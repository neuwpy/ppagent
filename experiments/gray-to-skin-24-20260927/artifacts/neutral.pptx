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824c6c15a043ba" /><Relationship Type="http://schemas.openxmlformats.org/officeDocument/2006/relationships/extended-properties" Target="/docProps/app.xml" Id="R3c86cb52379c4a98" /><Relationship Type="http://schemas.openxmlformats.org/officeDocument/2006/relationships/officeDocument" Target="/ppt/presentation.xml" Id="R87cdfd62fb9d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e575819f4f4012"/>
  </p:sldMasterIdLst>
  <p:notesMasterIdLst>
    <p:notesMasterId xmlns:r="http://schemas.openxmlformats.org/officeDocument/2006/relationships" r:id="Rffb10866fbac4fc9"/>
  </p:notesMasterIdLst>
  <p:sldIdLst>
    <p:sldId xmlns:r="http://schemas.openxmlformats.org/officeDocument/2006/relationships" id="256" r:id="R13c92d1e0d7c464a"/>
    <p:sldId xmlns:r="http://schemas.openxmlformats.org/officeDocument/2006/relationships" id="257" r:id="Re70648640c074fff"/>
    <p:sldId xmlns:r="http://schemas.openxmlformats.org/officeDocument/2006/relationships" id="258" r:id="R5165b1a3d06845c0"/>
    <p:sldId xmlns:r="http://schemas.openxmlformats.org/officeDocument/2006/relationships" id="259" r:id="R4704135f2f034d61"/>
    <p:sldId xmlns:r="http://schemas.openxmlformats.org/officeDocument/2006/relationships" id="260" r:id="R25851128c6d74334"/>
    <p:sldId xmlns:r="http://schemas.openxmlformats.org/officeDocument/2006/relationships" id="261" r:id="Ree6ab94e83d34f4b"/>
    <p:sldId xmlns:r="http://schemas.openxmlformats.org/officeDocument/2006/relationships" id="262" r:id="R146b19c26a914289"/>
    <p:sldId xmlns:r="http://schemas.openxmlformats.org/officeDocument/2006/relationships" id="263" r:id="R602488fc3d334893"/>
    <p:sldId xmlns:r="http://schemas.openxmlformats.org/officeDocument/2006/relationships" id="264" r:id="Rb6140c5a272d4b8d"/>
    <p:sldId xmlns:r="http://schemas.openxmlformats.org/officeDocument/2006/relationships" id="265" r:id="Rc1fbdcddc33a4388"/>
    <p:sldId xmlns:r="http://schemas.openxmlformats.org/officeDocument/2006/relationships" id="266" r:id="Re5565c5736bd40d6"/>
    <p:sldId xmlns:r="http://schemas.openxmlformats.org/officeDocument/2006/relationships" id="267" r:id="R1d06c5481eae4f16"/>
    <p:sldId xmlns:r="http://schemas.openxmlformats.org/officeDocument/2006/relationships" id="268" r:id="Rb296a4b8201045bf"/>
    <p:sldId xmlns:r="http://schemas.openxmlformats.org/officeDocument/2006/relationships" id="269" r:id="R00907c495d744b27"/>
    <p:sldId xmlns:r="http://schemas.openxmlformats.org/officeDocument/2006/relationships" id="270" r:id="R273142037f5940b9"/>
    <p:sldId xmlns:r="http://schemas.openxmlformats.org/officeDocument/2006/relationships" id="271" r:id="R8e33bddd74804d72"/>
    <p:sldId xmlns:r="http://schemas.openxmlformats.org/officeDocument/2006/relationships" id="272" r:id="R009d9fb57dc34914"/>
    <p:sldId xmlns:r="http://schemas.openxmlformats.org/officeDocument/2006/relationships" id="273" r:id="R5fcb5e61742142c0"/>
    <p:sldId xmlns:r="http://schemas.openxmlformats.org/officeDocument/2006/relationships" id="274" r:id="R22235b4913b64256"/>
    <p:sldId xmlns:r="http://schemas.openxmlformats.org/officeDocument/2006/relationships" id="275" r:id="R996d5ab861734255"/>
    <p:sldId xmlns:r="http://schemas.openxmlformats.org/officeDocument/2006/relationships" id="276" r:id="Re2703aff99644fb3"/>
    <p:sldId xmlns:r="http://schemas.openxmlformats.org/officeDocument/2006/relationships" id="277" r:id="Rd3afa3f022ed4b7c"/>
    <p:sldId xmlns:r="http://schemas.openxmlformats.org/officeDocument/2006/relationships" id="278" r:id="Rf7bf55618fa24af8"/>
    <p:sldId xmlns:r="http://schemas.openxmlformats.org/officeDocument/2006/relationships" id="279" r:id="R22d1b276e96d4b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f8b2a89cbf48ca" /><Relationship Type="http://schemas.openxmlformats.org/officeDocument/2006/relationships/slideMaster" Target="/ppt/slideMasters/slideMaster1.xml" Id="R37e575819f4f4012" /><Relationship Type="http://schemas.openxmlformats.org/officeDocument/2006/relationships/notesMaster" Target="/ppt/notesMasters/notesMaster1.xml" Id="Rffb10866fbac4fc9" /><Relationship Type="http://schemas.openxmlformats.org/officeDocument/2006/relationships/presProps" Target="/ppt/presProps.xml" Id="R5a4205cb9b824790" /><Relationship Type="http://schemas.openxmlformats.org/officeDocument/2006/relationships/tableStyles" Target="/ppt/tableStyles.xml" Id="Rff2c3a13247c49b2" /><Relationship Type="http://schemas.openxmlformats.org/officeDocument/2006/relationships/slide" Target="/ppt/slides/slide1.xml" Id="R13c92d1e0d7c464a" /><Relationship Type="http://schemas.openxmlformats.org/officeDocument/2006/relationships/slide" Target="/ppt/slides/slide2.xml" Id="Re70648640c074fff" /><Relationship Type="http://schemas.openxmlformats.org/officeDocument/2006/relationships/slide" Target="/ppt/slides/slide3.xml" Id="R5165b1a3d06845c0" /><Relationship Type="http://schemas.openxmlformats.org/officeDocument/2006/relationships/slide" Target="/ppt/slides/slide4.xml" Id="R4704135f2f034d61" /><Relationship Type="http://schemas.openxmlformats.org/officeDocument/2006/relationships/slide" Target="/ppt/slides/slide5.xml" Id="R25851128c6d74334" /><Relationship Type="http://schemas.openxmlformats.org/officeDocument/2006/relationships/slide" Target="/ppt/slides/slide6.xml" Id="Ree6ab94e83d34f4b" /><Relationship Type="http://schemas.openxmlformats.org/officeDocument/2006/relationships/slide" Target="/ppt/slides/slide7.xml" Id="R146b19c26a914289" /><Relationship Type="http://schemas.openxmlformats.org/officeDocument/2006/relationships/slide" Target="/ppt/slides/slide8.xml" Id="R602488fc3d334893" /><Relationship Type="http://schemas.openxmlformats.org/officeDocument/2006/relationships/slide" Target="/ppt/slides/slide9.xml" Id="Rb6140c5a272d4b8d" /><Relationship Type="http://schemas.openxmlformats.org/officeDocument/2006/relationships/slide" Target="/ppt/slides/slide10.xml" Id="Rc1fbdcddc33a4388" /><Relationship Type="http://schemas.openxmlformats.org/officeDocument/2006/relationships/slide" Target="/ppt/slides/slide11.xml" Id="Re5565c5736bd40d6" /><Relationship Type="http://schemas.openxmlformats.org/officeDocument/2006/relationships/slide" Target="/ppt/slides/slide12.xml" Id="R1d06c5481eae4f16" /><Relationship Type="http://schemas.openxmlformats.org/officeDocument/2006/relationships/slide" Target="/ppt/slides/slide13.xml" Id="Rb296a4b8201045bf" /><Relationship Type="http://schemas.openxmlformats.org/officeDocument/2006/relationships/slide" Target="/ppt/slides/slide14.xml" Id="R00907c495d744b27" /><Relationship Type="http://schemas.openxmlformats.org/officeDocument/2006/relationships/slide" Target="/ppt/slides/slide15.xml" Id="R273142037f5940b9" /><Relationship Type="http://schemas.openxmlformats.org/officeDocument/2006/relationships/slide" Target="/ppt/slides/slide16.xml" Id="R8e33bddd74804d72" /><Relationship Type="http://schemas.openxmlformats.org/officeDocument/2006/relationships/slide" Target="/ppt/slides/slide17.xml" Id="R009d9fb57dc34914" /><Relationship Type="http://schemas.openxmlformats.org/officeDocument/2006/relationships/slide" Target="/ppt/slides/slide18.xml" Id="R5fcb5e61742142c0" /><Relationship Type="http://schemas.openxmlformats.org/officeDocument/2006/relationships/slide" Target="/ppt/slides/slide19.xml" Id="R22235b4913b64256" /><Relationship Type="http://schemas.openxmlformats.org/officeDocument/2006/relationships/slide" Target="/ppt/slides/slide20.xml" Id="R996d5ab861734255" /><Relationship Type="http://schemas.openxmlformats.org/officeDocument/2006/relationships/slide" Target="/ppt/slides/slide21.xml" Id="Re2703aff99644fb3" /><Relationship Type="http://schemas.openxmlformats.org/officeDocument/2006/relationships/slide" Target="/ppt/slides/slide22.xml" Id="Rd3afa3f022ed4b7c" /><Relationship Type="http://schemas.openxmlformats.org/officeDocument/2006/relationships/slide" Target="/ppt/slides/slide23.xml" Id="Rf7bf55618fa24af8" /><Relationship Type="http://schemas.openxmlformats.org/officeDocument/2006/relationships/slide" Target="/ppt/slides/slide24.xml" Id="R22d1b276e96d4b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69e82fd26e4a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84782" dist="37681" dir="5400000">
              <a:srgbClr val="A35D4F">
                <a:alpha val="24000"/>
              </a:srgbClr>
            </a:outerShdw>
          </a:effectLst>
        </a:effectStyle>
        <a:effectStyle>
          <a:effectLst>
            <a:outerShdw blurRad="96374" dist="42834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7bc4ab0e6f41c9" /><Relationship Type="http://schemas.openxmlformats.org/officeDocument/2006/relationships/notesMaster" Target="/ppt/notesMasters/notesMaster1.xml" Id="Re91faf2c64ad44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a9a67ee77b4170" /><Relationship Type="http://schemas.openxmlformats.org/officeDocument/2006/relationships/notesMaster" Target="/ppt/notesMasters/notesMaster1.xml" Id="R050b0724a55f46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11838f895140ba" /><Relationship Type="http://schemas.openxmlformats.org/officeDocument/2006/relationships/notesMaster" Target="/ppt/notesMasters/notesMaster1.xml" Id="R4f9d88f594d645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3df14c7be94592" /><Relationship Type="http://schemas.openxmlformats.org/officeDocument/2006/relationships/notesMaster" Target="/ppt/notesMasters/notesMaster1.xml" Id="R76060f35c5d040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ac2b075d404e55" /><Relationship Type="http://schemas.openxmlformats.org/officeDocument/2006/relationships/notesMaster" Target="/ppt/notesMasters/notesMaster1.xml" Id="Rc4f7492acc2e43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b37baf80dd40df" /><Relationship Type="http://schemas.openxmlformats.org/officeDocument/2006/relationships/notesMaster" Target="/ppt/notesMasters/notesMaster1.xml" Id="R6723c6c848714e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fa339c8781455b" /><Relationship Type="http://schemas.openxmlformats.org/officeDocument/2006/relationships/notesMaster" Target="/ppt/notesMasters/notesMaster1.xml" Id="Rdf1ac26c452c47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5eb8964b004365" /><Relationship Type="http://schemas.openxmlformats.org/officeDocument/2006/relationships/notesMaster" Target="/ppt/notesMasters/notesMaster1.xml" Id="Rf27431085caf40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07be84778c491c" /><Relationship Type="http://schemas.openxmlformats.org/officeDocument/2006/relationships/notesMaster" Target="/ppt/notesMasters/notesMaster1.xml" Id="R67eb6bdbd020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a504be73624f76" /><Relationship Type="http://schemas.openxmlformats.org/officeDocument/2006/relationships/notesMaster" Target="/ppt/notesMasters/notesMaster1.xml" Id="Rbd3b0a66d3a44a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3004a27a03492f" /><Relationship Type="http://schemas.openxmlformats.org/officeDocument/2006/relationships/notesMaster" Target="/ppt/notesMasters/notesMaster1.xml" Id="R8cf019125d634e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b79ab990084134" /><Relationship Type="http://schemas.openxmlformats.org/officeDocument/2006/relationships/notesMaster" Target="/ppt/notesMasters/notesMaster1.xml" Id="R1e19486c19d541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884c8bdcb843d0" /><Relationship Type="http://schemas.openxmlformats.org/officeDocument/2006/relationships/notesMaster" Target="/ppt/notesMasters/notesMaster1.xml" Id="R3e73b43401474b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662e0171ef41d6" /><Relationship Type="http://schemas.openxmlformats.org/officeDocument/2006/relationships/notesMaster" Target="/ppt/notesMasters/notesMaster1.xml" Id="R6b6b72d0272d44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258ed54f814c30" /><Relationship Type="http://schemas.openxmlformats.org/officeDocument/2006/relationships/notesMaster" Target="/ppt/notesMasters/notesMaster1.xml" Id="R10b8751de02c4d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8cb54b87034650" /><Relationship Type="http://schemas.openxmlformats.org/officeDocument/2006/relationships/notesMaster" Target="/ppt/notesMasters/notesMaster1.xml" Id="R6edd8235321e42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db169833174f14" /><Relationship Type="http://schemas.openxmlformats.org/officeDocument/2006/relationships/notesMaster" Target="/ppt/notesMasters/notesMaster1.xml" Id="R012843644b4f45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02215e36ad4560" /><Relationship Type="http://schemas.openxmlformats.org/officeDocument/2006/relationships/notesMaster" Target="/ppt/notesMasters/notesMaster1.xml" Id="Rc7de6bb2537b4f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0a80aa7a634b60" /><Relationship Type="http://schemas.openxmlformats.org/officeDocument/2006/relationships/notesMaster" Target="/ppt/notesMasters/notesMaster1.xml" Id="R935b545da2e64b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8ad7951a7d45e8" /><Relationship Type="http://schemas.openxmlformats.org/officeDocument/2006/relationships/notesMaster" Target="/ppt/notesMasters/notesMaster1.xml" Id="Redf0cebeabf54a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0b7cb2ec8e4ce0" /><Relationship Type="http://schemas.openxmlformats.org/officeDocument/2006/relationships/notesMaster" Target="/ppt/notesMasters/notesMaster1.xml" Id="R9fc5a73546764e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5c91beee674925" /><Relationship Type="http://schemas.openxmlformats.org/officeDocument/2006/relationships/notesMaster" Target="/ppt/notesMasters/notesMaster1.xml" Id="R986a7f1e9fa944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fee91c6d354ada" /><Relationship Type="http://schemas.openxmlformats.org/officeDocument/2006/relationships/notesMaster" Target="/ppt/notesMasters/notesMaster1.xml" Id="R3bcd6e1555bb44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dc0b3f209b42ed" /><Relationship Type="http://schemas.openxmlformats.org/officeDocument/2006/relationships/notesMaster" Target="/ppt/notesMasters/notesMaster1.xml" Id="R96e8b36e95f346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p2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p3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p4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p5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p6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p7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p8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p9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p10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p11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p12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p13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p14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p15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p16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p17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p18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p19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p20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p21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p22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p23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experiments/gray-structure-coverage-20260926/artifacts/state.json · p24</a:t>
            </a:r>
          </a:p>
          <a:p xmlns:a="http://schemas.openxmlformats.org/drawingml/2006/main">
            <a:r>
              <a:t>- 区域沿用 composition.regions；保留内容归属，制作说明转为本页图示</a:t>
            </a:r>
          </a:p>
          <a:p xmlns:a="http://schemas.openxmlformats.org/drawingml/2006/main">
            <a:r>
              <a:t>- 模拟内容，人工验收 pending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880356f3d49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098363a2d94545" /><Relationship Type="http://schemas.openxmlformats.org/officeDocument/2006/relationships/slideLayout" Target="/ppt/slideLayouts/slideLayout1.xml" Id="Re6f14e815f5048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f14e815f5048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84782" dist="37681" dir="5400000">
              <a:srgbClr val="A35D4F">
                <a:alpha val="24000"/>
              </a:srgbClr>
            </a:outerShdw>
          </a:effectLst>
        </a:effectStyle>
        <a:effectStyle>
          <a:effectLst>
            <a:outerShdw blurRad="96374" dist="42834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66be223614889" /><Relationship Type="http://schemas.openxmlformats.org/officeDocument/2006/relationships/notesSlide" Target="/ppt/notesSlides/notesSlide1.xml" Id="Rb014bbecdfb541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912bdddef40ce" /><Relationship Type="http://schemas.openxmlformats.org/officeDocument/2006/relationships/notesSlide" Target="/ppt/notesSlides/notesSlide2.xml" Id="R92567367b6784a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a603c9ea84379" /><Relationship Type="http://schemas.openxmlformats.org/officeDocument/2006/relationships/notesSlide" Target="/ppt/notesSlides/notesSlide3.xml" Id="Re097f309acac46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ff2d8e69c4404" /><Relationship Type="http://schemas.openxmlformats.org/officeDocument/2006/relationships/notesSlide" Target="/ppt/notesSlides/notesSlide4.xml" Id="R8212c27f273643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05dbe7a0e4773" /><Relationship Type="http://schemas.openxmlformats.org/officeDocument/2006/relationships/notesSlide" Target="/ppt/notesSlides/notesSlide5.xml" Id="R7bbd9429acb94d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6950efd0c4fda" /><Relationship Type="http://schemas.openxmlformats.org/officeDocument/2006/relationships/notesSlide" Target="/ppt/notesSlides/notesSlide6.xml" Id="R563902ddedb84e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5baf1c0154c1d" /><Relationship Type="http://schemas.openxmlformats.org/officeDocument/2006/relationships/notesSlide" Target="/ppt/notesSlides/notesSlide7.xml" Id="Re1c9c777aadd47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ea7b2999b4b77" /><Relationship Type="http://schemas.openxmlformats.org/officeDocument/2006/relationships/notesSlide" Target="/ppt/notesSlides/notesSlide8.xml" Id="R61cab9cd5ac842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ef62cd10149c3" /><Relationship Type="http://schemas.openxmlformats.org/officeDocument/2006/relationships/notesSlide" Target="/ppt/notesSlides/notesSlide9.xml" Id="R4bc62d50a6a045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387d161ea4a2f" /><Relationship Type="http://schemas.openxmlformats.org/officeDocument/2006/relationships/notesSlide" Target="/ppt/notesSlides/notesSlide10.xml" Id="Re4b03d9a4d064a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413205de44e11" /><Relationship Type="http://schemas.openxmlformats.org/officeDocument/2006/relationships/notesSlide" Target="/ppt/notesSlides/notesSlide11.xml" Id="Rf053c63dc4bc41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ab661ec6e4f11" /><Relationship Type="http://schemas.openxmlformats.org/officeDocument/2006/relationships/notesSlide" Target="/ppt/notesSlides/notesSlide12.xml" Id="R6f8dfc3904b748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9508c5fe340c2" /><Relationship Type="http://schemas.openxmlformats.org/officeDocument/2006/relationships/notesSlide" Target="/ppt/notesSlides/notesSlide13.xml" Id="Rf071b0b82bad4d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1602415c14141" /><Relationship Type="http://schemas.openxmlformats.org/officeDocument/2006/relationships/notesSlide" Target="/ppt/notesSlides/notesSlide14.xml" Id="R0c9733c76fab42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ab9f024e948ef" /><Relationship Type="http://schemas.openxmlformats.org/officeDocument/2006/relationships/notesSlide" Target="/ppt/notesSlides/notesSlide15.xml" Id="R2c4b4b273ab54b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9adc0351d4d64" /><Relationship Type="http://schemas.openxmlformats.org/officeDocument/2006/relationships/notesSlide" Target="/ppt/notesSlides/notesSlide16.xml" Id="R59349132c7cb40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51070e89d4050" /><Relationship Type="http://schemas.openxmlformats.org/officeDocument/2006/relationships/notesSlide" Target="/ppt/notesSlides/notesSlide17.xml" Id="R4f0771f30b9d4c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adf99c535455f" /><Relationship Type="http://schemas.openxmlformats.org/officeDocument/2006/relationships/notesSlide" Target="/ppt/notesSlides/notesSlide18.xml" Id="Rdebbc54ef3eb47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c11ae19fd46f1" /><Relationship Type="http://schemas.openxmlformats.org/officeDocument/2006/relationships/notesSlide" Target="/ppt/notesSlides/notesSlide19.xml" Id="R9452cd2663114e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db09e073a42fe" /><Relationship Type="http://schemas.openxmlformats.org/officeDocument/2006/relationships/notesSlide" Target="/ppt/notesSlides/notesSlide20.xml" Id="Rfc051f9890174f2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679865f534731" /><Relationship Type="http://schemas.openxmlformats.org/officeDocument/2006/relationships/notesSlide" Target="/ppt/notesSlides/notesSlide21.xml" Id="Rf5f1dc55396648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19c3c66094083" /><Relationship Type="http://schemas.openxmlformats.org/officeDocument/2006/relationships/chart" Target="/ppt/slides/charts/chart1.xml" Id="R4bd94493e7d440a0" /><Relationship Type="http://schemas.openxmlformats.org/officeDocument/2006/relationships/notesSlide" Target="/ppt/notesSlides/notesSlide22.xml" Id="R7e0a6292c6904eb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b978009774b03" /><Relationship Type="http://schemas.openxmlformats.org/officeDocument/2006/relationships/notesSlide" Target="/ppt/notesSlides/notesSlide23.xml" Id="R6fad6fa35e33486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6654b86ce43f1" /><Relationship Type="http://schemas.openxmlformats.org/officeDocument/2006/relationships/notesSlide" Target="/ppt/notesSlides/notesSlide24.xml" Id="Rff9c3b6686bb428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5251F"/>
                </a:solidFill>
              </a:rPr>
              <a:t>模拟数据 · 分钟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5251F"/>
              </a:solidFill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平均等待时间（分钟）</c:v>
          </c:tx>
          <c:spPr>
            <a:solidFill xmlns:a="http://schemas.openxmlformats.org/drawingml/2006/main">
              <a:srgbClr val="796F60"/>
            </a:solidFill>
          </c:spPr>
          <c:cat>
            <c:strLit>
              <c:ptCount val="3"/>
              <c:pt idx="0">
                <c:v>第一期</c:v>
              </c:pt>
              <c:pt idx="1">
                <c:v>第二期</c:v>
              </c:pt>
              <c:pt idx="2">
                <c:v>第三期</c:v>
              </c:pt>
            </c:strLit>
          </c:cat>
          <c:val>
            <c:numLit>
              <c:formatCode>General</c:formatCode>
              <c:ptCount val="3"/>
              <c:pt idx="0">
                <c:v>12</c:v>
              </c:pt>
              <c:pt idx="1">
                <c:v>10</c:v>
              </c:pt>
              <c:pt idx="2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分钟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plotVisOnly val="1"/>
  </c:chart>
  <c:spPr>
    <a:solidFill xmlns:a="http://schemas.openxmlformats.org/drawingml/2006/main">
      <a:srgbClr val="F5F4E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opy-1-1">
            <a:extLst xmlns:a="http://schemas.openxmlformats.org/drawingml/2006/main">
              <a:ext uri="{FF2B5EF4-FFF2-40B4-BE49-F238E27FC236}">
                <a16:creationId xmlns:a16="http://schemas.microsoft.com/office/drawing/2014/main" id="{EA5F4175-7EE2-45A5-B51E-4099D744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01  证据支撑判断</a:t>
            </a:r>
          </a:p>
        </p:txBody>
      </p:sp>
      <p:sp>
        <p:nvSpPr>
          <p:cNvPr id="2" name="copy-1-2">
            <a:extLst xmlns:a="http://schemas.openxmlformats.org/drawingml/2006/main">
              <a:ext uri="{FF2B5EF4-FFF2-40B4-BE49-F238E27FC236}">
                <a16:creationId xmlns:a16="http://schemas.microsoft.com/office/drawing/2014/main" id="{DA60319E-6912-4A19-8CB7-39D3E8A1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先核验信息，再决定是否扩大试点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D8150-804B-49A3-B529-0AF843F6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-3">
            <a:extLst xmlns:a="http://schemas.openxmlformats.org/drawingml/2006/main">
              <a:ext uri="{FF2B5EF4-FFF2-40B4-BE49-F238E27FC236}">
                <a16:creationId xmlns:a16="http://schemas.microsoft.com/office/drawing/2014/main" id="{85CCCC2A-9213-4149-8FB9-6A4D3802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-4">
            <a:extLst xmlns:a="http://schemas.openxmlformats.org/drawingml/2006/main">
              <a:ext uri="{FF2B5EF4-FFF2-40B4-BE49-F238E27FC236}">
                <a16:creationId xmlns:a16="http://schemas.microsoft.com/office/drawing/2014/main" id="{3E707F12-AD07-4AFF-8314-E3F46D8B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506CF-8954-41FE-88D8-C8215E92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-5">
            <a:extLst xmlns:a="http://schemas.openxmlformats.org/drawingml/2006/main">
              <a:ext uri="{FF2B5EF4-FFF2-40B4-BE49-F238E27FC236}">
                <a16:creationId xmlns:a16="http://schemas.microsoft.com/office/drawing/2014/main" id="{0E748DC6-7739-4DCA-8EA8-8783AF7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判断与依据</a:t>
            </a:r>
          </a:p>
        </p:txBody>
      </p:sp>
      <p:sp>
        <p:nvSpPr>
          <p:cNvPr id="8" name="copy-1-6">
            <a:extLst xmlns:a="http://schemas.openxmlformats.org/drawingml/2006/main">
              <a:ext uri="{FF2B5EF4-FFF2-40B4-BE49-F238E27FC236}">
                <a16:creationId xmlns:a16="http://schemas.microsoft.com/office/drawing/2014/main" id="{598742C8-736E-4642-9611-4A52175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模拟访谈显示办理入口难找，但样本只覆盖试点部门。当前建议先改进入口，再观察是否值得扩大覆盖。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2E9EF-F13D-4F78-B512-7E6832EF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1321" y="2951798"/>
            <a:ext cx="1083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50EAC-0562-4C01-853E-07AD28A0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720035" y="2951798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2AE8F-D3DA-4A89-8C84-28AAA6F5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20035" y="2910699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08F2B-5093-4805-843B-FD3CD60C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1321" y="3999548"/>
            <a:ext cx="1083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F61AC-86F5-44F3-BC53-7D8C6A35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720035" y="3999548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D4CDB-B2D6-41DE-B543-9C7D96D2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20035" y="3958449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AD6FF-4B60-4E9A-9425-C897F0E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05129" y="2951798"/>
            <a:ext cx="1409128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AEBD1-7D7C-430E-8091-4A0C2D10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829573" y="3456623"/>
            <a:ext cx="84684" cy="133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7BAB2-6DF4-42A0-9346-66132C66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857295" y="3392559"/>
            <a:ext cx="56962" cy="64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FC89D-6195-4D5D-A58F-99EC0702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05129" y="3456623"/>
            <a:ext cx="1409128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435E1-A0D6-41E6-8D78-82128915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858833" y="3456623"/>
            <a:ext cx="55424" cy="65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AE381-B48D-4D50-A98D-B6389E7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829280" y="3445319"/>
            <a:ext cx="84977" cy="11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72AD9E-C689-45DE-BD66-779731E1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75573"/>
            <a:ext cx="3035046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2" name="copy-1-7">
            <a:extLst xmlns:a="http://schemas.openxmlformats.org/drawingml/2006/main">
              <a:ext uri="{FF2B5EF4-FFF2-40B4-BE49-F238E27FC236}">
                <a16:creationId xmlns:a16="http://schemas.microsoft.com/office/drawing/2014/main" id="{CFE5D3D2-C204-4BAB-9AE4-D4D7597A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23198"/>
            <a:ext cx="284454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访谈记录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05B74-A764-4B3C-87D1-AAFE16F2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3323"/>
            <a:ext cx="3035046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4" name="copy-1-8">
            <a:extLst xmlns:a="http://schemas.openxmlformats.org/drawingml/2006/main">
              <a:ext uri="{FF2B5EF4-FFF2-40B4-BE49-F238E27FC236}">
                <a16:creationId xmlns:a16="http://schemas.microsoft.com/office/drawing/2014/main" id="{5E29E781-E319-44B0-98BB-B99498A8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70948"/>
            <a:ext cx="284454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流程记录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156EC-5527-4EB5-9103-B3188BD1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266" y="2675573"/>
            <a:ext cx="2709863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6" name="copy-1-9">
            <a:extLst xmlns:a="http://schemas.openxmlformats.org/drawingml/2006/main">
              <a:ext uri="{FF2B5EF4-FFF2-40B4-BE49-F238E27FC236}">
                <a16:creationId xmlns:a16="http://schemas.microsoft.com/office/drawing/2014/main" id="{C6AC2B5E-31F3-4F62-AEBB-9F5699D8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2723198"/>
            <a:ext cx="25193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入口难找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FF3476-7134-42FE-871E-5A43C88F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266" y="3723323"/>
            <a:ext cx="2709863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8" name="copy-1-10">
            <a:extLst xmlns:a="http://schemas.openxmlformats.org/drawingml/2006/main">
              <a:ext uri="{FF2B5EF4-FFF2-40B4-BE49-F238E27FC236}">
                <a16:creationId xmlns:a16="http://schemas.microsoft.com/office/drawing/2014/main" id="{963EEF35-E6DB-4A96-AD5A-589001C4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3770948"/>
            <a:ext cx="25193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交接等待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53F6B-4BD9-42A0-A03F-4748A75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257" y="3170873"/>
            <a:ext cx="2601468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0" name="copy-1-11">
            <a:extLst xmlns:a="http://schemas.openxmlformats.org/drawingml/2006/main">
              <a:ext uri="{FF2B5EF4-FFF2-40B4-BE49-F238E27FC236}">
                <a16:creationId xmlns:a16="http://schemas.microsoft.com/office/drawing/2014/main" id="{55BD270F-2F77-4E7C-A1E5-500EC3B0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507" y="3218498"/>
            <a:ext cx="241096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先修复试点</a:t>
            </a:r>
          </a:p>
        </p:txBody>
      </p:sp>
      <p:sp>
        <p:nvSpPr>
          <p:cNvPr id="31" name="copy-1-12">
            <a:extLst xmlns:a="http://schemas.openxmlformats.org/drawingml/2006/main">
              <a:ext uri="{FF2B5EF4-FFF2-40B4-BE49-F238E27FC236}">
                <a16:creationId xmlns:a16="http://schemas.microsoft.com/office/drawing/2014/main" id="{090F1B53-0975-4FF2-A1A3-8F5087A6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35002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扩大范围仍需其他部门的记录支持；本轮材料不能证明所有部门都存在同样问题。</a:t>
            </a:r>
          </a:p>
        </p:txBody>
      </p:sp>
    </p:spTree>
    <p:extLst>
      <p:ext uri="{BB962C8B-B14F-4D97-AF65-F5344CB8AC3E}">
        <p14:creationId xmlns:p14="http://schemas.microsoft.com/office/powerpoint/2010/main" val="1916623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copy-2-13">
            <a:extLst xmlns:a="http://schemas.openxmlformats.org/drawingml/2006/main">
              <a:ext uri="{FF2B5EF4-FFF2-40B4-BE49-F238E27FC236}">
                <a16:creationId xmlns:a16="http://schemas.microsoft.com/office/drawing/2014/main" id="{552C479C-8115-46F3-B9D3-1B94625D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02  同口径比较</a:t>
            </a:r>
          </a:p>
        </p:txBody>
      </p:sp>
      <p:sp>
        <p:nvSpPr>
          <p:cNvPr id="2" name="copy-2-14">
            <a:extLst xmlns:a="http://schemas.openxmlformats.org/drawingml/2006/main">
              <a:ext uri="{FF2B5EF4-FFF2-40B4-BE49-F238E27FC236}">
                <a16:creationId xmlns:a16="http://schemas.microsoft.com/office/drawing/2014/main" id="{689AB4EF-3117-496D-B003-AC316C5A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两种方案应在同一口径下比较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7E9EA-4E15-4593-9C82-E7279129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2-15">
            <a:extLst xmlns:a="http://schemas.openxmlformats.org/drawingml/2006/main">
              <a:ext uri="{FF2B5EF4-FFF2-40B4-BE49-F238E27FC236}">
                <a16:creationId xmlns:a16="http://schemas.microsoft.com/office/drawing/2014/main" id="{3D09B54D-8C3B-4A7B-B50A-33A45AA3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2-16">
            <a:extLst xmlns:a="http://schemas.openxmlformats.org/drawingml/2006/main">
              <a:ext uri="{FF2B5EF4-FFF2-40B4-BE49-F238E27FC236}">
                <a16:creationId xmlns:a16="http://schemas.microsoft.com/office/drawing/2014/main" id="{D15C1F81-AD11-4461-8ED7-33FF6122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11A4D-7744-4385-8875-339163D2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2-17">
            <a:extLst xmlns:a="http://schemas.openxmlformats.org/drawingml/2006/main">
              <a:ext uri="{FF2B5EF4-FFF2-40B4-BE49-F238E27FC236}">
                <a16:creationId xmlns:a16="http://schemas.microsoft.com/office/drawing/2014/main" id="{581EF86C-1C89-45FB-9B22-05F45A61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轻量接入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A1B9F-A0FB-4B9D-B929-BDF61C6D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9" name="copy-2-18">
            <a:extLst xmlns:a="http://schemas.openxmlformats.org/drawingml/2006/main">
              <a:ext uri="{FF2B5EF4-FFF2-40B4-BE49-F238E27FC236}">
                <a16:creationId xmlns:a16="http://schemas.microsoft.com/office/drawing/2014/main" id="{2768CC6C-4B3B-4433-86A7-70FCC72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52650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比较维度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48138-1AC3-4281-A869-4304C6FB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2076450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1" name="copy-2-19">
            <a:extLst xmlns:a="http://schemas.openxmlformats.org/drawingml/2006/main">
              <a:ext uri="{FF2B5EF4-FFF2-40B4-BE49-F238E27FC236}">
                <a16:creationId xmlns:a16="http://schemas.microsoft.com/office/drawing/2014/main" id="{AA93345F-9964-42EC-BF01-263EE0A5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152650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方案特点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99A83-025B-4CFE-8C97-FE7B2730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86075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3" name="copy-2-20">
            <a:extLst xmlns:a="http://schemas.openxmlformats.org/drawingml/2006/main">
              <a:ext uri="{FF2B5EF4-FFF2-40B4-BE49-F238E27FC236}">
                <a16:creationId xmlns:a16="http://schemas.microsoft.com/office/drawing/2014/main" id="{86B49BCA-B272-42CB-8F7B-0ECC1DE7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62275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启动投入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226D6-E9E9-4ADF-BBCB-DECF638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2886075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5" name="copy-2-21">
            <a:extLst xmlns:a="http://schemas.openxmlformats.org/drawingml/2006/main">
              <a:ext uri="{FF2B5EF4-FFF2-40B4-BE49-F238E27FC236}">
                <a16:creationId xmlns:a16="http://schemas.microsoft.com/office/drawing/2014/main" id="{017DB645-7BEA-495D-80C4-A37A343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962275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启动投入低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6E453-9807-46C4-B5D3-9F43774C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95700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7" name="copy-2-22">
            <a:extLst xmlns:a="http://schemas.openxmlformats.org/drawingml/2006/main">
              <a:ext uri="{FF2B5EF4-FFF2-40B4-BE49-F238E27FC236}">
                <a16:creationId xmlns:a16="http://schemas.microsoft.com/office/drawing/2014/main" id="{300B2CB2-748A-47AF-A075-5B3BDA6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71900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维护方式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77AF8-FA63-441D-8615-FE536C15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3695700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9" name="copy-2-23">
            <a:extLst xmlns:a="http://schemas.openxmlformats.org/drawingml/2006/main">
              <a:ext uri="{FF2B5EF4-FFF2-40B4-BE49-F238E27FC236}">
                <a16:creationId xmlns:a16="http://schemas.microsoft.com/office/drawing/2014/main" id="{4B2AEDAD-4859-4D49-8D41-DCFC7811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3771900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依赖原系统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F3E87-457E-48CD-9516-BA34E572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05325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1" name="copy-2-24">
            <a:extLst xmlns:a="http://schemas.openxmlformats.org/drawingml/2006/main">
              <a:ext uri="{FF2B5EF4-FFF2-40B4-BE49-F238E27FC236}">
                <a16:creationId xmlns:a16="http://schemas.microsoft.com/office/drawing/2014/main" id="{B678A20B-3656-48B9-8E1B-249BC052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81525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扩展能力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850A0-F2BD-45D6-AE79-1524C584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4505325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3" name="copy-2-25">
            <a:extLst xmlns:a="http://schemas.openxmlformats.org/drawingml/2006/main">
              <a:ext uri="{FF2B5EF4-FFF2-40B4-BE49-F238E27FC236}">
                <a16:creationId xmlns:a16="http://schemas.microsoft.com/office/drawing/2014/main" id="{5F748367-8059-44E4-897B-224AABAD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4581525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受现有接口约束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78DA7-DFA8-42B7-ACEA-F4EF3A23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5" name="copy-2-26">
            <a:extLst xmlns:a="http://schemas.openxmlformats.org/drawingml/2006/main">
              <a:ext uri="{FF2B5EF4-FFF2-40B4-BE49-F238E27FC236}">
                <a16:creationId xmlns:a16="http://schemas.microsoft.com/office/drawing/2014/main" id="{713291D0-1C4F-4A90-96A3-5A0290F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统一平台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EB3606-C3B5-4144-8E3A-3A77F110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7" name="copy-2-27">
            <a:extLst xmlns:a="http://schemas.openxmlformats.org/drawingml/2006/main">
              <a:ext uri="{FF2B5EF4-FFF2-40B4-BE49-F238E27FC236}">
                <a16:creationId xmlns:a16="http://schemas.microsoft.com/office/drawing/2014/main" id="{EB5FEFA5-25B6-43D7-8A21-23298028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比较维度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99E0B6-3809-4602-9583-A84F9D5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2076450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9" name="copy-2-28">
            <a:extLst xmlns:a="http://schemas.openxmlformats.org/drawingml/2006/main">
              <a:ext uri="{FF2B5EF4-FFF2-40B4-BE49-F238E27FC236}">
                <a16:creationId xmlns:a16="http://schemas.microsoft.com/office/drawing/2014/main" id="{CE543DC2-0BBD-4DCE-945F-079BC2BD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256" y="2152650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方案特点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36D46-1530-4C39-B289-88D3930B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86075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1" name="copy-2-29">
            <a:extLst xmlns:a="http://schemas.openxmlformats.org/drawingml/2006/main">
              <a:ext uri="{FF2B5EF4-FFF2-40B4-BE49-F238E27FC236}">
                <a16:creationId xmlns:a16="http://schemas.microsoft.com/office/drawing/2014/main" id="{7318715E-B71C-4B9A-90D2-D58D2CB5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62275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启动投入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077A79-AC70-45AF-84B0-11995EA0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2886075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3" name="copy-2-30">
            <a:extLst xmlns:a="http://schemas.openxmlformats.org/drawingml/2006/main">
              <a:ext uri="{FF2B5EF4-FFF2-40B4-BE49-F238E27FC236}">
                <a16:creationId xmlns:a16="http://schemas.microsoft.com/office/drawing/2014/main" id="{024D1175-87F7-47EE-B9DE-FF170076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256" y="2962275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启动投入高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3C356C-59F2-458C-BC4E-35F88556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5" name="copy-2-31">
            <a:extLst xmlns:a="http://schemas.openxmlformats.org/drawingml/2006/main">
              <a:ext uri="{FF2B5EF4-FFF2-40B4-BE49-F238E27FC236}">
                <a16:creationId xmlns:a16="http://schemas.microsoft.com/office/drawing/2014/main" id="{A051DE77-A73C-42BD-B418-3B35346A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维护方式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36CDAB-4AE9-4577-B1E7-3235DFBC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3695700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7" name="copy-2-32">
            <a:extLst xmlns:a="http://schemas.openxmlformats.org/drawingml/2006/main">
              <a:ext uri="{FF2B5EF4-FFF2-40B4-BE49-F238E27FC236}">
                <a16:creationId xmlns:a16="http://schemas.microsoft.com/office/drawing/2014/main" id="{277C0827-9E7A-4A34-AC17-3BE7A2CF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256" y="3771900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需要专职维护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6ACDAD-389A-4E21-99D4-44D86D7B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05325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9" name="copy-2-33">
            <a:extLst xmlns:a="http://schemas.openxmlformats.org/drawingml/2006/main">
              <a:ext uri="{FF2B5EF4-FFF2-40B4-BE49-F238E27FC236}">
                <a16:creationId xmlns:a16="http://schemas.microsoft.com/office/drawing/2014/main" id="{9CD7D3D5-D8C9-4080-8392-C46249ED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81525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扩展能力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3CD2EA-2566-4FCF-98C8-0E26674F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4505325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41" name="copy-2-34">
            <a:extLst xmlns:a="http://schemas.openxmlformats.org/drawingml/2006/main">
              <a:ext uri="{FF2B5EF4-FFF2-40B4-BE49-F238E27FC236}">
                <a16:creationId xmlns:a16="http://schemas.microsoft.com/office/drawing/2014/main" id="{CDBC16A7-9095-412E-A458-7A40C517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256" y="4581525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更便于跨系统协作</a:t>
            </a:r>
          </a:p>
        </p:txBody>
      </p:sp>
    </p:spTree>
    <p:extLst>
      <p:ext uri="{BB962C8B-B14F-4D97-AF65-F5344CB8AC3E}">
        <p14:creationId xmlns:p14="http://schemas.microsoft.com/office/powerpoint/2010/main" val="428683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copy-3-35">
            <a:extLst xmlns:a="http://schemas.openxmlformats.org/drawingml/2006/main">
              <a:ext uri="{FF2B5EF4-FFF2-40B4-BE49-F238E27FC236}">
                <a16:creationId xmlns:a16="http://schemas.microsoft.com/office/drawing/2014/main" id="{6D19E1A3-31F4-413C-B8AE-7A1CA4C6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03  完整办理顺序</a:t>
            </a:r>
          </a:p>
        </p:txBody>
      </p:sp>
      <p:sp>
        <p:nvSpPr>
          <p:cNvPr id="2" name="copy-3-36">
            <a:extLst xmlns:a="http://schemas.openxmlformats.org/drawingml/2006/main">
              <a:ext uri="{FF2B5EF4-FFF2-40B4-BE49-F238E27FC236}">
                <a16:creationId xmlns:a16="http://schemas.microsoft.com/office/drawing/2014/main" id="{F9FC234E-A131-4ADF-B9B8-173BCD1B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交接确认后再进入下一处理环节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6FC87-8BB1-488E-A51E-402F34BA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3-37">
            <a:extLst xmlns:a="http://schemas.openxmlformats.org/drawingml/2006/main">
              <a:ext uri="{FF2B5EF4-FFF2-40B4-BE49-F238E27FC236}">
                <a16:creationId xmlns:a16="http://schemas.microsoft.com/office/drawing/2014/main" id="{BA29241E-A49F-48C6-AC8B-1D6B8A4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3-38">
            <a:extLst xmlns:a="http://schemas.openxmlformats.org/drawingml/2006/main">
              <a:ext uri="{FF2B5EF4-FFF2-40B4-BE49-F238E27FC236}">
                <a16:creationId xmlns:a16="http://schemas.microsoft.com/office/drawing/2014/main" id="{75448E31-DE8C-48A1-8E4B-7C847468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2326C-B643-4AF6-8801-4F0DBCD8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3-39">
            <a:extLst xmlns:a="http://schemas.openxmlformats.org/drawingml/2006/main">
              <a:ext uri="{FF2B5EF4-FFF2-40B4-BE49-F238E27FC236}">
                <a16:creationId xmlns:a16="http://schemas.microsoft.com/office/drawing/2014/main" id="{D72A69E0-8A5D-487D-97E0-D68187A9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办理路径</a:t>
            </a:r>
          </a:p>
        </p:txBody>
      </p:sp>
      <p:sp>
        <p:nvSpPr>
          <p:cNvPr id="8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6341A222-2838-4CB1-BBDB-9FCB207E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6426" y="2699014"/>
            <a:ext cx="4271429" cy="159382"/>
          </a:xfrm>
          <a:custGeom xmlns:a="http://schemas.openxmlformats.org/drawingml/2006/main">
            <a:pathLst>
              <a:path w="4271429" h="159382">
                <a:moveTo>
                  <a:pt x="0" y="28727"/>
                </a:moveTo>
                <a:lnTo>
                  <a:pt x="24717" y="9896"/>
                </a:lnTo>
                <a:lnTo>
                  <a:pt x="61179" y="9896"/>
                </a:lnTo>
                <a:lnTo>
                  <a:pt x="97631" y="9896"/>
                </a:lnTo>
                <a:lnTo>
                  <a:pt x="134093" y="9896"/>
                </a:lnTo>
                <a:lnTo>
                  <a:pt x="170555" y="9896"/>
                </a:lnTo>
                <a:lnTo>
                  <a:pt x="207007" y="9896"/>
                </a:lnTo>
                <a:lnTo>
                  <a:pt x="243469" y="9896"/>
                </a:lnTo>
                <a:lnTo>
                  <a:pt x="279930" y="9896"/>
                </a:lnTo>
                <a:lnTo>
                  <a:pt x="316382" y="9896"/>
                </a:lnTo>
                <a:lnTo>
                  <a:pt x="352844" y="9896"/>
                </a:lnTo>
                <a:lnTo>
                  <a:pt x="389306" y="9896"/>
                </a:lnTo>
                <a:lnTo>
                  <a:pt x="425758" y="9896"/>
                </a:lnTo>
                <a:lnTo>
                  <a:pt x="462220" y="9896"/>
                </a:lnTo>
                <a:lnTo>
                  <a:pt x="498681" y="9896"/>
                </a:lnTo>
                <a:lnTo>
                  <a:pt x="535134" y="9896"/>
                </a:lnTo>
                <a:lnTo>
                  <a:pt x="571595" y="9896"/>
                </a:lnTo>
                <a:lnTo>
                  <a:pt x="608057" y="9896"/>
                </a:lnTo>
                <a:lnTo>
                  <a:pt x="644509" y="9896"/>
                </a:lnTo>
                <a:lnTo>
                  <a:pt x="680971" y="9896"/>
                </a:lnTo>
                <a:lnTo>
                  <a:pt x="717433" y="9896"/>
                </a:lnTo>
                <a:lnTo>
                  <a:pt x="753885" y="9896"/>
                </a:lnTo>
                <a:lnTo>
                  <a:pt x="790346" y="9896"/>
                </a:lnTo>
                <a:lnTo>
                  <a:pt x="826799" y="9896"/>
                </a:lnTo>
                <a:lnTo>
                  <a:pt x="863260" y="9896"/>
                </a:lnTo>
                <a:lnTo>
                  <a:pt x="899722" y="9896"/>
                </a:lnTo>
                <a:lnTo>
                  <a:pt x="936174" y="9896"/>
                </a:lnTo>
                <a:lnTo>
                  <a:pt x="972636" y="9896"/>
                </a:lnTo>
                <a:lnTo>
                  <a:pt x="1009098" y="9896"/>
                </a:lnTo>
                <a:lnTo>
                  <a:pt x="1045550" y="9896"/>
                </a:lnTo>
                <a:lnTo>
                  <a:pt x="1082011" y="9896"/>
                </a:lnTo>
                <a:lnTo>
                  <a:pt x="1118473" y="9896"/>
                </a:lnTo>
                <a:lnTo>
                  <a:pt x="1154925" y="9896"/>
                </a:lnTo>
                <a:lnTo>
                  <a:pt x="1191387" y="9896"/>
                </a:lnTo>
                <a:lnTo>
                  <a:pt x="1227849" y="9896"/>
                </a:lnTo>
                <a:lnTo>
                  <a:pt x="1264301" y="9896"/>
                </a:lnTo>
                <a:lnTo>
                  <a:pt x="1300763" y="9896"/>
                </a:lnTo>
                <a:lnTo>
                  <a:pt x="1337224" y="9896"/>
                </a:lnTo>
                <a:lnTo>
                  <a:pt x="1373676" y="9896"/>
                </a:lnTo>
                <a:lnTo>
                  <a:pt x="1410138" y="9896"/>
                </a:lnTo>
                <a:lnTo>
                  <a:pt x="1446600" y="9896"/>
                </a:lnTo>
                <a:lnTo>
                  <a:pt x="1483052" y="9896"/>
                </a:lnTo>
                <a:lnTo>
                  <a:pt x="1519514" y="9896"/>
                </a:lnTo>
                <a:lnTo>
                  <a:pt x="1555975" y="9896"/>
                </a:lnTo>
                <a:lnTo>
                  <a:pt x="1592428" y="9896"/>
                </a:lnTo>
                <a:lnTo>
                  <a:pt x="1628889" y="9896"/>
                </a:lnTo>
                <a:lnTo>
                  <a:pt x="1665351" y="9896"/>
                </a:lnTo>
                <a:lnTo>
                  <a:pt x="1701803" y="9896"/>
                </a:lnTo>
                <a:lnTo>
                  <a:pt x="1738265" y="9896"/>
                </a:lnTo>
                <a:lnTo>
                  <a:pt x="1774727" y="9896"/>
                </a:lnTo>
                <a:lnTo>
                  <a:pt x="1811179" y="9896"/>
                </a:lnTo>
                <a:lnTo>
                  <a:pt x="1847640" y="9896"/>
                </a:lnTo>
                <a:lnTo>
                  <a:pt x="1884102" y="9896"/>
                </a:lnTo>
                <a:lnTo>
                  <a:pt x="1920554" y="9896"/>
                </a:lnTo>
                <a:lnTo>
                  <a:pt x="1957016" y="9896"/>
                </a:lnTo>
                <a:lnTo>
                  <a:pt x="1993478" y="9896"/>
                </a:lnTo>
                <a:lnTo>
                  <a:pt x="2029930" y="9896"/>
                </a:lnTo>
                <a:lnTo>
                  <a:pt x="2066392" y="9896"/>
                </a:lnTo>
                <a:lnTo>
                  <a:pt x="2102853" y="9896"/>
                </a:lnTo>
                <a:lnTo>
                  <a:pt x="2139305" y="9896"/>
                </a:lnTo>
                <a:lnTo>
                  <a:pt x="2175767" y="9896"/>
                </a:lnTo>
                <a:lnTo>
                  <a:pt x="2212229" y="9896"/>
                </a:lnTo>
                <a:lnTo>
                  <a:pt x="2248681" y="9896"/>
                </a:lnTo>
                <a:lnTo>
                  <a:pt x="2285143" y="9896"/>
                </a:lnTo>
                <a:lnTo>
                  <a:pt x="2321604" y="9896"/>
                </a:lnTo>
                <a:lnTo>
                  <a:pt x="2358057" y="9896"/>
                </a:lnTo>
                <a:lnTo>
                  <a:pt x="2394518" y="9896"/>
                </a:lnTo>
                <a:lnTo>
                  <a:pt x="2430980" y="9896"/>
                </a:lnTo>
                <a:lnTo>
                  <a:pt x="2467432" y="9896"/>
                </a:lnTo>
                <a:lnTo>
                  <a:pt x="2503894" y="9896"/>
                </a:lnTo>
                <a:lnTo>
                  <a:pt x="2540356" y="9896"/>
                </a:lnTo>
                <a:lnTo>
                  <a:pt x="2576808" y="9896"/>
                </a:lnTo>
                <a:lnTo>
                  <a:pt x="2613269" y="9896"/>
                </a:lnTo>
                <a:lnTo>
                  <a:pt x="2649731" y="9896"/>
                </a:lnTo>
                <a:lnTo>
                  <a:pt x="2686183" y="9896"/>
                </a:lnTo>
                <a:lnTo>
                  <a:pt x="2722645" y="9896"/>
                </a:lnTo>
                <a:lnTo>
                  <a:pt x="2759107" y="9896"/>
                </a:lnTo>
                <a:lnTo>
                  <a:pt x="2795559" y="9896"/>
                </a:lnTo>
                <a:lnTo>
                  <a:pt x="2832021" y="9896"/>
                </a:lnTo>
                <a:lnTo>
                  <a:pt x="2868473" y="9896"/>
                </a:lnTo>
                <a:lnTo>
                  <a:pt x="2904935" y="9896"/>
                </a:lnTo>
                <a:lnTo>
                  <a:pt x="2941396" y="9896"/>
                </a:lnTo>
                <a:lnTo>
                  <a:pt x="2977848" y="9896"/>
                </a:lnTo>
                <a:lnTo>
                  <a:pt x="3014310" y="9896"/>
                </a:lnTo>
                <a:lnTo>
                  <a:pt x="3050772" y="9896"/>
                </a:lnTo>
                <a:lnTo>
                  <a:pt x="3087224" y="9896"/>
                </a:lnTo>
                <a:lnTo>
                  <a:pt x="3123686" y="9896"/>
                </a:lnTo>
                <a:lnTo>
                  <a:pt x="3160147" y="9896"/>
                </a:lnTo>
                <a:lnTo>
                  <a:pt x="3196600" y="9896"/>
                </a:lnTo>
                <a:lnTo>
                  <a:pt x="3233061" y="9896"/>
                </a:lnTo>
                <a:lnTo>
                  <a:pt x="3269523" y="9896"/>
                </a:lnTo>
                <a:lnTo>
                  <a:pt x="3305975" y="9896"/>
                </a:lnTo>
                <a:lnTo>
                  <a:pt x="3342437" y="9896"/>
                </a:lnTo>
                <a:lnTo>
                  <a:pt x="3378899" y="9896"/>
                </a:lnTo>
                <a:lnTo>
                  <a:pt x="3415351" y="9896"/>
                </a:lnTo>
                <a:lnTo>
                  <a:pt x="3451812" y="9896"/>
                </a:lnTo>
                <a:lnTo>
                  <a:pt x="3488274" y="9896"/>
                </a:lnTo>
                <a:lnTo>
                  <a:pt x="3524726" y="9896"/>
                </a:lnTo>
                <a:lnTo>
                  <a:pt x="3561188" y="9896"/>
                </a:lnTo>
                <a:lnTo>
                  <a:pt x="3597650" y="9896"/>
                </a:lnTo>
                <a:lnTo>
                  <a:pt x="3634102" y="9896"/>
                </a:lnTo>
                <a:lnTo>
                  <a:pt x="3670564" y="9896"/>
                </a:lnTo>
                <a:lnTo>
                  <a:pt x="3707025" y="9896"/>
                </a:lnTo>
                <a:lnTo>
                  <a:pt x="3743477" y="9896"/>
                </a:lnTo>
                <a:lnTo>
                  <a:pt x="3779939" y="9896"/>
                </a:lnTo>
                <a:lnTo>
                  <a:pt x="3816401" y="9896"/>
                </a:lnTo>
                <a:lnTo>
                  <a:pt x="3852853" y="9896"/>
                </a:lnTo>
                <a:lnTo>
                  <a:pt x="3889315" y="9896"/>
                </a:lnTo>
                <a:lnTo>
                  <a:pt x="3925776" y="9896"/>
                </a:lnTo>
                <a:lnTo>
                  <a:pt x="3962229" y="9896"/>
                </a:lnTo>
                <a:lnTo>
                  <a:pt x="3998690" y="9896"/>
                </a:lnTo>
                <a:lnTo>
                  <a:pt x="4035152" y="9896"/>
                </a:lnTo>
                <a:lnTo>
                  <a:pt x="4064679" y="2972"/>
                </a:lnTo>
                <a:lnTo>
                  <a:pt x="4087539" y="0"/>
                </a:lnTo>
                <a:lnTo>
                  <a:pt x="4121487" y="13278"/>
                </a:lnTo>
                <a:lnTo>
                  <a:pt x="4155443" y="26565"/>
                </a:lnTo>
                <a:lnTo>
                  <a:pt x="4189390" y="39843"/>
                </a:lnTo>
                <a:lnTo>
                  <a:pt x="4223347" y="53130"/>
                </a:lnTo>
                <a:lnTo>
                  <a:pt x="4257294" y="66408"/>
                </a:lnTo>
                <a:lnTo>
                  <a:pt x="4271429" y="79696"/>
                </a:lnTo>
                <a:lnTo>
                  <a:pt x="4237482" y="92974"/>
                </a:lnTo>
                <a:lnTo>
                  <a:pt x="4203525" y="106261"/>
                </a:lnTo>
                <a:lnTo>
                  <a:pt x="4169578" y="119539"/>
                </a:lnTo>
                <a:lnTo>
                  <a:pt x="4135622" y="132817"/>
                </a:lnTo>
                <a:lnTo>
                  <a:pt x="4101675" y="146104"/>
                </a:lnTo>
                <a:lnTo>
                  <a:pt x="4067718" y="159382"/>
                </a:lnTo>
                <a:lnTo>
                  <a:pt x="4050325" y="141742"/>
                </a:lnTo>
                <a:lnTo>
                  <a:pt x="4013864" y="141742"/>
                </a:lnTo>
                <a:lnTo>
                  <a:pt x="3977411" y="141742"/>
                </a:lnTo>
                <a:lnTo>
                  <a:pt x="3940950" y="141742"/>
                </a:lnTo>
                <a:lnTo>
                  <a:pt x="3904488" y="141742"/>
                </a:lnTo>
                <a:lnTo>
                  <a:pt x="3868036" y="141742"/>
                </a:lnTo>
                <a:lnTo>
                  <a:pt x="3831574" y="141742"/>
                </a:lnTo>
                <a:lnTo>
                  <a:pt x="3795112" y="141742"/>
                </a:lnTo>
                <a:lnTo>
                  <a:pt x="3758660" y="141742"/>
                </a:lnTo>
                <a:lnTo>
                  <a:pt x="3722199" y="141742"/>
                </a:lnTo>
                <a:lnTo>
                  <a:pt x="3685737" y="141742"/>
                </a:lnTo>
                <a:lnTo>
                  <a:pt x="3649285" y="141742"/>
                </a:lnTo>
                <a:lnTo>
                  <a:pt x="3612823" y="141742"/>
                </a:lnTo>
                <a:lnTo>
                  <a:pt x="3576361" y="141742"/>
                </a:lnTo>
                <a:lnTo>
                  <a:pt x="3539909" y="141742"/>
                </a:lnTo>
                <a:lnTo>
                  <a:pt x="3503447" y="141742"/>
                </a:lnTo>
                <a:lnTo>
                  <a:pt x="3466986" y="141742"/>
                </a:lnTo>
                <a:lnTo>
                  <a:pt x="3430534" y="141742"/>
                </a:lnTo>
                <a:lnTo>
                  <a:pt x="3394072" y="141742"/>
                </a:lnTo>
                <a:lnTo>
                  <a:pt x="3357610" y="141742"/>
                </a:lnTo>
                <a:lnTo>
                  <a:pt x="3321158" y="141742"/>
                </a:lnTo>
                <a:lnTo>
                  <a:pt x="3284696" y="141742"/>
                </a:lnTo>
                <a:lnTo>
                  <a:pt x="3248235" y="141742"/>
                </a:lnTo>
                <a:lnTo>
                  <a:pt x="3211782" y="141742"/>
                </a:lnTo>
                <a:lnTo>
                  <a:pt x="3175321" y="141742"/>
                </a:lnTo>
                <a:lnTo>
                  <a:pt x="3138859" y="141742"/>
                </a:lnTo>
                <a:lnTo>
                  <a:pt x="3102407" y="141742"/>
                </a:lnTo>
                <a:lnTo>
                  <a:pt x="3065945" y="141742"/>
                </a:lnTo>
                <a:lnTo>
                  <a:pt x="3029483" y="141742"/>
                </a:lnTo>
                <a:lnTo>
                  <a:pt x="2993031" y="141742"/>
                </a:lnTo>
                <a:lnTo>
                  <a:pt x="2956570" y="141742"/>
                </a:lnTo>
                <a:lnTo>
                  <a:pt x="2920117" y="141742"/>
                </a:lnTo>
                <a:lnTo>
                  <a:pt x="2883656" y="141742"/>
                </a:lnTo>
                <a:lnTo>
                  <a:pt x="2847194" y="141742"/>
                </a:lnTo>
                <a:lnTo>
                  <a:pt x="2810732" y="141742"/>
                </a:lnTo>
                <a:lnTo>
                  <a:pt x="2774280" y="141742"/>
                </a:lnTo>
                <a:lnTo>
                  <a:pt x="2737818" y="141742"/>
                </a:lnTo>
                <a:lnTo>
                  <a:pt x="2701357" y="141742"/>
                </a:lnTo>
                <a:lnTo>
                  <a:pt x="2664904" y="141742"/>
                </a:lnTo>
                <a:lnTo>
                  <a:pt x="2628443" y="141742"/>
                </a:lnTo>
                <a:lnTo>
                  <a:pt x="2591991" y="141742"/>
                </a:lnTo>
                <a:lnTo>
                  <a:pt x="2555529" y="141742"/>
                </a:lnTo>
                <a:lnTo>
                  <a:pt x="2519067" y="141742"/>
                </a:lnTo>
                <a:lnTo>
                  <a:pt x="2482615" y="141742"/>
                </a:lnTo>
                <a:lnTo>
                  <a:pt x="2446153" y="141742"/>
                </a:lnTo>
                <a:lnTo>
                  <a:pt x="2409692" y="141742"/>
                </a:lnTo>
                <a:lnTo>
                  <a:pt x="2373239" y="141742"/>
                </a:lnTo>
                <a:lnTo>
                  <a:pt x="2336778" y="141742"/>
                </a:lnTo>
                <a:lnTo>
                  <a:pt x="2300316" y="141742"/>
                </a:lnTo>
                <a:lnTo>
                  <a:pt x="2263864" y="141742"/>
                </a:lnTo>
                <a:lnTo>
                  <a:pt x="2227402" y="141742"/>
                </a:lnTo>
                <a:lnTo>
                  <a:pt x="2190941" y="141742"/>
                </a:lnTo>
                <a:lnTo>
                  <a:pt x="2154488" y="141742"/>
                </a:lnTo>
                <a:lnTo>
                  <a:pt x="2118027" y="141742"/>
                </a:lnTo>
                <a:lnTo>
                  <a:pt x="2081565" y="141742"/>
                </a:lnTo>
                <a:lnTo>
                  <a:pt x="2045113" y="141742"/>
                </a:lnTo>
                <a:lnTo>
                  <a:pt x="2008651" y="141742"/>
                </a:lnTo>
                <a:lnTo>
                  <a:pt x="1972189" y="141742"/>
                </a:lnTo>
                <a:lnTo>
                  <a:pt x="1935737" y="141742"/>
                </a:lnTo>
                <a:lnTo>
                  <a:pt x="1899275" y="141742"/>
                </a:lnTo>
                <a:lnTo>
                  <a:pt x="1862814" y="141742"/>
                </a:lnTo>
                <a:lnTo>
                  <a:pt x="1826362" y="141742"/>
                </a:lnTo>
                <a:lnTo>
                  <a:pt x="1789900" y="141742"/>
                </a:lnTo>
                <a:lnTo>
                  <a:pt x="1753438" y="141742"/>
                </a:lnTo>
                <a:lnTo>
                  <a:pt x="1716986" y="141742"/>
                </a:lnTo>
                <a:lnTo>
                  <a:pt x="1680524" y="141742"/>
                </a:lnTo>
                <a:lnTo>
                  <a:pt x="1644063" y="141742"/>
                </a:lnTo>
                <a:lnTo>
                  <a:pt x="1607610" y="141742"/>
                </a:lnTo>
                <a:lnTo>
                  <a:pt x="1571149" y="141742"/>
                </a:lnTo>
                <a:lnTo>
                  <a:pt x="1534687" y="141742"/>
                </a:lnTo>
                <a:lnTo>
                  <a:pt x="1498235" y="141742"/>
                </a:lnTo>
                <a:lnTo>
                  <a:pt x="1461773" y="141742"/>
                </a:lnTo>
                <a:lnTo>
                  <a:pt x="1425311" y="141742"/>
                </a:lnTo>
                <a:lnTo>
                  <a:pt x="1388859" y="141742"/>
                </a:lnTo>
                <a:lnTo>
                  <a:pt x="1352398" y="141742"/>
                </a:lnTo>
                <a:lnTo>
                  <a:pt x="1315936" y="141742"/>
                </a:lnTo>
                <a:lnTo>
                  <a:pt x="1279484" y="141742"/>
                </a:lnTo>
                <a:lnTo>
                  <a:pt x="1243022" y="141742"/>
                </a:lnTo>
                <a:lnTo>
                  <a:pt x="1206560" y="141742"/>
                </a:lnTo>
                <a:lnTo>
                  <a:pt x="1170108" y="141742"/>
                </a:lnTo>
                <a:lnTo>
                  <a:pt x="1133646" y="141742"/>
                </a:lnTo>
                <a:lnTo>
                  <a:pt x="1097185" y="141742"/>
                </a:lnTo>
                <a:lnTo>
                  <a:pt x="1060733" y="141742"/>
                </a:lnTo>
                <a:lnTo>
                  <a:pt x="1024271" y="141742"/>
                </a:lnTo>
                <a:lnTo>
                  <a:pt x="987809" y="141742"/>
                </a:lnTo>
                <a:lnTo>
                  <a:pt x="951357" y="141742"/>
                </a:lnTo>
                <a:lnTo>
                  <a:pt x="914895" y="141742"/>
                </a:lnTo>
                <a:lnTo>
                  <a:pt x="878443" y="141742"/>
                </a:lnTo>
                <a:lnTo>
                  <a:pt x="841981" y="141742"/>
                </a:lnTo>
                <a:lnTo>
                  <a:pt x="805520" y="141742"/>
                </a:lnTo>
                <a:lnTo>
                  <a:pt x="769058" y="141742"/>
                </a:lnTo>
                <a:lnTo>
                  <a:pt x="732606" y="141742"/>
                </a:lnTo>
                <a:lnTo>
                  <a:pt x="696144" y="141742"/>
                </a:lnTo>
                <a:lnTo>
                  <a:pt x="659692" y="141742"/>
                </a:lnTo>
                <a:lnTo>
                  <a:pt x="623230" y="141742"/>
                </a:lnTo>
                <a:lnTo>
                  <a:pt x="586769" y="141742"/>
                </a:lnTo>
                <a:lnTo>
                  <a:pt x="550316" y="141742"/>
                </a:lnTo>
                <a:lnTo>
                  <a:pt x="513855" y="141742"/>
                </a:lnTo>
                <a:lnTo>
                  <a:pt x="477393" y="141742"/>
                </a:lnTo>
                <a:lnTo>
                  <a:pt x="440941" y="141742"/>
                </a:lnTo>
                <a:lnTo>
                  <a:pt x="404479" y="141742"/>
                </a:lnTo>
                <a:lnTo>
                  <a:pt x="368017" y="141742"/>
                </a:lnTo>
                <a:lnTo>
                  <a:pt x="331565" y="141742"/>
                </a:lnTo>
                <a:lnTo>
                  <a:pt x="295104" y="141742"/>
                </a:lnTo>
                <a:lnTo>
                  <a:pt x="258642" y="141742"/>
                </a:lnTo>
                <a:lnTo>
                  <a:pt x="222190" y="141742"/>
                </a:lnTo>
                <a:lnTo>
                  <a:pt x="185728" y="141742"/>
                </a:lnTo>
                <a:lnTo>
                  <a:pt x="149266" y="141742"/>
                </a:lnTo>
                <a:lnTo>
                  <a:pt x="112814" y="141742"/>
                </a:lnTo>
                <a:lnTo>
                  <a:pt x="76352" y="141742"/>
                </a:lnTo>
                <a:lnTo>
                  <a:pt x="39891" y="141742"/>
                </a:lnTo>
                <a:lnTo>
                  <a:pt x="4629" y="136950"/>
                </a:lnTo>
                <a:lnTo>
                  <a:pt x="0" y="101622"/>
                </a:lnTo>
                <a:lnTo>
                  <a:pt x="0" y="65180"/>
                </a:lnTo>
                <a:lnTo>
                  <a:pt x="0" y="28727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AC1D6D55-6F19-4B9D-8742-B2A7A255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451" y="2770137"/>
            <a:ext cx="3979964" cy="937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5BACF186-F6D3-4FC4-94D8-4F8B6073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5962" y="2247309"/>
            <a:ext cx="1135266" cy="18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50000"/>
              </a:lnSpc>
              <a:buNone/>
              <a:def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受理</a:t>
            </a:r>
          </a:p>
        </p:txBody>
      </p:sp>
      <p:sp>
        <p:nvSpPr>
          <p:cNvPr id="11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E5E6C8C3-C9F4-4FA9-8318-753D1D51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6426" y="2567588"/>
            <a:ext cx="414338" cy="414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2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40AE1205-407A-42E9-865D-DF5D965A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2976" y="2624138"/>
            <a:ext cx="301381" cy="301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4EC85498-B17E-47D6-854B-51A6C066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2976" y="2624138"/>
            <a:ext cx="301381" cy="30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4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B45AC461-66E6-4DAE-988C-84440B9D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6603" y="2953788"/>
            <a:ext cx="13992" cy="1506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39690E13-92A3-4701-91FC-3E148857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9631" y="3137592"/>
            <a:ext cx="1087936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6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9F2504FA-CF87-4815-BE73-71C66AAC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6589" y="3095177"/>
            <a:ext cx="1154011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7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10F82989-0CE5-46CF-B565-9F2C1C6D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0638" y="3095177"/>
            <a:ext cx="226066" cy="235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C89FA8B7-1885-4112-A027-8C4050A4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0791" y="3241177"/>
            <a:ext cx="965597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记录受理时间</a:t>
            </a:r>
          </a:p>
        </p:txBody>
      </p:sp>
      <p:sp>
        <p:nvSpPr>
          <p:cNvPr id="19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D0217F0A-8677-48DA-9361-474D1A48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4032" y="2247309"/>
            <a:ext cx="1135409" cy="18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50000"/>
              </a:lnSpc>
              <a:buNone/>
              <a:def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分派</a:t>
            </a:r>
          </a:p>
        </p:txBody>
      </p:sp>
      <p:sp>
        <p:nvSpPr>
          <p:cNvPr id="20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729198D5-FF74-4580-B348-29A6701C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4496" y="2567588"/>
            <a:ext cx="414338" cy="414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1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AB58115D-E41E-4D19-BC60-F9E691C9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1056" y="2624138"/>
            <a:ext cx="301381" cy="301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E6B51568-C976-455D-8246-874CC5BB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1056" y="2624138"/>
            <a:ext cx="301381" cy="30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3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96A76276-3CF1-438B-8B90-6743F8B8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4673" y="2953788"/>
            <a:ext cx="13992" cy="1506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C92BCCAD-CCED-4588-B9E4-360D0FDD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7702" y="3137592"/>
            <a:ext cx="1088079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5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AB600427-E6DB-42D7-8432-DE9059A2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4659" y="3095177"/>
            <a:ext cx="1154163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6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203716CE-F393-4C04-87CF-E052B873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8708" y="3095177"/>
            <a:ext cx="226066" cy="235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9A17EEF0-B68B-4F73-9F2D-99EAD1F1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8871" y="3241177"/>
            <a:ext cx="965749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记录接收人</a:t>
            </a:r>
          </a:p>
        </p:txBody>
      </p:sp>
      <p:sp>
        <p:nvSpPr>
          <p:cNvPr id="28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6B0817C8-302A-4C58-A781-E15166A1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2255" y="2247309"/>
            <a:ext cx="1135266" cy="18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50000"/>
              </a:lnSpc>
              <a:buNone/>
              <a:def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处理</a:t>
            </a:r>
          </a:p>
        </p:txBody>
      </p:sp>
      <p:sp>
        <p:nvSpPr>
          <p:cNvPr id="29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5A527EF5-3474-45E3-B54B-8E5F527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2719" y="2567588"/>
            <a:ext cx="414338" cy="414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0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914472A4-5382-4518-8C56-80223FAA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9278" y="2624138"/>
            <a:ext cx="301381" cy="301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236CE9AC-F241-4C2D-94F8-284381D4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9278" y="2624138"/>
            <a:ext cx="301381" cy="30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2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B2963FE1-9845-43FE-BDD0-D2A06100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2896" y="2953788"/>
            <a:ext cx="13992" cy="1506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950159F5-F934-4D3A-B3D2-C0F719DD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5924" y="3137592"/>
            <a:ext cx="1087936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4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A9A19E78-2597-41A3-A959-C3156D64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2882" y="3095177"/>
            <a:ext cx="1154011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5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A3C75096-E2AB-47D0-B817-6B7AF1A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6931" y="3095177"/>
            <a:ext cx="226066" cy="235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A2BEED95-7396-46C7-8856-BF82BBA7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094" y="3241177"/>
            <a:ext cx="965597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补件暂停计时</a:t>
            </a:r>
          </a:p>
        </p:txBody>
      </p:sp>
      <p:sp>
        <p:nvSpPr>
          <p:cNvPr id="37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19820CCF-6852-438C-9B44-05C12209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334" y="2247309"/>
            <a:ext cx="1135409" cy="18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50000"/>
              </a:lnSpc>
              <a:buNone/>
              <a:def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反馈</a:t>
            </a:r>
          </a:p>
        </p:txBody>
      </p:sp>
      <p:sp>
        <p:nvSpPr>
          <p:cNvPr id="38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658992F9-145A-43BB-9764-EB9EFE7D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0789" y="2567588"/>
            <a:ext cx="414338" cy="414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9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E9A52DC9-C461-4D6D-931D-CC0256A0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348" y="2624138"/>
            <a:ext cx="301381" cy="301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874A9760-370C-46E1-923F-BB1B476F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348" y="2624138"/>
            <a:ext cx="301381" cy="30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1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26884A7D-FA28-478B-9AA5-12E2541E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966" y="2953788"/>
            <a:ext cx="13992" cy="1506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3EC67EB0-7E31-4522-B8AC-12AAE08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3995" y="3137592"/>
            <a:ext cx="1088079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43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1614A9A1-3015-428D-8A23-F52AACEE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0952" y="3095177"/>
            <a:ext cx="1154163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44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5521E531-473A-4D85-A6EE-6BCDB823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001" y="3095177"/>
            <a:ext cx="226066" cy="235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5E3B640D-14C3-4EAB-B541-0B649706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5164" y="3241177"/>
            <a:ext cx="965749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交接状态可追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63768E-BD3B-469E-A99C-36E12D6C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662488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7" name="copy-3-40">
            <a:extLst xmlns:a="http://schemas.openxmlformats.org/drawingml/2006/main">
              <a:ext uri="{FF2B5EF4-FFF2-40B4-BE49-F238E27FC236}">
                <a16:creationId xmlns:a16="http://schemas.microsoft.com/office/drawing/2014/main" id="{E6450B2A-F600-42BD-8641-600E7D46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19588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贯穿规则</a:t>
            </a:r>
          </a:p>
        </p:txBody>
      </p:sp>
      <p:sp>
        <p:nvSpPr>
          <p:cNvPr id="48" name="copy-3-41">
            <a:extLst xmlns:a="http://schemas.openxmlformats.org/drawingml/2006/main">
              <a:ext uri="{FF2B5EF4-FFF2-40B4-BE49-F238E27FC236}">
                <a16:creationId xmlns:a16="http://schemas.microsoft.com/office/drawing/2014/main" id="{FE7A961D-AC02-4EB2-8103-6A4DB99C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32546"/>
            <a:ext cx="10839450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每次交接记录时间、当前状态和接收人；用户补充材料时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暂停计时，补齐后恢复。暂停状态与正常流转分开记录。</a:t>
            </a:r>
          </a:p>
        </p:txBody>
      </p:sp>
    </p:spTree>
    <p:extLst>
      <p:ext uri="{BB962C8B-B14F-4D97-AF65-F5344CB8AC3E}">
        <p14:creationId xmlns:p14="http://schemas.microsoft.com/office/powerpoint/2010/main" val="35581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copy-4-42">
            <a:extLst xmlns:a="http://schemas.openxmlformats.org/drawingml/2006/main">
              <a:ext uri="{FF2B5EF4-FFF2-40B4-BE49-F238E27FC236}">
                <a16:creationId xmlns:a16="http://schemas.microsoft.com/office/drawing/2014/main" id="{B962760E-B5A4-47B8-9EEC-D94CE501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04  能力逐级提升</a:t>
            </a:r>
          </a:p>
        </p:txBody>
      </p:sp>
      <p:sp>
        <p:nvSpPr>
          <p:cNvPr id="2" name="copy-4-43">
            <a:extLst xmlns:a="http://schemas.openxmlformats.org/drawingml/2006/main">
              <a:ext uri="{FF2B5EF4-FFF2-40B4-BE49-F238E27FC236}">
                <a16:creationId xmlns:a16="http://schemas.microsoft.com/office/drawing/2014/main" id="{FDB5CB8C-8313-4D30-BBC8-A5E691F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先把过程记录清楚，再建设预测能力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C2B7B-0785-4049-A35E-4735EFFF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4-44">
            <a:extLst xmlns:a="http://schemas.openxmlformats.org/drawingml/2006/main">
              <a:ext uri="{FF2B5EF4-FFF2-40B4-BE49-F238E27FC236}">
                <a16:creationId xmlns:a16="http://schemas.microsoft.com/office/drawing/2014/main" id="{B1D3B0E3-55B5-40E1-8DC3-1BD02860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4-45">
            <a:extLst xmlns:a="http://schemas.openxmlformats.org/drawingml/2006/main">
              <a:ext uri="{FF2B5EF4-FFF2-40B4-BE49-F238E27FC236}">
                <a16:creationId xmlns:a16="http://schemas.microsoft.com/office/drawing/2014/main" id="{4026044D-0008-4CD6-B445-057FF8B8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44536-4623-4811-BC9E-6EAC33D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4-46">
            <a:extLst xmlns:a="http://schemas.openxmlformats.org/drawingml/2006/main">
              <a:ext uri="{FF2B5EF4-FFF2-40B4-BE49-F238E27FC236}">
                <a16:creationId xmlns:a16="http://schemas.microsoft.com/office/drawing/2014/main" id="{C9788B8B-23D9-47F7-8175-D82FB30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建设前提</a:t>
            </a:r>
          </a:p>
        </p:txBody>
      </p:sp>
      <p:sp>
        <p:nvSpPr>
          <p:cNvPr id="8" name="copy-4-47">
            <a:extLst xmlns:a="http://schemas.openxmlformats.org/drawingml/2006/main">
              <a:ext uri="{FF2B5EF4-FFF2-40B4-BE49-F238E27FC236}">
                <a16:creationId xmlns:a16="http://schemas.microsoft.com/office/drawing/2014/main" id="{DD1021A3-6AD0-4EE9-80BA-E5A05E70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65070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基础数据口径尚未统一时，先补齐记录和责任归属。过程能稳定追踪后，才有条件开展更复杂的分析。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16FD0-8761-430A-B6AF-5CA17E6A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957638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copy-4-48">
            <a:extLst xmlns:a="http://schemas.openxmlformats.org/drawingml/2006/main">
              <a:ext uri="{FF2B5EF4-FFF2-40B4-BE49-F238E27FC236}">
                <a16:creationId xmlns:a16="http://schemas.microsoft.com/office/drawing/2014/main" id="{7CEF7066-A992-40DF-B934-9CB8E291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14738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递进路线</a:t>
            </a:r>
          </a:p>
        </p:txBody>
      </p:sp>
      <p:sp>
        <p:nvSpPr>
          <p:cNvPr id="11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51C4CAD7-6935-4C4E-B257-A7341C91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0596" y="4715989"/>
            <a:ext cx="775754" cy="866804"/>
          </a:xfrm>
          <a:custGeom xmlns:a="http://schemas.openxmlformats.org/drawingml/2006/main">
            <a:pathLst>
              <a:path w="775754" h="866804">
                <a:moveTo>
                  <a:pt x="46139" y="121758"/>
                </a:moveTo>
                <a:lnTo>
                  <a:pt x="64846" y="118634"/>
                </a:lnTo>
                <a:lnTo>
                  <a:pt x="83553" y="115519"/>
                </a:lnTo>
                <a:lnTo>
                  <a:pt x="102270" y="112395"/>
                </a:lnTo>
                <a:lnTo>
                  <a:pt x="120977" y="109271"/>
                </a:lnTo>
                <a:lnTo>
                  <a:pt x="139684" y="106147"/>
                </a:lnTo>
                <a:lnTo>
                  <a:pt x="158391" y="103032"/>
                </a:lnTo>
                <a:lnTo>
                  <a:pt x="177098" y="99908"/>
                </a:lnTo>
                <a:lnTo>
                  <a:pt x="195805" y="96784"/>
                </a:lnTo>
                <a:lnTo>
                  <a:pt x="214513" y="93659"/>
                </a:lnTo>
                <a:lnTo>
                  <a:pt x="233220" y="90545"/>
                </a:lnTo>
                <a:lnTo>
                  <a:pt x="251927" y="87420"/>
                </a:lnTo>
                <a:lnTo>
                  <a:pt x="270634" y="84296"/>
                </a:lnTo>
                <a:lnTo>
                  <a:pt x="289341" y="81172"/>
                </a:lnTo>
                <a:lnTo>
                  <a:pt x="308058" y="78048"/>
                </a:lnTo>
                <a:lnTo>
                  <a:pt x="326765" y="74933"/>
                </a:lnTo>
                <a:lnTo>
                  <a:pt x="345472" y="71809"/>
                </a:lnTo>
                <a:lnTo>
                  <a:pt x="364179" y="68685"/>
                </a:lnTo>
                <a:lnTo>
                  <a:pt x="382886" y="65561"/>
                </a:lnTo>
                <a:lnTo>
                  <a:pt x="401593" y="62446"/>
                </a:lnTo>
                <a:lnTo>
                  <a:pt x="420300" y="59322"/>
                </a:lnTo>
                <a:lnTo>
                  <a:pt x="439007" y="56198"/>
                </a:lnTo>
                <a:lnTo>
                  <a:pt x="457714" y="53073"/>
                </a:lnTo>
                <a:lnTo>
                  <a:pt x="476421" y="49949"/>
                </a:lnTo>
                <a:lnTo>
                  <a:pt x="495138" y="46834"/>
                </a:lnTo>
                <a:lnTo>
                  <a:pt x="513845" y="43710"/>
                </a:lnTo>
                <a:lnTo>
                  <a:pt x="532552" y="40586"/>
                </a:lnTo>
                <a:lnTo>
                  <a:pt x="551259" y="37462"/>
                </a:lnTo>
                <a:lnTo>
                  <a:pt x="569966" y="34347"/>
                </a:lnTo>
                <a:lnTo>
                  <a:pt x="588674" y="31223"/>
                </a:lnTo>
                <a:lnTo>
                  <a:pt x="607381" y="28099"/>
                </a:lnTo>
                <a:lnTo>
                  <a:pt x="626088" y="24975"/>
                </a:lnTo>
                <a:lnTo>
                  <a:pt x="644795" y="21850"/>
                </a:lnTo>
                <a:lnTo>
                  <a:pt x="663502" y="18736"/>
                </a:lnTo>
                <a:lnTo>
                  <a:pt x="682209" y="15611"/>
                </a:lnTo>
                <a:lnTo>
                  <a:pt x="700926" y="12487"/>
                </a:lnTo>
                <a:lnTo>
                  <a:pt x="719633" y="9363"/>
                </a:lnTo>
                <a:lnTo>
                  <a:pt x="738340" y="6248"/>
                </a:lnTo>
                <a:lnTo>
                  <a:pt x="757047" y="3124"/>
                </a:lnTo>
                <a:lnTo>
                  <a:pt x="775754" y="0"/>
                </a:lnTo>
                <a:lnTo>
                  <a:pt x="775583" y="17802"/>
                </a:lnTo>
                <a:lnTo>
                  <a:pt x="774402" y="36738"/>
                </a:lnTo>
                <a:lnTo>
                  <a:pt x="773220" y="55664"/>
                </a:lnTo>
                <a:lnTo>
                  <a:pt x="772039" y="74590"/>
                </a:lnTo>
                <a:lnTo>
                  <a:pt x="770858" y="93526"/>
                </a:lnTo>
                <a:lnTo>
                  <a:pt x="769668" y="112452"/>
                </a:lnTo>
                <a:lnTo>
                  <a:pt x="768487" y="131378"/>
                </a:lnTo>
                <a:lnTo>
                  <a:pt x="767305" y="150314"/>
                </a:lnTo>
                <a:lnTo>
                  <a:pt x="766124" y="169240"/>
                </a:lnTo>
                <a:lnTo>
                  <a:pt x="764934" y="188176"/>
                </a:lnTo>
                <a:lnTo>
                  <a:pt x="763753" y="207102"/>
                </a:lnTo>
                <a:lnTo>
                  <a:pt x="762572" y="226028"/>
                </a:lnTo>
                <a:lnTo>
                  <a:pt x="761390" y="244964"/>
                </a:lnTo>
                <a:lnTo>
                  <a:pt x="760209" y="263890"/>
                </a:lnTo>
                <a:lnTo>
                  <a:pt x="759019" y="282816"/>
                </a:lnTo>
                <a:lnTo>
                  <a:pt x="757838" y="301752"/>
                </a:lnTo>
                <a:lnTo>
                  <a:pt x="756656" y="320678"/>
                </a:lnTo>
                <a:lnTo>
                  <a:pt x="755475" y="339614"/>
                </a:lnTo>
                <a:lnTo>
                  <a:pt x="754294" y="358540"/>
                </a:lnTo>
                <a:lnTo>
                  <a:pt x="753104" y="377466"/>
                </a:lnTo>
                <a:lnTo>
                  <a:pt x="751923" y="396402"/>
                </a:lnTo>
                <a:lnTo>
                  <a:pt x="750741" y="415328"/>
                </a:lnTo>
                <a:lnTo>
                  <a:pt x="749560" y="434254"/>
                </a:lnTo>
                <a:lnTo>
                  <a:pt x="748379" y="453190"/>
                </a:lnTo>
                <a:lnTo>
                  <a:pt x="747189" y="472116"/>
                </a:lnTo>
                <a:lnTo>
                  <a:pt x="746008" y="491052"/>
                </a:lnTo>
                <a:lnTo>
                  <a:pt x="744826" y="509978"/>
                </a:lnTo>
                <a:lnTo>
                  <a:pt x="743645" y="528904"/>
                </a:lnTo>
                <a:lnTo>
                  <a:pt x="742455" y="547840"/>
                </a:lnTo>
                <a:lnTo>
                  <a:pt x="741274" y="566766"/>
                </a:lnTo>
                <a:lnTo>
                  <a:pt x="740093" y="585702"/>
                </a:lnTo>
                <a:lnTo>
                  <a:pt x="738911" y="604628"/>
                </a:lnTo>
                <a:lnTo>
                  <a:pt x="737730" y="623554"/>
                </a:lnTo>
                <a:lnTo>
                  <a:pt x="736540" y="642490"/>
                </a:lnTo>
                <a:lnTo>
                  <a:pt x="735359" y="661416"/>
                </a:lnTo>
                <a:lnTo>
                  <a:pt x="734177" y="680342"/>
                </a:lnTo>
                <a:lnTo>
                  <a:pt x="732996" y="699278"/>
                </a:lnTo>
                <a:lnTo>
                  <a:pt x="731815" y="718204"/>
                </a:lnTo>
                <a:lnTo>
                  <a:pt x="730625" y="737140"/>
                </a:lnTo>
                <a:lnTo>
                  <a:pt x="720681" y="748160"/>
                </a:lnTo>
                <a:lnTo>
                  <a:pt x="701973" y="751284"/>
                </a:lnTo>
                <a:lnTo>
                  <a:pt x="683266" y="754409"/>
                </a:lnTo>
                <a:lnTo>
                  <a:pt x="664559" y="757523"/>
                </a:lnTo>
                <a:lnTo>
                  <a:pt x="645852" y="760647"/>
                </a:lnTo>
                <a:lnTo>
                  <a:pt x="627145" y="763772"/>
                </a:lnTo>
                <a:lnTo>
                  <a:pt x="608438" y="766896"/>
                </a:lnTo>
                <a:lnTo>
                  <a:pt x="589731" y="770020"/>
                </a:lnTo>
                <a:lnTo>
                  <a:pt x="571014" y="773135"/>
                </a:lnTo>
                <a:lnTo>
                  <a:pt x="552307" y="776259"/>
                </a:lnTo>
                <a:lnTo>
                  <a:pt x="533600" y="779383"/>
                </a:lnTo>
                <a:lnTo>
                  <a:pt x="514893" y="782507"/>
                </a:lnTo>
                <a:lnTo>
                  <a:pt x="496186" y="785622"/>
                </a:lnTo>
                <a:lnTo>
                  <a:pt x="477479" y="788746"/>
                </a:lnTo>
                <a:lnTo>
                  <a:pt x="458772" y="791870"/>
                </a:lnTo>
                <a:lnTo>
                  <a:pt x="440065" y="794995"/>
                </a:lnTo>
                <a:lnTo>
                  <a:pt x="421357" y="798119"/>
                </a:lnTo>
                <a:lnTo>
                  <a:pt x="402650" y="801233"/>
                </a:lnTo>
                <a:lnTo>
                  <a:pt x="383943" y="804358"/>
                </a:lnTo>
                <a:lnTo>
                  <a:pt x="365227" y="807482"/>
                </a:lnTo>
                <a:lnTo>
                  <a:pt x="346520" y="810606"/>
                </a:lnTo>
                <a:lnTo>
                  <a:pt x="327812" y="813721"/>
                </a:lnTo>
                <a:lnTo>
                  <a:pt x="309105" y="816845"/>
                </a:lnTo>
                <a:lnTo>
                  <a:pt x="290398" y="819969"/>
                </a:lnTo>
                <a:lnTo>
                  <a:pt x="271691" y="823093"/>
                </a:lnTo>
                <a:lnTo>
                  <a:pt x="252984" y="826218"/>
                </a:lnTo>
                <a:lnTo>
                  <a:pt x="234277" y="829332"/>
                </a:lnTo>
                <a:lnTo>
                  <a:pt x="215570" y="832456"/>
                </a:lnTo>
                <a:lnTo>
                  <a:pt x="196863" y="835581"/>
                </a:lnTo>
                <a:lnTo>
                  <a:pt x="178146" y="838705"/>
                </a:lnTo>
                <a:lnTo>
                  <a:pt x="159439" y="841820"/>
                </a:lnTo>
                <a:lnTo>
                  <a:pt x="140732" y="844944"/>
                </a:lnTo>
                <a:lnTo>
                  <a:pt x="122025" y="848068"/>
                </a:lnTo>
                <a:lnTo>
                  <a:pt x="103318" y="851192"/>
                </a:lnTo>
                <a:lnTo>
                  <a:pt x="84611" y="854316"/>
                </a:lnTo>
                <a:lnTo>
                  <a:pt x="65903" y="857431"/>
                </a:lnTo>
                <a:lnTo>
                  <a:pt x="47196" y="860555"/>
                </a:lnTo>
                <a:lnTo>
                  <a:pt x="28489" y="863679"/>
                </a:lnTo>
                <a:lnTo>
                  <a:pt x="9782" y="866804"/>
                </a:lnTo>
                <a:lnTo>
                  <a:pt x="0" y="860022"/>
                </a:lnTo>
                <a:lnTo>
                  <a:pt x="1181" y="841096"/>
                </a:lnTo>
                <a:lnTo>
                  <a:pt x="2362" y="822160"/>
                </a:lnTo>
                <a:lnTo>
                  <a:pt x="3553" y="803234"/>
                </a:lnTo>
                <a:lnTo>
                  <a:pt x="4734" y="784308"/>
                </a:lnTo>
                <a:lnTo>
                  <a:pt x="5915" y="765372"/>
                </a:lnTo>
                <a:lnTo>
                  <a:pt x="7096" y="746446"/>
                </a:lnTo>
                <a:lnTo>
                  <a:pt x="8277" y="727510"/>
                </a:lnTo>
                <a:lnTo>
                  <a:pt x="9468" y="708584"/>
                </a:lnTo>
                <a:lnTo>
                  <a:pt x="10649" y="689658"/>
                </a:lnTo>
                <a:lnTo>
                  <a:pt x="11830" y="670722"/>
                </a:lnTo>
                <a:lnTo>
                  <a:pt x="13011" y="651796"/>
                </a:lnTo>
                <a:lnTo>
                  <a:pt x="14202" y="632870"/>
                </a:lnTo>
                <a:lnTo>
                  <a:pt x="15383" y="613934"/>
                </a:lnTo>
                <a:lnTo>
                  <a:pt x="16564" y="595008"/>
                </a:lnTo>
                <a:lnTo>
                  <a:pt x="17745" y="576072"/>
                </a:lnTo>
                <a:lnTo>
                  <a:pt x="18926" y="557146"/>
                </a:lnTo>
                <a:lnTo>
                  <a:pt x="20117" y="538220"/>
                </a:lnTo>
                <a:lnTo>
                  <a:pt x="21298" y="519284"/>
                </a:lnTo>
                <a:lnTo>
                  <a:pt x="22479" y="500358"/>
                </a:lnTo>
                <a:lnTo>
                  <a:pt x="23660" y="481422"/>
                </a:lnTo>
                <a:lnTo>
                  <a:pt x="24841" y="462496"/>
                </a:lnTo>
                <a:lnTo>
                  <a:pt x="26032" y="443570"/>
                </a:lnTo>
                <a:lnTo>
                  <a:pt x="27213" y="424634"/>
                </a:lnTo>
                <a:lnTo>
                  <a:pt x="28394" y="405708"/>
                </a:lnTo>
                <a:lnTo>
                  <a:pt x="29575" y="386782"/>
                </a:lnTo>
                <a:lnTo>
                  <a:pt x="30756" y="367846"/>
                </a:lnTo>
                <a:lnTo>
                  <a:pt x="31947" y="348920"/>
                </a:lnTo>
                <a:lnTo>
                  <a:pt x="33128" y="329984"/>
                </a:lnTo>
                <a:lnTo>
                  <a:pt x="34309" y="311058"/>
                </a:lnTo>
                <a:lnTo>
                  <a:pt x="35490" y="292132"/>
                </a:lnTo>
                <a:lnTo>
                  <a:pt x="36681" y="273196"/>
                </a:lnTo>
                <a:lnTo>
                  <a:pt x="37862" y="254270"/>
                </a:lnTo>
                <a:lnTo>
                  <a:pt x="39043" y="235344"/>
                </a:lnTo>
                <a:lnTo>
                  <a:pt x="40224" y="216408"/>
                </a:lnTo>
                <a:lnTo>
                  <a:pt x="41405" y="197482"/>
                </a:lnTo>
                <a:lnTo>
                  <a:pt x="42596" y="178546"/>
                </a:lnTo>
                <a:lnTo>
                  <a:pt x="43777" y="159620"/>
                </a:lnTo>
                <a:lnTo>
                  <a:pt x="44958" y="140694"/>
                </a:lnTo>
                <a:lnTo>
                  <a:pt x="46139" y="121758"/>
                </a:lnTo>
              </a:path>
            </a:pathLst>
          </a:custGeom>
          <a:solidFill xmlns:a="http://schemas.openxmlformats.org/drawingml/2006/main">
            <a:srgbClr val="E5E4D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8C740DFF-8EB1-4E8D-AFAF-6AAEB043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642" y="4489256"/>
            <a:ext cx="775964" cy="866813"/>
          </a:xfrm>
          <a:custGeom xmlns:a="http://schemas.openxmlformats.org/drawingml/2006/main">
            <a:pathLst>
              <a:path w="775964" h="866813">
                <a:moveTo>
                  <a:pt x="46158" y="121796"/>
                </a:moveTo>
                <a:lnTo>
                  <a:pt x="64865" y="118672"/>
                </a:lnTo>
                <a:lnTo>
                  <a:pt x="83582" y="115548"/>
                </a:lnTo>
                <a:lnTo>
                  <a:pt x="102289" y="112424"/>
                </a:lnTo>
                <a:lnTo>
                  <a:pt x="121006" y="109299"/>
                </a:lnTo>
                <a:lnTo>
                  <a:pt x="139722" y="106175"/>
                </a:lnTo>
                <a:lnTo>
                  <a:pt x="158429" y="103051"/>
                </a:lnTo>
                <a:lnTo>
                  <a:pt x="177146" y="99936"/>
                </a:lnTo>
                <a:lnTo>
                  <a:pt x="195853" y="96812"/>
                </a:lnTo>
                <a:lnTo>
                  <a:pt x="214570" y="93688"/>
                </a:lnTo>
                <a:lnTo>
                  <a:pt x="233286" y="90564"/>
                </a:lnTo>
                <a:lnTo>
                  <a:pt x="251993" y="87440"/>
                </a:lnTo>
                <a:lnTo>
                  <a:pt x="270710" y="84315"/>
                </a:lnTo>
                <a:lnTo>
                  <a:pt x="289427" y="81191"/>
                </a:lnTo>
                <a:lnTo>
                  <a:pt x="308134" y="78076"/>
                </a:lnTo>
                <a:lnTo>
                  <a:pt x="326850" y="74952"/>
                </a:lnTo>
                <a:lnTo>
                  <a:pt x="345557" y="71828"/>
                </a:lnTo>
                <a:lnTo>
                  <a:pt x="364274" y="68704"/>
                </a:lnTo>
                <a:lnTo>
                  <a:pt x="382991" y="65580"/>
                </a:lnTo>
                <a:lnTo>
                  <a:pt x="401698" y="62455"/>
                </a:lnTo>
                <a:lnTo>
                  <a:pt x="420414" y="59331"/>
                </a:lnTo>
                <a:lnTo>
                  <a:pt x="439131" y="56217"/>
                </a:lnTo>
                <a:lnTo>
                  <a:pt x="457838" y="53092"/>
                </a:lnTo>
                <a:lnTo>
                  <a:pt x="476555" y="49968"/>
                </a:lnTo>
                <a:lnTo>
                  <a:pt x="495262" y="46844"/>
                </a:lnTo>
                <a:lnTo>
                  <a:pt x="513979" y="43720"/>
                </a:lnTo>
                <a:lnTo>
                  <a:pt x="532695" y="40596"/>
                </a:lnTo>
                <a:lnTo>
                  <a:pt x="551402" y="37471"/>
                </a:lnTo>
                <a:lnTo>
                  <a:pt x="570119" y="34347"/>
                </a:lnTo>
                <a:lnTo>
                  <a:pt x="588826" y="31232"/>
                </a:lnTo>
                <a:lnTo>
                  <a:pt x="607543" y="28108"/>
                </a:lnTo>
                <a:lnTo>
                  <a:pt x="626259" y="24984"/>
                </a:lnTo>
                <a:lnTo>
                  <a:pt x="644966" y="21860"/>
                </a:lnTo>
                <a:lnTo>
                  <a:pt x="663683" y="18736"/>
                </a:lnTo>
                <a:lnTo>
                  <a:pt x="682400" y="15611"/>
                </a:lnTo>
                <a:lnTo>
                  <a:pt x="701107" y="12487"/>
                </a:lnTo>
                <a:lnTo>
                  <a:pt x="719823" y="9373"/>
                </a:lnTo>
                <a:lnTo>
                  <a:pt x="738530" y="6248"/>
                </a:lnTo>
                <a:lnTo>
                  <a:pt x="757247" y="3124"/>
                </a:lnTo>
                <a:lnTo>
                  <a:pt x="775964" y="0"/>
                </a:lnTo>
                <a:lnTo>
                  <a:pt x="775592" y="18040"/>
                </a:lnTo>
                <a:lnTo>
                  <a:pt x="774402" y="36976"/>
                </a:lnTo>
                <a:lnTo>
                  <a:pt x="773220" y="55912"/>
                </a:lnTo>
                <a:lnTo>
                  <a:pt x="772039" y="74847"/>
                </a:lnTo>
                <a:lnTo>
                  <a:pt x="770858" y="93774"/>
                </a:lnTo>
                <a:lnTo>
                  <a:pt x="769677" y="112709"/>
                </a:lnTo>
                <a:lnTo>
                  <a:pt x="768496" y="131645"/>
                </a:lnTo>
                <a:lnTo>
                  <a:pt x="767315" y="150581"/>
                </a:lnTo>
                <a:lnTo>
                  <a:pt x="766134" y="169516"/>
                </a:lnTo>
                <a:lnTo>
                  <a:pt x="764953" y="188452"/>
                </a:lnTo>
                <a:lnTo>
                  <a:pt x="763772" y="207388"/>
                </a:lnTo>
                <a:lnTo>
                  <a:pt x="762591" y="226324"/>
                </a:lnTo>
                <a:lnTo>
                  <a:pt x="761400" y="245259"/>
                </a:lnTo>
                <a:lnTo>
                  <a:pt x="760219" y="264195"/>
                </a:lnTo>
                <a:lnTo>
                  <a:pt x="759038" y="283131"/>
                </a:lnTo>
                <a:lnTo>
                  <a:pt x="757857" y="302066"/>
                </a:lnTo>
                <a:lnTo>
                  <a:pt x="756676" y="320993"/>
                </a:lnTo>
                <a:lnTo>
                  <a:pt x="755494" y="339928"/>
                </a:lnTo>
                <a:lnTo>
                  <a:pt x="754313" y="358864"/>
                </a:lnTo>
                <a:lnTo>
                  <a:pt x="753132" y="377800"/>
                </a:lnTo>
                <a:lnTo>
                  <a:pt x="751951" y="396735"/>
                </a:lnTo>
                <a:lnTo>
                  <a:pt x="750770" y="415671"/>
                </a:lnTo>
                <a:lnTo>
                  <a:pt x="749589" y="434607"/>
                </a:lnTo>
                <a:lnTo>
                  <a:pt x="748408" y="453542"/>
                </a:lnTo>
                <a:lnTo>
                  <a:pt x="747217" y="472478"/>
                </a:lnTo>
                <a:lnTo>
                  <a:pt x="746036" y="491414"/>
                </a:lnTo>
                <a:lnTo>
                  <a:pt x="744855" y="510350"/>
                </a:lnTo>
                <a:lnTo>
                  <a:pt x="743674" y="529285"/>
                </a:lnTo>
                <a:lnTo>
                  <a:pt x="742493" y="548221"/>
                </a:lnTo>
                <a:lnTo>
                  <a:pt x="741312" y="567147"/>
                </a:lnTo>
                <a:lnTo>
                  <a:pt x="740131" y="586083"/>
                </a:lnTo>
                <a:lnTo>
                  <a:pt x="738950" y="605018"/>
                </a:lnTo>
                <a:lnTo>
                  <a:pt x="737768" y="623954"/>
                </a:lnTo>
                <a:lnTo>
                  <a:pt x="736587" y="642890"/>
                </a:lnTo>
                <a:lnTo>
                  <a:pt x="735406" y="661826"/>
                </a:lnTo>
                <a:lnTo>
                  <a:pt x="734216" y="680761"/>
                </a:lnTo>
                <a:lnTo>
                  <a:pt x="733034" y="699697"/>
                </a:lnTo>
                <a:lnTo>
                  <a:pt x="731853" y="718633"/>
                </a:lnTo>
                <a:lnTo>
                  <a:pt x="730672" y="737568"/>
                </a:lnTo>
                <a:lnTo>
                  <a:pt x="721233" y="749046"/>
                </a:lnTo>
                <a:lnTo>
                  <a:pt x="702516" y="752142"/>
                </a:lnTo>
                <a:lnTo>
                  <a:pt x="683800" y="755247"/>
                </a:lnTo>
                <a:lnTo>
                  <a:pt x="665083" y="758342"/>
                </a:lnTo>
                <a:lnTo>
                  <a:pt x="646367" y="761438"/>
                </a:lnTo>
                <a:lnTo>
                  <a:pt x="627650" y="764543"/>
                </a:lnTo>
                <a:lnTo>
                  <a:pt x="608933" y="767639"/>
                </a:lnTo>
                <a:lnTo>
                  <a:pt x="590217" y="770734"/>
                </a:lnTo>
                <a:lnTo>
                  <a:pt x="571500" y="773840"/>
                </a:lnTo>
                <a:lnTo>
                  <a:pt x="552783" y="776935"/>
                </a:lnTo>
                <a:lnTo>
                  <a:pt x="534067" y="780040"/>
                </a:lnTo>
                <a:lnTo>
                  <a:pt x="515350" y="783136"/>
                </a:lnTo>
                <a:lnTo>
                  <a:pt x="496634" y="786232"/>
                </a:lnTo>
                <a:lnTo>
                  <a:pt x="477917" y="789337"/>
                </a:lnTo>
                <a:lnTo>
                  <a:pt x="459200" y="792432"/>
                </a:lnTo>
                <a:lnTo>
                  <a:pt x="440484" y="795528"/>
                </a:lnTo>
                <a:lnTo>
                  <a:pt x="421767" y="798633"/>
                </a:lnTo>
                <a:lnTo>
                  <a:pt x="403050" y="801729"/>
                </a:lnTo>
                <a:lnTo>
                  <a:pt x="384334" y="804834"/>
                </a:lnTo>
                <a:lnTo>
                  <a:pt x="365617" y="807930"/>
                </a:lnTo>
                <a:lnTo>
                  <a:pt x="346901" y="811025"/>
                </a:lnTo>
                <a:lnTo>
                  <a:pt x="328184" y="814130"/>
                </a:lnTo>
                <a:lnTo>
                  <a:pt x="309467" y="817226"/>
                </a:lnTo>
                <a:lnTo>
                  <a:pt x="290751" y="820322"/>
                </a:lnTo>
                <a:lnTo>
                  <a:pt x="272034" y="823427"/>
                </a:lnTo>
                <a:lnTo>
                  <a:pt x="253317" y="826522"/>
                </a:lnTo>
                <a:lnTo>
                  <a:pt x="234591" y="829618"/>
                </a:lnTo>
                <a:lnTo>
                  <a:pt x="215875" y="832723"/>
                </a:lnTo>
                <a:lnTo>
                  <a:pt x="197158" y="835819"/>
                </a:lnTo>
                <a:lnTo>
                  <a:pt x="178441" y="838924"/>
                </a:lnTo>
                <a:lnTo>
                  <a:pt x="159725" y="842020"/>
                </a:lnTo>
                <a:lnTo>
                  <a:pt x="141008" y="845115"/>
                </a:lnTo>
                <a:lnTo>
                  <a:pt x="122291" y="848220"/>
                </a:lnTo>
                <a:lnTo>
                  <a:pt x="103575" y="851316"/>
                </a:lnTo>
                <a:lnTo>
                  <a:pt x="84858" y="854412"/>
                </a:lnTo>
                <a:lnTo>
                  <a:pt x="66142" y="857517"/>
                </a:lnTo>
                <a:lnTo>
                  <a:pt x="47425" y="860612"/>
                </a:lnTo>
                <a:lnTo>
                  <a:pt x="28708" y="863717"/>
                </a:lnTo>
                <a:lnTo>
                  <a:pt x="9992" y="866813"/>
                </a:lnTo>
                <a:lnTo>
                  <a:pt x="0" y="860250"/>
                </a:lnTo>
                <a:lnTo>
                  <a:pt x="1181" y="841315"/>
                </a:lnTo>
                <a:lnTo>
                  <a:pt x="2362" y="822379"/>
                </a:lnTo>
                <a:lnTo>
                  <a:pt x="3553" y="803443"/>
                </a:lnTo>
                <a:lnTo>
                  <a:pt x="4734" y="784517"/>
                </a:lnTo>
                <a:lnTo>
                  <a:pt x="5915" y="765581"/>
                </a:lnTo>
                <a:lnTo>
                  <a:pt x="7096" y="746646"/>
                </a:lnTo>
                <a:lnTo>
                  <a:pt x="8287" y="727710"/>
                </a:lnTo>
                <a:lnTo>
                  <a:pt x="9468" y="708774"/>
                </a:lnTo>
                <a:lnTo>
                  <a:pt x="10649" y="689839"/>
                </a:lnTo>
                <a:lnTo>
                  <a:pt x="11830" y="670903"/>
                </a:lnTo>
                <a:lnTo>
                  <a:pt x="13021" y="651967"/>
                </a:lnTo>
                <a:lnTo>
                  <a:pt x="14202" y="633031"/>
                </a:lnTo>
                <a:lnTo>
                  <a:pt x="15383" y="614096"/>
                </a:lnTo>
                <a:lnTo>
                  <a:pt x="16564" y="595160"/>
                </a:lnTo>
                <a:lnTo>
                  <a:pt x="17755" y="576224"/>
                </a:lnTo>
                <a:lnTo>
                  <a:pt x="18936" y="557298"/>
                </a:lnTo>
                <a:lnTo>
                  <a:pt x="20117" y="538363"/>
                </a:lnTo>
                <a:lnTo>
                  <a:pt x="21298" y="519427"/>
                </a:lnTo>
                <a:lnTo>
                  <a:pt x="22489" y="500491"/>
                </a:lnTo>
                <a:lnTo>
                  <a:pt x="23670" y="481555"/>
                </a:lnTo>
                <a:lnTo>
                  <a:pt x="24851" y="462620"/>
                </a:lnTo>
                <a:lnTo>
                  <a:pt x="26032" y="443684"/>
                </a:lnTo>
                <a:lnTo>
                  <a:pt x="27222" y="424748"/>
                </a:lnTo>
                <a:lnTo>
                  <a:pt x="28404" y="405813"/>
                </a:lnTo>
                <a:lnTo>
                  <a:pt x="29585" y="386877"/>
                </a:lnTo>
                <a:lnTo>
                  <a:pt x="30766" y="367941"/>
                </a:lnTo>
                <a:lnTo>
                  <a:pt x="31956" y="349015"/>
                </a:lnTo>
                <a:lnTo>
                  <a:pt x="33137" y="330079"/>
                </a:lnTo>
                <a:lnTo>
                  <a:pt x="34319" y="311144"/>
                </a:lnTo>
                <a:lnTo>
                  <a:pt x="35500" y="292208"/>
                </a:lnTo>
                <a:lnTo>
                  <a:pt x="36690" y="273272"/>
                </a:lnTo>
                <a:lnTo>
                  <a:pt x="37871" y="254337"/>
                </a:lnTo>
                <a:lnTo>
                  <a:pt x="39053" y="235401"/>
                </a:lnTo>
                <a:lnTo>
                  <a:pt x="40234" y="216465"/>
                </a:lnTo>
                <a:lnTo>
                  <a:pt x="41424" y="197529"/>
                </a:lnTo>
                <a:lnTo>
                  <a:pt x="42605" y="178594"/>
                </a:lnTo>
                <a:lnTo>
                  <a:pt x="43786" y="159658"/>
                </a:lnTo>
                <a:lnTo>
                  <a:pt x="44968" y="140732"/>
                </a:lnTo>
                <a:lnTo>
                  <a:pt x="46158" y="121796"/>
                </a:lnTo>
              </a:path>
            </a:pathLst>
          </a:custGeom>
          <a:solidFill xmlns:a="http://schemas.openxmlformats.org/drawingml/2006/main">
            <a:srgbClr val="E5E4D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3E776C63-47A9-4A28-8412-F62DB374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2726" y="4263552"/>
            <a:ext cx="775754" cy="866804"/>
          </a:xfrm>
          <a:custGeom xmlns:a="http://schemas.openxmlformats.org/drawingml/2006/main">
            <a:pathLst>
              <a:path w="775754" h="866804">
                <a:moveTo>
                  <a:pt x="46139" y="121758"/>
                </a:moveTo>
                <a:lnTo>
                  <a:pt x="64846" y="118634"/>
                </a:lnTo>
                <a:lnTo>
                  <a:pt x="83553" y="115519"/>
                </a:lnTo>
                <a:lnTo>
                  <a:pt x="102260" y="112395"/>
                </a:lnTo>
                <a:lnTo>
                  <a:pt x="120977" y="109271"/>
                </a:lnTo>
                <a:lnTo>
                  <a:pt x="139684" y="106147"/>
                </a:lnTo>
                <a:lnTo>
                  <a:pt x="158391" y="103032"/>
                </a:lnTo>
                <a:lnTo>
                  <a:pt x="177098" y="99908"/>
                </a:lnTo>
                <a:lnTo>
                  <a:pt x="195805" y="96784"/>
                </a:lnTo>
                <a:lnTo>
                  <a:pt x="214513" y="93659"/>
                </a:lnTo>
                <a:lnTo>
                  <a:pt x="233220" y="90535"/>
                </a:lnTo>
                <a:lnTo>
                  <a:pt x="251927" y="87420"/>
                </a:lnTo>
                <a:lnTo>
                  <a:pt x="270634" y="84296"/>
                </a:lnTo>
                <a:lnTo>
                  <a:pt x="289341" y="81172"/>
                </a:lnTo>
                <a:lnTo>
                  <a:pt x="308048" y="78048"/>
                </a:lnTo>
                <a:lnTo>
                  <a:pt x="326765" y="74933"/>
                </a:lnTo>
                <a:lnTo>
                  <a:pt x="345472" y="71809"/>
                </a:lnTo>
                <a:lnTo>
                  <a:pt x="364179" y="68685"/>
                </a:lnTo>
                <a:lnTo>
                  <a:pt x="382886" y="65561"/>
                </a:lnTo>
                <a:lnTo>
                  <a:pt x="401593" y="62446"/>
                </a:lnTo>
                <a:lnTo>
                  <a:pt x="420300" y="59322"/>
                </a:lnTo>
                <a:lnTo>
                  <a:pt x="439007" y="56198"/>
                </a:lnTo>
                <a:lnTo>
                  <a:pt x="457714" y="53073"/>
                </a:lnTo>
                <a:lnTo>
                  <a:pt x="476421" y="49949"/>
                </a:lnTo>
                <a:lnTo>
                  <a:pt x="495129" y="46834"/>
                </a:lnTo>
                <a:lnTo>
                  <a:pt x="513845" y="43710"/>
                </a:lnTo>
                <a:lnTo>
                  <a:pt x="532552" y="40586"/>
                </a:lnTo>
                <a:lnTo>
                  <a:pt x="551259" y="37462"/>
                </a:lnTo>
                <a:lnTo>
                  <a:pt x="569966" y="34347"/>
                </a:lnTo>
                <a:lnTo>
                  <a:pt x="588674" y="31223"/>
                </a:lnTo>
                <a:lnTo>
                  <a:pt x="607381" y="28099"/>
                </a:lnTo>
                <a:lnTo>
                  <a:pt x="626088" y="24975"/>
                </a:lnTo>
                <a:lnTo>
                  <a:pt x="644795" y="21850"/>
                </a:lnTo>
                <a:lnTo>
                  <a:pt x="663502" y="18736"/>
                </a:lnTo>
                <a:lnTo>
                  <a:pt x="682209" y="15611"/>
                </a:lnTo>
                <a:lnTo>
                  <a:pt x="700926" y="12487"/>
                </a:lnTo>
                <a:lnTo>
                  <a:pt x="719633" y="9363"/>
                </a:lnTo>
                <a:lnTo>
                  <a:pt x="738340" y="6248"/>
                </a:lnTo>
                <a:lnTo>
                  <a:pt x="757047" y="3124"/>
                </a:lnTo>
                <a:lnTo>
                  <a:pt x="775754" y="0"/>
                </a:lnTo>
                <a:lnTo>
                  <a:pt x="775583" y="17802"/>
                </a:lnTo>
                <a:lnTo>
                  <a:pt x="774402" y="36738"/>
                </a:lnTo>
                <a:lnTo>
                  <a:pt x="773220" y="55664"/>
                </a:lnTo>
                <a:lnTo>
                  <a:pt x="772039" y="74590"/>
                </a:lnTo>
                <a:lnTo>
                  <a:pt x="770858" y="93526"/>
                </a:lnTo>
                <a:lnTo>
                  <a:pt x="769668" y="112452"/>
                </a:lnTo>
                <a:lnTo>
                  <a:pt x="768487" y="131378"/>
                </a:lnTo>
                <a:lnTo>
                  <a:pt x="767305" y="150314"/>
                </a:lnTo>
                <a:lnTo>
                  <a:pt x="766124" y="169240"/>
                </a:lnTo>
                <a:lnTo>
                  <a:pt x="764934" y="188176"/>
                </a:lnTo>
                <a:lnTo>
                  <a:pt x="763753" y="207102"/>
                </a:lnTo>
                <a:lnTo>
                  <a:pt x="762572" y="226028"/>
                </a:lnTo>
                <a:lnTo>
                  <a:pt x="761390" y="244964"/>
                </a:lnTo>
                <a:lnTo>
                  <a:pt x="760209" y="263890"/>
                </a:lnTo>
                <a:lnTo>
                  <a:pt x="759019" y="282816"/>
                </a:lnTo>
                <a:lnTo>
                  <a:pt x="757838" y="301752"/>
                </a:lnTo>
                <a:lnTo>
                  <a:pt x="756656" y="320678"/>
                </a:lnTo>
                <a:lnTo>
                  <a:pt x="755475" y="339614"/>
                </a:lnTo>
                <a:lnTo>
                  <a:pt x="754294" y="358540"/>
                </a:lnTo>
                <a:lnTo>
                  <a:pt x="753104" y="377466"/>
                </a:lnTo>
                <a:lnTo>
                  <a:pt x="751923" y="396402"/>
                </a:lnTo>
                <a:lnTo>
                  <a:pt x="750741" y="415328"/>
                </a:lnTo>
                <a:lnTo>
                  <a:pt x="749560" y="434264"/>
                </a:lnTo>
                <a:lnTo>
                  <a:pt x="748370" y="453190"/>
                </a:lnTo>
                <a:lnTo>
                  <a:pt x="747189" y="472116"/>
                </a:lnTo>
                <a:lnTo>
                  <a:pt x="746008" y="491052"/>
                </a:lnTo>
                <a:lnTo>
                  <a:pt x="744826" y="509978"/>
                </a:lnTo>
                <a:lnTo>
                  <a:pt x="743645" y="528904"/>
                </a:lnTo>
                <a:lnTo>
                  <a:pt x="742455" y="547840"/>
                </a:lnTo>
                <a:lnTo>
                  <a:pt x="741274" y="566766"/>
                </a:lnTo>
                <a:lnTo>
                  <a:pt x="740093" y="585702"/>
                </a:lnTo>
                <a:lnTo>
                  <a:pt x="738911" y="604628"/>
                </a:lnTo>
                <a:lnTo>
                  <a:pt x="737730" y="623554"/>
                </a:lnTo>
                <a:lnTo>
                  <a:pt x="736540" y="642490"/>
                </a:lnTo>
                <a:lnTo>
                  <a:pt x="735359" y="661416"/>
                </a:lnTo>
                <a:lnTo>
                  <a:pt x="734177" y="680342"/>
                </a:lnTo>
                <a:lnTo>
                  <a:pt x="732996" y="699278"/>
                </a:lnTo>
                <a:lnTo>
                  <a:pt x="731815" y="718204"/>
                </a:lnTo>
                <a:lnTo>
                  <a:pt x="730625" y="737140"/>
                </a:lnTo>
                <a:lnTo>
                  <a:pt x="720681" y="748160"/>
                </a:lnTo>
                <a:lnTo>
                  <a:pt x="701973" y="751284"/>
                </a:lnTo>
                <a:lnTo>
                  <a:pt x="683266" y="754409"/>
                </a:lnTo>
                <a:lnTo>
                  <a:pt x="664559" y="757523"/>
                </a:lnTo>
                <a:lnTo>
                  <a:pt x="645852" y="760647"/>
                </a:lnTo>
                <a:lnTo>
                  <a:pt x="627145" y="763772"/>
                </a:lnTo>
                <a:lnTo>
                  <a:pt x="608438" y="766896"/>
                </a:lnTo>
                <a:lnTo>
                  <a:pt x="589731" y="770020"/>
                </a:lnTo>
                <a:lnTo>
                  <a:pt x="571014" y="773135"/>
                </a:lnTo>
                <a:lnTo>
                  <a:pt x="552307" y="776259"/>
                </a:lnTo>
                <a:lnTo>
                  <a:pt x="533600" y="779383"/>
                </a:lnTo>
                <a:lnTo>
                  <a:pt x="514893" y="782507"/>
                </a:lnTo>
                <a:lnTo>
                  <a:pt x="496186" y="785622"/>
                </a:lnTo>
                <a:lnTo>
                  <a:pt x="477479" y="788746"/>
                </a:lnTo>
                <a:lnTo>
                  <a:pt x="458772" y="791870"/>
                </a:lnTo>
                <a:lnTo>
                  <a:pt x="440065" y="794995"/>
                </a:lnTo>
                <a:lnTo>
                  <a:pt x="421357" y="798119"/>
                </a:lnTo>
                <a:lnTo>
                  <a:pt x="402650" y="801233"/>
                </a:lnTo>
                <a:lnTo>
                  <a:pt x="383934" y="804358"/>
                </a:lnTo>
                <a:lnTo>
                  <a:pt x="365227" y="807482"/>
                </a:lnTo>
                <a:lnTo>
                  <a:pt x="346520" y="810606"/>
                </a:lnTo>
                <a:lnTo>
                  <a:pt x="327812" y="813721"/>
                </a:lnTo>
                <a:lnTo>
                  <a:pt x="309105" y="816845"/>
                </a:lnTo>
                <a:lnTo>
                  <a:pt x="290398" y="819969"/>
                </a:lnTo>
                <a:lnTo>
                  <a:pt x="271691" y="823093"/>
                </a:lnTo>
                <a:lnTo>
                  <a:pt x="252984" y="826218"/>
                </a:lnTo>
                <a:lnTo>
                  <a:pt x="234277" y="829332"/>
                </a:lnTo>
                <a:lnTo>
                  <a:pt x="215570" y="832456"/>
                </a:lnTo>
                <a:lnTo>
                  <a:pt x="196863" y="835581"/>
                </a:lnTo>
                <a:lnTo>
                  <a:pt x="178146" y="838705"/>
                </a:lnTo>
                <a:lnTo>
                  <a:pt x="159439" y="841820"/>
                </a:lnTo>
                <a:lnTo>
                  <a:pt x="140732" y="844944"/>
                </a:lnTo>
                <a:lnTo>
                  <a:pt x="122025" y="848068"/>
                </a:lnTo>
                <a:lnTo>
                  <a:pt x="103318" y="851192"/>
                </a:lnTo>
                <a:lnTo>
                  <a:pt x="84611" y="854316"/>
                </a:lnTo>
                <a:lnTo>
                  <a:pt x="65903" y="857431"/>
                </a:lnTo>
                <a:lnTo>
                  <a:pt x="47196" y="860555"/>
                </a:lnTo>
                <a:lnTo>
                  <a:pt x="28489" y="863679"/>
                </a:lnTo>
                <a:lnTo>
                  <a:pt x="9782" y="866804"/>
                </a:lnTo>
                <a:lnTo>
                  <a:pt x="0" y="860022"/>
                </a:lnTo>
                <a:lnTo>
                  <a:pt x="1181" y="841096"/>
                </a:lnTo>
                <a:lnTo>
                  <a:pt x="2362" y="822160"/>
                </a:lnTo>
                <a:lnTo>
                  <a:pt x="3553" y="803234"/>
                </a:lnTo>
                <a:lnTo>
                  <a:pt x="4734" y="784308"/>
                </a:lnTo>
                <a:lnTo>
                  <a:pt x="5915" y="765372"/>
                </a:lnTo>
                <a:lnTo>
                  <a:pt x="7096" y="746446"/>
                </a:lnTo>
                <a:lnTo>
                  <a:pt x="8277" y="727510"/>
                </a:lnTo>
                <a:lnTo>
                  <a:pt x="9468" y="708584"/>
                </a:lnTo>
                <a:lnTo>
                  <a:pt x="10649" y="689658"/>
                </a:lnTo>
                <a:lnTo>
                  <a:pt x="11830" y="670722"/>
                </a:lnTo>
                <a:lnTo>
                  <a:pt x="13011" y="651796"/>
                </a:lnTo>
                <a:lnTo>
                  <a:pt x="14192" y="632870"/>
                </a:lnTo>
                <a:lnTo>
                  <a:pt x="15383" y="613934"/>
                </a:lnTo>
                <a:lnTo>
                  <a:pt x="16564" y="595008"/>
                </a:lnTo>
                <a:lnTo>
                  <a:pt x="17745" y="576072"/>
                </a:lnTo>
                <a:lnTo>
                  <a:pt x="18926" y="557146"/>
                </a:lnTo>
                <a:lnTo>
                  <a:pt x="20117" y="538220"/>
                </a:lnTo>
                <a:lnTo>
                  <a:pt x="21298" y="519284"/>
                </a:lnTo>
                <a:lnTo>
                  <a:pt x="22479" y="500358"/>
                </a:lnTo>
                <a:lnTo>
                  <a:pt x="23660" y="481422"/>
                </a:lnTo>
                <a:lnTo>
                  <a:pt x="24841" y="462496"/>
                </a:lnTo>
                <a:lnTo>
                  <a:pt x="26032" y="443570"/>
                </a:lnTo>
                <a:lnTo>
                  <a:pt x="27213" y="424634"/>
                </a:lnTo>
                <a:lnTo>
                  <a:pt x="28394" y="405708"/>
                </a:lnTo>
                <a:lnTo>
                  <a:pt x="29575" y="386782"/>
                </a:lnTo>
                <a:lnTo>
                  <a:pt x="30756" y="367846"/>
                </a:lnTo>
                <a:lnTo>
                  <a:pt x="31947" y="348920"/>
                </a:lnTo>
                <a:lnTo>
                  <a:pt x="33128" y="329984"/>
                </a:lnTo>
                <a:lnTo>
                  <a:pt x="34309" y="311058"/>
                </a:lnTo>
                <a:lnTo>
                  <a:pt x="35490" y="292132"/>
                </a:lnTo>
                <a:lnTo>
                  <a:pt x="36681" y="273196"/>
                </a:lnTo>
                <a:lnTo>
                  <a:pt x="37862" y="254270"/>
                </a:lnTo>
                <a:lnTo>
                  <a:pt x="39043" y="235344"/>
                </a:lnTo>
                <a:lnTo>
                  <a:pt x="40224" y="216408"/>
                </a:lnTo>
                <a:lnTo>
                  <a:pt x="41405" y="197482"/>
                </a:lnTo>
                <a:lnTo>
                  <a:pt x="42596" y="178546"/>
                </a:lnTo>
                <a:lnTo>
                  <a:pt x="43777" y="159620"/>
                </a:lnTo>
                <a:lnTo>
                  <a:pt x="44958" y="140694"/>
                </a:lnTo>
                <a:lnTo>
                  <a:pt x="46139" y="121758"/>
                </a:lnTo>
              </a:path>
            </a:pathLst>
          </a:custGeom>
          <a:solidFill xmlns:a="http://schemas.openxmlformats.org/drawingml/2006/main">
            <a:srgbClr val="E5E4D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F489F130-0577-4FFB-A3E3-28F28158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3743" y="4036895"/>
            <a:ext cx="776602" cy="866661"/>
          </a:xfrm>
          <a:custGeom xmlns:a="http://schemas.openxmlformats.org/drawingml/2006/main">
            <a:pathLst>
              <a:path w="776602" h="866661">
                <a:moveTo>
                  <a:pt x="46187" y="121720"/>
                </a:moveTo>
                <a:lnTo>
                  <a:pt x="64913" y="118596"/>
                </a:lnTo>
                <a:lnTo>
                  <a:pt x="83639" y="115472"/>
                </a:lnTo>
                <a:lnTo>
                  <a:pt x="102356" y="112357"/>
                </a:lnTo>
                <a:lnTo>
                  <a:pt x="121082" y="109233"/>
                </a:lnTo>
                <a:lnTo>
                  <a:pt x="139808" y="106109"/>
                </a:lnTo>
                <a:lnTo>
                  <a:pt x="158534" y="102994"/>
                </a:lnTo>
                <a:lnTo>
                  <a:pt x="177260" y="99870"/>
                </a:lnTo>
                <a:lnTo>
                  <a:pt x="195986" y="96745"/>
                </a:lnTo>
                <a:lnTo>
                  <a:pt x="214713" y="93631"/>
                </a:lnTo>
                <a:lnTo>
                  <a:pt x="233439" y="90507"/>
                </a:lnTo>
                <a:lnTo>
                  <a:pt x="252165" y="87382"/>
                </a:lnTo>
                <a:lnTo>
                  <a:pt x="270891" y="84268"/>
                </a:lnTo>
                <a:lnTo>
                  <a:pt x="289617" y="81143"/>
                </a:lnTo>
                <a:lnTo>
                  <a:pt x="308343" y="78019"/>
                </a:lnTo>
                <a:lnTo>
                  <a:pt x="327069" y="74905"/>
                </a:lnTo>
                <a:lnTo>
                  <a:pt x="345786" y="71780"/>
                </a:lnTo>
                <a:lnTo>
                  <a:pt x="364512" y="68656"/>
                </a:lnTo>
                <a:lnTo>
                  <a:pt x="383238" y="65542"/>
                </a:lnTo>
                <a:lnTo>
                  <a:pt x="401965" y="62417"/>
                </a:lnTo>
                <a:lnTo>
                  <a:pt x="420691" y="59293"/>
                </a:lnTo>
                <a:lnTo>
                  <a:pt x="439417" y="56178"/>
                </a:lnTo>
                <a:lnTo>
                  <a:pt x="458143" y="53054"/>
                </a:lnTo>
                <a:lnTo>
                  <a:pt x="476869" y="49930"/>
                </a:lnTo>
                <a:lnTo>
                  <a:pt x="495595" y="46815"/>
                </a:lnTo>
                <a:lnTo>
                  <a:pt x="514321" y="43691"/>
                </a:lnTo>
                <a:lnTo>
                  <a:pt x="533048" y="40577"/>
                </a:lnTo>
                <a:lnTo>
                  <a:pt x="551774" y="37452"/>
                </a:lnTo>
                <a:lnTo>
                  <a:pt x="570500" y="34328"/>
                </a:lnTo>
                <a:lnTo>
                  <a:pt x="589226" y="31213"/>
                </a:lnTo>
                <a:lnTo>
                  <a:pt x="607943" y="28089"/>
                </a:lnTo>
                <a:lnTo>
                  <a:pt x="626669" y="24965"/>
                </a:lnTo>
                <a:lnTo>
                  <a:pt x="645395" y="21850"/>
                </a:lnTo>
                <a:lnTo>
                  <a:pt x="664121" y="18726"/>
                </a:lnTo>
                <a:lnTo>
                  <a:pt x="682847" y="15602"/>
                </a:lnTo>
                <a:lnTo>
                  <a:pt x="701573" y="12487"/>
                </a:lnTo>
                <a:lnTo>
                  <a:pt x="720300" y="9363"/>
                </a:lnTo>
                <a:lnTo>
                  <a:pt x="739026" y="6239"/>
                </a:lnTo>
                <a:lnTo>
                  <a:pt x="757752" y="3124"/>
                </a:lnTo>
                <a:lnTo>
                  <a:pt x="776478" y="0"/>
                </a:lnTo>
                <a:lnTo>
                  <a:pt x="776602" y="17497"/>
                </a:lnTo>
                <a:lnTo>
                  <a:pt x="775411" y="36452"/>
                </a:lnTo>
                <a:lnTo>
                  <a:pt x="774230" y="55397"/>
                </a:lnTo>
                <a:lnTo>
                  <a:pt x="773049" y="74343"/>
                </a:lnTo>
                <a:lnTo>
                  <a:pt x="771868" y="93288"/>
                </a:lnTo>
                <a:lnTo>
                  <a:pt x="770687" y="112233"/>
                </a:lnTo>
                <a:lnTo>
                  <a:pt x="769506" y="131178"/>
                </a:lnTo>
                <a:lnTo>
                  <a:pt x="768315" y="150133"/>
                </a:lnTo>
                <a:lnTo>
                  <a:pt x="767134" y="169078"/>
                </a:lnTo>
                <a:lnTo>
                  <a:pt x="765953" y="188023"/>
                </a:lnTo>
                <a:lnTo>
                  <a:pt x="764772" y="206969"/>
                </a:lnTo>
                <a:lnTo>
                  <a:pt x="763591" y="225914"/>
                </a:lnTo>
                <a:lnTo>
                  <a:pt x="762410" y="244859"/>
                </a:lnTo>
                <a:lnTo>
                  <a:pt x="761219" y="263814"/>
                </a:lnTo>
                <a:lnTo>
                  <a:pt x="760038" y="282759"/>
                </a:lnTo>
                <a:lnTo>
                  <a:pt x="758857" y="301704"/>
                </a:lnTo>
                <a:lnTo>
                  <a:pt x="757676" y="320650"/>
                </a:lnTo>
                <a:lnTo>
                  <a:pt x="756495" y="339595"/>
                </a:lnTo>
                <a:lnTo>
                  <a:pt x="755313" y="358540"/>
                </a:lnTo>
                <a:lnTo>
                  <a:pt x="754123" y="377495"/>
                </a:lnTo>
                <a:lnTo>
                  <a:pt x="752942" y="396440"/>
                </a:lnTo>
                <a:lnTo>
                  <a:pt x="751761" y="415385"/>
                </a:lnTo>
                <a:lnTo>
                  <a:pt x="750580" y="434330"/>
                </a:lnTo>
                <a:lnTo>
                  <a:pt x="749398" y="453276"/>
                </a:lnTo>
                <a:lnTo>
                  <a:pt x="748217" y="472230"/>
                </a:lnTo>
                <a:lnTo>
                  <a:pt x="747027" y="491176"/>
                </a:lnTo>
                <a:lnTo>
                  <a:pt x="745846" y="510121"/>
                </a:lnTo>
                <a:lnTo>
                  <a:pt x="744665" y="529066"/>
                </a:lnTo>
                <a:lnTo>
                  <a:pt x="743483" y="548011"/>
                </a:lnTo>
                <a:lnTo>
                  <a:pt x="742302" y="566957"/>
                </a:lnTo>
                <a:lnTo>
                  <a:pt x="741121" y="585911"/>
                </a:lnTo>
                <a:lnTo>
                  <a:pt x="739931" y="604857"/>
                </a:lnTo>
                <a:lnTo>
                  <a:pt x="738749" y="623802"/>
                </a:lnTo>
                <a:lnTo>
                  <a:pt x="737568" y="642747"/>
                </a:lnTo>
                <a:lnTo>
                  <a:pt x="736387" y="661692"/>
                </a:lnTo>
                <a:lnTo>
                  <a:pt x="735206" y="680637"/>
                </a:lnTo>
                <a:lnTo>
                  <a:pt x="734025" y="699592"/>
                </a:lnTo>
                <a:lnTo>
                  <a:pt x="732834" y="718537"/>
                </a:lnTo>
                <a:lnTo>
                  <a:pt x="731653" y="737483"/>
                </a:lnTo>
                <a:lnTo>
                  <a:pt x="722214" y="748970"/>
                </a:lnTo>
                <a:lnTo>
                  <a:pt x="703478" y="752065"/>
                </a:lnTo>
                <a:lnTo>
                  <a:pt x="684752" y="755161"/>
                </a:lnTo>
                <a:lnTo>
                  <a:pt x="666026" y="758257"/>
                </a:lnTo>
                <a:lnTo>
                  <a:pt x="647290" y="761352"/>
                </a:lnTo>
                <a:lnTo>
                  <a:pt x="628564" y="764448"/>
                </a:lnTo>
                <a:lnTo>
                  <a:pt x="609838" y="767553"/>
                </a:lnTo>
                <a:lnTo>
                  <a:pt x="591102" y="770649"/>
                </a:lnTo>
                <a:lnTo>
                  <a:pt x="572376" y="773744"/>
                </a:lnTo>
                <a:lnTo>
                  <a:pt x="553650" y="776840"/>
                </a:lnTo>
                <a:lnTo>
                  <a:pt x="534914" y="779936"/>
                </a:lnTo>
                <a:lnTo>
                  <a:pt x="516188" y="783031"/>
                </a:lnTo>
                <a:lnTo>
                  <a:pt x="497462" y="786136"/>
                </a:lnTo>
                <a:lnTo>
                  <a:pt x="478727" y="789232"/>
                </a:lnTo>
                <a:lnTo>
                  <a:pt x="460000" y="792328"/>
                </a:lnTo>
                <a:lnTo>
                  <a:pt x="441274" y="795423"/>
                </a:lnTo>
                <a:lnTo>
                  <a:pt x="422539" y="798519"/>
                </a:lnTo>
                <a:lnTo>
                  <a:pt x="403812" y="801614"/>
                </a:lnTo>
                <a:lnTo>
                  <a:pt x="385086" y="804720"/>
                </a:lnTo>
                <a:lnTo>
                  <a:pt x="366351" y="807815"/>
                </a:lnTo>
                <a:lnTo>
                  <a:pt x="347624" y="810911"/>
                </a:lnTo>
                <a:lnTo>
                  <a:pt x="328898" y="814006"/>
                </a:lnTo>
                <a:lnTo>
                  <a:pt x="310163" y="817102"/>
                </a:lnTo>
                <a:lnTo>
                  <a:pt x="291436" y="820198"/>
                </a:lnTo>
                <a:lnTo>
                  <a:pt x="272710" y="823303"/>
                </a:lnTo>
                <a:lnTo>
                  <a:pt x="253975" y="826399"/>
                </a:lnTo>
                <a:lnTo>
                  <a:pt x="235248" y="829494"/>
                </a:lnTo>
                <a:lnTo>
                  <a:pt x="216522" y="832590"/>
                </a:lnTo>
                <a:lnTo>
                  <a:pt x="197787" y="835685"/>
                </a:lnTo>
                <a:lnTo>
                  <a:pt x="179060" y="838781"/>
                </a:lnTo>
                <a:lnTo>
                  <a:pt x="160334" y="841886"/>
                </a:lnTo>
                <a:lnTo>
                  <a:pt x="141599" y="844982"/>
                </a:lnTo>
                <a:lnTo>
                  <a:pt x="122873" y="848077"/>
                </a:lnTo>
                <a:lnTo>
                  <a:pt x="104137" y="851173"/>
                </a:lnTo>
                <a:lnTo>
                  <a:pt x="85411" y="854269"/>
                </a:lnTo>
                <a:lnTo>
                  <a:pt x="66685" y="857364"/>
                </a:lnTo>
                <a:lnTo>
                  <a:pt x="47949" y="860469"/>
                </a:lnTo>
                <a:lnTo>
                  <a:pt x="29223" y="863565"/>
                </a:lnTo>
                <a:lnTo>
                  <a:pt x="10497" y="866661"/>
                </a:lnTo>
                <a:lnTo>
                  <a:pt x="0" y="860641"/>
                </a:lnTo>
                <a:lnTo>
                  <a:pt x="1181" y="841696"/>
                </a:lnTo>
                <a:lnTo>
                  <a:pt x="2372" y="822750"/>
                </a:lnTo>
                <a:lnTo>
                  <a:pt x="3553" y="803796"/>
                </a:lnTo>
                <a:lnTo>
                  <a:pt x="4734" y="784850"/>
                </a:lnTo>
                <a:lnTo>
                  <a:pt x="5925" y="765905"/>
                </a:lnTo>
                <a:lnTo>
                  <a:pt x="7106" y="746960"/>
                </a:lnTo>
                <a:lnTo>
                  <a:pt x="8287" y="728015"/>
                </a:lnTo>
                <a:lnTo>
                  <a:pt x="9477" y="709070"/>
                </a:lnTo>
                <a:lnTo>
                  <a:pt x="10658" y="690115"/>
                </a:lnTo>
                <a:lnTo>
                  <a:pt x="11840" y="671170"/>
                </a:lnTo>
                <a:lnTo>
                  <a:pt x="13030" y="652224"/>
                </a:lnTo>
                <a:lnTo>
                  <a:pt x="14211" y="633279"/>
                </a:lnTo>
                <a:lnTo>
                  <a:pt x="15392" y="614334"/>
                </a:lnTo>
                <a:lnTo>
                  <a:pt x="16583" y="595389"/>
                </a:lnTo>
                <a:lnTo>
                  <a:pt x="17764" y="576434"/>
                </a:lnTo>
                <a:lnTo>
                  <a:pt x="18945" y="557489"/>
                </a:lnTo>
                <a:lnTo>
                  <a:pt x="20136" y="538544"/>
                </a:lnTo>
                <a:lnTo>
                  <a:pt x="21317" y="519598"/>
                </a:lnTo>
                <a:lnTo>
                  <a:pt x="22498" y="500653"/>
                </a:lnTo>
                <a:lnTo>
                  <a:pt x="23689" y="481708"/>
                </a:lnTo>
                <a:lnTo>
                  <a:pt x="24870" y="462753"/>
                </a:lnTo>
                <a:lnTo>
                  <a:pt x="26051" y="443808"/>
                </a:lnTo>
                <a:lnTo>
                  <a:pt x="27232" y="424863"/>
                </a:lnTo>
                <a:lnTo>
                  <a:pt x="28423" y="405917"/>
                </a:lnTo>
                <a:lnTo>
                  <a:pt x="29604" y="386972"/>
                </a:lnTo>
                <a:lnTo>
                  <a:pt x="30785" y="368027"/>
                </a:lnTo>
                <a:lnTo>
                  <a:pt x="31975" y="349072"/>
                </a:lnTo>
                <a:lnTo>
                  <a:pt x="33157" y="330127"/>
                </a:lnTo>
                <a:lnTo>
                  <a:pt x="34338" y="311182"/>
                </a:lnTo>
                <a:lnTo>
                  <a:pt x="35528" y="292237"/>
                </a:lnTo>
                <a:lnTo>
                  <a:pt x="36709" y="273291"/>
                </a:lnTo>
                <a:lnTo>
                  <a:pt x="37890" y="254346"/>
                </a:lnTo>
                <a:lnTo>
                  <a:pt x="39081" y="235401"/>
                </a:lnTo>
                <a:lnTo>
                  <a:pt x="40262" y="216446"/>
                </a:lnTo>
                <a:lnTo>
                  <a:pt x="41443" y="197501"/>
                </a:lnTo>
                <a:lnTo>
                  <a:pt x="42634" y="178556"/>
                </a:lnTo>
                <a:lnTo>
                  <a:pt x="43815" y="159610"/>
                </a:lnTo>
                <a:lnTo>
                  <a:pt x="44996" y="140665"/>
                </a:lnTo>
                <a:lnTo>
                  <a:pt x="46187" y="121720"/>
                </a:lnTo>
              </a:path>
            </a:pathLst>
          </a:custGeom>
          <a:solidFill xmlns:a="http://schemas.openxmlformats.org/drawingml/2006/main">
            <a:srgbClr val="E5E4D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B243B5B0-FED0-400A-AD68-A8835E51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6343" y="5417391"/>
            <a:ext cx="244793" cy="311896"/>
          </a:xfrm>
          <a:custGeom xmlns:a="http://schemas.openxmlformats.org/drawingml/2006/main">
            <a:pathLst>
              <a:path w="244793" h="311896">
                <a:moveTo>
                  <a:pt x="0" y="311896"/>
                </a:moveTo>
                <a:lnTo>
                  <a:pt x="0" y="293199"/>
                </a:lnTo>
                <a:lnTo>
                  <a:pt x="0" y="274501"/>
                </a:lnTo>
                <a:lnTo>
                  <a:pt x="0" y="255803"/>
                </a:lnTo>
                <a:lnTo>
                  <a:pt x="0" y="237106"/>
                </a:lnTo>
                <a:lnTo>
                  <a:pt x="0" y="218408"/>
                </a:lnTo>
                <a:lnTo>
                  <a:pt x="0" y="199711"/>
                </a:lnTo>
                <a:lnTo>
                  <a:pt x="0" y="181013"/>
                </a:lnTo>
                <a:lnTo>
                  <a:pt x="0" y="162316"/>
                </a:lnTo>
                <a:lnTo>
                  <a:pt x="0" y="143618"/>
                </a:lnTo>
                <a:lnTo>
                  <a:pt x="0" y="124920"/>
                </a:lnTo>
                <a:lnTo>
                  <a:pt x="0" y="106223"/>
                </a:lnTo>
                <a:lnTo>
                  <a:pt x="0" y="87516"/>
                </a:lnTo>
                <a:lnTo>
                  <a:pt x="9230" y="75514"/>
                </a:lnTo>
                <a:lnTo>
                  <a:pt x="27003" y="69704"/>
                </a:lnTo>
                <a:lnTo>
                  <a:pt x="44777" y="63903"/>
                </a:lnTo>
                <a:lnTo>
                  <a:pt x="62551" y="58093"/>
                </a:lnTo>
                <a:lnTo>
                  <a:pt x="80324" y="52283"/>
                </a:lnTo>
                <a:lnTo>
                  <a:pt x="98098" y="46472"/>
                </a:lnTo>
                <a:lnTo>
                  <a:pt x="115872" y="40662"/>
                </a:lnTo>
                <a:lnTo>
                  <a:pt x="133645" y="34852"/>
                </a:lnTo>
                <a:lnTo>
                  <a:pt x="151419" y="29042"/>
                </a:lnTo>
                <a:lnTo>
                  <a:pt x="169183" y="23231"/>
                </a:lnTo>
                <a:lnTo>
                  <a:pt x="186957" y="17431"/>
                </a:lnTo>
                <a:lnTo>
                  <a:pt x="204730" y="11621"/>
                </a:lnTo>
                <a:lnTo>
                  <a:pt x="222504" y="5810"/>
                </a:lnTo>
                <a:lnTo>
                  <a:pt x="240278" y="0"/>
                </a:lnTo>
                <a:lnTo>
                  <a:pt x="244793" y="12478"/>
                </a:lnTo>
                <a:lnTo>
                  <a:pt x="244793" y="31175"/>
                </a:lnTo>
                <a:lnTo>
                  <a:pt x="244793" y="49873"/>
                </a:lnTo>
                <a:lnTo>
                  <a:pt x="244793" y="68570"/>
                </a:lnTo>
                <a:lnTo>
                  <a:pt x="244793" y="87268"/>
                </a:lnTo>
                <a:lnTo>
                  <a:pt x="244793" y="105966"/>
                </a:lnTo>
                <a:lnTo>
                  <a:pt x="244793" y="124663"/>
                </a:lnTo>
                <a:lnTo>
                  <a:pt x="244793" y="143361"/>
                </a:lnTo>
                <a:lnTo>
                  <a:pt x="244793" y="162058"/>
                </a:lnTo>
                <a:lnTo>
                  <a:pt x="244793" y="180756"/>
                </a:lnTo>
                <a:lnTo>
                  <a:pt x="244793" y="199454"/>
                </a:lnTo>
                <a:lnTo>
                  <a:pt x="244278" y="217799"/>
                </a:lnTo>
                <a:lnTo>
                  <a:pt x="226828" y="224523"/>
                </a:lnTo>
                <a:lnTo>
                  <a:pt x="209379" y="231238"/>
                </a:lnTo>
                <a:lnTo>
                  <a:pt x="191929" y="237963"/>
                </a:lnTo>
                <a:lnTo>
                  <a:pt x="174479" y="244688"/>
                </a:lnTo>
                <a:lnTo>
                  <a:pt x="157039" y="251403"/>
                </a:lnTo>
                <a:lnTo>
                  <a:pt x="139589" y="258128"/>
                </a:lnTo>
                <a:lnTo>
                  <a:pt x="122139" y="264852"/>
                </a:lnTo>
                <a:lnTo>
                  <a:pt x="104689" y="271567"/>
                </a:lnTo>
                <a:lnTo>
                  <a:pt x="87239" y="278292"/>
                </a:lnTo>
                <a:lnTo>
                  <a:pt x="69790" y="285017"/>
                </a:lnTo>
                <a:lnTo>
                  <a:pt x="52349" y="291732"/>
                </a:lnTo>
                <a:lnTo>
                  <a:pt x="34900" y="298456"/>
                </a:lnTo>
                <a:lnTo>
                  <a:pt x="17450" y="305171"/>
                </a:lnTo>
                <a:lnTo>
                  <a:pt x="0" y="311896"/>
                </a:lnTo>
              </a:path>
            </a:pathLst>
          </a:custGeom>
          <a:solidFill xmlns:a="http://schemas.openxmlformats.org/drawingml/2006/main">
            <a:srgbClr val="D8D6CE"/>
          </a:solidFill>
          <a:ln xmlns:a="http://schemas.openxmlformats.org/drawingml/2006/main" w="24765">
            <a:solidFill>
              <a:srgbClr val="F5F4EF">
                <a:alpha val="90000"/>
              </a:srgbClr>
            </a:solidFill>
            <a:prstDash val="solid"/>
          </a:ln>
        </p:spPr>
      </p:sp>
      <p:sp>
        <p:nvSpPr>
          <p:cNvPr id="1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E70BE91C-633F-4E34-8832-DEBA38C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6703" y="5634990"/>
            <a:ext cx="1166489" cy="94298"/>
          </a:xfrm>
          <a:custGeom xmlns:a="http://schemas.openxmlformats.org/drawingml/2006/main">
            <a:pathLst>
              <a:path w="1166489" h="94298">
                <a:moveTo>
                  <a:pt x="0" y="94298"/>
                </a:moveTo>
                <a:lnTo>
                  <a:pt x="19050" y="94298"/>
                </a:lnTo>
                <a:lnTo>
                  <a:pt x="38090" y="94298"/>
                </a:lnTo>
                <a:lnTo>
                  <a:pt x="57140" y="94298"/>
                </a:lnTo>
                <a:lnTo>
                  <a:pt x="76181" y="94298"/>
                </a:lnTo>
                <a:lnTo>
                  <a:pt x="95231" y="94298"/>
                </a:lnTo>
                <a:lnTo>
                  <a:pt x="114281" y="94298"/>
                </a:lnTo>
                <a:lnTo>
                  <a:pt x="133321" y="94298"/>
                </a:lnTo>
                <a:lnTo>
                  <a:pt x="152371" y="94298"/>
                </a:lnTo>
                <a:lnTo>
                  <a:pt x="171412" y="94298"/>
                </a:lnTo>
                <a:lnTo>
                  <a:pt x="190462" y="94298"/>
                </a:lnTo>
                <a:lnTo>
                  <a:pt x="209512" y="94298"/>
                </a:lnTo>
                <a:lnTo>
                  <a:pt x="228552" y="94298"/>
                </a:lnTo>
                <a:lnTo>
                  <a:pt x="247602" y="94298"/>
                </a:lnTo>
                <a:lnTo>
                  <a:pt x="266643" y="94298"/>
                </a:lnTo>
                <a:lnTo>
                  <a:pt x="285693" y="94298"/>
                </a:lnTo>
                <a:lnTo>
                  <a:pt x="304743" y="94298"/>
                </a:lnTo>
                <a:lnTo>
                  <a:pt x="323783" y="94298"/>
                </a:lnTo>
                <a:lnTo>
                  <a:pt x="342833" y="94298"/>
                </a:lnTo>
                <a:lnTo>
                  <a:pt x="361883" y="94298"/>
                </a:lnTo>
                <a:lnTo>
                  <a:pt x="380924" y="94298"/>
                </a:lnTo>
                <a:lnTo>
                  <a:pt x="399974" y="94298"/>
                </a:lnTo>
                <a:lnTo>
                  <a:pt x="419014" y="94298"/>
                </a:lnTo>
                <a:lnTo>
                  <a:pt x="438064" y="94298"/>
                </a:lnTo>
                <a:lnTo>
                  <a:pt x="457114" y="94298"/>
                </a:lnTo>
                <a:lnTo>
                  <a:pt x="476155" y="94298"/>
                </a:lnTo>
                <a:lnTo>
                  <a:pt x="495205" y="94298"/>
                </a:lnTo>
                <a:lnTo>
                  <a:pt x="514245" y="94298"/>
                </a:lnTo>
                <a:lnTo>
                  <a:pt x="533295" y="94298"/>
                </a:lnTo>
                <a:lnTo>
                  <a:pt x="552345" y="94298"/>
                </a:lnTo>
                <a:lnTo>
                  <a:pt x="571386" y="94298"/>
                </a:lnTo>
                <a:lnTo>
                  <a:pt x="590436" y="94298"/>
                </a:lnTo>
                <a:lnTo>
                  <a:pt x="609476" y="94298"/>
                </a:lnTo>
                <a:lnTo>
                  <a:pt x="628526" y="94298"/>
                </a:lnTo>
                <a:lnTo>
                  <a:pt x="647576" y="94298"/>
                </a:lnTo>
                <a:lnTo>
                  <a:pt x="666617" y="94298"/>
                </a:lnTo>
                <a:lnTo>
                  <a:pt x="685667" y="94298"/>
                </a:lnTo>
                <a:lnTo>
                  <a:pt x="704707" y="94298"/>
                </a:lnTo>
                <a:lnTo>
                  <a:pt x="723757" y="94298"/>
                </a:lnTo>
                <a:lnTo>
                  <a:pt x="742807" y="94298"/>
                </a:lnTo>
                <a:lnTo>
                  <a:pt x="761848" y="94298"/>
                </a:lnTo>
                <a:lnTo>
                  <a:pt x="780898" y="94298"/>
                </a:lnTo>
                <a:lnTo>
                  <a:pt x="799938" y="94298"/>
                </a:lnTo>
                <a:lnTo>
                  <a:pt x="818988" y="94298"/>
                </a:lnTo>
                <a:lnTo>
                  <a:pt x="838038" y="94298"/>
                </a:lnTo>
                <a:lnTo>
                  <a:pt x="857079" y="94298"/>
                </a:lnTo>
                <a:lnTo>
                  <a:pt x="876129" y="94298"/>
                </a:lnTo>
                <a:lnTo>
                  <a:pt x="895179" y="94298"/>
                </a:lnTo>
                <a:lnTo>
                  <a:pt x="914219" y="94298"/>
                </a:lnTo>
                <a:lnTo>
                  <a:pt x="933021" y="92993"/>
                </a:lnTo>
                <a:lnTo>
                  <a:pt x="950795" y="86144"/>
                </a:lnTo>
                <a:lnTo>
                  <a:pt x="968569" y="79305"/>
                </a:lnTo>
                <a:lnTo>
                  <a:pt x="986342" y="72457"/>
                </a:lnTo>
                <a:lnTo>
                  <a:pt x="1004116" y="65608"/>
                </a:lnTo>
                <a:lnTo>
                  <a:pt x="1021890" y="58760"/>
                </a:lnTo>
                <a:lnTo>
                  <a:pt x="1039663" y="51911"/>
                </a:lnTo>
                <a:lnTo>
                  <a:pt x="1057437" y="45072"/>
                </a:lnTo>
                <a:lnTo>
                  <a:pt x="1075211" y="38224"/>
                </a:lnTo>
                <a:lnTo>
                  <a:pt x="1092984" y="31375"/>
                </a:lnTo>
                <a:lnTo>
                  <a:pt x="1110758" y="24527"/>
                </a:lnTo>
                <a:lnTo>
                  <a:pt x="1128532" y="17678"/>
                </a:lnTo>
                <a:lnTo>
                  <a:pt x="1146305" y="10839"/>
                </a:lnTo>
                <a:lnTo>
                  <a:pt x="1164079" y="3991"/>
                </a:lnTo>
                <a:lnTo>
                  <a:pt x="1166489" y="0"/>
                </a:lnTo>
                <a:lnTo>
                  <a:pt x="1147439" y="0"/>
                </a:lnTo>
                <a:lnTo>
                  <a:pt x="1128389" y="0"/>
                </a:lnTo>
                <a:lnTo>
                  <a:pt x="1109348" y="0"/>
                </a:lnTo>
                <a:lnTo>
                  <a:pt x="1090298" y="0"/>
                </a:lnTo>
                <a:lnTo>
                  <a:pt x="1071258" y="0"/>
                </a:lnTo>
                <a:lnTo>
                  <a:pt x="1052208" y="0"/>
                </a:lnTo>
                <a:lnTo>
                  <a:pt x="1033158" y="0"/>
                </a:lnTo>
                <a:lnTo>
                  <a:pt x="1014117" y="0"/>
                </a:lnTo>
                <a:lnTo>
                  <a:pt x="995067" y="0"/>
                </a:lnTo>
                <a:lnTo>
                  <a:pt x="976027" y="0"/>
                </a:lnTo>
                <a:lnTo>
                  <a:pt x="956977" y="0"/>
                </a:lnTo>
                <a:lnTo>
                  <a:pt x="937927" y="0"/>
                </a:lnTo>
                <a:lnTo>
                  <a:pt x="918886" y="0"/>
                </a:lnTo>
                <a:lnTo>
                  <a:pt x="899836" y="0"/>
                </a:lnTo>
                <a:lnTo>
                  <a:pt x="880796" y="0"/>
                </a:lnTo>
                <a:lnTo>
                  <a:pt x="861746" y="0"/>
                </a:lnTo>
                <a:lnTo>
                  <a:pt x="842696" y="0"/>
                </a:lnTo>
                <a:lnTo>
                  <a:pt x="823655" y="0"/>
                </a:lnTo>
                <a:lnTo>
                  <a:pt x="804605" y="0"/>
                </a:lnTo>
                <a:lnTo>
                  <a:pt x="785565" y="0"/>
                </a:lnTo>
                <a:lnTo>
                  <a:pt x="766515" y="0"/>
                </a:lnTo>
                <a:lnTo>
                  <a:pt x="747465" y="0"/>
                </a:lnTo>
                <a:lnTo>
                  <a:pt x="728424" y="0"/>
                </a:lnTo>
                <a:lnTo>
                  <a:pt x="709374" y="0"/>
                </a:lnTo>
                <a:lnTo>
                  <a:pt x="690324" y="0"/>
                </a:lnTo>
                <a:lnTo>
                  <a:pt x="671284" y="0"/>
                </a:lnTo>
                <a:lnTo>
                  <a:pt x="652234" y="0"/>
                </a:lnTo>
                <a:lnTo>
                  <a:pt x="633193" y="0"/>
                </a:lnTo>
                <a:lnTo>
                  <a:pt x="614143" y="0"/>
                </a:lnTo>
                <a:lnTo>
                  <a:pt x="595093" y="0"/>
                </a:lnTo>
                <a:lnTo>
                  <a:pt x="576053" y="0"/>
                </a:lnTo>
                <a:lnTo>
                  <a:pt x="557003" y="0"/>
                </a:lnTo>
                <a:lnTo>
                  <a:pt x="537962" y="0"/>
                </a:lnTo>
                <a:lnTo>
                  <a:pt x="518912" y="0"/>
                </a:lnTo>
                <a:lnTo>
                  <a:pt x="499862" y="0"/>
                </a:lnTo>
                <a:lnTo>
                  <a:pt x="480822" y="0"/>
                </a:lnTo>
                <a:lnTo>
                  <a:pt x="461772" y="0"/>
                </a:lnTo>
                <a:lnTo>
                  <a:pt x="442732" y="0"/>
                </a:lnTo>
                <a:lnTo>
                  <a:pt x="423682" y="0"/>
                </a:lnTo>
                <a:lnTo>
                  <a:pt x="404632" y="0"/>
                </a:lnTo>
                <a:lnTo>
                  <a:pt x="385591" y="0"/>
                </a:lnTo>
                <a:lnTo>
                  <a:pt x="366541" y="0"/>
                </a:lnTo>
                <a:lnTo>
                  <a:pt x="347501" y="0"/>
                </a:lnTo>
                <a:lnTo>
                  <a:pt x="328451" y="0"/>
                </a:lnTo>
                <a:lnTo>
                  <a:pt x="309401" y="0"/>
                </a:lnTo>
                <a:lnTo>
                  <a:pt x="290884" y="3458"/>
                </a:lnTo>
                <a:lnTo>
                  <a:pt x="272701" y="9134"/>
                </a:lnTo>
                <a:lnTo>
                  <a:pt x="254527" y="14811"/>
                </a:lnTo>
                <a:lnTo>
                  <a:pt x="236344" y="20488"/>
                </a:lnTo>
                <a:lnTo>
                  <a:pt x="218161" y="26165"/>
                </a:lnTo>
                <a:lnTo>
                  <a:pt x="199987" y="31842"/>
                </a:lnTo>
                <a:lnTo>
                  <a:pt x="181804" y="37519"/>
                </a:lnTo>
                <a:lnTo>
                  <a:pt x="163620" y="43196"/>
                </a:lnTo>
                <a:lnTo>
                  <a:pt x="145447" y="48873"/>
                </a:lnTo>
                <a:lnTo>
                  <a:pt x="127264" y="54550"/>
                </a:lnTo>
                <a:lnTo>
                  <a:pt x="109080" y="60227"/>
                </a:lnTo>
                <a:lnTo>
                  <a:pt x="90897" y="65913"/>
                </a:lnTo>
                <a:lnTo>
                  <a:pt x="72723" y="71590"/>
                </a:lnTo>
                <a:lnTo>
                  <a:pt x="54540" y="77267"/>
                </a:lnTo>
                <a:lnTo>
                  <a:pt x="36357" y="82944"/>
                </a:lnTo>
                <a:lnTo>
                  <a:pt x="18183" y="88621"/>
                </a:lnTo>
                <a:lnTo>
                  <a:pt x="0" y="94298"/>
                </a:lnTo>
              </a:path>
            </a:pathLst>
          </a:custGeom>
          <a:solidFill xmlns:a="http://schemas.openxmlformats.org/drawingml/2006/main">
            <a:srgbClr val="E0DED7"/>
          </a:solidFill>
          <a:ln xmlns:a="http://schemas.openxmlformats.org/drawingml/2006/main" w="24765">
            <a:solidFill>
              <a:srgbClr val="F5F4EF">
                <a:alpha val="90000"/>
              </a:srgbClr>
            </a:solidFill>
            <a:prstDash val="solid"/>
          </a:ln>
        </p:spPr>
      </p:sp>
      <p:sp>
        <p:nvSpPr>
          <p:cNvPr id="1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3C3BCB01-1F0E-4084-87E3-2814AE88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5280" y="5634990"/>
            <a:ext cx="1080135" cy="94298"/>
          </a:xfrm>
          <a:custGeom xmlns:a="http://schemas.openxmlformats.org/drawingml/2006/main">
            <a:pathLst>
              <a:path w="1080135" h="94298">
                <a:moveTo>
                  <a:pt x="0" y="94298"/>
                </a:moveTo>
                <a:lnTo>
                  <a:pt x="18926" y="94298"/>
                </a:lnTo>
                <a:lnTo>
                  <a:pt x="37843" y="94298"/>
                </a:lnTo>
                <a:lnTo>
                  <a:pt x="56769" y="94298"/>
                </a:lnTo>
                <a:lnTo>
                  <a:pt x="75686" y="94298"/>
                </a:lnTo>
                <a:lnTo>
                  <a:pt x="94612" y="94298"/>
                </a:lnTo>
                <a:lnTo>
                  <a:pt x="113528" y="94298"/>
                </a:lnTo>
                <a:lnTo>
                  <a:pt x="132455" y="94298"/>
                </a:lnTo>
                <a:lnTo>
                  <a:pt x="151381" y="94298"/>
                </a:lnTo>
                <a:lnTo>
                  <a:pt x="170297" y="94298"/>
                </a:lnTo>
                <a:lnTo>
                  <a:pt x="189224" y="94298"/>
                </a:lnTo>
                <a:lnTo>
                  <a:pt x="208140" y="94298"/>
                </a:lnTo>
                <a:lnTo>
                  <a:pt x="227066" y="94298"/>
                </a:lnTo>
                <a:lnTo>
                  <a:pt x="245983" y="94298"/>
                </a:lnTo>
                <a:lnTo>
                  <a:pt x="264909" y="94298"/>
                </a:lnTo>
                <a:lnTo>
                  <a:pt x="283835" y="94298"/>
                </a:lnTo>
                <a:lnTo>
                  <a:pt x="302752" y="94298"/>
                </a:lnTo>
                <a:lnTo>
                  <a:pt x="321678" y="94298"/>
                </a:lnTo>
                <a:lnTo>
                  <a:pt x="340595" y="94298"/>
                </a:lnTo>
                <a:lnTo>
                  <a:pt x="359521" y="94298"/>
                </a:lnTo>
                <a:lnTo>
                  <a:pt x="378438" y="94298"/>
                </a:lnTo>
                <a:lnTo>
                  <a:pt x="397364" y="94298"/>
                </a:lnTo>
                <a:lnTo>
                  <a:pt x="416290" y="94298"/>
                </a:lnTo>
                <a:lnTo>
                  <a:pt x="435207" y="94298"/>
                </a:lnTo>
                <a:lnTo>
                  <a:pt x="454133" y="94298"/>
                </a:lnTo>
                <a:lnTo>
                  <a:pt x="473050" y="94298"/>
                </a:lnTo>
                <a:lnTo>
                  <a:pt x="491976" y="94298"/>
                </a:lnTo>
                <a:lnTo>
                  <a:pt x="510892" y="94298"/>
                </a:lnTo>
                <a:lnTo>
                  <a:pt x="529819" y="94298"/>
                </a:lnTo>
                <a:lnTo>
                  <a:pt x="548745" y="94298"/>
                </a:lnTo>
                <a:lnTo>
                  <a:pt x="567661" y="94298"/>
                </a:lnTo>
                <a:lnTo>
                  <a:pt x="586588" y="94298"/>
                </a:lnTo>
                <a:lnTo>
                  <a:pt x="605504" y="94298"/>
                </a:lnTo>
                <a:lnTo>
                  <a:pt x="624430" y="94298"/>
                </a:lnTo>
                <a:lnTo>
                  <a:pt x="643347" y="94298"/>
                </a:lnTo>
                <a:lnTo>
                  <a:pt x="662273" y="94298"/>
                </a:lnTo>
                <a:lnTo>
                  <a:pt x="681190" y="94298"/>
                </a:lnTo>
                <a:lnTo>
                  <a:pt x="700116" y="94298"/>
                </a:lnTo>
                <a:lnTo>
                  <a:pt x="719042" y="94298"/>
                </a:lnTo>
                <a:lnTo>
                  <a:pt x="737959" y="94298"/>
                </a:lnTo>
                <a:lnTo>
                  <a:pt x="756885" y="94298"/>
                </a:lnTo>
                <a:lnTo>
                  <a:pt x="775802" y="94298"/>
                </a:lnTo>
                <a:lnTo>
                  <a:pt x="794728" y="94298"/>
                </a:lnTo>
                <a:lnTo>
                  <a:pt x="813645" y="94298"/>
                </a:lnTo>
                <a:lnTo>
                  <a:pt x="832561" y="94269"/>
                </a:lnTo>
                <a:lnTo>
                  <a:pt x="850249" y="87535"/>
                </a:lnTo>
                <a:lnTo>
                  <a:pt x="867937" y="80801"/>
                </a:lnTo>
                <a:lnTo>
                  <a:pt x="885615" y="74066"/>
                </a:lnTo>
                <a:lnTo>
                  <a:pt x="903303" y="67332"/>
                </a:lnTo>
                <a:lnTo>
                  <a:pt x="920982" y="60598"/>
                </a:lnTo>
                <a:lnTo>
                  <a:pt x="938670" y="53864"/>
                </a:lnTo>
                <a:lnTo>
                  <a:pt x="956348" y="47130"/>
                </a:lnTo>
                <a:lnTo>
                  <a:pt x="974036" y="40396"/>
                </a:lnTo>
                <a:lnTo>
                  <a:pt x="991714" y="33671"/>
                </a:lnTo>
                <a:lnTo>
                  <a:pt x="1009402" y="26937"/>
                </a:lnTo>
                <a:lnTo>
                  <a:pt x="1027081" y="20203"/>
                </a:lnTo>
                <a:lnTo>
                  <a:pt x="1044769" y="13468"/>
                </a:lnTo>
                <a:lnTo>
                  <a:pt x="1062447" y="6734"/>
                </a:lnTo>
                <a:lnTo>
                  <a:pt x="10801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4EF">
                <a:alpha val="55000"/>
              </a:srgbClr>
            </a:solidFill>
            <a:prstDash val="solid"/>
          </a:ln>
        </p:spPr>
      </p:sp>
      <p:sp>
        <p:nvSpPr>
          <p:cNvPr id="1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A73A41FD-9983-44CD-AE1F-14AA3913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5318" y="5634990"/>
            <a:ext cx="7800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4EF">
                <a:alpha val="55000"/>
              </a:srgbClr>
            </a:solidFill>
            <a:prstDash val="solid"/>
          </a:ln>
        </p:spPr>
      </p:sp>
      <p:sp>
        <p:nvSpPr>
          <p:cNvPr id="1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0853933A-7187-493A-B00D-DCEB4D5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6935" y="5202393"/>
            <a:ext cx="186690" cy="293532"/>
          </a:xfrm>
          <a:custGeom xmlns:a="http://schemas.openxmlformats.org/drawingml/2006/main">
            <a:pathLst>
              <a:path w="186690" h="293532">
                <a:moveTo>
                  <a:pt x="0" y="293532"/>
                </a:moveTo>
                <a:lnTo>
                  <a:pt x="0" y="274596"/>
                </a:lnTo>
                <a:lnTo>
                  <a:pt x="0" y="255651"/>
                </a:lnTo>
                <a:lnTo>
                  <a:pt x="0" y="236715"/>
                </a:lnTo>
                <a:lnTo>
                  <a:pt x="0" y="217780"/>
                </a:lnTo>
                <a:lnTo>
                  <a:pt x="0" y="198844"/>
                </a:lnTo>
                <a:lnTo>
                  <a:pt x="0" y="179899"/>
                </a:lnTo>
                <a:lnTo>
                  <a:pt x="0" y="160963"/>
                </a:lnTo>
                <a:lnTo>
                  <a:pt x="0" y="142027"/>
                </a:lnTo>
                <a:lnTo>
                  <a:pt x="0" y="123092"/>
                </a:lnTo>
                <a:lnTo>
                  <a:pt x="0" y="104156"/>
                </a:lnTo>
                <a:lnTo>
                  <a:pt x="0" y="85211"/>
                </a:lnTo>
                <a:lnTo>
                  <a:pt x="0" y="66275"/>
                </a:lnTo>
                <a:lnTo>
                  <a:pt x="12125" y="55959"/>
                </a:lnTo>
                <a:lnTo>
                  <a:pt x="30013" y="49759"/>
                </a:lnTo>
                <a:lnTo>
                  <a:pt x="47901" y="43548"/>
                </a:lnTo>
                <a:lnTo>
                  <a:pt x="65799" y="37338"/>
                </a:lnTo>
                <a:lnTo>
                  <a:pt x="83687" y="31137"/>
                </a:lnTo>
                <a:lnTo>
                  <a:pt x="101575" y="24927"/>
                </a:lnTo>
                <a:lnTo>
                  <a:pt x="119472" y="18717"/>
                </a:lnTo>
                <a:lnTo>
                  <a:pt x="137360" y="12516"/>
                </a:lnTo>
                <a:lnTo>
                  <a:pt x="155258" y="6306"/>
                </a:lnTo>
                <a:lnTo>
                  <a:pt x="173145" y="95"/>
                </a:lnTo>
                <a:lnTo>
                  <a:pt x="186690" y="0"/>
                </a:lnTo>
                <a:lnTo>
                  <a:pt x="186690" y="18936"/>
                </a:lnTo>
                <a:lnTo>
                  <a:pt x="186690" y="37871"/>
                </a:lnTo>
                <a:lnTo>
                  <a:pt x="186690" y="56817"/>
                </a:lnTo>
                <a:lnTo>
                  <a:pt x="186690" y="75752"/>
                </a:lnTo>
                <a:lnTo>
                  <a:pt x="186690" y="94688"/>
                </a:lnTo>
                <a:lnTo>
                  <a:pt x="186690" y="113624"/>
                </a:lnTo>
                <a:lnTo>
                  <a:pt x="186690" y="132569"/>
                </a:lnTo>
                <a:lnTo>
                  <a:pt x="186690" y="151505"/>
                </a:lnTo>
                <a:lnTo>
                  <a:pt x="186690" y="170440"/>
                </a:lnTo>
                <a:lnTo>
                  <a:pt x="186690" y="189376"/>
                </a:lnTo>
                <a:lnTo>
                  <a:pt x="186690" y="208312"/>
                </a:lnTo>
                <a:lnTo>
                  <a:pt x="174069" y="218932"/>
                </a:lnTo>
                <a:lnTo>
                  <a:pt x="156658" y="226390"/>
                </a:lnTo>
                <a:lnTo>
                  <a:pt x="139256" y="233848"/>
                </a:lnTo>
                <a:lnTo>
                  <a:pt x="121844" y="241306"/>
                </a:lnTo>
                <a:lnTo>
                  <a:pt x="104442" y="248774"/>
                </a:lnTo>
                <a:lnTo>
                  <a:pt x="87030" y="256232"/>
                </a:lnTo>
                <a:lnTo>
                  <a:pt x="69628" y="263690"/>
                </a:lnTo>
                <a:lnTo>
                  <a:pt x="52216" y="271148"/>
                </a:lnTo>
                <a:lnTo>
                  <a:pt x="34814" y="278606"/>
                </a:lnTo>
                <a:lnTo>
                  <a:pt x="17402" y="286074"/>
                </a:lnTo>
                <a:lnTo>
                  <a:pt x="0" y="293532"/>
                </a:lnTo>
              </a:path>
            </a:pathLst>
          </a:custGeom>
          <a:solidFill xmlns:a="http://schemas.openxmlformats.org/drawingml/2006/main">
            <a:srgbClr val="D4D2CA"/>
          </a:solidFill>
          <a:ln xmlns:a="http://schemas.openxmlformats.org/drawingml/2006/main" w="24765">
            <a:solidFill>
              <a:srgbClr val="F5F4EF">
                <a:alpha val="90000"/>
              </a:srgbClr>
            </a:solidFill>
            <a:prstDash val="solid"/>
          </a:ln>
        </p:spPr>
      </p:sp>
      <p:sp>
        <p:nvSpPr>
          <p:cNvPr id="2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8EA627B3-EC94-423A-AF78-C6DF92A0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6343" y="5415915"/>
            <a:ext cx="1109615" cy="80010"/>
          </a:xfrm>
          <a:custGeom xmlns:a="http://schemas.openxmlformats.org/drawingml/2006/main">
            <a:pathLst>
              <a:path w="1109615" h="80010">
                <a:moveTo>
                  <a:pt x="0" y="80010"/>
                </a:moveTo>
                <a:lnTo>
                  <a:pt x="19021" y="80010"/>
                </a:lnTo>
                <a:lnTo>
                  <a:pt x="38043" y="80010"/>
                </a:lnTo>
                <a:lnTo>
                  <a:pt x="57064" y="80010"/>
                </a:lnTo>
                <a:lnTo>
                  <a:pt x="76095" y="80010"/>
                </a:lnTo>
                <a:lnTo>
                  <a:pt x="95117" y="80010"/>
                </a:lnTo>
                <a:lnTo>
                  <a:pt x="114138" y="80010"/>
                </a:lnTo>
                <a:lnTo>
                  <a:pt x="133160" y="80010"/>
                </a:lnTo>
                <a:lnTo>
                  <a:pt x="152181" y="80010"/>
                </a:lnTo>
                <a:lnTo>
                  <a:pt x="171202" y="80010"/>
                </a:lnTo>
                <a:lnTo>
                  <a:pt x="190233" y="80010"/>
                </a:lnTo>
                <a:lnTo>
                  <a:pt x="209255" y="80010"/>
                </a:lnTo>
                <a:lnTo>
                  <a:pt x="228276" y="80010"/>
                </a:lnTo>
                <a:lnTo>
                  <a:pt x="247298" y="80010"/>
                </a:lnTo>
                <a:lnTo>
                  <a:pt x="266319" y="80010"/>
                </a:lnTo>
                <a:lnTo>
                  <a:pt x="285340" y="80010"/>
                </a:lnTo>
                <a:lnTo>
                  <a:pt x="304371" y="80010"/>
                </a:lnTo>
                <a:lnTo>
                  <a:pt x="323393" y="80010"/>
                </a:lnTo>
                <a:lnTo>
                  <a:pt x="342414" y="80010"/>
                </a:lnTo>
                <a:lnTo>
                  <a:pt x="361436" y="80010"/>
                </a:lnTo>
                <a:lnTo>
                  <a:pt x="380457" y="80010"/>
                </a:lnTo>
                <a:lnTo>
                  <a:pt x="399479" y="80010"/>
                </a:lnTo>
                <a:lnTo>
                  <a:pt x="418509" y="80010"/>
                </a:lnTo>
                <a:lnTo>
                  <a:pt x="437531" y="80010"/>
                </a:lnTo>
                <a:lnTo>
                  <a:pt x="456552" y="80010"/>
                </a:lnTo>
                <a:lnTo>
                  <a:pt x="475574" y="80010"/>
                </a:lnTo>
                <a:lnTo>
                  <a:pt x="494595" y="80010"/>
                </a:lnTo>
                <a:lnTo>
                  <a:pt x="513617" y="80010"/>
                </a:lnTo>
                <a:lnTo>
                  <a:pt x="532638" y="80010"/>
                </a:lnTo>
                <a:lnTo>
                  <a:pt x="551669" y="80010"/>
                </a:lnTo>
                <a:lnTo>
                  <a:pt x="570690" y="80010"/>
                </a:lnTo>
                <a:lnTo>
                  <a:pt x="589712" y="80010"/>
                </a:lnTo>
                <a:lnTo>
                  <a:pt x="608733" y="80010"/>
                </a:lnTo>
                <a:lnTo>
                  <a:pt x="627755" y="80010"/>
                </a:lnTo>
                <a:lnTo>
                  <a:pt x="646776" y="80010"/>
                </a:lnTo>
                <a:lnTo>
                  <a:pt x="665807" y="80010"/>
                </a:lnTo>
                <a:lnTo>
                  <a:pt x="684828" y="80010"/>
                </a:lnTo>
                <a:lnTo>
                  <a:pt x="703850" y="80010"/>
                </a:lnTo>
                <a:lnTo>
                  <a:pt x="722871" y="80010"/>
                </a:lnTo>
                <a:lnTo>
                  <a:pt x="741893" y="80010"/>
                </a:lnTo>
                <a:lnTo>
                  <a:pt x="760914" y="80010"/>
                </a:lnTo>
                <a:lnTo>
                  <a:pt x="779945" y="80010"/>
                </a:lnTo>
                <a:lnTo>
                  <a:pt x="798967" y="80010"/>
                </a:lnTo>
                <a:lnTo>
                  <a:pt x="817988" y="80010"/>
                </a:lnTo>
                <a:lnTo>
                  <a:pt x="837009" y="80010"/>
                </a:lnTo>
                <a:lnTo>
                  <a:pt x="856031" y="80010"/>
                </a:lnTo>
                <a:lnTo>
                  <a:pt x="875052" y="80010"/>
                </a:lnTo>
                <a:lnTo>
                  <a:pt x="894083" y="80010"/>
                </a:lnTo>
                <a:lnTo>
                  <a:pt x="913105" y="80010"/>
                </a:lnTo>
                <a:lnTo>
                  <a:pt x="932002" y="79410"/>
                </a:lnTo>
                <a:lnTo>
                  <a:pt x="949490" y="71914"/>
                </a:lnTo>
                <a:lnTo>
                  <a:pt x="966968" y="64418"/>
                </a:lnTo>
                <a:lnTo>
                  <a:pt x="984456" y="56921"/>
                </a:lnTo>
                <a:lnTo>
                  <a:pt x="1001944" y="49435"/>
                </a:lnTo>
                <a:lnTo>
                  <a:pt x="1019423" y="41939"/>
                </a:lnTo>
                <a:lnTo>
                  <a:pt x="1036911" y="34442"/>
                </a:lnTo>
                <a:lnTo>
                  <a:pt x="1054398" y="26956"/>
                </a:lnTo>
                <a:lnTo>
                  <a:pt x="1071877" y="19460"/>
                </a:lnTo>
                <a:lnTo>
                  <a:pt x="1089365" y="11963"/>
                </a:lnTo>
                <a:lnTo>
                  <a:pt x="1106853" y="4467"/>
                </a:lnTo>
                <a:lnTo>
                  <a:pt x="1109615" y="0"/>
                </a:lnTo>
                <a:lnTo>
                  <a:pt x="1090584" y="0"/>
                </a:lnTo>
                <a:lnTo>
                  <a:pt x="1071563" y="0"/>
                </a:lnTo>
                <a:lnTo>
                  <a:pt x="1052541" y="0"/>
                </a:lnTo>
                <a:lnTo>
                  <a:pt x="1033520" y="0"/>
                </a:lnTo>
                <a:lnTo>
                  <a:pt x="1014498" y="0"/>
                </a:lnTo>
                <a:lnTo>
                  <a:pt x="995477" y="0"/>
                </a:lnTo>
                <a:lnTo>
                  <a:pt x="976446" y="0"/>
                </a:lnTo>
                <a:lnTo>
                  <a:pt x="957424" y="0"/>
                </a:lnTo>
                <a:lnTo>
                  <a:pt x="938403" y="0"/>
                </a:lnTo>
                <a:lnTo>
                  <a:pt x="919382" y="0"/>
                </a:lnTo>
                <a:lnTo>
                  <a:pt x="900360" y="0"/>
                </a:lnTo>
                <a:lnTo>
                  <a:pt x="881339" y="0"/>
                </a:lnTo>
                <a:lnTo>
                  <a:pt x="862308" y="0"/>
                </a:lnTo>
                <a:lnTo>
                  <a:pt x="843286" y="0"/>
                </a:lnTo>
                <a:lnTo>
                  <a:pt x="824265" y="0"/>
                </a:lnTo>
                <a:lnTo>
                  <a:pt x="805244" y="0"/>
                </a:lnTo>
                <a:lnTo>
                  <a:pt x="786222" y="0"/>
                </a:lnTo>
                <a:lnTo>
                  <a:pt x="767201" y="0"/>
                </a:lnTo>
                <a:lnTo>
                  <a:pt x="748170" y="0"/>
                </a:lnTo>
                <a:lnTo>
                  <a:pt x="729148" y="0"/>
                </a:lnTo>
                <a:lnTo>
                  <a:pt x="710127" y="0"/>
                </a:lnTo>
                <a:lnTo>
                  <a:pt x="691105" y="0"/>
                </a:lnTo>
                <a:lnTo>
                  <a:pt x="672084" y="0"/>
                </a:lnTo>
                <a:lnTo>
                  <a:pt x="653063" y="0"/>
                </a:lnTo>
                <a:lnTo>
                  <a:pt x="634032" y="0"/>
                </a:lnTo>
                <a:lnTo>
                  <a:pt x="615010" y="0"/>
                </a:lnTo>
                <a:lnTo>
                  <a:pt x="595989" y="0"/>
                </a:lnTo>
                <a:lnTo>
                  <a:pt x="576967" y="0"/>
                </a:lnTo>
                <a:lnTo>
                  <a:pt x="557946" y="0"/>
                </a:lnTo>
                <a:lnTo>
                  <a:pt x="538925" y="0"/>
                </a:lnTo>
                <a:lnTo>
                  <a:pt x="519903" y="0"/>
                </a:lnTo>
                <a:lnTo>
                  <a:pt x="500872" y="0"/>
                </a:lnTo>
                <a:lnTo>
                  <a:pt x="481851" y="0"/>
                </a:lnTo>
                <a:lnTo>
                  <a:pt x="462829" y="0"/>
                </a:lnTo>
                <a:lnTo>
                  <a:pt x="443808" y="0"/>
                </a:lnTo>
                <a:lnTo>
                  <a:pt x="424786" y="0"/>
                </a:lnTo>
                <a:lnTo>
                  <a:pt x="405765" y="0"/>
                </a:lnTo>
                <a:lnTo>
                  <a:pt x="386734" y="0"/>
                </a:lnTo>
                <a:lnTo>
                  <a:pt x="367713" y="0"/>
                </a:lnTo>
                <a:lnTo>
                  <a:pt x="348691" y="0"/>
                </a:lnTo>
                <a:lnTo>
                  <a:pt x="329670" y="0"/>
                </a:lnTo>
                <a:lnTo>
                  <a:pt x="310648" y="0"/>
                </a:lnTo>
                <a:lnTo>
                  <a:pt x="291627" y="0"/>
                </a:lnTo>
                <a:lnTo>
                  <a:pt x="272596" y="0"/>
                </a:lnTo>
                <a:lnTo>
                  <a:pt x="253575" y="0"/>
                </a:lnTo>
                <a:lnTo>
                  <a:pt x="235058" y="3181"/>
                </a:lnTo>
                <a:lnTo>
                  <a:pt x="216980" y="9087"/>
                </a:lnTo>
                <a:lnTo>
                  <a:pt x="198901" y="15002"/>
                </a:lnTo>
                <a:lnTo>
                  <a:pt x="180813" y="20907"/>
                </a:lnTo>
                <a:lnTo>
                  <a:pt x="162735" y="26822"/>
                </a:lnTo>
                <a:lnTo>
                  <a:pt x="144656" y="32728"/>
                </a:lnTo>
                <a:lnTo>
                  <a:pt x="126568" y="38643"/>
                </a:lnTo>
                <a:lnTo>
                  <a:pt x="108490" y="44548"/>
                </a:lnTo>
                <a:lnTo>
                  <a:pt x="90411" y="50463"/>
                </a:lnTo>
                <a:lnTo>
                  <a:pt x="72323" y="56369"/>
                </a:lnTo>
                <a:lnTo>
                  <a:pt x="54245" y="62284"/>
                </a:lnTo>
                <a:lnTo>
                  <a:pt x="36166" y="68189"/>
                </a:lnTo>
                <a:lnTo>
                  <a:pt x="18078" y="74105"/>
                </a:lnTo>
                <a:lnTo>
                  <a:pt x="0" y="80010"/>
                </a:lnTo>
              </a:path>
            </a:pathLst>
          </a:custGeom>
          <a:solidFill xmlns:a="http://schemas.openxmlformats.org/drawingml/2006/main">
            <a:srgbClr val="DBDAD2"/>
          </a:solidFill>
          <a:ln xmlns:a="http://schemas.openxmlformats.org/drawingml/2006/main" w="24765">
            <a:solidFill>
              <a:srgbClr val="F5F4EF">
                <a:alpha val="90000"/>
              </a:srgbClr>
            </a:solidFill>
            <a:prstDash val="solid"/>
          </a:ln>
        </p:spPr>
      </p:sp>
      <p:sp>
        <p:nvSpPr>
          <p:cNvPr id="2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A20CFA7D-7A6D-4869-B6F4-53E66451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5873" y="5415915"/>
            <a:ext cx="1022033" cy="80010"/>
          </a:xfrm>
          <a:custGeom xmlns:a="http://schemas.openxmlformats.org/drawingml/2006/main">
            <a:pathLst>
              <a:path w="1022033" h="80010">
                <a:moveTo>
                  <a:pt x="0" y="80010"/>
                </a:moveTo>
                <a:lnTo>
                  <a:pt x="18879" y="80010"/>
                </a:lnTo>
                <a:lnTo>
                  <a:pt x="37748" y="80010"/>
                </a:lnTo>
                <a:lnTo>
                  <a:pt x="56626" y="80010"/>
                </a:lnTo>
                <a:lnTo>
                  <a:pt x="75505" y="80010"/>
                </a:lnTo>
                <a:lnTo>
                  <a:pt x="94374" y="80010"/>
                </a:lnTo>
                <a:lnTo>
                  <a:pt x="113252" y="80010"/>
                </a:lnTo>
                <a:lnTo>
                  <a:pt x="132131" y="80010"/>
                </a:lnTo>
                <a:lnTo>
                  <a:pt x="151000" y="80010"/>
                </a:lnTo>
                <a:lnTo>
                  <a:pt x="169878" y="80010"/>
                </a:lnTo>
                <a:lnTo>
                  <a:pt x="188757" y="80010"/>
                </a:lnTo>
                <a:lnTo>
                  <a:pt x="207626" y="80010"/>
                </a:lnTo>
                <a:lnTo>
                  <a:pt x="226505" y="80010"/>
                </a:lnTo>
                <a:lnTo>
                  <a:pt x="245383" y="80010"/>
                </a:lnTo>
                <a:lnTo>
                  <a:pt x="264262" y="80010"/>
                </a:lnTo>
                <a:lnTo>
                  <a:pt x="283131" y="80010"/>
                </a:lnTo>
                <a:lnTo>
                  <a:pt x="302009" y="80010"/>
                </a:lnTo>
                <a:lnTo>
                  <a:pt x="320888" y="80010"/>
                </a:lnTo>
                <a:lnTo>
                  <a:pt x="339757" y="80010"/>
                </a:lnTo>
                <a:lnTo>
                  <a:pt x="358635" y="80010"/>
                </a:lnTo>
                <a:lnTo>
                  <a:pt x="377514" y="80010"/>
                </a:lnTo>
                <a:lnTo>
                  <a:pt x="396383" y="80010"/>
                </a:lnTo>
                <a:lnTo>
                  <a:pt x="415261" y="80010"/>
                </a:lnTo>
                <a:lnTo>
                  <a:pt x="434140" y="80010"/>
                </a:lnTo>
                <a:lnTo>
                  <a:pt x="453009" y="80010"/>
                </a:lnTo>
                <a:lnTo>
                  <a:pt x="471888" y="80010"/>
                </a:lnTo>
                <a:lnTo>
                  <a:pt x="490766" y="80010"/>
                </a:lnTo>
                <a:lnTo>
                  <a:pt x="509635" y="80010"/>
                </a:lnTo>
                <a:lnTo>
                  <a:pt x="528514" y="80010"/>
                </a:lnTo>
                <a:lnTo>
                  <a:pt x="547392" y="80010"/>
                </a:lnTo>
                <a:lnTo>
                  <a:pt x="566261" y="80010"/>
                </a:lnTo>
                <a:lnTo>
                  <a:pt x="585140" y="80010"/>
                </a:lnTo>
                <a:lnTo>
                  <a:pt x="604018" y="80010"/>
                </a:lnTo>
                <a:lnTo>
                  <a:pt x="622887" y="80010"/>
                </a:lnTo>
                <a:lnTo>
                  <a:pt x="641766" y="80010"/>
                </a:lnTo>
                <a:lnTo>
                  <a:pt x="660644" y="80010"/>
                </a:lnTo>
                <a:lnTo>
                  <a:pt x="679514" y="80010"/>
                </a:lnTo>
                <a:lnTo>
                  <a:pt x="698392" y="80010"/>
                </a:lnTo>
                <a:lnTo>
                  <a:pt x="717271" y="80010"/>
                </a:lnTo>
                <a:lnTo>
                  <a:pt x="736149" y="80010"/>
                </a:lnTo>
                <a:lnTo>
                  <a:pt x="755018" y="80010"/>
                </a:lnTo>
                <a:lnTo>
                  <a:pt x="773897" y="80010"/>
                </a:lnTo>
                <a:lnTo>
                  <a:pt x="792775" y="80010"/>
                </a:lnTo>
                <a:lnTo>
                  <a:pt x="811644" y="80010"/>
                </a:lnTo>
                <a:lnTo>
                  <a:pt x="830523" y="80010"/>
                </a:lnTo>
                <a:lnTo>
                  <a:pt x="848001" y="73095"/>
                </a:lnTo>
                <a:lnTo>
                  <a:pt x="865403" y="65780"/>
                </a:lnTo>
                <a:lnTo>
                  <a:pt x="882806" y="58474"/>
                </a:lnTo>
                <a:lnTo>
                  <a:pt x="900217" y="51168"/>
                </a:lnTo>
                <a:lnTo>
                  <a:pt x="917619" y="43853"/>
                </a:lnTo>
                <a:lnTo>
                  <a:pt x="935022" y="36547"/>
                </a:lnTo>
                <a:lnTo>
                  <a:pt x="952424" y="29232"/>
                </a:lnTo>
                <a:lnTo>
                  <a:pt x="969826" y="21927"/>
                </a:lnTo>
                <a:lnTo>
                  <a:pt x="987228" y="14621"/>
                </a:lnTo>
                <a:lnTo>
                  <a:pt x="1004630" y="7306"/>
                </a:lnTo>
                <a:lnTo>
                  <a:pt x="10220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4EF">
                <a:alpha val="55000"/>
              </a:srgbClr>
            </a:solidFill>
            <a:prstDash val="solid"/>
          </a:ln>
        </p:spPr>
      </p:sp>
      <p:sp>
        <p:nvSpPr>
          <p:cNvPr id="2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CAD1DCD8-696E-4DB6-9D4C-4475C65D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7808" y="5415915"/>
            <a:ext cx="7800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4EF">
                <a:alpha val="55000"/>
              </a:srgbClr>
            </a:solidFill>
            <a:prstDash val="solid"/>
          </a:ln>
        </p:spPr>
      </p:sp>
      <p:sp>
        <p:nvSpPr>
          <p:cNvPr id="2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55B057DD-0F7D-4635-8559-C38F8009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4983690"/>
            <a:ext cx="129540" cy="278873"/>
          </a:xfrm>
          <a:custGeom xmlns:a="http://schemas.openxmlformats.org/drawingml/2006/main">
            <a:pathLst>
              <a:path w="129540" h="278873">
                <a:moveTo>
                  <a:pt x="0" y="278873"/>
                </a:moveTo>
                <a:lnTo>
                  <a:pt x="0" y="259994"/>
                </a:lnTo>
                <a:lnTo>
                  <a:pt x="0" y="241116"/>
                </a:lnTo>
                <a:lnTo>
                  <a:pt x="0" y="222237"/>
                </a:lnTo>
                <a:lnTo>
                  <a:pt x="0" y="203359"/>
                </a:lnTo>
                <a:lnTo>
                  <a:pt x="0" y="184480"/>
                </a:lnTo>
                <a:lnTo>
                  <a:pt x="0" y="165602"/>
                </a:lnTo>
                <a:lnTo>
                  <a:pt x="0" y="146723"/>
                </a:lnTo>
                <a:lnTo>
                  <a:pt x="0" y="127845"/>
                </a:lnTo>
                <a:lnTo>
                  <a:pt x="0" y="108966"/>
                </a:lnTo>
                <a:lnTo>
                  <a:pt x="0" y="90087"/>
                </a:lnTo>
                <a:lnTo>
                  <a:pt x="0" y="71199"/>
                </a:lnTo>
                <a:lnTo>
                  <a:pt x="0" y="52321"/>
                </a:lnTo>
                <a:lnTo>
                  <a:pt x="11249" y="41129"/>
                </a:lnTo>
                <a:lnTo>
                  <a:pt x="28832" y="34280"/>
                </a:lnTo>
                <a:lnTo>
                  <a:pt x="46425" y="27422"/>
                </a:lnTo>
                <a:lnTo>
                  <a:pt x="64018" y="20564"/>
                </a:lnTo>
                <a:lnTo>
                  <a:pt x="81610" y="13706"/>
                </a:lnTo>
                <a:lnTo>
                  <a:pt x="99203" y="6858"/>
                </a:lnTo>
                <a:lnTo>
                  <a:pt x="116786" y="0"/>
                </a:lnTo>
                <a:lnTo>
                  <a:pt x="129540" y="229"/>
                </a:lnTo>
                <a:lnTo>
                  <a:pt x="129540" y="19107"/>
                </a:lnTo>
                <a:lnTo>
                  <a:pt x="129540" y="37986"/>
                </a:lnTo>
                <a:lnTo>
                  <a:pt x="129540" y="56864"/>
                </a:lnTo>
                <a:lnTo>
                  <a:pt x="129540" y="75743"/>
                </a:lnTo>
                <a:lnTo>
                  <a:pt x="129540" y="94621"/>
                </a:lnTo>
                <a:lnTo>
                  <a:pt x="129540" y="113500"/>
                </a:lnTo>
                <a:lnTo>
                  <a:pt x="129540" y="132388"/>
                </a:lnTo>
                <a:lnTo>
                  <a:pt x="129540" y="151267"/>
                </a:lnTo>
                <a:lnTo>
                  <a:pt x="129540" y="170145"/>
                </a:lnTo>
                <a:lnTo>
                  <a:pt x="129540" y="189024"/>
                </a:lnTo>
                <a:lnTo>
                  <a:pt x="129540" y="207902"/>
                </a:lnTo>
                <a:lnTo>
                  <a:pt x="118205" y="219770"/>
                </a:lnTo>
                <a:lnTo>
                  <a:pt x="101317" y="228219"/>
                </a:lnTo>
                <a:lnTo>
                  <a:pt x="84430" y="236658"/>
                </a:lnTo>
                <a:lnTo>
                  <a:pt x="67542" y="245107"/>
                </a:lnTo>
                <a:lnTo>
                  <a:pt x="50654" y="253546"/>
                </a:lnTo>
                <a:lnTo>
                  <a:pt x="33776" y="261995"/>
                </a:lnTo>
                <a:lnTo>
                  <a:pt x="16888" y="270434"/>
                </a:lnTo>
                <a:lnTo>
                  <a:pt x="0" y="278873"/>
                </a:lnTo>
              </a:path>
            </a:pathLst>
          </a:custGeom>
          <a:solidFill xmlns:a="http://schemas.openxmlformats.org/drawingml/2006/main">
            <a:srgbClr val="D0CEC5"/>
          </a:solidFill>
          <a:ln xmlns:a="http://schemas.openxmlformats.org/drawingml/2006/main" w="24765">
            <a:solidFill>
              <a:srgbClr val="F5F4EF">
                <a:alpha val="90000"/>
              </a:srgbClr>
            </a:solidFill>
            <a:prstDash val="solid"/>
          </a:ln>
        </p:spPr>
      </p:sp>
      <p:sp>
        <p:nvSpPr>
          <p:cNvPr id="2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D4757D0D-022C-48AF-884E-CAEECD43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6935" y="5197793"/>
            <a:ext cx="1051874" cy="64770"/>
          </a:xfrm>
          <a:custGeom xmlns:a="http://schemas.openxmlformats.org/drawingml/2006/main">
            <a:pathLst>
              <a:path w="1051874" h="64770">
                <a:moveTo>
                  <a:pt x="0" y="64770"/>
                </a:moveTo>
                <a:lnTo>
                  <a:pt x="18974" y="64770"/>
                </a:lnTo>
                <a:lnTo>
                  <a:pt x="37957" y="64770"/>
                </a:lnTo>
                <a:lnTo>
                  <a:pt x="56931" y="64770"/>
                </a:lnTo>
                <a:lnTo>
                  <a:pt x="75914" y="64770"/>
                </a:lnTo>
                <a:lnTo>
                  <a:pt x="94888" y="64770"/>
                </a:lnTo>
                <a:lnTo>
                  <a:pt x="113871" y="64770"/>
                </a:lnTo>
                <a:lnTo>
                  <a:pt x="132845" y="64770"/>
                </a:lnTo>
                <a:lnTo>
                  <a:pt x="151829" y="64770"/>
                </a:lnTo>
                <a:lnTo>
                  <a:pt x="170802" y="64770"/>
                </a:lnTo>
                <a:lnTo>
                  <a:pt x="189786" y="64770"/>
                </a:lnTo>
                <a:lnTo>
                  <a:pt x="208759" y="64770"/>
                </a:lnTo>
                <a:lnTo>
                  <a:pt x="227743" y="64770"/>
                </a:lnTo>
                <a:lnTo>
                  <a:pt x="246717" y="64770"/>
                </a:lnTo>
                <a:lnTo>
                  <a:pt x="265700" y="64770"/>
                </a:lnTo>
                <a:lnTo>
                  <a:pt x="284674" y="64770"/>
                </a:lnTo>
                <a:lnTo>
                  <a:pt x="303657" y="64770"/>
                </a:lnTo>
                <a:lnTo>
                  <a:pt x="322631" y="64770"/>
                </a:lnTo>
                <a:lnTo>
                  <a:pt x="341614" y="64770"/>
                </a:lnTo>
                <a:lnTo>
                  <a:pt x="360588" y="64770"/>
                </a:lnTo>
                <a:lnTo>
                  <a:pt x="379571" y="64770"/>
                </a:lnTo>
                <a:lnTo>
                  <a:pt x="398545" y="64770"/>
                </a:lnTo>
                <a:lnTo>
                  <a:pt x="417528" y="64770"/>
                </a:lnTo>
                <a:lnTo>
                  <a:pt x="436502" y="64770"/>
                </a:lnTo>
                <a:lnTo>
                  <a:pt x="455486" y="64770"/>
                </a:lnTo>
                <a:lnTo>
                  <a:pt x="474459" y="64770"/>
                </a:lnTo>
                <a:lnTo>
                  <a:pt x="493443" y="64770"/>
                </a:lnTo>
                <a:lnTo>
                  <a:pt x="512416" y="64770"/>
                </a:lnTo>
                <a:lnTo>
                  <a:pt x="531400" y="64770"/>
                </a:lnTo>
                <a:lnTo>
                  <a:pt x="550374" y="64770"/>
                </a:lnTo>
                <a:lnTo>
                  <a:pt x="569357" y="64770"/>
                </a:lnTo>
                <a:lnTo>
                  <a:pt x="588331" y="64770"/>
                </a:lnTo>
                <a:lnTo>
                  <a:pt x="607314" y="64770"/>
                </a:lnTo>
                <a:lnTo>
                  <a:pt x="626288" y="64770"/>
                </a:lnTo>
                <a:lnTo>
                  <a:pt x="645271" y="64770"/>
                </a:lnTo>
                <a:lnTo>
                  <a:pt x="664245" y="64770"/>
                </a:lnTo>
                <a:lnTo>
                  <a:pt x="683228" y="64770"/>
                </a:lnTo>
                <a:lnTo>
                  <a:pt x="702202" y="64770"/>
                </a:lnTo>
                <a:lnTo>
                  <a:pt x="721185" y="64770"/>
                </a:lnTo>
                <a:lnTo>
                  <a:pt x="740159" y="64770"/>
                </a:lnTo>
                <a:lnTo>
                  <a:pt x="759143" y="64770"/>
                </a:lnTo>
                <a:lnTo>
                  <a:pt x="778116" y="64770"/>
                </a:lnTo>
                <a:lnTo>
                  <a:pt x="797100" y="64770"/>
                </a:lnTo>
                <a:lnTo>
                  <a:pt x="816073" y="64770"/>
                </a:lnTo>
                <a:lnTo>
                  <a:pt x="835047" y="64770"/>
                </a:lnTo>
                <a:lnTo>
                  <a:pt x="854031" y="64770"/>
                </a:lnTo>
                <a:lnTo>
                  <a:pt x="873004" y="64770"/>
                </a:lnTo>
                <a:lnTo>
                  <a:pt x="891988" y="64770"/>
                </a:lnTo>
                <a:lnTo>
                  <a:pt x="910961" y="64770"/>
                </a:lnTo>
                <a:lnTo>
                  <a:pt x="929916" y="64637"/>
                </a:lnTo>
                <a:lnTo>
                  <a:pt x="946890" y="56150"/>
                </a:lnTo>
                <a:lnTo>
                  <a:pt x="963863" y="47663"/>
                </a:lnTo>
                <a:lnTo>
                  <a:pt x="980837" y="39167"/>
                </a:lnTo>
                <a:lnTo>
                  <a:pt x="997810" y="30680"/>
                </a:lnTo>
                <a:lnTo>
                  <a:pt x="1014784" y="22193"/>
                </a:lnTo>
                <a:lnTo>
                  <a:pt x="1031758" y="13706"/>
                </a:lnTo>
                <a:lnTo>
                  <a:pt x="1048741" y="5220"/>
                </a:lnTo>
                <a:lnTo>
                  <a:pt x="1051874" y="0"/>
                </a:lnTo>
                <a:lnTo>
                  <a:pt x="1032901" y="0"/>
                </a:lnTo>
                <a:lnTo>
                  <a:pt x="1013917" y="0"/>
                </a:lnTo>
                <a:lnTo>
                  <a:pt x="994943" y="0"/>
                </a:lnTo>
                <a:lnTo>
                  <a:pt x="975960" y="0"/>
                </a:lnTo>
                <a:lnTo>
                  <a:pt x="956986" y="0"/>
                </a:lnTo>
                <a:lnTo>
                  <a:pt x="938003" y="0"/>
                </a:lnTo>
                <a:lnTo>
                  <a:pt x="919029" y="0"/>
                </a:lnTo>
                <a:lnTo>
                  <a:pt x="900046" y="0"/>
                </a:lnTo>
                <a:lnTo>
                  <a:pt x="881072" y="0"/>
                </a:lnTo>
                <a:lnTo>
                  <a:pt x="862089" y="0"/>
                </a:lnTo>
                <a:lnTo>
                  <a:pt x="843115" y="0"/>
                </a:lnTo>
                <a:lnTo>
                  <a:pt x="824132" y="0"/>
                </a:lnTo>
                <a:lnTo>
                  <a:pt x="805158" y="0"/>
                </a:lnTo>
                <a:lnTo>
                  <a:pt x="786174" y="0"/>
                </a:lnTo>
                <a:lnTo>
                  <a:pt x="767201" y="0"/>
                </a:lnTo>
                <a:lnTo>
                  <a:pt x="748217" y="0"/>
                </a:lnTo>
                <a:lnTo>
                  <a:pt x="729244" y="0"/>
                </a:lnTo>
                <a:lnTo>
                  <a:pt x="710260" y="0"/>
                </a:lnTo>
                <a:lnTo>
                  <a:pt x="691286" y="0"/>
                </a:lnTo>
                <a:lnTo>
                  <a:pt x="672303" y="0"/>
                </a:lnTo>
                <a:lnTo>
                  <a:pt x="653329" y="0"/>
                </a:lnTo>
                <a:lnTo>
                  <a:pt x="634355" y="0"/>
                </a:lnTo>
                <a:lnTo>
                  <a:pt x="615372" y="0"/>
                </a:lnTo>
                <a:lnTo>
                  <a:pt x="596398" y="0"/>
                </a:lnTo>
                <a:lnTo>
                  <a:pt x="577415" y="0"/>
                </a:lnTo>
                <a:lnTo>
                  <a:pt x="558441" y="0"/>
                </a:lnTo>
                <a:lnTo>
                  <a:pt x="539458" y="0"/>
                </a:lnTo>
                <a:lnTo>
                  <a:pt x="520484" y="0"/>
                </a:lnTo>
                <a:lnTo>
                  <a:pt x="501501" y="0"/>
                </a:lnTo>
                <a:lnTo>
                  <a:pt x="482527" y="0"/>
                </a:lnTo>
                <a:lnTo>
                  <a:pt x="463544" y="0"/>
                </a:lnTo>
                <a:lnTo>
                  <a:pt x="444570" y="0"/>
                </a:lnTo>
                <a:lnTo>
                  <a:pt x="425587" y="0"/>
                </a:lnTo>
                <a:lnTo>
                  <a:pt x="406613" y="0"/>
                </a:lnTo>
                <a:lnTo>
                  <a:pt x="387629" y="0"/>
                </a:lnTo>
                <a:lnTo>
                  <a:pt x="368656" y="0"/>
                </a:lnTo>
                <a:lnTo>
                  <a:pt x="349672" y="0"/>
                </a:lnTo>
                <a:lnTo>
                  <a:pt x="330698" y="0"/>
                </a:lnTo>
                <a:lnTo>
                  <a:pt x="311715" y="0"/>
                </a:lnTo>
                <a:lnTo>
                  <a:pt x="292741" y="0"/>
                </a:lnTo>
                <a:lnTo>
                  <a:pt x="273758" y="0"/>
                </a:lnTo>
                <a:lnTo>
                  <a:pt x="254784" y="0"/>
                </a:lnTo>
                <a:lnTo>
                  <a:pt x="235801" y="0"/>
                </a:lnTo>
                <a:lnTo>
                  <a:pt x="216827" y="0"/>
                </a:lnTo>
                <a:lnTo>
                  <a:pt x="197844" y="0"/>
                </a:lnTo>
                <a:lnTo>
                  <a:pt x="179299" y="2562"/>
                </a:lnTo>
                <a:lnTo>
                  <a:pt x="161373" y="8782"/>
                </a:lnTo>
                <a:lnTo>
                  <a:pt x="143437" y="15002"/>
                </a:lnTo>
                <a:lnTo>
                  <a:pt x="125511" y="21222"/>
                </a:lnTo>
                <a:lnTo>
                  <a:pt x="107575" y="27442"/>
                </a:lnTo>
                <a:lnTo>
                  <a:pt x="89649" y="33671"/>
                </a:lnTo>
                <a:lnTo>
                  <a:pt x="71723" y="39891"/>
                </a:lnTo>
                <a:lnTo>
                  <a:pt x="53788" y="46111"/>
                </a:lnTo>
                <a:lnTo>
                  <a:pt x="35862" y="52330"/>
                </a:lnTo>
                <a:lnTo>
                  <a:pt x="17926" y="58550"/>
                </a:lnTo>
                <a:lnTo>
                  <a:pt x="0" y="64770"/>
                </a:lnTo>
              </a:path>
            </a:pathLst>
          </a:custGeom>
          <a:solidFill xmlns:a="http://schemas.openxmlformats.org/drawingml/2006/main">
            <a:srgbClr val="D7D5CD"/>
          </a:solidFill>
          <a:ln xmlns:a="http://schemas.openxmlformats.org/drawingml/2006/main" w="24765">
            <a:solidFill>
              <a:srgbClr val="F5F4EF">
                <a:alpha val="90000"/>
              </a:srgbClr>
            </a:solidFill>
            <a:prstDash val="solid"/>
          </a:ln>
        </p:spPr>
      </p:sp>
      <p:sp>
        <p:nvSpPr>
          <p:cNvPr id="2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79B188F7-B1E5-4471-B809-BC790CC3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513" y="5197793"/>
            <a:ext cx="964883" cy="64770"/>
          </a:xfrm>
          <a:custGeom xmlns:a="http://schemas.openxmlformats.org/drawingml/2006/main">
            <a:pathLst>
              <a:path w="964883" h="64770">
                <a:moveTo>
                  <a:pt x="0" y="64770"/>
                </a:moveTo>
                <a:lnTo>
                  <a:pt x="18840" y="64770"/>
                </a:lnTo>
                <a:lnTo>
                  <a:pt x="37690" y="64770"/>
                </a:lnTo>
                <a:lnTo>
                  <a:pt x="56531" y="64770"/>
                </a:lnTo>
                <a:lnTo>
                  <a:pt x="75371" y="64770"/>
                </a:lnTo>
                <a:lnTo>
                  <a:pt x="94221" y="64770"/>
                </a:lnTo>
                <a:lnTo>
                  <a:pt x="113062" y="64770"/>
                </a:lnTo>
                <a:lnTo>
                  <a:pt x="131902" y="64770"/>
                </a:lnTo>
                <a:lnTo>
                  <a:pt x="150752" y="64770"/>
                </a:lnTo>
                <a:lnTo>
                  <a:pt x="169593" y="64770"/>
                </a:lnTo>
                <a:lnTo>
                  <a:pt x="188443" y="64770"/>
                </a:lnTo>
                <a:lnTo>
                  <a:pt x="207283" y="64770"/>
                </a:lnTo>
                <a:lnTo>
                  <a:pt x="226123" y="64770"/>
                </a:lnTo>
                <a:lnTo>
                  <a:pt x="244973" y="64770"/>
                </a:lnTo>
                <a:lnTo>
                  <a:pt x="263814" y="64770"/>
                </a:lnTo>
                <a:lnTo>
                  <a:pt x="282654" y="64770"/>
                </a:lnTo>
                <a:lnTo>
                  <a:pt x="301504" y="64770"/>
                </a:lnTo>
                <a:lnTo>
                  <a:pt x="320345" y="64770"/>
                </a:lnTo>
                <a:lnTo>
                  <a:pt x="339185" y="64770"/>
                </a:lnTo>
                <a:lnTo>
                  <a:pt x="358035" y="64770"/>
                </a:lnTo>
                <a:lnTo>
                  <a:pt x="376876" y="64770"/>
                </a:lnTo>
                <a:lnTo>
                  <a:pt x="395716" y="64770"/>
                </a:lnTo>
                <a:lnTo>
                  <a:pt x="414566" y="64770"/>
                </a:lnTo>
                <a:lnTo>
                  <a:pt x="433407" y="64770"/>
                </a:lnTo>
                <a:lnTo>
                  <a:pt x="452247" y="64770"/>
                </a:lnTo>
                <a:lnTo>
                  <a:pt x="471097" y="64770"/>
                </a:lnTo>
                <a:lnTo>
                  <a:pt x="489937" y="64770"/>
                </a:lnTo>
                <a:lnTo>
                  <a:pt x="508778" y="64770"/>
                </a:lnTo>
                <a:lnTo>
                  <a:pt x="527628" y="64770"/>
                </a:lnTo>
                <a:lnTo>
                  <a:pt x="546468" y="64770"/>
                </a:lnTo>
                <a:lnTo>
                  <a:pt x="565309" y="64770"/>
                </a:lnTo>
                <a:lnTo>
                  <a:pt x="584159" y="64770"/>
                </a:lnTo>
                <a:lnTo>
                  <a:pt x="602999" y="64770"/>
                </a:lnTo>
                <a:lnTo>
                  <a:pt x="621849" y="64770"/>
                </a:lnTo>
                <a:lnTo>
                  <a:pt x="640690" y="64770"/>
                </a:lnTo>
                <a:lnTo>
                  <a:pt x="659530" y="64770"/>
                </a:lnTo>
                <a:lnTo>
                  <a:pt x="678380" y="64770"/>
                </a:lnTo>
                <a:lnTo>
                  <a:pt x="697220" y="64770"/>
                </a:lnTo>
                <a:lnTo>
                  <a:pt x="716061" y="64770"/>
                </a:lnTo>
                <a:lnTo>
                  <a:pt x="734911" y="64770"/>
                </a:lnTo>
                <a:lnTo>
                  <a:pt x="753751" y="64770"/>
                </a:lnTo>
                <a:lnTo>
                  <a:pt x="772592" y="64770"/>
                </a:lnTo>
                <a:lnTo>
                  <a:pt x="791442" y="64770"/>
                </a:lnTo>
                <a:lnTo>
                  <a:pt x="810282" y="64770"/>
                </a:lnTo>
                <a:lnTo>
                  <a:pt x="829123" y="64770"/>
                </a:lnTo>
                <a:lnTo>
                  <a:pt x="846392" y="57969"/>
                </a:lnTo>
                <a:lnTo>
                  <a:pt x="863317" y="49682"/>
                </a:lnTo>
                <a:lnTo>
                  <a:pt x="880253" y="41405"/>
                </a:lnTo>
                <a:lnTo>
                  <a:pt x="897179" y="33118"/>
                </a:lnTo>
                <a:lnTo>
                  <a:pt x="914105" y="24841"/>
                </a:lnTo>
                <a:lnTo>
                  <a:pt x="931031" y="16564"/>
                </a:lnTo>
                <a:lnTo>
                  <a:pt x="947957" y="8277"/>
                </a:lnTo>
                <a:lnTo>
                  <a:pt x="9648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4EF">
                <a:alpha val="55000"/>
              </a:srgbClr>
            </a:solidFill>
            <a:prstDash val="solid"/>
          </a:ln>
        </p:spPr>
      </p:sp>
      <p:sp>
        <p:nvSpPr>
          <p:cNvPr id="2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215DA550-D53B-4EC6-AC2E-C50C8476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0298" y="5197793"/>
            <a:ext cx="7800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4EF">
                <a:alpha val="55000"/>
              </a:srgbClr>
            </a:solidFill>
            <a:prstDash val="solid"/>
          </a:ln>
        </p:spPr>
      </p:sp>
      <p:sp>
        <p:nvSpPr>
          <p:cNvPr id="2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84CE6A01-6A64-4A84-BCE4-E4AB3A2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168" y="4978851"/>
            <a:ext cx="71438" cy="117843"/>
          </a:xfrm>
          <a:custGeom xmlns:a="http://schemas.openxmlformats.org/drawingml/2006/main">
            <a:pathLst>
              <a:path w="71438" h="117843">
                <a:moveTo>
                  <a:pt x="0" y="50349"/>
                </a:moveTo>
                <a:lnTo>
                  <a:pt x="0" y="60046"/>
                </a:lnTo>
                <a:lnTo>
                  <a:pt x="0" y="69742"/>
                </a:lnTo>
                <a:lnTo>
                  <a:pt x="0" y="79429"/>
                </a:lnTo>
                <a:lnTo>
                  <a:pt x="0" y="89125"/>
                </a:lnTo>
                <a:lnTo>
                  <a:pt x="0" y="98822"/>
                </a:lnTo>
                <a:lnTo>
                  <a:pt x="0" y="108509"/>
                </a:lnTo>
                <a:lnTo>
                  <a:pt x="191" y="117843"/>
                </a:lnTo>
                <a:lnTo>
                  <a:pt x="8106" y="112252"/>
                </a:lnTo>
                <a:lnTo>
                  <a:pt x="16021" y="106651"/>
                </a:lnTo>
                <a:lnTo>
                  <a:pt x="23936" y="101060"/>
                </a:lnTo>
                <a:lnTo>
                  <a:pt x="31852" y="95469"/>
                </a:lnTo>
                <a:lnTo>
                  <a:pt x="39767" y="89868"/>
                </a:lnTo>
                <a:lnTo>
                  <a:pt x="47692" y="84277"/>
                </a:lnTo>
                <a:lnTo>
                  <a:pt x="55607" y="78686"/>
                </a:lnTo>
                <a:lnTo>
                  <a:pt x="63522" y="73085"/>
                </a:lnTo>
                <a:lnTo>
                  <a:pt x="71438" y="67494"/>
                </a:lnTo>
                <a:lnTo>
                  <a:pt x="71438" y="57798"/>
                </a:lnTo>
                <a:lnTo>
                  <a:pt x="71438" y="48111"/>
                </a:lnTo>
                <a:lnTo>
                  <a:pt x="71438" y="38414"/>
                </a:lnTo>
                <a:lnTo>
                  <a:pt x="71438" y="28718"/>
                </a:lnTo>
                <a:lnTo>
                  <a:pt x="71438" y="19021"/>
                </a:lnTo>
                <a:lnTo>
                  <a:pt x="71438" y="9335"/>
                </a:lnTo>
                <a:lnTo>
                  <a:pt x="71247" y="0"/>
                </a:lnTo>
                <a:lnTo>
                  <a:pt x="63332" y="5591"/>
                </a:lnTo>
                <a:lnTo>
                  <a:pt x="55416" y="11192"/>
                </a:lnTo>
                <a:lnTo>
                  <a:pt x="47501" y="16783"/>
                </a:lnTo>
                <a:lnTo>
                  <a:pt x="39586" y="22374"/>
                </a:lnTo>
                <a:lnTo>
                  <a:pt x="31671" y="27975"/>
                </a:lnTo>
                <a:lnTo>
                  <a:pt x="23746" y="33566"/>
                </a:lnTo>
                <a:lnTo>
                  <a:pt x="15831" y="39157"/>
                </a:lnTo>
                <a:lnTo>
                  <a:pt x="7915" y="44758"/>
                </a:lnTo>
                <a:lnTo>
                  <a:pt x="0" y="50349"/>
                </a:lnTo>
              </a:path>
            </a:pathLst>
          </a:custGeom>
          <a:solidFill xmlns:a="http://schemas.openxmlformats.org/drawingml/2006/main">
            <a:srgbClr val="CCCAC1"/>
          </a:solidFill>
          <a:ln xmlns:a="http://schemas.openxmlformats.org/drawingml/2006/main" w="24765">
            <a:solidFill>
              <a:srgbClr val="F5F4EF">
                <a:alpha val="90000"/>
              </a:srgbClr>
            </a:solidFill>
            <a:prstDash val="solid"/>
          </a:ln>
        </p:spPr>
      </p:sp>
      <p:sp>
        <p:nvSpPr>
          <p:cNvPr id="2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B79BC96E-52FD-4BAF-B3E8-EEA636BA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4978718"/>
            <a:ext cx="995820" cy="50483"/>
          </a:xfrm>
          <a:custGeom xmlns:a="http://schemas.openxmlformats.org/drawingml/2006/main">
            <a:pathLst>
              <a:path w="995820" h="50483">
                <a:moveTo>
                  <a:pt x="0" y="50483"/>
                </a:moveTo>
                <a:lnTo>
                  <a:pt x="18964" y="50483"/>
                </a:lnTo>
                <a:lnTo>
                  <a:pt x="37938" y="50483"/>
                </a:lnTo>
                <a:lnTo>
                  <a:pt x="56902" y="50483"/>
                </a:lnTo>
                <a:lnTo>
                  <a:pt x="75876" y="50483"/>
                </a:lnTo>
                <a:lnTo>
                  <a:pt x="94840" y="50483"/>
                </a:lnTo>
                <a:lnTo>
                  <a:pt x="113805" y="50483"/>
                </a:lnTo>
                <a:lnTo>
                  <a:pt x="132779" y="50483"/>
                </a:lnTo>
                <a:lnTo>
                  <a:pt x="151743" y="50483"/>
                </a:lnTo>
                <a:lnTo>
                  <a:pt x="170717" y="50483"/>
                </a:lnTo>
                <a:lnTo>
                  <a:pt x="189681" y="50483"/>
                </a:lnTo>
                <a:lnTo>
                  <a:pt x="208645" y="50483"/>
                </a:lnTo>
                <a:lnTo>
                  <a:pt x="227619" y="50483"/>
                </a:lnTo>
                <a:lnTo>
                  <a:pt x="246583" y="50483"/>
                </a:lnTo>
                <a:lnTo>
                  <a:pt x="265557" y="50483"/>
                </a:lnTo>
                <a:lnTo>
                  <a:pt x="284521" y="50483"/>
                </a:lnTo>
                <a:lnTo>
                  <a:pt x="303486" y="50483"/>
                </a:lnTo>
                <a:lnTo>
                  <a:pt x="322459" y="50483"/>
                </a:lnTo>
                <a:lnTo>
                  <a:pt x="341424" y="50483"/>
                </a:lnTo>
                <a:lnTo>
                  <a:pt x="360397" y="50483"/>
                </a:lnTo>
                <a:lnTo>
                  <a:pt x="379362" y="50483"/>
                </a:lnTo>
                <a:lnTo>
                  <a:pt x="398326" y="50483"/>
                </a:lnTo>
                <a:lnTo>
                  <a:pt x="417300" y="50483"/>
                </a:lnTo>
                <a:lnTo>
                  <a:pt x="436264" y="50483"/>
                </a:lnTo>
                <a:lnTo>
                  <a:pt x="455238" y="50483"/>
                </a:lnTo>
                <a:lnTo>
                  <a:pt x="474202" y="50483"/>
                </a:lnTo>
                <a:lnTo>
                  <a:pt x="493166" y="50483"/>
                </a:lnTo>
                <a:lnTo>
                  <a:pt x="512140" y="50483"/>
                </a:lnTo>
                <a:lnTo>
                  <a:pt x="531104" y="50483"/>
                </a:lnTo>
                <a:lnTo>
                  <a:pt x="550078" y="50483"/>
                </a:lnTo>
                <a:lnTo>
                  <a:pt x="569043" y="50483"/>
                </a:lnTo>
                <a:lnTo>
                  <a:pt x="588007" y="50483"/>
                </a:lnTo>
                <a:lnTo>
                  <a:pt x="606981" y="50483"/>
                </a:lnTo>
                <a:lnTo>
                  <a:pt x="625945" y="50483"/>
                </a:lnTo>
                <a:lnTo>
                  <a:pt x="644919" y="50483"/>
                </a:lnTo>
                <a:lnTo>
                  <a:pt x="663883" y="50483"/>
                </a:lnTo>
                <a:lnTo>
                  <a:pt x="682847" y="50483"/>
                </a:lnTo>
                <a:lnTo>
                  <a:pt x="701821" y="50483"/>
                </a:lnTo>
                <a:lnTo>
                  <a:pt x="720785" y="50483"/>
                </a:lnTo>
                <a:lnTo>
                  <a:pt x="739759" y="50483"/>
                </a:lnTo>
                <a:lnTo>
                  <a:pt x="758723" y="50483"/>
                </a:lnTo>
                <a:lnTo>
                  <a:pt x="777688" y="50483"/>
                </a:lnTo>
                <a:lnTo>
                  <a:pt x="796661" y="50483"/>
                </a:lnTo>
                <a:lnTo>
                  <a:pt x="815626" y="50483"/>
                </a:lnTo>
                <a:lnTo>
                  <a:pt x="834600" y="50483"/>
                </a:lnTo>
                <a:lnTo>
                  <a:pt x="853564" y="50483"/>
                </a:lnTo>
                <a:lnTo>
                  <a:pt x="872528" y="50483"/>
                </a:lnTo>
                <a:lnTo>
                  <a:pt x="891502" y="50483"/>
                </a:lnTo>
                <a:lnTo>
                  <a:pt x="910466" y="50483"/>
                </a:lnTo>
                <a:lnTo>
                  <a:pt x="929440" y="50483"/>
                </a:lnTo>
                <a:lnTo>
                  <a:pt x="945137" y="40205"/>
                </a:lnTo>
                <a:lnTo>
                  <a:pt x="960634" y="29261"/>
                </a:lnTo>
                <a:lnTo>
                  <a:pt x="976122" y="18307"/>
                </a:lnTo>
                <a:lnTo>
                  <a:pt x="991610" y="7363"/>
                </a:lnTo>
                <a:lnTo>
                  <a:pt x="995820" y="0"/>
                </a:lnTo>
                <a:lnTo>
                  <a:pt x="976855" y="0"/>
                </a:lnTo>
                <a:lnTo>
                  <a:pt x="957882" y="0"/>
                </a:lnTo>
                <a:lnTo>
                  <a:pt x="938917" y="0"/>
                </a:lnTo>
                <a:lnTo>
                  <a:pt x="919944" y="0"/>
                </a:lnTo>
                <a:lnTo>
                  <a:pt x="900979" y="0"/>
                </a:lnTo>
                <a:lnTo>
                  <a:pt x="882015" y="0"/>
                </a:lnTo>
                <a:lnTo>
                  <a:pt x="863041" y="0"/>
                </a:lnTo>
                <a:lnTo>
                  <a:pt x="844077" y="0"/>
                </a:lnTo>
                <a:lnTo>
                  <a:pt x="825103" y="0"/>
                </a:lnTo>
                <a:lnTo>
                  <a:pt x="806139" y="0"/>
                </a:lnTo>
                <a:lnTo>
                  <a:pt x="787175" y="0"/>
                </a:lnTo>
                <a:lnTo>
                  <a:pt x="768201" y="0"/>
                </a:lnTo>
                <a:lnTo>
                  <a:pt x="749237" y="0"/>
                </a:lnTo>
                <a:lnTo>
                  <a:pt x="730263" y="0"/>
                </a:lnTo>
                <a:lnTo>
                  <a:pt x="711298" y="0"/>
                </a:lnTo>
                <a:lnTo>
                  <a:pt x="692334" y="0"/>
                </a:lnTo>
                <a:lnTo>
                  <a:pt x="673360" y="0"/>
                </a:lnTo>
                <a:lnTo>
                  <a:pt x="654396" y="0"/>
                </a:lnTo>
                <a:lnTo>
                  <a:pt x="635422" y="0"/>
                </a:lnTo>
                <a:lnTo>
                  <a:pt x="616458" y="0"/>
                </a:lnTo>
                <a:lnTo>
                  <a:pt x="597494" y="0"/>
                </a:lnTo>
                <a:lnTo>
                  <a:pt x="578520" y="0"/>
                </a:lnTo>
                <a:lnTo>
                  <a:pt x="559556" y="0"/>
                </a:lnTo>
                <a:lnTo>
                  <a:pt x="540582" y="0"/>
                </a:lnTo>
                <a:lnTo>
                  <a:pt x="521618" y="0"/>
                </a:lnTo>
                <a:lnTo>
                  <a:pt x="502653" y="0"/>
                </a:lnTo>
                <a:lnTo>
                  <a:pt x="483680" y="0"/>
                </a:lnTo>
                <a:lnTo>
                  <a:pt x="464715" y="0"/>
                </a:lnTo>
                <a:lnTo>
                  <a:pt x="445741" y="0"/>
                </a:lnTo>
                <a:lnTo>
                  <a:pt x="426777" y="0"/>
                </a:lnTo>
                <a:lnTo>
                  <a:pt x="407813" y="0"/>
                </a:lnTo>
                <a:lnTo>
                  <a:pt x="388839" y="0"/>
                </a:lnTo>
                <a:lnTo>
                  <a:pt x="369875" y="0"/>
                </a:lnTo>
                <a:lnTo>
                  <a:pt x="350901" y="0"/>
                </a:lnTo>
                <a:lnTo>
                  <a:pt x="331937" y="0"/>
                </a:lnTo>
                <a:lnTo>
                  <a:pt x="312972" y="0"/>
                </a:lnTo>
                <a:lnTo>
                  <a:pt x="293999" y="0"/>
                </a:lnTo>
                <a:lnTo>
                  <a:pt x="275034" y="0"/>
                </a:lnTo>
                <a:lnTo>
                  <a:pt x="256061" y="0"/>
                </a:lnTo>
                <a:lnTo>
                  <a:pt x="237096" y="0"/>
                </a:lnTo>
                <a:lnTo>
                  <a:pt x="218132" y="0"/>
                </a:lnTo>
                <a:lnTo>
                  <a:pt x="199158" y="0"/>
                </a:lnTo>
                <a:lnTo>
                  <a:pt x="180194" y="0"/>
                </a:lnTo>
                <a:lnTo>
                  <a:pt x="161220" y="0"/>
                </a:lnTo>
                <a:lnTo>
                  <a:pt x="142256" y="0"/>
                </a:lnTo>
                <a:lnTo>
                  <a:pt x="123711" y="2267"/>
                </a:lnTo>
                <a:lnTo>
                  <a:pt x="106042" y="9154"/>
                </a:lnTo>
                <a:lnTo>
                  <a:pt x="88363" y="16050"/>
                </a:lnTo>
                <a:lnTo>
                  <a:pt x="70695" y="22936"/>
                </a:lnTo>
                <a:lnTo>
                  <a:pt x="53016" y="29823"/>
                </a:lnTo>
                <a:lnTo>
                  <a:pt x="35347" y="36709"/>
                </a:lnTo>
                <a:lnTo>
                  <a:pt x="17669" y="43596"/>
                </a:lnTo>
                <a:lnTo>
                  <a:pt x="0" y="50483"/>
                </a:lnTo>
              </a:path>
            </a:pathLst>
          </a:custGeom>
          <a:solidFill xmlns:a="http://schemas.openxmlformats.org/drawingml/2006/main">
            <a:srgbClr val="D2D0C7"/>
          </a:solidFill>
          <a:ln xmlns:a="http://schemas.openxmlformats.org/drawingml/2006/main" w="24765">
            <a:solidFill>
              <a:srgbClr val="F5F4EF">
                <a:alpha val="90000"/>
              </a:srgbClr>
            </a:solidFill>
            <a:prstDash val="solid"/>
          </a:ln>
        </p:spPr>
      </p:sp>
      <p:sp>
        <p:nvSpPr>
          <p:cNvPr id="2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363154BF-DFE2-4212-8776-3D545533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105" y="4978718"/>
            <a:ext cx="906780" cy="50483"/>
          </a:xfrm>
          <a:custGeom xmlns:a="http://schemas.openxmlformats.org/drawingml/2006/main">
            <a:pathLst>
              <a:path w="906780" h="50483">
                <a:moveTo>
                  <a:pt x="0" y="50483"/>
                </a:moveTo>
                <a:lnTo>
                  <a:pt x="18821" y="50483"/>
                </a:lnTo>
                <a:lnTo>
                  <a:pt x="37643" y="50483"/>
                </a:lnTo>
                <a:lnTo>
                  <a:pt x="56455" y="50483"/>
                </a:lnTo>
                <a:lnTo>
                  <a:pt x="75276" y="50483"/>
                </a:lnTo>
                <a:lnTo>
                  <a:pt x="94097" y="50483"/>
                </a:lnTo>
                <a:lnTo>
                  <a:pt x="112919" y="50483"/>
                </a:lnTo>
                <a:lnTo>
                  <a:pt x="131731" y="50483"/>
                </a:lnTo>
                <a:lnTo>
                  <a:pt x="150552" y="50483"/>
                </a:lnTo>
                <a:lnTo>
                  <a:pt x="169374" y="50483"/>
                </a:lnTo>
                <a:lnTo>
                  <a:pt x="188195" y="50483"/>
                </a:lnTo>
                <a:lnTo>
                  <a:pt x="207016" y="50483"/>
                </a:lnTo>
                <a:lnTo>
                  <a:pt x="225828" y="50483"/>
                </a:lnTo>
                <a:lnTo>
                  <a:pt x="244650" y="50483"/>
                </a:lnTo>
                <a:lnTo>
                  <a:pt x="263471" y="50483"/>
                </a:lnTo>
                <a:lnTo>
                  <a:pt x="282292" y="50483"/>
                </a:lnTo>
                <a:lnTo>
                  <a:pt x="301104" y="50483"/>
                </a:lnTo>
                <a:lnTo>
                  <a:pt x="319926" y="50483"/>
                </a:lnTo>
                <a:lnTo>
                  <a:pt x="338747" y="50483"/>
                </a:lnTo>
                <a:lnTo>
                  <a:pt x="357569" y="50483"/>
                </a:lnTo>
                <a:lnTo>
                  <a:pt x="376390" y="50483"/>
                </a:lnTo>
                <a:lnTo>
                  <a:pt x="395202" y="50483"/>
                </a:lnTo>
                <a:lnTo>
                  <a:pt x="414023" y="50483"/>
                </a:lnTo>
                <a:lnTo>
                  <a:pt x="432845" y="50483"/>
                </a:lnTo>
                <a:lnTo>
                  <a:pt x="451666" y="50483"/>
                </a:lnTo>
                <a:lnTo>
                  <a:pt x="470478" y="50483"/>
                </a:lnTo>
                <a:lnTo>
                  <a:pt x="489299" y="50483"/>
                </a:lnTo>
                <a:lnTo>
                  <a:pt x="508121" y="50483"/>
                </a:lnTo>
                <a:lnTo>
                  <a:pt x="526942" y="50483"/>
                </a:lnTo>
                <a:lnTo>
                  <a:pt x="545763" y="50483"/>
                </a:lnTo>
                <a:lnTo>
                  <a:pt x="564575" y="50483"/>
                </a:lnTo>
                <a:lnTo>
                  <a:pt x="583397" y="50483"/>
                </a:lnTo>
                <a:lnTo>
                  <a:pt x="602218" y="50483"/>
                </a:lnTo>
                <a:lnTo>
                  <a:pt x="621040" y="50483"/>
                </a:lnTo>
                <a:lnTo>
                  <a:pt x="639851" y="50483"/>
                </a:lnTo>
                <a:lnTo>
                  <a:pt x="658673" y="50483"/>
                </a:lnTo>
                <a:lnTo>
                  <a:pt x="677494" y="50483"/>
                </a:lnTo>
                <a:lnTo>
                  <a:pt x="696316" y="50483"/>
                </a:lnTo>
                <a:lnTo>
                  <a:pt x="715137" y="50483"/>
                </a:lnTo>
                <a:lnTo>
                  <a:pt x="733949" y="50483"/>
                </a:lnTo>
                <a:lnTo>
                  <a:pt x="752770" y="50483"/>
                </a:lnTo>
                <a:lnTo>
                  <a:pt x="771592" y="50483"/>
                </a:lnTo>
                <a:lnTo>
                  <a:pt x="790413" y="50483"/>
                </a:lnTo>
                <a:lnTo>
                  <a:pt x="809225" y="50483"/>
                </a:lnTo>
                <a:lnTo>
                  <a:pt x="828046" y="50483"/>
                </a:lnTo>
                <a:lnTo>
                  <a:pt x="844267" y="41939"/>
                </a:lnTo>
                <a:lnTo>
                  <a:pt x="859898" y="31452"/>
                </a:lnTo>
                <a:lnTo>
                  <a:pt x="875528" y="20974"/>
                </a:lnTo>
                <a:lnTo>
                  <a:pt x="891149" y="10487"/>
                </a:lnTo>
                <a:lnTo>
                  <a:pt x="906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4EF">
                <a:alpha val="55000"/>
              </a:srgbClr>
            </a:solidFill>
            <a:prstDash val="solid"/>
          </a:ln>
        </p:spPr>
      </p:sp>
      <p:sp>
        <p:nvSpPr>
          <p:cNvPr id="3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A2375645-C458-425F-9484-9BD4BAE8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1835" y="4978718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4EF">
                <a:alpha val="55000"/>
              </a:srgbClr>
            </a:solidFill>
            <a:prstDash val="solid"/>
          </a:ln>
        </p:spPr>
      </p:sp>
      <p:sp>
        <p:nvSpPr>
          <p:cNvPr id="31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5AAC91B1-2475-438D-A3CA-86E89F0C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9828" y="4844501"/>
            <a:ext cx="716909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记录完整</a:t>
            </a:r>
          </a:p>
        </p:txBody>
      </p:sp>
      <p:sp>
        <p:nvSpPr>
          <p:cNvPr id="32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9AF5CDB8-7B82-44AC-B225-A033717C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9828" y="5043335"/>
            <a:ext cx="716909" cy="502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补齐记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录与责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任归属</a:t>
            </a:r>
          </a:p>
        </p:txBody>
      </p:sp>
      <p:sp>
        <p:nvSpPr>
          <p:cNvPr id="3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E8828D76-AD6E-4DC4-A61F-AC00480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367" y="552211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4BB"/>
          </a:solidFill>
          <a:ln xmlns:a="http://schemas.openxmlformats.org/drawingml/2006/main" w="19050">
            <a:solidFill>
              <a:srgbClr val="EBEA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4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9563030A-5A40-48C8-918A-27539FC7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1131" y="4785865"/>
            <a:ext cx="716909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过程可见</a:t>
            </a:r>
          </a:p>
        </p:txBody>
      </p:sp>
      <p:sp>
        <p:nvSpPr>
          <p:cNvPr id="35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1DCE73C2-9C30-4927-8E3C-B7792978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1131" y="4984699"/>
            <a:ext cx="716909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过程能够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稳定追踪</a:t>
            </a:r>
          </a:p>
        </p:txBody>
      </p:sp>
      <p:sp>
        <p:nvSpPr>
          <p:cNvPr id="3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0E34F1C6-01A6-4BD3-9232-D9804FCF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9518" y="529590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4BB"/>
          </a:solidFill>
          <a:ln xmlns:a="http://schemas.openxmlformats.org/drawingml/2006/main" w="19050">
            <a:solidFill>
              <a:srgbClr val="EBEA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7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1D19A105-DAE8-4EA6-8C9E-935E92B1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2434" y="4392063"/>
            <a:ext cx="716909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趋势分析</a:t>
            </a:r>
          </a:p>
        </p:txBody>
      </p:sp>
      <p:sp>
        <p:nvSpPr>
          <p:cNvPr id="38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681B4D5B-FD46-4F63-9215-02950D97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2434" y="4590898"/>
            <a:ext cx="716909" cy="502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以前级稳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定运行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为前提</a:t>
            </a:r>
          </a:p>
        </p:txBody>
      </p:sp>
      <p:sp>
        <p:nvSpPr>
          <p:cNvPr id="3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687702D4-4FA7-4504-9EFC-FBBE2CD7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0821" y="506968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4BB"/>
          </a:solidFill>
          <a:ln xmlns:a="http://schemas.openxmlformats.org/drawingml/2006/main" w="19050">
            <a:solidFill>
              <a:srgbClr val="EBEA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0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4DE57436-1AAE-4078-A34C-B814C46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3585" y="4165997"/>
            <a:ext cx="716909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预测辅助</a:t>
            </a:r>
          </a:p>
        </p:txBody>
      </p:sp>
      <p:sp>
        <p:nvSpPr>
          <p:cNvPr id="41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9BD8DDC0-1C36-416F-A885-9558C9FF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3585" y="4364831"/>
            <a:ext cx="716909" cy="502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以前级稳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定运行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为前提</a:t>
            </a:r>
          </a:p>
        </p:txBody>
      </p:sp>
      <p:sp>
        <p:nvSpPr>
          <p:cNvPr id="4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0A762596-0000-4E8C-9F5F-2DAA5FCE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2124" y="484346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4BB"/>
          </a:solidFill>
          <a:ln xmlns:a="http://schemas.openxmlformats.org/drawingml/2006/main" w="19050">
            <a:solidFill>
              <a:srgbClr val="EBEA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2003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opy-5-49">
            <a:extLst xmlns:a="http://schemas.openxmlformats.org/drawingml/2006/main">
              <a:ext uri="{FF2B5EF4-FFF2-40B4-BE49-F238E27FC236}">
                <a16:creationId xmlns:a16="http://schemas.microsoft.com/office/drawing/2014/main" id="{71F6ACFC-1687-48C2-8D53-74457F59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05  按条件分流</a:t>
            </a:r>
          </a:p>
        </p:txBody>
      </p:sp>
      <p:sp>
        <p:nvSpPr>
          <p:cNvPr id="2" name="copy-5-50">
            <a:extLst xmlns:a="http://schemas.openxmlformats.org/drawingml/2006/main">
              <a:ext uri="{FF2B5EF4-FFF2-40B4-BE49-F238E27FC236}">
                <a16:creationId xmlns:a16="http://schemas.microsoft.com/office/drawing/2014/main" id="{C2495C2C-AFF4-4478-817F-9F202BF9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复杂事项单独处理，普通事项直接流转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5C9D8-9691-4C91-B887-5CFB66DF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5-51">
            <a:extLst xmlns:a="http://schemas.openxmlformats.org/drawingml/2006/main">
              <a:ext uri="{FF2B5EF4-FFF2-40B4-BE49-F238E27FC236}">
                <a16:creationId xmlns:a16="http://schemas.microsoft.com/office/drawing/2014/main" id="{61159DB4-44A4-497B-8C29-26454858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5-52">
            <a:extLst xmlns:a="http://schemas.openxmlformats.org/drawingml/2006/main">
              <a:ext uri="{FF2B5EF4-FFF2-40B4-BE49-F238E27FC236}">
                <a16:creationId xmlns:a16="http://schemas.microsoft.com/office/drawing/2014/main" id="{C42A67FE-53B7-42F2-B98E-DBC9D35D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8ABE3-3A2B-4E31-9B29-A7373D44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5-53">
            <a:extLst xmlns:a="http://schemas.openxmlformats.org/drawingml/2006/main">
              <a:ext uri="{FF2B5EF4-FFF2-40B4-BE49-F238E27FC236}">
                <a16:creationId xmlns:a16="http://schemas.microsoft.com/office/drawing/2014/main" id="{308C9326-0FB8-4416-96CF-603B8154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处理口径</a:t>
            </a:r>
          </a:p>
        </p:txBody>
      </p:sp>
      <p:sp>
        <p:nvSpPr>
          <p:cNvPr id="8" name="copy-5-54">
            <a:extLst xmlns:a="http://schemas.openxmlformats.org/drawingml/2006/main">
              <a:ext uri="{FF2B5EF4-FFF2-40B4-BE49-F238E27FC236}">
                <a16:creationId xmlns:a16="http://schemas.microsoft.com/office/drawing/2014/main" id="{0DACA8B2-AFC1-4DF1-BB11-1F82901D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5753"/>
            <a:ext cx="6242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普通事项</a:t>
            </a:r>
          </a:p>
        </p:txBody>
      </p:sp>
      <p:sp>
        <p:nvSpPr>
          <p:cNvPr id="9" name="copy-5-55">
            <a:extLst xmlns:a="http://schemas.openxmlformats.org/drawingml/2006/main">
              <a:ext uri="{FF2B5EF4-FFF2-40B4-BE49-F238E27FC236}">
                <a16:creationId xmlns:a16="http://schemas.microsoft.com/office/drawing/2014/main" id="{B0E462BC-6F39-4021-87E2-5B657B8E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50553"/>
            <a:ext cx="624268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资料齐全且规则明确时，直接交给对应业务人员。</a:t>
            </a:r>
          </a:p>
        </p:txBody>
      </p:sp>
      <p:sp>
        <p:nvSpPr>
          <p:cNvPr id="10" name="copy-5-56">
            <a:extLst xmlns:a="http://schemas.openxmlformats.org/drawingml/2006/main">
              <a:ext uri="{FF2B5EF4-FFF2-40B4-BE49-F238E27FC236}">
                <a16:creationId xmlns:a16="http://schemas.microsoft.com/office/drawing/2014/main" id="{884CB4D1-F081-47E3-AEE4-DAFDA1A4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76103"/>
            <a:ext cx="6242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复杂事项</a:t>
            </a:r>
          </a:p>
        </p:txBody>
      </p:sp>
      <p:sp>
        <p:nvSpPr>
          <p:cNvPr id="11" name="copy-5-57">
            <a:extLst xmlns:a="http://schemas.openxmlformats.org/drawingml/2006/main">
              <a:ext uri="{FF2B5EF4-FFF2-40B4-BE49-F238E27FC236}">
                <a16:creationId xmlns:a16="http://schemas.microsoft.com/office/drawing/2014/main" id="{8F40D0F6-4B73-4F2E-A787-E34F8D91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80903"/>
            <a:ext cx="624268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涉及多个部门或存在规则争议时，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由牵头人组织会商，记录各方结论。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2C0FC-D489-4E0B-822C-EA72F7BF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copy-5-58">
            <a:extLst xmlns:a="http://schemas.openxmlformats.org/drawingml/2006/main">
              <a:ext uri="{FF2B5EF4-FFF2-40B4-BE49-F238E27FC236}">
                <a16:creationId xmlns:a16="http://schemas.microsoft.com/office/drawing/2014/main" id="{3EF3F60A-F93F-4F37-89B0-85A4F65F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分流判断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127B3-EE16-4787-8276-46610F3F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77706" y="2571750"/>
            <a:ext cx="6907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44A27-9F02-4531-BC1C-A0C7A83B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93247" y="25717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F19DC-D35D-4731-84DF-612BE4BF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693247" y="25306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F6D70-6CD5-41DA-901D-F26AD8AC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266950"/>
            <a:ext cx="1625346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8" name="copy-5-59">
            <a:extLst xmlns:a="http://schemas.openxmlformats.org/drawingml/2006/main">
              <a:ext uri="{FF2B5EF4-FFF2-40B4-BE49-F238E27FC236}">
                <a16:creationId xmlns:a16="http://schemas.microsoft.com/office/drawing/2014/main" id="{FB549F1F-415F-4DB3-8FF2-FD2A0362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314575"/>
            <a:ext cx="143484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规则明确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CB023-A0EE-4373-9EC0-E9E36D8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478" y="2266950"/>
            <a:ext cx="1747247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0" name="copy-5-60">
            <a:extLst xmlns:a="http://schemas.openxmlformats.org/drawingml/2006/main">
              <a:ext uri="{FF2B5EF4-FFF2-40B4-BE49-F238E27FC236}">
                <a16:creationId xmlns:a16="http://schemas.microsoft.com/office/drawing/2014/main" id="{09D35B5D-D73D-4D99-9298-9DF31EAD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28" y="2314575"/>
            <a:ext cx="155674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直接办理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48D181-A12B-411A-9BA0-13F23C25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77706" y="3333750"/>
            <a:ext cx="6907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9509E-C1F6-49E5-86B4-C70A0D4D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93247" y="33337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438FC-BF35-4BA0-9120-1C708E19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693247" y="32926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8D00F-6CCC-4D14-A888-C2B0B7C9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28950"/>
            <a:ext cx="1625346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5" name="copy-5-61">
            <a:extLst xmlns:a="http://schemas.openxmlformats.org/drawingml/2006/main">
              <a:ext uri="{FF2B5EF4-FFF2-40B4-BE49-F238E27FC236}">
                <a16:creationId xmlns:a16="http://schemas.microsoft.com/office/drawing/2014/main" id="{3AC188AA-0FE8-409C-961E-68343307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076575"/>
            <a:ext cx="143484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存在争议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386DE-BF4A-41CD-A784-FEC5544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478" y="3028950"/>
            <a:ext cx="1747247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7" name="copy-5-62">
            <a:extLst xmlns:a="http://schemas.openxmlformats.org/drawingml/2006/main">
              <a:ext uri="{FF2B5EF4-FFF2-40B4-BE49-F238E27FC236}">
                <a16:creationId xmlns:a16="http://schemas.microsoft.com/office/drawing/2014/main" id="{0054E22C-01B6-4E56-9CB1-FD150794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28" y="3076575"/>
            <a:ext cx="155674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组织会商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7CC06A-F782-427E-B159-8593B1A1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4948238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9" name="copy-5-63">
            <a:extLst xmlns:a="http://schemas.openxmlformats.org/drawingml/2006/main">
              <a:ext uri="{FF2B5EF4-FFF2-40B4-BE49-F238E27FC236}">
                <a16:creationId xmlns:a16="http://schemas.microsoft.com/office/drawing/2014/main" id="{6505235B-523D-4B54-9604-9FF09305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605338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例外补充</a:t>
            </a:r>
          </a:p>
        </p:txBody>
      </p:sp>
      <p:sp>
        <p:nvSpPr>
          <p:cNvPr id="30" name="copy-5-64">
            <a:extLst xmlns:a="http://schemas.openxmlformats.org/drawingml/2006/main">
              <a:ext uri="{FF2B5EF4-FFF2-40B4-BE49-F238E27FC236}">
                <a16:creationId xmlns:a16="http://schemas.microsoft.com/office/drawing/2014/main" id="{310200CF-8813-44CB-BB6D-E3CEE6B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275421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材料不足先补齐，再重新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判断；不能直接归入普通事项。</a:t>
            </a:r>
          </a:p>
        </p:txBody>
      </p:sp>
    </p:spTree>
    <p:extLst>
      <p:ext uri="{BB962C8B-B14F-4D97-AF65-F5344CB8AC3E}">
        <p14:creationId xmlns:p14="http://schemas.microsoft.com/office/powerpoint/2010/main" val="363533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copy-6-65">
            <a:extLst xmlns:a="http://schemas.openxmlformats.org/drawingml/2006/main">
              <a:ext uri="{FF2B5EF4-FFF2-40B4-BE49-F238E27FC236}">
                <a16:creationId xmlns:a16="http://schemas.microsoft.com/office/drawing/2014/main" id="{1AA1A59F-BB2C-4AEF-987C-9CA7C0F6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06  改进闭环</a:t>
            </a:r>
          </a:p>
        </p:txBody>
      </p:sp>
      <p:sp>
        <p:nvSpPr>
          <p:cNvPr id="2" name="copy-6-66">
            <a:extLst xmlns:a="http://schemas.openxmlformats.org/drawingml/2006/main">
              <a:ext uri="{FF2B5EF4-FFF2-40B4-BE49-F238E27FC236}">
                <a16:creationId xmlns:a16="http://schemas.microsoft.com/office/drawing/2014/main" id="{FEC4C16F-CB51-4852-9C7E-B3AC64C2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复盘结论必须回到下一轮执行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3EBF2-8888-4A12-86F8-39043B65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6-67">
            <a:extLst xmlns:a="http://schemas.openxmlformats.org/drawingml/2006/main">
              <a:ext uri="{FF2B5EF4-FFF2-40B4-BE49-F238E27FC236}">
                <a16:creationId xmlns:a16="http://schemas.microsoft.com/office/drawing/2014/main" id="{6E144BFD-2186-422B-BD20-5E95830B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6-68">
            <a:extLst xmlns:a="http://schemas.openxmlformats.org/drawingml/2006/main">
              <a:ext uri="{FF2B5EF4-FFF2-40B4-BE49-F238E27FC236}">
                <a16:creationId xmlns:a16="http://schemas.microsoft.com/office/drawing/2014/main" id="{CAB10055-BDD3-479B-AF98-3297641B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60EE0-7B8C-4A66-A5FB-2D002185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6-69">
            <a:extLst xmlns:a="http://schemas.openxmlformats.org/drawingml/2006/main">
              <a:ext uri="{FF2B5EF4-FFF2-40B4-BE49-F238E27FC236}">
                <a16:creationId xmlns:a16="http://schemas.microsoft.com/office/drawing/2014/main" id="{CCB541CB-5E43-4382-881F-06222938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当前缺口</a:t>
            </a:r>
          </a:p>
        </p:txBody>
      </p:sp>
      <p:sp>
        <p:nvSpPr>
          <p:cNvPr id="8" name="copy-6-70">
            <a:extLst xmlns:a="http://schemas.openxmlformats.org/drawingml/2006/main">
              <a:ext uri="{FF2B5EF4-FFF2-40B4-BE49-F238E27FC236}">
                <a16:creationId xmlns:a16="http://schemas.microsoft.com/office/drawing/2014/main" id="{C9F9106D-CD96-486C-B1AC-B56D2325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51234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异常虽已处理，但规则未更新，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相同问题仍可能重复出现。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0EFA0-3A23-49D6-9BF5-FF32D520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814763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copy-6-71">
            <a:extLst xmlns:a="http://schemas.openxmlformats.org/drawingml/2006/main">
              <a:ext uri="{FF2B5EF4-FFF2-40B4-BE49-F238E27FC236}">
                <a16:creationId xmlns:a16="http://schemas.microsoft.com/office/drawing/2014/main" id="{EB5B3868-880F-4B4D-B5C6-0DBEC6B9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71863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闭环路径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9C9C8-F3BB-4BBC-BE04-411E160E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69833" y="4310063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80569-8D33-4CA5-89FF-F9D9B42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870852" y="4310063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DE249-7F70-4E2B-88B1-2D3740DB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870852" y="4268964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66013-D3E1-47F0-A18D-087AC0F2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89020" y="4538663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74BCB-FA92-4361-A938-F3D118A5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547921" y="4815857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8D23A-716F-41E3-A921-970F31A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89020" y="4815857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9B757-44FB-4C03-8CC8-EB7D6818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69833" y="5119688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2E42A-57E3-4EFA-BF7B-EC9BC915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69833" y="5078589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4C228-1812-4240-82BC-ACDE5A7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69833" y="5119688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D9CD4-48B6-4447-9DAA-03CEC23F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26895" y="4538663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42F4E-2C26-4CF2-B466-0B307BB1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26895" y="4538663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83308-8EB7-46CE-BECB-5799A955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85796" y="4538663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03A97-BAC6-42A5-BC19-AD0A2407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8" y="4081463"/>
            <a:ext cx="128587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4" name="copy-6-72">
            <a:extLst xmlns:a="http://schemas.openxmlformats.org/drawingml/2006/main">
              <a:ext uri="{FF2B5EF4-FFF2-40B4-BE49-F238E27FC236}">
                <a16:creationId xmlns:a16="http://schemas.microsoft.com/office/drawing/2014/main" id="{0B7C2632-B210-47FB-87B9-09E63DDF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8" y="4129088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BBA723-CC40-49B9-8D61-CB5D4132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083" y="4081463"/>
            <a:ext cx="128587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6" name="copy-6-73">
            <a:extLst xmlns:a="http://schemas.openxmlformats.org/drawingml/2006/main">
              <a:ext uri="{FF2B5EF4-FFF2-40B4-BE49-F238E27FC236}">
                <a16:creationId xmlns:a16="http://schemas.microsoft.com/office/drawing/2014/main" id="{EFF66359-49FF-460D-96B1-8A8E9262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333" y="4129088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C6F8D-6229-4B41-B566-F1F31C47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083" y="4891088"/>
            <a:ext cx="128587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8" name="copy-6-74">
            <a:extLst xmlns:a="http://schemas.openxmlformats.org/drawingml/2006/main">
              <a:ext uri="{FF2B5EF4-FFF2-40B4-BE49-F238E27FC236}">
                <a16:creationId xmlns:a16="http://schemas.microsoft.com/office/drawing/2014/main" id="{805FBC23-490B-4B27-B0D6-39B06B68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333" y="4938713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复盘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F8E760-56FA-484A-96B8-B747DD74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8" y="4891088"/>
            <a:ext cx="128587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0" name="copy-6-75">
            <a:extLst xmlns:a="http://schemas.openxmlformats.org/drawingml/2006/main">
              <a:ext uri="{FF2B5EF4-FFF2-40B4-BE49-F238E27FC236}">
                <a16:creationId xmlns:a16="http://schemas.microsoft.com/office/drawing/2014/main" id="{65BF9709-DE44-4391-9486-21A4B602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8" y="4938713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修订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C925EA-9858-4041-8A34-9A05A048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20640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2" name="copy-6-76">
            <a:extLst xmlns:a="http://schemas.openxmlformats.org/drawingml/2006/main">
              <a:ext uri="{FF2B5EF4-FFF2-40B4-BE49-F238E27FC236}">
                <a16:creationId xmlns:a16="http://schemas.microsoft.com/office/drawing/2014/main" id="{0AD11142-BEEA-4786-A628-D213FA34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落实方式</a:t>
            </a:r>
          </a:p>
        </p:txBody>
      </p:sp>
      <p:sp>
        <p:nvSpPr>
          <p:cNvPr id="33" name="copy-6-77">
            <a:extLst xmlns:a="http://schemas.openxmlformats.org/drawingml/2006/main">
              <a:ext uri="{FF2B5EF4-FFF2-40B4-BE49-F238E27FC236}">
                <a16:creationId xmlns:a16="http://schemas.microsoft.com/office/drawing/2014/main" id="{810699E0-0D62-44BF-93AC-B532B59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845753"/>
            <a:ext cx="6242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修订落到责任人</a:t>
            </a:r>
          </a:p>
        </p:txBody>
      </p:sp>
      <p:sp>
        <p:nvSpPr>
          <p:cNvPr id="34" name="copy-6-78">
            <a:extLst xmlns:a="http://schemas.openxmlformats.org/drawingml/2006/main">
              <a:ext uri="{FF2B5EF4-FFF2-40B4-BE49-F238E27FC236}">
                <a16:creationId xmlns:a16="http://schemas.microsoft.com/office/drawing/2014/main" id="{FAB6F6E3-A9C5-4C77-AEC1-6D294004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150553"/>
            <a:ext cx="624268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复盘形成的规则变更由责任人确认，并向一线人员说明变化。</a:t>
            </a:r>
          </a:p>
        </p:txBody>
      </p:sp>
      <p:sp>
        <p:nvSpPr>
          <p:cNvPr id="35" name="copy-6-79">
            <a:extLst xmlns:a="http://schemas.openxmlformats.org/drawingml/2006/main">
              <a:ext uri="{FF2B5EF4-FFF2-40B4-BE49-F238E27FC236}">
                <a16:creationId xmlns:a16="http://schemas.microsoft.com/office/drawing/2014/main" id="{DF084A6C-62AF-4551-ACFD-B208743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4376103"/>
            <a:ext cx="6242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验证再次发生情况</a:t>
            </a:r>
          </a:p>
        </p:txBody>
      </p:sp>
      <p:sp>
        <p:nvSpPr>
          <p:cNvPr id="36" name="copy-6-80">
            <a:extLst xmlns:a="http://schemas.openxmlformats.org/drawingml/2006/main">
              <a:ext uri="{FF2B5EF4-FFF2-40B4-BE49-F238E27FC236}">
                <a16:creationId xmlns:a16="http://schemas.microsoft.com/office/drawing/2014/main" id="{7CC586BD-C5B7-4D42-AA33-27B743BF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4680903"/>
            <a:ext cx="624268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在后续抽查中核对同类问题，记录是否再次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出现；一次处理完成不能代表长期改善。</a:t>
            </a:r>
          </a:p>
        </p:txBody>
      </p:sp>
    </p:spTree>
    <p:extLst>
      <p:ext uri="{BB962C8B-B14F-4D97-AF65-F5344CB8AC3E}">
        <p14:creationId xmlns:p14="http://schemas.microsoft.com/office/powerpoint/2010/main" val="1549694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opy-7-81">
            <a:extLst xmlns:a="http://schemas.openxmlformats.org/drawingml/2006/main">
              <a:ext uri="{FF2B5EF4-FFF2-40B4-BE49-F238E27FC236}">
                <a16:creationId xmlns:a16="http://schemas.microsoft.com/office/drawing/2014/main" id="{7AD87CED-FCAB-4B40-8C1E-C8660E5E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07  多源汇聚</a:t>
            </a:r>
          </a:p>
        </p:txBody>
      </p:sp>
      <p:sp>
        <p:nvSpPr>
          <p:cNvPr id="2" name="copy-7-82">
            <a:extLst xmlns:a="http://schemas.openxmlformats.org/drawingml/2006/main">
              <a:ext uri="{FF2B5EF4-FFF2-40B4-BE49-F238E27FC236}">
                <a16:creationId xmlns:a16="http://schemas.microsoft.com/office/drawing/2014/main" id="{CB987387-0913-4FF1-A588-A9A7F9B3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不同来源先统一口径再形成需求清单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C1E43-71A4-4642-9222-06848FD2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7-83">
            <a:extLst xmlns:a="http://schemas.openxmlformats.org/drawingml/2006/main">
              <a:ext uri="{FF2B5EF4-FFF2-40B4-BE49-F238E27FC236}">
                <a16:creationId xmlns:a16="http://schemas.microsoft.com/office/drawing/2014/main" id="{C3061722-E33E-4CA9-A2B2-13FD973A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7-84">
            <a:extLst xmlns:a="http://schemas.openxmlformats.org/drawingml/2006/main">
              <a:ext uri="{FF2B5EF4-FFF2-40B4-BE49-F238E27FC236}">
                <a16:creationId xmlns:a16="http://schemas.microsoft.com/office/drawing/2014/main" id="{71B4FCB2-2466-4FFC-994B-F76CD76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9318-56EA-4EFE-987F-393D2211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7-85">
            <a:extLst xmlns:a="http://schemas.openxmlformats.org/drawingml/2006/main">
              <a:ext uri="{FF2B5EF4-FFF2-40B4-BE49-F238E27FC236}">
                <a16:creationId xmlns:a16="http://schemas.microsoft.com/office/drawing/2014/main" id="{0FC1ACD1-28FC-449C-ACBD-257330AF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用户反馈</a:t>
            </a:r>
          </a:p>
        </p:txBody>
      </p:sp>
      <p:sp>
        <p:nvSpPr>
          <p:cNvPr id="8" name="copy-7-86">
            <a:extLst xmlns:a="http://schemas.openxmlformats.org/drawingml/2006/main">
              <a:ext uri="{FF2B5EF4-FFF2-40B4-BE49-F238E27FC236}">
                <a16:creationId xmlns:a16="http://schemas.microsoft.com/office/drawing/2014/main" id="{97ACCE03-0E0C-463A-B713-E1B41671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65070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保留用户描述的受阻环节和原始场景。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BE93C-C7F0-426B-898C-FF000C39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copy-7-87">
            <a:extLst xmlns:a="http://schemas.openxmlformats.org/drawingml/2006/main">
              <a:ext uri="{FF2B5EF4-FFF2-40B4-BE49-F238E27FC236}">
                <a16:creationId xmlns:a16="http://schemas.microsoft.com/office/drawing/2014/main" id="{B1359EBC-D0D0-4659-A12C-843303C7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服务记录</a:t>
            </a:r>
          </a:p>
        </p:txBody>
      </p:sp>
      <p:sp>
        <p:nvSpPr>
          <p:cNvPr id="11" name="copy-7-88">
            <a:extLst xmlns:a="http://schemas.openxmlformats.org/drawingml/2006/main">
              <a:ext uri="{FF2B5EF4-FFF2-40B4-BE49-F238E27FC236}">
                <a16:creationId xmlns:a16="http://schemas.microsoft.com/office/drawing/2014/main" id="{EB966EFD-FD3B-408A-BEAE-9C8E0243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5070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提取重复退回和长时间等待的事项。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0DD34-F4EA-4298-A210-F22DC498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957638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copy-7-89">
            <a:extLst xmlns:a="http://schemas.openxmlformats.org/drawingml/2006/main">
              <a:ext uri="{FF2B5EF4-FFF2-40B4-BE49-F238E27FC236}">
                <a16:creationId xmlns:a16="http://schemas.microsoft.com/office/drawing/2014/main" id="{0242CC68-7BEB-46E4-8101-6EE00D30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14738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共同进入需求池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4BFC3-0698-4F7B-8E74-80F81FFA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81275" y="4817269"/>
            <a:ext cx="3406331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2461B-F4F4-420A-A179-1B2F0ADA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08729" y="5150644"/>
            <a:ext cx="78876" cy="33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1E3D9-7E60-4F94-9EAC-BAE71095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16736" y="5102413"/>
            <a:ext cx="70870" cy="48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2219D-8617-4943-AA90-761D3EFE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81275" y="5150644"/>
            <a:ext cx="3406331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1AE00-F7BC-4853-901B-90CCEA60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16736" y="5150644"/>
            <a:ext cx="70870" cy="48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5A36F-C6EE-4E08-AEC6-B8F30BC7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08729" y="5117068"/>
            <a:ext cx="78876" cy="33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00D7D-9841-49A8-9057-D776C5B7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92606" y="5150644"/>
            <a:ext cx="1718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D600C-FD20-4683-B90A-AC755A35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535494" y="5150644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FBFA9E-2024-4113-9ABD-815C5B2D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535494" y="510954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6FB75-95CF-4EEB-9B71-2C9B54AD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79144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4" name="copy-7-90">
            <a:extLst xmlns:a="http://schemas.openxmlformats.org/drawingml/2006/main">
              <a:ext uri="{FF2B5EF4-FFF2-40B4-BE49-F238E27FC236}">
                <a16:creationId xmlns:a16="http://schemas.microsoft.com/office/drawing/2014/main" id="{051604FF-6AFE-4432-8015-22D57333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26769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用户反馈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D7CE9-6E25-40C0-B011-FC84165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45894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6" name="copy-7-91">
            <a:extLst xmlns:a="http://schemas.openxmlformats.org/drawingml/2006/main">
              <a:ext uri="{FF2B5EF4-FFF2-40B4-BE49-F238E27FC236}">
                <a16:creationId xmlns:a16="http://schemas.microsoft.com/office/drawing/2014/main" id="{CEDC50F3-97B7-4A28-9B1C-EC19837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93519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服务记录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CBA5B5-9CBE-4A02-9CD3-2BF6BF80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606" y="4912519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8" name="copy-7-92">
            <a:extLst xmlns:a="http://schemas.openxmlformats.org/drawingml/2006/main">
              <a:ext uri="{FF2B5EF4-FFF2-40B4-BE49-F238E27FC236}">
                <a16:creationId xmlns:a16="http://schemas.microsoft.com/office/drawing/2014/main" id="{1068E53A-C267-47FD-8FA9-184DA77E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856" y="4960144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去重核验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E50C29-BB32-4CC5-9B1C-7C0DAD81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12519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0" name="copy-7-93">
            <a:extLst xmlns:a="http://schemas.openxmlformats.org/drawingml/2006/main">
              <a:ext uri="{FF2B5EF4-FFF2-40B4-BE49-F238E27FC236}">
                <a16:creationId xmlns:a16="http://schemas.microsoft.com/office/drawing/2014/main" id="{9F087E9E-8D6C-4613-9B5B-A5170183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960144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需求清单</a:t>
            </a:r>
          </a:p>
        </p:txBody>
      </p:sp>
    </p:spTree>
    <p:extLst>
      <p:ext uri="{BB962C8B-B14F-4D97-AF65-F5344CB8AC3E}">
        <p14:creationId xmlns:p14="http://schemas.microsoft.com/office/powerpoint/2010/main" val="629690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copy-8-94">
            <a:extLst xmlns:a="http://schemas.openxmlformats.org/drawingml/2006/main">
              <a:ext uri="{FF2B5EF4-FFF2-40B4-BE49-F238E27FC236}">
                <a16:creationId xmlns:a16="http://schemas.microsoft.com/office/drawing/2014/main" id="{3FC8635E-1285-4188-BCF7-5C6B1CEA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08  问题措施结果</a:t>
            </a:r>
          </a:p>
        </p:txBody>
      </p:sp>
      <p:sp>
        <p:nvSpPr>
          <p:cNvPr id="2" name="copy-8-95">
            <a:extLst xmlns:a="http://schemas.openxmlformats.org/drawingml/2006/main">
              <a:ext uri="{FF2B5EF4-FFF2-40B4-BE49-F238E27FC236}">
                <a16:creationId xmlns:a16="http://schemas.microsoft.com/office/drawing/2014/main" id="{64A15A48-921A-4070-9740-EA7AD20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措施要对应具体问题，结果需单独验证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6BE30-BCDD-4D37-93B9-7AE97E1D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8-96">
            <a:extLst xmlns:a="http://schemas.openxmlformats.org/drawingml/2006/main">
              <a:ext uri="{FF2B5EF4-FFF2-40B4-BE49-F238E27FC236}">
                <a16:creationId xmlns:a16="http://schemas.microsoft.com/office/drawing/2014/main" id="{B9A49473-02D3-4DCC-82E1-1EEEEEC6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8-97">
            <a:extLst xmlns:a="http://schemas.openxmlformats.org/drawingml/2006/main">
              <a:ext uri="{FF2B5EF4-FFF2-40B4-BE49-F238E27FC236}">
                <a16:creationId xmlns:a16="http://schemas.microsoft.com/office/drawing/2014/main" id="{DF48810F-22A3-481F-B337-01C07F8F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B7980-4A1D-441C-B54D-3546A9A7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8-98">
            <a:extLst xmlns:a="http://schemas.openxmlformats.org/drawingml/2006/main">
              <a:ext uri="{FF2B5EF4-FFF2-40B4-BE49-F238E27FC236}">
                <a16:creationId xmlns:a16="http://schemas.microsoft.com/office/drawing/2014/main" id="{28FF5D28-E1B6-4237-AA5E-1892029D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改进对应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4138F-F986-4837-A196-224155E5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7816" y="2571750"/>
            <a:ext cx="11609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C78DE-7E3D-4785-A3FC-D42EE4B9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93491" y="25717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D69A4-1408-4391-B163-240DECCF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493491" y="25306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B3FEA-09B9-4C54-9818-B35A3971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66950"/>
            <a:ext cx="273154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2" name="copy-8-99">
            <a:extLst xmlns:a="http://schemas.openxmlformats.org/drawingml/2006/main">
              <a:ext uri="{FF2B5EF4-FFF2-40B4-BE49-F238E27FC236}">
                <a16:creationId xmlns:a16="http://schemas.microsoft.com/office/drawing/2014/main" id="{0F3F39A6-4E88-4DE2-BC77-3F9960FF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14575"/>
            <a:ext cx="254104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入口分散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84A20-4875-4530-B90A-530C12FC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1" y="2266950"/>
            <a:ext cx="2936407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4" name="copy-8-100">
            <a:extLst xmlns:a="http://schemas.openxmlformats.org/drawingml/2006/main">
              <a:ext uri="{FF2B5EF4-FFF2-40B4-BE49-F238E27FC236}">
                <a16:creationId xmlns:a16="http://schemas.microsoft.com/office/drawing/2014/main" id="{6DE8EE1D-0285-4C1B-9A5B-2699555F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971" y="2314575"/>
            <a:ext cx="274590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统一受理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A6FB1-E773-49A8-BD3C-A3992D78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7816" y="3333750"/>
            <a:ext cx="11609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3F403-8784-4122-8B6A-E5660BF6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93491" y="33337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02E66-170C-4EE0-B471-55494D6F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493491" y="32926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65E7D-CCB6-408C-A816-0255AA00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28950"/>
            <a:ext cx="273154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9" name="copy-8-101">
            <a:extLst xmlns:a="http://schemas.openxmlformats.org/drawingml/2006/main">
              <a:ext uri="{FF2B5EF4-FFF2-40B4-BE49-F238E27FC236}">
                <a16:creationId xmlns:a16="http://schemas.microsoft.com/office/drawing/2014/main" id="{9D474D3A-4B50-4CC7-84AF-D2751B27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76575"/>
            <a:ext cx="254104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责任不清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B8DDA-6DD5-407E-A7D4-7BE9644C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1" y="3028950"/>
            <a:ext cx="2936407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1" name="copy-8-102">
            <a:extLst xmlns:a="http://schemas.openxmlformats.org/drawingml/2006/main">
              <a:ext uri="{FF2B5EF4-FFF2-40B4-BE49-F238E27FC236}">
                <a16:creationId xmlns:a16="http://schemas.microsoft.com/office/drawing/2014/main" id="{04B2A46E-7AFF-44DC-A2B6-4559F95D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971" y="3076575"/>
            <a:ext cx="274590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明确分派</a:t>
            </a:r>
          </a:p>
        </p:txBody>
      </p:sp>
      <p:sp>
        <p:nvSpPr>
          <p:cNvPr id="22" name="copy-8-103">
            <a:extLst xmlns:a="http://schemas.openxmlformats.org/drawingml/2006/main">
              <a:ext uri="{FF2B5EF4-FFF2-40B4-BE49-F238E27FC236}">
                <a16:creationId xmlns:a16="http://schemas.microsoft.com/office/drawing/2014/main" id="{6CA8A482-0BE4-4676-815F-9C4B93F1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2314575"/>
            <a:ext cx="32518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预期结果 · 待验证</a:t>
            </a:r>
          </a:p>
        </p:txBody>
      </p:sp>
      <p:sp>
        <p:nvSpPr>
          <p:cNvPr id="23" name="copy-8-104">
            <a:extLst xmlns:a="http://schemas.openxmlformats.org/drawingml/2006/main">
              <a:ext uri="{FF2B5EF4-FFF2-40B4-BE49-F238E27FC236}">
                <a16:creationId xmlns:a16="http://schemas.microsoft.com/office/drawing/2014/main" id="{B980F670-F253-464A-8D7D-B19A30CD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2743200"/>
            <a:ext cx="325183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减少寻找入口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与交接等待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F7C6C-CFAA-4295-9627-82D87F0B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805363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5" name="copy-8-105">
            <a:extLst xmlns:a="http://schemas.openxmlformats.org/drawingml/2006/main">
              <a:ext uri="{FF2B5EF4-FFF2-40B4-BE49-F238E27FC236}">
                <a16:creationId xmlns:a16="http://schemas.microsoft.com/office/drawing/2014/main" id="{1419A5ED-A771-450E-9479-322BDDF1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62463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执行检查</a:t>
            </a:r>
          </a:p>
        </p:txBody>
      </p:sp>
      <p:sp>
        <p:nvSpPr>
          <p:cNvPr id="26" name="copy-8-106">
            <a:extLst xmlns:a="http://schemas.openxmlformats.org/drawingml/2006/main">
              <a:ext uri="{FF2B5EF4-FFF2-40B4-BE49-F238E27FC236}">
                <a16:creationId xmlns:a16="http://schemas.microsoft.com/office/drawing/2014/main" id="{BDCE2B0B-3AC8-4F3D-ABA6-CA7FB31B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46383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核对入口是否可用、事项是否分派到人。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53B62-7929-4742-801E-77F01FB2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4805363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8" name="copy-8-107">
            <a:extLst xmlns:a="http://schemas.openxmlformats.org/drawingml/2006/main">
              <a:ext uri="{FF2B5EF4-FFF2-40B4-BE49-F238E27FC236}">
                <a16:creationId xmlns:a16="http://schemas.microsoft.com/office/drawing/2014/main" id="{CC8BB7BA-927A-498D-8E5B-23D76622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62463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结果检查</a:t>
            </a:r>
          </a:p>
        </p:txBody>
      </p:sp>
      <p:sp>
        <p:nvSpPr>
          <p:cNvPr id="29" name="copy-8-108">
            <a:extLst xmlns:a="http://schemas.openxmlformats.org/drawingml/2006/main">
              <a:ext uri="{FF2B5EF4-FFF2-40B4-BE49-F238E27FC236}">
                <a16:creationId xmlns:a16="http://schemas.microsoft.com/office/drawing/2014/main" id="{8643A7CC-F776-46D4-B474-45BE4733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46383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比较试点前后的等待记录，注明观察范围。</a:t>
            </a:r>
          </a:p>
        </p:txBody>
      </p:sp>
    </p:spTree>
    <p:extLst>
      <p:ext uri="{BB962C8B-B14F-4D97-AF65-F5344CB8AC3E}">
        <p14:creationId xmlns:p14="http://schemas.microsoft.com/office/powerpoint/2010/main" val="127651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opy-9-109">
            <a:extLst xmlns:a="http://schemas.openxmlformats.org/drawingml/2006/main">
              <a:ext uri="{FF2B5EF4-FFF2-40B4-BE49-F238E27FC236}">
                <a16:creationId xmlns:a16="http://schemas.microsoft.com/office/drawing/2014/main" id="{3D5A791A-61D6-4517-B8B2-BF517975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09  基础与应用</a:t>
            </a:r>
          </a:p>
        </p:txBody>
      </p:sp>
      <p:sp>
        <p:nvSpPr>
          <p:cNvPr id="2" name="copy-9-110">
            <a:extLst xmlns:a="http://schemas.openxmlformats.org/drawingml/2006/main">
              <a:ext uri="{FF2B5EF4-FFF2-40B4-BE49-F238E27FC236}">
                <a16:creationId xmlns:a16="http://schemas.microsoft.com/office/drawing/2014/main" id="{C562AAAB-328D-4FE5-82F8-CF6EDAE3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数据、流程和应用分层建设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31207-C83F-4565-9D24-DB7D4C2B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9-111">
            <a:extLst xmlns:a="http://schemas.openxmlformats.org/drawingml/2006/main">
              <a:ext uri="{FF2B5EF4-FFF2-40B4-BE49-F238E27FC236}">
                <a16:creationId xmlns:a16="http://schemas.microsoft.com/office/drawing/2014/main" id="{EFF190C6-4085-45AC-AC5D-05B59AEA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9-112">
            <a:extLst xmlns:a="http://schemas.openxmlformats.org/drawingml/2006/main">
              <a:ext uri="{FF2B5EF4-FFF2-40B4-BE49-F238E27FC236}">
                <a16:creationId xmlns:a16="http://schemas.microsoft.com/office/drawing/2014/main" id="{93474536-4361-4E59-BEBB-B74A618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B5E65-DEE6-41A9-B577-0740454A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9-113">
            <a:extLst xmlns:a="http://schemas.openxmlformats.org/drawingml/2006/main">
              <a:ext uri="{FF2B5EF4-FFF2-40B4-BE49-F238E27FC236}">
                <a16:creationId xmlns:a16="http://schemas.microsoft.com/office/drawing/2014/main" id="{CC0311C8-EF96-463B-85E6-1A568615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先打基础</a:t>
            </a:r>
          </a:p>
        </p:txBody>
      </p:sp>
      <p:sp>
        <p:nvSpPr>
          <p:cNvPr id="8" name="copy-9-114">
            <a:extLst xmlns:a="http://schemas.openxmlformats.org/drawingml/2006/main">
              <a:ext uri="{FF2B5EF4-FFF2-40B4-BE49-F238E27FC236}">
                <a16:creationId xmlns:a16="http://schemas.microsoft.com/office/drawing/2014/main" id="{A4E735BD-656D-4CF9-AC35-7316F761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8384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数据口径</a:t>
            </a:r>
          </a:p>
        </p:txBody>
      </p:sp>
      <p:sp>
        <p:nvSpPr>
          <p:cNvPr id="9" name="copy-9-115">
            <a:extLst xmlns:a="http://schemas.openxmlformats.org/drawingml/2006/main">
              <a:ext uri="{FF2B5EF4-FFF2-40B4-BE49-F238E27FC236}">
                <a16:creationId xmlns:a16="http://schemas.microsoft.com/office/drawing/2014/main" id="{81AB9950-092E-40A1-BC6F-C5A54F72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88640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编码与状态含义统一，</a:t>
            </a:r>
          </a:p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缺失值回到业务核对。</a:t>
            </a:r>
          </a:p>
        </p:txBody>
      </p:sp>
      <p:sp>
        <p:nvSpPr>
          <p:cNvPr id="10" name="copy-9-116">
            <a:extLst xmlns:a="http://schemas.openxmlformats.org/drawingml/2006/main">
              <a:ext uri="{FF2B5EF4-FFF2-40B4-BE49-F238E27FC236}">
                <a16:creationId xmlns:a16="http://schemas.microsoft.com/office/drawing/2014/main" id="{A36E64A2-E1CF-49BC-B892-A9BEBDF2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754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过程记录</a:t>
            </a:r>
          </a:p>
        </p:txBody>
      </p:sp>
      <p:sp>
        <p:nvSpPr>
          <p:cNvPr id="11" name="copy-9-117">
            <a:extLst xmlns:a="http://schemas.openxmlformats.org/drawingml/2006/main">
              <a:ext uri="{FF2B5EF4-FFF2-40B4-BE49-F238E27FC236}">
                <a16:creationId xmlns:a16="http://schemas.microsoft.com/office/drawing/2014/main" id="{037AA792-900C-4D28-9A7A-23BFFD5E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92345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每个状态有时间和</a:t>
            </a:r>
          </a:p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责任人，支持追溯。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D6D19-3C9C-4AC3-9C1E-21D86D2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copy-9-118">
            <a:extLst xmlns:a="http://schemas.openxmlformats.org/drawingml/2006/main">
              <a:ext uri="{FF2B5EF4-FFF2-40B4-BE49-F238E27FC236}">
                <a16:creationId xmlns:a16="http://schemas.microsoft.com/office/drawing/2014/main" id="{6CC83DD4-689D-4BD4-88D2-940B4FC6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能力层级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8F7CC-622D-4FF6-AB23-477A5234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33147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D7537-283F-4BD6-A834-B48EB574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314700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50658-6C79-4378-A5BC-44FF94E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4901" y="3314700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11762-744D-43BA-B020-A8FA5C96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3148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2E20D-5710-4DB0-A412-1CD5664D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314825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790CD-354B-453A-9A95-1915B276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4901" y="4314825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8F5EE-9957-408B-AF9D-36B37F0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95575"/>
            <a:ext cx="278130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1" name="copy-9-119">
            <a:extLst xmlns:a="http://schemas.openxmlformats.org/drawingml/2006/main">
              <a:ext uri="{FF2B5EF4-FFF2-40B4-BE49-F238E27FC236}">
                <a16:creationId xmlns:a16="http://schemas.microsoft.com/office/drawing/2014/main" id="{D2E6FA95-07D2-496A-9AB1-611019C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服务应用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00C61-4369-425B-AC93-70A6B8C7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278130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3" name="copy-9-120">
            <a:extLst xmlns:a="http://schemas.openxmlformats.org/drawingml/2006/main">
              <a:ext uri="{FF2B5EF4-FFF2-40B4-BE49-F238E27FC236}">
                <a16:creationId xmlns:a16="http://schemas.microsoft.com/office/drawing/2014/main" id="{C1587D16-89C6-4C6F-9626-2322BAFC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43325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流程协同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0A500-5EDD-4384-9C51-C4B4776F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95825"/>
            <a:ext cx="278130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5" name="copy-9-121">
            <a:extLst xmlns:a="http://schemas.openxmlformats.org/drawingml/2006/main">
              <a:ext uri="{FF2B5EF4-FFF2-40B4-BE49-F238E27FC236}">
                <a16:creationId xmlns:a16="http://schemas.microsoft.com/office/drawing/2014/main" id="{F329A80D-D43B-4491-A7D7-D028A7F1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43450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数据基础</a:t>
            </a:r>
          </a:p>
        </p:txBody>
      </p:sp>
      <p:sp>
        <p:nvSpPr>
          <p:cNvPr id="26" name="copy-9-122">
            <a:extLst xmlns:a="http://schemas.openxmlformats.org/drawingml/2006/main">
              <a:ext uri="{FF2B5EF4-FFF2-40B4-BE49-F238E27FC236}">
                <a16:creationId xmlns:a16="http://schemas.microsoft.com/office/drawing/2014/main" id="{C5E68E89-B673-4856-9AD9-30FBCE5D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791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下层支撑上层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B42B5C-9B10-46CF-BB89-6E97FC21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8" name="copy-9-123">
            <a:extLst xmlns:a="http://schemas.openxmlformats.org/drawingml/2006/main">
              <a:ext uri="{FF2B5EF4-FFF2-40B4-BE49-F238E27FC236}">
                <a16:creationId xmlns:a16="http://schemas.microsoft.com/office/drawing/2014/main" id="{0FE896A0-58E3-40CA-893E-99641D82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再做应用</a:t>
            </a:r>
          </a:p>
        </p:txBody>
      </p:sp>
      <p:sp>
        <p:nvSpPr>
          <p:cNvPr id="29" name="copy-9-124">
            <a:extLst xmlns:a="http://schemas.openxmlformats.org/drawingml/2006/main">
              <a:ext uri="{FF2B5EF4-FFF2-40B4-BE49-F238E27FC236}">
                <a16:creationId xmlns:a16="http://schemas.microsoft.com/office/drawing/2014/main" id="{1E6D936C-0411-41CD-ABDF-46284048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70518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面向用户</a:t>
            </a:r>
          </a:p>
        </p:txBody>
      </p:sp>
      <p:sp>
        <p:nvSpPr>
          <p:cNvPr id="30" name="copy-9-125">
            <a:extLst xmlns:a="http://schemas.openxmlformats.org/drawingml/2006/main">
              <a:ext uri="{FF2B5EF4-FFF2-40B4-BE49-F238E27FC236}">
                <a16:creationId xmlns:a16="http://schemas.microsoft.com/office/drawing/2014/main" id="{A9D26762-A66B-4A2A-9BF1-303DDE6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75318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查看进度与办理结果。</a:t>
            </a:r>
          </a:p>
        </p:txBody>
      </p:sp>
      <p:sp>
        <p:nvSpPr>
          <p:cNvPr id="31" name="copy-9-126">
            <a:extLst xmlns:a="http://schemas.openxmlformats.org/drawingml/2006/main">
              <a:ext uri="{FF2B5EF4-FFF2-40B4-BE49-F238E27FC236}">
                <a16:creationId xmlns:a16="http://schemas.microsoft.com/office/drawing/2014/main" id="{D8484BD3-5F10-4EF8-BA1D-1D2486B0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400868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面向管理</a:t>
            </a:r>
          </a:p>
        </p:txBody>
      </p:sp>
      <p:sp>
        <p:nvSpPr>
          <p:cNvPr id="32" name="copy-9-127">
            <a:extLst xmlns:a="http://schemas.openxmlformats.org/drawingml/2006/main">
              <a:ext uri="{FF2B5EF4-FFF2-40B4-BE49-F238E27FC236}">
                <a16:creationId xmlns:a16="http://schemas.microsoft.com/office/drawing/2014/main" id="{3DB85385-8938-482A-AAE5-20BB38CC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705668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观察积压环节，分析</a:t>
            </a:r>
          </a:p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前先核实记录质量。</a:t>
            </a:r>
          </a:p>
        </p:txBody>
      </p:sp>
    </p:spTree>
    <p:extLst>
      <p:ext uri="{BB962C8B-B14F-4D97-AF65-F5344CB8AC3E}">
        <p14:creationId xmlns:p14="http://schemas.microsoft.com/office/powerpoint/2010/main" val="1489650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copy-10-128">
            <a:extLst xmlns:a="http://schemas.openxmlformats.org/drawingml/2006/main">
              <a:ext uri="{FF2B5EF4-FFF2-40B4-BE49-F238E27FC236}">
                <a16:creationId xmlns:a16="http://schemas.microsoft.com/office/drawing/2014/main" id="{212B86C1-388E-4E85-9A6E-A8B3FC42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10  责任逐层展开</a:t>
            </a:r>
          </a:p>
        </p:txBody>
      </p:sp>
      <p:sp>
        <p:nvSpPr>
          <p:cNvPr id="2" name="copy-10-129">
            <a:extLst xmlns:a="http://schemas.openxmlformats.org/drawingml/2006/main">
              <a:ext uri="{FF2B5EF4-FFF2-40B4-BE49-F238E27FC236}">
                <a16:creationId xmlns:a16="http://schemas.microsoft.com/office/drawing/2014/main" id="{61EED14D-28DE-4BC8-91FE-48540EF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目标分解后，每项工作仍需明确负责人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2CC9F-C77A-4F9B-937B-B1346AD9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0-130">
            <a:extLst xmlns:a="http://schemas.openxmlformats.org/drawingml/2006/main">
              <a:ext uri="{FF2B5EF4-FFF2-40B4-BE49-F238E27FC236}">
                <a16:creationId xmlns:a16="http://schemas.microsoft.com/office/drawing/2014/main" id="{5D295F48-2ECE-49B3-844C-CD6035C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0-131">
            <a:extLst xmlns:a="http://schemas.openxmlformats.org/drawingml/2006/main">
              <a:ext uri="{FF2B5EF4-FFF2-40B4-BE49-F238E27FC236}">
                <a16:creationId xmlns:a16="http://schemas.microsoft.com/office/drawing/2014/main" id="{297F942C-C4F3-4C12-91EC-C6FB9EF3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9ABA5-1FC0-43CF-B3C3-5DDBA155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0-132">
            <a:extLst xmlns:a="http://schemas.openxmlformats.org/drawingml/2006/main">
              <a:ext uri="{FF2B5EF4-FFF2-40B4-BE49-F238E27FC236}">
                <a16:creationId xmlns:a16="http://schemas.microsoft.com/office/drawing/2014/main" id="{03A16FCC-8E3A-4BCC-80B4-2F8B1D4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责任层级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60781-E056-4728-B410-C78C884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5050" y="33623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DE610-1C71-4438-BEE5-CF1C9EBC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" y="369570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9F6E3-AAC7-4F5F-9B17-614567B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" y="36957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BEE5-8595-4096-AE3A-53922A0F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397176" y="39538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1576D-9AE5-4743-8BCE-1B0FF15D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38275" y="39538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F0A2C-A292-4B0C-872E-81E5E265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71825" y="36957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7AE53-EAEF-425D-BEBD-DA033347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30726" y="39538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31B25-229F-4955-9017-044F78BC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71825" y="39538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FD61A-7338-412D-84D1-7511DD1F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95575"/>
            <a:ext cx="28765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7" name="copy-10-133">
            <a:extLst xmlns:a="http://schemas.openxmlformats.org/drawingml/2006/main">
              <a:ext uri="{FF2B5EF4-FFF2-40B4-BE49-F238E27FC236}">
                <a16:creationId xmlns:a16="http://schemas.microsoft.com/office/drawing/2014/main" id="{3FAF2D5A-045C-4E6B-B7F9-F0252F7D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432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服务改善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C2352-486A-475C-BE0F-201D4D1C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29075"/>
            <a:ext cx="1524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9" name="copy-10-134">
            <a:extLst xmlns:a="http://schemas.openxmlformats.org/drawingml/2006/main">
              <a:ext uri="{FF2B5EF4-FFF2-40B4-BE49-F238E27FC236}">
                <a16:creationId xmlns:a16="http://schemas.microsoft.com/office/drawing/2014/main" id="{DD961AAB-AF30-4E75-AD42-A798EA8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767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入口优化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5CE6F-B8D4-4ED6-9CAB-56ED7FC5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29075"/>
            <a:ext cx="1524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1" name="copy-10-135">
            <a:extLst xmlns:a="http://schemas.openxmlformats.org/drawingml/2006/main">
              <a:ext uri="{FF2B5EF4-FFF2-40B4-BE49-F238E27FC236}">
                <a16:creationId xmlns:a16="http://schemas.microsoft.com/office/drawing/2014/main" id="{A71C24B6-ECB2-424D-B025-4D50FD2C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767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流转提速</a:t>
            </a:r>
          </a:p>
        </p:txBody>
      </p:sp>
      <p:sp>
        <p:nvSpPr>
          <p:cNvPr id="22" name="copy-10-136">
            <a:extLst xmlns:a="http://schemas.openxmlformats.org/drawingml/2006/main">
              <a:ext uri="{FF2B5EF4-FFF2-40B4-BE49-F238E27FC236}">
                <a16:creationId xmlns:a16="http://schemas.microsoft.com/office/drawing/2014/main" id="{738EE229-AED4-4A55-AA13-2EF4E15D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910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每项工作明确负责人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E3B1EB-D79B-4EC0-8C05-1EB157EF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4" name="copy-10-137">
            <a:extLst xmlns:a="http://schemas.openxmlformats.org/drawingml/2006/main">
              <a:ext uri="{FF2B5EF4-FFF2-40B4-BE49-F238E27FC236}">
                <a16:creationId xmlns:a16="http://schemas.microsoft.com/office/drawing/2014/main" id="{58FA7108-AB1E-4865-8784-F0782CD6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团队职责</a:t>
            </a:r>
          </a:p>
        </p:txBody>
      </p:sp>
      <p:sp>
        <p:nvSpPr>
          <p:cNvPr id="25" name="copy-10-138">
            <a:extLst xmlns:a="http://schemas.openxmlformats.org/drawingml/2006/main">
              <a:ext uri="{FF2B5EF4-FFF2-40B4-BE49-F238E27FC236}">
                <a16:creationId xmlns:a16="http://schemas.microsoft.com/office/drawing/2014/main" id="{A965B29C-EF4B-44F5-9933-9D609724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5719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入口优化</a:t>
            </a:r>
          </a:p>
        </p:txBody>
      </p:sp>
      <p:sp>
        <p:nvSpPr>
          <p:cNvPr id="26" name="copy-10-139">
            <a:extLst xmlns:a="http://schemas.openxmlformats.org/drawingml/2006/main">
              <a:ext uri="{FF2B5EF4-FFF2-40B4-BE49-F238E27FC236}">
                <a16:creationId xmlns:a16="http://schemas.microsoft.com/office/drawing/2014/main" id="{DE889C68-E317-4676-8D48-93672650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61995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业务组确认目录，技术组实现检索。</a:t>
            </a:r>
          </a:p>
        </p:txBody>
      </p:sp>
      <p:sp>
        <p:nvSpPr>
          <p:cNvPr id="27" name="copy-10-140">
            <a:extLst xmlns:a="http://schemas.openxmlformats.org/drawingml/2006/main">
              <a:ext uri="{FF2B5EF4-FFF2-40B4-BE49-F238E27FC236}">
                <a16:creationId xmlns:a16="http://schemas.microsoft.com/office/drawing/2014/main" id="{AEB99E9A-4385-4E62-8F33-6DE98A4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74223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流转提速</a:t>
            </a:r>
          </a:p>
        </p:txBody>
      </p:sp>
      <p:sp>
        <p:nvSpPr>
          <p:cNvPr id="28" name="copy-10-141">
            <a:extLst xmlns:a="http://schemas.openxmlformats.org/drawingml/2006/main">
              <a:ext uri="{FF2B5EF4-FFF2-40B4-BE49-F238E27FC236}">
                <a16:creationId xmlns:a16="http://schemas.microsoft.com/office/drawing/2014/main" id="{B9681E7C-4786-40C8-BA45-1FAE1760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79023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牵头部门明确接收与退回规则。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4B703-E199-42D6-85F2-F44439D3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0" name="copy-10-142">
            <a:extLst xmlns:a="http://schemas.openxmlformats.org/drawingml/2006/main">
              <a:ext uri="{FF2B5EF4-FFF2-40B4-BE49-F238E27FC236}">
                <a16:creationId xmlns:a16="http://schemas.microsoft.com/office/drawing/2014/main" id="{4E2170A9-F59D-4EA6-AC11-7880FCCA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个人交付</a:t>
            </a:r>
          </a:p>
        </p:txBody>
      </p:sp>
      <p:sp>
        <p:nvSpPr>
          <p:cNvPr id="31" name="copy-10-143">
            <a:extLst xmlns:a="http://schemas.openxmlformats.org/drawingml/2006/main">
              <a:ext uri="{FF2B5EF4-FFF2-40B4-BE49-F238E27FC236}">
                <a16:creationId xmlns:a16="http://schemas.microsoft.com/office/drawing/2014/main" id="{2DD48B90-7EFD-4A30-9E34-B93954AF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5719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负责人确认</a:t>
            </a:r>
          </a:p>
        </p:txBody>
      </p:sp>
      <p:sp>
        <p:nvSpPr>
          <p:cNvPr id="32" name="copy-10-144">
            <a:extLst xmlns:a="http://schemas.openxmlformats.org/drawingml/2006/main">
              <a:ext uri="{FF2B5EF4-FFF2-40B4-BE49-F238E27FC236}">
                <a16:creationId xmlns:a16="http://schemas.microsoft.com/office/drawing/2014/main" id="{C0122F14-65E3-4C50-B869-3794BE03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61995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每项工作记录交付物和检查时间。</a:t>
            </a:r>
          </a:p>
        </p:txBody>
      </p:sp>
      <p:sp>
        <p:nvSpPr>
          <p:cNvPr id="33" name="copy-10-145">
            <a:extLst xmlns:a="http://schemas.openxmlformats.org/drawingml/2006/main">
              <a:ext uri="{FF2B5EF4-FFF2-40B4-BE49-F238E27FC236}">
                <a16:creationId xmlns:a16="http://schemas.microsoft.com/office/drawing/2014/main" id="{F45DB41D-105F-46D0-9482-B386796A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74223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变更上报</a:t>
            </a:r>
          </a:p>
        </p:txBody>
      </p:sp>
      <p:sp>
        <p:nvSpPr>
          <p:cNvPr id="34" name="copy-10-146">
            <a:extLst xmlns:a="http://schemas.openxmlformats.org/drawingml/2006/main">
              <a:ext uri="{FF2B5EF4-FFF2-40B4-BE49-F238E27FC236}">
                <a16:creationId xmlns:a16="http://schemas.microsoft.com/office/drawing/2014/main" id="{6F3F9192-596E-4546-B7AC-4C0313E2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79023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范围变化回到对应工作项处理。</a:t>
            </a:r>
          </a:p>
        </p:txBody>
      </p:sp>
    </p:spTree>
    <p:extLst>
      <p:ext uri="{BB962C8B-B14F-4D97-AF65-F5344CB8AC3E}">
        <p14:creationId xmlns:p14="http://schemas.microsoft.com/office/powerpoint/2010/main" val="10801882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copy-11-147">
            <a:extLst xmlns:a="http://schemas.openxmlformats.org/drawingml/2006/main">
              <a:ext uri="{FF2B5EF4-FFF2-40B4-BE49-F238E27FC236}">
                <a16:creationId xmlns:a16="http://schemas.microsoft.com/office/drawing/2014/main" id="{1858FBAA-2A57-47F8-9C02-BA8D8813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11  中心协调</a:t>
            </a:r>
          </a:p>
        </p:txBody>
      </p:sp>
      <p:sp>
        <p:nvSpPr>
          <p:cNvPr id="2" name="copy-11-148">
            <a:extLst xmlns:a="http://schemas.openxmlformats.org/drawingml/2006/main">
              <a:ext uri="{FF2B5EF4-FFF2-40B4-BE49-F238E27FC236}">
                <a16:creationId xmlns:a16="http://schemas.microsoft.com/office/drawing/2014/main" id="{12CA79EA-6DF9-4845-80F5-F0D82149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统一协调入口，专业问题由对应团队处理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85C15-61B1-4F9B-920B-D2C424FF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1-149">
            <a:extLst xmlns:a="http://schemas.openxmlformats.org/drawingml/2006/main">
              <a:ext uri="{FF2B5EF4-FFF2-40B4-BE49-F238E27FC236}">
                <a16:creationId xmlns:a16="http://schemas.microsoft.com/office/drawing/2014/main" id="{EE8D1BAD-0583-4596-A89B-75646B0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1-150">
            <a:extLst xmlns:a="http://schemas.openxmlformats.org/drawingml/2006/main">
              <a:ext uri="{FF2B5EF4-FFF2-40B4-BE49-F238E27FC236}">
                <a16:creationId xmlns:a16="http://schemas.microsoft.com/office/drawing/2014/main" id="{A18CD1EB-3B31-43ED-AF65-FDB759AA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71722-1BDF-40E5-842E-DFE195B7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1-151">
            <a:extLst xmlns:a="http://schemas.openxmlformats.org/drawingml/2006/main">
              <a:ext uri="{FF2B5EF4-FFF2-40B4-BE49-F238E27FC236}">
                <a16:creationId xmlns:a16="http://schemas.microsoft.com/office/drawing/2014/main" id="{418892A9-0D87-4C20-A088-C227A0C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协调组</a:t>
            </a:r>
          </a:p>
        </p:txBody>
      </p:sp>
      <p:sp>
        <p:nvSpPr>
          <p:cNvPr id="8" name="copy-11-152">
            <a:extLst xmlns:a="http://schemas.openxmlformats.org/drawingml/2006/main">
              <a:ext uri="{FF2B5EF4-FFF2-40B4-BE49-F238E27FC236}">
                <a16:creationId xmlns:a16="http://schemas.microsoft.com/office/drawing/2014/main" id="{DA1FFB9D-1923-444E-B724-AD37C7F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70518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统一受理</a:t>
            </a:r>
          </a:p>
        </p:txBody>
      </p:sp>
      <p:sp>
        <p:nvSpPr>
          <p:cNvPr id="9" name="copy-11-153">
            <a:extLst xmlns:a="http://schemas.openxmlformats.org/drawingml/2006/main">
              <a:ext uri="{FF2B5EF4-FFF2-40B4-BE49-F238E27FC236}">
                <a16:creationId xmlns:a16="http://schemas.microsoft.com/office/drawing/2014/main" id="{1B339B2D-0D71-4464-A653-EF2D891B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75318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登记问题并跟踪当前处理人。</a:t>
            </a:r>
          </a:p>
        </p:txBody>
      </p:sp>
      <p:sp>
        <p:nvSpPr>
          <p:cNvPr id="10" name="copy-11-154">
            <a:extLst xmlns:a="http://schemas.openxmlformats.org/drawingml/2006/main">
              <a:ext uri="{FF2B5EF4-FFF2-40B4-BE49-F238E27FC236}">
                <a16:creationId xmlns:a16="http://schemas.microsoft.com/office/drawing/2014/main" id="{B9C34EBC-5A59-4B22-A057-63309D46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00868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跨组协调</a:t>
            </a:r>
          </a:p>
        </p:txBody>
      </p:sp>
      <p:sp>
        <p:nvSpPr>
          <p:cNvPr id="11" name="copy-11-155">
            <a:extLst xmlns:a="http://schemas.openxmlformats.org/drawingml/2006/main">
              <a:ext uri="{FF2B5EF4-FFF2-40B4-BE49-F238E27FC236}">
                <a16:creationId xmlns:a16="http://schemas.microsoft.com/office/drawing/2014/main" id="{BAF4F86D-370D-4670-855B-53D55AC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05668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遇到职责交叉时组织</a:t>
            </a:r>
          </a:p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确认，避免无人接收。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1AEAC-97F7-4164-B5CB-80315950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copy-11-156">
            <a:extLst xmlns:a="http://schemas.openxmlformats.org/drawingml/2006/main">
              <a:ext uri="{FF2B5EF4-FFF2-40B4-BE49-F238E27FC236}">
                <a16:creationId xmlns:a16="http://schemas.microsoft.com/office/drawing/2014/main" id="{A32E0A80-D523-40C4-A888-E77DB3C1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专业团队</a:t>
            </a:r>
          </a:p>
        </p:txBody>
      </p:sp>
      <p:sp>
        <p:nvSpPr>
          <p:cNvPr id="14" name="copy-11-157">
            <a:extLst xmlns:a="http://schemas.openxmlformats.org/drawingml/2006/main">
              <a:ext uri="{FF2B5EF4-FFF2-40B4-BE49-F238E27FC236}">
                <a16:creationId xmlns:a16="http://schemas.microsoft.com/office/drawing/2014/main" id="{26FB3D35-72E8-4828-BC9B-1B1F174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5719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业务团队</a:t>
            </a:r>
          </a:p>
        </p:txBody>
      </p:sp>
      <p:sp>
        <p:nvSpPr>
          <p:cNvPr id="15" name="copy-11-158">
            <a:extLst xmlns:a="http://schemas.openxmlformats.org/drawingml/2006/main">
              <a:ext uri="{FF2B5EF4-FFF2-40B4-BE49-F238E27FC236}">
                <a16:creationId xmlns:a16="http://schemas.microsoft.com/office/drawing/2014/main" id="{E275A800-1078-46DE-AFCF-F0EE4984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61995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解释办理规则与材料要求。</a:t>
            </a:r>
          </a:p>
        </p:txBody>
      </p:sp>
      <p:sp>
        <p:nvSpPr>
          <p:cNvPr id="16" name="copy-11-159">
            <a:extLst xmlns:a="http://schemas.openxmlformats.org/drawingml/2006/main">
              <a:ext uri="{FF2B5EF4-FFF2-40B4-BE49-F238E27FC236}">
                <a16:creationId xmlns:a16="http://schemas.microsoft.com/office/drawing/2014/main" id="{E26115C4-AE1F-4BDA-A796-92F689B9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74223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技术团队</a:t>
            </a:r>
          </a:p>
        </p:txBody>
      </p:sp>
      <p:sp>
        <p:nvSpPr>
          <p:cNvPr id="17" name="copy-11-160">
            <a:extLst xmlns:a="http://schemas.openxmlformats.org/drawingml/2006/main">
              <a:ext uri="{FF2B5EF4-FFF2-40B4-BE49-F238E27FC236}">
                <a16:creationId xmlns:a16="http://schemas.microsoft.com/office/drawing/2014/main" id="{8D19889A-98A4-45D1-AFB6-F2D265F9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79023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处理接口和系统异常，并回传结果。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F0176-A754-41FC-A84C-9A715AB2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9" name="copy-11-161">
            <a:extLst xmlns:a="http://schemas.openxmlformats.org/drawingml/2006/main">
              <a:ext uri="{FF2B5EF4-FFF2-40B4-BE49-F238E27FC236}">
                <a16:creationId xmlns:a16="http://schemas.microsoft.com/office/drawing/2014/main" id="{2BE70874-F85F-4422-BDC5-75AF4A3F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协同中心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F624F-A8BD-4423-8023-1C57C21E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867900" y="2762250"/>
            <a:ext cx="1905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67481-CB2B-45FF-B072-B1526AB8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67900" y="2762250"/>
            <a:ext cx="42435" cy="74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67670-9628-4FB9-9AA4-0FCE0E83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828151" y="2762250"/>
            <a:ext cx="39749" cy="75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3219E-007B-4E65-A918-C4A54A58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67900" y="2762250"/>
            <a:ext cx="1905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4E17B-349C-4022-A732-8227075D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844515" y="3754565"/>
            <a:ext cx="42435" cy="74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69053-BD4C-434D-8CD0-03832ABE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886950" y="3753097"/>
            <a:ext cx="39749" cy="75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3E0BF-668E-4C7C-BA68-15F90220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924925" y="4438650"/>
            <a:ext cx="6953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310D9-5FB2-4AB6-9C36-8C8B1973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924925" y="5363030"/>
            <a:ext cx="8822" cy="85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0E3B2E-4656-4DEB-B250-6EE9104E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924925" y="5409652"/>
            <a:ext cx="76518" cy="38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36C75-E3EA-455D-B861-4614372B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924925" y="4438650"/>
            <a:ext cx="6953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A3920-92B4-4D8C-8AA5-FFA0F493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11428" y="4438650"/>
            <a:ext cx="8822" cy="85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CA090F-AAAB-484B-A5B2-BBD88BEB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543732" y="4438650"/>
            <a:ext cx="76518" cy="38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F37688-4852-4E6E-9D09-D50A6914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53650" y="4438650"/>
            <a:ext cx="6953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51EB5A-21B0-4599-AB2F-6C2E9E02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72457" y="5409652"/>
            <a:ext cx="76518" cy="38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AE8C0A-CC1F-4D04-9D3E-3788D84E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40153" y="5363030"/>
            <a:ext cx="8822" cy="85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1A3FC3-6933-4A6D-9C36-D8C13B62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3650" y="4438650"/>
            <a:ext cx="6953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0EB06-2FBD-4F54-9489-810DF71F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53650" y="4438650"/>
            <a:ext cx="76518" cy="38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37EF56-DA8D-490E-867C-1EBF2390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53650" y="4438650"/>
            <a:ext cx="8822" cy="85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FC091F-A39E-4835-8529-F2CB745F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1524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9" name="copy-11-162">
            <a:extLst xmlns:a="http://schemas.openxmlformats.org/drawingml/2006/main">
              <a:ext uri="{FF2B5EF4-FFF2-40B4-BE49-F238E27FC236}">
                <a16:creationId xmlns:a16="http://schemas.microsoft.com/office/drawing/2014/main" id="{4EFA0D8E-5DBD-4FBE-B489-D6B8ECA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766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协调组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3E9D7B-B930-4AE3-AE9B-7FE27218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1333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41" name="copy-11-163">
            <a:extLst xmlns:a="http://schemas.openxmlformats.org/drawingml/2006/main">
              <a:ext uri="{FF2B5EF4-FFF2-40B4-BE49-F238E27FC236}">
                <a16:creationId xmlns:a16="http://schemas.microsoft.com/office/drawing/2014/main" id="{A2A7B1EC-D808-43E3-B447-8EF83743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业务组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A9A8B4-B4E4-4BE1-8011-2E2E2AE6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448300"/>
            <a:ext cx="1333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43" name="copy-11-164">
            <a:extLst xmlns:a="http://schemas.openxmlformats.org/drawingml/2006/main">
              <a:ext uri="{FF2B5EF4-FFF2-40B4-BE49-F238E27FC236}">
                <a16:creationId xmlns:a16="http://schemas.microsoft.com/office/drawing/2014/main" id="{329D5083-0D5B-49DD-9ACD-7F83EC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技术组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B0DE90-9564-4254-98CE-055728C8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448300"/>
            <a:ext cx="1333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45" name="copy-11-165">
            <a:extLst xmlns:a="http://schemas.openxmlformats.org/drawingml/2006/main">
              <a:ext uri="{FF2B5EF4-FFF2-40B4-BE49-F238E27FC236}">
                <a16:creationId xmlns:a16="http://schemas.microsoft.com/office/drawing/2014/main" id="{20B1C3AC-219B-4884-9307-0782B2A3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4959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服务组</a:t>
            </a:r>
          </a:p>
        </p:txBody>
      </p:sp>
    </p:spTree>
    <p:extLst>
      <p:ext uri="{BB962C8B-B14F-4D97-AF65-F5344CB8AC3E}">
        <p14:creationId xmlns:p14="http://schemas.microsoft.com/office/powerpoint/2010/main" val="15449347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-12-166">
            <a:extLst xmlns:a="http://schemas.openxmlformats.org/drawingml/2006/main">
              <a:ext uri="{FF2B5EF4-FFF2-40B4-BE49-F238E27FC236}">
                <a16:creationId xmlns:a16="http://schemas.microsoft.com/office/drawing/2014/main" id="{14B1288F-3240-4800-A460-198ABBEE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12  四项并行准备</a:t>
            </a:r>
          </a:p>
        </p:txBody>
      </p:sp>
      <p:sp>
        <p:nvSpPr>
          <p:cNvPr id="2" name="copy-12-167">
            <a:extLst xmlns:a="http://schemas.openxmlformats.org/drawingml/2006/main">
              <a:ext uri="{FF2B5EF4-FFF2-40B4-BE49-F238E27FC236}">
                <a16:creationId xmlns:a16="http://schemas.microsoft.com/office/drawing/2014/main" id="{DF15A43E-71DF-4B52-B685-04A595BE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上线准备可并行推进，但缺项需补齐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2A968-7AEC-4B9E-8FDF-EFBDB4A7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2-168">
            <a:extLst xmlns:a="http://schemas.openxmlformats.org/drawingml/2006/main">
              <a:ext uri="{FF2B5EF4-FFF2-40B4-BE49-F238E27FC236}">
                <a16:creationId xmlns:a16="http://schemas.microsoft.com/office/drawing/2014/main" id="{7C71FE10-80F0-4011-B148-22B9713F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2-169">
            <a:extLst xmlns:a="http://schemas.openxmlformats.org/drawingml/2006/main">
              <a:ext uri="{FF2B5EF4-FFF2-40B4-BE49-F238E27FC236}">
                <a16:creationId xmlns:a16="http://schemas.microsoft.com/office/drawing/2014/main" id="{2FC633EA-EF7D-4B96-8DDB-E83FEEDD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A6E2A-8105-47F7-98F6-D1768557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2-170">
            <a:extLst xmlns:a="http://schemas.openxmlformats.org/drawingml/2006/main">
              <a:ext uri="{FF2B5EF4-FFF2-40B4-BE49-F238E27FC236}">
                <a16:creationId xmlns:a16="http://schemas.microsoft.com/office/drawing/2014/main" id="{F8340F31-F0E1-40A9-B616-C906D459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业务规则</a:t>
            </a:r>
          </a:p>
        </p:txBody>
      </p:sp>
      <p:sp>
        <p:nvSpPr>
          <p:cNvPr id="8" name="copy-12-171">
            <a:extLst xmlns:a="http://schemas.openxmlformats.org/drawingml/2006/main">
              <a:ext uri="{FF2B5EF4-FFF2-40B4-BE49-F238E27FC236}">
                <a16:creationId xmlns:a16="http://schemas.microsoft.com/office/drawing/2014/main" id="{9F450385-6022-42C5-8F79-9DC25EB7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77001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确认受理范围、材料要求和退回情形。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B9973-D41F-4233-8958-A8E3533A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copy-12-172">
            <a:extLst xmlns:a="http://schemas.openxmlformats.org/drawingml/2006/main">
              <a:ext uri="{FF2B5EF4-FFF2-40B4-BE49-F238E27FC236}">
                <a16:creationId xmlns:a16="http://schemas.microsoft.com/office/drawing/2014/main" id="{6A43CB66-9EB5-45E7-9668-03300CC5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技术联调</a:t>
            </a:r>
          </a:p>
        </p:txBody>
      </p:sp>
      <p:sp>
        <p:nvSpPr>
          <p:cNvPr id="11" name="copy-12-173">
            <a:extLst xmlns:a="http://schemas.openxmlformats.org/drawingml/2006/main">
              <a:ext uri="{FF2B5EF4-FFF2-40B4-BE49-F238E27FC236}">
                <a16:creationId xmlns:a16="http://schemas.microsoft.com/office/drawing/2014/main" id="{EE4960A2-AEB3-4CA3-B452-47F420B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77001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完成接口测试，并保存异常处理记录。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3EF77-B705-42E7-8387-77DBA00E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copy-12-174">
            <a:extLst xmlns:a="http://schemas.openxmlformats.org/drawingml/2006/main">
              <a:ext uri="{FF2B5EF4-FFF2-40B4-BE49-F238E27FC236}">
                <a16:creationId xmlns:a16="http://schemas.microsoft.com/office/drawing/2014/main" id="{3EB4427E-598B-41B5-9CC2-2A80B6FE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人员培训</a:t>
            </a:r>
          </a:p>
        </p:txBody>
      </p:sp>
      <p:sp>
        <p:nvSpPr>
          <p:cNvPr id="14" name="copy-12-175">
            <a:extLst xmlns:a="http://schemas.openxmlformats.org/drawingml/2006/main">
              <a:ext uri="{FF2B5EF4-FFF2-40B4-BE49-F238E27FC236}">
                <a16:creationId xmlns:a16="http://schemas.microsoft.com/office/drawing/2014/main" id="{EA3CC3FF-8033-4891-A7FB-8EBC8116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34451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值班人员能够演示一次完整办理。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2A909-CC38-4648-BEBC-40DBE56A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copy-12-176">
            <a:extLst xmlns:a="http://schemas.openxmlformats.org/drawingml/2006/main">
              <a:ext uri="{FF2B5EF4-FFF2-40B4-BE49-F238E27FC236}">
                <a16:creationId xmlns:a16="http://schemas.microsoft.com/office/drawing/2014/main" id="{B60D7A3B-E61E-432A-BDDE-C8344BD7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服务支持</a:t>
            </a:r>
          </a:p>
        </p:txBody>
      </p:sp>
      <p:sp>
        <p:nvSpPr>
          <p:cNvPr id="17" name="copy-12-177">
            <a:extLst xmlns:a="http://schemas.openxmlformats.org/drawingml/2006/main">
              <a:ext uri="{FF2B5EF4-FFF2-40B4-BE49-F238E27FC236}">
                <a16:creationId xmlns:a16="http://schemas.microsoft.com/office/drawing/2014/main" id="{BC2B6143-F8EC-4AA7-92EC-63EE2629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34451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明确故障联系人和用户咨询渠道。</a:t>
            </a:r>
          </a:p>
        </p:txBody>
      </p:sp>
    </p:spTree>
    <p:extLst>
      <p:ext uri="{BB962C8B-B14F-4D97-AF65-F5344CB8AC3E}">
        <p14:creationId xmlns:p14="http://schemas.microsoft.com/office/powerpoint/2010/main" val="902636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opy-13-178">
            <a:extLst xmlns:a="http://schemas.openxmlformats.org/drawingml/2006/main">
              <a:ext uri="{FF2B5EF4-FFF2-40B4-BE49-F238E27FC236}">
                <a16:creationId xmlns:a16="http://schemas.microsoft.com/office/drawing/2014/main" id="{9F2DD7E9-1883-4CCB-A30F-4AE16639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13  事项优先级</a:t>
            </a:r>
          </a:p>
        </p:txBody>
      </p:sp>
      <p:sp>
        <p:nvSpPr>
          <p:cNvPr id="2" name="copy-13-179">
            <a:extLst xmlns:a="http://schemas.openxmlformats.org/drawingml/2006/main">
              <a:ext uri="{FF2B5EF4-FFF2-40B4-BE49-F238E27FC236}">
                <a16:creationId xmlns:a16="http://schemas.microsoft.com/office/drawing/2014/main" id="{71E1F9F6-84B8-48EF-8C9E-82C11B3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先做高价值、低难度事项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718B1-FD01-44E5-B06A-7361907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3-180">
            <a:extLst xmlns:a="http://schemas.openxmlformats.org/drawingml/2006/main">
              <a:ext uri="{FF2B5EF4-FFF2-40B4-BE49-F238E27FC236}">
                <a16:creationId xmlns:a16="http://schemas.microsoft.com/office/drawing/2014/main" id="{7B99F2EF-4C01-4D35-BCDF-8F0E2F1B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3-181">
            <a:extLst xmlns:a="http://schemas.openxmlformats.org/drawingml/2006/main">
              <a:ext uri="{FF2B5EF4-FFF2-40B4-BE49-F238E27FC236}">
                <a16:creationId xmlns:a16="http://schemas.microsoft.com/office/drawing/2014/main" id="{7F7CAE7C-45FA-4081-980A-64B71F52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64E67-2FF1-4A08-A10B-02568C7E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3-182">
            <a:extLst xmlns:a="http://schemas.openxmlformats.org/drawingml/2006/main">
              <a:ext uri="{FF2B5EF4-FFF2-40B4-BE49-F238E27FC236}">
                <a16:creationId xmlns:a16="http://schemas.microsoft.com/office/drawing/2014/main" id="{119CA8BD-81CF-4B41-9A86-9610A75B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双维定位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C558A-6DA6-471D-9F33-DBB68EC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14575"/>
            <a:ext cx="2290763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A4DD7-FFC1-4ADD-8303-821C912A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" y="3381375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5F9DF-4E85-4F04-A101-0BA397D9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563569" y="338137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7EC6B-960D-435D-953B-B4C90756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563569" y="334027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3F327-17C6-4080-AC06-60E29CF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7275" y="231457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64082-E74C-49BC-A9C7-5A83BD70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" y="2314575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8E0A7-FB41-41E0-9606-A932D071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16176" y="2314575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DE8E1-AC97-4329-90F1-3528F3C4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48038" y="231457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ED5F0-D5F1-4BF5-95E3-52F7727C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" y="2847975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7" name="copy-13-183">
            <a:extLst xmlns:a="http://schemas.openxmlformats.org/drawingml/2006/main">
              <a:ext uri="{FF2B5EF4-FFF2-40B4-BE49-F238E27FC236}">
                <a16:creationId xmlns:a16="http://schemas.microsoft.com/office/drawing/2014/main" id="{81BD27FD-287A-48D2-96A9-833A1D32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9825"/>
            <a:ext cx="20812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入口</a:t>
            </a:r>
          </a:p>
        </p:txBody>
      </p:sp>
      <p:sp>
        <p:nvSpPr>
          <p:cNvPr id="18" name="copy-13-184">
            <a:extLst xmlns:a="http://schemas.openxmlformats.org/drawingml/2006/main">
              <a:ext uri="{FF2B5EF4-FFF2-40B4-BE49-F238E27FC236}">
                <a16:creationId xmlns:a16="http://schemas.microsoft.com/office/drawing/2014/main" id="{6A08EDD8-669A-41C4-9B8B-DA732DC0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943225"/>
            <a:ext cx="20812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迁移</a:t>
            </a:r>
          </a:p>
        </p:txBody>
      </p:sp>
      <p:sp>
        <p:nvSpPr>
          <p:cNvPr id="19" name="copy-13-185">
            <a:extLst xmlns:a="http://schemas.openxmlformats.org/drawingml/2006/main">
              <a:ext uri="{FF2B5EF4-FFF2-40B4-BE49-F238E27FC236}">
                <a16:creationId xmlns:a16="http://schemas.microsoft.com/office/drawing/2014/main" id="{3A0A6174-57F6-43CF-8FBF-91920CA8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145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高</a:t>
            </a:r>
          </a:p>
        </p:txBody>
      </p:sp>
      <p:sp>
        <p:nvSpPr>
          <p:cNvPr id="20" name="copy-13-186">
            <a:extLst xmlns:a="http://schemas.openxmlformats.org/drawingml/2006/main">
              <a:ext uri="{FF2B5EF4-FFF2-40B4-BE49-F238E27FC236}">
                <a16:creationId xmlns:a16="http://schemas.microsoft.com/office/drawing/2014/main" id="{C473A0D7-39C0-49F2-88D5-8C7BDEFA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146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低</a:t>
            </a:r>
          </a:p>
        </p:txBody>
      </p:sp>
      <p:sp>
        <p:nvSpPr>
          <p:cNvPr id="21" name="copy-13-187">
            <a:extLst xmlns:a="http://schemas.openxmlformats.org/drawingml/2006/main">
              <a:ext uri="{FF2B5EF4-FFF2-40B4-BE49-F238E27FC236}">
                <a16:creationId xmlns:a16="http://schemas.microsoft.com/office/drawing/2014/main" id="{AB97CBDD-85AC-4C67-B5A1-1A808C7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66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价值</a:t>
            </a:r>
          </a:p>
        </p:txBody>
      </p:sp>
      <p:sp>
        <p:nvSpPr>
          <p:cNvPr id="22" name="copy-13-188">
            <a:extLst xmlns:a="http://schemas.openxmlformats.org/drawingml/2006/main">
              <a:ext uri="{FF2B5EF4-FFF2-40B4-BE49-F238E27FC236}">
                <a16:creationId xmlns:a16="http://schemas.microsoft.com/office/drawing/2014/main" id="{828F93F3-FC6A-4B89-B970-1B744B19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57575"/>
            <a:ext cx="4581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难度低 → 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BC33A-4E8A-4F9E-8777-FC45136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4" name="copy-13-189">
            <a:extLst xmlns:a="http://schemas.openxmlformats.org/drawingml/2006/main">
              <a:ext uri="{FF2B5EF4-FFF2-40B4-BE49-F238E27FC236}">
                <a16:creationId xmlns:a16="http://schemas.microsoft.com/office/drawing/2014/main" id="{C914E52B-1F87-4A51-99D1-447214B0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25" name="copy-13-190">
            <a:extLst xmlns:a="http://schemas.openxmlformats.org/drawingml/2006/main">
              <a:ext uri="{FF2B5EF4-FFF2-40B4-BE49-F238E27FC236}">
                <a16:creationId xmlns:a16="http://schemas.microsoft.com/office/drawing/2014/main" id="{04F8EF34-2E4D-4C92-A0B0-DC2C3539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460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入口优化先在单一场景试用，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观察用户能否顺利找到办理入口。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7DC17-47E9-4E61-BB17-08AB2A1F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7" name="copy-13-191">
            <a:extLst xmlns:a="http://schemas.openxmlformats.org/drawingml/2006/main">
              <a:ext uri="{FF2B5EF4-FFF2-40B4-BE49-F238E27FC236}">
                <a16:creationId xmlns:a16="http://schemas.microsoft.com/office/drawing/2014/main" id="{42A0A4EC-A879-42EA-B0D0-4F7445D7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暂缓事项</a:t>
            </a:r>
          </a:p>
        </p:txBody>
      </p:sp>
      <p:sp>
        <p:nvSpPr>
          <p:cNvPr id="28" name="copy-13-192">
            <a:extLst xmlns:a="http://schemas.openxmlformats.org/drawingml/2006/main">
              <a:ext uri="{FF2B5EF4-FFF2-40B4-BE49-F238E27FC236}">
                <a16:creationId xmlns:a16="http://schemas.microsoft.com/office/drawing/2014/main" id="{6812CD54-F49A-4B84-9B11-C5CD5E75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9205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全量迁移需核对风险与回退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方案，当前不直接进入实施。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99E94A-4BAD-4503-8F49-846BC5DC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0" name="copy-13-193">
            <a:extLst xmlns:a="http://schemas.openxmlformats.org/drawingml/2006/main">
              <a:ext uri="{FF2B5EF4-FFF2-40B4-BE49-F238E27FC236}">
                <a16:creationId xmlns:a16="http://schemas.microsoft.com/office/drawing/2014/main" id="{A96F9C0E-9735-45E3-A4B1-63A2C142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判断边界</a:t>
            </a:r>
          </a:p>
        </p:txBody>
      </p:sp>
      <p:sp>
        <p:nvSpPr>
          <p:cNvPr id="31" name="copy-13-194">
            <a:extLst xmlns:a="http://schemas.openxmlformats.org/drawingml/2006/main">
              <a:ext uri="{FF2B5EF4-FFF2-40B4-BE49-F238E27FC236}">
                <a16:creationId xmlns:a16="http://schemas.microsoft.com/office/drawing/2014/main" id="{81D52B69-EA22-4FA1-9F15-71FDC48D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205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以上为模拟定位。若接口条件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或业务范围变化，应重新评估。</a:t>
            </a:r>
          </a:p>
        </p:txBody>
      </p:sp>
    </p:spTree>
    <p:extLst>
      <p:ext uri="{BB962C8B-B14F-4D97-AF65-F5344CB8AC3E}">
        <p14:creationId xmlns:p14="http://schemas.microsoft.com/office/powerpoint/2010/main" val="14414828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opy-14-195">
            <a:extLst xmlns:a="http://schemas.openxmlformats.org/drawingml/2006/main">
              <a:ext uri="{FF2B5EF4-FFF2-40B4-BE49-F238E27FC236}">
                <a16:creationId xmlns:a16="http://schemas.microsoft.com/office/drawing/2014/main" id="{0F0B8A23-49E0-450C-8CA7-246DCBCB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14  区分两条原因链</a:t>
            </a:r>
          </a:p>
        </p:txBody>
      </p:sp>
      <p:sp>
        <p:nvSpPr>
          <p:cNvPr id="2" name="copy-14-196">
            <a:extLst xmlns:a="http://schemas.openxmlformats.org/drawingml/2006/main">
              <a:ext uri="{FF2B5EF4-FFF2-40B4-BE49-F238E27FC236}">
                <a16:creationId xmlns:a16="http://schemas.microsoft.com/office/drawing/2014/main" id="{D1362DA8-3DE4-4781-80DA-84810110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不同原因需要对应不同的改进措施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0B80F-396C-428E-9C80-4CAFCFC1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4-197">
            <a:extLst xmlns:a="http://schemas.openxmlformats.org/drawingml/2006/main">
              <a:ext uri="{FF2B5EF4-FFF2-40B4-BE49-F238E27FC236}">
                <a16:creationId xmlns:a16="http://schemas.microsoft.com/office/drawing/2014/main" id="{991302C6-F6A7-4634-8478-B43687BD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4-198">
            <a:extLst xmlns:a="http://schemas.openxmlformats.org/drawingml/2006/main">
              <a:ext uri="{FF2B5EF4-FFF2-40B4-BE49-F238E27FC236}">
                <a16:creationId xmlns:a16="http://schemas.microsoft.com/office/drawing/2014/main" id="{B9189FFF-4E3D-4260-962A-498551FD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A28C9-68A7-4D7F-A0D1-A430646A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4-199">
            <a:extLst xmlns:a="http://schemas.openxmlformats.org/drawingml/2006/main">
              <a:ext uri="{FF2B5EF4-FFF2-40B4-BE49-F238E27FC236}">
                <a16:creationId xmlns:a16="http://schemas.microsoft.com/office/drawing/2014/main" id="{ADE173C3-D729-418E-9BAB-87C9C10F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待验证原因甲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299B4-E60E-4529-B2D3-3D744BF3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38488" y="29051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13837-B6BE-484A-9732-89EBE938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91857" y="290512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10CE7-6BAA-43F2-B4FF-E9BE00B0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291857" y="286402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3FD6D-024E-434C-B2BA-FF14A2D2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52700"/>
            <a:ext cx="2462213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2" name="copy-14-200">
            <a:extLst xmlns:a="http://schemas.openxmlformats.org/drawingml/2006/main">
              <a:ext uri="{FF2B5EF4-FFF2-40B4-BE49-F238E27FC236}">
                <a16:creationId xmlns:a16="http://schemas.microsoft.com/office/drawing/2014/main" id="{9FED5179-4951-460F-A83E-C7DB8FC6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00325"/>
            <a:ext cx="22717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规则不清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EE8E3-F787-4E1D-BC62-2D3D51F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552700"/>
            <a:ext cx="2462213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4" name="copy-14-201">
            <a:extLst xmlns:a="http://schemas.openxmlformats.org/drawingml/2006/main">
              <a:ext uri="{FF2B5EF4-FFF2-40B4-BE49-F238E27FC236}">
                <a16:creationId xmlns:a16="http://schemas.microsoft.com/office/drawing/2014/main" id="{5BAEBDBD-54B2-4AA1-BC59-344C21CE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00325"/>
            <a:ext cx="22717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重复补件</a:t>
            </a:r>
          </a:p>
        </p:txBody>
      </p:sp>
      <p:sp>
        <p:nvSpPr>
          <p:cNvPr id="15" name="copy-14-202">
            <a:extLst xmlns:a="http://schemas.openxmlformats.org/drawingml/2006/main">
              <a:ext uri="{FF2B5EF4-FFF2-40B4-BE49-F238E27FC236}">
                <a16:creationId xmlns:a16="http://schemas.microsoft.com/office/drawing/2014/main" id="{B35F745B-707F-4E9E-B97B-7C369AC4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515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待验证假设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01589-1321-4580-BBA9-142321AE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7" name="copy-14-203">
            <a:extLst xmlns:a="http://schemas.openxmlformats.org/drawingml/2006/main">
              <a:ext uri="{FF2B5EF4-FFF2-40B4-BE49-F238E27FC236}">
                <a16:creationId xmlns:a16="http://schemas.microsoft.com/office/drawing/2014/main" id="{A87F2DE6-3223-4FE7-B12D-0DF07F0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待验证原因乙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078F4-E7A2-460F-9EF1-99A2C86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24913" y="29051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56B55-D97B-4822-A543-7D964977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978282" y="290512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6A8E2-CDE0-4B07-94FF-5225EA36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978282" y="286402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FA4A0-AF7F-45FC-BE7E-3FC38C6A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2462213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2" name="copy-14-204">
            <a:extLst xmlns:a="http://schemas.openxmlformats.org/drawingml/2006/main">
              <a:ext uri="{FF2B5EF4-FFF2-40B4-BE49-F238E27FC236}">
                <a16:creationId xmlns:a16="http://schemas.microsoft.com/office/drawing/2014/main" id="{D9F06304-B100-46B6-A277-696619E9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0325"/>
            <a:ext cx="22717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无人接收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84A28-C973-4967-85C3-3C7F9184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552700"/>
            <a:ext cx="2462213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4" name="copy-14-205">
            <a:extLst xmlns:a="http://schemas.openxmlformats.org/drawingml/2006/main">
              <a:ext uri="{FF2B5EF4-FFF2-40B4-BE49-F238E27FC236}">
                <a16:creationId xmlns:a16="http://schemas.microsoft.com/office/drawing/2014/main" id="{845407D4-5F3C-4252-B6C9-313D38D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600325"/>
            <a:ext cx="22717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交接等待</a:t>
            </a:r>
          </a:p>
        </p:txBody>
      </p:sp>
      <p:sp>
        <p:nvSpPr>
          <p:cNvPr id="25" name="copy-14-206">
            <a:extLst xmlns:a="http://schemas.openxmlformats.org/drawingml/2006/main">
              <a:ext uri="{FF2B5EF4-FFF2-40B4-BE49-F238E27FC236}">
                <a16:creationId xmlns:a16="http://schemas.microsoft.com/office/drawing/2014/main" id="{4B644297-49E4-4798-BF02-4102C801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515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待验证假设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A8B30-24D6-47A0-B9D6-4668713E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7" name="copy-14-207">
            <a:extLst xmlns:a="http://schemas.openxmlformats.org/drawingml/2006/main">
              <a:ext uri="{FF2B5EF4-FFF2-40B4-BE49-F238E27FC236}">
                <a16:creationId xmlns:a16="http://schemas.microsoft.com/office/drawing/2014/main" id="{61AE7311-637F-437C-96E5-074D6949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对应措施甲</a:t>
            </a:r>
          </a:p>
        </p:txBody>
      </p:sp>
      <p:sp>
        <p:nvSpPr>
          <p:cNvPr id="28" name="copy-14-208">
            <a:extLst xmlns:a="http://schemas.openxmlformats.org/drawingml/2006/main">
              <a:ext uri="{FF2B5EF4-FFF2-40B4-BE49-F238E27FC236}">
                <a16:creationId xmlns:a16="http://schemas.microsoft.com/office/drawing/2014/main" id="{7CDA0676-D3E1-45A4-80EF-B938C11E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9205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完善材料说明；抽查重复补件记录，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核实规则不清是否为主要原因。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76A410-2FBD-485C-AC7C-63FB3480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0" name="copy-14-209">
            <a:extLst xmlns:a="http://schemas.openxmlformats.org/drawingml/2006/main">
              <a:ext uri="{FF2B5EF4-FFF2-40B4-BE49-F238E27FC236}">
                <a16:creationId xmlns:a16="http://schemas.microsoft.com/office/drawing/2014/main" id="{7741CB4D-B01F-489F-AFCF-9DE27938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对应措施乙</a:t>
            </a:r>
          </a:p>
        </p:txBody>
      </p:sp>
      <p:sp>
        <p:nvSpPr>
          <p:cNvPr id="31" name="copy-14-210">
            <a:extLst xmlns:a="http://schemas.openxmlformats.org/drawingml/2006/main">
              <a:ext uri="{FF2B5EF4-FFF2-40B4-BE49-F238E27FC236}">
                <a16:creationId xmlns:a16="http://schemas.microsoft.com/office/drawing/2014/main" id="{21450F64-ECF6-44B6-8F95-2A55AF59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205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明确接收人；对照交接记录，核实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等待是否发生在无人接收的环节。</a:t>
            </a:r>
          </a:p>
        </p:txBody>
      </p:sp>
    </p:spTree>
    <p:extLst>
      <p:ext uri="{BB962C8B-B14F-4D97-AF65-F5344CB8AC3E}">
        <p14:creationId xmlns:p14="http://schemas.microsoft.com/office/powerpoint/2010/main" val="4757647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opy-15-211">
            <a:extLst xmlns:a="http://schemas.openxmlformats.org/drawingml/2006/main">
              <a:ext uri="{FF2B5EF4-FFF2-40B4-BE49-F238E27FC236}">
                <a16:creationId xmlns:a16="http://schemas.microsoft.com/office/drawing/2014/main" id="{176EBA11-849E-4E89-819A-8859BDED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15  目标与行动</a:t>
            </a:r>
          </a:p>
        </p:txBody>
      </p:sp>
      <p:sp>
        <p:nvSpPr>
          <p:cNvPr id="2" name="copy-15-212">
            <a:extLst xmlns:a="http://schemas.openxmlformats.org/drawingml/2006/main">
              <a:ext uri="{FF2B5EF4-FFF2-40B4-BE49-F238E27FC236}">
                <a16:creationId xmlns:a16="http://schemas.microsoft.com/office/drawing/2014/main" id="{854D9490-BCE6-421B-9A08-B02ECB6C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每项目标都要配上动作和验证方式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505C4-D8A9-43F8-80E0-18577E0E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5-213">
            <a:extLst xmlns:a="http://schemas.openxmlformats.org/drawingml/2006/main">
              <a:ext uri="{FF2B5EF4-FFF2-40B4-BE49-F238E27FC236}">
                <a16:creationId xmlns:a16="http://schemas.microsoft.com/office/drawing/2014/main" id="{1F30EADD-2BA8-4942-B788-024BA28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5-214">
            <a:extLst xmlns:a="http://schemas.openxmlformats.org/drawingml/2006/main">
              <a:ext uri="{FF2B5EF4-FFF2-40B4-BE49-F238E27FC236}">
                <a16:creationId xmlns:a16="http://schemas.microsoft.com/office/drawing/2014/main" id="{59C95C16-296B-4498-8C42-F351DAD1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D6E5C-5C7D-444A-86AC-289E61A6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5-215">
            <a:extLst xmlns:a="http://schemas.openxmlformats.org/drawingml/2006/main">
              <a:ext uri="{FF2B5EF4-FFF2-40B4-BE49-F238E27FC236}">
                <a16:creationId xmlns:a16="http://schemas.microsoft.com/office/drawing/2014/main" id="{84628076-A907-404E-9638-5E197B96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目标：入口清楚</a:t>
            </a:r>
          </a:p>
        </p:txBody>
      </p:sp>
      <p:sp>
        <p:nvSpPr>
          <p:cNvPr id="8" name="copy-15-216">
            <a:extLst xmlns:a="http://schemas.openxmlformats.org/drawingml/2006/main">
              <a:ext uri="{FF2B5EF4-FFF2-40B4-BE49-F238E27FC236}">
                <a16:creationId xmlns:a16="http://schemas.microsoft.com/office/drawing/2014/main" id="{132E003D-1ABF-4502-B9E8-83ABD6A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8938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用户能找到正确的办理入口。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9695E-64F4-4D09-8C48-C62AAA9F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copy-15-217">
            <a:extLst xmlns:a="http://schemas.openxmlformats.org/drawingml/2006/main">
              <a:ext uri="{FF2B5EF4-FFF2-40B4-BE49-F238E27FC236}">
                <a16:creationId xmlns:a16="http://schemas.microsoft.com/office/drawing/2014/main" id="{364A0A6E-EFF1-4A7F-B6C6-CAB164B8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目标：交接明确</a:t>
            </a:r>
          </a:p>
        </p:txBody>
      </p:sp>
      <p:sp>
        <p:nvSpPr>
          <p:cNvPr id="11" name="copy-15-218">
            <a:extLst xmlns:a="http://schemas.openxmlformats.org/drawingml/2006/main">
              <a:ext uri="{FF2B5EF4-FFF2-40B4-BE49-F238E27FC236}">
                <a16:creationId xmlns:a16="http://schemas.microsoft.com/office/drawing/2014/main" id="{A89DAB47-E1D9-4429-AC8E-8BCB89E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8938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事项有接收人和当前状态。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B2221-1322-4CD6-9C32-5A4ABBA3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copy-15-219">
            <a:extLst xmlns:a="http://schemas.openxmlformats.org/drawingml/2006/main">
              <a:ext uri="{FF2B5EF4-FFF2-40B4-BE49-F238E27FC236}">
                <a16:creationId xmlns:a16="http://schemas.microsoft.com/office/drawing/2014/main" id="{D9AA20C4-28E3-47C3-9597-438AA920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目标：结果可见</a:t>
            </a:r>
          </a:p>
        </p:txBody>
      </p:sp>
      <p:sp>
        <p:nvSpPr>
          <p:cNvPr id="14" name="copy-15-220">
            <a:extLst xmlns:a="http://schemas.openxmlformats.org/drawingml/2006/main">
              <a:ext uri="{FF2B5EF4-FFF2-40B4-BE49-F238E27FC236}">
                <a16:creationId xmlns:a16="http://schemas.microsoft.com/office/drawing/2014/main" id="{70D883F2-5EE2-40B7-87E1-972794E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8938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用户能查看办理结果。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6B50C-560F-4E1B-9327-68E142F2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815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6" name="copy-15-221">
            <a:extLst xmlns:a="http://schemas.openxmlformats.org/drawingml/2006/main">
              <a:ext uri="{FF2B5EF4-FFF2-40B4-BE49-F238E27FC236}">
                <a16:creationId xmlns:a16="http://schemas.microsoft.com/office/drawing/2014/main" id="{BAABF3EC-2428-49B0-A3BE-FFA7C8DC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动作与验证甲</a:t>
            </a:r>
          </a:p>
        </p:txBody>
      </p:sp>
      <p:sp>
        <p:nvSpPr>
          <p:cNvPr id="17" name="copy-15-222">
            <a:extLst xmlns:a="http://schemas.openxmlformats.org/drawingml/2006/main">
              <a:ext uri="{FF2B5EF4-FFF2-40B4-BE49-F238E27FC236}">
                <a16:creationId xmlns:a16="http://schemas.microsoft.com/office/drawing/2014/main" id="{5A231A04-24BB-42C8-9AF2-E8894FB5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16818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统一目录；用实际任务</a:t>
            </a:r>
          </a:p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检查入口能否找到。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120FD-EC43-4C2A-AC8E-80B194D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43815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9" name="copy-15-223">
            <a:extLst xmlns:a="http://schemas.openxmlformats.org/drawingml/2006/main">
              <a:ext uri="{FF2B5EF4-FFF2-40B4-BE49-F238E27FC236}">
                <a16:creationId xmlns:a16="http://schemas.microsoft.com/office/drawing/2014/main" id="{9AE5B09A-93EB-4B23-8A1C-079348C8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动作与验证乙</a:t>
            </a:r>
          </a:p>
        </p:txBody>
      </p:sp>
      <p:sp>
        <p:nvSpPr>
          <p:cNvPr id="20" name="copy-15-224">
            <a:extLst xmlns:a="http://schemas.openxmlformats.org/drawingml/2006/main">
              <a:ext uri="{FF2B5EF4-FFF2-40B4-BE49-F238E27FC236}">
                <a16:creationId xmlns:a16="http://schemas.microsoft.com/office/drawing/2014/main" id="{03C6823F-5DEE-43D3-AE23-DB03B9AC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14683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记录接收人；抽查停滞事项。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8D88C-C130-4E67-98B1-EE0DCB0D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43815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2" name="copy-15-225">
            <a:extLst xmlns:a="http://schemas.openxmlformats.org/drawingml/2006/main">
              <a:ext uri="{FF2B5EF4-FFF2-40B4-BE49-F238E27FC236}">
                <a16:creationId xmlns:a16="http://schemas.microsoft.com/office/drawing/2014/main" id="{E28F249A-1492-4A1D-AA63-2DF944C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386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动作与验证丙</a:t>
            </a:r>
          </a:p>
        </p:txBody>
      </p:sp>
      <p:sp>
        <p:nvSpPr>
          <p:cNvPr id="23" name="copy-15-226">
            <a:extLst xmlns:a="http://schemas.openxmlformats.org/drawingml/2006/main">
              <a:ext uri="{FF2B5EF4-FFF2-40B4-BE49-F238E27FC236}">
                <a16:creationId xmlns:a16="http://schemas.microsoft.com/office/drawing/2014/main" id="{212A6438-9BEC-43C2-9245-7C920C8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14683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提供进度查询；核对结果是否回传。</a:t>
            </a:r>
          </a:p>
        </p:txBody>
      </p:sp>
    </p:spTree>
    <p:extLst>
      <p:ext uri="{BB962C8B-B14F-4D97-AF65-F5344CB8AC3E}">
        <p14:creationId xmlns:p14="http://schemas.microsoft.com/office/powerpoint/2010/main" val="7444133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py-16-227">
            <a:extLst xmlns:a="http://schemas.openxmlformats.org/drawingml/2006/main">
              <a:ext uri="{FF2B5EF4-FFF2-40B4-BE49-F238E27FC236}">
                <a16:creationId xmlns:a16="http://schemas.microsoft.com/office/drawing/2014/main" id="{937CA64D-1402-4B5C-ABBF-14D87679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16  试点范围边界</a:t>
            </a:r>
          </a:p>
        </p:txBody>
      </p:sp>
      <p:sp>
        <p:nvSpPr>
          <p:cNvPr id="2" name="copy-16-228">
            <a:extLst xmlns:a="http://schemas.openxmlformats.org/drawingml/2006/main">
              <a:ext uri="{FF2B5EF4-FFF2-40B4-BE49-F238E27FC236}">
                <a16:creationId xmlns:a16="http://schemas.microsoft.com/office/drawing/2014/main" id="{BE7553BC-599E-42BC-80CC-034173DF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先明确包含什么，再讨论如何实现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D49FC-0B2A-4472-8DB1-B09077D6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6-229">
            <a:extLst xmlns:a="http://schemas.openxmlformats.org/drawingml/2006/main">
              <a:ext uri="{FF2B5EF4-FFF2-40B4-BE49-F238E27FC236}">
                <a16:creationId xmlns:a16="http://schemas.microsoft.com/office/drawing/2014/main" id="{B5C253E0-0834-4252-99A6-14434173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6-230">
            <a:extLst xmlns:a="http://schemas.openxmlformats.org/drawingml/2006/main">
              <a:ext uri="{FF2B5EF4-FFF2-40B4-BE49-F238E27FC236}">
                <a16:creationId xmlns:a16="http://schemas.microsoft.com/office/drawing/2014/main" id="{EA2F8E75-2E66-4E70-B5D9-1DF45F91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C8706-C850-478D-B879-F25F33B2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6-231">
            <a:extLst xmlns:a="http://schemas.openxmlformats.org/drawingml/2006/main">
              <a:ext uri="{FF2B5EF4-FFF2-40B4-BE49-F238E27FC236}">
                <a16:creationId xmlns:a16="http://schemas.microsoft.com/office/drawing/2014/main" id="{F624DBFF-0350-4424-A2BA-3745F74C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本轮范围</a:t>
            </a:r>
          </a:p>
        </p:txBody>
      </p:sp>
      <p:sp>
        <p:nvSpPr>
          <p:cNvPr id="8" name="copy-16-232">
            <a:extLst xmlns:a="http://schemas.openxmlformats.org/drawingml/2006/main">
              <a:ext uri="{FF2B5EF4-FFF2-40B4-BE49-F238E27FC236}">
                <a16:creationId xmlns:a16="http://schemas.microsoft.com/office/drawing/2014/main" id="{6E9D9C59-C441-4F87-94D6-EA5A4486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本轮仅覆盖在线受理。材料上传与状态查询属于试点范围，线下核验由原业务流程继续承担。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78BA3-4FBB-4BDF-85A2-4C12B560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27948"/>
            <a:ext cx="7045643" cy="3011805"/>
          </a:xfrm>
          <a:prstGeom xmlns:a="http://schemas.openxmlformats.org/drawingml/2006/main" prst="roundRect">
            <a:avLst>
              <a:gd name="adj" fmla="val 379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796F60"/>
            </a:solidFill>
          </a:ln>
        </p:spPr>
      </p:sp>
      <p:sp>
        <p:nvSpPr>
          <p:cNvPr id="10" name="copy-16-233">
            <a:extLst xmlns:a="http://schemas.openxmlformats.org/drawingml/2006/main">
              <a:ext uri="{FF2B5EF4-FFF2-40B4-BE49-F238E27FC236}">
                <a16:creationId xmlns:a16="http://schemas.microsoft.com/office/drawing/2014/main" id="{CA5A3E71-056D-4BCF-A1C6-3BCF3F5A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23198"/>
            <a:ext cx="66646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在线受理 · 试点范围内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458FE-655E-457D-AF1C-D57CE12C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7073"/>
            <a:ext cx="3094196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2" name="copy-16-234">
            <a:extLst xmlns:a="http://schemas.openxmlformats.org/drawingml/2006/main">
              <a:ext uri="{FF2B5EF4-FFF2-40B4-BE49-F238E27FC236}">
                <a16:creationId xmlns:a16="http://schemas.microsoft.com/office/drawing/2014/main" id="{6F6291AD-4689-4FC4-B255-A48EA2F1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94698"/>
            <a:ext cx="290369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材料上传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7B890-FD87-49AE-B59E-096D237B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21" y="3247073"/>
            <a:ext cx="3094196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4" name="copy-16-235">
            <a:extLst xmlns:a="http://schemas.openxmlformats.org/drawingml/2006/main">
              <a:ext uri="{FF2B5EF4-FFF2-40B4-BE49-F238E27FC236}">
                <a16:creationId xmlns:a16="http://schemas.microsoft.com/office/drawing/2014/main" id="{00168875-2E8F-4F78-92BC-0B9E7F7B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471" y="3294698"/>
            <a:ext cx="290369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状态查询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D4646-ACDA-4AA5-92DA-56D0B39A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247073"/>
            <a:ext cx="2709863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6" name="copy-16-236">
            <a:extLst xmlns:a="http://schemas.openxmlformats.org/drawingml/2006/main">
              <a:ext uri="{FF2B5EF4-FFF2-40B4-BE49-F238E27FC236}">
                <a16:creationId xmlns:a16="http://schemas.microsoft.com/office/drawing/2014/main" id="{8DF63867-7A39-4E67-B03E-C60A3DC1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24" y="3294698"/>
            <a:ext cx="25193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线下核验</a:t>
            </a:r>
          </a:p>
        </p:txBody>
      </p:sp>
      <p:sp>
        <p:nvSpPr>
          <p:cNvPr id="17" name="copy-16-237">
            <a:extLst xmlns:a="http://schemas.openxmlformats.org/drawingml/2006/main">
              <a:ext uri="{FF2B5EF4-FFF2-40B4-BE49-F238E27FC236}">
                <a16:creationId xmlns:a16="http://schemas.microsoft.com/office/drawing/2014/main" id="{76E67CED-3D4A-45CB-A2E1-169532CA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3866198"/>
            <a:ext cx="3251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范围外 · 原业务流程承担</a:t>
            </a:r>
          </a:p>
        </p:txBody>
      </p:sp>
      <p:sp>
        <p:nvSpPr>
          <p:cNvPr id="18" name="copy-16-238">
            <a:extLst xmlns:a="http://schemas.openxmlformats.org/drawingml/2006/main">
              <a:ext uri="{FF2B5EF4-FFF2-40B4-BE49-F238E27FC236}">
                <a16:creationId xmlns:a16="http://schemas.microsoft.com/office/drawing/2014/main" id="{76E54087-F62F-4AA7-B6A2-9C49991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35002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需要线下核验时，线上展示转办提示；本轮不承诺线上直接完成核验。</a:t>
            </a:r>
          </a:p>
        </p:txBody>
      </p:sp>
    </p:spTree>
    <p:extLst>
      <p:ext uri="{BB962C8B-B14F-4D97-AF65-F5344CB8AC3E}">
        <p14:creationId xmlns:p14="http://schemas.microsoft.com/office/powerpoint/2010/main" val="16050488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copy-17-239">
            <a:extLst xmlns:a="http://schemas.openxmlformats.org/drawingml/2006/main">
              <a:ext uri="{FF2B5EF4-FFF2-40B4-BE49-F238E27FC236}">
                <a16:creationId xmlns:a16="http://schemas.microsoft.com/office/drawing/2014/main" id="{44B51C81-46C1-4AD3-9273-444E4AE2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17  一个分支内使用结构</a:t>
            </a:r>
          </a:p>
        </p:txBody>
      </p:sp>
      <p:sp>
        <p:nvSpPr>
          <p:cNvPr id="2" name="copy-17-240">
            <a:extLst xmlns:a="http://schemas.openxmlformats.org/drawingml/2006/main">
              <a:ext uri="{FF2B5EF4-FFF2-40B4-BE49-F238E27FC236}">
                <a16:creationId xmlns:a16="http://schemas.microsoft.com/office/drawing/2014/main" id="{68DF02A4-B260-40DE-9274-45A6CD89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技术流程局部图示，业务规则保留实文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E484C-B422-43D5-B707-78673DB5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7-241">
            <a:extLst xmlns:a="http://schemas.openxmlformats.org/drawingml/2006/main">
              <a:ext uri="{FF2B5EF4-FFF2-40B4-BE49-F238E27FC236}">
                <a16:creationId xmlns:a16="http://schemas.microsoft.com/office/drawing/2014/main" id="{C1C90310-FE05-4846-8969-EBE42600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7-242">
            <a:extLst xmlns:a="http://schemas.openxmlformats.org/drawingml/2006/main">
              <a:ext uri="{FF2B5EF4-FFF2-40B4-BE49-F238E27FC236}">
                <a16:creationId xmlns:a16="http://schemas.microsoft.com/office/drawing/2014/main" id="{2D1E5C14-70CB-4EC8-8AC8-4F2DCD48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6E8C6-0599-43DB-89AF-53460FB5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7-243">
            <a:extLst xmlns:a="http://schemas.openxmlformats.org/drawingml/2006/main">
              <a:ext uri="{FF2B5EF4-FFF2-40B4-BE49-F238E27FC236}">
                <a16:creationId xmlns:a16="http://schemas.microsoft.com/office/drawing/2014/main" id="{82AF272D-6590-4ADF-A640-5DA06B98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技术执行</a:t>
            </a:r>
          </a:p>
        </p:txBody>
      </p:sp>
      <p:sp>
        <p:nvSpPr>
          <p:cNvPr id="8" name="copy-17-244">
            <a:extLst xmlns:a="http://schemas.openxmlformats.org/drawingml/2006/main">
              <a:ext uri="{FF2B5EF4-FFF2-40B4-BE49-F238E27FC236}">
                <a16:creationId xmlns:a16="http://schemas.microsoft.com/office/drawing/2014/main" id="{FAFCDEF4-DF9E-4FDD-AB79-31A36CFC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请求进入系统后先核对权限，再读取相应状态。</a:t>
            </a:r>
          </a:p>
        </p:txBody>
      </p:sp>
      <p:sp>
        <p:nvSpPr>
          <p:cNvPr id="9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7541D57B-DC86-457D-BE2F-26536B3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608" y="3794684"/>
            <a:ext cx="3917232" cy="178165"/>
          </a:xfrm>
          <a:custGeom xmlns:a="http://schemas.openxmlformats.org/drawingml/2006/main">
            <a:pathLst>
              <a:path w="3917232" h="178165">
                <a:moveTo>
                  <a:pt x="0" y="34300"/>
                </a:moveTo>
                <a:lnTo>
                  <a:pt x="20307" y="12897"/>
                </a:lnTo>
                <a:lnTo>
                  <a:pt x="53959" y="12887"/>
                </a:lnTo>
                <a:lnTo>
                  <a:pt x="87620" y="12887"/>
                </a:lnTo>
                <a:lnTo>
                  <a:pt x="121272" y="12887"/>
                </a:lnTo>
                <a:lnTo>
                  <a:pt x="154934" y="12887"/>
                </a:lnTo>
                <a:lnTo>
                  <a:pt x="188585" y="12887"/>
                </a:lnTo>
                <a:lnTo>
                  <a:pt x="222237" y="12887"/>
                </a:lnTo>
                <a:lnTo>
                  <a:pt x="255899" y="12887"/>
                </a:lnTo>
                <a:lnTo>
                  <a:pt x="289550" y="12887"/>
                </a:lnTo>
                <a:lnTo>
                  <a:pt x="323202" y="12887"/>
                </a:lnTo>
                <a:lnTo>
                  <a:pt x="356864" y="12887"/>
                </a:lnTo>
                <a:lnTo>
                  <a:pt x="390515" y="12887"/>
                </a:lnTo>
                <a:lnTo>
                  <a:pt x="424167" y="12887"/>
                </a:lnTo>
                <a:lnTo>
                  <a:pt x="457829" y="12887"/>
                </a:lnTo>
                <a:lnTo>
                  <a:pt x="491480" y="12887"/>
                </a:lnTo>
                <a:lnTo>
                  <a:pt x="525132" y="12887"/>
                </a:lnTo>
                <a:lnTo>
                  <a:pt x="558794" y="12887"/>
                </a:lnTo>
                <a:lnTo>
                  <a:pt x="592445" y="12887"/>
                </a:lnTo>
                <a:lnTo>
                  <a:pt x="626097" y="12887"/>
                </a:lnTo>
                <a:lnTo>
                  <a:pt x="659759" y="12887"/>
                </a:lnTo>
                <a:lnTo>
                  <a:pt x="693410" y="12887"/>
                </a:lnTo>
                <a:lnTo>
                  <a:pt x="727062" y="12887"/>
                </a:lnTo>
                <a:lnTo>
                  <a:pt x="760724" y="12887"/>
                </a:lnTo>
                <a:lnTo>
                  <a:pt x="794375" y="12887"/>
                </a:lnTo>
                <a:lnTo>
                  <a:pt x="828037" y="12887"/>
                </a:lnTo>
                <a:lnTo>
                  <a:pt x="861689" y="12887"/>
                </a:lnTo>
                <a:lnTo>
                  <a:pt x="895340" y="12887"/>
                </a:lnTo>
                <a:lnTo>
                  <a:pt x="929002" y="12887"/>
                </a:lnTo>
                <a:lnTo>
                  <a:pt x="962654" y="12887"/>
                </a:lnTo>
                <a:lnTo>
                  <a:pt x="996305" y="12887"/>
                </a:lnTo>
                <a:lnTo>
                  <a:pt x="1029967" y="12887"/>
                </a:lnTo>
                <a:lnTo>
                  <a:pt x="1063619" y="12887"/>
                </a:lnTo>
                <a:lnTo>
                  <a:pt x="1097270" y="12887"/>
                </a:lnTo>
                <a:lnTo>
                  <a:pt x="1130932" y="12887"/>
                </a:lnTo>
                <a:lnTo>
                  <a:pt x="1164584" y="12887"/>
                </a:lnTo>
                <a:lnTo>
                  <a:pt x="1198235" y="12887"/>
                </a:lnTo>
                <a:lnTo>
                  <a:pt x="1231897" y="12887"/>
                </a:lnTo>
                <a:lnTo>
                  <a:pt x="1265549" y="12887"/>
                </a:lnTo>
                <a:lnTo>
                  <a:pt x="1299200" y="12887"/>
                </a:lnTo>
                <a:lnTo>
                  <a:pt x="1332862" y="12887"/>
                </a:lnTo>
                <a:lnTo>
                  <a:pt x="1366514" y="12887"/>
                </a:lnTo>
                <a:lnTo>
                  <a:pt x="1400175" y="12887"/>
                </a:lnTo>
                <a:lnTo>
                  <a:pt x="1433827" y="12887"/>
                </a:lnTo>
                <a:lnTo>
                  <a:pt x="1467479" y="12887"/>
                </a:lnTo>
                <a:lnTo>
                  <a:pt x="1501140" y="12887"/>
                </a:lnTo>
                <a:lnTo>
                  <a:pt x="1534792" y="12887"/>
                </a:lnTo>
                <a:lnTo>
                  <a:pt x="1568444" y="12887"/>
                </a:lnTo>
                <a:lnTo>
                  <a:pt x="1602105" y="12887"/>
                </a:lnTo>
                <a:lnTo>
                  <a:pt x="1635757" y="12887"/>
                </a:lnTo>
                <a:lnTo>
                  <a:pt x="1669409" y="12887"/>
                </a:lnTo>
                <a:lnTo>
                  <a:pt x="1703070" y="12887"/>
                </a:lnTo>
                <a:lnTo>
                  <a:pt x="1736722" y="12887"/>
                </a:lnTo>
                <a:lnTo>
                  <a:pt x="1770374" y="12887"/>
                </a:lnTo>
                <a:lnTo>
                  <a:pt x="1804035" y="12887"/>
                </a:lnTo>
                <a:lnTo>
                  <a:pt x="1837687" y="12887"/>
                </a:lnTo>
                <a:lnTo>
                  <a:pt x="1871339" y="12887"/>
                </a:lnTo>
                <a:lnTo>
                  <a:pt x="1905000" y="12887"/>
                </a:lnTo>
                <a:lnTo>
                  <a:pt x="1938652" y="12887"/>
                </a:lnTo>
                <a:lnTo>
                  <a:pt x="1972304" y="12887"/>
                </a:lnTo>
                <a:lnTo>
                  <a:pt x="2005965" y="12887"/>
                </a:lnTo>
                <a:lnTo>
                  <a:pt x="2039617" y="12887"/>
                </a:lnTo>
                <a:lnTo>
                  <a:pt x="2073278" y="12887"/>
                </a:lnTo>
                <a:lnTo>
                  <a:pt x="2106930" y="12887"/>
                </a:lnTo>
                <a:lnTo>
                  <a:pt x="2140582" y="12887"/>
                </a:lnTo>
                <a:lnTo>
                  <a:pt x="2174243" y="12887"/>
                </a:lnTo>
                <a:lnTo>
                  <a:pt x="2207895" y="12887"/>
                </a:lnTo>
                <a:lnTo>
                  <a:pt x="2241547" y="12887"/>
                </a:lnTo>
                <a:lnTo>
                  <a:pt x="2275208" y="12887"/>
                </a:lnTo>
                <a:lnTo>
                  <a:pt x="2308860" y="12887"/>
                </a:lnTo>
                <a:lnTo>
                  <a:pt x="2342512" y="12887"/>
                </a:lnTo>
                <a:lnTo>
                  <a:pt x="2376173" y="12887"/>
                </a:lnTo>
                <a:lnTo>
                  <a:pt x="2409825" y="12887"/>
                </a:lnTo>
                <a:lnTo>
                  <a:pt x="2443477" y="12887"/>
                </a:lnTo>
                <a:lnTo>
                  <a:pt x="2477138" y="12887"/>
                </a:lnTo>
                <a:lnTo>
                  <a:pt x="2510790" y="12887"/>
                </a:lnTo>
                <a:lnTo>
                  <a:pt x="2544442" y="12887"/>
                </a:lnTo>
                <a:lnTo>
                  <a:pt x="2578103" y="12887"/>
                </a:lnTo>
                <a:lnTo>
                  <a:pt x="2611755" y="12887"/>
                </a:lnTo>
                <a:lnTo>
                  <a:pt x="2645416" y="12887"/>
                </a:lnTo>
                <a:lnTo>
                  <a:pt x="2679068" y="12887"/>
                </a:lnTo>
                <a:lnTo>
                  <a:pt x="2712720" y="12887"/>
                </a:lnTo>
                <a:lnTo>
                  <a:pt x="2746381" y="12887"/>
                </a:lnTo>
                <a:lnTo>
                  <a:pt x="2780033" y="12887"/>
                </a:lnTo>
                <a:lnTo>
                  <a:pt x="2813685" y="12887"/>
                </a:lnTo>
                <a:lnTo>
                  <a:pt x="2847346" y="12887"/>
                </a:lnTo>
                <a:lnTo>
                  <a:pt x="2880998" y="12887"/>
                </a:lnTo>
                <a:lnTo>
                  <a:pt x="2914650" y="12887"/>
                </a:lnTo>
                <a:lnTo>
                  <a:pt x="2948311" y="12887"/>
                </a:lnTo>
                <a:lnTo>
                  <a:pt x="2981963" y="12887"/>
                </a:lnTo>
                <a:lnTo>
                  <a:pt x="3015615" y="12887"/>
                </a:lnTo>
                <a:lnTo>
                  <a:pt x="3049276" y="12887"/>
                </a:lnTo>
                <a:lnTo>
                  <a:pt x="3082928" y="12887"/>
                </a:lnTo>
                <a:lnTo>
                  <a:pt x="3116580" y="12887"/>
                </a:lnTo>
                <a:lnTo>
                  <a:pt x="3150241" y="12887"/>
                </a:lnTo>
                <a:lnTo>
                  <a:pt x="3183893" y="12887"/>
                </a:lnTo>
                <a:lnTo>
                  <a:pt x="3217545" y="12887"/>
                </a:lnTo>
                <a:lnTo>
                  <a:pt x="3251206" y="12887"/>
                </a:lnTo>
                <a:lnTo>
                  <a:pt x="3284858" y="12887"/>
                </a:lnTo>
                <a:lnTo>
                  <a:pt x="3318520" y="12887"/>
                </a:lnTo>
                <a:lnTo>
                  <a:pt x="3352171" y="12887"/>
                </a:lnTo>
                <a:lnTo>
                  <a:pt x="3385823" y="12887"/>
                </a:lnTo>
                <a:lnTo>
                  <a:pt x="3419485" y="12887"/>
                </a:lnTo>
                <a:lnTo>
                  <a:pt x="3453136" y="12887"/>
                </a:lnTo>
                <a:lnTo>
                  <a:pt x="3486788" y="12887"/>
                </a:lnTo>
                <a:lnTo>
                  <a:pt x="3520450" y="12887"/>
                </a:lnTo>
                <a:lnTo>
                  <a:pt x="3554101" y="12887"/>
                </a:lnTo>
                <a:lnTo>
                  <a:pt x="3587753" y="12887"/>
                </a:lnTo>
                <a:lnTo>
                  <a:pt x="3621415" y="12887"/>
                </a:lnTo>
                <a:lnTo>
                  <a:pt x="3655066" y="12887"/>
                </a:lnTo>
                <a:lnTo>
                  <a:pt x="3688718" y="12887"/>
                </a:lnTo>
                <a:lnTo>
                  <a:pt x="3713664" y="4172"/>
                </a:lnTo>
                <a:lnTo>
                  <a:pt x="3732800" y="0"/>
                </a:lnTo>
                <a:lnTo>
                  <a:pt x="3763537" y="13706"/>
                </a:lnTo>
                <a:lnTo>
                  <a:pt x="3794274" y="27413"/>
                </a:lnTo>
                <a:lnTo>
                  <a:pt x="3825011" y="41110"/>
                </a:lnTo>
                <a:lnTo>
                  <a:pt x="3855758" y="54816"/>
                </a:lnTo>
                <a:lnTo>
                  <a:pt x="3886495" y="68523"/>
                </a:lnTo>
                <a:lnTo>
                  <a:pt x="3917232" y="82229"/>
                </a:lnTo>
                <a:lnTo>
                  <a:pt x="3911641" y="95936"/>
                </a:lnTo>
                <a:lnTo>
                  <a:pt x="3880904" y="109633"/>
                </a:lnTo>
                <a:lnTo>
                  <a:pt x="3850167" y="123339"/>
                </a:lnTo>
                <a:lnTo>
                  <a:pt x="3819430" y="137046"/>
                </a:lnTo>
                <a:lnTo>
                  <a:pt x="3788693" y="150752"/>
                </a:lnTo>
                <a:lnTo>
                  <a:pt x="3757955" y="164459"/>
                </a:lnTo>
                <a:lnTo>
                  <a:pt x="3727218" y="178165"/>
                </a:lnTo>
                <a:lnTo>
                  <a:pt x="3713664" y="165383"/>
                </a:lnTo>
                <a:lnTo>
                  <a:pt x="3682613" y="162792"/>
                </a:lnTo>
                <a:lnTo>
                  <a:pt x="3648951" y="162792"/>
                </a:lnTo>
                <a:lnTo>
                  <a:pt x="3615299" y="162792"/>
                </a:lnTo>
                <a:lnTo>
                  <a:pt x="3581638" y="162792"/>
                </a:lnTo>
                <a:lnTo>
                  <a:pt x="3547986" y="162792"/>
                </a:lnTo>
                <a:lnTo>
                  <a:pt x="3514334" y="162792"/>
                </a:lnTo>
                <a:lnTo>
                  <a:pt x="3480673" y="162792"/>
                </a:lnTo>
                <a:lnTo>
                  <a:pt x="3447021" y="162792"/>
                </a:lnTo>
                <a:lnTo>
                  <a:pt x="3413369" y="162792"/>
                </a:lnTo>
                <a:lnTo>
                  <a:pt x="3379708" y="162792"/>
                </a:lnTo>
                <a:lnTo>
                  <a:pt x="3346056" y="162792"/>
                </a:lnTo>
                <a:lnTo>
                  <a:pt x="3312404" y="162792"/>
                </a:lnTo>
                <a:lnTo>
                  <a:pt x="3278743" y="162792"/>
                </a:lnTo>
                <a:lnTo>
                  <a:pt x="3245091" y="162792"/>
                </a:lnTo>
                <a:lnTo>
                  <a:pt x="3211439" y="162792"/>
                </a:lnTo>
                <a:lnTo>
                  <a:pt x="3177778" y="162792"/>
                </a:lnTo>
                <a:lnTo>
                  <a:pt x="3144126" y="162792"/>
                </a:lnTo>
                <a:lnTo>
                  <a:pt x="3110474" y="162792"/>
                </a:lnTo>
                <a:lnTo>
                  <a:pt x="3076813" y="162792"/>
                </a:lnTo>
                <a:lnTo>
                  <a:pt x="3043161" y="162792"/>
                </a:lnTo>
                <a:lnTo>
                  <a:pt x="3009509" y="162792"/>
                </a:lnTo>
                <a:lnTo>
                  <a:pt x="2975848" y="162792"/>
                </a:lnTo>
                <a:lnTo>
                  <a:pt x="2942196" y="162792"/>
                </a:lnTo>
                <a:lnTo>
                  <a:pt x="2908535" y="162792"/>
                </a:lnTo>
                <a:lnTo>
                  <a:pt x="2874883" y="162792"/>
                </a:lnTo>
                <a:lnTo>
                  <a:pt x="2841231" y="162792"/>
                </a:lnTo>
                <a:lnTo>
                  <a:pt x="2807570" y="162792"/>
                </a:lnTo>
                <a:lnTo>
                  <a:pt x="2773918" y="162792"/>
                </a:lnTo>
                <a:lnTo>
                  <a:pt x="2740266" y="162792"/>
                </a:lnTo>
                <a:lnTo>
                  <a:pt x="2706605" y="162792"/>
                </a:lnTo>
                <a:lnTo>
                  <a:pt x="2672953" y="162792"/>
                </a:lnTo>
                <a:lnTo>
                  <a:pt x="2639301" y="162792"/>
                </a:lnTo>
                <a:lnTo>
                  <a:pt x="2605640" y="162792"/>
                </a:lnTo>
                <a:lnTo>
                  <a:pt x="2571988" y="162792"/>
                </a:lnTo>
                <a:lnTo>
                  <a:pt x="2538336" y="162792"/>
                </a:lnTo>
                <a:lnTo>
                  <a:pt x="2504675" y="162792"/>
                </a:lnTo>
                <a:lnTo>
                  <a:pt x="2471023" y="162792"/>
                </a:lnTo>
                <a:lnTo>
                  <a:pt x="2437371" y="162792"/>
                </a:lnTo>
                <a:lnTo>
                  <a:pt x="2403710" y="162792"/>
                </a:lnTo>
                <a:lnTo>
                  <a:pt x="2370058" y="162792"/>
                </a:lnTo>
                <a:lnTo>
                  <a:pt x="2336406" y="162792"/>
                </a:lnTo>
                <a:lnTo>
                  <a:pt x="2302745" y="162792"/>
                </a:lnTo>
                <a:lnTo>
                  <a:pt x="2269093" y="162792"/>
                </a:lnTo>
                <a:lnTo>
                  <a:pt x="2235432" y="162792"/>
                </a:lnTo>
                <a:lnTo>
                  <a:pt x="2201780" y="162792"/>
                </a:lnTo>
                <a:lnTo>
                  <a:pt x="2168128" y="162792"/>
                </a:lnTo>
                <a:lnTo>
                  <a:pt x="2134467" y="162792"/>
                </a:lnTo>
                <a:lnTo>
                  <a:pt x="2100815" y="162792"/>
                </a:lnTo>
                <a:lnTo>
                  <a:pt x="2067163" y="162792"/>
                </a:lnTo>
                <a:lnTo>
                  <a:pt x="2033502" y="162792"/>
                </a:lnTo>
                <a:lnTo>
                  <a:pt x="1999850" y="162792"/>
                </a:lnTo>
                <a:lnTo>
                  <a:pt x="1966198" y="162792"/>
                </a:lnTo>
                <a:lnTo>
                  <a:pt x="1932537" y="162792"/>
                </a:lnTo>
                <a:lnTo>
                  <a:pt x="1898885" y="162792"/>
                </a:lnTo>
                <a:lnTo>
                  <a:pt x="1865233" y="162792"/>
                </a:lnTo>
                <a:lnTo>
                  <a:pt x="1831572" y="162792"/>
                </a:lnTo>
                <a:lnTo>
                  <a:pt x="1797920" y="162792"/>
                </a:lnTo>
                <a:lnTo>
                  <a:pt x="1764268" y="162792"/>
                </a:lnTo>
                <a:lnTo>
                  <a:pt x="1730607" y="162792"/>
                </a:lnTo>
                <a:lnTo>
                  <a:pt x="1696955" y="162792"/>
                </a:lnTo>
                <a:lnTo>
                  <a:pt x="1663294" y="162792"/>
                </a:lnTo>
                <a:lnTo>
                  <a:pt x="1629642" y="162792"/>
                </a:lnTo>
                <a:lnTo>
                  <a:pt x="1595990" y="162792"/>
                </a:lnTo>
                <a:lnTo>
                  <a:pt x="1562329" y="162792"/>
                </a:lnTo>
                <a:lnTo>
                  <a:pt x="1528677" y="162792"/>
                </a:lnTo>
                <a:lnTo>
                  <a:pt x="1495025" y="162792"/>
                </a:lnTo>
                <a:lnTo>
                  <a:pt x="1461364" y="162792"/>
                </a:lnTo>
                <a:lnTo>
                  <a:pt x="1427712" y="162792"/>
                </a:lnTo>
                <a:lnTo>
                  <a:pt x="1394060" y="162792"/>
                </a:lnTo>
                <a:lnTo>
                  <a:pt x="1360399" y="162792"/>
                </a:lnTo>
                <a:lnTo>
                  <a:pt x="1326747" y="162792"/>
                </a:lnTo>
                <a:lnTo>
                  <a:pt x="1293095" y="162792"/>
                </a:lnTo>
                <a:lnTo>
                  <a:pt x="1259434" y="162792"/>
                </a:lnTo>
                <a:lnTo>
                  <a:pt x="1225782" y="162792"/>
                </a:lnTo>
                <a:lnTo>
                  <a:pt x="1192130" y="162792"/>
                </a:lnTo>
                <a:lnTo>
                  <a:pt x="1158469" y="162792"/>
                </a:lnTo>
                <a:lnTo>
                  <a:pt x="1124817" y="162792"/>
                </a:lnTo>
                <a:lnTo>
                  <a:pt x="1091155" y="162792"/>
                </a:lnTo>
                <a:lnTo>
                  <a:pt x="1057504" y="162792"/>
                </a:lnTo>
                <a:lnTo>
                  <a:pt x="1023852" y="162792"/>
                </a:lnTo>
                <a:lnTo>
                  <a:pt x="990190" y="162792"/>
                </a:lnTo>
                <a:lnTo>
                  <a:pt x="956539" y="162792"/>
                </a:lnTo>
                <a:lnTo>
                  <a:pt x="922887" y="162792"/>
                </a:lnTo>
                <a:lnTo>
                  <a:pt x="889225" y="162792"/>
                </a:lnTo>
                <a:lnTo>
                  <a:pt x="855574" y="162792"/>
                </a:lnTo>
                <a:lnTo>
                  <a:pt x="821922" y="162792"/>
                </a:lnTo>
                <a:lnTo>
                  <a:pt x="788260" y="162792"/>
                </a:lnTo>
                <a:lnTo>
                  <a:pt x="754609" y="162792"/>
                </a:lnTo>
                <a:lnTo>
                  <a:pt x="720957" y="162792"/>
                </a:lnTo>
                <a:lnTo>
                  <a:pt x="687295" y="162792"/>
                </a:lnTo>
                <a:lnTo>
                  <a:pt x="653644" y="162792"/>
                </a:lnTo>
                <a:lnTo>
                  <a:pt x="619992" y="162792"/>
                </a:lnTo>
                <a:lnTo>
                  <a:pt x="586330" y="162792"/>
                </a:lnTo>
                <a:lnTo>
                  <a:pt x="552679" y="162792"/>
                </a:lnTo>
                <a:lnTo>
                  <a:pt x="519027" y="162792"/>
                </a:lnTo>
                <a:lnTo>
                  <a:pt x="485365" y="162792"/>
                </a:lnTo>
                <a:lnTo>
                  <a:pt x="451714" y="162792"/>
                </a:lnTo>
                <a:lnTo>
                  <a:pt x="418052" y="162792"/>
                </a:lnTo>
                <a:lnTo>
                  <a:pt x="384400" y="162792"/>
                </a:lnTo>
                <a:lnTo>
                  <a:pt x="350749" y="162792"/>
                </a:lnTo>
                <a:lnTo>
                  <a:pt x="317087" y="162792"/>
                </a:lnTo>
                <a:lnTo>
                  <a:pt x="283435" y="162792"/>
                </a:lnTo>
                <a:lnTo>
                  <a:pt x="249784" y="162792"/>
                </a:lnTo>
                <a:lnTo>
                  <a:pt x="216122" y="162792"/>
                </a:lnTo>
                <a:lnTo>
                  <a:pt x="182470" y="162792"/>
                </a:lnTo>
                <a:lnTo>
                  <a:pt x="148819" y="162792"/>
                </a:lnTo>
                <a:lnTo>
                  <a:pt x="115157" y="162792"/>
                </a:lnTo>
                <a:lnTo>
                  <a:pt x="81505" y="162792"/>
                </a:lnTo>
                <a:lnTo>
                  <a:pt x="47854" y="162792"/>
                </a:lnTo>
                <a:lnTo>
                  <a:pt x="14249" y="162058"/>
                </a:lnTo>
                <a:lnTo>
                  <a:pt x="0" y="135255"/>
                </a:lnTo>
                <a:lnTo>
                  <a:pt x="0" y="101603"/>
                </a:lnTo>
                <a:lnTo>
                  <a:pt x="0" y="67951"/>
                </a:lnTo>
                <a:lnTo>
                  <a:pt x="0" y="34300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017191E3-4A75-46D4-91C7-071A82BE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043" y="3877237"/>
            <a:ext cx="3617271" cy="105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2E3FB7A7-AA79-4A21-85D6-811996E6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332" y="3282972"/>
            <a:ext cx="1531439" cy="214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校验权限</a:t>
            </a:r>
          </a:p>
        </p:txBody>
      </p:sp>
      <p:sp>
        <p:nvSpPr>
          <p:cNvPr id="12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CFA6FF11-4F33-4FA1-A6E9-D1D9E2DB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608" y="3646999"/>
            <a:ext cx="471040" cy="471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3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88B312E1-36A4-4A91-BB2B-3724BED4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759" y="3711292"/>
            <a:ext cx="342605" cy="3426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4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4EA7EAA4-848F-4ADB-BC65-933829FA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759" y="3711292"/>
            <a:ext cx="342605" cy="342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5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407D741C-8B1C-4E01-B48D-8AFA6BBC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5170" y="4086044"/>
            <a:ext cx="15926" cy="17129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58624AA9-A9D1-4A3D-A5A7-38EDD216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126" y="4294851"/>
            <a:ext cx="1477861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7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740754AC-84F7-4D56-9A3C-0416A631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616" y="4246636"/>
            <a:ext cx="1552870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8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8A4394A8-C2BD-4C81-A0DE-2CC5D8A0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4621" y="4246636"/>
            <a:ext cx="256880" cy="2664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25D09CCE-6C15-4CE4-95EE-BA12F905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773" y="4412571"/>
            <a:ext cx="1338558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申请人或授权代办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人</a:t>
            </a:r>
          </a:p>
        </p:txBody>
      </p:sp>
      <p:sp>
        <p:nvSpPr>
          <p:cNvPr id="20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6C5BE843-D61D-4FA8-8DB7-20C2056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7063" y="3282972"/>
            <a:ext cx="1531439" cy="214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查询状态</a:t>
            </a:r>
          </a:p>
        </p:txBody>
      </p:sp>
      <p:sp>
        <p:nvSpPr>
          <p:cNvPr id="21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279FC399-2535-47EB-9ECB-3D340CFF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7339" y="3646999"/>
            <a:ext cx="471040" cy="471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2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B55D42DC-F41E-4206-93A9-71AE54D3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1490" y="3711292"/>
            <a:ext cx="342605" cy="3426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3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8FC89F52-38D9-4EBE-A77D-78B7F65E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1490" y="3711292"/>
            <a:ext cx="342605" cy="342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4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F3CF4498-29FE-41A3-B460-CAE614E9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4901" y="4086044"/>
            <a:ext cx="15926" cy="17129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094C6289-1453-4648-A90A-E88F33C7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3857" y="4294851"/>
            <a:ext cx="1477861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6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B1E4D2B9-3C47-4E10-8DE4-14DB2095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348" y="4246636"/>
            <a:ext cx="1552870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7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222A41FE-E5F1-4447-9EFA-A2AAB9E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352" y="4246636"/>
            <a:ext cx="256880" cy="2664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DA8571FB-15FA-492B-A1A2-CBD45882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3504" y="4412571"/>
            <a:ext cx="1338558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仅查询获准的状态</a:t>
            </a:r>
          </a:p>
        </p:txBody>
      </p:sp>
      <p:sp>
        <p:nvSpPr>
          <p:cNvPr id="29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98EA6AF7-BCB0-4F57-87AF-21E5961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6794" y="3282972"/>
            <a:ext cx="1531439" cy="214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返回结果</a:t>
            </a:r>
          </a:p>
        </p:txBody>
      </p:sp>
      <p:sp>
        <p:nvSpPr>
          <p:cNvPr id="30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BD79A4AE-2762-458D-AA6C-94A393A2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070" y="3646999"/>
            <a:ext cx="471040" cy="471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1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656577C7-11AF-4259-99BE-A83E6837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1221" y="3711292"/>
            <a:ext cx="342605" cy="3426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2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B18F6F3A-12D1-462B-BAA4-AC652BF1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1221" y="3711292"/>
            <a:ext cx="342605" cy="342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3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64181A0B-0BA9-4666-A5E5-BA2347D1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4632" y="4086044"/>
            <a:ext cx="15926" cy="17129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D0319A01-B616-4807-9D10-645D079D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3588" y="4294851"/>
            <a:ext cx="1477861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5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ABEE3946-13C6-4564-9177-5471E3BE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6079" y="4246636"/>
            <a:ext cx="1552870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6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26FA7291-A8A2-4C23-901E-1431ABC7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4084" y="4246636"/>
            <a:ext cx="256880" cy="2664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732B9D71-E075-42A4-A84B-A4105B48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235" y="4412571"/>
            <a:ext cx="1338558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内部记录按权限控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制</a:t>
            </a:r>
          </a:p>
        </p:txBody>
      </p:sp>
      <p:sp>
        <p:nvSpPr>
          <p:cNvPr id="38" name="copy-17-245">
            <a:extLst xmlns:a="http://schemas.openxmlformats.org/drawingml/2006/main">
              <a:ext uri="{FF2B5EF4-FFF2-40B4-BE49-F238E27FC236}">
                <a16:creationId xmlns:a16="http://schemas.microsoft.com/office/drawing/2014/main" id="{94656D6B-9B42-4B25-9DD7-7733B84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05500"/>
            <a:ext cx="515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校验失败 → 停止查询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353B11-C8E7-4BEF-B5D8-27DDF3A8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0" name="copy-17-246">
            <a:extLst xmlns:a="http://schemas.openxmlformats.org/drawingml/2006/main">
              <a:ext uri="{FF2B5EF4-FFF2-40B4-BE49-F238E27FC236}">
                <a16:creationId xmlns:a16="http://schemas.microsoft.com/office/drawing/2014/main" id="{BC0B650C-CB90-4008-A439-F69AC9EE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业务规则</a:t>
            </a:r>
          </a:p>
        </p:txBody>
      </p:sp>
      <p:sp>
        <p:nvSpPr>
          <p:cNvPr id="41" name="copy-17-247">
            <a:extLst xmlns:a="http://schemas.openxmlformats.org/drawingml/2006/main">
              <a:ext uri="{FF2B5EF4-FFF2-40B4-BE49-F238E27FC236}">
                <a16:creationId xmlns:a16="http://schemas.microsoft.com/office/drawing/2014/main" id="{5B6BC739-6F98-49C5-8B12-D1FC845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5753"/>
            <a:ext cx="515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谁可以查询</a:t>
            </a:r>
          </a:p>
        </p:txBody>
      </p:sp>
      <p:sp>
        <p:nvSpPr>
          <p:cNvPr id="42" name="copy-17-248">
            <a:extLst xmlns:a="http://schemas.openxmlformats.org/drawingml/2006/main">
              <a:ext uri="{FF2B5EF4-FFF2-40B4-BE49-F238E27FC236}">
                <a16:creationId xmlns:a16="http://schemas.microsoft.com/office/drawing/2014/main" id="{ED439C11-855F-47C8-BAE5-4321828D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0553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申请人可以查看本人事项；代办人须完成授权确认。</a:t>
            </a:r>
          </a:p>
        </p:txBody>
      </p:sp>
      <p:sp>
        <p:nvSpPr>
          <p:cNvPr id="43" name="copy-17-249">
            <a:extLst xmlns:a="http://schemas.openxmlformats.org/drawingml/2006/main">
              <a:ext uri="{FF2B5EF4-FFF2-40B4-BE49-F238E27FC236}">
                <a16:creationId xmlns:a16="http://schemas.microsoft.com/office/drawing/2014/main" id="{5762EE6B-CFFB-4D90-AE9C-53199D07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76103"/>
            <a:ext cx="515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结果如何展示</a:t>
            </a:r>
          </a:p>
        </p:txBody>
      </p:sp>
      <p:sp>
        <p:nvSpPr>
          <p:cNvPr id="44" name="copy-17-250">
            <a:extLst xmlns:a="http://schemas.openxmlformats.org/drawingml/2006/main">
              <a:ext uri="{FF2B5EF4-FFF2-40B4-BE49-F238E27FC236}">
                <a16:creationId xmlns:a16="http://schemas.microsoft.com/office/drawing/2014/main" id="{50D84C25-90D2-48AC-BC3F-95CFD98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090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仅展示获准公开的办理状态，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内部处理记录按权限控制。</a:t>
            </a:r>
          </a:p>
        </p:txBody>
      </p:sp>
    </p:spTree>
    <p:extLst>
      <p:ext uri="{BB962C8B-B14F-4D97-AF65-F5344CB8AC3E}">
        <p14:creationId xmlns:p14="http://schemas.microsoft.com/office/powerpoint/2010/main" val="14078972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copy-18-251">
            <a:extLst xmlns:a="http://schemas.openxmlformats.org/drawingml/2006/main">
              <a:ext uri="{FF2B5EF4-FFF2-40B4-BE49-F238E27FC236}">
                <a16:creationId xmlns:a16="http://schemas.microsoft.com/office/drawing/2014/main" id="{A2D1C53F-FCD5-4E0C-B8F2-E4172F9D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18  两个分支分别图示</a:t>
            </a:r>
          </a:p>
        </p:txBody>
      </p:sp>
      <p:sp>
        <p:nvSpPr>
          <p:cNvPr id="2" name="copy-18-252">
            <a:extLst xmlns:a="http://schemas.openxmlformats.org/drawingml/2006/main">
              <a:ext uri="{FF2B5EF4-FFF2-40B4-BE49-F238E27FC236}">
                <a16:creationId xmlns:a16="http://schemas.microsoft.com/office/drawing/2014/main" id="{72207944-D2AD-4619-8AC3-106BF16E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两类异常分别处理，责任归属保持清楚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D7270-04BD-42A3-923E-9614C545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8-253">
            <a:extLst xmlns:a="http://schemas.openxmlformats.org/drawingml/2006/main">
              <a:ext uri="{FF2B5EF4-FFF2-40B4-BE49-F238E27FC236}">
                <a16:creationId xmlns:a16="http://schemas.microsoft.com/office/drawing/2014/main" id="{D8A322E9-FE07-4BB4-B141-B7E87BAF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8-254">
            <a:extLst xmlns:a="http://schemas.openxmlformats.org/drawingml/2006/main">
              <a:ext uri="{FF2B5EF4-FFF2-40B4-BE49-F238E27FC236}">
                <a16:creationId xmlns:a16="http://schemas.microsoft.com/office/drawing/2014/main" id="{E10198C4-1E8F-4315-B5F6-7989B198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D24FB-636E-40CE-9AFC-18356C56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8-255">
            <a:extLst xmlns:a="http://schemas.openxmlformats.org/drawingml/2006/main">
              <a:ext uri="{FF2B5EF4-FFF2-40B4-BE49-F238E27FC236}">
                <a16:creationId xmlns:a16="http://schemas.microsoft.com/office/drawing/2014/main" id="{7CA91DF6-53F4-44A5-A077-31A6908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材料异常</a:t>
            </a:r>
          </a:p>
        </p:txBody>
      </p:sp>
      <p:sp>
        <p:nvSpPr>
          <p:cNvPr id="8" name="copy-18-256">
            <a:extLst xmlns:a="http://schemas.openxmlformats.org/drawingml/2006/main">
              <a:ext uri="{FF2B5EF4-FFF2-40B4-BE49-F238E27FC236}">
                <a16:creationId xmlns:a16="http://schemas.microsoft.com/office/drawing/2014/main" id="{54C447E2-FE0B-4A50-9232-604E7106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材料缺失由业务人员通知补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齐，争议材料由负责人复核。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DAEF8-24D3-4EE7-A94A-A4B00018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37485" y="3312795"/>
            <a:ext cx="876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361B0-C8FF-4FE4-97E3-7AC66868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538268" y="331279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AA874-740A-4604-8879-04D927CF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538268" y="327169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37112-9B96-4BF2-9964-BDF48491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07995"/>
            <a:ext cx="206121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3" name="copy-18-257">
            <a:extLst xmlns:a="http://schemas.openxmlformats.org/drawingml/2006/main">
              <a:ext uri="{FF2B5EF4-FFF2-40B4-BE49-F238E27FC236}">
                <a16:creationId xmlns:a16="http://schemas.microsoft.com/office/drawing/2014/main" id="{84B4D741-EA38-4940-B19D-EA910199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55620"/>
            <a:ext cx="18707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材料缺失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7F5A0-FDBC-4B0C-82E0-6D699579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499" y="3007995"/>
            <a:ext cx="221580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5" name="copy-18-258">
            <a:extLst xmlns:a="http://schemas.openxmlformats.org/drawingml/2006/main">
              <a:ext uri="{FF2B5EF4-FFF2-40B4-BE49-F238E27FC236}">
                <a16:creationId xmlns:a16="http://schemas.microsoft.com/office/drawing/2014/main" id="{CAE34233-B297-42E7-BDBC-16100D36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749" y="3055620"/>
            <a:ext cx="20253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业务人员通知补齐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417D4-F30C-4365-9F2E-9D2A1705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37485" y="4074795"/>
            <a:ext cx="876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3895D-0A97-4FEA-8EFF-B21D986A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538268" y="407479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11C74-49D8-436B-B464-4F15CFEB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538268" y="403369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1F7F2-5009-490B-B085-C91AD1F7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69995"/>
            <a:ext cx="206121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0" name="copy-18-259">
            <a:extLst xmlns:a="http://schemas.openxmlformats.org/drawingml/2006/main">
              <a:ext uri="{FF2B5EF4-FFF2-40B4-BE49-F238E27FC236}">
                <a16:creationId xmlns:a16="http://schemas.microsoft.com/office/drawing/2014/main" id="{179D240E-FE47-41BF-8BD2-145D2D0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17620"/>
            <a:ext cx="18707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争议材料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A8A1A-DA95-41B1-9656-5A2769EA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499" y="3769995"/>
            <a:ext cx="221580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2" name="copy-18-260">
            <a:extLst xmlns:a="http://schemas.openxmlformats.org/drawingml/2006/main">
              <a:ext uri="{FF2B5EF4-FFF2-40B4-BE49-F238E27FC236}">
                <a16:creationId xmlns:a16="http://schemas.microsoft.com/office/drawing/2014/main" id="{5599F4E6-0088-47DB-96C6-23F499C5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749" y="3817620"/>
            <a:ext cx="20253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负责人复核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E252B-223E-4AFB-B717-A0EECE0F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4" name="copy-18-261">
            <a:extLst xmlns:a="http://schemas.openxmlformats.org/drawingml/2006/main">
              <a:ext uri="{FF2B5EF4-FFF2-40B4-BE49-F238E27FC236}">
                <a16:creationId xmlns:a16="http://schemas.microsoft.com/office/drawing/2014/main" id="{8528A660-0189-486F-837D-D0FCFC1D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系统异常</a:t>
            </a:r>
          </a:p>
        </p:txBody>
      </p:sp>
      <p:sp>
        <p:nvSpPr>
          <p:cNvPr id="25" name="copy-18-262">
            <a:extLst xmlns:a="http://schemas.openxmlformats.org/drawingml/2006/main">
              <a:ext uri="{FF2B5EF4-FFF2-40B4-BE49-F238E27FC236}">
                <a16:creationId xmlns:a16="http://schemas.microsoft.com/office/drawing/2014/main" id="{62A47861-7CC7-4B2D-A08A-23E071B3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短暂故障重试，持续故障交技术人员处理。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D8970-0FFC-4474-9561-742EAE27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3910" y="3312795"/>
            <a:ext cx="876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E4CDF-28AB-475E-B1AA-5665FF66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224693" y="331279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5E203-8AD5-4D54-B343-03DD0D28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224693" y="327169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2EAD9-29AF-463D-84F9-37B1EE1D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7995"/>
            <a:ext cx="206121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0" name="copy-18-263">
            <a:extLst xmlns:a="http://schemas.openxmlformats.org/drawingml/2006/main">
              <a:ext uri="{FF2B5EF4-FFF2-40B4-BE49-F238E27FC236}">
                <a16:creationId xmlns:a16="http://schemas.microsoft.com/office/drawing/2014/main" id="{6BD50F53-14CB-4B75-8BF0-1E4D65A2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5620"/>
            <a:ext cx="18707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短暂故障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169CBB-031E-4D08-83DA-C95C5286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24" y="3007995"/>
            <a:ext cx="221580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2" name="copy-18-264">
            <a:extLst xmlns:a="http://schemas.openxmlformats.org/drawingml/2006/main">
              <a:ext uri="{FF2B5EF4-FFF2-40B4-BE49-F238E27FC236}">
                <a16:creationId xmlns:a16="http://schemas.microsoft.com/office/drawing/2014/main" id="{1C1C41BC-9EA9-49F9-B8A0-DB8D497F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174" y="3055620"/>
            <a:ext cx="20253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重试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1B6387-FB73-4088-B5BB-0DAAF202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3910" y="4074795"/>
            <a:ext cx="876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648EF4-937F-4105-9ACE-EC28D10F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224693" y="407479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3F56C-B9D8-473F-956B-BF8CF7F5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224693" y="403369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C12353-78CC-4175-ABAE-5984FD0B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69995"/>
            <a:ext cx="206121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7" name="copy-18-265">
            <a:extLst xmlns:a="http://schemas.openxmlformats.org/drawingml/2006/main">
              <a:ext uri="{FF2B5EF4-FFF2-40B4-BE49-F238E27FC236}">
                <a16:creationId xmlns:a16="http://schemas.microsoft.com/office/drawing/2014/main" id="{0125537D-6C93-467F-92F6-3CF34760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7620"/>
            <a:ext cx="18707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持续故障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ADF56E-7576-4834-B01C-CC7F6191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24" y="3769995"/>
            <a:ext cx="221580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9" name="copy-18-266">
            <a:extLst xmlns:a="http://schemas.openxmlformats.org/drawingml/2006/main">
              <a:ext uri="{FF2B5EF4-FFF2-40B4-BE49-F238E27FC236}">
                <a16:creationId xmlns:a16="http://schemas.microsoft.com/office/drawing/2014/main" id="{3D05FE5F-387B-4FC4-BF2E-85A31531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174" y="3817620"/>
            <a:ext cx="20253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技术人员处理</a:t>
            </a:r>
          </a:p>
        </p:txBody>
      </p:sp>
    </p:spTree>
    <p:extLst>
      <p:ext uri="{BB962C8B-B14F-4D97-AF65-F5344CB8AC3E}">
        <p14:creationId xmlns:p14="http://schemas.microsoft.com/office/powerpoint/2010/main" val="10038390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copy-19-267">
            <a:extLst xmlns:a="http://schemas.openxmlformats.org/drawingml/2006/main">
              <a:ext uri="{FF2B5EF4-FFF2-40B4-BE49-F238E27FC236}">
                <a16:creationId xmlns:a16="http://schemas.microsoft.com/office/drawing/2014/main" id="{4262B795-D8A2-408B-9CAA-AD6B05CF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19  多角色跨阶段协作</a:t>
            </a:r>
          </a:p>
        </p:txBody>
      </p:sp>
      <p:sp>
        <p:nvSpPr>
          <p:cNvPr id="2" name="copy-19-268">
            <a:extLst xmlns:a="http://schemas.openxmlformats.org/drawingml/2006/main">
              <a:ext uri="{FF2B5EF4-FFF2-40B4-BE49-F238E27FC236}">
                <a16:creationId xmlns:a16="http://schemas.microsoft.com/office/drawing/2014/main" id="{DDACF77E-996B-4D4F-83E2-A32A3741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阶段推进同时保留各角色的职责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23098-C15F-4971-90DC-326BBFDE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19-269">
            <a:extLst xmlns:a="http://schemas.openxmlformats.org/drawingml/2006/main">
              <a:ext uri="{FF2B5EF4-FFF2-40B4-BE49-F238E27FC236}">
                <a16:creationId xmlns:a16="http://schemas.microsoft.com/office/drawing/2014/main" id="{B22E240C-DBBD-4662-83CB-EAB91714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19-270">
            <a:extLst xmlns:a="http://schemas.openxmlformats.org/drawingml/2006/main">
              <a:ext uri="{FF2B5EF4-FFF2-40B4-BE49-F238E27FC236}">
                <a16:creationId xmlns:a16="http://schemas.microsoft.com/office/drawing/2014/main" id="{46D09006-1972-4106-9E3F-D66869F7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9466D-11A6-4366-92ED-F179E1EC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19-271">
            <a:extLst xmlns:a="http://schemas.openxmlformats.org/drawingml/2006/main">
              <a:ext uri="{FF2B5EF4-FFF2-40B4-BE49-F238E27FC236}">
                <a16:creationId xmlns:a16="http://schemas.microsoft.com/office/drawing/2014/main" id="{518B4FD2-2BF2-4596-9FC5-A5BA4B47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阶段与职责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8C45A-80FB-4E77-B509-62742BE6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9" name="copy-19-272">
            <a:extLst xmlns:a="http://schemas.openxmlformats.org/drawingml/2006/main">
              <a:ext uri="{FF2B5EF4-FFF2-40B4-BE49-F238E27FC236}">
                <a16:creationId xmlns:a16="http://schemas.microsoft.com/office/drawing/2014/main" id="{7AC18899-B45A-424C-B237-FA2A2306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5265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角色 / 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15E22-BD98-4E37-BD86-BB693DD6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07645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1" name="copy-19-273">
            <a:extLst xmlns:a="http://schemas.openxmlformats.org/drawingml/2006/main">
              <a:ext uri="{FF2B5EF4-FFF2-40B4-BE49-F238E27FC236}">
                <a16:creationId xmlns:a16="http://schemas.microsoft.com/office/drawing/2014/main" id="{C43C74B3-8D3A-43CA-82CC-198DF35E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15265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准备期 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7A0D4-7926-481F-A482-0F904DAC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3" name="copy-19-274">
            <a:extLst xmlns:a="http://schemas.openxmlformats.org/drawingml/2006/main">
              <a:ext uri="{FF2B5EF4-FFF2-40B4-BE49-F238E27FC236}">
                <a16:creationId xmlns:a16="http://schemas.microsoft.com/office/drawing/2014/main" id="{CE488B05-CF7C-45F9-B82E-F2738D2F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试点期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CF4D6-28B2-466D-901D-88E216F5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07645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5" name="copy-19-275">
            <a:extLst xmlns:a="http://schemas.openxmlformats.org/drawingml/2006/main">
              <a:ext uri="{FF2B5EF4-FFF2-40B4-BE49-F238E27FC236}">
                <a16:creationId xmlns:a16="http://schemas.microsoft.com/office/drawing/2014/main" id="{9BFC6A32-EB20-4CA3-AC0A-2F8E686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5265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验收期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852F3-FD90-4BD0-9714-DFC9AEA7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8607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7" name="copy-19-276">
            <a:extLst xmlns:a="http://schemas.openxmlformats.org/drawingml/2006/main">
              <a:ext uri="{FF2B5EF4-FFF2-40B4-BE49-F238E27FC236}">
                <a16:creationId xmlns:a16="http://schemas.microsoft.com/office/drawing/2014/main" id="{BA1567B4-B1ED-4AD6-8860-1DDF27E4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6227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业务组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B6FCA-64DF-4225-BF62-795443C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88607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9" name="copy-19-277">
            <a:extLst xmlns:a="http://schemas.openxmlformats.org/drawingml/2006/main">
              <a:ext uri="{FF2B5EF4-FFF2-40B4-BE49-F238E27FC236}">
                <a16:creationId xmlns:a16="http://schemas.microsoft.com/office/drawing/2014/main" id="{2767623A-D5D4-49BC-B5C2-04C263D9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96227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确认规则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55FB9-D056-4BEA-82C9-FE181F13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1" name="copy-19-278">
            <a:extLst xmlns:a="http://schemas.openxmlformats.org/drawingml/2006/main">
              <a:ext uri="{FF2B5EF4-FFF2-40B4-BE49-F238E27FC236}">
                <a16:creationId xmlns:a16="http://schemas.microsoft.com/office/drawing/2014/main" id="{6A2560DB-747C-46F8-AAAA-825E9526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6227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处理例外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7ED0C-8EA8-460E-B92C-DA65840A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88607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3" name="copy-19-279">
            <a:extLst xmlns:a="http://schemas.openxmlformats.org/drawingml/2006/main">
              <a:ext uri="{FF2B5EF4-FFF2-40B4-BE49-F238E27FC236}">
                <a16:creationId xmlns:a16="http://schemas.microsoft.com/office/drawing/2014/main" id="{765A687E-3FBF-48E5-84D2-806A31F0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96227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核对结果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5E367-BFB4-42EE-8E7C-FDB6EBDD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9570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5" name="copy-19-280">
            <a:extLst xmlns:a="http://schemas.openxmlformats.org/drawingml/2006/main">
              <a:ext uri="{FF2B5EF4-FFF2-40B4-BE49-F238E27FC236}">
                <a16:creationId xmlns:a16="http://schemas.microsoft.com/office/drawing/2014/main" id="{22101DFA-EFF3-4C8E-8A51-D49598F1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7190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技术组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94AB3-44A1-411A-B10B-DD09BB9C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369570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7" name="copy-19-281">
            <a:extLst xmlns:a="http://schemas.openxmlformats.org/drawingml/2006/main">
              <a:ext uri="{FF2B5EF4-FFF2-40B4-BE49-F238E27FC236}">
                <a16:creationId xmlns:a16="http://schemas.microsoft.com/office/drawing/2014/main" id="{683D1635-7184-42A5-B9BB-59B578DE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77190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核对接口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E819D5-2339-4659-8AE1-F5252C1B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9" name="copy-19-282">
            <a:extLst xmlns:a="http://schemas.openxmlformats.org/drawingml/2006/main">
              <a:ext uri="{FF2B5EF4-FFF2-40B4-BE49-F238E27FC236}">
                <a16:creationId xmlns:a16="http://schemas.microsoft.com/office/drawing/2014/main" id="{B66EF914-AAA7-443B-AEFC-FBE3E845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7190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监控运行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851DD3-7EF6-4F00-B942-F337EAD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69570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1" name="copy-19-283">
            <a:extLst xmlns:a="http://schemas.openxmlformats.org/drawingml/2006/main">
              <a:ext uri="{FF2B5EF4-FFF2-40B4-BE49-F238E27FC236}">
                <a16:creationId xmlns:a16="http://schemas.microsoft.com/office/drawing/2014/main" id="{DD6268DD-CB35-4863-9518-683D8A4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77190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提交记录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9ACB9-E028-4145-A7CC-CA1EC9AA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0532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3" name="copy-19-284">
            <a:extLst xmlns:a="http://schemas.openxmlformats.org/drawingml/2006/main">
              <a:ext uri="{FF2B5EF4-FFF2-40B4-BE49-F238E27FC236}">
                <a16:creationId xmlns:a16="http://schemas.microsoft.com/office/drawing/2014/main" id="{1409A1E8-2A41-4B1C-980B-4DDB6DCB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8152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服务组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39B678-3509-4339-A8DF-C0D87FFE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50532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5" name="copy-19-285">
            <a:extLst xmlns:a="http://schemas.openxmlformats.org/drawingml/2006/main">
              <a:ext uri="{FF2B5EF4-FFF2-40B4-BE49-F238E27FC236}">
                <a16:creationId xmlns:a16="http://schemas.microsoft.com/office/drawing/2014/main" id="{CCEEBF81-27EC-49A3-ABC2-8E96FFF3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58152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整理常见问题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010B02-EF31-4F32-A587-DFE27734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0532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7" name="copy-19-286">
            <a:extLst xmlns:a="http://schemas.openxmlformats.org/drawingml/2006/main">
              <a:ext uri="{FF2B5EF4-FFF2-40B4-BE49-F238E27FC236}">
                <a16:creationId xmlns:a16="http://schemas.microsoft.com/office/drawing/2014/main" id="{306725C1-3ABD-4521-BED2-E14BCA64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8152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记录反馈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647AF6-25A6-44E2-9B82-E26674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50532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9" name="copy-19-287">
            <a:extLst xmlns:a="http://schemas.openxmlformats.org/drawingml/2006/main">
              <a:ext uri="{FF2B5EF4-FFF2-40B4-BE49-F238E27FC236}">
                <a16:creationId xmlns:a16="http://schemas.microsoft.com/office/drawing/2014/main" id="{DED72EE0-32A7-40FA-B270-8DD8A9A5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458152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汇总体验问题</a:t>
            </a:r>
          </a:p>
        </p:txBody>
      </p:sp>
    </p:spTree>
    <p:extLst>
      <p:ext uri="{BB962C8B-B14F-4D97-AF65-F5344CB8AC3E}">
        <p14:creationId xmlns:p14="http://schemas.microsoft.com/office/powerpoint/2010/main" val="13341169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opy-20-288">
            <a:extLst xmlns:a="http://schemas.openxmlformats.org/drawingml/2006/main">
              <a:ext uri="{FF2B5EF4-FFF2-40B4-BE49-F238E27FC236}">
                <a16:creationId xmlns:a16="http://schemas.microsoft.com/office/drawing/2014/main" id="{8E276F25-6C3F-47CD-B0EB-1208075D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20  协作网络</a:t>
            </a:r>
          </a:p>
        </p:txBody>
      </p:sp>
      <p:sp>
        <p:nvSpPr>
          <p:cNvPr id="2" name="copy-20-289">
            <a:extLst xmlns:a="http://schemas.openxmlformats.org/drawingml/2006/main">
              <a:ext uri="{FF2B5EF4-FFF2-40B4-BE49-F238E27FC236}">
                <a16:creationId xmlns:a16="http://schemas.microsoft.com/office/drawing/2014/main" id="{40A1DD0F-40DE-49F0-B3CD-63AFCED8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协作关系由实际交接决定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227A2-30C9-40DB-8A6C-2EB5D6D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20-290">
            <a:extLst xmlns:a="http://schemas.openxmlformats.org/drawingml/2006/main">
              <a:ext uri="{FF2B5EF4-FFF2-40B4-BE49-F238E27FC236}">
                <a16:creationId xmlns:a16="http://schemas.microsoft.com/office/drawing/2014/main" id="{4776D3A1-050E-4F1E-8578-4377DBF7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20-291">
            <a:extLst xmlns:a="http://schemas.openxmlformats.org/drawingml/2006/main">
              <a:ext uri="{FF2B5EF4-FFF2-40B4-BE49-F238E27FC236}">
                <a16:creationId xmlns:a16="http://schemas.microsoft.com/office/drawing/2014/main" id="{DD34AB83-1193-47DD-A816-A3B44C2C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4AF7E-ADD9-4084-B7D4-866FAD7D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20-292">
            <a:extLst xmlns:a="http://schemas.openxmlformats.org/drawingml/2006/main">
              <a:ext uri="{FF2B5EF4-FFF2-40B4-BE49-F238E27FC236}">
                <a16:creationId xmlns:a16="http://schemas.microsoft.com/office/drawing/2014/main" id="{1ABB80A7-76A8-4D7C-BF38-CD05C2BF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跨组协作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E7B14-431C-427D-BF6D-A4F0DAB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62275" y="2838450"/>
            <a:ext cx="626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38E35-1BE1-4F1B-947A-5F508387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9775" y="3124200"/>
            <a:ext cx="0" cy="201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15899-A400-4659-9501-CC5822DE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82225" y="3124200"/>
            <a:ext cx="0" cy="201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9B894-314D-48C8-8DB8-E1F6D250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62275" y="3028950"/>
            <a:ext cx="626745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8C5EC-C105-4C4C-9C3B-FFD7947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52700"/>
            <a:ext cx="1905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3" name="copy-20-293">
            <a:extLst xmlns:a="http://schemas.openxmlformats.org/drawingml/2006/main">
              <a:ext uri="{FF2B5EF4-FFF2-40B4-BE49-F238E27FC236}">
                <a16:creationId xmlns:a16="http://schemas.microsoft.com/office/drawing/2014/main" id="{12D74755-7185-46E0-A2CA-A895A417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003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业务组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3BF6A-4E67-4336-AAC5-D08FB77C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1905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5" name="copy-20-294">
            <a:extLst xmlns:a="http://schemas.openxmlformats.org/drawingml/2006/main">
              <a:ext uri="{FF2B5EF4-FFF2-40B4-BE49-F238E27FC236}">
                <a16:creationId xmlns:a16="http://schemas.microsoft.com/office/drawing/2014/main" id="{9664219E-8EBF-46F1-8E06-6865122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003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技术组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ECEFF-7B4A-4847-B45C-339CEFBC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43500"/>
            <a:ext cx="1905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7" name="copy-20-295">
            <a:extLst xmlns:a="http://schemas.openxmlformats.org/drawingml/2006/main">
              <a:ext uri="{FF2B5EF4-FFF2-40B4-BE49-F238E27FC236}">
                <a16:creationId xmlns:a16="http://schemas.microsoft.com/office/drawing/2014/main" id="{198837B1-291D-43C3-953A-147D1433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1911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服务组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D9335-6BA5-4844-A7B7-9EEAE32B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143500"/>
            <a:ext cx="1905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9" name="copy-20-296">
            <a:extLst xmlns:a="http://schemas.openxmlformats.org/drawingml/2006/main">
              <a:ext uri="{FF2B5EF4-FFF2-40B4-BE49-F238E27FC236}">
                <a16:creationId xmlns:a16="http://schemas.microsoft.com/office/drawing/2014/main" id="{3D7E2605-8B94-442B-B7E9-AA8E8911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1911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数据组</a:t>
            </a:r>
          </a:p>
        </p:txBody>
      </p:sp>
      <p:sp>
        <p:nvSpPr>
          <p:cNvPr id="20" name="copy-20-297">
            <a:extLst xmlns:a="http://schemas.openxmlformats.org/drawingml/2006/main">
              <a:ext uri="{FF2B5EF4-FFF2-40B4-BE49-F238E27FC236}">
                <a16:creationId xmlns:a16="http://schemas.microsoft.com/office/drawing/2014/main" id="{D44D3AC1-FA19-40B4-A53D-DBC56579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3840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核对规则实现</a:t>
            </a:r>
          </a:p>
        </p:txBody>
      </p:sp>
      <p:sp>
        <p:nvSpPr>
          <p:cNvPr id="21" name="copy-20-298">
            <a:extLst xmlns:a="http://schemas.openxmlformats.org/drawingml/2006/main">
              <a:ext uri="{FF2B5EF4-FFF2-40B4-BE49-F238E27FC236}">
                <a16:creationId xmlns:a16="http://schemas.microsoft.com/office/drawing/2014/main" id="{3C4EE448-EBE8-400F-8962-3494E867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90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确认用户说明</a:t>
            </a:r>
          </a:p>
        </p:txBody>
      </p:sp>
      <p:sp>
        <p:nvSpPr>
          <p:cNvPr id="22" name="copy-20-299">
            <a:extLst xmlns:a="http://schemas.openxmlformats.org/drawingml/2006/main">
              <a:ext uri="{FF2B5EF4-FFF2-40B4-BE49-F238E27FC236}">
                <a16:creationId xmlns:a16="http://schemas.microsoft.com/office/drawing/2014/main" id="{B9D8300A-BD6E-4A9A-B004-2CFF4D5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90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核对数据口径</a:t>
            </a:r>
          </a:p>
        </p:txBody>
      </p:sp>
      <p:sp>
        <p:nvSpPr>
          <p:cNvPr id="23" name="copy-20-300">
            <a:extLst xmlns:a="http://schemas.openxmlformats.org/drawingml/2006/main">
              <a:ext uri="{FF2B5EF4-FFF2-40B4-BE49-F238E27FC236}">
                <a16:creationId xmlns:a16="http://schemas.microsoft.com/office/drawing/2014/main" id="{384CB27A-C5C4-46B4-9097-7089A896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19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复核异常记录</a:t>
            </a:r>
          </a:p>
        </p:txBody>
      </p:sp>
    </p:spTree>
    <p:extLst>
      <p:ext uri="{BB962C8B-B14F-4D97-AF65-F5344CB8AC3E}">
        <p14:creationId xmlns:p14="http://schemas.microsoft.com/office/powerpoint/2010/main" val="3373083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py-21-301">
            <a:extLst xmlns:a="http://schemas.openxmlformats.org/drawingml/2006/main">
              <a:ext uri="{FF2B5EF4-FFF2-40B4-BE49-F238E27FC236}">
                <a16:creationId xmlns:a16="http://schemas.microsoft.com/office/drawing/2014/main" id="{F2F78E5E-A5DA-4958-B9BA-7B691CD2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21  三层保障</a:t>
            </a:r>
          </a:p>
        </p:txBody>
      </p:sp>
      <p:sp>
        <p:nvSpPr>
          <p:cNvPr id="2" name="copy-21-302">
            <a:extLst xmlns:a="http://schemas.openxmlformats.org/drawingml/2006/main">
              <a:ext uri="{FF2B5EF4-FFF2-40B4-BE49-F238E27FC236}">
                <a16:creationId xmlns:a16="http://schemas.microsoft.com/office/drawing/2014/main" id="{6CDEF42F-85AD-489D-A544-0E286C67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规则、执行和复核各自承担不同职责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4D86B-7D21-42A1-BA64-B862E72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21-303">
            <a:extLst xmlns:a="http://schemas.openxmlformats.org/drawingml/2006/main">
              <a:ext uri="{FF2B5EF4-FFF2-40B4-BE49-F238E27FC236}">
                <a16:creationId xmlns:a16="http://schemas.microsoft.com/office/drawing/2014/main" id="{0B045FA8-7C37-4914-95B1-96C04F83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21-304">
            <a:extLst xmlns:a="http://schemas.openxmlformats.org/drawingml/2006/main">
              <a:ext uri="{FF2B5EF4-FFF2-40B4-BE49-F238E27FC236}">
                <a16:creationId xmlns:a16="http://schemas.microsoft.com/office/drawing/2014/main" id="{2A2864BA-FA5E-4CC8-BF32-0D26B6EF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87FF3-26AE-465E-8207-336316D2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21-305">
            <a:extLst xmlns:a="http://schemas.openxmlformats.org/drawingml/2006/main">
              <a:ext uri="{FF2B5EF4-FFF2-40B4-BE49-F238E27FC236}">
                <a16:creationId xmlns:a16="http://schemas.microsoft.com/office/drawing/2014/main" id="{881618A1-FA3F-46D2-AB6F-D8080C50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规则层</a:t>
            </a:r>
          </a:p>
        </p:txBody>
      </p:sp>
      <p:sp>
        <p:nvSpPr>
          <p:cNvPr id="8" name="copy-21-306">
            <a:extLst xmlns:a="http://schemas.openxmlformats.org/drawingml/2006/main">
              <a:ext uri="{FF2B5EF4-FFF2-40B4-BE49-F238E27FC236}">
                <a16:creationId xmlns:a16="http://schemas.microsoft.com/office/drawing/2014/main" id="{31BA1081-D41D-4068-96DF-12E4677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67426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定义受理边界、处理口径与例外规则，为执行提供共同依据。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95096-1B30-4036-B460-AC5232E9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5623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copy-21-307">
            <a:extLst xmlns:a="http://schemas.openxmlformats.org/drawingml/2006/main">
              <a:ext uri="{FF2B5EF4-FFF2-40B4-BE49-F238E27FC236}">
                <a16:creationId xmlns:a16="http://schemas.microsoft.com/office/drawing/2014/main" id="{AABF5591-C813-42F5-BB9A-31714E86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194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执行层</a:t>
            </a:r>
          </a:p>
        </p:txBody>
      </p:sp>
      <p:sp>
        <p:nvSpPr>
          <p:cNvPr id="11" name="copy-21-308">
            <a:extLst xmlns:a="http://schemas.openxmlformats.org/drawingml/2006/main">
              <a:ext uri="{FF2B5EF4-FFF2-40B4-BE49-F238E27FC236}">
                <a16:creationId xmlns:a16="http://schemas.microsoft.com/office/drawing/2014/main" id="{461110C7-AD30-4021-B815-88B2529C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5726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依据规则办理并记录实际过程；遇到规则未覆盖的情形，提交确认。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15D87-0009-47C3-A54F-800671DF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2006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copy-21-309">
            <a:extLst xmlns:a="http://schemas.openxmlformats.org/drawingml/2006/main">
              <a:ext uri="{FF2B5EF4-FFF2-40B4-BE49-F238E27FC236}">
                <a16:creationId xmlns:a16="http://schemas.microsoft.com/office/drawing/2014/main" id="{1ADF942E-6DF1-4FA2-8214-9CEDC3D6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577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复核层</a:t>
            </a:r>
          </a:p>
        </p:txBody>
      </p:sp>
      <p:sp>
        <p:nvSpPr>
          <p:cNvPr id="14" name="copy-21-310">
            <a:extLst xmlns:a="http://schemas.openxmlformats.org/drawingml/2006/main">
              <a:ext uri="{FF2B5EF4-FFF2-40B4-BE49-F238E27FC236}">
                <a16:creationId xmlns:a16="http://schemas.microsoft.com/office/drawing/2014/main" id="{BFF9C6AC-5975-41D2-8DF6-4B04FC6C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44026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抽查记录与结果；发现重复缺陷时推动规则修订。</a:t>
            </a:r>
          </a:p>
        </p:txBody>
      </p:sp>
    </p:spTree>
    <p:extLst>
      <p:ext uri="{BB962C8B-B14F-4D97-AF65-F5344CB8AC3E}">
        <p14:creationId xmlns:p14="http://schemas.microsoft.com/office/powerpoint/2010/main" val="9759384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py-22-311">
            <a:extLst xmlns:a="http://schemas.openxmlformats.org/drawingml/2006/main">
              <a:ext uri="{FF2B5EF4-FFF2-40B4-BE49-F238E27FC236}">
                <a16:creationId xmlns:a16="http://schemas.microsoft.com/office/drawing/2014/main" id="{FE632712-CB6A-44F6-AC66-B59F6FCB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22  趋势与解释</a:t>
            </a:r>
          </a:p>
        </p:txBody>
      </p:sp>
      <p:sp>
        <p:nvSpPr>
          <p:cNvPr id="2" name="copy-22-312">
            <a:extLst xmlns:a="http://schemas.openxmlformats.org/drawingml/2006/main">
              <a:ext uri="{FF2B5EF4-FFF2-40B4-BE49-F238E27FC236}">
                <a16:creationId xmlns:a16="http://schemas.microsoft.com/office/drawing/2014/main" id="{1D9076DB-2833-4E2B-BD16-608D998F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平均等待时间下降，仍需核对样本构成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3020E-B576-477A-81DC-2C1B1560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22-313">
            <a:extLst xmlns:a="http://schemas.openxmlformats.org/drawingml/2006/main">
              <a:ext uri="{FF2B5EF4-FFF2-40B4-BE49-F238E27FC236}">
                <a16:creationId xmlns:a16="http://schemas.microsoft.com/office/drawing/2014/main" id="{6DB13F20-C6FD-472A-A765-B92F8852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22-314">
            <a:extLst xmlns:a="http://schemas.openxmlformats.org/drawingml/2006/main">
              <a:ext uri="{FF2B5EF4-FFF2-40B4-BE49-F238E27FC236}">
                <a16:creationId xmlns:a16="http://schemas.microsoft.com/office/drawing/2014/main" id="{3CA99D33-1154-4A68-B691-8ABFFBB9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6EEE2-5488-4F9A-9EBB-8C58ED6A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22-315">
            <a:extLst xmlns:a="http://schemas.openxmlformats.org/drawingml/2006/main">
              <a:ext uri="{FF2B5EF4-FFF2-40B4-BE49-F238E27FC236}">
                <a16:creationId xmlns:a16="http://schemas.microsoft.com/office/drawing/2014/main" id="{55E2D49E-4DDB-4058-A083-F2DAD6BA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等待时间趋势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76275" y="2076450"/>
          <a:ext xmlns:a="http://schemas.openxmlformats.org/drawingml/2006/main" cx="6242685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d94493e7d440a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9D282-3213-48CF-B413-9252E2F0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0" name="copy-22-316">
            <a:extLst xmlns:a="http://schemas.openxmlformats.org/drawingml/2006/main">
              <a:ext uri="{FF2B5EF4-FFF2-40B4-BE49-F238E27FC236}">
                <a16:creationId xmlns:a16="http://schemas.microsoft.com/office/drawing/2014/main" id="{0E763E1F-0393-40A0-929E-31E0FCE8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如何解读</a:t>
            </a:r>
          </a:p>
        </p:txBody>
      </p:sp>
      <p:sp>
        <p:nvSpPr>
          <p:cNvPr id="11" name="copy-22-317">
            <a:extLst xmlns:a="http://schemas.openxmlformats.org/drawingml/2006/main">
              <a:ext uri="{FF2B5EF4-FFF2-40B4-BE49-F238E27FC236}">
                <a16:creationId xmlns:a16="http://schemas.microsoft.com/office/drawing/2014/main" id="{7303A12B-FCAA-4143-ACC7-E31461FA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750820"/>
            <a:ext cx="40633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观察到的变化</a:t>
            </a:r>
          </a:p>
        </p:txBody>
      </p:sp>
      <p:sp>
        <p:nvSpPr>
          <p:cNvPr id="12" name="copy-22-318">
            <a:extLst xmlns:a="http://schemas.openxmlformats.org/drawingml/2006/main">
              <a:ext uri="{FF2B5EF4-FFF2-40B4-BE49-F238E27FC236}">
                <a16:creationId xmlns:a16="http://schemas.microsoft.com/office/drawing/2014/main" id="{2383FDAA-6037-436B-BE72-556A3D7F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55620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这组模拟均值逐期下降，但不能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仅凭均值认定所有事项都更快。</a:t>
            </a:r>
          </a:p>
        </p:txBody>
      </p:sp>
      <p:sp>
        <p:nvSpPr>
          <p:cNvPr id="13" name="copy-22-319">
            <a:extLst xmlns:a="http://schemas.openxmlformats.org/drawingml/2006/main">
              <a:ext uri="{FF2B5EF4-FFF2-40B4-BE49-F238E27FC236}">
                <a16:creationId xmlns:a16="http://schemas.microsoft.com/office/drawing/2014/main" id="{318AB5FC-6DAC-4F3D-A467-E7BE4E2C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471035"/>
            <a:ext cx="40633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继续核对</a:t>
            </a:r>
          </a:p>
        </p:txBody>
      </p:sp>
      <p:sp>
        <p:nvSpPr>
          <p:cNvPr id="14" name="copy-22-320">
            <a:extLst xmlns:a="http://schemas.openxmlformats.org/drawingml/2006/main">
              <a:ext uri="{FF2B5EF4-FFF2-40B4-BE49-F238E27FC236}">
                <a16:creationId xmlns:a16="http://schemas.microsoft.com/office/drawing/2014/main" id="{16826498-ECD1-4F85-8F76-C4E341E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775835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比较各期业务类型、样本数量与暂停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计时规则。此处只用于版式验收。</a:t>
            </a:r>
          </a:p>
        </p:txBody>
      </p:sp>
    </p:spTree>
    <p:extLst>
      <p:ext uri="{BB962C8B-B14F-4D97-AF65-F5344CB8AC3E}">
        <p14:creationId xmlns:p14="http://schemas.microsoft.com/office/powerpoint/2010/main" val="2237904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copy-23-321">
            <a:extLst xmlns:a="http://schemas.openxmlformats.org/drawingml/2006/main">
              <a:ext uri="{FF2B5EF4-FFF2-40B4-BE49-F238E27FC236}">
                <a16:creationId xmlns:a16="http://schemas.microsoft.com/office/drawing/2014/main" id="{8253A8F6-5ECC-4DE6-B4AF-B6578B07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23  表格型对应</a:t>
            </a:r>
          </a:p>
        </p:txBody>
      </p:sp>
      <p:sp>
        <p:nvSpPr>
          <p:cNvPr id="2" name="copy-23-322">
            <a:extLst xmlns:a="http://schemas.openxmlformats.org/drawingml/2006/main">
              <a:ext uri="{FF2B5EF4-FFF2-40B4-BE49-F238E27FC236}">
                <a16:creationId xmlns:a16="http://schemas.microsoft.com/office/drawing/2014/main" id="{C9B6DA5C-2B87-457A-AEAE-B7356F22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职责与交付物逐项对应后再验收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58614-BB44-419C-8533-3CAEBA04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23-323">
            <a:extLst xmlns:a="http://schemas.openxmlformats.org/drawingml/2006/main">
              <a:ext uri="{FF2B5EF4-FFF2-40B4-BE49-F238E27FC236}">
                <a16:creationId xmlns:a16="http://schemas.microsoft.com/office/drawing/2014/main" id="{891CB005-E6F5-4B26-B75B-CF6D1813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23-324">
            <a:extLst xmlns:a="http://schemas.openxmlformats.org/drawingml/2006/main">
              <a:ext uri="{FF2B5EF4-FFF2-40B4-BE49-F238E27FC236}">
                <a16:creationId xmlns:a16="http://schemas.microsoft.com/office/drawing/2014/main" id="{FDA9B293-FDA2-405C-B097-9F4A1002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0B4D5-DD46-4AE8-9A6B-9D4AC495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23-325">
            <a:extLst xmlns:a="http://schemas.openxmlformats.org/drawingml/2006/main">
              <a:ext uri="{FF2B5EF4-FFF2-40B4-BE49-F238E27FC236}">
                <a16:creationId xmlns:a16="http://schemas.microsoft.com/office/drawing/2014/main" id="{1E68FD80-5ADA-467F-B31D-FEA82E54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验收口径</a:t>
            </a:r>
          </a:p>
        </p:txBody>
      </p:sp>
      <p:sp>
        <p:nvSpPr>
          <p:cNvPr id="8" name="copy-23-326">
            <a:extLst xmlns:a="http://schemas.openxmlformats.org/drawingml/2006/main">
              <a:ext uri="{FF2B5EF4-FFF2-40B4-BE49-F238E27FC236}">
                <a16:creationId xmlns:a16="http://schemas.microsoft.com/office/drawing/2014/main" id="{07A04ED3-BDDE-424D-B452-11AABCC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5753"/>
            <a:ext cx="40633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确认交付物</a:t>
            </a:r>
          </a:p>
        </p:txBody>
      </p:sp>
      <p:sp>
        <p:nvSpPr>
          <p:cNvPr id="9" name="copy-23-327">
            <a:extLst xmlns:a="http://schemas.openxmlformats.org/drawingml/2006/main">
              <a:ext uri="{FF2B5EF4-FFF2-40B4-BE49-F238E27FC236}">
                <a16:creationId xmlns:a16="http://schemas.microsoft.com/office/drawing/2014/main" id="{D009AF3D-3D26-4B7A-8743-113C4811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50553"/>
            <a:ext cx="406336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每项职责对应一份可检查的交付物。</a:t>
            </a:r>
          </a:p>
        </p:txBody>
      </p:sp>
      <p:sp>
        <p:nvSpPr>
          <p:cNvPr id="10" name="copy-23-328">
            <a:extLst xmlns:a="http://schemas.openxmlformats.org/drawingml/2006/main">
              <a:ext uri="{FF2B5EF4-FFF2-40B4-BE49-F238E27FC236}">
                <a16:creationId xmlns:a16="http://schemas.microsoft.com/office/drawing/2014/main" id="{E83DB2AA-38E9-41D0-B7C7-4E813D49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76103"/>
            <a:ext cx="40633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处理缺项</a:t>
            </a:r>
          </a:p>
        </p:txBody>
      </p:sp>
      <p:sp>
        <p:nvSpPr>
          <p:cNvPr id="11" name="copy-23-329">
            <a:extLst xmlns:a="http://schemas.openxmlformats.org/drawingml/2006/main">
              <a:ext uri="{FF2B5EF4-FFF2-40B4-BE49-F238E27FC236}">
                <a16:creationId xmlns:a16="http://schemas.microsoft.com/office/drawing/2014/main" id="{5455085C-D4DD-4FF0-86CD-EAB1AA52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80903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交付物缺失时，回到对应负责人补齐；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不能用整体“已完成”替代逐项核对。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1F38A-1C3E-4DF2-9BD4-2F5747C6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20640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3" name="copy-23-330">
            <a:extLst xmlns:a="http://schemas.openxmlformats.org/drawingml/2006/main">
              <a:ext uri="{FF2B5EF4-FFF2-40B4-BE49-F238E27FC236}">
                <a16:creationId xmlns:a16="http://schemas.microsoft.com/office/drawing/2014/main" id="{7010ECB8-E77B-4056-8130-9537C2EB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职责核对表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3B687-6C88-4F21-8F15-58D78C5A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076450"/>
            <a:ext cx="1560671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5" name="copy-23-331">
            <a:extLst xmlns:a="http://schemas.openxmlformats.org/drawingml/2006/main">
              <a:ext uri="{FF2B5EF4-FFF2-40B4-BE49-F238E27FC236}">
                <a16:creationId xmlns:a16="http://schemas.microsoft.com/office/drawing/2014/main" id="{B95BE8EB-EA63-4FD4-9F67-6C5D7007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2152650"/>
            <a:ext cx="133207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团队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35E1E-0C03-42C1-A34B-AD414B25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711" y="2076450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7" name="copy-23-332">
            <a:extLst xmlns:a="http://schemas.openxmlformats.org/drawingml/2006/main">
              <a:ext uri="{FF2B5EF4-FFF2-40B4-BE49-F238E27FC236}">
                <a16:creationId xmlns:a16="http://schemas.microsoft.com/office/drawing/2014/main" id="{64C47B70-50D7-4358-8189-3DDF3D7F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011" y="2152650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交付物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AB594-C1B7-49FA-943D-2A81CA4B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718" y="2076450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9" name="copy-23-333">
            <a:extLst xmlns:a="http://schemas.openxmlformats.org/drawingml/2006/main">
              <a:ext uri="{FF2B5EF4-FFF2-40B4-BE49-F238E27FC236}">
                <a16:creationId xmlns:a16="http://schemas.microsoft.com/office/drawing/2014/main" id="{0155DEA7-187C-4719-AFC3-C4F53DC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018" y="2152650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核对状态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D1048-4F58-4E0E-BFA1-F2838721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886075"/>
            <a:ext cx="1560671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1" name="copy-23-334">
            <a:extLst xmlns:a="http://schemas.openxmlformats.org/drawingml/2006/main">
              <a:ext uri="{FF2B5EF4-FFF2-40B4-BE49-F238E27FC236}">
                <a16:creationId xmlns:a16="http://schemas.microsoft.com/office/drawing/2014/main" id="{C7D7747C-CCF0-49A6-95AE-EE323D64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2962275"/>
            <a:ext cx="133207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业务组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DA344-2481-4AA7-96A1-BA84723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711" y="2886075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3" name="copy-23-335">
            <a:extLst xmlns:a="http://schemas.openxmlformats.org/drawingml/2006/main">
              <a:ext uri="{FF2B5EF4-FFF2-40B4-BE49-F238E27FC236}">
                <a16:creationId xmlns:a16="http://schemas.microsoft.com/office/drawing/2014/main" id="{FF269185-5BEF-4FA0-B1AF-17E1E42E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011" y="2962275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规则清单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888DC-0F6E-4D49-BA8A-6146582B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718" y="2886075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5" name="copy-23-336">
            <a:extLst xmlns:a="http://schemas.openxmlformats.org/drawingml/2006/main">
              <a:ext uri="{FF2B5EF4-FFF2-40B4-BE49-F238E27FC236}">
                <a16:creationId xmlns:a16="http://schemas.microsoft.com/office/drawing/2014/main" id="{88D19499-CECC-42FD-9702-C63FB7EE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018" y="2962275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待核对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926209-8794-41D3-B393-B8FDAC68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695700"/>
            <a:ext cx="1560671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7" name="copy-23-337">
            <a:extLst xmlns:a="http://schemas.openxmlformats.org/drawingml/2006/main">
              <a:ext uri="{FF2B5EF4-FFF2-40B4-BE49-F238E27FC236}">
                <a16:creationId xmlns:a16="http://schemas.microsoft.com/office/drawing/2014/main" id="{6D0C8662-07F6-4814-8E58-D48C6CB0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3771900"/>
            <a:ext cx="133207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技术组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352F2-901F-4AC8-BBB3-0145C95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711" y="3695700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29" name="copy-23-338">
            <a:extLst xmlns:a="http://schemas.openxmlformats.org/drawingml/2006/main">
              <a:ext uri="{FF2B5EF4-FFF2-40B4-BE49-F238E27FC236}">
                <a16:creationId xmlns:a16="http://schemas.microsoft.com/office/drawing/2014/main" id="{EC48174D-A9BB-40FF-B217-50FC235D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011" y="3771900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联调记录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362318-991C-4CEB-A5A7-224F6970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718" y="3695700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1" name="copy-23-339">
            <a:extLst xmlns:a="http://schemas.openxmlformats.org/drawingml/2006/main">
              <a:ext uri="{FF2B5EF4-FFF2-40B4-BE49-F238E27FC236}">
                <a16:creationId xmlns:a16="http://schemas.microsoft.com/office/drawing/2014/main" id="{7C4E34E0-3EE5-4207-811A-A1CA3C90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018" y="3771900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待核对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5885F9-6B99-4855-AA7B-C0661CA5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4505325"/>
            <a:ext cx="1560671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3" name="copy-23-340">
            <a:extLst xmlns:a="http://schemas.openxmlformats.org/drawingml/2006/main">
              <a:ext uri="{FF2B5EF4-FFF2-40B4-BE49-F238E27FC236}">
                <a16:creationId xmlns:a16="http://schemas.microsoft.com/office/drawing/2014/main" id="{6D4B6688-85ED-447B-AE7C-DE821C87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4581525"/>
            <a:ext cx="133207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服务组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C8DB6A-D904-4A47-B52B-3062D1B8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711" y="4505325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5" name="copy-23-341">
            <a:extLst xmlns:a="http://schemas.openxmlformats.org/drawingml/2006/main">
              <a:ext uri="{FF2B5EF4-FFF2-40B4-BE49-F238E27FC236}">
                <a16:creationId xmlns:a16="http://schemas.microsoft.com/office/drawing/2014/main" id="{169C9851-0CBE-4A97-BF76-6AEB6158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011" y="4581525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反馈汇总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95F7E0-B7CB-4B2C-9EB6-ED1A61EB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718" y="4505325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37" name="copy-23-342">
            <a:extLst xmlns:a="http://schemas.openxmlformats.org/drawingml/2006/main">
              <a:ext uri="{FF2B5EF4-FFF2-40B4-BE49-F238E27FC236}">
                <a16:creationId xmlns:a16="http://schemas.microsoft.com/office/drawing/2014/main" id="{268BA5DE-F2C9-41D5-B9F2-9C6FDD23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018" y="4581525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待核对</a:t>
            </a:r>
          </a:p>
        </p:txBody>
      </p:sp>
    </p:spTree>
    <p:extLst>
      <p:ext uri="{BB962C8B-B14F-4D97-AF65-F5344CB8AC3E}">
        <p14:creationId xmlns:p14="http://schemas.microsoft.com/office/powerpoint/2010/main" val="4708736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py-24-343">
            <a:extLst xmlns:a="http://schemas.openxmlformats.org/drawingml/2006/main">
              <a:ext uri="{FF2B5EF4-FFF2-40B4-BE49-F238E27FC236}">
                <a16:creationId xmlns:a16="http://schemas.microsoft.com/office/drawing/2014/main" id="{C2031CF8-2AF7-4F1B-9089-5897D0EF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24  图像与说明</a:t>
            </a:r>
          </a:p>
        </p:txBody>
      </p:sp>
      <p:sp>
        <p:nvSpPr>
          <p:cNvPr id="2" name="copy-24-344">
            <a:extLst xmlns:a="http://schemas.openxmlformats.org/drawingml/2006/main">
              <a:ext uri="{FF2B5EF4-FFF2-40B4-BE49-F238E27FC236}">
                <a16:creationId xmlns:a16="http://schemas.microsoft.com/office/drawing/2014/main" id="{414D9A1E-A8E8-4AFC-B6D0-C132A188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用场景图交代环境，关键判断仍需实文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B8B9F-0B0E-469D-BE84-D3EBF82C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371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4" name="copy-24-345">
            <a:extLst xmlns:a="http://schemas.openxmlformats.org/drawingml/2006/main">
              <a:ext uri="{FF2B5EF4-FFF2-40B4-BE49-F238E27FC236}">
                <a16:creationId xmlns:a16="http://schemas.microsoft.com/office/drawing/2014/main" id="{5B40A547-4380-412C-92C1-56C68DD3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模拟灰稿 → Skin 试验 · 待验收</a:t>
            </a:r>
          </a:p>
        </p:txBody>
      </p:sp>
      <p:sp>
        <p:nvSpPr>
          <p:cNvPr id="5" name="copy-24-346">
            <a:extLst xmlns:a="http://schemas.openxmlformats.org/drawingml/2006/main">
              <a:ext uri="{FF2B5EF4-FFF2-40B4-BE49-F238E27FC236}">
                <a16:creationId xmlns:a16="http://schemas.microsoft.com/office/drawing/2014/main" id="{8D1381DD-FCA8-4EA1-AB92-EDDD9FF4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C2D12-5457-46F1-A6E5-D268E1D4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7" name="copy-24-347">
            <a:extLst xmlns:a="http://schemas.openxmlformats.org/drawingml/2006/main">
              <a:ext uri="{FF2B5EF4-FFF2-40B4-BE49-F238E27FC236}">
                <a16:creationId xmlns:a16="http://schemas.microsoft.com/office/drawing/2014/main" id="{6BF0E357-7D76-4520-86D8-E40E8073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模拟服务场景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7E8AC-FE3D-491B-8545-4BB0204E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6242685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9" name="copy-24-348">
            <a:extLst xmlns:a="http://schemas.openxmlformats.org/drawingml/2006/main">
              <a:ext uri="{FF2B5EF4-FFF2-40B4-BE49-F238E27FC236}">
                <a16:creationId xmlns:a16="http://schemas.microsoft.com/office/drawing/2014/main" id="{FE715282-8BEB-48AC-85F2-7FA7C6B4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90750"/>
            <a:ext cx="58997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25F57"/>
                </a:solidFill>
                <a:latin typeface="Noto Sans SC"/>
                <a:ea typeface="Noto Sans SC"/>
                <a:cs typeface="Noto Sans SC"/>
              </a:rPr>
              <a:t>模拟空间示意 · 非实拍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CDCE8-7859-42DB-9308-38367E33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43200"/>
            <a:ext cx="3433477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796F60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1" name="copy-24-349">
            <a:extLst xmlns:a="http://schemas.openxmlformats.org/drawingml/2006/main">
              <a:ext uri="{FF2B5EF4-FFF2-40B4-BE49-F238E27FC236}">
                <a16:creationId xmlns:a16="http://schemas.microsoft.com/office/drawing/2014/main" id="{7FAA4156-A957-4C8C-BF18-045ED37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90825"/>
            <a:ext cx="324297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服务窗口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F0621-66EC-46CE-BD10-5544B598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008" y="2743200"/>
            <a:ext cx="1373391" cy="1381125"/>
          </a:xfrm>
          <a:prstGeom xmlns:a="http://schemas.openxmlformats.org/drawingml/2006/main" prst="roundRect">
            <a:avLst>
              <a:gd name="adj" fmla="val 4161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3" name="copy-24-350">
            <a:extLst xmlns:a="http://schemas.openxmlformats.org/drawingml/2006/main">
              <a:ext uri="{FF2B5EF4-FFF2-40B4-BE49-F238E27FC236}">
                <a16:creationId xmlns:a16="http://schemas.microsoft.com/office/drawing/2014/main" id="{A8343CCF-13D4-4D6A-9078-9B7A62EA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258" y="2790825"/>
            <a:ext cx="1182891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自助终端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57BAC-807B-4603-B1CA-D5D8852E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38575"/>
            <a:ext cx="3433477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9525">
            <a:solidFill>
              <a:srgbClr val="CFC9BD"/>
            </a:solidFill>
          </a:ln>
        </p:spPr>
      </p:sp>
      <p:sp>
        <p:nvSpPr>
          <p:cNvPr id="15" name="copy-24-351">
            <a:extLst xmlns:a="http://schemas.openxmlformats.org/drawingml/2006/main">
              <a:ext uri="{FF2B5EF4-FFF2-40B4-BE49-F238E27FC236}">
                <a16:creationId xmlns:a16="http://schemas.microsoft.com/office/drawing/2014/main" id="{CF2AA144-7F7D-434C-8943-D1C7B034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86200"/>
            <a:ext cx="3242977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排队区</a:t>
            </a:r>
          </a:p>
        </p:txBody>
      </p:sp>
      <p:sp>
        <p:nvSpPr>
          <p:cNvPr id="16" name="copy-24-352">
            <a:extLst xmlns:a="http://schemas.openxmlformats.org/drawingml/2006/main">
              <a:ext uri="{FF2B5EF4-FFF2-40B4-BE49-F238E27FC236}">
                <a16:creationId xmlns:a16="http://schemas.microsoft.com/office/drawing/2014/main" id="{91E455C6-E9F4-4DED-AA58-1753E4CD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96595-A879-4EAF-8081-AAD66BD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18" name="copy-24-353">
            <a:extLst xmlns:a="http://schemas.openxmlformats.org/drawingml/2006/main">
              <a:ext uri="{FF2B5EF4-FFF2-40B4-BE49-F238E27FC236}">
                <a16:creationId xmlns:a16="http://schemas.microsoft.com/office/drawing/2014/main" id="{3EC37D2E-3D79-4702-8C76-445733F3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需要观察</a:t>
            </a:r>
          </a:p>
        </p:txBody>
      </p:sp>
      <p:sp>
        <p:nvSpPr>
          <p:cNvPr id="19" name="copy-24-354">
            <a:extLst xmlns:a="http://schemas.openxmlformats.org/drawingml/2006/main">
              <a:ext uri="{FF2B5EF4-FFF2-40B4-BE49-F238E27FC236}">
                <a16:creationId xmlns:a16="http://schemas.microsoft.com/office/drawing/2014/main" id="{8A4BE618-C99E-48E2-91E1-84E0F6CB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534603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记录用户从入口到办理窗口的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路径，核实是否发生重复询问。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B2462-9FF4-497B-B333-B9ABE784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438150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6F60"/>
            </a:solidFill>
            <a:prstDash val="solid"/>
          </a:ln>
        </p:spPr>
      </p:sp>
      <p:sp>
        <p:nvSpPr>
          <p:cNvPr id="21" name="copy-24-355">
            <a:extLst xmlns:a="http://schemas.openxmlformats.org/drawingml/2006/main">
              <a:ext uri="{FF2B5EF4-FFF2-40B4-BE49-F238E27FC236}">
                <a16:creationId xmlns:a16="http://schemas.microsoft.com/office/drawing/2014/main" id="{EC505861-4FA1-4B03-88C3-FF7861B1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03860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796F60"/>
                </a:solidFill>
                <a:latin typeface="Noto Sans SC"/>
                <a:ea typeface="Noto Sans SC"/>
                <a:cs typeface="Noto Sans SC"/>
              </a:rPr>
              <a:t>拟议措施</a:t>
            </a:r>
          </a:p>
        </p:txBody>
      </p:sp>
      <p:sp>
        <p:nvSpPr>
          <p:cNvPr id="22" name="copy-24-356">
            <a:extLst xmlns:a="http://schemas.openxmlformats.org/drawingml/2006/main">
              <a:ext uri="{FF2B5EF4-FFF2-40B4-BE49-F238E27FC236}">
                <a16:creationId xmlns:a16="http://schemas.microsoft.com/office/drawing/2014/main" id="{2E60AB7A-5A9D-45F9-B349-EC7D336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992053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若引导不清得到验证，再调整标识与</a:t>
            </a:r>
          </a:p>
          <a:p xmlns:a="http://schemas.openxmlformats.org/drawingml/2006/main">
            <a:pPr algn="l">
              <a:def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251F"/>
                </a:solidFill>
                <a:latin typeface="Noto Sans SC"/>
                <a:ea typeface="Noto Sans SC"/>
                <a:cs typeface="Noto Sans SC"/>
              </a:rPr>
              <a:t>入口说明；场景图本身不证明措施有效。</a:t>
            </a:r>
          </a:p>
        </p:txBody>
      </p:sp>
    </p:spTree>
    <p:extLst>
      <p:ext uri="{BB962C8B-B14F-4D97-AF65-F5344CB8AC3E}">
        <p14:creationId xmlns:p14="http://schemas.microsoft.com/office/powerpoint/2010/main" val="827717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84782" dist="37681" dir="5400000">
              <a:srgbClr val="A35D4F">
                <a:alpha val="24000"/>
              </a:srgbClr>
            </a:outerShdw>
          </a:effectLst>
        </a:effectStyle>
        <a:effectStyle>
          <a:effectLst>
            <a:outerShdw blurRad="96374" dist="42834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2026-09-27T01:01:18.3550000Z</dcterms:created>
  <dcterms:modified xsi:type="dcterms:W3CDTF">2026-09-27T01:01:18.3550000Z</dcterms:modified>
</coreProperties>
</file>