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67dd7f1574fc4" /><Relationship Type="http://schemas.openxmlformats.org/officeDocument/2006/relationships/extended-properties" Target="/docProps/app.xml" Id="Rbe01ebcc93a44783" /><Relationship Type="http://schemas.openxmlformats.org/officeDocument/2006/relationships/officeDocument" Target="/ppt/presentation.xml" Id="R6869968df9c143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6a212e84244ed"/>
    <p:sldMasterId xmlns:r="http://schemas.openxmlformats.org/officeDocument/2006/relationships" id="2147483660" r:id="R89bbb31c969246fb"/>
    <p:sldMasterId xmlns:r="http://schemas.openxmlformats.org/officeDocument/2006/relationships" id="2147483663" r:id="Rb7ef28fee4be462a"/>
  </p:sldMasterIdLst>
  <p:notesMasterIdLst>
    <p:notesMasterId xmlns:r="http://schemas.openxmlformats.org/officeDocument/2006/relationships" r:id="Rb118915245e547c0"/>
  </p:notesMasterIdLst>
  <p:sldIdLst>
    <p:sldId xmlns:r="http://schemas.openxmlformats.org/officeDocument/2006/relationships" id="256" r:id="R083beec8efca47a4"/>
    <p:sldId xmlns:r="http://schemas.openxmlformats.org/officeDocument/2006/relationships" id="257" r:id="R8969b3c2ee88485c"/>
    <p:sldId xmlns:r="http://schemas.openxmlformats.org/officeDocument/2006/relationships" id="258" r:id="R994cf0715bfe46e4"/>
    <p:sldId xmlns:r="http://schemas.openxmlformats.org/officeDocument/2006/relationships" id="259" r:id="R364470e4dd534ce8"/>
    <p:sldId xmlns:r="http://schemas.openxmlformats.org/officeDocument/2006/relationships" id="260" r:id="R80afd2960b574fb2"/>
    <p:sldId xmlns:r="http://schemas.openxmlformats.org/officeDocument/2006/relationships" id="261" r:id="R8ea9bb62c4bd4414"/>
    <p:sldId xmlns:r="http://schemas.openxmlformats.org/officeDocument/2006/relationships" id="262" r:id="R9ea52add3adb4c1e"/>
    <p:sldId xmlns:r="http://schemas.openxmlformats.org/officeDocument/2006/relationships" id="263" r:id="Re47721744aae410e"/>
    <p:sldId xmlns:r="http://schemas.openxmlformats.org/officeDocument/2006/relationships" id="264" r:id="Rf4ce9e2aeae44186"/>
    <p:sldId xmlns:r="http://schemas.openxmlformats.org/officeDocument/2006/relationships" id="265" r:id="Ra9d498ee0dcc4388"/>
    <p:sldId xmlns:r="http://schemas.openxmlformats.org/officeDocument/2006/relationships" id="266" r:id="R80dbed6170b345ba"/>
    <p:sldId xmlns:r="http://schemas.openxmlformats.org/officeDocument/2006/relationships" id="267" r:id="Rea95597c1e3a4cd2"/>
    <p:sldId xmlns:r="http://schemas.openxmlformats.org/officeDocument/2006/relationships" id="268" r:id="Rc83ab6907d2449cb"/>
    <p:sldId xmlns:r="http://schemas.openxmlformats.org/officeDocument/2006/relationships" id="269" r:id="Rb40d7b5f83fd420b"/>
    <p:sldId xmlns:r="http://schemas.openxmlformats.org/officeDocument/2006/relationships" id="270" r:id="Ra818b2c3deba4336"/>
    <p:sldId xmlns:r="http://schemas.openxmlformats.org/officeDocument/2006/relationships" id="271" r:id="R9342710067bc4342"/>
    <p:sldId xmlns:r="http://schemas.openxmlformats.org/officeDocument/2006/relationships" id="272" r:id="R8e6b36147ade475d"/>
    <p:sldId xmlns:r="http://schemas.openxmlformats.org/officeDocument/2006/relationships" id="273" r:id="Rdead792a2dcd402d"/>
    <p:sldId xmlns:r="http://schemas.openxmlformats.org/officeDocument/2006/relationships" id="274" r:id="R9d45b581b68241a7"/>
    <p:sldId xmlns:r="http://schemas.openxmlformats.org/officeDocument/2006/relationships" id="275" r:id="R6397033b269843e5"/>
    <p:sldId xmlns:r="http://schemas.openxmlformats.org/officeDocument/2006/relationships" id="276" r:id="R7d83277ed2364768"/>
    <p:sldId xmlns:r="http://schemas.openxmlformats.org/officeDocument/2006/relationships" id="277" r:id="Red8c933529824065"/>
    <p:sldId xmlns:r="http://schemas.openxmlformats.org/officeDocument/2006/relationships" id="278" r:id="R25deaaaedd9d4f08"/>
    <p:sldId xmlns:r="http://schemas.openxmlformats.org/officeDocument/2006/relationships" id="279" r:id="R3e4a94a5ee2c4f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eebfaa4b7411d" /><Relationship Type="http://schemas.openxmlformats.org/officeDocument/2006/relationships/slideMaster" Target="/ppt/slideMasters/slideMaster1.xml" Id="R71f6a212e84244ed" /><Relationship Type="http://schemas.openxmlformats.org/officeDocument/2006/relationships/slideMaster" Target="/ppt/slideMasters/slideMaster2.xml" Id="R89bbb31c969246fb" /><Relationship Type="http://schemas.openxmlformats.org/officeDocument/2006/relationships/slideMaster" Target="/ppt/slideMasters/slideMaster3.xml" Id="Rb7ef28fee4be462a" /><Relationship Type="http://schemas.openxmlformats.org/officeDocument/2006/relationships/notesMaster" Target="/ppt/notesMasters/notesMaster1.xml" Id="Rb118915245e547c0" /><Relationship Type="http://schemas.openxmlformats.org/officeDocument/2006/relationships/presProps" Target="/ppt/presProps.xml" Id="R9c28efc17ac14257" /><Relationship Type="http://schemas.openxmlformats.org/officeDocument/2006/relationships/viewProps" Target="/ppt/viewProps.xml" Id="Rfcb74655d46640cc" /><Relationship Type="http://schemas.openxmlformats.org/officeDocument/2006/relationships/tableStyles" Target="/ppt/tableStyles.xml" Id="R2d2285b033b044a5" /><Relationship Type="http://schemas.openxmlformats.org/officeDocument/2006/relationships/slide" Target="/ppt/slides/slide1.xml" Id="R083beec8efca47a4" /><Relationship Type="http://schemas.openxmlformats.org/officeDocument/2006/relationships/slide" Target="/ppt/slides/slide2.xml" Id="R8969b3c2ee88485c" /><Relationship Type="http://schemas.openxmlformats.org/officeDocument/2006/relationships/slide" Target="/ppt/slides/slide3.xml" Id="R994cf0715bfe46e4" /><Relationship Type="http://schemas.openxmlformats.org/officeDocument/2006/relationships/slide" Target="/ppt/slides/slide4.xml" Id="R364470e4dd534ce8" /><Relationship Type="http://schemas.openxmlformats.org/officeDocument/2006/relationships/slide" Target="/ppt/slides/slide5.xml" Id="R80afd2960b574fb2" /><Relationship Type="http://schemas.openxmlformats.org/officeDocument/2006/relationships/slide" Target="/ppt/slides/slide6.xml" Id="R8ea9bb62c4bd4414" /><Relationship Type="http://schemas.openxmlformats.org/officeDocument/2006/relationships/slide" Target="/ppt/slides/slide7.xml" Id="R9ea52add3adb4c1e" /><Relationship Type="http://schemas.openxmlformats.org/officeDocument/2006/relationships/slide" Target="/ppt/slides/slide8.xml" Id="Re47721744aae410e" /><Relationship Type="http://schemas.openxmlformats.org/officeDocument/2006/relationships/slide" Target="/ppt/slides/slide9.xml" Id="Rf4ce9e2aeae44186" /><Relationship Type="http://schemas.openxmlformats.org/officeDocument/2006/relationships/slide" Target="/ppt/slides/slide10.xml" Id="Ra9d498ee0dcc4388" /><Relationship Type="http://schemas.openxmlformats.org/officeDocument/2006/relationships/slide" Target="/ppt/slides/slide11.xml" Id="R80dbed6170b345ba" /><Relationship Type="http://schemas.openxmlformats.org/officeDocument/2006/relationships/slide" Target="/ppt/slides/slide12.xml" Id="Rea95597c1e3a4cd2" /><Relationship Type="http://schemas.openxmlformats.org/officeDocument/2006/relationships/slide" Target="/ppt/slides/slide13.xml" Id="Rc83ab6907d2449cb" /><Relationship Type="http://schemas.openxmlformats.org/officeDocument/2006/relationships/slide" Target="/ppt/slides/slide14.xml" Id="Rb40d7b5f83fd420b" /><Relationship Type="http://schemas.openxmlformats.org/officeDocument/2006/relationships/slide" Target="/ppt/slides/slide15.xml" Id="Ra818b2c3deba4336" /><Relationship Type="http://schemas.openxmlformats.org/officeDocument/2006/relationships/slide" Target="/ppt/slides/slide16.xml" Id="R9342710067bc4342" /><Relationship Type="http://schemas.openxmlformats.org/officeDocument/2006/relationships/slide" Target="/ppt/slides/slide17.xml" Id="R8e6b36147ade475d" /><Relationship Type="http://schemas.openxmlformats.org/officeDocument/2006/relationships/slide" Target="/ppt/slides/slide18.xml" Id="Rdead792a2dcd402d" /><Relationship Type="http://schemas.openxmlformats.org/officeDocument/2006/relationships/slide" Target="/ppt/slides/slide19.xml" Id="R9d45b581b68241a7" /><Relationship Type="http://schemas.openxmlformats.org/officeDocument/2006/relationships/slide" Target="/ppt/slides/slide20.xml" Id="R6397033b269843e5" /><Relationship Type="http://schemas.openxmlformats.org/officeDocument/2006/relationships/slide" Target="/ppt/slides/slide21.xml" Id="R7d83277ed2364768" /><Relationship Type="http://schemas.openxmlformats.org/officeDocument/2006/relationships/slide" Target="/ppt/slides/slide22.xml" Id="Red8c933529824065" /><Relationship Type="http://schemas.openxmlformats.org/officeDocument/2006/relationships/slide" Target="/ppt/slides/slide23.xml" Id="R25deaaaedd9d4f08" /><Relationship Type="http://schemas.openxmlformats.org/officeDocument/2006/relationships/slide" Target="/ppt/slides/slide24.xml" Id="R3e4a94a5ee2c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32513867b3645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84782" dist="37681" dir="5400000">
              <a:srgbClr val="3361AE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74A84">
                <a:alpha val="12000"/>
              </a:srgbClr>
            </a:outerShdw>
          </a:effectLst>
        </a:effectStyle>
        <a:effectStyle>
          <a:effectLst>
            <a:outerShdw blurRad="96374" dist="42834" dir="5400000">
              <a:srgbClr val="3361AE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fa1c84a6b46c7" /><Relationship Type="http://schemas.openxmlformats.org/officeDocument/2006/relationships/notesMaster" Target="/ppt/notesMasters/notesMaster1.xml" Id="R021e09355e89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d4051d6a8e4c73" /><Relationship Type="http://schemas.openxmlformats.org/officeDocument/2006/relationships/notesMaster" Target="/ppt/notesMasters/notesMaster1.xml" Id="R523d8e366e484a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58f0107774f97" /><Relationship Type="http://schemas.openxmlformats.org/officeDocument/2006/relationships/notesMaster" Target="/ppt/notesMasters/notesMaster1.xml" Id="R2feb44e49947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7dffa4b4fa43f9" /><Relationship Type="http://schemas.openxmlformats.org/officeDocument/2006/relationships/notesMaster" Target="/ppt/notesMasters/notesMaster1.xml" Id="R316651e4530748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b84266b90141e0" /><Relationship Type="http://schemas.openxmlformats.org/officeDocument/2006/relationships/notesMaster" Target="/ppt/notesMasters/notesMaster1.xml" Id="R51fcfbf90f0349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670259d8b4c42" /><Relationship Type="http://schemas.openxmlformats.org/officeDocument/2006/relationships/notesMaster" Target="/ppt/notesMasters/notesMaster1.xml" Id="R4f7176416b37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96aac85c64f7a" /><Relationship Type="http://schemas.openxmlformats.org/officeDocument/2006/relationships/notesMaster" Target="/ppt/notesMasters/notesMaster1.xml" Id="Rb0bbd384c9bb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582fde28e84a78" /><Relationship Type="http://schemas.openxmlformats.org/officeDocument/2006/relationships/notesMaster" Target="/ppt/notesMasters/notesMaster1.xml" Id="R21220ae2562240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b31a94b3414f57" /><Relationship Type="http://schemas.openxmlformats.org/officeDocument/2006/relationships/notesMaster" Target="/ppt/notesMasters/notesMaster1.xml" Id="R749e31a7de604d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95c11611bb4f3c" /><Relationship Type="http://schemas.openxmlformats.org/officeDocument/2006/relationships/notesMaster" Target="/ppt/notesMasters/notesMaster1.xml" Id="R9fd783e5243340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f1c7ec8c0a4cb4" /><Relationship Type="http://schemas.openxmlformats.org/officeDocument/2006/relationships/notesMaster" Target="/ppt/notesMasters/notesMaster1.xml" Id="R057c42be04604f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90a358e00d4ffe" /><Relationship Type="http://schemas.openxmlformats.org/officeDocument/2006/relationships/notesMaster" Target="/ppt/notesMasters/notesMaster1.xml" Id="Raa2da68dbde84f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cd0c992bbd4b49" /><Relationship Type="http://schemas.openxmlformats.org/officeDocument/2006/relationships/notesMaster" Target="/ppt/notesMasters/notesMaster1.xml" Id="R2489884f2d9a46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42cdfa1caf42a7" /><Relationship Type="http://schemas.openxmlformats.org/officeDocument/2006/relationships/notesMaster" Target="/ppt/notesMasters/notesMaster1.xml" Id="Rc546f4af510b46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3be1de263b4c48" /><Relationship Type="http://schemas.openxmlformats.org/officeDocument/2006/relationships/notesMaster" Target="/ppt/notesMasters/notesMaster1.xml" Id="R8a001d4d9b3045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255c7895be4ec5" /><Relationship Type="http://schemas.openxmlformats.org/officeDocument/2006/relationships/notesMaster" Target="/ppt/notesMasters/notesMaster1.xml" Id="R374ea2beb5da4b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17170d41de4ca0" /><Relationship Type="http://schemas.openxmlformats.org/officeDocument/2006/relationships/notesMaster" Target="/ppt/notesMasters/notesMaster1.xml" Id="Rc5108aaee4ae4b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d21395a91b4c03" /><Relationship Type="http://schemas.openxmlformats.org/officeDocument/2006/relationships/notesMaster" Target="/ppt/notesMasters/notesMaster1.xml" Id="Rfed5c277e58d43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6e8be27cd04c5b" /><Relationship Type="http://schemas.openxmlformats.org/officeDocument/2006/relationships/notesMaster" Target="/ppt/notesMasters/notesMaster1.xml" Id="R3bca296343144b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2367df0a754569" /><Relationship Type="http://schemas.openxmlformats.org/officeDocument/2006/relationships/notesMaster" Target="/ppt/notesMasters/notesMaster1.xml" Id="Rf1ec0ab0038146a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0d0233cab44368" /><Relationship Type="http://schemas.openxmlformats.org/officeDocument/2006/relationships/notesMaster" Target="/ppt/notesMasters/notesMaster1.xml" Id="R8134b199a2714c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783405b75b46b9" /><Relationship Type="http://schemas.openxmlformats.org/officeDocument/2006/relationships/notesMaster" Target="/ppt/notesMasters/notesMaster1.xml" Id="R0841ee1ff1bf4b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8ab44509b549b2" /><Relationship Type="http://schemas.openxmlformats.org/officeDocument/2006/relationships/notesMaster" Target="/ppt/notesMasters/notesMaster1.xml" Id="R992fb5f17eed45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6f6b9d53554019" /><Relationship Type="http://schemas.openxmlformats.org/officeDocument/2006/relationships/notesMaster" Target="/ppt/notesMasters/notesMaster1.xml" Id="R27204748b225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p2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p3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p4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p5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p6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p7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p8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p9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p10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p11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p12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p13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p14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p15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p16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p17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p18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p19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p20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p21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p22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p23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experiments/gray-structure-coverage-20260926/artifacts/state.json · p24</a:t>
            </a:r>
            <a:endParaRPr/>
          </a:p>
          <a:p xmlns:a="http://schemas.openxmlformats.org/drawingml/2006/main">
            <a:r>
              <a:t>- 区域沿用 composition.regions；保留内容归属，制作说明转为本页图示</a:t>
            </a:r>
            <a:endParaRPr/>
          </a:p>
          <a:p xmlns:a="http://schemas.openxmlformats.org/drawingml/2006/main">
            <a:r>
              <a:t>- 模拟内容，人工验收 pending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0e57e90994b72" /><Relationship Type="http://schemas.openxmlformats.org/officeDocument/2006/relationships/image" Target="/ppt/media/image.jpeg" Id="R40f50c9b631b4d01" /><Relationship Type="http://schemas.openxmlformats.org/officeDocument/2006/relationships/image" Target="/ppt/media/image.png" Id="R606ef3c8b58049c7" /><Relationship Type="http://schemas.openxmlformats.org/officeDocument/2006/relationships/image" Target="/ppt/media/image2.png" Id="R20d402624fd440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98c84d27e48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217750b6049f6" /><Relationship Type="http://schemas.openxmlformats.org/officeDocument/2006/relationships/image" Target="/ppt/media/image3.png" Id="R1bdb804af3b240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61f255fae4534" /><Relationship Type="http://schemas.openxmlformats.org/officeDocument/2006/relationships/image" Target="/ppt/media/image4.png" Id="R7efe745ac25b4e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5309a5faf40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c321767fd42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587d7512f4a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37129cbf74a7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66306c4124c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b3e710837492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80fa51ab848f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665e861487463d" /><Relationship Type="http://schemas.openxmlformats.org/officeDocument/2006/relationships/image" Target="/ppt/media/image5.png" Id="R60ccc8bd1ab8441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f1dc0ab407492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734fea9cd6420a" /><Relationship Type="http://schemas.openxmlformats.org/officeDocument/2006/relationships/image" Target="/ppt/media/image5.png" Id="R4d1536032c474d3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b1c5d5cf7d74e5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50c9b631b4d0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f3c8b58049c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402624fd440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b804af3b240b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e745ac25b4e5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cc8bd1ab8441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536032c474d3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0d0b343a14d38" /><Relationship Type="http://schemas.openxmlformats.org/officeDocument/2006/relationships/slideLayout" Target="/ppt/slideLayouts/slideLayout1.xml" Id="R2bb7d850b5a145dd" /><Relationship Type="http://schemas.openxmlformats.org/officeDocument/2006/relationships/slideLayout" Target="/ppt/slideLayouts/slideLayout2.xml" Id="Reb5f95b5bfb64e44" /><Relationship Type="http://schemas.openxmlformats.org/officeDocument/2006/relationships/slideLayout" Target="/ppt/slideLayouts/slideLayout3.xml" Id="R06bcd108c5044767" /><Relationship Type="http://schemas.openxmlformats.org/officeDocument/2006/relationships/slideLayout" Target="/ppt/slideLayouts/slideLayout4.xml" Id="R1df18b03039b40da" /><Relationship Type="http://schemas.openxmlformats.org/officeDocument/2006/relationships/slideLayout" Target="/ppt/slideLayouts/slideLayout5.xml" Id="R0e716a59f52a47c7" /><Relationship Type="http://schemas.openxmlformats.org/officeDocument/2006/relationships/slideLayout" Target="/ppt/slideLayouts/slideLayout6.xml" Id="R3d7b702fe0fd48a7" /><Relationship Type="http://schemas.openxmlformats.org/officeDocument/2006/relationships/slideLayout" Target="/ppt/slideLayouts/slideLayout7.xml" Id="R3dd5763c7c0848b6" /><Relationship Type="http://schemas.openxmlformats.org/officeDocument/2006/relationships/slideLayout" Target="/ppt/slideLayouts/slideLayout8.xml" Id="R1542e351a68f4fbc" /><Relationship Type="http://schemas.openxmlformats.org/officeDocument/2006/relationships/slideLayout" Target="/ppt/slideLayouts/slideLayout9.xml" Id="Racc0ff6adf614e7b" /><Relationship Type="http://schemas.openxmlformats.org/officeDocument/2006/relationships/slideLayout" Target="/ppt/slideLayouts/slideLayout10.xml" Id="R731fd74e513445a0" /><Relationship Type="http://schemas.openxmlformats.org/officeDocument/2006/relationships/slideLayout" Target="/ppt/slideLayouts/slideLayout11.xml" Id="R7675e80caeaa4ce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f128e1e9d2b4ab6" /><Relationship Type="http://schemas.openxmlformats.org/officeDocument/2006/relationships/slideLayout" Target="/ppt/slideLayouts/slideLayout12.xml" Id="R8a79f6ffc4e54d9c" /><Relationship Type="http://schemas.openxmlformats.org/officeDocument/2006/relationships/slideLayout" Target="/ppt/slideLayouts/slideLayout13.xml" Id="R0886996b8d764ea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facbadf70e341ad" /><Relationship Type="http://schemas.openxmlformats.org/officeDocument/2006/relationships/slideLayout" Target="/ppt/slideLayouts/slideLayout14.xml" Id="Rf4ea15454e624431" /><Relationship Type="http://schemas.openxmlformats.org/officeDocument/2006/relationships/slideLayout" Target="/ppt/slideLayouts/slideLayout15.xml" Id="Rd1cc9fe106394c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7d850b5a145dd"/>
    <p:sldLayoutId xmlns:r="http://schemas.openxmlformats.org/officeDocument/2006/relationships" id="2147483650" r:id="Reb5f95b5bfb64e44"/>
    <p:sldLayoutId xmlns:r="http://schemas.openxmlformats.org/officeDocument/2006/relationships" id="2147483651" r:id="R06bcd108c5044767"/>
    <p:sldLayoutId xmlns:r="http://schemas.openxmlformats.org/officeDocument/2006/relationships" id="2147483652" r:id="R1df18b03039b40da"/>
    <p:sldLayoutId xmlns:r="http://schemas.openxmlformats.org/officeDocument/2006/relationships" id="2147483653" r:id="R0e716a59f52a47c7"/>
    <p:sldLayoutId xmlns:r="http://schemas.openxmlformats.org/officeDocument/2006/relationships" id="2147483654" r:id="R3d7b702fe0fd48a7"/>
    <p:sldLayoutId xmlns:r="http://schemas.openxmlformats.org/officeDocument/2006/relationships" id="2147483655" r:id="R3dd5763c7c0848b6"/>
    <p:sldLayoutId xmlns:r="http://schemas.openxmlformats.org/officeDocument/2006/relationships" id="2147483656" r:id="R1542e351a68f4fbc"/>
    <p:sldLayoutId xmlns:r="http://schemas.openxmlformats.org/officeDocument/2006/relationships" id="2147483657" r:id="Racc0ff6adf614e7b"/>
    <p:sldLayoutId xmlns:r="http://schemas.openxmlformats.org/officeDocument/2006/relationships" id="2147483658" r:id="R731fd74e513445a0"/>
    <p:sldLayoutId xmlns:r="http://schemas.openxmlformats.org/officeDocument/2006/relationships" id="2147483659" r:id="R7675e80caeaa4ce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a79f6ffc4e54d9c"/>
    <p:sldLayoutId xmlns:r="http://schemas.openxmlformats.org/officeDocument/2006/relationships" id="2147483662" r:id="R0886996b8d764ea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4ea15454e624431"/>
    <p:sldLayoutId xmlns:r="http://schemas.openxmlformats.org/officeDocument/2006/relationships" id="2147483665" r:id="Rd1cc9fe106394cc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fcd6aaa1494948" /><Relationship Type="http://schemas.openxmlformats.org/officeDocument/2006/relationships/notesSlide" Target="/ppt/notesSlides/notesSlide1.xml" Id="R32f3e41f0c3e4f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4a81a783334c06" /><Relationship Type="http://schemas.openxmlformats.org/officeDocument/2006/relationships/notesSlide" Target="/ppt/notesSlides/notesSlide2.xml" Id="R769a53e9e0c24a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00d40e733048f3" /><Relationship Type="http://schemas.openxmlformats.org/officeDocument/2006/relationships/notesSlide" Target="/ppt/notesSlides/notesSlide3.xml" Id="Ra0316efec82b4d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6eee15976f4ea0" /><Relationship Type="http://schemas.openxmlformats.org/officeDocument/2006/relationships/notesSlide" Target="/ppt/notesSlides/notesSlide4.xml" Id="Raa44a186305e46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c81b2d09884de6" /><Relationship Type="http://schemas.openxmlformats.org/officeDocument/2006/relationships/notesSlide" Target="/ppt/notesSlides/notesSlide5.xml" Id="R6ee584a34d8546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a25f56da9c4103" /><Relationship Type="http://schemas.openxmlformats.org/officeDocument/2006/relationships/notesSlide" Target="/ppt/notesSlides/notesSlide6.xml" Id="R5039106f38b247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eb5249d4fa435e" /><Relationship Type="http://schemas.openxmlformats.org/officeDocument/2006/relationships/notesSlide" Target="/ppt/notesSlides/notesSlide7.xml" Id="Rac8e44d0dca64f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d3d14f3e824c03" /><Relationship Type="http://schemas.openxmlformats.org/officeDocument/2006/relationships/notesSlide" Target="/ppt/notesSlides/notesSlide8.xml" Id="R8387d23e434e49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e2eefc55934075" /><Relationship Type="http://schemas.openxmlformats.org/officeDocument/2006/relationships/notesSlide" Target="/ppt/notesSlides/notesSlide9.xml" Id="R99f0d374bf0141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562fbb25e644b3" /><Relationship Type="http://schemas.openxmlformats.org/officeDocument/2006/relationships/notesSlide" Target="/ppt/notesSlides/notesSlide10.xml" Id="R2c8417a66a794c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713ab4276d4e38" /><Relationship Type="http://schemas.openxmlformats.org/officeDocument/2006/relationships/notesSlide" Target="/ppt/notesSlides/notesSlide11.xml" Id="Rfd2402c585b445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a21f1f43b64fd4" /><Relationship Type="http://schemas.openxmlformats.org/officeDocument/2006/relationships/notesSlide" Target="/ppt/notesSlides/notesSlide12.xml" Id="R12562e4bf07c41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391588a72146c2" /><Relationship Type="http://schemas.openxmlformats.org/officeDocument/2006/relationships/notesSlide" Target="/ppt/notesSlides/notesSlide13.xml" Id="R00b48aca405047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058ea2200445bc" /><Relationship Type="http://schemas.openxmlformats.org/officeDocument/2006/relationships/notesSlide" Target="/ppt/notesSlides/notesSlide14.xml" Id="Rde749356f76648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29cccb48d940a1" /><Relationship Type="http://schemas.openxmlformats.org/officeDocument/2006/relationships/notesSlide" Target="/ppt/notesSlides/notesSlide15.xml" Id="R9016b96574dd4e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607e8b8d914dc8" /><Relationship Type="http://schemas.openxmlformats.org/officeDocument/2006/relationships/notesSlide" Target="/ppt/notesSlides/notesSlide16.xml" Id="R0d9338b874d544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28f13c643246d6" /><Relationship Type="http://schemas.openxmlformats.org/officeDocument/2006/relationships/notesSlide" Target="/ppt/notesSlides/notesSlide17.xml" Id="Rbf71ca03fc1f46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257b6d1bcc43f8" /><Relationship Type="http://schemas.openxmlformats.org/officeDocument/2006/relationships/notesSlide" Target="/ppt/notesSlides/notesSlide18.xml" Id="R1183274d0ded41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c900ad1a394f0c" /><Relationship Type="http://schemas.openxmlformats.org/officeDocument/2006/relationships/notesSlide" Target="/ppt/notesSlides/notesSlide19.xml" Id="Rc7d3dde5cb4045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6461ddbbd14a98" /><Relationship Type="http://schemas.openxmlformats.org/officeDocument/2006/relationships/notesSlide" Target="/ppt/notesSlides/notesSlide20.xml" Id="R4ebec1d012aa44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c1e64a78b84ca0" /><Relationship Type="http://schemas.openxmlformats.org/officeDocument/2006/relationships/notesSlide" Target="/ppt/notesSlides/notesSlide21.xml" Id="R92bb6e2028754d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24b61290fd438c" /><Relationship Type="http://schemas.openxmlformats.org/officeDocument/2006/relationships/chart" Target="/ppt/slides/charts/chart1.xml" Id="R5901e2a7643a47b9" /><Relationship Type="http://schemas.openxmlformats.org/officeDocument/2006/relationships/notesSlide" Target="/ppt/notesSlides/notesSlide22.xml" Id="R750f40b4797741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eee784297e4fa8" /><Relationship Type="http://schemas.openxmlformats.org/officeDocument/2006/relationships/notesSlide" Target="/ppt/notesSlides/notesSlide23.xml" Id="R37750242511042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5a7f4f7f2448e9" /><Relationship Type="http://schemas.openxmlformats.org/officeDocument/2006/relationships/notesSlide" Target="/ppt/notesSlides/notesSlide24.xml" Id="Rda51f0b545d24cc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82E4D"/>
                </a:solidFill>
              </a:rPr>
              <a:t>模拟数据 · 分钟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E4D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平均等待时间（分钟）</c:v>
          </c:tx>
          <c:spPr>
            <a:solidFill xmlns:a="http://schemas.openxmlformats.org/drawingml/2006/main">
              <a:srgbClr val="315EA4"/>
            </a:solidFill>
          </c:spPr>
          <c:cat>
            <c:strLit>
              <c:ptCount val="3"/>
              <c:pt idx="0">
                <c:v>第一期</c:v>
              </c:pt>
              <c:pt idx="1">
                <c:v>第二期</c:v>
              </c:pt>
              <c:pt idx="2">
                <c:v>第三期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10</c:v>
              </c:pt>
              <c:pt idx="2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分钟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先核验信息，再决定是否扩大试点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A925B-5129-42D6-A25B-19B40B31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-357">
            <a:extLst xmlns:a="http://schemas.openxmlformats.org/drawingml/2006/main">
              <a:ext uri="{FF2B5EF4-FFF2-40B4-BE49-F238E27FC236}">
                <a16:creationId xmlns:a16="http://schemas.microsoft.com/office/drawing/2014/main" id="{235FC4F1-698C-45A6-BF80-93DEA70D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判断与依据</a:t>
            </a:r>
          </a:p>
        </p:txBody>
      </p:sp>
      <p:sp>
        <p:nvSpPr>
          <p:cNvPr id="17" name="copy-1-358">
            <a:extLst xmlns:a="http://schemas.openxmlformats.org/drawingml/2006/main">
              <a:ext uri="{FF2B5EF4-FFF2-40B4-BE49-F238E27FC236}">
                <a16:creationId xmlns:a16="http://schemas.microsoft.com/office/drawing/2014/main" id="{CDB6419F-834B-4C9F-9464-E6B90F2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模拟访谈显示办理入口难找，但样本只覆盖试点部门。当前建议先改进入口，再观察是否值得扩大覆盖。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B2344-AEEA-4A7D-A208-16913BFB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1321" y="2951798"/>
            <a:ext cx="1083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B1D2D-620C-459F-B3B1-4D40C106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20035" y="2951798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BA69D-8393-408D-92A3-99851A41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20035" y="2910699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11CA4-8E63-43A4-B8FC-1BA1362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1321" y="3999548"/>
            <a:ext cx="1083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DC2F8-E3C6-4B6C-9E5F-1D7382B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20035" y="3999548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4BE36-EEC8-4541-AF59-1A085882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20035" y="3958449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FAF2B-15AE-479D-8B2D-59B3E40E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129" y="2951798"/>
            <a:ext cx="1409128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15C38-2D23-46EF-AFF5-9C2FD888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829573" y="3456623"/>
            <a:ext cx="84684" cy="133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996BC-F567-466E-B4A0-90CC9B20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857295" y="3392559"/>
            <a:ext cx="56962" cy="64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E48FE-4EDE-457A-B14C-26E3C5C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05129" y="3456623"/>
            <a:ext cx="1409128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98BED-D1B4-4785-AAFA-109A885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858833" y="3456623"/>
            <a:ext cx="55424" cy="65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22267-C015-4BE7-9A6D-BFDACF3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829280" y="3445319"/>
            <a:ext cx="84977" cy="11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821AE-015F-4496-AEA4-C0FD4F5A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5573"/>
            <a:ext cx="3035046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1" name="copy-1-359">
            <a:extLst xmlns:a="http://schemas.openxmlformats.org/drawingml/2006/main">
              <a:ext uri="{FF2B5EF4-FFF2-40B4-BE49-F238E27FC236}">
                <a16:creationId xmlns:a16="http://schemas.microsoft.com/office/drawing/2014/main" id="{3FCEDFA6-2223-4AC8-BE87-7D3426C4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23198"/>
            <a:ext cx="284454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访谈记录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92059-8278-42B9-AAEC-25BD1D0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3323"/>
            <a:ext cx="3035046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3" name="copy-1-360">
            <a:extLst xmlns:a="http://schemas.openxmlformats.org/drawingml/2006/main">
              <a:ext uri="{FF2B5EF4-FFF2-40B4-BE49-F238E27FC236}">
                <a16:creationId xmlns:a16="http://schemas.microsoft.com/office/drawing/2014/main" id="{6A947CE7-2D73-4020-AEDF-80C38212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70948"/>
            <a:ext cx="284454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流程记录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1DB75-FDA3-42B4-A8AF-A8168041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266" y="2675573"/>
            <a:ext cx="2709863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5" name="copy-1-361">
            <a:extLst xmlns:a="http://schemas.openxmlformats.org/drawingml/2006/main">
              <a:ext uri="{FF2B5EF4-FFF2-40B4-BE49-F238E27FC236}">
                <a16:creationId xmlns:a16="http://schemas.microsoft.com/office/drawing/2014/main" id="{B02D2F23-4AE6-46E9-A4E3-53A471B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2723198"/>
            <a:ext cx="25193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入口难找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D8921C-6760-4063-B2A0-8023BA7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266" y="3723323"/>
            <a:ext cx="2709863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7" name="copy-1-362">
            <a:extLst xmlns:a="http://schemas.openxmlformats.org/drawingml/2006/main">
              <a:ext uri="{FF2B5EF4-FFF2-40B4-BE49-F238E27FC236}">
                <a16:creationId xmlns:a16="http://schemas.microsoft.com/office/drawing/2014/main" id="{9F706B84-9F2C-4D62-A05E-C67A322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3770948"/>
            <a:ext cx="25193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交接等待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E99AD4-F3FC-4763-8B51-D17EE1B5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257" y="3170873"/>
            <a:ext cx="2601468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9" name="copy-1-363">
            <a:extLst xmlns:a="http://schemas.openxmlformats.org/drawingml/2006/main">
              <a:ext uri="{FF2B5EF4-FFF2-40B4-BE49-F238E27FC236}">
                <a16:creationId xmlns:a16="http://schemas.microsoft.com/office/drawing/2014/main" id="{A9C4ECE5-D291-4241-AAEB-4C0B997C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507" y="3218498"/>
            <a:ext cx="241096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先修复试点</a:t>
            </a:r>
          </a:p>
        </p:txBody>
      </p:sp>
      <p:sp>
        <p:nvSpPr>
          <p:cNvPr id="40" name="copy-1-364">
            <a:extLst xmlns:a="http://schemas.openxmlformats.org/drawingml/2006/main">
              <a:ext uri="{FF2B5EF4-FFF2-40B4-BE49-F238E27FC236}">
                <a16:creationId xmlns:a16="http://schemas.microsoft.com/office/drawing/2014/main" id="{70E7D791-D4AA-4089-B5FE-844F58F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35002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扩大范围仍需其他部门的记录支持；本轮材料不能证明所有部门都存在同样问题。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两种方案应在同一口径下比较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7CB8E-E344-4A74-9D73-53B6A4A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2-365">
            <a:extLst xmlns:a="http://schemas.openxmlformats.org/drawingml/2006/main">
              <a:ext uri="{FF2B5EF4-FFF2-40B4-BE49-F238E27FC236}">
                <a16:creationId xmlns:a16="http://schemas.microsoft.com/office/drawing/2014/main" id="{D466A608-5F2C-4CDF-A7B6-D615EDB4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轻量接入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1CE80-541C-4DAC-B88B-E23BC54A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18" name="copy-2-366">
            <a:extLst xmlns:a="http://schemas.openxmlformats.org/drawingml/2006/main">
              <a:ext uri="{FF2B5EF4-FFF2-40B4-BE49-F238E27FC236}">
                <a16:creationId xmlns:a16="http://schemas.microsoft.com/office/drawing/2014/main" id="{B52A887B-CB14-4982-86DD-7B4A3EDA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5265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A8A76-EC70-402D-AA66-88616303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207645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0" name="copy-2-367">
            <a:extLst xmlns:a="http://schemas.openxmlformats.org/drawingml/2006/main">
              <a:ext uri="{FF2B5EF4-FFF2-40B4-BE49-F238E27FC236}">
                <a16:creationId xmlns:a16="http://schemas.microsoft.com/office/drawing/2014/main" id="{2C5B6BF4-8F92-4893-9F64-DFB2631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15265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方案特点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75299-EB4F-4157-B1A3-F2749095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8607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2" name="copy-2-368">
            <a:extLst xmlns:a="http://schemas.openxmlformats.org/drawingml/2006/main">
              <a:ext uri="{FF2B5EF4-FFF2-40B4-BE49-F238E27FC236}">
                <a16:creationId xmlns:a16="http://schemas.microsoft.com/office/drawing/2014/main" id="{448B9E50-4F6F-43FA-A609-54F4329F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启动投入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7EB72-A975-4AA9-ADC8-E67EA4A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288607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4" name="copy-2-369">
            <a:extLst xmlns:a="http://schemas.openxmlformats.org/drawingml/2006/main">
              <a:ext uri="{FF2B5EF4-FFF2-40B4-BE49-F238E27FC236}">
                <a16:creationId xmlns:a16="http://schemas.microsoft.com/office/drawing/2014/main" id="{96A040E2-1D86-4E6F-A5D5-45DE8DDF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96227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启动投入低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A111E-0C99-44DB-BAA9-56E584F0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9570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6" name="copy-2-370">
            <a:extLst xmlns:a="http://schemas.openxmlformats.org/drawingml/2006/main">
              <a:ext uri="{FF2B5EF4-FFF2-40B4-BE49-F238E27FC236}">
                <a16:creationId xmlns:a16="http://schemas.microsoft.com/office/drawing/2014/main" id="{3E76223D-09D6-42C5-8124-C70BF5EE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7190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维护方式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ACF00-6228-4886-90B9-6E0EB26C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369570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8" name="copy-2-371">
            <a:extLst xmlns:a="http://schemas.openxmlformats.org/drawingml/2006/main">
              <a:ext uri="{FF2B5EF4-FFF2-40B4-BE49-F238E27FC236}">
                <a16:creationId xmlns:a16="http://schemas.microsoft.com/office/drawing/2014/main" id="{CDAF809A-333A-434A-8BB7-A08E125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377190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依赖原系统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D4FA4-883D-4D18-9D8D-BEA84D4A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0532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0" name="copy-2-372">
            <a:extLst xmlns:a="http://schemas.openxmlformats.org/drawingml/2006/main">
              <a:ext uri="{FF2B5EF4-FFF2-40B4-BE49-F238E27FC236}">
                <a16:creationId xmlns:a16="http://schemas.microsoft.com/office/drawing/2014/main" id="{3252DF4B-D8C1-4D40-A29C-AF4FCA55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扩展能力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B562E-4013-4CFF-B78F-9381180B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31" y="450532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2" name="copy-2-373">
            <a:extLst xmlns:a="http://schemas.openxmlformats.org/drawingml/2006/main">
              <a:ext uri="{FF2B5EF4-FFF2-40B4-BE49-F238E27FC236}">
                <a16:creationId xmlns:a16="http://schemas.microsoft.com/office/drawing/2014/main" id="{F05A0A0F-2EAD-432D-A56F-C2FC0D4D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458152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受现有接口约束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48BA8-0924-4B89-A575-651DF14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4" name="copy-2-374">
            <a:extLst xmlns:a="http://schemas.openxmlformats.org/drawingml/2006/main">
              <a:ext uri="{FF2B5EF4-FFF2-40B4-BE49-F238E27FC236}">
                <a16:creationId xmlns:a16="http://schemas.microsoft.com/office/drawing/2014/main" id="{F5AD9035-2F3F-4833-9256-103EA2AA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统一平台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DBFBC1-793C-4AF1-B22B-2B9FC8EA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6" name="copy-2-375">
            <a:extLst xmlns:a="http://schemas.openxmlformats.org/drawingml/2006/main">
              <a:ext uri="{FF2B5EF4-FFF2-40B4-BE49-F238E27FC236}">
                <a16:creationId xmlns:a16="http://schemas.microsoft.com/office/drawing/2014/main" id="{255C2356-DA15-495D-B408-1890480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C1709D-D331-4893-B476-1272694D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207645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8" name="copy-2-376">
            <a:extLst xmlns:a="http://schemas.openxmlformats.org/drawingml/2006/main">
              <a:ext uri="{FF2B5EF4-FFF2-40B4-BE49-F238E27FC236}">
                <a16:creationId xmlns:a16="http://schemas.microsoft.com/office/drawing/2014/main" id="{21A723C6-5788-4F43-907D-36BD4B3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215265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方案特点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06D323-428F-4BA9-919B-3B8DF485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8607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0" name="copy-2-377">
            <a:extLst xmlns:a="http://schemas.openxmlformats.org/drawingml/2006/main">
              <a:ext uri="{FF2B5EF4-FFF2-40B4-BE49-F238E27FC236}">
                <a16:creationId xmlns:a16="http://schemas.microsoft.com/office/drawing/2014/main" id="{80B055DE-FF0E-4D0E-BFDB-BD0920EF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6227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启动投入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03C4E-64A0-433A-A30C-DB13CC0F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288607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2" name="copy-2-378">
            <a:extLst xmlns:a="http://schemas.openxmlformats.org/drawingml/2006/main">
              <a:ext uri="{FF2B5EF4-FFF2-40B4-BE49-F238E27FC236}">
                <a16:creationId xmlns:a16="http://schemas.microsoft.com/office/drawing/2014/main" id="{140444D8-D523-4943-97E1-9CA56206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296227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启动投入高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5B5875-626D-4A60-BA34-02FB524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4" name="copy-2-379">
            <a:extLst xmlns:a="http://schemas.openxmlformats.org/drawingml/2006/main">
              <a:ext uri="{FF2B5EF4-FFF2-40B4-BE49-F238E27FC236}">
                <a16:creationId xmlns:a16="http://schemas.microsoft.com/office/drawing/2014/main" id="{8A06A7B1-CFAD-4928-A2BA-5387AB32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维护方式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BCA9D0-0AA0-49BE-999D-8238FC25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3695700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6" name="copy-2-380">
            <a:extLst xmlns:a="http://schemas.openxmlformats.org/drawingml/2006/main">
              <a:ext uri="{FF2B5EF4-FFF2-40B4-BE49-F238E27FC236}">
                <a16:creationId xmlns:a16="http://schemas.microsoft.com/office/drawing/2014/main" id="{E87D3466-634A-4ACB-9CD2-A769D44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3771900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需要专职维护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4FE700-2381-48D7-91F7-514BA5A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05325"/>
            <a:ext cx="1288256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8" name="copy-2-381">
            <a:extLst xmlns:a="http://schemas.openxmlformats.org/drawingml/2006/main">
              <a:ext uri="{FF2B5EF4-FFF2-40B4-BE49-F238E27FC236}">
                <a16:creationId xmlns:a16="http://schemas.microsoft.com/office/drawing/2014/main" id="{83EB52F4-1711-4385-B94B-394A6A31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81525"/>
            <a:ext cx="1059656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扩展能力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D60FA8-7C94-4612-A241-7D5603A9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4505325"/>
            <a:ext cx="3864769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50" name="copy-2-382">
            <a:extLst xmlns:a="http://schemas.openxmlformats.org/drawingml/2006/main">
              <a:ext uri="{FF2B5EF4-FFF2-40B4-BE49-F238E27FC236}">
                <a16:creationId xmlns:a16="http://schemas.microsoft.com/office/drawing/2014/main" id="{62835559-4427-486A-865E-85C8F26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256" y="4581525"/>
            <a:ext cx="3636169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更便于跨系统协作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交接确认后再进入下一处理环节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BDAEB-4FCD-4007-A642-AC817B5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3-383">
            <a:extLst xmlns:a="http://schemas.openxmlformats.org/drawingml/2006/main">
              <a:ext uri="{FF2B5EF4-FFF2-40B4-BE49-F238E27FC236}">
                <a16:creationId xmlns:a16="http://schemas.microsoft.com/office/drawing/2014/main" id="{0E474815-89BD-4ECE-9106-52CCC08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办理路径</a:t>
            </a:r>
          </a:p>
        </p:txBody>
      </p:sp>
      <p:sp>
        <p:nvSpPr>
          <p:cNvPr id="17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E5FF2E6E-285E-4733-96E2-3583AD0B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6426" y="2699014"/>
            <a:ext cx="4271429" cy="159382"/>
          </a:xfrm>
          <a:custGeom xmlns:a="http://schemas.openxmlformats.org/drawingml/2006/main">
            <a:pathLst>
              <a:path w="4271429" h="159382">
                <a:moveTo>
                  <a:pt x="0" y="28727"/>
                </a:moveTo>
                <a:lnTo>
                  <a:pt x="24717" y="9896"/>
                </a:lnTo>
                <a:lnTo>
                  <a:pt x="61179" y="9896"/>
                </a:lnTo>
                <a:lnTo>
                  <a:pt x="97631" y="9896"/>
                </a:lnTo>
                <a:lnTo>
                  <a:pt x="134093" y="9896"/>
                </a:lnTo>
                <a:lnTo>
                  <a:pt x="170555" y="9896"/>
                </a:lnTo>
                <a:lnTo>
                  <a:pt x="207007" y="9896"/>
                </a:lnTo>
                <a:lnTo>
                  <a:pt x="243469" y="9896"/>
                </a:lnTo>
                <a:lnTo>
                  <a:pt x="279930" y="9896"/>
                </a:lnTo>
                <a:lnTo>
                  <a:pt x="316382" y="9896"/>
                </a:lnTo>
                <a:lnTo>
                  <a:pt x="352844" y="9896"/>
                </a:lnTo>
                <a:lnTo>
                  <a:pt x="389306" y="9896"/>
                </a:lnTo>
                <a:lnTo>
                  <a:pt x="425758" y="9896"/>
                </a:lnTo>
                <a:lnTo>
                  <a:pt x="462220" y="9896"/>
                </a:lnTo>
                <a:lnTo>
                  <a:pt x="498681" y="9896"/>
                </a:lnTo>
                <a:lnTo>
                  <a:pt x="535134" y="9896"/>
                </a:lnTo>
                <a:lnTo>
                  <a:pt x="571595" y="9896"/>
                </a:lnTo>
                <a:lnTo>
                  <a:pt x="608057" y="9896"/>
                </a:lnTo>
                <a:lnTo>
                  <a:pt x="644509" y="9896"/>
                </a:lnTo>
                <a:lnTo>
                  <a:pt x="680971" y="9896"/>
                </a:lnTo>
                <a:lnTo>
                  <a:pt x="717433" y="9896"/>
                </a:lnTo>
                <a:lnTo>
                  <a:pt x="753885" y="9896"/>
                </a:lnTo>
                <a:lnTo>
                  <a:pt x="790346" y="9896"/>
                </a:lnTo>
                <a:lnTo>
                  <a:pt x="826799" y="9896"/>
                </a:lnTo>
                <a:lnTo>
                  <a:pt x="863260" y="9896"/>
                </a:lnTo>
                <a:lnTo>
                  <a:pt x="899722" y="9896"/>
                </a:lnTo>
                <a:lnTo>
                  <a:pt x="936174" y="9896"/>
                </a:lnTo>
                <a:lnTo>
                  <a:pt x="972636" y="9896"/>
                </a:lnTo>
                <a:lnTo>
                  <a:pt x="1009098" y="9896"/>
                </a:lnTo>
                <a:lnTo>
                  <a:pt x="1045550" y="9896"/>
                </a:lnTo>
                <a:lnTo>
                  <a:pt x="1082011" y="9896"/>
                </a:lnTo>
                <a:lnTo>
                  <a:pt x="1118473" y="9896"/>
                </a:lnTo>
                <a:lnTo>
                  <a:pt x="1154925" y="9896"/>
                </a:lnTo>
                <a:lnTo>
                  <a:pt x="1191387" y="9896"/>
                </a:lnTo>
                <a:lnTo>
                  <a:pt x="1227849" y="9896"/>
                </a:lnTo>
                <a:lnTo>
                  <a:pt x="1264301" y="9896"/>
                </a:lnTo>
                <a:lnTo>
                  <a:pt x="1300763" y="9896"/>
                </a:lnTo>
                <a:lnTo>
                  <a:pt x="1337224" y="9896"/>
                </a:lnTo>
                <a:lnTo>
                  <a:pt x="1373676" y="9896"/>
                </a:lnTo>
                <a:lnTo>
                  <a:pt x="1410138" y="9896"/>
                </a:lnTo>
                <a:lnTo>
                  <a:pt x="1446600" y="9896"/>
                </a:lnTo>
                <a:lnTo>
                  <a:pt x="1483052" y="9896"/>
                </a:lnTo>
                <a:lnTo>
                  <a:pt x="1519514" y="9896"/>
                </a:lnTo>
                <a:lnTo>
                  <a:pt x="1555975" y="9896"/>
                </a:lnTo>
                <a:lnTo>
                  <a:pt x="1592428" y="9896"/>
                </a:lnTo>
                <a:lnTo>
                  <a:pt x="1628889" y="9896"/>
                </a:lnTo>
                <a:lnTo>
                  <a:pt x="1665351" y="9896"/>
                </a:lnTo>
                <a:lnTo>
                  <a:pt x="1701803" y="9896"/>
                </a:lnTo>
                <a:lnTo>
                  <a:pt x="1738265" y="9896"/>
                </a:lnTo>
                <a:lnTo>
                  <a:pt x="1774727" y="9896"/>
                </a:lnTo>
                <a:lnTo>
                  <a:pt x="1811179" y="9896"/>
                </a:lnTo>
                <a:lnTo>
                  <a:pt x="1847640" y="9896"/>
                </a:lnTo>
                <a:lnTo>
                  <a:pt x="1884102" y="9896"/>
                </a:lnTo>
                <a:lnTo>
                  <a:pt x="1920554" y="9896"/>
                </a:lnTo>
                <a:lnTo>
                  <a:pt x="1957016" y="9896"/>
                </a:lnTo>
                <a:lnTo>
                  <a:pt x="1993478" y="9896"/>
                </a:lnTo>
                <a:lnTo>
                  <a:pt x="2029930" y="9896"/>
                </a:lnTo>
                <a:lnTo>
                  <a:pt x="2066392" y="9896"/>
                </a:lnTo>
                <a:lnTo>
                  <a:pt x="2102853" y="9896"/>
                </a:lnTo>
                <a:lnTo>
                  <a:pt x="2139305" y="9896"/>
                </a:lnTo>
                <a:lnTo>
                  <a:pt x="2175767" y="9896"/>
                </a:lnTo>
                <a:lnTo>
                  <a:pt x="2212229" y="9896"/>
                </a:lnTo>
                <a:lnTo>
                  <a:pt x="2248681" y="9896"/>
                </a:lnTo>
                <a:lnTo>
                  <a:pt x="2285143" y="9896"/>
                </a:lnTo>
                <a:lnTo>
                  <a:pt x="2321604" y="9896"/>
                </a:lnTo>
                <a:lnTo>
                  <a:pt x="2358057" y="9896"/>
                </a:lnTo>
                <a:lnTo>
                  <a:pt x="2394518" y="9896"/>
                </a:lnTo>
                <a:lnTo>
                  <a:pt x="2430980" y="9896"/>
                </a:lnTo>
                <a:lnTo>
                  <a:pt x="2467432" y="9896"/>
                </a:lnTo>
                <a:lnTo>
                  <a:pt x="2503894" y="9896"/>
                </a:lnTo>
                <a:lnTo>
                  <a:pt x="2540356" y="9896"/>
                </a:lnTo>
                <a:lnTo>
                  <a:pt x="2576808" y="9896"/>
                </a:lnTo>
                <a:lnTo>
                  <a:pt x="2613269" y="9896"/>
                </a:lnTo>
                <a:lnTo>
                  <a:pt x="2649731" y="9896"/>
                </a:lnTo>
                <a:lnTo>
                  <a:pt x="2686183" y="9896"/>
                </a:lnTo>
                <a:lnTo>
                  <a:pt x="2722645" y="9896"/>
                </a:lnTo>
                <a:lnTo>
                  <a:pt x="2759107" y="9896"/>
                </a:lnTo>
                <a:lnTo>
                  <a:pt x="2795559" y="9896"/>
                </a:lnTo>
                <a:lnTo>
                  <a:pt x="2832021" y="9896"/>
                </a:lnTo>
                <a:lnTo>
                  <a:pt x="2868473" y="9896"/>
                </a:lnTo>
                <a:lnTo>
                  <a:pt x="2904935" y="9896"/>
                </a:lnTo>
                <a:lnTo>
                  <a:pt x="2941396" y="9896"/>
                </a:lnTo>
                <a:lnTo>
                  <a:pt x="2977848" y="9896"/>
                </a:lnTo>
                <a:lnTo>
                  <a:pt x="3014310" y="9896"/>
                </a:lnTo>
                <a:lnTo>
                  <a:pt x="3050772" y="9896"/>
                </a:lnTo>
                <a:lnTo>
                  <a:pt x="3087224" y="9896"/>
                </a:lnTo>
                <a:lnTo>
                  <a:pt x="3123686" y="9896"/>
                </a:lnTo>
                <a:lnTo>
                  <a:pt x="3160147" y="9896"/>
                </a:lnTo>
                <a:lnTo>
                  <a:pt x="3196600" y="9896"/>
                </a:lnTo>
                <a:lnTo>
                  <a:pt x="3233061" y="9896"/>
                </a:lnTo>
                <a:lnTo>
                  <a:pt x="3269523" y="9896"/>
                </a:lnTo>
                <a:lnTo>
                  <a:pt x="3305975" y="9896"/>
                </a:lnTo>
                <a:lnTo>
                  <a:pt x="3342437" y="9896"/>
                </a:lnTo>
                <a:lnTo>
                  <a:pt x="3378899" y="9896"/>
                </a:lnTo>
                <a:lnTo>
                  <a:pt x="3415351" y="9896"/>
                </a:lnTo>
                <a:lnTo>
                  <a:pt x="3451812" y="9896"/>
                </a:lnTo>
                <a:lnTo>
                  <a:pt x="3488274" y="9896"/>
                </a:lnTo>
                <a:lnTo>
                  <a:pt x="3524726" y="9896"/>
                </a:lnTo>
                <a:lnTo>
                  <a:pt x="3561188" y="9896"/>
                </a:lnTo>
                <a:lnTo>
                  <a:pt x="3597650" y="9896"/>
                </a:lnTo>
                <a:lnTo>
                  <a:pt x="3634102" y="9896"/>
                </a:lnTo>
                <a:lnTo>
                  <a:pt x="3670564" y="9896"/>
                </a:lnTo>
                <a:lnTo>
                  <a:pt x="3707025" y="9896"/>
                </a:lnTo>
                <a:lnTo>
                  <a:pt x="3743477" y="9896"/>
                </a:lnTo>
                <a:lnTo>
                  <a:pt x="3779939" y="9896"/>
                </a:lnTo>
                <a:lnTo>
                  <a:pt x="3816401" y="9896"/>
                </a:lnTo>
                <a:lnTo>
                  <a:pt x="3852853" y="9896"/>
                </a:lnTo>
                <a:lnTo>
                  <a:pt x="3889315" y="9896"/>
                </a:lnTo>
                <a:lnTo>
                  <a:pt x="3925776" y="9896"/>
                </a:lnTo>
                <a:lnTo>
                  <a:pt x="3962229" y="9896"/>
                </a:lnTo>
                <a:lnTo>
                  <a:pt x="3998690" y="9896"/>
                </a:lnTo>
                <a:lnTo>
                  <a:pt x="4035152" y="9896"/>
                </a:lnTo>
                <a:lnTo>
                  <a:pt x="4064679" y="2972"/>
                </a:lnTo>
                <a:lnTo>
                  <a:pt x="4087539" y="0"/>
                </a:lnTo>
                <a:lnTo>
                  <a:pt x="4121487" y="13278"/>
                </a:lnTo>
                <a:lnTo>
                  <a:pt x="4155443" y="26565"/>
                </a:lnTo>
                <a:lnTo>
                  <a:pt x="4189390" y="39843"/>
                </a:lnTo>
                <a:lnTo>
                  <a:pt x="4223347" y="53130"/>
                </a:lnTo>
                <a:lnTo>
                  <a:pt x="4257294" y="66408"/>
                </a:lnTo>
                <a:lnTo>
                  <a:pt x="4271429" y="79696"/>
                </a:lnTo>
                <a:lnTo>
                  <a:pt x="4237482" y="92974"/>
                </a:lnTo>
                <a:lnTo>
                  <a:pt x="4203525" y="106261"/>
                </a:lnTo>
                <a:lnTo>
                  <a:pt x="4169578" y="119539"/>
                </a:lnTo>
                <a:lnTo>
                  <a:pt x="4135622" y="132817"/>
                </a:lnTo>
                <a:lnTo>
                  <a:pt x="4101675" y="146104"/>
                </a:lnTo>
                <a:lnTo>
                  <a:pt x="4067718" y="159382"/>
                </a:lnTo>
                <a:lnTo>
                  <a:pt x="4050325" y="141742"/>
                </a:lnTo>
                <a:lnTo>
                  <a:pt x="4013864" y="141742"/>
                </a:lnTo>
                <a:lnTo>
                  <a:pt x="3977411" y="141742"/>
                </a:lnTo>
                <a:lnTo>
                  <a:pt x="3940950" y="141742"/>
                </a:lnTo>
                <a:lnTo>
                  <a:pt x="3904488" y="141742"/>
                </a:lnTo>
                <a:lnTo>
                  <a:pt x="3868036" y="141742"/>
                </a:lnTo>
                <a:lnTo>
                  <a:pt x="3831574" y="141742"/>
                </a:lnTo>
                <a:lnTo>
                  <a:pt x="3795112" y="141742"/>
                </a:lnTo>
                <a:lnTo>
                  <a:pt x="3758660" y="141742"/>
                </a:lnTo>
                <a:lnTo>
                  <a:pt x="3722199" y="141742"/>
                </a:lnTo>
                <a:lnTo>
                  <a:pt x="3685737" y="141742"/>
                </a:lnTo>
                <a:lnTo>
                  <a:pt x="3649285" y="141742"/>
                </a:lnTo>
                <a:lnTo>
                  <a:pt x="3612823" y="141742"/>
                </a:lnTo>
                <a:lnTo>
                  <a:pt x="3576361" y="141742"/>
                </a:lnTo>
                <a:lnTo>
                  <a:pt x="3539909" y="141742"/>
                </a:lnTo>
                <a:lnTo>
                  <a:pt x="3503447" y="141742"/>
                </a:lnTo>
                <a:lnTo>
                  <a:pt x="3466986" y="141742"/>
                </a:lnTo>
                <a:lnTo>
                  <a:pt x="3430534" y="141742"/>
                </a:lnTo>
                <a:lnTo>
                  <a:pt x="3394072" y="141742"/>
                </a:lnTo>
                <a:lnTo>
                  <a:pt x="3357610" y="141742"/>
                </a:lnTo>
                <a:lnTo>
                  <a:pt x="3321158" y="141742"/>
                </a:lnTo>
                <a:lnTo>
                  <a:pt x="3284696" y="141742"/>
                </a:lnTo>
                <a:lnTo>
                  <a:pt x="3248235" y="141742"/>
                </a:lnTo>
                <a:lnTo>
                  <a:pt x="3211782" y="141742"/>
                </a:lnTo>
                <a:lnTo>
                  <a:pt x="3175321" y="141742"/>
                </a:lnTo>
                <a:lnTo>
                  <a:pt x="3138859" y="141742"/>
                </a:lnTo>
                <a:lnTo>
                  <a:pt x="3102407" y="141742"/>
                </a:lnTo>
                <a:lnTo>
                  <a:pt x="3065945" y="141742"/>
                </a:lnTo>
                <a:lnTo>
                  <a:pt x="3029483" y="141742"/>
                </a:lnTo>
                <a:lnTo>
                  <a:pt x="2993031" y="141742"/>
                </a:lnTo>
                <a:lnTo>
                  <a:pt x="2956570" y="141742"/>
                </a:lnTo>
                <a:lnTo>
                  <a:pt x="2920117" y="141742"/>
                </a:lnTo>
                <a:lnTo>
                  <a:pt x="2883656" y="141742"/>
                </a:lnTo>
                <a:lnTo>
                  <a:pt x="2847194" y="141742"/>
                </a:lnTo>
                <a:lnTo>
                  <a:pt x="2810732" y="141742"/>
                </a:lnTo>
                <a:lnTo>
                  <a:pt x="2774280" y="141742"/>
                </a:lnTo>
                <a:lnTo>
                  <a:pt x="2737818" y="141742"/>
                </a:lnTo>
                <a:lnTo>
                  <a:pt x="2701357" y="141742"/>
                </a:lnTo>
                <a:lnTo>
                  <a:pt x="2664904" y="141742"/>
                </a:lnTo>
                <a:lnTo>
                  <a:pt x="2628443" y="141742"/>
                </a:lnTo>
                <a:lnTo>
                  <a:pt x="2591991" y="141742"/>
                </a:lnTo>
                <a:lnTo>
                  <a:pt x="2555529" y="141742"/>
                </a:lnTo>
                <a:lnTo>
                  <a:pt x="2519067" y="141742"/>
                </a:lnTo>
                <a:lnTo>
                  <a:pt x="2482615" y="141742"/>
                </a:lnTo>
                <a:lnTo>
                  <a:pt x="2446153" y="141742"/>
                </a:lnTo>
                <a:lnTo>
                  <a:pt x="2409692" y="141742"/>
                </a:lnTo>
                <a:lnTo>
                  <a:pt x="2373239" y="141742"/>
                </a:lnTo>
                <a:lnTo>
                  <a:pt x="2336778" y="141742"/>
                </a:lnTo>
                <a:lnTo>
                  <a:pt x="2300316" y="141742"/>
                </a:lnTo>
                <a:lnTo>
                  <a:pt x="2263864" y="141742"/>
                </a:lnTo>
                <a:lnTo>
                  <a:pt x="2227402" y="141742"/>
                </a:lnTo>
                <a:lnTo>
                  <a:pt x="2190941" y="141742"/>
                </a:lnTo>
                <a:lnTo>
                  <a:pt x="2154488" y="141742"/>
                </a:lnTo>
                <a:lnTo>
                  <a:pt x="2118027" y="141742"/>
                </a:lnTo>
                <a:lnTo>
                  <a:pt x="2081565" y="141742"/>
                </a:lnTo>
                <a:lnTo>
                  <a:pt x="2045113" y="141742"/>
                </a:lnTo>
                <a:lnTo>
                  <a:pt x="2008651" y="141742"/>
                </a:lnTo>
                <a:lnTo>
                  <a:pt x="1972189" y="141742"/>
                </a:lnTo>
                <a:lnTo>
                  <a:pt x="1935737" y="141742"/>
                </a:lnTo>
                <a:lnTo>
                  <a:pt x="1899275" y="141742"/>
                </a:lnTo>
                <a:lnTo>
                  <a:pt x="1862814" y="141742"/>
                </a:lnTo>
                <a:lnTo>
                  <a:pt x="1826362" y="141742"/>
                </a:lnTo>
                <a:lnTo>
                  <a:pt x="1789900" y="141742"/>
                </a:lnTo>
                <a:lnTo>
                  <a:pt x="1753438" y="141742"/>
                </a:lnTo>
                <a:lnTo>
                  <a:pt x="1716986" y="141742"/>
                </a:lnTo>
                <a:lnTo>
                  <a:pt x="1680524" y="141742"/>
                </a:lnTo>
                <a:lnTo>
                  <a:pt x="1644063" y="141742"/>
                </a:lnTo>
                <a:lnTo>
                  <a:pt x="1607610" y="141742"/>
                </a:lnTo>
                <a:lnTo>
                  <a:pt x="1571149" y="141742"/>
                </a:lnTo>
                <a:lnTo>
                  <a:pt x="1534687" y="141742"/>
                </a:lnTo>
                <a:lnTo>
                  <a:pt x="1498235" y="141742"/>
                </a:lnTo>
                <a:lnTo>
                  <a:pt x="1461773" y="141742"/>
                </a:lnTo>
                <a:lnTo>
                  <a:pt x="1425311" y="141742"/>
                </a:lnTo>
                <a:lnTo>
                  <a:pt x="1388859" y="141742"/>
                </a:lnTo>
                <a:lnTo>
                  <a:pt x="1352398" y="141742"/>
                </a:lnTo>
                <a:lnTo>
                  <a:pt x="1315936" y="141742"/>
                </a:lnTo>
                <a:lnTo>
                  <a:pt x="1279484" y="141742"/>
                </a:lnTo>
                <a:lnTo>
                  <a:pt x="1243022" y="141742"/>
                </a:lnTo>
                <a:lnTo>
                  <a:pt x="1206560" y="141742"/>
                </a:lnTo>
                <a:lnTo>
                  <a:pt x="1170108" y="141742"/>
                </a:lnTo>
                <a:lnTo>
                  <a:pt x="1133646" y="141742"/>
                </a:lnTo>
                <a:lnTo>
                  <a:pt x="1097185" y="141742"/>
                </a:lnTo>
                <a:lnTo>
                  <a:pt x="1060733" y="141742"/>
                </a:lnTo>
                <a:lnTo>
                  <a:pt x="1024271" y="141742"/>
                </a:lnTo>
                <a:lnTo>
                  <a:pt x="987809" y="141742"/>
                </a:lnTo>
                <a:lnTo>
                  <a:pt x="951357" y="141742"/>
                </a:lnTo>
                <a:lnTo>
                  <a:pt x="914895" y="141742"/>
                </a:lnTo>
                <a:lnTo>
                  <a:pt x="878443" y="141742"/>
                </a:lnTo>
                <a:lnTo>
                  <a:pt x="841981" y="141742"/>
                </a:lnTo>
                <a:lnTo>
                  <a:pt x="805520" y="141742"/>
                </a:lnTo>
                <a:lnTo>
                  <a:pt x="769058" y="141742"/>
                </a:lnTo>
                <a:lnTo>
                  <a:pt x="732606" y="141742"/>
                </a:lnTo>
                <a:lnTo>
                  <a:pt x="696144" y="141742"/>
                </a:lnTo>
                <a:lnTo>
                  <a:pt x="659692" y="141742"/>
                </a:lnTo>
                <a:lnTo>
                  <a:pt x="623230" y="141742"/>
                </a:lnTo>
                <a:lnTo>
                  <a:pt x="586769" y="141742"/>
                </a:lnTo>
                <a:lnTo>
                  <a:pt x="550316" y="141742"/>
                </a:lnTo>
                <a:lnTo>
                  <a:pt x="513855" y="141742"/>
                </a:lnTo>
                <a:lnTo>
                  <a:pt x="477393" y="141742"/>
                </a:lnTo>
                <a:lnTo>
                  <a:pt x="440941" y="141742"/>
                </a:lnTo>
                <a:lnTo>
                  <a:pt x="404479" y="141742"/>
                </a:lnTo>
                <a:lnTo>
                  <a:pt x="368017" y="141742"/>
                </a:lnTo>
                <a:lnTo>
                  <a:pt x="331565" y="141742"/>
                </a:lnTo>
                <a:lnTo>
                  <a:pt x="295104" y="141742"/>
                </a:lnTo>
                <a:lnTo>
                  <a:pt x="258642" y="141742"/>
                </a:lnTo>
                <a:lnTo>
                  <a:pt x="222190" y="141742"/>
                </a:lnTo>
                <a:lnTo>
                  <a:pt x="185728" y="141742"/>
                </a:lnTo>
                <a:lnTo>
                  <a:pt x="149266" y="141742"/>
                </a:lnTo>
                <a:lnTo>
                  <a:pt x="112814" y="141742"/>
                </a:lnTo>
                <a:lnTo>
                  <a:pt x="76352" y="141742"/>
                </a:lnTo>
                <a:lnTo>
                  <a:pt x="39891" y="141742"/>
                </a:lnTo>
                <a:lnTo>
                  <a:pt x="4629" y="136950"/>
                </a:lnTo>
                <a:lnTo>
                  <a:pt x="0" y="101622"/>
                </a:lnTo>
                <a:lnTo>
                  <a:pt x="0" y="65180"/>
                </a:lnTo>
                <a:lnTo>
                  <a:pt x="0" y="28727"/>
                </a:lnTo>
                <a:close/>
              </a:path>
            </a:pathLst>
          </a:custGeom>
          <a:solidFill xmlns:a="http://schemas.openxmlformats.org/drawingml/2006/main">
            <a:srgbClr val="E7EC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FE46729B-9EBE-4D95-8F64-F29F5E91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451" y="2770137"/>
            <a:ext cx="3979964" cy="937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85F487A5-0807-4633-864A-E341CF80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5962" y="2247309"/>
            <a:ext cx="1135266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受理</a:t>
            </a:r>
          </a:p>
        </p:txBody>
      </p:sp>
      <p:sp>
        <p:nvSpPr>
          <p:cNvPr id="20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E12AF2E4-89F3-44E3-B548-B6B1357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6426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21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7BE0FB06-B547-48C8-89D3-E6C831F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976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BD7376EA-C757-41F4-B322-E4B9510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2976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1717FC12-33BC-49AE-B141-F4C5139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6603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914CC99F-56E6-4F28-B071-FEA1F42D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9631" y="3137592"/>
            <a:ext cx="1087936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25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E44B3223-763E-478C-AE1B-6BE2E55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6589" y="3095177"/>
            <a:ext cx="1154011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26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5802AFD0-3852-4A46-B8E4-7E7523D8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0638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5220DDFC-AF01-4B36-A463-3ECB0F8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0791" y="3241177"/>
            <a:ext cx="965597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记录受理时间</a:t>
            </a:r>
          </a:p>
        </p:txBody>
      </p:sp>
      <p:sp>
        <p:nvSpPr>
          <p:cNvPr id="28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E407FB16-DAC6-46FB-906F-70B8BAC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032" y="2247309"/>
            <a:ext cx="1135409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分派</a:t>
            </a:r>
          </a:p>
        </p:txBody>
      </p:sp>
      <p:sp>
        <p:nvSpPr>
          <p:cNvPr id="29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4E1817A9-6DC2-475B-B2F4-5708889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496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0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0C8AFFC5-99C0-4C14-935D-DEF7CD21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56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598FA83F-4E69-4D95-99C0-161B33D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56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CA1B3FE8-4A5E-4544-99DE-12655BFA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4673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D10243A5-4B83-40D0-BA9D-A9A6978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7702" y="3137592"/>
            <a:ext cx="1088079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4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A0390153-161E-4EB8-99A9-31F20CCF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4659" y="3095177"/>
            <a:ext cx="1154163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5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39CDC17F-3286-4381-959F-EF45673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8708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445A3170-B2D7-43A1-B630-6285D7A2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8871" y="3241177"/>
            <a:ext cx="965749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记录接收人</a:t>
            </a:r>
          </a:p>
        </p:txBody>
      </p:sp>
      <p:sp>
        <p:nvSpPr>
          <p:cNvPr id="37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1D5DB205-FC62-4D66-A7E4-FF1A46D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2255" y="2247309"/>
            <a:ext cx="1135266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38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8A518194-1CE8-489F-94B8-72391E6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719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9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C1D6EFA5-3AAC-4F72-928B-EC4DCE7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9278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BD4901C3-3A8B-4439-BE21-AC67A3C3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9278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4C7E1A2A-2269-4CBE-A45F-79AD0EB1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896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B6C14525-4DE7-4548-AC72-977FCF23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924" y="3137592"/>
            <a:ext cx="1087936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43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C77839EF-B505-4F19-8C77-2F5B2C5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882" y="3095177"/>
            <a:ext cx="1154011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44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F226A435-7F6F-4FFC-A8F8-67C45CB1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6931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F230540C-7844-4807-8923-305C3117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094" y="3241177"/>
            <a:ext cx="965597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补件暂停计时</a:t>
            </a:r>
          </a:p>
        </p:txBody>
      </p:sp>
      <p:sp>
        <p:nvSpPr>
          <p:cNvPr id="46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E3DD57DD-80F3-458C-AAFF-06E38E9E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334" y="2247309"/>
            <a:ext cx="1135409" cy="18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5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47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DF559656-DD3F-4BF5-A0A3-BF4C56DE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0789" y="2567588"/>
            <a:ext cx="414338" cy="41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48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6CF799AD-29F2-4953-BFAE-17E25A48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348" y="2624138"/>
            <a:ext cx="301381" cy="301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04738C95-54F4-4C91-A0FC-9A0FADEA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348" y="2624138"/>
            <a:ext cx="301381" cy="30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0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EFC467CE-8738-4077-834B-6BFD37B6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966" y="2953788"/>
            <a:ext cx="13992" cy="150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97CAE5A8-176C-446E-A6DB-3E5CFE4A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3995" y="3137592"/>
            <a:ext cx="1088079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52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11FD8720-49EE-4B6C-9A33-41351E2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0952" y="3095177"/>
            <a:ext cx="1154163" cy="706488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53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4A02FA32-BBB7-4183-8EBB-B49FF9ED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001" y="3095177"/>
            <a:ext cx="226066" cy="235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A0EFEBF5-183B-4815-A2B6-A66F79A0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5164" y="3241177"/>
            <a:ext cx="965749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交接状态可追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387DC7-DC2E-40DF-BF63-55D059A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662488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56" name="copy-3-384">
            <a:extLst xmlns:a="http://schemas.openxmlformats.org/drawingml/2006/main">
              <a:ext uri="{FF2B5EF4-FFF2-40B4-BE49-F238E27FC236}">
                <a16:creationId xmlns:a16="http://schemas.microsoft.com/office/drawing/2014/main" id="{2D7307FC-90F3-4D17-A978-19426A2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19588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贯穿规则</a:t>
            </a:r>
          </a:p>
        </p:txBody>
      </p:sp>
      <p:sp>
        <p:nvSpPr>
          <p:cNvPr id="57" name="copy-3-385">
            <a:extLst xmlns:a="http://schemas.openxmlformats.org/drawingml/2006/main">
              <a:ext uri="{FF2B5EF4-FFF2-40B4-BE49-F238E27FC236}">
                <a16:creationId xmlns:a16="http://schemas.microsoft.com/office/drawing/2014/main" id="{57451FE1-3C79-40CD-89F1-A4ED3688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32546"/>
            <a:ext cx="10839450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每次交接记录时间、当前状态和接收人；用户补充材料时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暂停计时，补齐后恢复。暂停状态与正常流转分开记录。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先把过程记录清楚，再建设预测能力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E157E-F482-49FD-B1EB-CF7E6AF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4-386">
            <a:extLst xmlns:a="http://schemas.openxmlformats.org/drawingml/2006/main">
              <a:ext uri="{FF2B5EF4-FFF2-40B4-BE49-F238E27FC236}">
                <a16:creationId xmlns:a16="http://schemas.microsoft.com/office/drawing/2014/main" id="{CD599F88-7CED-4FC1-A6F6-14BD7BC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建设前提</a:t>
            </a:r>
          </a:p>
        </p:txBody>
      </p:sp>
      <p:sp>
        <p:nvSpPr>
          <p:cNvPr id="17" name="copy-4-387">
            <a:extLst xmlns:a="http://schemas.openxmlformats.org/drawingml/2006/main">
              <a:ext uri="{FF2B5EF4-FFF2-40B4-BE49-F238E27FC236}">
                <a16:creationId xmlns:a16="http://schemas.microsoft.com/office/drawing/2014/main" id="{1BA3BA72-08B3-409C-84CA-1CBEE71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65070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基础数据口径尚未统一时，先补齐记录和责任归属。过程能稳定追踪后，才有条件开展更复杂的分析。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283AC-E1FF-4B6A-AAFF-C855D79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57638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4-388">
            <a:extLst xmlns:a="http://schemas.openxmlformats.org/drawingml/2006/main">
              <a:ext uri="{FF2B5EF4-FFF2-40B4-BE49-F238E27FC236}">
                <a16:creationId xmlns:a16="http://schemas.microsoft.com/office/drawing/2014/main" id="{4065D215-C28A-4B69-9314-60148880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14738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递进路线</a:t>
            </a:r>
          </a:p>
        </p:txBody>
      </p:sp>
      <p:sp>
        <p:nvSpPr>
          <p:cNvPr id="20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C3AF6A1-8E76-45EA-9532-CDD0966A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596" y="4715989"/>
            <a:ext cx="775754" cy="866804"/>
          </a:xfrm>
          <a:custGeom xmlns:a="http://schemas.openxmlformats.org/drawingml/2006/main">
            <a:pathLst>
              <a:path w="775754" h="866804">
                <a:moveTo>
                  <a:pt x="46139" y="121758"/>
                </a:moveTo>
                <a:lnTo>
                  <a:pt x="64846" y="118634"/>
                </a:lnTo>
                <a:lnTo>
                  <a:pt x="83553" y="115519"/>
                </a:lnTo>
                <a:lnTo>
                  <a:pt x="102270" y="112395"/>
                </a:lnTo>
                <a:lnTo>
                  <a:pt x="120977" y="109271"/>
                </a:lnTo>
                <a:lnTo>
                  <a:pt x="139684" y="106147"/>
                </a:lnTo>
                <a:lnTo>
                  <a:pt x="158391" y="103032"/>
                </a:lnTo>
                <a:lnTo>
                  <a:pt x="177098" y="99908"/>
                </a:lnTo>
                <a:lnTo>
                  <a:pt x="195805" y="96784"/>
                </a:lnTo>
                <a:lnTo>
                  <a:pt x="214513" y="93659"/>
                </a:lnTo>
                <a:lnTo>
                  <a:pt x="233220" y="90545"/>
                </a:lnTo>
                <a:lnTo>
                  <a:pt x="251927" y="87420"/>
                </a:lnTo>
                <a:lnTo>
                  <a:pt x="270634" y="84296"/>
                </a:lnTo>
                <a:lnTo>
                  <a:pt x="289341" y="81172"/>
                </a:lnTo>
                <a:lnTo>
                  <a:pt x="308058" y="78048"/>
                </a:lnTo>
                <a:lnTo>
                  <a:pt x="326765" y="74933"/>
                </a:lnTo>
                <a:lnTo>
                  <a:pt x="345472" y="71809"/>
                </a:lnTo>
                <a:lnTo>
                  <a:pt x="364179" y="68685"/>
                </a:lnTo>
                <a:lnTo>
                  <a:pt x="382886" y="65561"/>
                </a:lnTo>
                <a:lnTo>
                  <a:pt x="401593" y="62446"/>
                </a:lnTo>
                <a:lnTo>
                  <a:pt x="420300" y="59322"/>
                </a:lnTo>
                <a:lnTo>
                  <a:pt x="439007" y="56198"/>
                </a:lnTo>
                <a:lnTo>
                  <a:pt x="457714" y="53073"/>
                </a:lnTo>
                <a:lnTo>
                  <a:pt x="476421" y="49949"/>
                </a:lnTo>
                <a:lnTo>
                  <a:pt x="495138" y="46834"/>
                </a:lnTo>
                <a:lnTo>
                  <a:pt x="513845" y="43710"/>
                </a:lnTo>
                <a:lnTo>
                  <a:pt x="532552" y="40586"/>
                </a:lnTo>
                <a:lnTo>
                  <a:pt x="551259" y="37462"/>
                </a:lnTo>
                <a:lnTo>
                  <a:pt x="569966" y="34347"/>
                </a:lnTo>
                <a:lnTo>
                  <a:pt x="588674" y="31223"/>
                </a:lnTo>
                <a:lnTo>
                  <a:pt x="607381" y="28099"/>
                </a:lnTo>
                <a:lnTo>
                  <a:pt x="626088" y="24975"/>
                </a:lnTo>
                <a:lnTo>
                  <a:pt x="644795" y="21850"/>
                </a:lnTo>
                <a:lnTo>
                  <a:pt x="663502" y="18736"/>
                </a:lnTo>
                <a:lnTo>
                  <a:pt x="682209" y="15611"/>
                </a:lnTo>
                <a:lnTo>
                  <a:pt x="700926" y="12487"/>
                </a:lnTo>
                <a:lnTo>
                  <a:pt x="719633" y="9363"/>
                </a:lnTo>
                <a:lnTo>
                  <a:pt x="738340" y="6248"/>
                </a:lnTo>
                <a:lnTo>
                  <a:pt x="757047" y="3124"/>
                </a:lnTo>
                <a:lnTo>
                  <a:pt x="775754" y="0"/>
                </a:lnTo>
                <a:lnTo>
                  <a:pt x="775583" y="17802"/>
                </a:lnTo>
                <a:lnTo>
                  <a:pt x="774402" y="36738"/>
                </a:lnTo>
                <a:lnTo>
                  <a:pt x="773220" y="55664"/>
                </a:lnTo>
                <a:lnTo>
                  <a:pt x="772039" y="74590"/>
                </a:lnTo>
                <a:lnTo>
                  <a:pt x="770858" y="93526"/>
                </a:lnTo>
                <a:lnTo>
                  <a:pt x="769668" y="112452"/>
                </a:lnTo>
                <a:lnTo>
                  <a:pt x="768487" y="131378"/>
                </a:lnTo>
                <a:lnTo>
                  <a:pt x="767305" y="150314"/>
                </a:lnTo>
                <a:lnTo>
                  <a:pt x="766124" y="169240"/>
                </a:lnTo>
                <a:lnTo>
                  <a:pt x="764934" y="188176"/>
                </a:lnTo>
                <a:lnTo>
                  <a:pt x="763753" y="207102"/>
                </a:lnTo>
                <a:lnTo>
                  <a:pt x="762572" y="226028"/>
                </a:lnTo>
                <a:lnTo>
                  <a:pt x="761390" y="244964"/>
                </a:lnTo>
                <a:lnTo>
                  <a:pt x="760209" y="263890"/>
                </a:lnTo>
                <a:lnTo>
                  <a:pt x="759019" y="282816"/>
                </a:lnTo>
                <a:lnTo>
                  <a:pt x="757838" y="301752"/>
                </a:lnTo>
                <a:lnTo>
                  <a:pt x="756656" y="320678"/>
                </a:lnTo>
                <a:lnTo>
                  <a:pt x="755475" y="339614"/>
                </a:lnTo>
                <a:lnTo>
                  <a:pt x="754294" y="358540"/>
                </a:lnTo>
                <a:lnTo>
                  <a:pt x="753104" y="377466"/>
                </a:lnTo>
                <a:lnTo>
                  <a:pt x="751923" y="396402"/>
                </a:lnTo>
                <a:lnTo>
                  <a:pt x="750741" y="415328"/>
                </a:lnTo>
                <a:lnTo>
                  <a:pt x="749560" y="434254"/>
                </a:lnTo>
                <a:lnTo>
                  <a:pt x="748379" y="453190"/>
                </a:lnTo>
                <a:lnTo>
                  <a:pt x="747189" y="472116"/>
                </a:lnTo>
                <a:lnTo>
                  <a:pt x="746008" y="491052"/>
                </a:lnTo>
                <a:lnTo>
                  <a:pt x="744826" y="509978"/>
                </a:lnTo>
                <a:lnTo>
                  <a:pt x="743645" y="528904"/>
                </a:lnTo>
                <a:lnTo>
                  <a:pt x="742455" y="547840"/>
                </a:lnTo>
                <a:lnTo>
                  <a:pt x="741274" y="566766"/>
                </a:lnTo>
                <a:lnTo>
                  <a:pt x="740093" y="585702"/>
                </a:lnTo>
                <a:lnTo>
                  <a:pt x="738911" y="604628"/>
                </a:lnTo>
                <a:lnTo>
                  <a:pt x="737730" y="623554"/>
                </a:lnTo>
                <a:lnTo>
                  <a:pt x="736540" y="642490"/>
                </a:lnTo>
                <a:lnTo>
                  <a:pt x="735359" y="661416"/>
                </a:lnTo>
                <a:lnTo>
                  <a:pt x="734177" y="680342"/>
                </a:lnTo>
                <a:lnTo>
                  <a:pt x="732996" y="699278"/>
                </a:lnTo>
                <a:lnTo>
                  <a:pt x="731815" y="718204"/>
                </a:lnTo>
                <a:lnTo>
                  <a:pt x="730625" y="737140"/>
                </a:lnTo>
                <a:lnTo>
                  <a:pt x="720681" y="748160"/>
                </a:lnTo>
                <a:lnTo>
                  <a:pt x="701973" y="751284"/>
                </a:lnTo>
                <a:lnTo>
                  <a:pt x="683266" y="754409"/>
                </a:lnTo>
                <a:lnTo>
                  <a:pt x="664559" y="757523"/>
                </a:lnTo>
                <a:lnTo>
                  <a:pt x="645852" y="760647"/>
                </a:lnTo>
                <a:lnTo>
                  <a:pt x="627145" y="763772"/>
                </a:lnTo>
                <a:lnTo>
                  <a:pt x="608438" y="766896"/>
                </a:lnTo>
                <a:lnTo>
                  <a:pt x="589731" y="770020"/>
                </a:lnTo>
                <a:lnTo>
                  <a:pt x="571014" y="773135"/>
                </a:lnTo>
                <a:lnTo>
                  <a:pt x="552307" y="776259"/>
                </a:lnTo>
                <a:lnTo>
                  <a:pt x="533600" y="779383"/>
                </a:lnTo>
                <a:lnTo>
                  <a:pt x="514893" y="782507"/>
                </a:lnTo>
                <a:lnTo>
                  <a:pt x="496186" y="785622"/>
                </a:lnTo>
                <a:lnTo>
                  <a:pt x="477479" y="788746"/>
                </a:lnTo>
                <a:lnTo>
                  <a:pt x="458772" y="791870"/>
                </a:lnTo>
                <a:lnTo>
                  <a:pt x="440065" y="794995"/>
                </a:lnTo>
                <a:lnTo>
                  <a:pt x="421357" y="798119"/>
                </a:lnTo>
                <a:lnTo>
                  <a:pt x="402650" y="801233"/>
                </a:lnTo>
                <a:lnTo>
                  <a:pt x="383943" y="804358"/>
                </a:lnTo>
                <a:lnTo>
                  <a:pt x="365227" y="807482"/>
                </a:lnTo>
                <a:lnTo>
                  <a:pt x="346520" y="810606"/>
                </a:lnTo>
                <a:lnTo>
                  <a:pt x="327812" y="813721"/>
                </a:lnTo>
                <a:lnTo>
                  <a:pt x="309105" y="816845"/>
                </a:lnTo>
                <a:lnTo>
                  <a:pt x="290398" y="819969"/>
                </a:lnTo>
                <a:lnTo>
                  <a:pt x="271691" y="823093"/>
                </a:lnTo>
                <a:lnTo>
                  <a:pt x="252984" y="826218"/>
                </a:lnTo>
                <a:lnTo>
                  <a:pt x="234277" y="829332"/>
                </a:lnTo>
                <a:lnTo>
                  <a:pt x="215570" y="832456"/>
                </a:lnTo>
                <a:lnTo>
                  <a:pt x="196863" y="835581"/>
                </a:lnTo>
                <a:lnTo>
                  <a:pt x="178146" y="838705"/>
                </a:lnTo>
                <a:lnTo>
                  <a:pt x="159439" y="841820"/>
                </a:lnTo>
                <a:lnTo>
                  <a:pt x="140732" y="844944"/>
                </a:lnTo>
                <a:lnTo>
                  <a:pt x="122025" y="848068"/>
                </a:lnTo>
                <a:lnTo>
                  <a:pt x="103318" y="851192"/>
                </a:lnTo>
                <a:lnTo>
                  <a:pt x="84611" y="854316"/>
                </a:lnTo>
                <a:lnTo>
                  <a:pt x="65903" y="857431"/>
                </a:lnTo>
                <a:lnTo>
                  <a:pt x="47196" y="860555"/>
                </a:lnTo>
                <a:lnTo>
                  <a:pt x="28489" y="863679"/>
                </a:lnTo>
                <a:lnTo>
                  <a:pt x="9782" y="866804"/>
                </a:lnTo>
                <a:lnTo>
                  <a:pt x="0" y="860022"/>
                </a:lnTo>
                <a:lnTo>
                  <a:pt x="1181" y="841096"/>
                </a:lnTo>
                <a:lnTo>
                  <a:pt x="2362" y="822160"/>
                </a:lnTo>
                <a:lnTo>
                  <a:pt x="3553" y="803234"/>
                </a:lnTo>
                <a:lnTo>
                  <a:pt x="4734" y="784308"/>
                </a:lnTo>
                <a:lnTo>
                  <a:pt x="5915" y="765372"/>
                </a:lnTo>
                <a:lnTo>
                  <a:pt x="7096" y="746446"/>
                </a:lnTo>
                <a:lnTo>
                  <a:pt x="8277" y="727510"/>
                </a:lnTo>
                <a:lnTo>
                  <a:pt x="9468" y="708584"/>
                </a:lnTo>
                <a:lnTo>
                  <a:pt x="10649" y="689658"/>
                </a:lnTo>
                <a:lnTo>
                  <a:pt x="11830" y="670722"/>
                </a:lnTo>
                <a:lnTo>
                  <a:pt x="13011" y="651796"/>
                </a:lnTo>
                <a:lnTo>
                  <a:pt x="14202" y="632870"/>
                </a:lnTo>
                <a:lnTo>
                  <a:pt x="15383" y="613934"/>
                </a:lnTo>
                <a:lnTo>
                  <a:pt x="16564" y="595008"/>
                </a:lnTo>
                <a:lnTo>
                  <a:pt x="17745" y="576072"/>
                </a:lnTo>
                <a:lnTo>
                  <a:pt x="18926" y="557146"/>
                </a:lnTo>
                <a:lnTo>
                  <a:pt x="20117" y="538220"/>
                </a:lnTo>
                <a:lnTo>
                  <a:pt x="21298" y="519284"/>
                </a:lnTo>
                <a:lnTo>
                  <a:pt x="22479" y="500358"/>
                </a:lnTo>
                <a:lnTo>
                  <a:pt x="23660" y="481422"/>
                </a:lnTo>
                <a:lnTo>
                  <a:pt x="24841" y="462496"/>
                </a:lnTo>
                <a:lnTo>
                  <a:pt x="26032" y="443570"/>
                </a:lnTo>
                <a:lnTo>
                  <a:pt x="27213" y="424634"/>
                </a:lnTo>
                <a:lnTo>
                  <a:pt x="28394" y="405708"/>
                </a:lnTo>
                <a:lnTo>
                  <a:pt x="29575" y="386782"/>
                </a:lnTo>
                <a:lnTo>
                  <a:pt x="30756" y="367846"/>
                </a:lnTo>
                <a:lnTo>
                  <a:pt x="31947" y="348920"/>
                </a:lnTo>
                <a:lnTo>
                  <a:pt x="33128" y="329984"/>
                </a:lnTo>
                <a:lnTo>
                  <a:pt x="34309" y="311058"/>
                </a:lnTo>
                <a:lnTo>
                  <a:pt x="35490" y="292132"/>
                </a:lnTo>
                <a:lnTo>
                  <a:pt x="36681" y="273196"/>
                </a:lnTo>
                <a:lnTo>
                  <a:pt x="37862" y="254270"/>
                </a:lnTo>
                <a:lnTo>
                  <a:pt x="39043" y="235344"/>
                </a:lnTo>
                <a:lnTo>
                  <a:pt x="40224" y="216408"/>
                </a:lnTo>
                <a:lnTo>
                  <a:pt x="41405" y="197482"/>
                </a:lnTo>
                <a:lnTo>
                  <a:pt x="42596" y="178546"/>
                </a:lnTo>
                <a:lnTo>
                  <a:pt x="43777" y="159620"/>
                </a:lnTo>
                <a:lnTo>
                  <a:pt x="44958" y="140694"/>
                </a:lnTo>
                <a:lnTo>
                  <a:pt x="46139" y="121758"/>
                </a:lnTo>
              </a:path>
            </a:pathLst>
          </a:custGeom>
          <a:solidFill xmlns:a="http://schemas.openxmlformats.org/drawingml/2006/main">
            <a:srgbClr val="E7EC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7040774E-6D0E-4FB5-B730-A1D0B45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642" y="4489256"/>
            <a:ext cx="775964" cy="866813"/>
          </a:xfrm>
          <a:custGeom xmlns:a="http://schemas.openxmlformats.org/drawingml/2006/main">
            <a:pathLst>
              <a:path w="775964" h="866813">
                <a:moveTo>
                  <a:pt x="46158" y="121796"/>
                </a:moveTo>
                <a:lnTo>
                  <a:pt x="64865" y="118672"/>
                </a:lnTo>
                <a:lnTo>
                  <a:pt x="83582" y="115548"/>
                </a:lnTo>
                <a:lnTo>
                  <a:pt x="102289" y="112424"/>
                </a:lnTo>
                <a:lnTo>
                  <a:pt x="121006" y="109299"/>
                </a:lnTo>
                <a:lnTo>
                  <a:pt x="139722" y="106175"/>
                </a:lnTo>
                <a:lnTo>
                  <a:pt x="158429" y="103051"/>
                </a:lnTo>
                <a:lnTo>
                  <a:pt x="177146" y="99936"/>
                </a:lnTo>
                <a:lnTo>
                  <a:pt x="195853" y="96812"/>
                </a:lnTo>
                <a:lnTo>
                  <a:pt x="214570" y="93688"/>
                </a:lnTo>
                <a:lnTo>
                  <a:pt x="233286" y="90564"/>
                </a:lnTo>
                <a:lnTo>
                  <a:pt x="251993" y="87440"/>
                </a:lnTo>
                <a:lnTo>
                  <a:pt x="270710" y="84315"/>
                </a:lnTo>
                <a:lnTo>
                  <a:pt x="289427" y="81191"/>
                </a:lnTo>
                <a:lnTo>
                  <a:pt x="308134" y="78076"/>
                </a:lnTo>
                <a:lnTo>
                  <a:pt x="326850" y="74952"/>
                </a:lnTo>
                <a:lnTo>
                  <a:pt x="345557" y="71828"/>
                </a:lnTo>
                <a:lnTo>
                  <a:pt x="364274" y="68704"/>
                </a:lnTo>
                <a:lnTo>
                  <a:pt x="382991" y="65580"/>
                </a:lnTo>
                <a:lnTo>
                  <a:pt x="401698" y="62455"/>
                </a:lnTo>
                <a:lnTo>
                  <a:pt x="420414" y="59331"/>
                </a:lnTo>
                <a:lnTo>
                  <a:pt x="439131" y="56217"/>
                </a:lnTo>
                <a:lnTo>
                  <a:pt x="457838" y="53092"/>
                </a:lnTo>
                <a:lnTo>
                  <a:pt x="476555" y="49968"/>
                </a:lnTo>
                <a:lnTo>
                  <a:pt x="495262" y="46844"/>
                </a:lnTo>
                <a:lnTo>
                  <a:pt x="513979" y="43720"/>
                </a:lnTo>
                <a:lnTo>
                  <a:pt x="532695" y="40596"/>
                </a:lnTo>
                <a:lnTo>
                  <a:pt x="551402" y="37471"/>
                </a:lnTo>
                <a:lnTo>
                  <a:pt x="570119" y="34347"/>
                </a:lnTo>
                <a:lnTo>
                  <a:pt x="588826" y="31232"/>
                </a:lnTo>
                <a:lnTo>
                  <a:pt x="607543" y="28108"/>
                </a:lnTo>
                <a:lnTo>
                  <a:pt x="626259" y="24984"/>
                </a:lnTo>
                <a:lnTo>
                  <a:pt x="644966" y="21860"/>
                </a:lnTo>
                <a:lnTo>
                  <a:pt x="663683" y="18736"/>
                </a:lnTo>
                <a:lnTo>
                  <a:pt x="682400" y="15611"/>
                </a:lnTo>
                <a:lnTo>
                  <a:pt x="701107" y="12487"/>
                </a:lnTo>
                <a:lnTo>
                  <a:pt x="719823" y="9373"/>
                </a:lnTo>
                <a:lnTo>
                  <a:pt x="738530" y="6248"/>
                </a:lnTo>
                <a:lnTo>
                  <a:pt x="757247" y="3124"/>
                </a:lnTo>
                <a:lnTo>
                  <a:pt x="775964" y="0"/>
                </a:lnTo>
                <a:lnTo>
                  <a:pt x="775592" y="18040"/>
                </a:lnTo>
                <a:lnTo>
                  <a:pt x="774402" y="36976"/>
                </a:lnTo>
                <a:lnTo>
                  <a:pt x="773220" y="55912"/>
                </a:lnTo>
                <a:lnTo>
                  <a:pt x="772039" y="74847"/>
                </a:lnTo>
                <a:lnTo>
                  <a:pt x="770858" y="93774"/>
                </a:lnTo>
                <a:lnTo>
                  <a:pt x="769677" y="112709"/>
                </a:lnTo>
                <a:lnTo>
                  <a:pt x="768496" y="131645"/>
                </a:lnTo>
                <a:lnTo>
                  <a:pt x="767315" y="150581"/>
                </a:lnTo>
                <a:lnTo>
                  <a:pt x="766134" y="169516"/>
                </a:lnTo>
                <a:lnTo>
                  <a:pt x="764953" y="188452"/>
                </a:lnTo>
                <a:lnTo>
                  <a:pt x="763772" y="207388"/>
                </a:lnTo>
                <a:lnTo>
                  <a:pt x="762591" y="226324"/>
                </a:lnTo>
                <a:lnTo>
                  <a:pt x="761400" y="245259"/>
                </a:lnTo>
                <a:lnTo>
                  <a:pt x="760219" y="264195"/>
                </a:lnTo>
                <a:lnTo>
                  <a:pt x="759038" y="283131"/>
                </a:lnTo>
                <a:lnTo>
                  <a:pt x="757857" y="302066"/>
                </a:lnTo>
                <a:lnTo>
                  <a:pt x="756676" y="320993"/>
                </a:lnTo>
                <a:lnTo>
                  <a:pt x="755494" y="339928"/>
                </a:lnTo>
                <a:lnTo>
                  <a:pt x="754313" y="358864"/>
                </a:lnTo>
                <a:lnTo>
                  <a:pt x="753132" y="377800"/>
                </a:lnTo>
                <a:lnTo>
                  <a:pt x="751951" y="396735"/>
                </a:lnTo>
                <a:lnTo>
                  <a:pt x="750770" y="415671"/>
                </a:lnTo>
                <a:lnTo>
                  <a:pt x="749589" y="434607"/>
                </a:lnTo>
                <a:lnTo>
                  <a:pt x="748408" y="453542"/>
                </a:lnTo>
                <a:lnTo>
                  <a:pt x="747217" y="472478"/>
                </a:lnTo>
                <a:lnTo>
                  <a:pt x="746036" y="491414"/>
                </a:lnTo>
                <a:lnTo>
                  <a:pt x="744855" y="510350"/>
                </a:lnTo>
                <a:lnTo>
                  <a:pt x="743674" y="529285"/>
                </a:lnTo>
                <a:lnTo>
                  <a:pt x="742493" y="548221"/>
                </a:lnTo>
                <a:lnTo>
                  <a:pt x="741312" y="567147"/>
                </a:lnTo>
                <a:lnTo>
                  <a:pt x="740131" y="586083"/>
                </a:lnTo>
                <a:lnTo>
                  <a:pt x="738950" y="605018"/>
                </a:lnTo>
                <a:lnTo>
                  <a:pt x="737768" y="623954"/>
                </a:lnTo>
                <a:lnTo>
                  <a:pt x="736587" y="642890"/>
                </a:lnTo>
                <a:lnTo>
                  <a:pt x="735406" y="661826"/>
                </a:lnTo>
                <a:lnTo>
                  <a:pt x="734216" y="680761"/>
                </a:lnTo>
                <a:lnTo>
                  <a:pt x="733034" y="699697"/>
                </a:lnTo>
                <a:lnTo>
                  <a:pt x="731853" y="718633"/>
                </a:lnTo>
                <a:lnTo>
                  <a:pt x="730672" y="737568"/>
                </a:lnTo>
                <a:lnTo>
                  <a:pt x="721233" y="749046"/>
                </a:lnTo>
                <a:lnTo>
                  <a:pt x="702516" y="752142"/>
                </a:lnTo>
                <a:lnTo>
                  <a:pt x="683800" y="755247"/>
                </a:lnTo>
                <a:lnTo>
                  <a:pt x="665083" y="758342"/>
                </a:lnTo>
                <a:lnTo>
                  <a:pt x="646367" y="761438"/>
                </a:lnTo>
                <a:lnTo>
                  <a:pt x="627650" y="764543"/>
                </a:lnTo>
                <a:lnTo>
                  <a:pt x="608933" y="767639"/>
                </a:lnTo>
                <a:lnTo>
                  <a:pt x="590217" y="770734"/>
                </a:lnTo>
                <a:lnTo>
                  <a:pt x="571500" y="773840"/>
                </a:lnTo>
                <a:lnTo>
                  <a:pt x="552783" y="776935"/>
                </a:lnTo>
                <a:lnTo>
                  <a:pt x="534067" y="780040"/>
                </a:lnTo>
                <a:lnTo>
                  <a:pt x="515350" y="783136"/>
                </a:lnTo>
                <a:lnTo>
                  <a:pt x="496634" y="786232"/>
                </a:lnTo>
                <a:lnTo>
                  <a:pt x="477917" y="789337"/>
                </a:lnTo>
                <a:lnTo>
                  <a:pt x="459200" y="792432"/>
                </a:lnTo>
                <a:lnTo>
                  <a:pt x="440484" y="795528"/>
                </a:lnTo>
                <a:lnTo>
                  <a:pt x="421767" y="798633"/>
                </a:lnTo>
                <a:lnTo>
                  <a:pt x="403050" y="801729"/>
                </a:lnTo>
                <a:lnTo>
                  <a:pt x="384334" y="804834"/>
                </a:lnTo>
                <a:lnTo>
                  <a:pt x="365617" y="807930"/>
                </a:lnTo>
                <a:lnTo>
                  <a:pt x="346901" y="811025"/>
                </a:lnTo>
                <a:lnTo>
                  <a:pt x="328184" y="814130"/>
                </a:lnTo>
                <a:lnTo>
                  <a:pt x="309467" y="817226"/>
                </a:lnTo>
                <a:lnTo>
                  <a:pt x="290751" y="820322"/>
                </a:lnTo>
                <a:lnTo>
                  <a:pt x="272034" y="823427"/>
                </a:lnTo>
                <a:lnTo>
                  <a:pt x="253317" y="826522"/>
                </a:lnTo>
                <a:lnTo>
                  <a:pt x="234591" y="829618"/>
                </a:lnTo>
                <a:lnTo>
                  <a:pt x="215875" y="832723"/>
                </a:lnTo>
                <a:lnTo>
                  <a:pt x="197158" y="835819"/>
                </a:lnTo>
                <a:lnTo>
                  <a:pt x="178441" y="838924"/>
                </a:lnTo>
                <a:lnTo>
                  <a:pt x="159725" y="842020"/>
                </a:lnTo>
                <a:lnTo>
                  <a:pt x="141008" y="845115"/>
                </a:lnTo>
                <a:lnTo>
                  <a:pt x="122291" y="848220"/>
                </a:lnTo>
                <a:lnTo>
                  <a:pt x="103575" y="851316"/>
                </a:lnTo>
                <a:lnTo>
                  <a:pt x="84858" y="854412"/>
                </a:lnTo>
                <a:lnTo>
                  <a:pt x="66142" y="857517"/>
                </a:lnTo>
                <a:lnTo>
                  <a:pt x="47425" y="860612"/>
                </a:lnTo>
                <a:lnTo>
                  <a:pt x="28708" y="863717"/>
                </a:lnTo>
                <a:lnTo>
                  <a:pt x="9992" y="866813"/>
                </a:lnTo>
                <a:lnTo>
                  <a:pt x="0" y="860250"/>
                </a:lnTo>
                <a:lnTo>
                  <a:pt x="1181" y="841315"/>
                </a:lnTo>
                <a:lnTo>
                  <a:pt x="2362" y="822379"/>
                </a:lnTo>
                <a:lnTo>
                  <a:pt x="3553" y="803443"/>
                </a:lnTo>
                <a:lnTo>
                  <a:pt x="4734" y="784517"/>
                </a:lnTo>
                <a:lnTo>
                  <a:pt x="5915" y="765581"/>
                </a:lnTo>
                <a:lnTo>
                  <a:pt x="7096" y="746646"/>
                </a:lnTo>
                <a:lnTo>
                  <a:pt x="8287" y="727710"/>
                </a:lnTo>
                <a:lnTo>
                  <a:pt x="9468" y="708774"/>
                </a:lnTo>
                <a:lnTo>
                  <a:pt x="10649" y="689839"/>
                </a:lnTo>
                <a:lnTo>
                  <a:pt x="11830" y="670903"/>
                </a:lnTo>
                <a:lnTo>
                  <a:pt x="13021" y="651967"/>
                </a:lnTo>
                <a:lnTo>
                  <a:pt x="14202" y="633031"/>
                </a:lnTo>
                <a:lnTo>
                  <a:pt x="15383" y="614096"/>
                </a:lnTo>
                <a:lnTo>
                  <a:pt x="16564" y="595160"/>
                </a:lnTo>
                <a:lnTo>
                  <a:pt x="17755" y="576224"/>
                </a:lnTo>
                <a:lnTo>
                  <a:pt x="18936" y="557298"/>
                </a:lnTo>
                <a:lnTo>
                  <a:pt x="20117" y="538363"/>
                </a:lnTo>
                <a:lnTo>
                  <a:pt x="21298" y="519427"/>
                </a:lnTo>
                <a:lnTo>
                  <a:pt x="22489" y="500491"/>
                </a:lnTo>
                <a:lnTo>
                  <a:pt x="23670" y="481555"/>
                </a:lnTo>
                <a:lnTo>
                  <a:pt x="24851" y="462620"/>
                </a:lnTo>
                <a:lnTo>
                  <a:pt x="26032" y="443684"/>
                </a:lnTo>
                <a:lnTo>
                  <a:pt x="27222" y="424748"/>
                </a:lnTo>
                <a:lnTo>
                  <a:pt x="28404" y="405813"/>
                </a:lnTo>
                <a:lnTo>
                  <a:pt x="29585" y="386877"/>
                </a:lnTo>
                <a:lnTo>
                  <a:pt x="30766" y="367941"/>
                </a:lnTo>
                <a:lnTo>
                  <a:pt x="31956" y="349015"/>
                </a:lnTo>
                <a:lnTo>
                  <a:pt x="33137" y="330079"/>
                </a:lnTo>
                <a:lnTo>
                  <a:pt x="34319" y="311144"/>
                </a:lnTo>
                <a:lnTo>
                  <a:pt x="35500" y="292208"/>
                </a:lnTo>
                <a:lnTo>
                  <a:pt x="36690" y="273272"/>
                </a:lnTo>
                <a:lnTo>
                  <a:pt x="37871" y="254337"/>
                </a:lnTo>
                <a:lnTo>
                  <a:pt x="39053" y="235401"/>
                </a:lnTo>
                <a:lnTo>
                  <a:pt x="40234" y="216465"/>
                </a:lnTo>
                <a:lnTo>
                  <a:pt x="41424" y="197529"/>
                </a:lnTo>
                <a:lnTo>
                  <a:pt x="42605" y="178594"/>
                </a:lnTo>
                <a:lnTo>
                  <a:pt x="43786" y="159658"/>
                </a:lnTo>
                <a:lnTo>
                  <a:pt x="44968" y="140732"/>
                </a:lnTo>
                <a:lnTo>
                  <a:pt x="46158" y="121796"/>
                </a:lnTo>
              </a:path>
            </a:pathLst>
          </a:custGeom>
          <a:solidFill xmlns:a="http://schemas.openxmlformats.org/drawingml/2006/main">
            <a:srgbClr val="E7EC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2CA0161D-50A1-4A45-A3F3-7947BB9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2726" y="4263552"/>
            <a:ext cx="775754" cy="866804"/>
          </a:xfrm>
          <a:custGeom xmlns:a="http://schemas.openxmlformats.org/drawingml/2006/main">
            <a:pathLst>
              <a:path w="775754" h="866804">
                <a:moveTo>
                  <a:pt x="46139" y="121758"/>
                </a:moveTo>
                <a:lnTo>
                  <a:pt x="64846" y="118634"/>
                </a:lnTo>
                <a:lnTo>
                  <a:pt x="83553" y="115519"/>
                </a:lnTo>
                <a:lnTo>
                  <a:pt x="102260" y="112395"/>
                </a:lnTo>
                <a:lnTo>
                  <a:pt x="120977" y="109271"/>
                </a:lnTo>
                <a:lnTo>
                  <a:pt x="139684" y="106147"/>
                </a:lnTo>
                <a:lnTo>
                  <a:pt x="158391" y="103032"/>
                </a:lnTo>
                <a:lnTo>
                  <a:pt x="177098" y="99908"/>
                </a:lnTo>
                <a:lnTo>
                  <a:pt x="195805" y="96784"/>
                </a:lnTo>
                <a:lnTo>
                  <a:pt x="214513" y="93659"/>
                </a:lnTo>
                <a:lnTo>
                  <a:pt x="233220" y="90535"/>
                </a:lnTo>
                <a:lnTo>
                  <a:pt x="251927" y="87420"/>
                </a:lnTo>
                <a:lnTo>
                  <a:pt x="270634" y="84296"/>
                </a:lnTo>
                <a:lnTo>
                  <a:pt x="289341" y="81172"/>
                </a:lnTo>
                <a:lnTo>
                  <a:pt x="308048" y="78048"/>
                </a:lnTo>
                <a:lnTo>
                  <a:pt x="326765" y="74933"/>
                </a:lnTo>
                <a:lnTo>
                  <a:pt x="345472" y="71809"/>
                </a:lnTo>
                <a:lnTo>
                  <a:pt x="364179" y="68685"/>
                </a:lnTo>
                <a:lnTo>
                  <a:pt x="382886" y="65561"/>
                </a:lnTo>
                <a:lnTo>
                  <a:pt x="401593" y="62446"/>
                </a:lnTo>
                <a:lnTo>
                  <a:pt x="420300" y="59322"/>
                </a:lnTo>
                <a:lnTo>
                  <a:pt x="439007" y="56198"/>
                </a:lnTo>
                <a:lnTo>
                  <a:pt x="457714" y="53073"/>
                </a:lnTo>
                <a:lnTo>
                  <a:pt x="476421" y="49949"/>
                </a:lnTo>
                <a:lnTo>
                  <a:pt x="495129" y="46834"/>
                </a:lnTo>
                <a:lnTo>
                  <a:pt x="513845" y="43710"/>
                </a:lnTo>
                <a:lnTo>
                  <a:pt x="532552" y="40586"/>
                </a:lnTo>
                <a:lnTo>
                  <a:pt x="551259" y="37462"/>
                </a:lnTo>
                <a:lnTo>
                  <a:pt x="569966" y="34347"/>
                </a:lnTo>
                <a:lnTo>
                  <a:pt x="588674" y="31223"/>
                </a:lnTo>
                <a:lnTo>
                  <a:pt x="607381" y="28099"/>
                </a:lnTo>
                <a:lnTo>
                  <a:pt x="626088" y="24975"/>
                </a:lnTo>
                <a:lnTo>
                  <a:pt x="644795" y="21850"/>
                </a:lnTo>
                <a:lnTo>
                  <a:pt x="663502" y="18736"/>
                </a:lnTo>
                <a:lnTo>
                  <a:pt x="682209" y="15611"/>
                </a:lnTo>
                <a:lnTo>
                  <a:pt x="700926" y="12487"/>
                </a:lnTo>
                <a:lnTo>
                  <a:pt x="719633" y="9363"/>
                </a:lnTo>
                <a:lnTo>
                  <a:pt x="738340" y="6248"/>
                </a:lnTo>
                <a:lnTo>
                  <a:pt x="757047" y="3124"/>
                </a:lnTo>
                <a:lnTo>
                  <a:pt x="775754" y="0"/>
                </a:lnTo>
                <a:lnTo>
                  <a:pt x="775583" y="17802"/>
                </a:lnTo>
                <a:lnTo>
                  <a:pt x="774402" y="36738"/>
                </a:lnTo>
                <a:lnTo>
                  <a:pt x="773220" y="55664"/>
                </a:lnTo>
                <a:lnTo>
                  <a:pt x="772039" y="74590"/>
                </a:lnTo>
                <a:lnTo>
                  <a:pt x="770858" y="93526"/>
                </a:lnTo>
                <a:lnTo>
                  <a:pt x="769668" y="112452"/>
                </a:lnTo>
                <a:lnTo>
                  <a:pt x="768487" y="131378"/>
                </a:lnTo>
                <a:lnTo>
                  <a:pt x="767305" y="150314"/>
                </a:lnTo>
                <a:lnTo>
                  <a:pt x="766124" y="169240"/>
                </a:lnTo>
                <a:lnTo>
                  <a:pt x="764934" y="188176"/>
                </a:lnTo>
                <a:lnTo>
                  <a:pt x="763753" y="207102"/>
                </a:lnTo>
                <a:lnTo>
                  <a:pt x="762572" y="226028"/>
                </a:lnTo>
                <a:lnTo>
                  <a:pt x="761390" y="244964"/>
                </a:lnTo>
                <a:lnTo>
                  <a:pt x="760209" y="263890"/>
                </a:lnTo>
                <a:lnTo>
                  <a:pt x="759019" y="282816"/>
                </a:lnTo>
                <a:lnTo>
                  <a:pt x="757838" y="301752"/>
                </a:lnTo>
                <a:lnTo>
                  <a:pt x="756656" y="320678"/>
                </a:lnTo>
                <a:lnTo>
                  <a:pt x="755475" y="339614"/>
                </a:lnTo>
                <a:lnTo>
                  <a:pt x="754294" y="358540"/>
                </a:lnTo>
                <a:lnTo>
                  <a:pt x="753104" y="377466"/>
                </a:lnTo>
                <a:lnTo>
                  <a:pt x="751923" y="396402"/>
                </a:lnTo>
                <a:lnTo>
                  <a:pt x="750741" y="415328"/>
                </a:lnTo>
                <a:lnTo>
                  <a:pt x="749560" y="434264"/>
                </a:lnTo>
                <a:lnTo>
                  <a:pt x="748370" y="453190"/>
                </a:lnTo>
                <a:lnTo>
                  <a:pt x="747189" y="472116"/>
                </a:lnTo>
                <a:lnTo>
                  <a:pt x="746008" y="491052"/>
                </a:lnTo>
                <a:lnTo>
                  <a:pt x="744826" y="509978"/>
                </a:lnTo>
                <a:lnTo>
                  <a:pt x="743645" y="528904"/>
                </a:lnTo>
                <a:lnTo>
                  <a:pt x="742455" y="547840"/>
                </a:lnTo>
                <a:lnTo>
                  <a:pt x="741274" y="566766"/>
                </a:lnTo>
                <a:lnTo>
                  <a:pt x="740093" y="585702"/>
                </a:lnTo>
                <a:lnTo>
                  <a:pt x="738911" y="604628"/>
                </a:lnTo>
                <a:lnTo>
                  <a:pt x="737730" y="623554"/>
                </a:lnTo>
                <a:lnTo>
                  <a:pt x="736540" y="642490"/>
                </a:lnTo>
                <a:lnTo>
                  <a:pt x="735359" y="661416"/>
                </a:lnTo>
                <a:lnTo>
                  <a:pt x="734177" y="680342"/>
                </a:lnTo>
                <a:lnTo>
                  <a:pt x="732996" y="699278"/>
                </a:lnTo>
                <a:lnTo>
                  <a:pt x="731815" y="718204"/>
                </a:lnTo>
                <a:lnTo>
                  <a:pt x="730625" y="737140"/>
                </a:lnTo>
                <a:lnTo>
                  <a:pt x="720681" y="748160"/>
                </a:lnTo>
                <a:lnTo>
                  <a:pt x="701973" y="751284"/>
                </a:lnTo>
                <a:lnTo>
                  <a:pt x="683266" y="754409"/>
                </a:lnTo>
                <a:lnTo>
                  <a:pt x="664559" y="757523"/>
                </a:lnTo>
                <a:lnTo>
                  <a:pt x="645852" y="760647"/>
                </a:lnTo>
                <a:lnTo>
                  <a:pt x="627145" y="763772"/>
                </a:lnTo>
                <a:lnTo>
                  <a:pt x="608438" y="766896"/>
                </a:lnTo>
                <a:lnTo>
                  <a:pt x="589731" y="770020"/>
                </a:lnTo>
                <a:lnTo>
                  <a:pt x="571014" y="773135"/>
                </a:lnTo>
                <a:lnTo>
                  <a:pt x="552307" y="776259"/>
                </a:lnTo>
                <a:lnTo>
                  <a:pt x="533600" y="779383"/>
                </a:lnTo>
                <a:lnTo>
                  <a:pt x="514893" y="782507"/>
                </a:lnTo>
                <a:lnTo>
                  <a:pt x="496186" y="785622"/>
                </a:lnTo>
                <a:lnTo>
                  <a:pt x="477479" y="788746"/>
                </a:lnTo>
                <a:lnTo>
                  <a:pt x="458772" y="791870"/>
                </a:lnTo>
                <a:lnTo>
                  <a:pt x="440065" y="794995"/>
                </a:lnTo>
                <a:lnTo>
                  <a:pt x="421357" y="798119"/>
                </a:lnTo>
                <a:lnTo>
                  <a:pt x="402650" y="801233"/>
                </a:lnTo>
                <a:lnTo>
                  <a:pt x="383934" y="804358"/>
                </a:lnTo>
                <a:lnTo>
                  <a:pt x="365227" y="807482"/>
                </a:lnTo>
                <a:lnTo>
                  <a:pt x="346520" y="810606"/>
                </a:lnTo>
                <a:lnTo>
                  <a:pt x="327812" y="813721"/>
                </a:lnTo>
                <a:lnTo>
                  <a:pt x="309105" y="816845"/>
                </a:lnTo>
                <a:lnTo>
                  <a:pt x="290398" y="819969"/>
                </a:lnTo>
                <a:lnTo>
                  <a:pt x="271691" y="823093"/>
                </a:lnTo>
                <a:lnTo>
                  <a:pt x="252984" y="826218"/>
                </a:lnTo>
                <a:lnTo>
                  <a:pt x="234277" y="829332"/>
                </a:lnTo>
                <a:lnTo>
                  <a:pt x="215570" y="832456"/>
                </a:lnTo>
                <a:lnTo>
                  <a:pt x="196863" y="835581"/>
                </a:lnTo>
                <a:lnTo>
                  <a:pt x="178146" y="838705"/>
                </a:lnTo>
                <a:lnTo>
                  <a:pt x="159439" y="841820"/>
                </a:lnTo>
                <a:lnTo>
                  <a:pt x="140732" y="844944"/>
                </a:lnTo>
                <a:lnTo>
                  <a:pt x="122025" y="848068"/>
                </a:lnTo>
                <a:lnTo>
                  <a:pt x="103318" y="851192"/>
                </a:lnTo>
                <a:lnTo>
                  <a:pt x="84611" y="854316"/>
                </a:lnTo>
                <a:lnTo>
                  <a:pt x="65903" y="857431"/>
                </a:lnTo>
                <a:lnTo>
                  <a:pt x="47196" y="860555"/>
                </a:lnTo>
                <a:lnTo>
                  <a:pt x="28489" y="863679"/>
                </a:lnTo>
                <a:lnTo>
                  <a:pt x="9782" y="866804"/>
                </a:lnTo>
                <a:lnTo>
                  <a:pt x="0" y="860022"/>
                </a:lnTo>
                <a:lnTo>
                  <a:pt x="1181" y="841096"/>
                </a:lnTo>
                <a:lnTo>
                  <a:pt x="2362" y="822160"/>
                </a:lnTo>
                <a:lnTo>
                  <a:pt x="3553" y="803234"/>
                </a:lnTo>
                <a:lnTo>
                  <a:pt x="4734" y="784308"/>
                </a:lnTo>
                <a:lnTo>
                  <a:pt x="5915" y="765372"/>
                </a:lnTo>
                <a:lnTo>
                  <a:pt x="7096" y="746446"/>
                </a:lnTo>
                <a:lnTo>
                  <a:pt x="8277" y="727510"/>
                </a:lnTo>
                <a:lnTo>
                  <a:pt x="9468" y="708584"/>
                </a:lnTo>
                <a:lnTo>
                  <a:pt x="10649" y="689658"/>
                </a:lnTo>
                <a:lnTo>
                  <a:pt x="11830" y="670722"/>
                </a:lnTo>
                <a:lnTo>
                  <a:pt x="13011" y="651796"/>
                </a:lnTo>
                <a:lnTo>
                  <a:pt x="14192" y="632870"/>
                </a:lnTo>
                <a:lnTo>
                  <a:pt x="15383" y="613934"/>
                </a:lnTo>
                <a:lnTo>
                  <a:pt x="16564" y="595008"/>
                </a:lnTo>
                <a:lnTo>
                  <a:pt x="17745" y="576072"/>
                </a:lnTo>
                <a:lnTo>
                  <a:pt x="18926" y="557146"/>
                </a:lnTo>
                <a:lnTo>
                  <a:pt x="20117" y="538220"/>
                </a:lnTo>
                <a:lnTo>
                  <a:pt x="21298" y="519284"/>
                </a:lnTo>
                <a:lnTo>
                  <a:pt x="22479" y="500358"/>
                </a:lnTo>
                <a:lnTo>
                  <a:pt x="23660" y="481422"/>
                </a:lnTo>
                <a:lnTo>
                  <a:pt x="24841" y="462496"/>
                </a:lnTo>
                <a:lnTo>
                  <a:pt x="26032" y="443570"/>
                </a:lnTo>
                <a:lnTo>
                  <a:pt x="27213" y="424634"/>
                </a:lnTo>
                <a:lnTo>
                  <a:pt x="28394" y="405708"/>
                </a:lnTo>
                <a:lnTo>
                  <a:pt x="29575" y="386782"/>
                </a:lnTo>
                <a:lnTo>
                  <a:pt x="30756" y="367846"/>
                </a:lnTo>
                <a:lnTo>
                  <a:pt x="31947" y="348920"/>
                </a:lnTo>
                <a:lnTo>
                  <a:pt x="33128" y="329984"/>
                </a:lnTo>
                <a:lnTo>
                  <a:pt x="34309" y="311058"/>
                </a:lnTo>
                <a:lnTo>
                  <a:pt x="35490" y="292132"/>
                </a:lnTo>
                <a:lnTo>
                  <a:pt x="36681" y="273196"/>
                </a:lnTo>
                <a:lnTo>
                  <a:pt x="37862" y="254270"/>
                </a:lnTo>
                <a:lnTo>
                  <a:pt x="39043" y="235344"/>
                </a:lnTo>
                <a:lnTo>
                  <a:pt x="40224" y="216408"/>
                </a:lnTo>
                <a:lnTo>
                  <a:pt x="41405" y="197482"/>
                </a:lnTo>
                <a:lnTo>
                  <a:pt x="42596" y="178546"/>
                </a:lnTo>
                <a:lnTo>
                  <a:pt x="43777" y="159620"/>
                </a:lnTo>
                <a:lnTo>
                  <a:pt x="44958" y="140694"/>
                </a:lnTo>
                <a:lnTo>
                  <a:pt x="46139" y="121758"/>
                </a:lnTo>
              </a:path>
            </a:pathLst>
          </a:custGeom>
          <a:solidFill xmlns:a="http://schemas.openxmlformats.org/drawingml/2006/main">
            <a:srgbClr val="E7EC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4C20578E-C278-4B1E-92C5-164A4667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3743" y="4036895"/>
            <a:ext cx="776602" cy="866661"/>
          </a:xfrm>
          <a:custGeom xmlns:a="http://schemas.openxmlformats.org/drawingml/2006/main">
            <a:pathLst>
              <a:path w="776602" h="866661">
                <a:moveTo>
                  <a:pt x="46187" y="121720"/>
                </a:moveTo>
                <a:lnTo>
                  <a:pt x="64913" y="118596"/>
                </a:lnTo>
                <a:lnTo>
                  <a:pt x="83639" y="115472"/>
                </a:lnTo>
                <a:lnTo>
                  <a:pt x="102356" y="112357"/>
                </a:lnTo>
                <a:lnTo>
                  <a:pt x="121082" y="109233"/>
                </a:lnTo>
                <a:lnTo>
                  <a:pt x="139808" y="106109"/>
                </a:lnTo>
                <a:lnTo>
                  <a:pt x="158534" y="102994"/>
                </a:lnTo>
                <a:lnTo>
                  <a:pt x="177260" y="99870"/>
                </a:lnTo>
                <a:lnTo>
                  <a:pt x="195986" y="96745"/>
                </a:lnTo>
                <a:lnTo>
                  <a:pt x="214713" y="93631"/>
                </a:lnTo>
                <a:lnTo>
                  <a:pt x="233439" y="90507"/>
                </a:lnTo>
                <a:lnTo>
                  <a:pt x="252165" y="87382"/>
                </a:lnTo>
                <a:lnTo>
                  <a:pt x="270891" y="84268"/>
                </a:lnTo>
                <a:lnTo>
                  <a:pt x="289617" y="81143"/>
                </a:lnTo>
                <a:lnTo>
                  <a:pt x="308343" y="78019"/>
                </a:lnTo>
                <a:lnTo>
                  <a:pt x="327069" y="74905"/>
                </a:lnTo>
                <a:lnTo>
                  <a:pt x="345786" y="71780"/>
                </a:lnTo>
                <a:lnTo>
                  <a:pt x="364512" y="68656"/>
                </a:lnTo>
                <a:lnTo>
                  <a:pt x="383238" y="65542"/>
                </a:lnTo>
                <a:lnTo>
                  <a:pt x="401965" y="62417"/>
                </a:lnTo>
                <a:lnTo>
                  <a:pt x="420691" y="59293"/>
                </a:lnTo>
                <a:lnTo>
                  <a:pt x="439417" y="56178"/>
                </a:lnTo>
                <a:lnTo>
                  <a:pt x="458143" y="53054"/>
                </a:lnTo>
                <a:lnTo>
                  <a:pt x="476869" y="49930"/>
                </a:lnTo>
                <a:lnTo>
                  <a:pt x="495595" y="46815"/>
                </a:lnTo>
                <a:lnTo>
                  <a:pt x="514321" y="43691"/>
                </a:lnTo>
                <a:lnTo>
                  <a:pt x="533048" y="40577"/>
                </a:lnTo>
                <a:lnTo>
                  <a:pt x="551774" y="37452"/>
                </a:lnTo>
                <a:lnTo>
                  <a:pt x="570500" y="34328"/>
                </a:lnTo>
                <a:lnTo>
                  <a:pt x="589226" y="31213"/>
                </a:lnTo>
                <a:lnTo>
                  <a:pt x="607943" y="28089"/>
                </a:lnTo>
                <a:lnTo>
                  <a:pt x="626669" y="24965"/>
                </a:lnTo>
                <a:lnTo>
                  <a:pt x="645395" y="21850"/>
                </a:lnTo>
                <a:lnTo>
                  <a:pt x="664121" y="18726"/>
                </a:lnTo>
                <a:lnTo>
                  <a:pt x="682847" y="15602"/>
                </a:lnTo>
                <a:lnTo>
                  <a:pt x="701573" y="12487"/>
                </a:lnTo>
                <a:lnTo>
                  <a:pt x="720300" y="9363"/>
                </a:lnTo>
                <a:lnTo>
                  <a:pt x="739026" y="6239"/>
                </a:lnTo>
                <a:lnTo>
                  <a:pt x="757752" y="3124"/>
                </a:lnTo>
                <a:lnTo>
                  <a:pt x="776478" y="0"/>
                </a:lnTo>
                <a:lnTo>
                  <a:pt x="776602" y="17497"/>
                </a:lnTo>
                <a:lnTo>
                  <a:pt x="775411" y="36452"/>
                </a:lnTo>
                <a:lnTo>
                  <a:pt x="774230" y="55397"/>
                </a:lnTo>
                <a:lnTo>
                  <a:pt x="773049" y="74343"/>
                </a:lnTo>
                <a:lnTo>
                  <a:pt x="771868" y="93288"/>
                </a:lnTo>
                <a:lnTo>
                  <a:pt x="770687" y="112233"/>
                </a:lnTo>
                <a:lnTo>
                  <a:pt x="769506" y="131178"/>
                </a:lnTo>
                <a:lnTo>
                  <a:pt x="768315" y="150133"/>
                </a:lnTo>
                <a:lnTo>
                  <a:pt x="767134" y="169078"/>
                </a:lnTo>
                <a:lnTo>
                  <a:pt x="765953" y="188023"/>
                </a:lnTo>
                <a:lnTo>
                  <a:pt x="764772" y="206969"/>
                </a:lnTo>
                <a:lnTo>
                  <a:pt x="763591" y="225914"/>
                </a:lnTo>
                <a:lnTo>
                  <a:pt x="762410" y="244859"/>
                </a:lnTo>
                <a:lnTo>
                  <a:pt x="761219" y="263814"/>
                </a:lnTo>
                <a:lnTo>
                  <a:pt x="760038" y="282759"/>
                </a:lnTo>
                <a:lnTo>
                  <a:pt x="758857" y="301704"/>
                </a:lnTo>
                <a:lnTo>
                  <a:pt x="757676" y="320650"/>
                </a:lnTo>
                <a:lnTo>
                  <a:pt x="756495" y="339595"/>
                </a:lnTo>
                <a:lnTo>
                  <a:pt x="755313" y="358540"/>
                </a:lnTo>
                <a:lnTo>
                  <a:pt x="754123" y="377495"/>
                </a:lnTo>
                <a:lnTo>
                  <a:pt x="752942" y="396440"/>
                </a:lnTo>
                <a:lnTo>
                  <a:pt x="751761" y="415385"/>
                </a:lnTo>
                <a:lnTo>
                  <a:pt x="750580" y="434330"/>
                </a:lnTo>
                <a:lnTo>
                  <a:pt x="749398" y="453276"/>
                </a:lnTo>
                <a:lnTo>
                  <a:pt x="748217" y="472230"/>
                </a:lnTo>
                <a:lnTo>
                  <a:pt x="747027" y="491176"/>
                </a:lnTo>
                <a:lnTo>
                  <a:pt x="745846" y="510121"/>
                </a:lnTo>
                <a:lnTo>
                  <a:pt x="744665" y="529066"/>
                </a:lnTo>
                <a:lnTo>
                  <a:pt x="743483" y="548011"/>
                </a:lnTo>
                <a:lnTo>
                  <a:pt x="742302" y="566957"/>
                </a:lnTo>
                <a:lnTo>
                  <a:pt x="741121" y="585911"/>
                </a:lnTo>
                <a:lnTo>
                  <a:pt x="739931" y="604857"/>
                </a:lnTo>
                <a:lnTo>
                  <a:pt x="738749" y="623802"/>
                </a:lnTo>
                <a:lnTo>
                  <a:pt x="737568" y="642747"/>
                </a:lnTo>
                <a:lnTo>
                  <a:pt x="736387" y="661692"/>
                </a:lnTo>
                <a:lnTo>
                  <a:pt x="735206" y="680637"/>
                </a:lnTo>
                <a:lnTo>
                  <a:pt x="734025" y="699592"/>
                </a:lnTo>
                <a:lnTo>
                  <a:pt x="732834" y="718537"/>
                </a:lnTo>
                <a:lnTo>
                  <a:pt x="731653" y="737483"/>
                </a:lnTo>
                <a:lnTo>
                  <a:pt x="722214" y="748970"/>
                </a:lnTo>
                <a:lnTo>
                  <a:pt x="703478" y="752065"/>
                </a:lnTo>
                <a:lnTo>
                  <a:pt x="684752" y="755161"/>
                </a:lnTo>
                <a:lnTo>
                  <a:pt x="666026" y="758257"/>
                </a:lnTo>
                <a:lnTo>
                  <a:pt x="647290" y="761352"/>
                </a:lnTo>
                <a:lnTo>
                  <a:pt x="628564" y="764448"/>
                </a:lnTo>
                <a:lnTo>
                  <a:pt x="609838" y="767553"/>
                </a:lnTo>
                <a:lnTo>
                  <a:pt x="591102" y="770649"/>
                </a:lnTo>
                <a:lnTo>
                  <a:pt x="572376" y="773744"/>
                </a:lnTo>
                <a:lnTo>
                  <a:pt x="553650" y="776840"/>
                </a:lnTo>
                <a:lnTo>
                  <a:pt x="534914" y="779936"/>
                </a:lnTo>
                <a:lnTo>
                  <a:pt x="516188" y="783031"/>
                </a:lnTo>
                <a:lnTo>
                  <a:pt x="497462" y="786136"/>
                </a:lnTo>
                <a:lnTo>
                  <a:pt x="478727" y="789232"/>
                </a:lnTo>
                <a:lnTo>
                  <a:pt x="460000" y="792328"/>
                </a:lnTo>
                <a:lnTo>
                  <a:pt x="441274" y="795423"/>
                </a:lnTo>
                <a:lnTo>
                  <a:pt x="422539" y="798519"/>
                </a:lnTo>
                <a:lnTo>
                  <a:pt x="403812" y="801614"/>
                </a:lnTo>
                <a:lnTo>
                  <a:pt x="385086" y="804720"/>
                </a:lnTo>
                <a:lnTo>
                  <a:pt x="366351" y="807815"/>
                </a:lnTo>
                <a:lnTo>
                  <a:pt x="347624" y="810911"/>
                </a:lnTo>
                <a:lnTo>
                  <a:pt x="328898" y="814006"/>
                </a:lnTo>
                <a:lnTo>
                  <a:pt x="310163" y="817102"/>
                </a:lnTo>
                <a:lnTo>
                  <a:pt x="291436" y="820198"/>
                </a:lnTo>
                <a:lnTo>
                  <a:pt x="272710" y="823303"/>
                </a:lnTo>
                <a:lnTo>
                  <a:pt x="253975" y="826399"/>
                </a:lnTo>
                <a:lnTo>
                  <a:pt x="235248" y="829494"/>
                </a:lnTo>
                <a:lnTo>
                  <a:pt x="216522" y="832590"/>
                </a:lnTo>
                <a:lnTo>
                  <a:pt x="197787" y="835685"/>
                </a:lnTo>
                <a:lnTo>
                  <a:pt x="179060" y="838781"/>
                </a:lnTo>
                <a:lnTo>
                  <a:pt x="160334" y="841886"/>
                </a:lnTo>
                <a:lnTo>
                  <a:pt x="141599" y="844982"/>
                </a:lnTo>
                <a:lnTo>
                  <a:pt x="122873" y="848077"/>
                </a:lnTo>
                <a:lnTo>
                  <a:pt x="104137" y="851173"/>
                </a:lnTo>
                <a:lnTo>
                  <a:pt x="85411" y="854269"/>
                </a:lnTo>
                <a:lnTo>
                  <a:pt x="66685" y="857364"/>
                </a:lnTo>
                <a:lnTo>
                  <a:pt x="47949" y="860469"/>
                </a:lnTo>
                <a:lnTo>
                  <a:pt x="29223" y="863565"/>
                </a:lnTo>
                <a:lnTo>
                  <a:pt x="10497" y="866661"/>
                </a:lnTo>
                <a:lnTo>
                  <a:pt x="0" y="860641"/>
                </a:lnTo>
                <a:lnTo>
                  <a:pt x="1181" y="841696"/>
                </a:lnTo>
                <a:lnTo>
                  <a:pt x="2372" y="822750"/>
                </a:lnTo>
                <a:lnTo>
                  <a:pt x="3553" y="803796"/>
                </a:lnTo>
                <a:lnTo>
                  <a:pt x="4734" y="784850"/>
                </a:lnTo>
                <a:lnTo>
                  <a:pt x="5925" y="765905"/>
                </a:lnTo>
                <a:lnTo>
                  <a:pt x="7106" y="746960"/>
                </a:lnTo>
                <a:lnTo>
                  <a:pt x="8287" y="728015"/>
                </a:lnTo>
                <a:lnTo>
                  <a:pt x="9477" y="709070"/>
                </a:lnTo>
                <a:lnTo>
                  <a:pt x="10658" y="690115"/>
                </a:lnTo>
                <a:lnTo>
                  <a:pt x="11840" y="671170"/>
                </a:lnTo>
                <a:lnTo>
                  <a:pt x="13030" y="652224"/>
                </a:lnTo>
                <a:lnTo>
                  <a:pt x="14211" y="633279"/>
                </a:lnTo>
                <a:lnTo>
                  <a:pt x="15392" y="614334"/>
                </a:lnTo>
                <a:lnTo>
                  <a:pt x="16583" y="595389"/>
                </a:lnTo>
                <a:lnTo>
                  <a:pt x="17764" y="576434"/>
                </a:lnTo>
                <a:lnTo>
                  <a:pt x="18945" y="557489"/>
                </a:lnTo>
                <a:lnTo>
                  <a:pt x="20136" y="538544"/>
                </a:lnTo>
                <a:lnTo>
                  <a:pt x="21317" y="519598"/>
                </a:lnTo>
                <a:lnTo>
                  <a:pt x="22498" y="500653"/>
                </a:lnTo>
                <a:lnTo>
                  <a:pt x="23689" y="481708"/>
                </a:lnTo>
                <a:lnTo>
                  <a:pt x="24870" y="462753"/>
                </a:lnTo>
                <a:lnTo>
                  <a:pt x="26051" y="443808"/>
                </a:lnTo>
                <a:lnTo>
                  <a:pt x="27232" y="424863"/>
                </a:lnTo>
                <a:lnTo>
                  <a:pt x="28423" y="405917"/>
                </a:lnTo>
                <a:lnTo>
                  <a:pt x="29604" y="386972"/>
                </a:lnTo>
                <a:lnTo>
                  <a:pt x="30785" y="368027"/>
                </a:lnTo>
                <a:lnTo>
                  <a:pt x="31975" y="349072"/>
                </a:lnTo>
                <a:lnTo>
                  <a:pt x="33157" y="330127"/>
                </a:lnTo>
                <a:lnTo>
                  <a:pt x="34338" y="311182"/>
                </a:lnTo>
                <a:lnTo>
                  <a:pt x="35528" y="292237"/>
                </a:lnTo>
                <a:lnTo>
                  <a:pt x="36709" y="273291"/>
                </a:lnTo>
                <a:lnTo>
                  <a:pt x="37890" y="254346"/>
                </a:lnTo>
                <a:lnTo>
                  <a:pt x="39081" y="235401"/>
                </a:lnTo>
                <a:lnTo>
                  <a:pt x="40262" y="216446"/>
                </a:lnTo>
                <a:lnTo>
                  <a:pt x="41443" y="197501"/>
                </a:lnTo>
                <a:lnTo>
                  <a:pt x="42634" y="178556"/>
                </a:lnTo>
                <a:lnTo>
                  <a:pt x="43815" y="159610"/>
                </a:lnTo>
                <a:lnTo>
                  <a:pt x="44996" y="140665"/>
                </a:lnTo>
                <a:lnTo>
                  <a:pt x="46187" y="121720"/>
                </a:lnTo>
              </a:path>
            </a:pathLst>
          </a:custGeom>
          <a:solidFill xmlns:a="http://schemas.openxmlformats.org/drawingml/2006/main">
            <a:srgbClr val="E7EC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0F10A3D0-2B50-49BE-A836-4809CB3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343" y="5417391"/>
            <a:ext cx="244793" cy="311896"/>
          </a:xfrm>
          <a:custGeom xmlns:a="http://schemas.openxmlformats.org/drawingml/2006/main">
            <a:pathLst>
              <a:path w="244793" h="311896">
                <a:moveTo>
                  <a:pt x="0" y="311896"/>
                </a:moveTo>
                <a:lnTo>
                  <a:pt x="0" y="293199"/>
                </a:lnTo>
                <a:lnTo>
                  <a:pt x="0" y="274501"/>
                </a:lnTo>
                <a:lnTo>
                  <a:pt x="0" y="255803"/>
                </a:lnTo>
                <a:lnTo>
                  <a:pt x="0" y="237106"/>
                </a:lnTo>
                <a:lnTo>
                  <a:pt x="0" y="218408"/>
                </a:lnTo>
                <a:lnTo>
                  <a:pt x="0" y="199711"/>
                </a:lnTo>
                <a:lnTo>
                  <a:pt x="0" y="181013"/>
                </a:lnTo>
                <a:lnTo>
                  <a:pt x="0" y="162316"/>
                </a:lnTo>
                <a:lnTo>
                  <a:pt x="0" y="143618"/>
                </a:lnTo>
                <a:lnTo>
                  <a:pt x="0" y="124920"/>
                </a:lnTo>
                <a:lnTo>
                  <a:pt x="0" y="106223"/>
                </a:lnTo>
                <a:lnTo>
                  <a:pt x="0" y="87516"/>
                </a:lnTo>
                <a:lnTo>
                  <a:pt x="9230" y="75514"/>
                </a:lnTo>
                <a:lnTo>
                  <a:pt x="27003" y="69704"/>
                </a:lnTo>
                <a:lnTo>
                  <a:pt x="44777" y="63903"/>
                </a:lnTo>
                <a:lnTo>
                  <a:pt x="62551" y="58093"/>
                </a:lnTo>
                <a:lnTo>
                  <a:pt x="80324" y="52283"/>
                </a:lnTo>
                <a:lnTo>
                  <a:pt x="98098" y="46472"/>
                </a:lnTo>
                <a:lnTo>
                  <a:pt x="115872" y="40662"/>
                </a:lnTo>
                <a:lnTo>
                  <a:pt x="133645" y="34852"/>
                </a:lnTo>
                <a:lnTo>
                  <a:pt x="151419" y="29042"/>
                </a:lnTo>
                <a:lnTo>
                  <a:pt x="169183" y="23231"/>
                </a:lnTo>
                <a:lnTo>
                  <a:pt x="186957" y="17431"/>
                </a:lnTo>
                <a:lnTo>
                  <a:pt x="204730" y="11621"/>
                </a:lnTo>
                <a:lnTo>
                  <a:pt x="222504" y="5810"/>
                </a:lnTo>
                <a:lnTo>
                  <a:pt x="240278" y="0"/>
                </a:lnTo>
                <a:lnTo>
                  <a:pt x="244793" y="12478"/>
                </a:lnTo>
                <a:lnTo>
                  <a:pt x="244793" y="31175"/>
                </a:lnTo>
                <a:lnTo>
                  <a:pt x="244793" y="49873"/>
                </a:lnTo>
                <a:lnTo>
                  <a:pt x="244793" y="68570"/>
                </a:lnTo>
                <a:lnTo>
                  <a:pt x="244793" y="87268"/>
                </a:lnTo>
                <a:lnTo>
                  <a:pt x="244793" y="105966"/>
                </a:lnTo>
                <a:lnTo>
                  <a:pt x="244793" y="124663"/>
                </a:lnTo>
                <a:lnTo>
                  <a:pt x="244793" y="143361"/>
                </a:lnTo>
                <a:lnTo>
                  <a:pt x="244793" y="162058"/>
                </a:lnTo>
                <a:lnTo>
                  <a:pt x="244793" y="180756"/>
                </a:lnTo>
                <a:lnTo>
                  <a:pt x="244793" y="199454"/>
                </a:lnTo>
                <a:lnTo>
                  <a:pt x="244278" y="217799"/>
                </a:lnTo>
                <a:lnTo>
                  <a:pt x="226828" y="224523"/>
                </a:lnTo>
                <a:lnTo>
                  <a:pt x="209379" y="231238"/>
                </a:lnTo>
                <a:lnTo>
                  <a:pt x="191929" y="237963"/>
                </a:lnTo>
                <a:lnTo>
                  <a:pt x="174479" y="244688"/>
                </a:lnTo>
                <a:lnTo>
                  <a:pt x="157039" y="251403"/>
                </a:lnTo>
                <a:lnTo>
                  <a:pt x="139589" y="258128"/>
                </a:lnTo>
                <a:lnTo>
                  <a:pt x="122139" y="264852"/>
                </a:lnTo>
                <a:lnTo>
                  <a:pt x="104689" y="271567"/>
                </a:lnTo>
                <a:lnTo>
                  <a:pt x="87239" y="278292"/>
                </a:lnTo>
                <a:lnTo>
                  <a:pt x="69790" y="285017"/>
                </a:lnTo>
                <a:lnTo>
                  <a:pt x="52349" y="291732"/>
                </a:lnTo>
                <a:lnTo>
                  <a:pt x="34900" y="298456"/>
                </a:lnTo>
                <a:lnTo>
                  <a:pt x="17450" y="305171"/>
                </a:lnTo>
                <a:lnTo>
                  <a:pt x="0" y="311896"/>
                </a:lnTo>
              </a:path>
            </a:pathLst>
          </a:custGeom>
          <a:solidFill xmlns:a="http://schemas.openxmlformats.org/drawingml/2006/main">
            <a:srgbClr val="7897C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F09D505C-9E4A-43C4-AAC2-48C0171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6703" y="5634990"/>
            <a:ext cx="1166489" cy="94298"/>
          </a:xfrm>
          <a:custGeom xmlns:a="http://schemas.openxmlformats.org/drawingml/2006/main">
            <a:pathLst>
              <a:path w="1166489" h="94298">
                <a:moveTo>
                  <a:pt x="0" y="94298"/>
                </a:moveTo>
                <a:lnTo>
                  <a:pt x="19050" y="94298"/>
                </a:lnTo>
                <a:lnTo>
                  <a:pt x="38090" y="94298"/>
                </a:lnTo>
                <a:lnTo>
                  <a:pt x="57140" y="94298"/>
                </a:lnTo>
                <a:lnTo>
                  <a:pt x="76181" y="94298"/>
                </a:lnTo>
                <a:lnTo>
                  <a:pt x="95231" y="94298"/>
                </a:lnTo>
                <a:lnTo>
                  <a:pt x="114281" y="94298"/>
                </a:lnTo>
                <a:lnTo>
                  <a:pt x="133321" y="94298"/>
                </a:lnTo>
                <a:lnTo>
                  <a:pt x="152371" y="94298"/>
                </a:lnTo>
                <a:lnTo>
                  <a:pt x="171412" y="94298"/>
                </a:lnTo>
                <a:lnTo>
                  <a:pt x="190462" y="94298"/>
                </a:lnTo>
                <a:lnTo>
                  <a:pt x="209512" y="94298"/>
                </a:lnTo>
                <a:lnTo>
                  <a:pt x="228552" y="94298"/>
                </a:lnTo>
                <a:lnTo>
                  <a:pt x="247602" y="94298"/>
                </a:lnTo>
                <a:lnTo>
                  <a:pt x="266643" y="94298"/>
                </a:lnTo>
                <a:lnTo>
                  <a:pt x="285693" y="94298"/>
                </a:lnTo>
                <a:lnTo>
                  <a:pt x="304743" y="94298"/>
                </a:lnTo>
                <a:lnTo>
                  <a:pt x="323783" y="94298"/>
                </a:lnTo>
                <a:lnTo>
                  <a:pt x="342833" y="94298"/>
                </a:lnTo>
                <a:lnTo>
                  <a:pt x="361883" y="94298"/>
                </a:lnTo>
                <a:lnTo>
                  <a:pt x="380924" y="94298"/>
                </a:lnTo>
                <a:lnTo>
                  <a:pt x="399974" y="94298"/>
                </a:lnTo>
                <a:lnTo>
                  <a:pt x="419014" y="94298"/>
                </a:lnTo>
                <a:lnTo>
                  <a:pt x="438064" y="94298"/>
                </a:lnTo>
                <a:lnTo>
                  <a:pt x="457114" y="94298"/>
                </a:lnTo>
                <a:lnTo>
                  <a:pt x="476155" y="94298"/>
                </a:lnTo>
                <a:lnTo>
                  <a:pt x="495205" y="94298"/>
                </a:lnTo>
                <a:lnTo>
                  <a:pt x="514245" y="94298"/>
                </a:lnTo>
                <a:lnTo>
                  <a:pt x="533295" y="94298"/>
                </a:lnTo>
                <a:lnTo>
                  <a:pt x="552345" y="94298"/>
                </a:lnTo>
                <a:lnTo>
                  <a:pt x="571386" y="94298"/>
                </a:lnTo>
                <a:lnTo>
                  <a:pt x="590436" y="94298"/>
                </a:lnTo>
                <a:lnTo>
                  <a:pt x="609476" y="94298"/>
                </a:lnTo>
                <a:lnTo>
                  <a:pt x="628526" y="94298"/>
                </a:lnTo>
                <a:lnTo>
                  <a:pt x="647576" y="94298"/>
                </a:lnTo>
                <a:lnTo>
                  <a:pt x="666617" y="94298"/>
                </a:lnTo>
                <a:lnTo>
                  <a:pt x="685667" y="94298"/>
                </a:lnTo>
                <a:lnTo>
                  <a:pt x="704707" y="94298"/>
                </a:lnTo>
                <a:lnTo>
                  <a:pt x="723757" y="94298"/>
                </a:lnTo>
                <a:lnTo>
                  <a:pt x="742807" y="94298"/>
                </a:lnTo>
                <a:lnTo>
                  <a:pt x="761848" y="94298"/>
                </a:lnTo>
                <a:lnTo>
                  <a:pt x="780898" y="94298"/>
                </a:lnTo>
                <a:lnTo>
                  <a:pt x="799938" y="94298"/>
                </a:lnTo>
                <a:lnTo>
                  <a:pt x="818988" y="94298"/>
                </a:lnTo>
                <a:lnTo>
                  <a:pt x="838038" y="94298"/>
                </a:lnTo>
                <a:lnTo>
                  <a:pt x="857079" y="94298"/>
                </a:lnTo>
                <a:lnTo>
                  <a:pt x="876129" y="94298"/>
                </a:lnTo>
                <a:lnTo>
                  <a:pt x="895179" y="94298"/>
                </a:lnTo>
                <a:lnTo>
                  <a:pt x="914219" y="94298"/>
                </a:lnTo>
                <a:lnTo>
                  <a:pt x="933021" y="92993"/>
                </a:lnTo>
                <a:lnTo>
                  <a:pt x="950795" y="86144"/>
                </a:lnTo>
                <a:lnTo>
                  <a:pt x="968569" y="79305"/>
                </a:lnTo>
                <a:lnTo>
                  <a:pt x="986342" y="72457"/>
                </a:lnTo>
                <a:lnTo>
                  <a:pt x="1004116" y="65608"/>
                </a:lnTo>
                <a:lnTo>
                  <a:pt x="1021890" y="58760"/>
                </a:lnTo>
                <a:lnTo>
                  <a:pt x="1039663" y="51911"/>
                </a:lnTo>
                <a:lnTo>
                  <a:pt x="1057437" y="45072"/>
                </a:lnTo>
                <a:lnTo>
                  <a:pt x="1075211" y="38224"/>
                </a:lnTo>
                <a:lnTo>
                  <a:pt x="1092984" y="31375"/>
                </a:lnTo>
                <a:lnTo>
                  <a:pt x="1110758" y="24527"/>
                </a:lnTo>
                <a:lnTo>
                  <a:pt x="1128532" y="17678"/>
                </a:lnTo>
                <a:lnTo>
                  <a:pt x="1146305" y="10839"/>
                </a:lnTo>
                <a:lnTo>
                  <a:pt x="1164079" y="3991"/>
                </a:lnTo>
                <a:lnTo>
                  <a:pt x="1166489" y="0"/>
                </a:lnTo>
                <a:lnTo>
                  <a:pt x="1147439" y="0"/>
                </a:lnTo>
                <a:lnTo>
                  <a:pt x="1128389" y="0"/>
                </a:lnTo>
                <a:lnTo>
                  <a:pt x="1109348" y="0"/>
                </a:lnTo>
                <a:lnTo>
                  <a:pt x="1090298" y="0"/>
                </a:lnTo>
                <a:lnTo>
                  <a:pt x="1071258" y="0"/>
                </a:lnTo>
                <a:lnTo>
                  <a:pt x="1052208" y="0"/>
                </a:lnTo>
                <a:lnTo>
                  <a:pt x="1033158" y="0"/>
                </a:lnTo>
                <a:lnTo>
                  <a:pt x="1014117" y="0"/>
                </a:lnTo>
                <a:lnTo>
                  <a:pt x="995067" y="0"/>
                </a:lnTo>
                <a:lnTo>
                  <a:pt x="976027" y="0"/>
                </a:lnTo>
                <a:lnTo>
                  <a:pt x="956977" y="0"/>
                </a:lnTo>
                <a:lnTo>
                  <a:pt x="937927" y="0"/>
                </a:lnTo>
                <a:lnTo>
                  <a:pt x="918886" y="0"/>
                </a:lnTo>
                <a:lnTo>
                  <a:pt x="899836" y="0"/>
                </a:lnTo>
                <a:lnTo>
                  <a:pt x="880796" y="0"/>
                </a:lnTo>
                <a:lnTo>
                  <a:pt x="861746" y="0"/>
                </a:lnTo>
                <a:lnTo>
                  <a:pt x="842696" y="0"/>
                </a:lnTo>
                <a:lnTo>
                  <a:pt x="823655" y="0"/>
                </a:lnTo>
                <a:lnTo>
                  <a:pt x="804605" y="0"/>
                </a:lnTo>
                <a:lnTo>
                  <a:pt x="785565" y="0"/>
                </a:lnTo>
                <a:lnTo>
                  <a:pt x="766515" y="0"/>
                </a:lnTo>
                <a:lnTo>
                  <a:pt x="747465" y="0"/>
                </a:lnTo>
                <a:lnTo>
                  <a:pt x="728424" y="0"/>
                </a:lnTo>
                <a:lnTo>
                  <a:pt x="709374" y="0"/>
                </a:lnTo>
                <a:lnTo>
                  <a:pt x="690324" y="0"/>
                </a:lnTo>
                <a:lnTo>
                  <a:pt x="671284" y="0"/>
                </a:lnTo>
                <a:lnTo>
                  <a:pt x="652234" y="0"/>
                </a:lnTo>
                <a:lnTo>
                  <a:pt x="633193" y="0"/>
                </a:lnTo>
                <a:lnTo>
                  <a:pt x="614143" y="0"/>
                </a:lnTo>
                <a:lnTo>
                  <a:pt x="595093" y="0"/>
                </a:lnTo>
                <a:lnTo>
                  <a:pt x="576053" y="0"/>
                </a:lnTo>
                <a:lnTo>
                  <a:pt x="557003" y="0"/>
                </a:lnTo>
                <a:lnTo>
                  <a:pt x="537962" y="0"/>
                </a:lnTo>
                <a:lnTo>
                  <a:pt x="518912" y="0"/>
                </a:lnTo>
                <a:lnTo>
                  <a:pt x="499862" y="0"/>
                </a:lnTo>
                <a:lnTo>
                  <a:pt x="480822" y="0"/>
                </a:lnTo>
                <a:lnTo>
                  <a:pt x="461772" y="0"/>
                </a:lnTo>
                <a:lnTo>
                  <a:pt x="442732" y="0"/>
                </a:lnTo>
                <a:lnTo>
                  <a:pt x="423682" y="0"/>
                </a:lnTo>
                <a:lnTo>
                  <a:pt x="404632" y="0"/>
                </a:lnTo>
                <a:lnTo>
                  <a:pt x="385591" y="0"/>
                </a:lnTo>
                <a:lnTo>
                  <a:pt x="366541" y="0"/>
                </a:lnTo>
                <a:lnTo>
                  <a:pt x="347501" y="0"/>
                </a:lnTo>
                <a:lnTo>
                  <a:pt x="328451" y="0"/>
                </a:lnTo>
                <a:lnTo>
                  <a:pt x="309401" y="0"/>
                </a:lnTo>
                <a:lnTo>
                  <a:pt x="290884" y="3458"/>
                </a:lnTo>
                <a:lnTo>
                  <a:pt x="272701" y="9134"/>
                </a:lnTo>
                <a:lnTo>
                  <a:pt x="254527" y="14811"/>
                </a:lnTo>
                <a:lnTo>
                  <a:pt x="236344" y="20488"/>
                </a:lnTo>
                <a:lnTo>
                  <a:pt x="218161" y="26165"/>
                </a:lnTo>
                <a:lnTo>
                  <a:pt x="199987" y="31842"/>
                </a:lnTo>
                <a:lnTo>
                  <a:pt x="181804" y="37519"/>
                </a:lnTo>
                <a:lnTo>
                  <a:pt x="163620" y="43196"/>
                </a:lnTo>
                <a:lnTo>
                  <a:pt x="145447" y="48873"/>
                </a:lnTo>
                <a:lnTo>
                  <a:pt x="127264" y="54550"/>
                </a:lnTo>
                <a:lnTo>
                  <a:pt x="109080" y="60227"/>
                </a:lnTo>
                <a:lnTo>
                  <a:pt x="90897" y="65913"/>
                </a:lnTo>
                <a:lnTo>
                  <a:pt x="72723" y="71590"/>
                </a:lnTo>
                <a:lnTo>
                  <a:pt x="54540" y="77267"/>
                </a:lnTo>
                <a:lnTo>
                  <a:pt x="36357" y="82944"/>
                </a:lnTo>
                <a:lnTo>
                  <a:pt x="18183" y="88621"/>
                </a:lnTo>
                <a:lnTo>
                  <a:pt x="0" y="94298"/>
                </a:lnTo>
              </a:path>
            </a:pathLst>
          </a:custGeom>
          <a:solidFill xmlns:a="http://schemas.openxmlformats.org/drawingml/2006/main">
            <a:srgbClr val="B8C8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6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0ECF981B-087C-49A8-AD65-7BB5412B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5280" y="5634990"/>
            <a:ext cx="1080135" cy="94298"/>
          </a:xfrm>
          <a:custGeom xmlns:a="http://schemas.openxmlformats.org/drawingml/2006/main">
            <a:pathLst>
              <a:path w="1080135" h="94298">
                <a:moveTo>
                  <a:pt x="0" y="94298"/>
                </a:moveTo>
                <a:lnTo>
                  <a:pt x="18926" y="94298"/>
                </a:lnTo>
                <a:lnTo>
                  <a:pt x="37843" y="94298"/>
                </a:lnTo>
                <a:lnTo>
                  <a:pt x="56769" y="94298"/>
                </a:lnTo>
                <a:lnTo>
                  <a:pt x="75686" y="94298"/>
                </a:lnTo>
                <a:lnTo>
                  <a:pt x="94612" y="94298"/>
                </a:lnTo>
                <a:lnTo>
                  <a:pt x="113528" y="94298"/>
                </a:lnTo>
                <a:lnTo>
                  <a:pt x="132455" y="94298"/>
                </a:lnTo>
                <a:lnTo>
                  <a:pt x="151381" y="94298"/>
                </a:lnTo>
                <a:lnTo>
                  <a:pt x="170297" y="94298"/>
                </a:lnTo>
                <a:lnTo>
                  <a:pt x="189224" y="94298"/>
                </a:lnTo>
                <a:lnTo>
                  <a:pt x="208140" y="94298"/>
                </a:lnTo>
                <a:lnTo>
                  <a:pt x="227066" y="94298"/>
                </a:lnTo>
                <a:lnTo>
                  <a:pt x="245983" y="94298"/>
                </a:lnTo>
                <a:lnTo>
                  <a:pt x="264909" y="94298"/>
                </a:lnTo>
                <a:lnTo>
                  <a:pt x="283835" y="94298"/>
                </a:lnTo>
                <a:lnTo>
                  <a:pt x="302752" y="94298"/>
                </a:lnTo>
                <a:lnTo>
                  <a:pt x="321678" y="94298"/>
                </a:lnTo>
                <a:lnTo>
                  <a:pt x="340595" y="94298"/>
                </a:lnTo>
                <a:lnTo>
                  <a:pt x="359521" y="94298"/>
                </a:lnTo>
                <a:lnTo>
                  <a:pt x="378438" y="94298"/>
                </a:lnTo>
                <a:lnTo>
                  <a:pt x="397364" y="94298"/>
                </a:lnTo>
                <a:lnTo>
                  <a:pt x="416290" y="94298"/>
                </a:lnTo>
                <a:lnTo>
                  <a:pt x="435207" y="94298"/>
                </a:lnTo>
                <a:lnTo>
                  <a:pt x="454133" y="94298"/>
                </a:lnTo>
                <a:lnTo>
                  <a:pt x="473050" y="94298"/>
                </a:lnTo>
                <a:lnTo>
                  <a:pt x="491976" y="94298"/>
                </a:lnTo>
                <a:lnTo>
                  <a:pt x="510892" y="94298"/>
                </a:lnTo>
                <a:lnTo>
                  <a:pt x="529819" y="94298"/>
                </a:lnTo>
                <a:lnTo>
                  <a:pt x="548745" y="94298"/>
                </a:lnTo>
                <a:lnTo>
                  <a:pt x="567661" y="94298"/>
                </a:lnTo>
                <a:lnTo>
                  <a:pt x="586588" y="94298"/>
                </a:lnTo>
                <a:lnTo>
                  <a:pt x="605504" y="94298"/>
                </a:lnTo>
                <a:lnTo>
                  <a:pt x="624430" y="94298"/>
                </a:lnTo>
                <a:lnTo>
                  <a:pt x="643347" y="94298"/>
                </a:lnTo>
                <a:lnTo>
                  <a:pt x="662273" y="94298"/>
                </a:lnTo>
                <a:lnTo>
                  <a:pt x="681190" y="94298"/>
                </a:lnTo>
                <a:lnTo>
                  <a:pt x="700116" y="94298"/>
                </a:lnTo>
                <a:lnTo>
                  <a:pt x="719042" y="94298"/>
                </a:lnTo>
                <a:lnTo>
                  <a:pt x="737959" y="94298"/>
                </a:lnTo>
                <a:lnTo>
                  <a:pt x="756885" y="94298"/>
                </a:lnTo>
                <a:lnTo>
                  <a:pt x="775802" y="94298"/>
                </a:lnTo>
                <a:lnTo>
                  <a:pt x="794728" y="94298"/>
                </a:lnTo>
                <a:lnTo>
                  <a:pt x="813645" y="94298"/>
                </a:lnTo>
                <a:lnTo>
                  <a:pt x="832561" y="94269"/>
                </a:lnTo>
                <a:lnTo>
                  <a:pt x="850249" y="87535"/>
                </a:lnTo>
                <a:lnTo>
                  <a:pt x="867937" y="80801"/>
                </a:lnTo>
                <a:lnTo>
                  <a:pt x="885615" y="74066"/>
                </a:lnTo>
                <a:lnTo>
                  <a:pt x="903303" y="67332"/>
                </a:lnTo>
                <a:lnTo>
                  <a:pt x="920982" y="60598"/>
                </a:lnTo>
                <a:lnTo>
                  <a:pt x="938670" y="53864"/>
                </a:lnTo>
                <a:lnTo>
                  <a:pt x="956348" y="47130"/>
                </a:lnTo>
                <a:lnTo>
                  <a:pt x="974036" y="40396"/>
                </a:lnTo>
                <a:lnTo>
                  <a:pt x="991714" y="33671"/>
                </a:lnTo>
                <a:lnTo>
                  <a:pt x="1009402" y="26937"/>
                </a:lnTo>
                <a:lnTo>
                  <a:pt x="1027081" y="20203"/>
                </a:lnTo>
                <a:lnTo>
                  <a:pt x="1044769" y="13468"/>
                </a:lnTo>
                <a:lnTo>
                  <a:pt x="1062447" y="6734"/>
                </a:lnTo>
                <a:lnTo>
                  <a:pt x="1080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1B54C119-EBA1-400E-8FCC-5303973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5318" y="5634990"/>
            <a:ext cx="7800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8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244C67B7-FF7A-4F8C-A557-463B4D2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935" y="5202393"/>
            <a:ext cx="186690" cy="293532"/>
          </a:xfrm>
          <a:custGeom xmlns:a="http://schemas.openxmlformats.org/drawingml/2006/main">
            <a:pathLst>
              <a:path w="186690" h="293532">
                <a:moveTo>
                  <a:pt x="0" y="293532"/>
                </a:moveTo>
                <a:lnTo>
                  <a:pt x="0" y="274596"/>
                </a:lnTo>
                <a:lnTo>
                  <a:pt x="0" y="255651"/>
                </a:lnTo>
                <a:lnTo>
                  <a:pt x="0" y="236715"/>
                </a:lnTo>
                <a:lnTo>
                  <a:pt x="0" y="217780"/>
                </a:lnTo>
                <a:lnTo>
                  <a:pt x="0" y="198844"/>
                </a:lnTo>
                <a:lnTo>
                  <a:pt x="0" y="179899"/>
                </a:lnTo>
                <a:lnTo>
                  <a:pt x="0" y="160963"/>
                </a:lnTo>
                <a:lnTo>
                  <a:pt x="0" y="142027"/>
                </a:lnTo>
                <a:lnTo>
                  <a:pt x="0" y="123092"/>
                </a:lnTo>
                <a:lnTo>
                  <a:pt x="0" y="104156"/>
                </a:lnTo>
                <a:lnTo>
                  <a:pt x="0" y="85211"/>
                </a:lnTo>
                <a:lnTo>
                  <a:pt x="0" y="66275"/>
                </a:lnTo>
                <a:lnTo>
                  <a:pt x="12125" y="55959"/>
                </a:lnTo>
                <a:lnTo>
                  <a:pt x="30013" y="49759"/>
                </a:lnTo>
                <a:lnTo>
                  <a:pt x="47901" y="43548"/>
                </a:lnTo>
                <a:lnTo>
                  <a:pt x="65799" y="37338"/>
                </a:lnTo>
                <a:lnTo>
                  <a:pt x="83687" y="31137"/>
                </a:lnTo>
                <a:lnTo>
                  <a:pt x="101575" y="24927"/>
                </a:lnTo>
                <a:lnTo>
                  <a:pt x="119472" y="18717"/>
                </a:lnTo>
                <a:lnTo>
                  <a:pt x="137360" y="12516"/>
                </a:lnTo>
                <a:lnTo>
                  <a:pt x="155258" y="6306"/>
                </a:lnTo>
                <a:lnTo>
                  <a:pt x="173145" y="95"/>
                </a:lnTo>
                <a:lnTo>
                  <a:pt x="186690" y="0"/>
                </a:lnTo>
                <a:lnTo>
                  <a:pt x="186690" y="18936"/>
                </a:lnTo>
                <a:lnTo>
                  <a:pt x="186690" y="37871"/>
                </a:lnTo>
                <a:lnTo>
                  <a:pt x="186690" y="56817"/>
                </a:lnTo>
                <a:lnTo>
                  <a:pt x="186690" y="75752"/>
                </a:lnTo>
                <a:lnTo>
                  <a:pt x="186690" y="94688"/>
                </a:lnTo>
                <a:lnTo>
                  <a:pt x="186690" y="113624"/>
                </a:lnTo>
                <a:lnTo>
                  <a:pt x="186690" y="132569"/>
                </a:lnTo>
                <a:lnTo>
                  <a:pt x="186690" y="151505"/>
                </a:lnTo>
                <a:lnTo>
                  <a:pt x="186690" y="170440"/>
                </a:lnTo>
                <a:lnTo>
                  <a:pt x="186690" y="189376"/>
                </a:lnTo>
                <a:lnTo>
                  <a:pt x="186690" y="208312"/>
                </a:lnTo>
                <a:lnTo>
                  <a:pt x="174069" y="218932"/>
                </a:lnTo>
                <a:lnTo>
                  <a:pt x="156658" y="226390"/>
                </a:lnTo>
                <a:lnTo>
                  <a:pt x="139256" y="233848"/>
                </a:lnTo>
                <a:lnTo>
                  <a:pt x="121844" y="241306"/>
                </a:lnTo>
                <a:lnTo>
                  <a:pt x="104442" y="248774"/>
                </a:lnTo>
                <a:lnTo>
                  <a:pt x="87030" y="256232"/>
                </a:lnTo>
                <a:lnTo>
                  <a:pt x="69628" y="263690"/>
                </a:lnTo>
                <a:lnTo>
                  <a:pt x="52216" y="271148"/>
                </a:lnTo>
                <a:lnTo>
                  <a:pt x="34814" y="278606"/>
                </a:lnTo>
                <a:lnTo>
                  <a:pt x="17402" y="286074"/>
                </a:lnTo>
                <a:lnTo>
                  <a:pt x="0" y="293532"/>
                </a:lnTo>
              </a:path>
            </a:pathLst>
          </a:custGeom>
          <a:solidFill xmlns:a="http://schemas.openxmlformats.org/drawingml/2006/main">
            <a:srgbClr val="7897C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9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20BE3005-0762-49F6-8989-1DFAF8F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343" y="5415915"/>
            <a:ext cx="1109615" cy="80010"/>
          </a:xfrm>
          <a:custGeom xmlns:a="http://schemas.openxmlformats.org/drawingml/2006/main">
            <a:pathLst>
              <a:path w="1109615" h="80010">
                <a:moveTo>
                  <a:pt x="0" y="80010"/>
                </a:moveTo>
                <a:lnTo>
                  <a:pt x="19021" y="80010"/>
                </a:lnTo>
                <a:lnTo>
                  <a:pt x="38043" y="80010"/>
                </a:lnTo>
                <a:lnTo>
                  <a:pt x="57064" y="80010"/>
                </a:lnTo>
                <a:lnTo>
                  <a:pt x="76095" y="80010"/>
                </a:lnTo>
                <a:lnTo>
                  <a:pt x="95117" y="80010"/>
                </a:lnTo>
                <a:lnTo>
                  <a:pt x="114138" y="80010"/>
                </a:lnTo>
                <a:lnTo>
                  <a:pt x="133160" y="80010"/>
                </a:lnTo>
                <a:lnTo>
                  <a:pt x="152181" y="80010"/>
                </a:lnTo>
                <a:lnTo>
                  <a:pt x="171202" y="80010"/>
                </a:lnTo>
                <a:lnTo>
                  <a:pt x="190233" y="80010"/>
                </a:lnTo>
                <a:lnTo>
                  <a:pt x="209255" y="80010"/>
                </a:lnTo>
                <a:lnTo>
                  <a:pt x="228276" y="80010"/>
                </a:lnTo>
                <a:lnTo>
                  <a:pt x="247298" y="80010"/>
                </a:lnTo>
                <a:lnTo>
                  <a:pt x="266319" y="80010"/>
                </a:lnTo>
                <a:lnTo>
                  <a:pt x="285340" y="80010"/>
                </a:lnTo>
                <a:lnTo>
                  <a:pt x="304371" y="80010"/>
                </a:lnTo>
                <a:lnTo>
                  <a:pt x="323393" y="80010"/>
                </a:lnTo>
                <a:lnTo>
                  <a:pt x="342414" y="80010"/>
                </a:lnTo>
                <a:lnTo>
                  <a:pt x="361436" y="80010"/>
                </a:lnTo>
                <a:lnTo>
                  <a:pt x="380457" y="80010"/>
                </a:lnTo>
                <a:lnTo>
                  <a:pt x="399479" y="80010"/>
                </a:lnTo>
                <a:lnTo>
                  <a:pt x="418509" y="80010"/>
                </a:lnTo>
                <a:lnTo>
                  <a:pt x="437531" y="80010"/>
                </a:lnTo>
                <a:lnTo>
                  <a:pt x="456552" y="80010"/>
                </a:lnTo>
                <a:lnTo>
                  <a:pt x="475574" y="80010"/>
                </a:lnTo>
                <a:lnTo>
                  <a:pt x="494595" y="80010"/>
                </a:lnTo>
                <a:lnTo>
                  <a:pt x="513617" y="80010"/>
                </a:lnTo>
                <a:lnTo>
                  <a:pt x="532638" y="80010"/>
                </a:lnTo>
                <a:lnTo>
                  <a:pt x="551669" y="80010"/>
                </a:lnTo>
                <a:lnTo>
                  <a:pt x="570690" y="80010"/>
                </a:lnTo>
                <a:lnTo>
                  <a:pt x="589712" y="80010"/>
                </a:lnTo>
                <a:lnTo>
                  <a:pt x="608733" y="80010"/>
                </a:lnTo>
                <a:lnTo>
                  <a:pt x="627755" y="80010"/>
                </a:lnTo>
                <a:lnTo>
                  <a:pt x="646776" y="80010"/>
                </a:lnTo>
                <a:lnTo>
                  <a:pt x="665807" y="80010"/>
                </a:lnTo>
                <a:lnTo>
                  <a:pt x="684828" y="80010"/>
                </a:lnTo>
                <a:lnTo>
                  <a:pt x="703850" y="80010"/>
                </a:lnTo>
                <a:lnTo>
                  <a:pt x="722871" y="80010"/>
                </a:lnTo>
                <a:lnTo>
                  <a:pt x="741893" y="80010"/>
                </a:lnTo>
                <a:lnTo>
                  <a:pt x="760914" y="80010"/>
                </a:lnTo>
                <a:lnTo>
                  <a:pt x="779945" y="80010"/>
                </a:lnTo>
                <a:lnTo>
                  <a:pt x="798967" y="80010"/>
                </a:lnTo>
                <a:lnTo>
                  <a:pt x="817988" y="80010"/>
                </a:lnTo>
                <a:lnTo>
                  <a:pt x="837009" y="80010"/>
                </a:lnTo>
                <a:lnTo>
                  <a:pt x="856031" y="80010"/>
                </a:lnTo>
                <a:lnTo>
                  <a:pt x="875052" y="80010"/>
                </a:lnTo>
                <a:lnTo>
                  <a:pt x="894083" y="80010"/>
                </a:lnTo>
                <a:lnTo>
                  <a:pt x="913105" y="80010"/>
                </a:lnTo>
                <a:lnTo>
                  <a:pt x="932002" y="79410"/>
                </a:lnTo>
                <a:lnTo>
                  <a:pt x="949490" y="71914"/>
                </a:lnTo>
                <a:lnTo>
                  <a:pt x="966968" y="64418"/>
                </a:lnTo>
                <a:lnTo>
                  <a:pt x="984456" y="56921"/>
                </a:lnTo>
                <a:lnTo>
                  <a:pt x="1001944" y="49435"/>
                </a:lnTo>
                <a:lnTo>
                  <a:pt x="1019423" y="41939"/>
                </a:lnTo>
                <a:lnTo>
                  <a:pt x="1036911" y="34442"/>
                </a:lnTo>
                <a:lnTo>
                  <a:pt x="1054398" y="26956"/>
                </a:lnTo>
                <a:lnTo>
                  <a:pt x="1071877" y="19460"/>
                </a:lnTo>
                <a:lnTo>
                  <a:pt x="1089365" y="11963"/>
                </a:lnTo>
                <a:lnTo>
                  <a:pt x="1106853" y="4467"/>
                </a:lnTo>
                <a:lnTo>
                  <a:pt x="1109615" y="0"/>
                </a:lnTo>
                <a:lnTo>
                  <a:pt x="1090584" y="0"/>
                </a:lnTo>
                <a:lnTo>
                  <a:pt x="1071563" y="0"/>
                </a:lnTo>
                <a:lnTo>
                  <a:pt x="1052541" y="0"/>
                </a:lnTo>
                <a:lnTo>
                  <a:pt x="1033520" y="0"/>
                </a:lnTo>
                <a:lnTo>
                  <a:pt x="1014498" y="0"/>
                </a:lnTo>
                <a:lnTo>
                  <a:pt x="995477" y="0"/>
                </a:lnTo>
                <a:lnTo>
                  <a:pt x="976446" y="0"/>
                </a:lnTo>
                <a:lnTo>
                  <a:pt x="957424" y="0"/>
                </a:lnTo>
                <a:lnTo>
                  <a:pt x="938403" y="0"/>
                </a:lnTo>
                <a:lnTo>
                  <a:pt x="919382" y="0"/>
                </a:lnTo>
                <a:lnTo>
                  <a:pt x="900360" y="0"/>
                </a:lnTo>
                <a:lnTo>
                  <a:pt x="881339" y="0"/>
                </a:lnTo>
                <a:lnTo>
                  <a:pt x="862308" y="0"/>
                </a:lnTo>
                <a:lnTo>
                  <a:pt x="843286" y="0"/>
                </a:lnTo>
                <a:lnTo>
                  <a:pt x="824265" y="0"/>
                </a:lnTo>
                <a:lnTo>
                  <a:pt x="805244" y="0"/>
                </a:lnTo>
                <a:lnTo>
                  <a:pt x="786222" y="0"/>
                </a:lnTo>
                <a:lnTo>
                  <a:pt x="767201" y="0"/>
                </a:lnTo>
                <a:lnTo>
                  <a:pt x="748170" y="0"/>
                </a:lnTo>
                <a:lnTo>
                  <a:pt x="729148" y="0"/>
                </a:lnTo>
                <a:lnTo>
                  <a:pt x="710127" y="0"/>
                </a:lnTo>
                <a:lnTo>
                  <a:pt x="691105" y="0"/>
                </a:lnTo>
                <a:lnTo>
                  <a:pt x="672084" y="0"/>
                </a:lnTo>
                <a:lnTo>
                  <a:pt x="653063" y="0"/>
                </a:lnTo>
                <a:lnTo>
                  <a:pt x="634032" y="0"/>
                </a:lnTo>
                <a:lnTo>
                  <a:pt x="615010" y="0"/>
                </a:lnTo>
                <a:lnTo>
                  <a:pt x="595989" y="0"/>
                </a:lnTo>
                <a:lnTo>
                  <a:pt x="576967" y="0"/>
                </a:lnTo>
                <a:lnTo>
                  <a:pt x="557946" y="0"/>
                </a:lnTo>
                <a:lnTo>
                  <a:pt x="538925" y="0"/>
                </a:lnTo>
                <a:lnTo>
                  <a:pt x="519903" y="0"/>
                </a:lnTo>
                <a:lnTo>
                  <a:pt x="500872" y="0"/>
                </a:lnTo>
                <a:lnTo>
                  <a:pt x="481851" y="0"/>
                </a:lnTo>
                <a:lnTo>
                  <a:pt x="462829" y="0"/>
                </a:lnTo>
                <a:lnTo>
                  <a:pt x="443808" y="0"/>
                </a:lnTo>
                <a:lnTo>
                  <a:pt x="424786" y="0"/>
                </a:lnTo>
                <a:lnTo>
                  <a:pt x="405765" y="0"/>
                </a:lnTo>
                <a:lnTo>
                  <a:pt x="386734" y="0"/>
                </a:lnTo>
                <a:lnTo>
                  <a:pt x="367713" y="0"/>
                </a:lnTo>
                <a:lnTo>
                  <a:pt x="348691" y="0"/>
                </a:lnTo>
                <a:lnTo>
                  <a:pt x="329670" y="0"/>
                </a:lnTo>
                <a:lnTo>
                  <a:pt x="310648" y="0"/>
                </a:lnTo>
                <a:lnTo>
                  <a:pt x="291627" y="0"/>
                </a:lnTo>
                <a:lnTo>
                  <a:pt x="272596" y="0"/>
                </a:lnTo>
                <a:lnTo>
                  <a:pt x="253575" y="0"/>
                </a:lnTo>
                <a:lnTo>
                  <a:pt x="235058" y="3181"/>
                </a:lnTo>
                <a:lnTo>
                  <a:pt x="216980" y="9087"/>
                </a:lnTo>
                <a:lnTo>
                  <a:pt x="198901" y="15002"/>
                </a:lnTo>
                <a:lnTo>
                  <a:pt x="180813" y="20907"/>
                </a:lnTo>
                <a:lnTo>
                  <a:pt x="162735" y="26822"/>
                </a:lnTo>
                <a:lnTo>
                  <a:pt x="144656" y="32728"/>
                </a:lnTo>
                <a:lnTo>
                  <a:pt x="126568" y="38643"/>
                </a:lnTo>
                <a:lnTo>
                  <a:pt x="108490" y="44548"/>
                </a:lnTo>
                <a:lnTo>
                  <a:pt x="90411" y="50463"/>
                </a:lnTo>
                <a:lnTo>
                  <a:pt x="72323" y="56369"/>
                </a:lnTo>
                <a:lnTo>
                  <a:pt x="54245" y="62284"/>
                </a:lnTo>
                <a:lnTo>
                  <a:pt x="36166" y="68189"/>
                </a:lnTo>
                <a:lnTo>
                  <a:pt x="18078" y="74105"/>
                </a:lnTo>
                <a:lnTo>
                  <a:pt x="0" y="80010"/>
                </a:lnTo>
              </a:path>
            </a:pathLst>
          </a:custGeom>
          <a:solidFill xmlns:a="http://schemas.openxmlformats.org/drawingml/2006/main">
            <a:srgbClr val="B8C8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E2CF7FE-79EA-4EB0-A062-1CAE266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5873" y="5415915"/>
            <a:ext cx="1022033" cy="80010"/>
          </a:xfrm>
          <a:custGeom xmlns:a="http://schemas.openxmlformats.org/drawingml/2006/main">
            <a:pathLst>
              <a:path w="1022033" h="80010">
                <a:moveTo>
                  <a:pt x="0" y="80010"/>
                </a:moveTo>
                <a:lnTo>
                  <a:pt x="18879" y="80010"/>
                </a:lnTo>
                <a:lnTo>
                  <a:pt x="37748" y="80010"/>
                </a:lnTo>
                <a:lnTo>
                  <a:pt x="56626" y="80010"/>
                </a:lnTo>
                <a:lnTo>
                  <a:pt x="75505" y="80010"/>
                </a:lnTo>
                <a:lnTo>
                  <a:pt x="94374" y="80010"/>
                </a:lnTo>
                <a:lnTo>
                  <a:pt x="113252" y="80010"/>
                </a:lnTo>
                <a:lnTo>
                  <a:pt x="132131" y="80010"/>
                </a:lnTo>
                <a:lnTo>
                  <a:pt x="151000" y="80010"/>
                </a:lnTo>
                <a:lnTo>
                  <a:pt x="169878" y="80010"/>
                </a:lnTo>
                <a:lnTo>
                  <a:pt x="188757" y="80010"/>
                </a:lnTo>
                <a:lnTo>
                  <a:pt x="207626" y="80010"/>
                </a:lnTo>
                <a:lnTo>
                  <a:pt x="226505" y="80010"/>
                </a:lnTo>
                <a:lnTo>
                  <a:pt x="245383" y="80010"/>
                </a:lnTo>
                <a:lnTo>
                  <a:pt x="264262" y="80010"/>
                </a:lnTo>
                <a:lnTo>
                  <a:pt x="283131" y="80010"/>
                </a:lnTo>
                <a:lnTo>
                  <a:pt x="302009" y="80010"/>
                </a:lnTo>
                <a:lnTo>
                  <a:pt x="320888" y="80010"/>
                </a:lnTo>
                <a:lnTo>
                  <a:pt x="339757" y="80010"/>
                </a:lnTo>
                <a:lnTo>
                  <a:pt x="358635" y="80010"/>
                </a:lnTo>
                <a:lnTo>
                  <a:pt x="377514" y="80010"/>
                </a:lnTo>
                <a:lnTo>
                  <a:pt x="396383" y="80010"/>
                </a:lnTo>
                <a:lnTo>
                  <a:pt x="415261" y="80010"/>
                </a:lnTo>
                <a:lnTo>
                  <a:pt x="434140" y="80010"/>
                </a:lnTo>
                <a:lnTo>
                  <a:pt x="453009" y="80010"/>
                </a:lnTo>
                <a:lnTo>
                  <a:pt x="471888" y="80010"/>
                </a:lnTo>
                <a:lnTo>
                  <a:pt x="490766" y="80010"/>
                </a:lnTo>
                <a:lnTo>
                  <a:pt x="509635" y="80010"/>
                </a:lnTo>
                <a:lnTo>
                  <a:pt x="528514" y="80010"/>
                </a:lnTo>
                <a:lnTo>
                  <a:pt x="547392" y="80010"/>
                </a:lnTo>
                <a:lnTo>
                  <a:pt x="566261" y="80010"/>
                </a:lnTo>
                <a:lnTo>
                  <a:pt x="585140" y="80010"/>
                </a:lnTo>
                <a:lnTo>
                  <a:pt x="604018" y="80010"/>
                </a:lnTo>
                <a:lnTo>
                  <a:pt x="622887" y="80010"/>
                </a:lnTo>
                <a:lnTo>
                  <a:pt x="641766" y="80010"/>
                </a:lnTo>
                <a:lnTo>
                  <a:pt x="660644" y="80010"/>
                </a:lnTo>
                <a:lnTo>
                  <a:pt x="679514" y="80010"/>
                </a:lnTo>
                <a:lnTo>
                  <a:pt x="698392" y="80010"/>
                </a:lnTo>
                <a:lnTo>
                  <a:pt x="717271" y="80010"/>
                </a:lnTo>
                <a:lnTo>
                  <a:pt x="736149" y="80010"/>
                </a:lnTo>
                <a:lnTo>
                  <a:pt x="755018" y="80010"/>
                </a:lnTo>
                <a:lnTo>
                  <a:pt x="773897" y="80010"/>
                </a:lnTo>
                <a:lnTo>
                  <a:pt x="792775" y="80010"/>
                </a:lnTo>
                <a:lnTo>
                  <a:pt x="811644" y="80010"/>
                </a:lnTo>
                <a:lnTo>
                  <a:pt x="830523" y="80010"/>
                </a:lnTo>
                <a:lnTo>
                  <a:pt x="848001" y="73095"/>
                </a:lnTo>
                <a:lnTo>
                  <a:pt x="865403" y="65780"/>
                </a:lnTo>
                <a:lnTo>
                  <a:pt x="882806" y="58474"/>
                </a:lnTo>
                <a:lnTo>
                  <a:pt x="900217" y="51168"/>
                </a:lnTo>
                <a:lnTo>
                  <a:pt x="917619" y="43853"/>
                </a:lnTo>
                <a:lnTo>
                  <a:pt x="935022" y="36547"/>
                </a:lnTo>
                <a:lnTo>
                  <a:pt x="952424" y="29232"/>
                </a:lnTo>
                <a:lnTo>
                  <a:pt x="969826" y="21927"/>
                </a:lnTo>
                <a:lnTo>
                  <a:pt x="987228" y="14621"/>
                </a:lnTo>
                <a:lnTo>
                  <a:pt x="1004630" y="7306"/>
                </a:lnTo>
                <a:lnTo>
                  <a:pt x="10220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1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0CF2962-C5A2-4C24-927D-EDE1A57D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7808" y="5415915"/>
            <a:ext cx="7800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2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CC8841E-26A0-4657-86F5-0D88784E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983690"/>
            <a:ext cx="129540" cy="278873"/>
          </a:xfrm>
          <a:custGeom xmlns:a="http://schemas.openxmlformats.org/drawingml/2006/main">
            <a:pathLst>
              <a:path w="129540" h="278873">
                <a:moveTo>
                  <a:pt x="0" y="278873"/>
                </a:moveTo>
                <a:lnTo>
                  <a:pt x="0" y="259994"/>
                </a:lnTo>
                <a:lnTo>
                  <a:pt x="0" y="241116"/>
                </a:lnTo>
                <a:lnTo>
                  <a:pt x="0" y="222237"/>
                </a:lnTo>
                <a:lnTo>
                  <a:pt x="0" y="203359"/>
                </a:lnTo>
                <a:lnTo>
                  <a:pt x="0" y="184480"/>
                </a:lnTo>
                <a:lnTo>
                  <a:pt x="0" y="165602"/>
                </a:lnTo>
                <a:lnTo>
                  <a:pt x="0" y="146723"/>
                </a:lnTo>
                <a:lnTo>
                  <a:pt x="0" y="127845"/>
                </a:lnTo>
                <a:lnTo>
                  <a:pt x="0" y="108966"/>
                </a:lnTo>
                <a:lnTo>
                  <a:pt x="0" y="90087"/>
                </a:lnTo>
                <a:lnTo>
                  <a:pt x="0" y="71199"/>
                </a:lnTo>
                <a:lnTo>
                  <a:pt x="0" y="52321"/>
                </a:lnTo>
                <a:lnTo>
                  <a:pt x="11249" y="41129"/>
                </a:lnTo>
                <a:lnTo>
                  <a:pt x="28832" y="34280"/>
                </a:lnTo>
                <a:lnTo>
                  <a:pt x="46425" y="27422"/>
                </a:lnTo>
                <a:lnTo>
                  <a:pt x="64018" y="20564"/>
                </a:lnTo>
                <a:lnTo>
                  <a:pt x="81610" y="13706"/>
                </a:lnTo>
                <a:lnTo>
                  <a:pt x="99203" y="6858"/>
                </a:lnTo>
                <a:lnTo>
                  <a:pt x="116786" y="0"/>
                </a:lnTo>
                <a:lnTo>
                  <a:pt x="129540" y="229"/>
                </a:lnTo>
                <a:lnTo>
                  <a:pt x="129540" y="19107"/>
                </a:lnTo>
                <a:lnTo>
                  <a:pt x="129540" y="37986"/>
                </a:lnTo>
                <a:lnTo>
                  <a:pt x="129540" y="56864"/>
                </a:lnTo>
                <a:lnTo>
                  <a:pt x="129540" y="75743"/>
                </a:lnTo>
                <a:lnTo>
                  <a:pt x="129540" y="94621"/>
                </a:lnTo>
                <a:lnTo>
                  <a:pt x="129540" y="113500"/>
                </a:lnTo>
                <a:lnTo>
                  <a:pt x="129540" y="132388"/>
                </a:lnTo>
                <a:lnTo>
                  <a:pt x="129540" y="151267"/>
                </a:lnTo>
                <a:lnTo>
                  <a:pt x="129540" y="170145"/>
                </a:lnTo>
                <a:lnTo>
                  <a:pt x="129540" y="189024"/>
                </a:lnTo>
                <a:lnTo>
                  <a:pt x="129540" y="207902"/>
                </a:lnTo>
                <a:lnTo>
                  <a:pt x="118205" y="219770"/>
                </a:lnTo>
                <a:lnTo>
                  <a:pt x="101317" y="228219"/>
                </a:lnTo>
                <a:lnTo>
                  <a:pt x="84430" y="236658"/>
                </a:lnTo>
                <a:lnTo>
                  <a:pt x="67542" y="245107"/>
                </a:lnTo>
                <a:lnTo>
                  <a:pt x="50654" y="253546"/>
                </a:lnTo>
                <a:lnTo>
                  <a:pt x="33776" y="261995"/>
                </a:lnTo>
                <a:lnTo>
                  <a:pt x="16888" y="270434"/>
                </a:lnTo>
                <a:lnTo>
                  <a:pt x="0" y="278873"/>
                </a:lnTo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3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ABEAA97D-3EAD-4532-A476-0708E4A5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935" y="5197793"/>
            <a:ext cx="1051874" cy="64770"/>
          </a:xfrm>
          <a:custGeom xmlns:a="http://schemas.openxmlformats.org/drawingml/2006/main">
            <a:pathLst>
              <a:path w="1051874" h="64770">
                <a:moveTo>
                  <a:pt x="0" y="64770"/>
                </a:moveTo>
                <a:lnTo>
                  <a:pt x="18974" y="64770"/>
                </a:lnTo>
                <a:lnTo>
                  <a:pt x="37957" y="64770"/>
                </a:lnTo>
                <a:lnTo>
                  <a:pt x="56931" y="64770"/>
                </a:lnTo>
                <a:lnTo>
                  <a:pt x="75914" y="64770"/>
                </a:lnTo>
                <a:lnTo>
                  <a:pt x="94888" y="64770"/>
                </a:lnTo>
                <a:lnTo>
                  <a:pt x="113871" y="64770"/>
                </a:lnTo>
                <a:lnTo>
                  <a:pt x="132845" y="64770"/>
                </a:lnTo>
                <a:lnTo>
                  <a:pt x="151829" y="64770"/>
                </a:lnTo>
                <a:lnTo>
                  <a:pt x="170802" y="64770"/>
                </a:lnTo>
                <a:lnTo>
                  <a:pt x="189786" y="64770"/>
                </a:lnTo>
                <a:lnTo>
                  <a:pt x="208759" y="64770"/>
                </a:lnTo>
                <a:lnTo>
                  <a:pt x="227743" y="64770"/>
                </a:lnTo>
                <a:lnTo>
                  <a:pt x="246717" y="64770"/>
                </a:lnTo>
                <a:lnTo>
                  <a:pt x="265700" y="64770"/>
                </a:lnTo>
                <a:lnTo>
                  <a:pt x="284674" y="64770"/>
                </a:lnTo>
                <a:lnTo>
                  <a:pt x="303657" y="64770"/>
                </a:lnTo>
                <a:lnTo>
                  <a:pt x="322631" y="64770"/>
                </a:lnTo>
                <a:lnTo>
                  <a:pt x="341614" y="64770"/>
                </a:lnTo>
                <a:lnTo>
                  <a:pt x="360588" y="64770"/>
                </a:lnTo>
                <a:lnTo>
                  <a:pt x="379571" y="64770"/>
                </a:lnTo>
                <a:lnTo>
                  <a:pt x="398545" y="64770"/>
                </a:lnTo>
                <a:lnTo>
                  <a:pt x="417528" y="64770"/>
                </a:lnTo>
                <a:lnTo>
                  <a:pt x="436502" y="64770"/>
                </a:lnTo>
                <a:lnTo>
                  <a:pt x="455486" y="64770"/>
                </a:lnTo>
                <a:lnTo>
                  <a:pt x="474459" y="64770"/>
                </a:lnTo>
                <a:lnTo>
                  <a:pt x="493443" y="64770"/>
                </a:lnTo>
                <a:lnTo>
                  <a:pt x="512416" y="64770"/>
                </a:lnTo>
                <a:lnTo>
                  <a:pt x="531400" y="64770"/>
                </a:lnTo>
                <a:lnTo>
                  <a:pt x="550374" y="64770"/>
                </a:lnTo>
                <a:lnTo>
                  <a:pt x="569357" y="64770"/>
                </a:lnTo>
                <a:lnTo>
                  <a:pt x="588331" y="64770"/>
                </a:lnTo>
                <a:lnTo>
                  <a:pt x="607314" y="64770"/>
                </a:lnTo>
                <a:lnTo>
                  <a:pt x="626288" y="64770"/>
                </a:lnTo>
                <a:lnTo>
                  <a:pt x="645271" y="64770"/>
                </a:lnTo>
                <a:lnTo>
                  <a:pt x="664245" y="64770"/>
                </a:lnTo>
                <a:lnTo>
                  <a:pt x="683228" y="64770"/>
                </a:lnTo>
                <a:lnTo>
                  <a:pt x="702202" y="64770"/>
                </a:lnTo>
                <a:lnTo>
                  <a:pt x="721185" y="64770"/>
                </a:lnTo>
                <a:lnTo>
                  <a:pt x="740159" y="64770"/>
                </a:lnTo>
                <a:lnTo>
                  <a:pt x="759143" y="64770"/>
                </a:lnTo>
                <a:lnTo>
                  <a:pt x="778116" y="64770"/>
                </a:lnTo>
                <a:lnTo>
                  <a:pt x="797100" y="64770"/>
                </a:lnTo>
                <a:lnTo>
                  <a:pt x="816073" y="64770"/>
                </a:lnTo>
                <a:lnTo>
                  <a:pt x="835047" y="64770"/>
                </a:lnTo>
                <a:lnTo>
                  <a:pt x="854031" y="64770"/>
                </a:lnTo>
                <a:lnTo>
                  <a:pt x="873004" y="64770"/>
                </a:lnTo>
                <a:lnTo>
                  <a:pt x="891988" y="64770"/>
                </a:lnTo>
                <a:lnTo>
                  <a:pt x="910961" y="64770"/>
                </a:lnTo>
                <a:lnTo>
                  <a:pt x="929916" y="64637"/>
                </a:lnTo>
                <a:lnTo>
                  <a:pt x="946890" y="56150"/>
                </a:lnTo>
                <a:lnTo>
                  <a:pt x="963863" y="47663"/>
                </a:lnTo>
                <a:lnTo>
                  <a:pt x="980837" y="39167"/>
                </a:lnTo>
                <a:lnTo>
                  <a:pt x="997810" y="30680"/>
                </a:lnTo>
                <a:lnTo>
                  <a:pt x="1014784" y="22193"/>
                </a:lnTo>
                <a:lnTo>
                  <a:pt x="1031758" y="13706"/>
                </a:lnTo>
                <a:lnTo>
                  <a:pt x="1048741" y="5220"/>
                </a:lnTo>
                <a:lnTo>
                  <a:pt x="1051874" y="0"/>
                </a:lnTo>
                <a:lnTo>
                  <a:pt x="1032901" y="0"/>
                </a:lnTo>
                <a:lnTo>
                  <a:pt x="1013917" y="0"/>
                </a:lnTo>
                <a:lnTo>
                  <a:pt x="994943" y="0"/>
                </a:lnTo>
                <a:lnTo>
                  <a:pt x="975960" y="0"/>
                </a:lnTo>
                <a:lnTo>
                  <a:pt x="956986" y="0"/>
                </a:lnTo>
                <a:lnTo>
                  <a:pt x="938003" y="0"/>
                </a:lnTo>
                <a:lnTo>
                  <a:pt x="919029" y="0"/>
                </a:lnTo>
                <a:lnTo>
                  <a:pt x="900046" y="0"/>
                </a:lnTo>
                <a:lnTo>
                  <a:pt x="881072" y="0"/>
                </a:lnTo>
                <a:lnTo>
                  <a:pt x="862089" y="0"/>
                </a:lnTo>
                <a:lnTo>
                  <a:pt x="843115" y="0"/>
                </a:lnTo>
                <a:lnTo>
                  <a:pt x="824132" y="0"/>
                </a:lnTo>
                <a:lnTo>
                  <a:pt x="805158" y="0"/>
                </a:lnTo>
                <a:lnTo>
                  <a:pt x="786174" y="0"/>
                </a:lnTo>
                <a:lnTo>
                  <a:pt x="767201" y="0"/>
                </a:lnTo>
                <a:lnTo>
                  <a:pt x="748217" y="0"/>
                </a:lnTo>
                <a:lnTo>
                  <a:pt x="729244" y="0"/>
                </a:lnTo>
                <a:lnTo>
                  <a:pt x="710260" y="0"/>
                </a:lnTo>
                <a:lnTo>
                  <a:pt x="691286" y="0"/>
                </a:lnTo>
                <a:lnTo>
                  <a:pt x="672303" y="0"/>
                </a:lnTo>
                <a:lnTo>
                  <a:pt x="653329" y="0"/>
                </a:lnTo>
                <a:lnTo>
                  <a:pt x="634355" y="0"/>
                </a:lnTo>
                <a:lnTo>
                  <a:pt x="615372" y="0"/>
                </a:lnTo>
                <a:lnTo>
                  <a:pt x="596398" y="0"/>
                </a:lnTo>
                <a:lnTo>
                  <a:pt x="577415" y="0"/>
                </a:lnTo>
                <a:lnTo>
                  <a:pt x="558441" y="0"/>
                </a:lnTo>
                <a:lnTo>
                  <a:pt x="539458" y="0"/>
                </a:lnTo>
                <a:lnTo>
                  <a:pt x="520484" y="0"/>
                </a:lnTo>
                <a:lnTo>
                  <a:pt x="501501" y="0"/>
                </a:lnTo>
                <a:lnTo>
                  <a:pt x="482527" y="0"/>
                </a:lnTo>
                <a:lnTo>
                  <a:pt x="463544" y="0"/>
                </a:lnTo>
                <a:lnTo>
                  <a:pt x="444570" y="0"/>
                </a:lnTo>
                <a:lnTo>
                  <a:pt x="425587" y="0"/>
                </a:lnTo>
                <a:lnTo>
                  <a:pt x="406613" y="0"/>
                </a:lnTo>
                <a:lnTo>
                  <a:pt x="387629" y="0"/>
                </a:lnTo>
                <a:lnTo>
                  <a:pt x="368656" y="0"/>
                </a:lnTo>
                <a:lnTo>
                  <a:pt x="349672" y="0"/>
                </a:lnTo>
                <a:lnTo>
                  <a:pt x="330698" y="0"/>
                </a:lnTo>
                <a:lnTo>
                  <a:pt x="311715" y="0"/>
                </a:lnTo>
                <a:lnTo>
                  <a:pt x="292741" y="0"/>
                </a:lnTo>
                <a:lnTo>
                  <a:pt x="273758" y="0"/>
                </a:lnTo>
                <a:lnTo>
                  <a:pt x="254784" y="0"/>
                </a:lnTo>
                <a:lnTo>
                  <a:pt x="235801" y="0"/>
                </a:lnTo>
                <a:lnTo>
                  <a:pt x="216827" y="0"/>
                </a:lnTo>
                <a:lnTo>
                  <a:pt x="197844" y="0"/>
                </a:lnTo>
                <a:lnTo>
                  <a:pt x="179299" y="2562"/>
                </a:lnTo>
                <a:lnTo>
                  <a:pt x="161373" y="8782"/>
                </a:lnTo>
                <a:lnTo>
                  <a:pt x="143437" y="15002"/>
                </a:lnTo>
                <a:lnTo>
                  <a:pt x="125511" y="21222"/>
                </a:lnTo>
                <a:lnTo>
                  <a:pt x="107575" y="27442"/>
                </a:lnTo>
                <a:lnTo>
                  <a:pt x="89649" y="33671"/>
                </a:lnTo>
                <a:lnTo>
                  <a:pt x="71723" y="39891"/>
                </a:lnTo>
                <a:lnTo>
                  <a:pt x="53788" y="46111"/>
                </a:lnTo>
                <a:lnTo>
                  <a:pt x="35862" y="52330"/>
                </a:lnTo>
                <a:lnTo>
                  <a:pt x="17926" y="58550"/>
                </a:lnTo>
                <a:lnTo>
                  <a:pt x="0" y="64770"/>
                </a:lnTo>
              </a:path>
            </a:pathLst>
          </a:custGeom>
          <a:solidFill xmlns:a="http://schemas.openxmlformats.org/drawingml/2006/main">
            <a:srgbClr val="7897C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4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67BD97F-72C2-4BA7-87C5-581DECB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513" y="5197793"/>
            <a:ext cx="964883" cy="64770"/>
          </a:xfrm>
          <a:custGeom xmlns:a="http://schemas.openxmlformats.org/drawingml/2006/main">
            <a:pathLst>
              <a:path w="964883" h="64770">
                <a:moveTo>
                  <a:pt x="0" y="64770"/>
                </a:moveTo>
                <a:lnTo>
                  <a:pt x="18840" y="64770"/>
                </a:lnTo>
                <a:lnTo>
                  <a:pt x="37690" y="64770"/>
                </a:lnTo>
                <a:lnTo>
                  <a:pt x="56531" y="64770"/>
                </a:lnTo>
                <a:lnTo>
                  <a:pt x="75371" y="64770"/>
                </a:lnTo>
                <a:lnTo>
                  <a:pt x="94221" y="64770"/>
                </a:lnTo>
                <a:lnTo>
                  <a:pt x="113062" y="64770"/>
                </a:lnTo>
                <a:lnTo>
                  <a:pt x="131902" y="64770"/>
                </a:lnTo>
                <a:lnTo>
                  <a:pt x="150752" y="64770"/>
                </a:lnTo>
                <a:lnTo>
                  <a:pt x="169593" y="64770"/>
                </a:lnTo>
                <a:lnTo>
                  <a:pt x="188443" y="64770"/>
                </a:lnTo>
                <a:lnTo>
                  <a:pt x="207283" y="64770"/>
                </a:lnTo>
                <a:lnTo>
                  <a:pt x="226123" y="64770"/>
                </a:lnTo>
                <a:lnTo>
                  <a:pt x="244973" y="64770"/>
                </a:lnTo>
                <a:lnTo>
                  <a:pt x="263814" y="64770"/>
                </a:lnTo>
                <a:lnTo>
                  <a:pt x="282654" y="64770"/>
                </a:lnTo>
                <a:lnTo>
                  <a:pt x="301504" y="64770"/>
                </a:lnTo>
                <a:lnTo>
                  <a:pt x="320345" y="64770"/>
                </a:lnTo>
                <a:lnTo>
                  <a:pt x="339185" y="64770"/>
                </a:lnTo>
                <a:lnTo>
                  <a:pt x="358035" y="64770"/>
                </a:lnTo>
                <a:lnTo>
                  <a:pt x="376876" y="64770"/>
                </a:lnTo>
                <a:lnTo>
                  <a:pt x="395716" y="64770"/>
                </a:lnTo>
                <a:lnTo>
                  <a:pt x="414566" y="64770"/>
                </a:lnTo>
                <a:lnTo>
                  <a:pt x="433407" y="64770"/>
                </a:lnTo>
                <a:lnTo>
                  <a:pt x="452247" y="64770"/>
                </a:lnTo>
                <a:lnTo>
                  <a:pt x="471097" y="64770"/>
                </a:lnTo>
                <a:lnTo>
                  <a:pt x="489937" y="64770"/>
                </a:lnTo>
                <a:lnTo>
                  <a:pt x="508778" y="64770"/>
                </a:lnTo>
                <a:lnTo>
                  <a:pt x="527628" y="64770"/>
                </a:lnTo>
                <a:lnTo>
                  <a:pt x="546468" y="64770"/>
                </a:lnTo>
                <a:lnTo>
                  <a:pt x="565309" y="64770"/>
                </a:lnTo>
                <a:lnTo>
                  <a:pt x="584159" y="64770"/>
                </a:lnTo>
                <a:lnTo>
                  <a:pt x="602999" y="64770"/>
                </a:lnTo>
                <a:lnTo>
                  <a:pt x="621849" y="64770"/>
                </a:lnTo>
                <a:lnTo>
                  <a:pt x="640690" y="64770"/>
                </a:lnTo>
                <a:lnTo>
                  <a:pt x="659530" y="64770"/>
                </a:lnTo>
                <a:lnTo>
                  <a:pt x="678380" y="64770"/>
                </a:lnTo>
                <a:lnTo>
                  <a:pt x="697220" y="64770"/>
                </a:lnTo>
                <a:lnTo>
                  <a:pt x="716061" y="64770"/>
                </a:lnTo>
                <a:lnTo>
                  <a:pt x="734911" y="64770"/>
                </a:lnTo>
                <a:lnTo>
                  <a:pt x="753751" y="64770"/>
                </a:lnTo>
                <a:lnTo>
                  <a:pt x="772592" y="64770"/>
                </a:lnTo>
                <a:lnTo>
                  <a:pt x="791442" y="64770"/>
                </a:lnTo>
                <a:lnTo>
                  <a:pt x="810282" y="64770"/>
                </a:lnTo>
                <a:lnTo>
                  <a:pt x="829123" y="64770"/>
                </a:lnTo>
                <a:lnTo>
                  <a:pt x="846392" y="57969"/>
                </a:lnTo>
                <a:lnTo>
                  <a:pt x="863317" y="49682"/>
                </a:lnTo>
                <a:lnTo>
                  <a:pt x="880253" y="41405"/>
                </a:lnTo>
                <a:lnTo>
                  <a:pt x="897179" y="33118"/>
                </a:lnTo>
                <a:lnTo>
                  <a:pt x="914105" y="24841"/>
                </a:lnTo>
                <a:lnTo>
                  <a:pt x="931031" y="16564"/>
                </a:lnTo>
                <a:lnTo>
                  <a:pt x="947957" y="8277"/>
                </a:lnTo>
                <a:lnTo>
                  <a:pt x="964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5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3CEC481-ED52-42FD-8E07-90DFD312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0298" y="5197793"/>
            <a:ext cx="7800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6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3D626FC7-E0C7-4838-83F7-9E7544BD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168" y="4978851"/>
            <a:ext cx="71438" cy="117843"/>
          </a:xfrm>
          <a:custGeom xmlns:a="http://schemas.openxmlformats.org/drawingml/2006/main">
            <a:pathLst>
              <a:path w="71438" h="117843">
                <a:moveTo>
                  <a:pt x="0" y="50349"/>
                </a:moveTo>
                <a:lnTo>
                  <a:pt x="0" y="60046"/>
                </a:lnTo>
                <a:lnTo>
                  <a:pt x="0" y="69742"/>
                </a:lnTo>
                <a:lnTo>
                  <a:pt x="0" y="79429"/>
                </a:lnTo>
                <a:lnTo>
                  <a:pt x="0" y="89125"/>
                </a:lnTo>
                <a:lnTo>
                  <a:pt x="0" y="98822"/>
                </a:lnTo>
                <a:lnTo>
                  <a:pt x="0" y="108509"/>
                </a:lnTo>
                <a:lnTo>
                  <a:pt x="191" y="117843"/>
                </a:lnTo>
                <a:lnTo>
                  <a:pt x="8106" y="112252"/>
                </a:lnTo>
                <a:lnTo>
                  <a:pt x="16021" y="106651"/>
                </a:lnTo>
                <a:lnTo>
                  <a:pt x="23936" y="101060"/>
                </a:lnTo>
                <a:lnTo>
                  <a:pt x="31852" y="95469"/>
                </a:lnTo>
                <a:lnTo>
                  <a:pt x="39767" y="89868"/>
                </a:lnTo>
                <a:lnTo>
                  <a:pt x="47692" y="84277"/>
                </a:lnTo>
                <a:lnTo>
                  <a:pt x="55607" y="78686"/>
                </a:lnTo>
                <a:lnTo>
                  <a:pt x="63522" y="73085"/>
                </a:lnTo>
                <a:lnTo>
                  <a:pt x="71438" y="67494"/>
                </a:lnTo>
                <a:lnTo>
                  <a:pt x="71438" y="57798"/>
                </a:lnTo>
                <a:lnTo>
                  <a:pt x="71438" y="48111"/>
                </a:lnTo>
                <a:lnTo>
                  <a:pt x="71438" y="38414"/>
                </a:lnTo>
                <a:lnTo>
                  <a:pt x="71438" y="28718"/>
                </a:lnTo>
                <a:lnTo>
                  <a:pt x="71438" y="19021"/>
                </a:lnTo>
                <a:lnTo>
                  <a:pt x="71438" y="9335"/>
                </a:lnTo>
                <a:lnTo>
                  <a:pt x="71247" y="0"/>
                </a:lnTo>
                <a:lnTo>
                  <a:pt x="63332" y="5591"/>
                </a:lnTo>
                <a:lnTo>
                  <a:pt x="55416" y="11192"/>
                </a:lnTo>
                <a:lnTo>
                  <a:pt x="47501" y="16783"/>
                </a:lnTo>
                <a:lnTo>
                  <a:pt x="39586" y="22374"/>
                </a:lnTo>
                <a:lnTo>
                  <a:pt x="31671" y="27975"/>
                </a:lnTo>
                <a:lnTo>
                  <a:pt x="23746" y="33566"/>
                </a:lnTo>
                <a:lnTo>
                  <a:pt x="15831" y="39157"/>
                </a:lnTo>
                <a:lnTo>
                  <a:pt x="7915" y="44758"/>
                </a:lnTo>
                <a:lnTo>
                  <a:pt x="0" y="50349"/>
                </a:lnTo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7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82CD9891-32E8-4329-968C-21019F4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978718"/>
            <a:ext cx="995820" cy="50483"/>
          </a:xfrm>
          <a:custGeom xmlns:a="http://schemas.openxmlformats.org/drawingml/2006/main">
            <a:pathLst>
              <a:path w="995820" h="50483">
                <a:moveTo>
                  <a:pt x="0" y="50483"/>
                </a:moveTo>
                <a:lnTo>
                  <a:pt x="18964" y="50483"/>
                </a:lnTo>
                <a:lnTo>
                  <a:pt x="37938" y="50483"/>
                </a:lnTo>
                <a:lnTo>
                  <a:pt x="56902" y="50483"/>
                </a:lnTo>
                <a:lnTo>
                  <a:pt x="75876" y="50483"/>
                </a:lnTo>
                <a:lnTo>
                  <a:pt x="94840" y="50483"/>
                </a:lnTo>
                <a:lnTo>
                  <a:pt x="113805" y="50483"/>
                </a:lnTo>
                <a:lnTo>
                  <a:pt x="132779" y="50483"/>
                </a:lnTo>
                <a:lnTo>
                  <a:pt x="151743" y="50483"/>
                </a:lnTo>
                <a:lnTo>
                  <a:pt x="170717" y="50483"/>
                </a:lnTo>
                <a:lnTo>
                  <a:pt x="189681" y="50483"/>
                </a:lnTo>
                <a:lnTo>
                  <a:pt x="208645" y="50483"/>
                </a:lnTo>
                <a:lnTo>
                  <a:pt x="227619" y="50483"/>
                </a:lnTo>
                <a:lnTo>
                  <a:pt x="246583" y="50483"/>
                </a:lnTo>
                <a:lnTo>
                  <a:pt x="265557" y="50483"/>
                </a:lnTo>
                <a:lnTo>
                  <a:pt x="284521" y="50483"/>
                </a:lnTo>
                <a:lnTo>
                  <a:pt x="303486" y="50483"/>
                </a:lnTo>
                <a:lnTo>
                  <a:pt x="322459" y="50483"/>
                </a:lnTo>
                <a:lnTo>
                  <a:pt x="341424" y="50483"/>
                </a:lnTo>
                <a:lnTo>
                  <a:pt x="360397" y="50483"/>
                </a:lnTo>
                <a:lnTo>
                  <a:pt x="379362" y="50483"/>
                </a:lnTo>
                <a:lnTo>
                  <a:pt x="398326" y="50483"/>
                </a:lnTo>
                <a:lnTo>
                  <a:pt x="417300" y="50483"/>
                </a:lnTo>
                <a:lnTo>
                  <a:pt x="436264" y="50483"/>
                </a:lnTo>
                <a:lnTo>
                  <a:pt x="455238" y="50483"/>
                </a:lnTo>
                <a:lnTo>
                  <a:pt x="474202" y="50483"/>
                </a:lnTo>
                <a:lnTo>
                  <a:pt x="493166" y="50483"/>
                </a:lnTo>
                <a:lnTo>
                  <a:pt x="512140" y="50483"/>
                </a:lnTo>
                <a:lnTo>
                  <a:pt x="531104" y="50483"/>
                </a:lnTo>
                <a:lnTo>
                  <a:pt x="550078" y="50483"/>
                </a:lnTo>
                <a:lnTo>
                  <a:pt x="569043" y="50483"/>
                </a:lnTo>
                <a:lnTo>
                  <a:pt x="588007" y="50483"/>
                </a:lnTo>
                <a:lnTo>
                  <a:pt x="606981" y="50483"/>
                </a:lnTo>
                <a:lnTo>
                  <a:pt x="625945" y="50483"/>
                </a:lnTo>
                <a:lnTo>
                  <a:pt x="644919" y="50483"/>
                </a:lnTo>
                <a:lnTo>
                  <a:pt x="663883" y="50483"/>
                </a:lnTo>
                <a:lnTo>
                  <a:pt x="682847" y="50483"/>
                </a:lnTo>
                <a:lnTo>
                  <a:pt x="701821" y="50483"/>
                </a:lnTo>
                <a:lnTo>
                  <a:pt x="720785" y="50483"/>
                </a:lnTo>
                <a:lnTo>
                  <a:pt x="739759" y="50483"/>
                </a:lnTo>
                <a:lnTo>
                  <a:pt x="758723" y="50483"/>
                </a:lnTo>
                <a:lnTo>
                  <a:pt x="777688" y="50483"/>
                </a:lnTo>
                <a:lnTo>
                  <a:pt x="796661" y="50483"/>
                </a:lnTo>
                <a:lnTo>
                  <a:pt x="815626" y="50483"/>
                </a:lnTo>
                <a:lnTo>
                  <a:pt x="834600" y="50483"/>
                </a:lnTo>
                <a:lnTo>
                  <a:pt x="853564" y="50483"/>
                </a:lnTo>
                <a:lnTo>
                  <a:pt x="872528" y="50483"/>
                </a:lnTo>
                <a:lnTo>
                  <a:pt x="891502" y="50483"/>
                </a:lnTo>
                <a:lnTo>
                  <a:pt x="910466" y="50483"/>
                </a:lnTo>
                <a:lnTo>
                  <a:pt x="929440" y="50483"/>
                </a:lnTo>
                <a:lnTo>
                  <a:pt x="945137" y="40205"/>
                </a:lnTo>
                <a:lnTo>
                  <a:pt x="960634" y="29261"/>
                </a:lnTo>
                <a:lnTo>
                  <a:pt x="976122" y="18307"/>
                </a:lnTo>
                <a:lnTo>
                  <a:pt x="991610" y="7363"/>
                </a:lnTo>
                <a:lnTo>
                  <a:pt x="995820" y="0"/>
                </a:lnTo>
                <a:lnTo>
                  <a:pt x="976855" y="0"/>
                </a:lnTo>
                <a:lnTo>
                  <a:pt x="957882" y="0"/>
                </a:lnTo>
                <a:lnTo>
                  <a:pt x="938917" y="0"/>
                </a:lnTo>
                <a:lnTo>
                  <a:pt x="919944" y="0"/>
                </a:lnTo>
                <a:lnTo>
                  <a:pt x="900979" y="0"/>
                </a:lnTo>
                <a:lnTo>
                  <a:pt x="882015" y="0"/>
                </a:lnTo>
                <a:lnTo>
                  <a:pt x="863041" y="0"/>
                </a:lnTo>
                <a:lnTo>
                  <a:pt x="844077" y="0"/>
                </a:lnTo>
                <a:lnTo>
                  <a:pt x="825103" y="0"/>
                </a:lnTo>
                <a:lnTo>
                  <a:pt x="806139" y="0"/>
                </a:lnTo>
                <a:lnTo>
                  <a:pt x="787175" y="0"/>
                </a:lnTo>
                <a:lnTo>
                  <a:pt x="768201" y="0"/>
                </a:lnTo>
                <a:lnTo>
                  <a:pt x="749237" y="0"/>
                </a:lnTo>
                <a:lnTo>
                  <a:pt x="730263" y="0"/>
                </a:lnTo>
                <a:lnTo>
                  <a:pt x="711298" y="0"/>
                </a:lnTo>
                <a:lnTo>
                  <a:pt x="692334" y="0"/>
                </a:lnTo>
                <a:lnTo>
                  <a:pt x="673360" y="0"/>
                </a:lnTo>
                <a:lnTo>
                  <a:pt x="654396" y="0"/>
                </a:lnTo>
                <a:lnTo>
                  <a:pt x="635422" y="0"/>
                </a:lnTo>
                <a:lnTo>
                  <a:pt x="616458" y="0"/>
                </a:lnTo>
                <a:lnTo>
                  <a:pt x="597494" y="0"/>
                </a:lnTo>
                <a:lnTo>
                  <a:pt x="578520" y="0"/>
                </a:lnTo>
                <a:lnTo>
                  <a:pt x="559556" y="0"/>
                </a:lnTo>
                <a:lnTo>
                  <a:pt x="540582" y="0"/>
                </a:lnTo>
                <a:lnTo>
                  <a:pt x="521618" y="0"/>
                </a:lnTo>
                <a:lnTo>
                  <a:pt x="502653" y="0"/>
                </a:lnTo>
                <a:lnTo>
                  <a:pt x="483680" y="0"/>
                </a:lnTo>
                <a:lnTo>
                  <a:pt x="464715" y="0"/>
                </a:lnTo>
                <a:lnTo>
                  <a:pt x="445741" y="0"/>
                </a:lnTo>
                <a:lnTo>
                  <a:pt x="426777" y="0"/>
                </a:lnTo>
                <a:lnTo>
                  <a:pt x="407813" y="0"/>
                </a:lnTo>
                <a:lnTo>
                  <a:pt x="388839" y="0"/>
                </a:lnTo>
                <a:lnTo>
                  <a:pt x="369875" y="0"/>
                </a:lnTo>
                <a:lnTo>
                  <a:pt x="350901" y="0"/>
                </a:lnTo>
                <a:lnTo>
                  <a:pt x="331937" y="0"/>
                </a:lnTo>
                <a:lnTo>
                  <a:pt x="312972" y="0"/>
                </a:lnTo>
                <a:lnTo>
                  <a:pt x="293999" y="0"/>
                </a:lnTo>
                <a:lnTo>
                  <a:pt x="275034" y="0"/>
                </a:lnTo>
                <a:lnTo>
                  <a:pt x="256061" y="0"/>
                </a:lnTo>
                <a:lnTo>
                  <a:pt x="237096" y="0"/>
                </a:lnTo>
                <a:lnTo>
                  <a:pt x="218132" y="0"/>
                </a:lnTo>
                <a:lnTo>
                  <a:pt x="199158" y="0"/>
                </a:lnTo>
                <a:lnTo>
                  <a:pt x="180194" y="0"/>
                </a:lnTo>
                <a:lnTo>
                  <a:pt x="161220" y="0"/>
                </a:lnTo>
                <a:lnTo>
                  <a:pt x="142256" y="0"/>
                </a:lnTo>
                <a:lnTo>
                  <a:pt x="123711" y="2267"/>
                </a:lnTo>
                <a:lnTo>
                  <a:pt x="106042" y="9154"/>
                </a:lnTo>
                <a:lnTo>
                  <a:pt x="88363" y="16050"/>
                </a:lnTo>
                <a:lnTo>
                  <a:pt x="70695" y="22936"/>
                </a:lnTo>
                <a:lnTo>
                  <a:pt x="53016" y="29823"/>
                </a:lnTo>
                <a:lnTo>
                  <a:pt x="35347" y="36709"/>
                </a:lnTo>
                <a:lnTo>
                  <a:pt x="17669" y="43596"/>
                </a:lnTo>
                <a:lnTo>
                  <a:pt x="0" y="50483"/>
                </a:lnTo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8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8CC6A360-BC91-431F-B387-69DC15F5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105" y="4978718"/>
            <a:ext cx="906780" cy="50483"/>
          </a:xfrm>
          <a:custGeom xmlns:a="http://schemas.openxmlformats.org/drawingml/2006/main">
            <a:pathLst>
              <a:path w="906780" h="50483">
                <a:moveTo>
                  <a:pt x="0" y="50483"/>
                </a:moveTo>
                <a:lnTo>
                  <a:pt x="18821" y="50483"/>
                </a:lnTo>
                <a:lnTo>
                  <a:pt x="37643" y="50483"/>
                </a:lnTo>
                <a:lnTo>
                  <a:pt x="56455" y="50483"/>
                </a:lnTo>
                <a:lnTo>
                  <a:pt x="75276" y="50483"/>
                </a:lnTo>
                <a:lnTo>
                  <a:pt x="94097" y="50483"/>
                </a:lnTo>
                <a:lnTo>
                  <a:pt x="112919" y="50483"/>
                </a:lnTo>
                <a:lnTo>
                  <a:pt x="131731" y="50483"/>
                </a:lnTo>
                <a:lnTo>
                  <a:pt x="150552" y="50483"/>
                </a:lnTo>
                <a:lnTo>
                  <a:pt x="169374" y="50483"/>
                </a:lnTo>
                <a:lnTo>
                  <a:pt x="188195" y="50483"/>
                </a:lnTo>
                <a:lnTo>
                  <a:pt x="207016" y="50483"/>
                </a:lnTo>
                <a:lnTo>
                  <a:pt x="225828" y="50483"/>
                </a:lnTo>
                <a:lnTo>
                  <a:pt x="244650" y="50483"/>
                </a:lnTo>
                <a:lnTo>
                  <a:pt x="263471" y="50483"/>
                </a:lnTo>
                <a:lnTo>
                  <a:pt x="282292" y="50483"/>
                </a:lnTo>
                <a:lnTo>
                  <a:pt x="301104" y="50483"/>
                </a:lnTo>
                <a:lnTo>
                  <a:pt x="319926" y="50483"/>
                </a:lnTo>
                <a:lnTo>
                  <a:pt x="338747" y="50483"/>
                </a:lnTo>
                <a:lnTo>
                  <a:pt x="357569" y="50483"/>
                </a:lnTo>
                <a:lnTo>
                  <a:pt x="376390" y="50483"/>
                </a:lnTo>
                <a:lnTo>
                  <a:pt x="395202" y="50483"/>
                </a:lnTo>
                <a:lnTo>
                  <a:pt x="414023" y="50483"/>
                </a:lnTo>
                <a:lnTo>
                  <a:pt x="432845" y="50483"/>
                </a:lnTo>
                <a:lnTo>
                  <a:pt x="451666" y="50483"/>
                </a:lnTo>
                <a:lnTo>
                  <a:pt x="470478" y="50483"/>
                </a:lnTo>
                <a:lnTo>
                  <a:pt x="489299" y="50483"/>
                </a:lnTo>
                <a:lnTo>
                  <a:pt x="508121" y="50483"/>
                </a:lnTo>
                <a:lnTo>
                  <a:pt x="526942" y="50483"/>
                </a:lnTo>
                <a:lnTo>
                  <a:pt x="545763" y="50483"/>
                </a:lnTo>
                <a:lnTo>
                  <a:pt x="564575" y="50483"/>
                </a:lnTo>
                <a:lnTo>
                  <a:pt x="583397" y="50483"/>
                </a:lnTo>
                <a:lnTo>
                  <a:pt x="602218" y="50483"/>
                </a:lnTo>
                <a:lnTo>
                  <a:pt x="621040" y="50483"/>
                </a:lnTo>
                <a:lnTo>
                  <a:pt x="639851" y="50483"/>
                </a:lnTo>
                <a:lnTo>
                  <a:pt x="658673" y="50483"/>
                </a:lnTo>
                <a:lnTo>
                  <a:pt x="677494" y="50483"/>
                </a:lnTo>
                <a:lnTo>
                  <a:pt x="696316" y="50483"/>
                </a:lnTo>
                <a:lnTo>
                  <a:pt x="715137" y="50483"/>
                </a:lnTo>
                <a:lnTo>
                  <a:pt x="733949" y="50483"/>
                </a:lnTo>
                <a:lnTo>
                  <a:pt x="752770" y="50483"/>
                </a:lnTo>
                <a:lnTo>
                  <a:pt x="771592" y="50483"/>
                </a:lnTo>
                <a:lnTo>
                  <a:pt x="790413" y="50483"/>
                </a:lnTo>
                <a:lnTo>
                  <a:pt x="809225" y="50483"/>
                </a:lnTo>
                <a:lnTo>
                  <a:pt x="828046" y="50483"/>
                </a:lnTo>
                <a:lnTo>
                  <a:pt x="844267" y="41939"/>
                </a:lnTo>
                <a:lnTo>
                  <a:pt x="859898" y="31452"/>
                </a:lnTo>
                <a:lnTo>
                  <a:pt x="875528" y="20974"/>
                </a:lnTo>
                <a:lnTo>
                  <a:pt x="891149" y="10487"/>
                </a:lnTo>
                <a:lnTo>
                  <a:pt x="906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9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07B7D54F-B5AC-469C-A8FF-3572C0D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1835" y="4978718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0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9BE774D1-84A7-4203-982B-697D8D2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9828" y="4844501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41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CAEFAA08-BD13-48DA-9AEE-A489C1F9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9828" y="5043335"/>
            <a:ext cx="716909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补齐记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录与责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任归属</a:t>
            </a:r>
          </a:p>
        </p:txBody>
      </p:sp>
      <p:sp>
        <p:nvSpPr>
          <p:cNvPr id="4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9843906-5F83-4E8D-9521-C02E6782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367" y="552211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A8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3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C307D90B-5093-44D4-8400-1356132C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1131" y="4785865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过程可见</a:t>
            </a:r>
          </a:p>
        </p:txBody>
      </p:sp>
      <p:sp>
        <p:nvSpPr>
          <p:cNvPr id="44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D9F444FE-43A9-4B60-BD60-604ECDEA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1131" y="4984699"/>
            <a:ext cx="716909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过程能够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稳定追踪</a:t>
            </a:r>
          </a:p>
        </p:txBody>
      </p:sp>
      <p:sp>
        <p:nvSpPr>
          <p:cNvPr id="4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756FF53-5FD2-4328-976A-7DF8FA98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9518" y="529590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A8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6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5594F58D-437F-4D90-94A6-A589F34C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434" y="4392063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趋势分析</a:t>
            </a:r>
          </a:p>
        </p:txBody>
      </p:sp>
      <p:sp>
        <p:nvSpPr>
          <p:cNvPr id="47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C33D7A65-C8A9-44EB-A1A6-31CA1DC8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434" y="4590898"/>
            <a:ext cx="716909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以前级稳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定运行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为前提</a:t>
            </a:r>
          </a:p>
        </p:txBody>
      </p:sp>
      <p:sp>
        <p:nvSpPr>
          <p:cNvPr id="4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3BDE21D-1EE2-4BC1-BC36-A3CDF7F7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0821" y="506968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A8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9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59743703-5C1B-4628-AF3F-8F4EF5A9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3585" y="4165997"/>
            <a:ext cx="716909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预测辅助</a:t>
            </a:r>
          </a:p>
        </p:txBody>
      </p:sp>
      <p:sp>
        <p:nvSpPr>
          <p:cNvPr id="50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BE6980BF-83F9-43D1-A957-74B0E493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3585" y="4364831"/>
            <a:ext cx="716909" cy="50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以前级稳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定运行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为前提</a:t>
            </a:r>
          </a:p>
        </p:txBody>
      </p:sp>
      <p:sp>
        <p:nvSpPr>
          <p:cNvPr id="51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DC60144F-B510-4458-9F7D-6E32CA67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2124" y="484346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A8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复杂事项单独处理，普通事项直接流转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69321-C32F-4A0E-821B-AA78296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5-389">
            <a:extLst xmlns:a="http://schemas.openxmlformats.org/drawingml/2006/main">
              <a:ext uri="{FF2B5EF4-FFF2-40B4-BE49-F238E27FC236}">
                <a16:creationId xmlns:a16="http://schemas.microsoft.com/office/drawing/2014/main" id="{F52E49EC-0380-4DA2-B53A-A0EA71B7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处理口径</a:t>
            </a:r>
          </a:p>
        </p:txBody>
      </p:sp>
      <p:sp>
        <p:nvSpPr>
          <p:cNvPr id="17" name="copy-5-390">
            <a:extLst xmlns:a="http://schemas.openxmlformats.org/drawingml/2006/main">
              <a:ext uri="{FF2B5EF4-FFF2-40B4-BE49-F238E27FC236}">
                <a16:creationId xmlns:a16="http://schemas.microsoft.com/office/drawing/2014/main" id="{C497A939-98D5-4579-BFAD-5FEFC8BF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575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普通事项</a:t>
            </a:r>
          </a:p>
        </p:txBody>
      </p:sp>
      <p:sp>
        <p:nvSpPr>
          <p:cNvPr id="18" name="copy-5-391">
            <a:extLst xmlns:a="http://schemas.openxmlformats.org/drawingml/2006/main">
              <a:ext uri="{FF2B5EF4-FFF2-40B4-BE49-F238E27FC236}">
                <a16:creationId xmlns:a16="http://schemas.microsoft.com/office/drawing/2014/main" id="{2B55193F-C493-439A-97BC-FED1576E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50553"/>
            <a:ext cx="624268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资料齐全且规则明确时，直接交给对应业务人员。</a:t>
            </a:r>
          </a:p>
        </p:txBody>
      </p:sp>
      <p:sp>
        <p:nvSpPr>
          <p:cNvPr id="19" name="copy-5-392">
            <a:extLst xmlns:a="http://schemas.openxmlformats.org/drawingml/2006/main">
              <a:ext uri="{FF2B5EF4-FFF2-40B4-BE49-F238E27FC236}">
                <a16:creationId xmlns:a16="http://schemas.microsoft.com/office/drawing/2014/main" id="{C99C3D29-2F50-4A72-8354-B6AAD386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7610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复杂事项</a:t>
            </a:r>
          </a:p>
        </p:txBody>
      </p:sp>
      <p:sp>
        <p:nvSpPr>
          <p:cNvPr id="20" name="copy-5-393">
            <a:extLst xmlns:a="http://schemas.openxmlformats.org/drawingml/2006/main">
              <a:ext uri="{FF2B5EF4-FFF2-40B4-BE49-F238E27FC236}">
                <a16:creationId xmlns:a16="http://schemas.microsoft.com/office/drawing/2014/main" id="{6EB9F05D-EC13-499C-9B62-D4F348E7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80903"/>
            <a:ext cx="624268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涉及多个部门或存在规则争议时，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由牵头人组织会商，记录各方结论。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F30E0-8F19-477F-8DA5-F351C7A2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5-394">
            <a:extLst xmlns:a="http://schemas.openxmlformats.org/drawingml/2006/main">
              <a:ext uri="{FF2B5EF4-FFF2-40B4-BE49-F238E27FC236}">
                <a16:creationId xmlns:a16="http://schemas.microsoft.com/office/drawing/2014/main" id="{26277AF4-FD12-4A3A-B800-C46E9FC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分流判断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5805C-E685-44C6-94FA-3A72448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77706" y="2571750"/>
            <a:ext cx="6907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C0909-9AAC-424D-98A3-1E048ADC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93247" y="2571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1E0E2-BD53-4461-9736-45AF43EF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93247" y="2530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7A0CE-A830-46CF-BB5A-EA83A722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66950"/>
            <a:ext cx="1625346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7" name="copy-5-395">
            <a:extLst xmlns:a="http://schemas.openxmlformats.org/drawingml/2006/main">
              <a:ext uri="{FF2B5EF4-FFF2-40B4-BE49-F238E27FC236}">
                <a16:creationId xmlns:a16="http://schemas.microsoft.com/office/drawing/2014/main" id="{CE2557A9-EFBD-489E-AECE-AFE699B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314575"/>
            <a:ext cx="143484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规则明确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8E944-E525-4EF6-AE8F-54ABF197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478" y="2266950"/>
            <a:ext cx="174724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9" name="copy-5-396">
            <a:extLst xmlns:a="http://schemas.openxmlformats.org/drawingml/2006/main">
              <a:ext uri="{FF2B5EF4-FFF2-40B4-BE49-F238E27FC236}">
                <a16:creationId xmlns:a16="http://schemas.microsoft.com/office/drawing/2014/main" id="{4863F114-0538-4476-B355-5B096FF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28" y="2314575"/>
            <a:ext cx="155674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直接办理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B214D-2D83-4925-B893-13B15D25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77706" y="3333750"/>
            <a:ext cx="6907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18F8C1-FF98-4846-9022-FFEF05EE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93247" y="3333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3C286-C5F3-484C-B0BF-51D2501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93247" y="3292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4C7F7B-C6C3-4E6B-9C58-E35875C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625346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4" name="copy-5-397">
            <a:extLst xmlns:a="http://schemas.openxmlformats.org/drawingml/2006/main">
              <a:ext uri="{FF2B5EF4-FFF2-40B4-BE49-F238E27FC236}">
                <a16:creationId xmlns:a16="http://schemas.microsoft.com/office/drawing/2014/main" id="{CBD715AE-9A2F-4B91-BF8D-96997619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076575"/>
            <a:ext cx="1434846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存在争议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A3AE0E-50D7-4F43-86E6-3767EAC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478" y="3028950"/>
            <a:ext cx="174724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6" name="copy-5-398">
            <a:extLst xmlns:a="http://schemas.openxmlformats.org/drawingml/2006/main">
              <a:ext uri="{FF2B5EF4-FFF2-40B4-BE49-F238E27FC236}">
                <a16:creationId xmlns:a16="http://schemas.microsoft.com/office/drawing/2014/main" id="{0D0A3B3A-D30E-4174-B630-AF6F0801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28" y="3076575"/>
            <a:ext cx="155674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组织会商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5348A-1185-44CB-AB39-AAD7F28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4948238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8" name="copy-5-399">
            <a:extLst xmlns:a="http://schemas.openxmlformats.org/drawingml/2006/main">
              <a:ext uri="{FF2B5EF4-FFF2-40B4-BE49-F238E27FC236}">
                <a16:creationId xmlns:a16="http://schemas.microsoft.com/office/drawing/2014/main" id="{BFD3BA50-890C-4DF7-B06C-4796B0A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605338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例外补充</a:t>
            </a:r>
          </a:p>
        </p:txBody>
      </p:sp>
      <p:sp>
        <p:nvSpPr>
          <p:cNvPr id="39" name="copy-5-400">
            <a:extLst xmlns:a="http://schemas.openxmlformats.org/drawingml/2006/main">
              <a:ext uri="{FF2B5EF4-FFF2-40B4-BE49-F238E27FC236}">
                <a16:creationId xmlns:a16="http://schemas.microsoft.com/office/drawing/2014/main" id="{FB373F6A-2C5D-4029-A3FD-14557E9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275421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材料不足先补齐，再重新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判断；不能直接归入普通事项。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复盘结论必须回到下一轮执行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1DCA9-5BE1-4596-B76D-586C75B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6-401">
            <a:extLst xmlns:a="http://schemas.openxmlformats.org/drawingml/2006/main">
              <a:ext uri="{FF2B5EF4-FFF2-40B4-BE49-F238E27FC236}">
                <a16:creationId xmlns:a16="http://schemas.microsoft.com/office/drawing/2014/main" id="{BA003EE8-0F4D-49C8-9ACD-377869C5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当前缺口</a:t>
            </a:r>
          </a:p>
        </p:txBody>
      </p:sp>
      <p:sp>
        <p:nvSpPr>
          <p:cNvPr id="17" name="copy-6-402">
            <a:extLst xmlns:a="http://schemas.openxmlformats.org/drawingml/2006/main">
              <a:ext uri="{FF2B5EF4-FFF2-40B4-BE49-F238E27FC236}">
                <a16:creationId xmlns:a16="http://schemas.microsoft.com/office/drawing/2014/main" id="{1DA78F67-C9CF-4D53-B4C0-70A1469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51234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异常虽已处理，但规则未更新，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相同问题仍可能重复出现。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9B5B6-B0CD-49FD-9840-B3AC864C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814763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6-403">
            <a:extLst xmlns:a="http://schemas.openxmlformats.org/drawingml/2006/main">
              <a:ext uri="{FF2B5EF4-FFF2-40B4-BE49-F238E27FC236}">
                <a16:creationId xmlns:a16="http://schemas.microsoft.com/office/drawing/2014/main" id="{7B8A1319-3E6E-40E7-A78A-0D52BA9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71863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闭环路径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97186-4F34-4B47-8B00-14AA8BFF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9833" y="4310063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729C0-0092-4FD0-B04A-6B01F43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70852" y="4310063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91F0B-1088-4566-925B-91944735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870852" y="4268964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6B7E0-6BA7-49D4-8FFE-C64B023B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89020" y="4538663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54E67-D5C8-4F2B-8C9E-71F467C2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47921" y="4815857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4AA52-D767-4DA9-9EBA-607AAECB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89020" y="4815857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A5E13-AB00-4319-8636-E00AA48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69833" y="5119688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37A0C-672D-4256-8C9B-3AAC648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69833" y="5078589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832F9-1F99-47A8-A9FF-FBE933A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9833" y="5119688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C5CBE-8A5B-4D46-A323-91EDBB4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26895" y="4538663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A8878-B589-47B0-B5EF-1F35662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26895" y="4538663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7BA1E1-32DC-4445-8EF7-6966DEF9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85796" y="4538663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23583-4FC0-4BCE-BF61-D3BE52E1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8" y="4081463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3" name="copy-6-404">
            <a:extLst xmlns:a="http://schemas.openxmlformats.org/drawingml/2006/main">
              <a:ext uri="{FF2B5EF4-FFF2-40B4-BE49-F238E27FC236}">
                <a16:creationId xmlns:a16="http://schemas.microsoft.com/office/drawing/2014/main" id="{BA0DAAEE-65B9-43B9-8D90-DDEBF82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8" y="4129088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B8FEF-75B2-43E2-9311-2DD397A0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3" y="4081463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5" name="copy-6-405">
            <a:extLst xmlns:a="http://schemas.openxmlformats.org/drawingml/2006/main">
              <a:ext uri="{FF2B5EF4-FFF2-40B4-BE49-F238E27FC236}">
                <a16:creationId xmlns:a16="http://schemas.microsoft.com/office/drawing/2014/main" id="{BA48C5B4-727A-48EF-8B71-8FCFF7D7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33" y="4129088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0D7EAD-A097-45F3-9A54-AC6E3A2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3" y="4891088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7" name="copy-6-406">
            <a:extLst xmlns:a="http://schemas.openxmlformats.org/drawingml/2006/main">
              <a:ext uri="{FF2B5EF4-FFF2-40B4-BE49-F238E27FC236}">
                <a16:creationId xmlns:a16="http://schemas.microsoft.com/office/drawing/2014/main" id="{1D9B1AB7-60DE-4F24-9E3D-8A025B2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33" y="4938713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2717F4-C38B-4E78-8BF4-8C80F9D8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8" y="4891088"/>
            <a:ext cx="128587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9" name="copy-6-407">
            <a:extLst xmlns:a="http://schemas.openxmlformats.org/drawingml/2006/main">
              <a:ext uri="{FF2B5EF4-FFF2-40B4-BE49-F238E27FC236}">
                <a16:creationId xmlns:a16="http://schemas.microsoft.com/office/drawing/2014/main" id="{6CB38121-0AEB-40EB-BE41-65B6702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8" y="4938713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13AB33-C030-4828-9BC8-A22B37B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20640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1" name="copy-6-408">
            <a:extLst xmlns:a="http://schemas.openxmlformats.org/drawingml/2006/main">
              <a:ext uri="{FF2B5EF4-FFF2-40B4-BE49-F238E27FC236}">
                <a16:creationId xmlns:a16="http://schemas.microsoft.com/office/drawing/2014/main" id="{0A09C280-E982-4F0F-8BBE-F15C81C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落实方式</a:t>
            </a:r>
          </a:p>
        </p:txBody>
      </p:sp>
      <p:sp>
        <p:nvSpPr>
          <p:cNvPr id="42" name="copy-6-409">
            <a:extLst xmlns:a="http://schemas.openxmlformats.org/drawingml/2006/main">
              <a:ext uri="{FF2B5EF4-FFF2-40B4-BE49-F238E27FC236}">
                <a16:creationId xmlns:a16="http://schemas.microsoft.com/office/drawing/2014/main" id="{4491F4C5-DAA7-4B2D-BE77-BDE46D1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84575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修订落到责任人</a:t>
            </a:r>
          </a:p>
        </p:txBody>
      </p:sp>
      <p:sp>
        <p:nvSpPr>
          <p:cNvPr id="43" name="copy-6-410">
            <a:extLst xmlns:a="http://schemas.openxmlformats.org/drawingml/2006/main">
              <a:ext uri="{FF2B5EF4-FFF2-40B4-BE49-F238E27FC236}">
                <a16:creationId xmlns:a16="http://schemas.microsoft.com/office/drawing/2014/main" id="{D97497DF-296C-4D73-A8F2-EE24E0FE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150553"/>
            <a:ext cx="624268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复盘形成的规则变更由责任人确认，并向一线人员说明变化。</a:t>
            </a:r>
          </a:p>
        </p:txBody>
      </p:sp>
      <p:sp>
        <p:nvSpPr>
          <p:cNvPr id="44" name="copy-6-411">
            <a:extLst xmlns:a="http://schemas.openxmlformats.org/drawingml/2006/main">
              <a:ext uri="{FF2B5EF4-FFF2-40B4-BE49-F238E27FC236}">
                <a16:creationId xmlns:a16="http://schemas.microsoft.com/office/drawing/2014/main" id="{BF6ABAAE-1A04-4F57-AC66-F6F726F6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376103"/>
            <a:ext cx="6242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验证再次发生情况</a:t>
            </a:r>
          </a:p>
        </p:txBody>
      </p:sp>
      <p:sp>
        <p:nvSpPr>
          <p:cNvPr id="45" name="copy-6-412">
            <a:extLst xmlns:a="http://schemas.openxmlformats.org/drawingml/2006/main">
              <a:ext uri="{FF2B5EF4-FFF2-40B4-BE49-F238E27FC236}">
                <a16:creationId xmlns:a16="http://schemas.microsoft.com/office/drawing/2014/main" id="{8AAB103A-7529-4E6E-814D-CE9AE7E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680903"/>
            <a:ext cx="624268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在后续抽查中核对同类问题，记录是否再次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出现；一次处理完成不能代表长期改善。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不同来源先统一口径再形成需求清单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E1385-1C92-42C0-9373-3D668A8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7-413">
            <a:extLst xmlns:a="http://schemas.openxmlformats.org/drawingml/2006/main">
              <a:ext uri="{FF2B5EF4-FFF2-40B4-BE49-F238E27FC236}">
                <a16:creationId xmlns:a16="http://schemas.microsoft.com/office/drawing/2014/main" id="{3E9C0CC6-1417-4356-B3CD-70434F4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7" name="copy-7-414">
            <a:extLst xmlns:a="http://schemas.openxmlformats.org/drawingml/2006/main">
              <a:ext uri="{FF2B5EF4-FFF2-40B4-BE49-F238E27FC236}">
                <a16:creationId xmlns:a16="http://schemas.microsoft.com/office/drawing/2014/main" id="{DDCE3814-F3D2-4567-944E-1980F3D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65070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保留用户描述的受阻环节和原始场景。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15F16-E67B-48B2-9F25-608B5BA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7-415">
            <a:extLst xmlns:a="http://schemas.openxmlformats.org/drawingml/2006/main">
              <a:ext uri="{FF2B5EF4-FFF2-40B4-BE49-F238E27FC236}">
                <a16:creationId xmlns:a16="http://schemas.microsoft.com/office/drawing/2014/main" id="{8C1E2306-5A23-4F7C-9CC6-E6CC5ED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服务记录</a:t>
            </a:r>
          </a:p>
        </p:txBody>
      </p:sp>
      <p:sp>
        <p:nvSpPr>
          <p:cNvPr id="20" name="copy-7-416">
            <a:extLst xmlns:a="http://schemas.openxmlformats.org/drawingml/2006/main">
              <a:ext uri="{FF2B5EF4-FFF2-40B4-BE49-F238E27FC236}">
                <a16:creationId xmlns:a16="http://schemas.microsoft.com/office/drawing/2014/main" id="{BA91C1E0-EEC3-43CC-9FEF-85CBB36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5070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提取重复退回和长时间等待的事项。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0E76D-7377-4A00-B200-7BDA29B5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57638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7-417">
            <a:extLst xmlns:a="http://schemas.openxmlformats.org/drawingml/2006/main">
              <a:ext uri="{FF2B5EF4-FFF2-40B4-BE49-F238E27FC236}">
                <a16:creationId xmlns:a16="http://schemas.microsoft.com/office/drawing/2014/main" id="{55606972-3EF6-4487-979A-2619223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14738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共同进入需求池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3688A-6583-4A67-B1F8-46AEFBDD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81275" y="4817269"/>
            <a:ext cx="3406331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417B6-C637-462D-8FE2-5E323FE5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08729" y="5150644"/>
            <a:ext cx="78876" cy="33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D7A9B-036D-4C79-83D4-1B8004F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16736" y="5102413"/>
            <a:ext cx="70870" cy="48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E6349-64AA-4243-91DD-6CA20FF5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5150644"/>
            <a:ext cx="3406331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B48EC-B503-42CB-8E26-E8FDF2B3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16736" y="5150644"/>
            <a:ext cx="70870" cy="48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94BFA-AB17-4ED8-A485-693EBD1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08729" y="5117068"/>
            <a:ext cx="78876" cy="33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A0195-8F4A-40ED-9E51-114EFE3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2606" y="5150644"/>
            <a:ext cx="1718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FD555-B964-498C-BAA2-6178D4C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535494" y="5150644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241C0A-05E0-4C56-9D51-09317DF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535494" y="510954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CFEB1B-FC81-4603-8924-168D5FCE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79144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3" name="copy-7-418">
            <a:extLst xmlns:a="http://schemas.openxmlformats.org/drawingml/2006/main">
              <a:ext uri="{FF2B5EF4-FFF2-40B4-BE49-F238E27FC236}">
                <a16:creationId xmlns:a16="http://schemas.microsoft.com/office/drawing/2014/main" id="{7318CDAC-B386-449C-B704-8EB0B19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26769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C964E-9959-4DCE-B279-15AE4F1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45894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5" name="copy-7-419">
            <a:extLst xmlns:a="http://schemas.openxmlformats.org/drawingml/2006/main">
              <a:ext uri="{FF2B5EF4-FFF2-40B4-BE49-F238E27FC236}">
                <a16:creationId xmlns:a16="http://schemas.microsoft.com/office/drawing/2014/main" id="{127FF0E1-2372-4A4C-889B-3516970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93519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服务记录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52F0A-7F00-4598-AF84-F6B11768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606" y="4912519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7" name="copy-7-420">
            <a:extLst xmlns:a="http://schemas.openxmlformats.org/drawingml/2006/main">
              <a:ext uri="{FF2B5EF4-FFF2-40B4-BE49-F238E27FC236}">
                <a16:creationId xmlns:a16="http://schemas.microsoft.com/office/drawing/2014/main" id="{357F5F1E-3CB6-4165-B7B4-EF3B4CF6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856" y="4960144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去重核验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D3E18E-00AD-4F3B-8BA6-C5E94EF0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12519"/>
            <a:ext cx="19050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9" name="copy-7-421">
            <a:extLst xmlns:a="http://schemas.openxmlformats.org/drawingml/2006/main">
              <a:ext uri="{FF2B5EF4-FFF2-40B4-BE49-F238E27FC236}">
                <a16:creationId xmlns:a16="http://schemas.microsoft.com/office/drawing/2014/main" id="{30A0CE9C-F821-40DF-8A4C-BCBC3C77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960144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需求清单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措施要对应具体问题，结果需单独验证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46C4B-6535-469A-AE82-7DB63FB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8-422">
            <a:extLst xmlns:a="http://schemas.openxmlformats.org/drawingml/2006/main">
              <a:ext uri="{FF2B5EF4-FFF2-40B4-BE49-F238E27FC236}">
                <a16:creationId xmlns:a16="http://schemas.microsoft.com/office/drawing/2014/main" id="{BC10FD80-CCB5-4648-AFA0-4F60F6D6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改进对应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4D206-479D-4CFC-995F-EE978691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7816" y="2571750"/>
            <a:ext cx="1160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89FA1-D9BD-403D-A66E-E25FCAE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93491" y="2571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C38FD-50E6-4CA5-8FDA-FD3A3641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93491" y="2530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0B2D9-B4DB-43A1-A931-E25B993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6950"/>
            <a:ext cx="273154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1" name="copy-8-423">
            <a:extLst xmlns:a="http://schemas.openxmlformats.org/drawingml/2006/main">
              <a:ext uri="{FF2B5EF4-FFF2-40B4-BE49-F238E27FC236}">
                <a16:creationId xmlns:a16="http://schemas.microsoft.com/office/drawing/2014/main" id="{8D725247-73AD-48B2-8837-0DEBCEC4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14575"/>
            <a:ext cx="254104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入口分散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15A05-B75B-4122-9DF9-E8D6A5A3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1" y="2266950"/>
            <a:ext cx="293640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3" name="copy-8-424">
            <a:extLst xmlns:a="http://schemas.openxmlformats.org/drawingml/2006/main">
              <a:ext uri="{FF2B5EF4-FFF2-40B4-BE49-F238E27FC236}">
                <a16:creationId xmlns:a16="http://schemas.microsoft.com/office/drawing/2014/main" id="{AFC4712A-A8CE-4A6F-86D5-820A706C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971" y="2314575"/>
            <a:ext cx="274590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统一受理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59736-F9B9-47DC-BACB-36905361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7816" y="3333750"/>
            <a:ext cx="1160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1191D-945B-4015-BA0C-76D41AF4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93491" y="33337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7211D-CC7E-497A-9600-CE9D15A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93491" y="32926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12BEC-296C-42DB-BF4D-D09D7AB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28950"/>
            <a:ext cx="273154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8" name="copy-8-425">
            <a:extLst xmlns:a="http://schemas.openxmlformats.org/drawingml/2006/main">
              <a:ext uri="{FF2B5EF4-FFF2-40B4-BE49-F238E27FC236}">
                <a16:creationId xmlns:a16="http://schemas.microsoft.com/office/drawing/2014/main" id="{D53063F2-297A-4637-AA45-EB3461DA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254104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责任不清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C2CBD-40CE-4522-AC2C-727EBD2C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1" y="3028950"/>
            <a:ext cx="2936407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0" name="copy-8-426">
            <a:extLst xmlns:a="http://schemas.openxmlformats.org/drawingml/2006/main">
              <a:ext uri="{FF2B5EF4-FFF2-40B4-BE49-F238E27FC236}">
                <a16:creationId xmlns:a16="http://schemas.microsoft.com/office/drawing/2014/main" id="{6FFD46ED-136E-4335-9814-615A2C74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971" y="3076575"/>
            <a:ext cx="2745907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明确分派</a:t>
            </a:r>
          </a:p>
        </p:txBody>
      </p:sp>
      <p:sp>
        <p:nvSpPr>
          <p:cNvPr id="31" name="copy-8-427">
            <a:extLst xmlns:a="http://schemas.openxmlformats.org/drawingml/2006/main">
              <a:ext uri="{FF2B5EF4-FFF2-40B4-BE49-F238E27FC236}">
                <a16:creationId xmlns:a16="http://schemas.microsoft.com/office/drawing/2014/main" id="{D252E545-6A20-466C-9504-13E5B4D8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314575"/>
            <a:ext cx="32518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预期结果 · 待验证</a:t>
            </a:r>
          </a:p>
        </p:txBody>
      </p:sp>
      <p:sp>
        <p:nvSpPr>
          <p:cNvPr id="32" name="copy-8-428">
            <a:extLst xmlns:a="http://schemas.openxmlformats.org/drawingml/2006/main">
              <a:ext uri="{FF2B5EF4-FFF2-40B4-BE49-F238E27FC236}">
                <a16:creationId xmlns:a16="http://schemas.microsoft.com/office/drawing/2014/main" id="{6CA772FB-5669-480A-91D4-4C462E9E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2743200"/>
            <a:ext cx="325183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减少寻找入口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与交接等待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26754-CC98-4998-8DBB-25F972FC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805363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4" name="copy-8-429">
            <a:extLst xmlns:a="http://schemas.openxmlformats.org/drawingml/2006/main">
              <a:ext uri="{FF2B5EF4-FFF2-40B4-BE49-F238E27FC236}">
                <a16:creationId xmlns:a16="http://schemas.microsoft.com/office/drawing/2014/main" id="{D76A9D45-A4EF-4F30-8629-15A1094C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62463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执行检查</a:t>
            </a:r>
          </a:p>
        </p:txBody>
      </p:sp>
      <p:sp>
        <p:nvSpPr>
          <p:cNvPr id="35" name="copy-8-430">
            <a:extLst xmlns:a="http://schemas.openxmlformats.org/drawingml/2006/main">
              <a:ext uri="{FF2B5EF4-FFF2-40B4-BE49-F238E27FC236}">
                <a16:creationId xmlns:a16="http://schemas.microsoft.com/office/drawing/2014/main" id="{A62669D3-8870-4D32-9FB3-83B48164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46383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核对入口是否可用、事项是否分派到人。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0C3FC-646E-4E53-BA41-BE0286F2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805363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7" name="copy-8-431">
            <a:extLst xmlns:a="http://schemas.openxmlformats.org/drawingml/2006/main">
              <a:ext uri="{FF2B5EF4-FFF2-40B4-BE49-F238E27FC236}">
                <a16:creationId xmlns:a16="http://schemas.microsoft.com/office/drawing/2014/main" id="{9DAC6987-46F2-474C-9052-92AD397D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62463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结果检查</a:t>
            </a:r>
          </a:p>
        </p:txBody>
      </p:sp>
      <p:sp>
        <p:nvSpPr>
          <p:cNvPr id="38" name="copy-8-432">
            <a:extLst xmlns:a="http://schemas.openxmlformats.org/drawingml/2006/main">
              <a:ext uri="{FF2B5EF4-FFF2-40B4-BE49-F238E27FC236}">
                <a16:creationId xmlns:a16="http://schemas.microsoft.com/office/drawing/2014/main" id="{5ADA7E4D-FFA2-4F8A-8C8B-A36EFEE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6383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比较试点前后的等待记录，注明观察范围。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数据、流程和应用分层建设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1A554-0582-45F5-A221-3F72384C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9-433">
            <a:extLst xmlns:a="http://schemas.openxmlformats.org/drawingml/2006/main">
              <a:ext uri="{FF2B5EF4-FFF2-40B4-BE49-F238E27FC236}">
                <a16:creationId xmlns:a16="http://schemas.microsoft.com/office/drawing/2014/main" id="{7B19AAD5-8EDA-44E8-9406-4706404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先打基础</a:t>
            </a:r>
          </a:p>
        </p:txBody>
      </p:sp>
      <p:sp>
        <p:nvSpPr>
          <p:cNvPr id="17" name="copy-9-434">
            <a:extLst xmlns:a="http://schemas.openxmlformats.org/drawingml/2006/main">
              <a:ext uri="{FF2B5EF4-FFF2-40B4-BE49-F238E27FC236}">
                <a16:creationId xmlns:a16="http://schemas.microsoft.com/office/drawing/2014/main" id="{882EE502-5B64-434A-A795-1AE73B2E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8384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数据口径</a:t>
            </a:r>
          </a:p>
        </p:txBody>
      </p:sp>
      <p:sp>
        <p:nvSpPr>
          <p:cNvPr id="18" name="copy-9-435">
            <a:extLst xmlns:a="http://schemas.openxmlformats.org/drawingml/2006/main">
              <a:ext uri="{FF2B5EF4-FFF2-40B4-BE49-F238E27FC236}">
                <a16:creationId xmlns:a16="http://schemas.microsoft.com/office/drawing/2014/main" id="{E77B6AB9-7B24-4454-B06C-C8640F6F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8640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编码与状态含义统一，</a:t>
            </a:r>
          </a:p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缺失值回到业务核对。</a:t>
            </a:r>
          </a:p>
        </p:txBody>
      </p:sp>
      <p:sp>
        <p:nvSpPr>
          <p:cNvPr id="19" name="copy-9-436">
            <a:extLst xmlns:a="http://schemas.openxmlformats.org/drawingml/2006/main">
              <a:ext uri="{FF2B5EF4-FFF2-40B4-BE49-F238E27FC236}">
                <a16:creationId xmlns:a16="http://schemas.microsoft.com/office/drawing/2014/main" id="{3D0E4CD1-C08B-4570-914F-D4BB6C61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754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20" name="copy-9-437">
            <a:extLst xmlns:a="http://schemas.openxmlformats.org/drawingml/2006/main">
              <a:ext uri="{FF2B5EF4-FFF2-40B4-BE49-F238E27FC236}">
                <a16:creationId xmlns:a16="http://schemas.microsoft.com/office/drawing/2014/main" id="{B040A6B6-A2E1-48A6-986C-103A8DB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92345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每个状态有时间和</a:t>
            </a:r>
          </a:p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责任人，支持追溯。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E187E-5189-49CD-8A7E-1DD7C5B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9-438">
            <a:extLst xmlns:a="http://schemas.openxmlformats.org/drawingml/2006/main">
              <a:ext uri="{FF2B5EF4-FFF2-40B4-BE49-F238E27FC236}">
                <a16:creationId xmlns:a16="http://schemas.microsoft.com/office/drawing/2014/main" id="{E4CB4E3C-E928-460E-892B-92352DD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能力层级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7EBCA-2482-4513-836A-8407EE20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3147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9DE70-ECBB-45C2-8C83-E88490D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314700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0CFD3-60D7-4C25-A678-FB3BE64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4901" y="3314700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F2573-2C5F-4E28-8A6C-AF014289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3148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6B7C9-B6AA-4D6D-973B-ABFB8829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31482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50E7F-F173-4C67-8CB4-A6189AE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4901" y="431482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D5934-009B-43EF-B026-35CDAA5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95575"/>
            <a:ext cx="27813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0" name="copy-9-439">
            <a:extLst xmlns:a="http://schemas.openxmlformats.org/drawingml/2006/main">
              <a:ext uri="{FF2B5EF4-FFF2-40B4-BE49-F238E27FC236}">
                <a16:creationId xmlns:a16="http://schemas.microsoft.com/office/drawing/2014/main" id="{EA9F9E83-A0A6-405E-962A-C48ED69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服务应用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406EA-10DC-48CC-A723-4101565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7813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2" name="copy-9-440">
            <a:extLst xmlns:a="http://schemas.openxmlformats.org/drawingml/2006/main">
              <a:ext uri="{FF2B5EF4-FFF2-40B4-BE49-F238E27FC236}">
                <a16:creationId xmlns:a16="http://schemas.microsoft.com/office/drawing/2014/main" id="{E6225C60-4ACA-45B3-9E6A-57C4BBE1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43325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流程协同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9861D-2FDE-437E-B8FF-310C2A2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95825"/>
            <a:ext cx="27813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4" name="copy-9-441">
            <a:extLst xmlns:a="http://schemas.openxmlformats.org/drawingml/2006/main">
              <a:ext uri="{FF2B5EF4-FFF2-40B4-BE49-F238E27FC236}">
                <a16:creationId xmlns:a16="http://schemas.microsoft.com/office/drawing/2014/main" id="{EAC2638F-9714-48D4-B6C3-BDDFB16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43450"/>
            <a:ext cx="259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35" name="copy-9-442">
            <a:extLst xmlns:a="http://schemas.openxmlformats.org/drawingml/2006/main">
              <a:ext uri="{FF2B5EF4-FFF2-40B4-BE49-F238E27FC236}">
                <a16:creationId xmlns:a16="http://schemas.microsoft.com/office/drawing/2014/main" id="{AB22D3DC-8B32-4BB0-8CC5-B9183F0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91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下层支撑上层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3C09D1-CE95-4227-ABF1-6F9ADC13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7" name="copy-9-443">
            <a:extLst xmlns:a="http://schemas.openxmlformats.org/drawingml/2006/main">
              <a:ext uri="{FF2B5EF4-FFF2-40B4-BE49-F238E27FC236}">
                <a16:creationId xmlns:a16="http://schemas.microsoft.com/office/drawing/2014/main" id="{DF3231E9-872A-4172-824E-8001C27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再做应用</a:t>
            </a:r>
          </a:p>
        </p:txBody>
      </p:sp>
      <p:sp>
        <p:nvSpPr>
          <p:cNvPr id="38" name="copy-9-444">
            <a:extLst xmlns:a="http://schemas.openxmlformats.org/drawingml/2006/main">
              <a:ext uri="{FF2B5EF4-FFF2-40B4-BE49-F238E27FC236}">
                <a16:creationId xmlns:a16="http://schemas.microsoft.com/office/drawing/2014/main" id="{F0568956-795F-4649-A120-665136E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7051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面向用户</a:t>
            </a:r>
          </a:p>
        </p:txBody>
      </p:sp>
      <p:sp>
        <p:nvSpPr>
          <p:cNvPr id="39" name="copy-9-445">
            <a:extLst xmlns:a="http://schemas.openxmlformats.org/drawingml/2006/main">
              <a:ext uri="{FF2B5EF4-FFF2-40B4-BE49-F238E27FC236}">
                <a16:creationId xmlns:a16="http://schemas.microsoft.com/office/drawing/2014/main" id="{72193E0B-8D07-4B23-9095-D9BE6CDA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75318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查看进度与办理结果。</a:t>
            </a:r>
          </a:p>
        </p:txBody>
      </p:sp>
      <p:sp>
        <p:nvSpPr>
          <p:cNvPr id="40" name="copy-9-446">
            <a:extLst xmlns:a="http://schemas.openxmlformats.org/drawingml/2006/main">
              <a:ext uri="{FF2B5EF4-FFF2-40B4-BE49-F238E27FC236}">
                <a16:creationId xmlns:a16="http://schemas.microsoft.com/office/drawing/2014/main" id="{94724D82-4475-404F-83BC-767095EF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0086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面向管理</a:t>
            </a:r>
          </a:p>
        </p:txBody>
      </p:sp>
      <p:sp>
        <p:nvSpPr>
          <p:cNvPr id="41" name="copy-9-447">
            <a:extLst xmlns:a="http://schemas.openxmlformats.org/drawingml/2006/main">
              <a:ext uri="{FF2B5EF4-FFF2-40B4-BE49-F238E27FC236}">
                <a16:creationId xmlns:a16="http://schemas.microsoft.com/office/drawing/2014/main" id="{8F9ADE91-154E-44B9-98A5-C9AE924A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05668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观察积压环节，分析</a:t>
            </a:r>
          </a:p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前先核实记录质量。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目标分解后，每项工作仍需明确负责人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C7086-5B0D-4523-B15C-D4B780FC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0-448">
            <a:extLst xmlns:a="http://schemas.openxmlformats.org/drawingml/2006/main">
              <a:ext uri="{FF2B5EF4-FFF2-40B4-BE49-F238E27FC236}">
                <a16:creationId xmlns:a16="http://schemas.microsoft.com/office/drawing/2014/main" id="{55A1CFC0-8D4C-4B56-89DC-D9B3504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责任层级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E2E66-490B-4E7D-B25C-591C74A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5050" y="33623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011DA-0B48-4E1E-A054-2B29A36E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" y="36957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73B0B-8949-455A-80DE-720DA326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" y="36957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E152B-EAE4-4C3E-A2C6-53B10D0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397176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0BB2C-691D-41AB-9940-2C9E1EEE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38275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640A3-7108-4157-B6E6-6C801DF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36957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BDB1D-C8A3-4C91-B6F3-C90A1415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30726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A8762-4A40-4C22-A50F-F39BC6F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39538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1EEF7-0674-4E4A-A17A-5CA61CB9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95575"/>
            <a:ext cx="28765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6" name="copy-10-449">
            <a:extLst xmlns:a="http://schemas.openxmlformats.org/drawingml/2006/main">
              <a:ext uri="{FF2B5EF4-FFF2-40B4-BE49-F238E27FC236}">
                <a16:creationId xmlns:a16="http://schemas.microsoft.com/office/drawing/2014/main" id="{2BF88E35-3F51-49CF-94A7-031F699A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服务改善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1FC6B-D030-4657-80A6-38AFC5C2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29075"/>
            <a:ext cx="1524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8" name="copy-10-450">
            <a:extLst xmlns:a="http://schemas.openxmlformats.org/drawingml/2006/main">
              <a:ext uri="{FF2B5EF4-FFF2-40B4-BE49-F238E27FC236}">
                <a16:creationId xmlns:a16="http://schemas.microsoft.com/office/drawing/2014/main" id="{C5165D58-2074-4654-B492-006EF44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767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入口优化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5D68B-FE3D-4AA1-96AD-1457572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29075"/>
            <a:ext cx="1524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0" name="copy-10-451">
            <a:extLst xmlns:a="http://schemas.openxmlformats.org/drawingml/2006/main">
              <a:ext uri="{FF2B5EF4-FFF2-40B4-BE49-F238E27FC236}">
                <a16:creationId xmlns:a16="http://schemas.microsoft.com/office/drawing/2014/main" id="{1D5B2FA0-5ECC-4CD1-842A-6B3BED72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767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流转提速</a:t>
            </a:r>
          </a:p>
        </p:txBody>
      </p:sp>
      <p:sp>
        <p:nvSpPr>
          <p:cNvPr id="31" name="copy-10-452">
            <a:extLst xmlns:a="http://schemas.openxmlformats.org/drawingml/2006/main">
              <a:ext uri="{FF2B5EF4-FFF2-40B4-BE49-F238E27FC236}">
                <a16:creationId xmlns:a16="http://schemas.microsoft.com/office/drawing/2014/main" id="{DBA4F3C0-7E0F-4028-AB38-BCF8CD03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910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每项工作明确负责人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C598D-9EDF-42D3-BA6C-9F1BBA7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3" name="copy-10-453">
            <a:extLst xmlns:a="http://schemas.openxmlformats.org/drawingml/2006/main">
              <a:ext uri="{FF2B5EF4-FFF2-40B4-BE49-F238E27FC236}">
                <a16:creationId xmlns:a16="http://schemas.microsoft.com/office/drawing/2014/main" id="{584B0AFD-9002-4644-BA51-F9567348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团队职责</a:t>
            </a:r>
          </a:p>
        </p:txBody>
      </p:sp>
      <p:sp>
        <p:nvSpPr>
          <p:cNvPr id="34" name="copy-10-454">
            <a:extLst xmlns:a="http://schemas.openxmlformats.org/drawingml/2006/main">
              <a:ext uri="{FF2B5EF4-FFF2-40B4-BE49-F238E27FC236}">
                <a16:creationId xmlns:a16="http://schemas.microsoft.com/office/drawing/2014/main" id="{8337FA87-3C82-4C3A-8B6C-AF0F8AAE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5719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入口优化</a:t>
            </a:r>
          </a:p>
        </p:txBody>
      </p:sp>
      <p:sp>
        <p:nvSpPr>
          <p:cNvPr id="35" name="copy-10-455">
            <a:extLst xmlns:a="http://schemas.openxmlformats.org/drawingml/2006/main">
              <a:ext uri="{FF2B5EF4-FFF2-40B4-BE49-F238E27FC236}">
                <a16:creationId xmlns:a16="http://schemas.microsoft.com/office/drawing/2014/main" id="{3E946FB8-B08F-40CC-BD1E-18502A7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61995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业务组确认目录，技术组实现检索。</a:t>
            </a:r>
          </a:p>
        </p:txBody>
      </p:sp>
      <p:sp>
        <p:nvSpPr>
          <p:cNvPr id="36" name="copy-10-456">
            <a:extLst xmlns:a="http://schemas.openxmlformats.org/drawingml/2006/main">
              <a:ext uri="{FF2B5EF4-FFF2-40B4-BE49-F238E27FC236}">
                <a16:creationId xmlns:a16="http://schemas.microsoft.com/office/drawing/2014/main" id="{204659A5-0513-4816-B32A-9AB7C18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74223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流转提速</a:t>
            </a:r>
          </a:p>
        </p:txBody>
      </p:sp>
      <p:sp>
        <p:nvSpPr>
          <p:cNvPr id="37" name="copy-10-457">
            <a:extLst xmlns:a="http://schemas.openxmlformats.org/drawingml/2006/main">
              <a:ext uri="{FF2B5EF4-FFF2-40B4-BE49-F238E27FC236}">
                <a16:creationId xmlns:a16="http://schemas.microsoft.com/office/drawing/2014/main" id="{27BB1F6E-A641-4ED4-8AE1-974A7F2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9023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牵头部门明确接收与退回规则。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D0DDB-7366-4446-A88C-8179263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9" name="copy-10-458">
            <a:extLst xmlns:a="http://schemas.openxmlformats.org/drawingml/2006/main">
              <a:ext uri="{FF2B5EF4-FFF2-40B4-BE49-F238E27FC236}">
                <a16:creationId xmlns:a16="http://schemas.microsoft.com/office/drawing/2014/main" id="{EBCBD470-5727-4305-A241-6933FB21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个人交付</a:t>
            </a:r>
          </a:p>
        </p:txBody>
      </p:sp>
      <p:sp>
        <p:nvSpPr>
          <p:cNvPr id="40" name="copy-10-459">
            <a:extLst xmlns:a="http://schemas.openxmlformats.org/drawingml/2006/main">
              <a:ext uri="{FF2B5EF4-FFF2-40B4-BE49-F238E27FC236}">
                <a16:creationId xmlns:a16="http://schemas.microsoft.com/office/drawing/2014/main" id="{B0AD65EF-6821-43C4-A8B7-0EB69112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5719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41" name="copy-10-460">
            <a:extLst xmlns:a="http://schemas.openxmlformats.org/drawingml/2006/main">
              <a:ext uri="{FF2B5EF4-FFF2-40B4-BE49-F238E27FC236}">
                <a16:creationId xmlns:a16="http://schemas.microsoft.com/office/drawing/2014/main" id="{3F112769-11C5-45F1-A3E7-61540058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61995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每项工作记录交付物和检查时间。</a:t>
            </a:r>
          </a:p>
        </p:txBody>
      </p:sp>
      <p:sp>
        <p:nvSpPr>
          <p:cNvPr id="42" name="copy-10-461">
            <a:extLst xmlns:a="http://schemas.openxmlformats.org/drawingml/2006/main">
              <a:ext uri="{FF2B5EF4-FFF2-40B4-BE49-F238E27FC236}">
                <a16:creationId xmlns:a16="http://schemas.microsoft.com/office/drawing/2014/main" id="{9605133A-2C90-41B6-A104-28C87BEC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74223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变更上报</a:t>
            </a:r>
          </a:p>
        </p:txBody>
      </p:sp>
      <p:sp>
        <p:nvSpPr>
          <p:cNvPr id="43" name="copy-10-462">
            <a:extLst xmlns:a="http://schemas.openxmlformats.org/drawingml/2006/main">
              <a:ext uri="{FF2B5EF4-FFF2-40B4-BE49-F238E27FC236}">
                <a16:creationId xmlns:a16="http://schemas.microsoft.com/office/drawing/2014/main" id="{AAD0E0DC-AAC4-4282-BFDE-AFBCA96B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79023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范围变化回到对应工作项处理。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统一协调入口，专业问题由对应团队处理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D4430-E6D2-4F92-AB6F-72361AA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1-463">
            <a:extLst xmlns:a="http://schemas.openxmlformats.org/drawingml/2006/main">
              <a:ext uri="{FF2B5EF4-FFF2-40B4-BE49-F238E27FC236}">
                <a16:creationId xmlns:a16="http://schemas.microsoft.com/office/drawing/2014/main" id="{FF2B78FF-0EF7-48D9-B463-BD39F22B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协调组</a:t>
            </a:r>
          </a:p>
        </p:txBody>
      </p:sp>
      <p:sp>
        <p:nvSpPr>
          <p:cNvPr id="17" name="copy-11-464">
            <a:extLst xmlns:a="http://schemas.openxmlformats.org/drawingml/2006/main">
              <a:ext uri="{FF2B5EF4-FFF2-40B4-BE49-F238E27FC236}">
                <a16:creationId xmlns:a16="http://schemas.microsoft.com/office/drawing/2014/main" id="{CAD1435A-D8E4-4B40-BFFB-23D0806B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7051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统一受理</a:t>
            </a:r>
          </a:p>
        </p:txBody>
      </p:sp>
      <p:sp>
        <p:nvSpPr>
          <p:cNvPr id="18" name="copy-11-465">
            <a:extLst xmlns:a="http://schemas.openxmlformats.org/drawingml/2006/main">
              <a:ext uri="{FF2B5EF4-FFF2-40B4-BE49-F238E27FC236}">
                <a16:creationId xmlns:a16="http://schemas.microsoft.com/office/drawing/2014/main" id="{998FECD8-7A3E-427E-B4DF-5B596ACD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75318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登记问题并跟踪当前处理人。</a:t>
            </a:r>
          </a:p>
        </p:txBody>
      </p:sp>
      <p:sp>
        <p:nvSpPr>
          <p:cNvPr id="19" name="copy-11-466">
            <a:extLst xmlns:a="http://schemas.openxmlformats.org/drawingml/2006/main">
              <a:ext uri="{FF2B5EF4-FFF2-40B4-BE49-F238E27FC236}">
                <a16:creationId xmlns:a16="http://schemas.microsoft.com/office/drawing/2014/main" id="{D20999B3-B15F-424B-8B33-E21C4B1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00868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跨组协调</a:t>
            </a:r>
          </a:p>
        </p:txBody>
      </p:sp>
      <p:sp>
        <p:nvSpPr>
          <p:cNvPr id="20" name="copy-11-467">
            <a:extLst xmlns:a="http://schemas.openxmlformats.org/drawingml/2006/main">
              <a:ext uri="{FF2B5EF4-FFF2-40B4-BE49-F238E27FC236}">
                <a16:creationId xmlns:a16="http://schemas.microsoft.com/office/drawing/2014/main" id="{F539BB66-0646-4FB3-976E-EA2DDDB8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05668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遇到职责交叉时组织</a:t>
            </a:r>
          </a:p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确认，避免无人接收。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1B0E6-ECC9-4ECF-86FA-DC34727C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11-468">
            <a:extLst xmlns:a="http://schemas.openxmlformats.org/drawingml/2006/main">
              <a:ext uri="{FF2B5EF4-FFF2-40B4-BE49-F238E27FC236}">
                <a16:creationId xmlns:a16="http://schemas.microsoft.com/office/drawing/2014/main" id="{5C1F6FA1-B49D-4BE5-8F64-72B85C3E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23" name="copy-11-469">
            <a:extLst xmlns:a="http://schemas.openxmlformats.org/drawingml/2006/main">
              <a:ext uri="{FF2B5EF4-FFF2-40B4-BE49-F238E27FC236}">
                <a16:creationId xmlns:a16="http://schemas.microsoft.com/office/drawing/2014/main" id="{90DEDBEF-5E02-4175-B81C-FA1B2C03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5719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24" name="copy-11-470">
            <a:extLst xmlns:a="http://schemas.openxmlformats.org/drawingml/2006/main">
              <a:ext uri="{FF2B5EF4-FFF2-40B4-BE49-F238E27FC236}">
                <a16:creationId xmlns:a16="http://schemas.microsoft.com/office/drawing/2014/main" id="{FF0368C6-9126-42A8-80EB-1B8F983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61995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解释办理规则与材料要求。</a:t>
            </a:r>
          </a:p>
        </p:txBody>
      </p:sp>
      <p:sp>
        <p:nvSpPr>
          <p:cNvPr id="25" name="copy-11-471">
            <a:extLst xmlns:a="http://schemas.openxmlformats.org/drawingml/2006/main">
              <a:ext uri="{FF2B5EF4-FFF2-40B4-BE49-F238E27FC236}">
                <a16:creationId xmlns:a16="http://schemas.microsoft.com/office/drawing/2014/main" id="{A8480301-A7C1-4498-9858-623A92A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74223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26" name="copy-11-472">
            <a:extLst xmlns:a="http://schemas.openxmlformats.org/drawingml/2006/main">
              <a:ext uri="{FF2B5EF4-FFF2-40B4-BE49-F238E27FC236}">
                <a16:creationId xmlns:a16="http://schemas.microsoft.com/office/drawing/2014/main" id="{D7371DB8-F582-4057-A65F-FE812EA0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9023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处理接口和系统异常，并回传结果。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AC8641-542C-4254-846F-4646314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copy-11-473">
            <a:extLst xmlns:a="http://schemas.openxmlformats.org/drawingml/2006/main">
              <a:ext uri="{FF2B5EF4-FFF2-40B4-BE49-F238E27FC236}">
                <a16:creationId xmlns:a16="http://schemas.microsoft.com/office/drawing/2014/main" id="{8D1B94B3-994F-4733-97A2-DC1F84B1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协同中心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EC5E2-5912-4DF8-BE39-752AF856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867900" y="2762250"/>
            <a:ext cx="190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7013E-F310-47E5-A63A-2956E42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2762250"/>
            <a:ext cx="42435" cy="74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FA3A57-C217-4ED1-91F2-680939B7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828151" y="2762250"/>
            <a:ext cx="39749" cy="75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7FFD6-F933-448A-8C3B-F220D11D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2762250"/>
            <a:ext cx="190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75483-C465-4983-8970-12596C81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844515" y="3754565"/>
            <a:ext cx="42435" cy="74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0E01D-39F5-4C60-9918-5412D1C4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86950" y="3753097"/>
            <a:ext cx="39749" cy="75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3CB9B3-EC10-4A68-B53E-FED111C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24925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D85330-FA35-42BA-84FC-0EDA0B9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24925" y="536303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EAB23F-92AE-470B-AB7B-7B86C5C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24925" y="5409652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6660B9-19AD-4C68-A347-BECE098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24925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E7D7B5-9B25-4351-8D3F-37D7FB05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11428" y="443865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15895A-E8A1-4B14-8869-369412FA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543732" y="4438650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EA786E-2156-464B-B1B5-444DEB66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5D2919-5AD3-4A88-ACC4-4601A9F4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72457" y="5409652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4016DF-B997-4E5C-965E-740950FB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40153" y="536303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89FF2F-3A10-4912-AC69-46A34094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3650" y="4438650"/>
            <a:ext cx="6953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73D909-A8BD-449D-A89B-4D58EAC6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4438650"/>
            <a:ext cx="76518" cy="3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476F0-3443-4CF5-B3EE-C837C39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4438650"/>
            <a:ext cx="8822" cy="85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5E536D-0022-44CB-B2AF-AF0BBCB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524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8" name="copy-11-474">
            <a:extLst xmlns:a="http://schemas.openxmlformats.org/drawingml/2006/main">
              <a:ext uri="{FF2B5EF4-FFF2-40B4-BE49-F238E27FC236}">
                <a16:creationId xmlns:a16="http://schemas.microsoft.com/office/drawing/2014/main" id="{7AF82C01-41CE-48AF-B8EC-883AE11C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766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协调组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18DA64-5E64-4870-A25C-1FB2500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133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50" name="copy-11-475">
            <a:extLst xmlns:a="http://schemas.openxmlformats.org/drawingml/2006/main">
              <a:ext uri="{FF2B5EF4-FFF2-40B4-BE49-F238E27FC236}">
                <a16:creationId xmlns:a16="http://schemas.microsoft.com/office/drawing/2014/main" id="{BCC6DBEA-6E9E-4713-B0CD-2FB950BE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业务组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1C1092-CA41-4B28-955D-31BC1B5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448300"/>
            <a:ext cx="133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52" name="copy-11-476">
            <a:extLst xmlns:a="http://schemas.openxmlformats.org/drawingml/2006/main">
              <a:ext uri="{FF2B5EF4-FFF2-40B4-BE49-F238E27FC236}">
                <a16:creationId xmlns:a16="http://schemas.microsoft.com/office/drawing/2014/main" id="{21E9F945-96F5-45AB-839A-C12993D8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技术组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451446-08FB-4249-8D73-95157D62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448300"/>
            <a:ext cx="133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54" name="copy-11-477">
            <a:extLst xmlns:a="http://schemas.openxmlformats.org/drawingml/2006/main">
              <a:ext uri="{FF2B5EF4-FFF2-40B4-BE49-F238E27FC236}">
                <a16:creationId xmlns:a16="http://schemas.microsoft.com/office/drawing/2014/main" id="{00B7C760-33D3-4730-9CD1-B455D881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4959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服务组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上线准备可并行推进，但缺项需补齐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44005-2523-4DF5-8873-0825072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2-478">
            <a:extLst xmlns:a="http://schemas.openxmlformats.org/drawingml/2006/main">
              <a:ext uri="{FF2B5EF4-FFF2-40B4-BE49-F238E27FC236}">
                <a16:creationId xmlns:a16="http://schemas.microsoft.com/office/drawing/2014/main" id="{8EF82B1F-EFB9-4981-B2F1-7D28274A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</a:p>
        </p:txBody>
      </p:sp>
      <p:sp>
        <p:nvSpPr>
          <p:cNvPr id="17" name="copy-12-479">
            <a:extLst xmlns:a="http://schemas.openxmlformats.org/drawingml/2006/main">
              <a:ext uri="{FF2B5EF4-FFF2-40B4-BE49-F238E27FC236}">
                <a16:creationId xmlns:a16="http://schemas.microsoft.com/office/drawing/2014/main" id="{645EFD48-8263-4C38-A48B-A172F7E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700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确认受理范围、材料要求和退回情形。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04BF3-11DC-4515-A3BA-300E019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12-480">
            <a:extLst xmlns:a="http://schemas.openxmlformats.org/drawingml/2006/main">
              <a:ext uri="{FF2B5EF4-FFF2-40B4-BE49-F238E27FC236}">
                <a16:creationId xmlns:a16="http://schemas.microsoft.com/office/drawing/2014/main" id="{C7A11D59-1823-4693-B77D-493E32A4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技术联调</a:t>
            </a:r>
          </a:p>
        </p:txBody>
      </p:sp>
      <p:sp>
        <p:nvSpPr>
          <p:cNvPr id="20" name="copy-12-481">
            <a:extLst xmlns:a="http://schemas.openxmlformats.org/drawingml/2006/main">
              <a:ext uri="{FF2B5EF4-FFF2-40B4-BE49-F238E27FC236}">
                <a16:creationId xmlns:a16="http://schemas.microsoft.com/office/drawing/2014/main" id="{5CF50AF9-84EB-4503-A67D-1E4D3E4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700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完成接口测试，并保存异常处理记录。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4EEF2-E2A3-4BBC-AF20-9DC1BF82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12-482">
            <a:extLst xmlns:a="http://schemas.openxmlformats.org/drawingml/2006/main">
              <a:ext uri="{FF2B5EF4-FFF2-40B4-BE49-F238E27FC236}">
                <a16:creationId xmlns:a16="http://schemas.microsoft.com/office/drawing/2014/main" id="{FC271BFB-D8F8-4EDF-90DC-290D797F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人员培训</a:t>
            </a:r>
          </a:p>
        </p:txBody>
      </p:sp>
      <p:sp>
        <p:nvSpPr>
          <p:cNvPr id="23" name="copy-12-483">
            <a:extLst xmlns:a="http://schemas.openxmlformats.org/drawingml/2006/main">
              <a:ext uri="{FF2B5EF4-FFF2-40B4-BE49-F238E27FC236}">
                <a16:creationId xmlns:a16="http://schemas.microsoft.com/office/drawing/2014/main" id="{49730C91-7500-40FE-8220-6432D74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3445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值班人员能够演示一次完整办理。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75EBD-5E1D-4180-95FA-5E493792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copy-12-484">
            <a:extLst xmlns:a="http://schemas.openxmlformats.org/drawingml/2006/main">
              <a:ext uri="{FF2B5EF4-FFF2-40B4-BE49-F238E27FC236}">
                <a16:creationId xmlns:a16="http://schemas.microsoft.com/office/drawing/2014/main" id="{AFD6F987-F602-4B3E-B43D-798ED46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服务支持</a:t>
            </a:r>
          </a:p>
        </p:txBody>
      </p:sp>
      <p:sp>
        <p:nvSpPr>
          <p:cNvPr id="26" name="copy-12-485">
            <a:extLst xmlns:a="http://schemas.openxmlformats.org/drawingml/2006/main">
              <a:ext uri="{FF2B5EF4-FFF2-40B4-BE49-F238E27FC236}">
                <a16:creationId xmlns:a16="http://schemas.microsoft.com/office/drawing/2014/main" id="{D740E576-63B4-4ABE-AEB6-D1F3B73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34451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明确故障联系人和用户咨询渠道。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先做高价值、低难度事项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830C7-DADF-4252-B9F2-6A58D2BF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3-486">
            <a:extLst xmlns:a="http://schemas.openxmlformats.org/drawingml/2006/main">
              <a:ext uri="{FF2B5EF4-FFF2-40B4-BE49-F238E27FC236}">
                <a16:creationId xmlns:a16="http://schemas.microsoft.com/office/drawing/2014/main" id="{396CA7B4-D2B2-4313-932E-9158740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双维定位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755AF-E915-4BF8-B59C-28B2ED7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14575"/>
            <a:ext cx="2290763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54333-A040-4B54-AD65-424D5795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" y="3381375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0FCB9-5483-4464-89C2-AB72120A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563569" y="338137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98EB5-8A0D-4ADF-82C9-63E31C44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563569" y="334027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94739-2A89-48BC-95CE-AAB4642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7275" y="23145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EB81C-209B-4B98-8AD2-491D779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" y="231457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B1AC1-D250-473C-ADB1-81AA3CB5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16176" y="2314575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4D215-C8E1-48B1-BC58-7D59588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48038" y="23145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2FED9-5EA6-459B-BE47-C3B1CA5B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" y="2847975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copy-13-487">
            <a:extLst xmlns:a="http://schemas.openxmlformats.org/drawingml/2006/main">
              <a:ext uri="{FF2B5EF4-FFF2-40B4-BE49-F238E27FC236}">
                <a16:creationId xmlns:a16="http://schemas.microsoft.com/office/drawing/2014/main" id="{3341A0EB-0EF7-4151-A206-999B18AA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0812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27" name="copy-13-488">
            <a:extLst xmlns:a="http://schemas.openxmlformats.org/drawingml/2006/main">
              <a:ext uri="{FF2B5EF4-FFF2-40B4-BE49-F238E27FC236}">
                <a16:creationId xmlns:a16="http://schemas.microsoft.com/office/drawing/2014/main" id="{A82E23DD-D4E9-4393-B2D6-65B7FD5B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943225"/>
            <a:ext cx="20812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28" name="copy-13-489">
            <a:extLst xmlns:a="http://schemas.openxmlformats.org/drawingml/2006/main">
              <a:ext uri="{FF2B5EF4-FFF2-40B4-BE49-F238E27FC236}">
                <a16:creationId xmlns:a16="http://schemas.microsoft.com/office/drawing/2014/main" id="{0880CEEB-292C-4E16-8040-D1EC14B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145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9" name="copy-13-490">
            <a:extLst xmlns:a="http://schemas.openxmlformats.org/drawingml/2006/main">
              <a:ext uri="{FF2B5EF4-FFF2-40B4-BE49-F238E27FC236}">
                <a16:creationId xmlns:a16="http://schemas.microsoft.com/office/drawing/2014/main" id="{C551346E-99F5-4ACC-92CE-31C9B58D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146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30" name="copy-13-491">
            <a:extLst xmlns:a="http://schemas.openxmlformats.org/drawingml/2006/main">
              <a:ext uri="{FF2B5EF4-FFF2-40B4-BE49-F238E27FC236}">
                <a16:creationId xmlns:a16="http://schemas.microsoft.com/office/drawing/2014/main" id="{993F657B-4384-4942-96F4-729250E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66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31" name="copy-13-492">
            <a:extLst xmlns:a="http://schemas.openxmlformats.org/drawingml/2006/main">
              <a:ext uri="{FF2B5EF4-FFF2-40B4-BE49-F238E27FC236}">
                <a16:creationId xmlns:a16="http://schemas.microsoft.com/office/drawing/2014/main" id="{C3AE8825-776A-404A-B180-C745501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57575"/>
            <a:ext cx="458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难度低 → 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4E1E00-AA0E-4FFE-8A0C-F52217B1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3" name="copy-13-493">
            <a:extLst xmlns:a="http://schemas.openxmlformats.org/drawingml/2006/main">
              <a:ext uri="{FF2B5EF4-FFF2-40B4-BE49-F238E27FC236}">
                <a16:creationId xmlns:a16="http://schemas.microsoft.com/office/drawing/2014/main" id="{610DCB17-1202-4D7D-AE98-6BB5B6B9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优先事项</a:t>
            </a:r>
          </a:p>
        </p:txBody>
      </p:sp>
      <p:sp>
        <p:nvSpPr>
          <p:cNvPr id="34" name="copy-13-494">
            <a:extLst xmlns:a="http://schemas.openxmlformats.org/drawingml/2006/main">
              <a:ext uri="{FF2B5EF4-FFF2-40B4-BE49-F238E27FC236}">
                <a16:creationId xmlns:a16="http://schemas.microsoft.com/office/drawing/2014/main" id="{79FCC718-6417-4C6D-A4EF-F4D9DFBC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460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入口优化先在单一场景试用，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观察用户能否顺利找到办理入口。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EA175-14A5-4383-8DD7-B0821B02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6" name="copy-13-495">
            <a:extLst xmlns:a="http://schemas.openxmlformats.org/drawingml/2006/main">
              <a:ext uri="{FF2B5EF4-FFF2-40B4-BE49-F238E27FC236}">
                <a16:creationId xmlns:a16="http://schemas.microsoft.com/office/drawing/2014/main" id="{F5BB8209-F660-4FDC-B583-DF7B4188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暂缓事项</a:t>
            </a:r>
          </a:p>
        </p:txBody>
      </p:sp>
      <p:sp>
        <p:nvSpPr>
          <p:cNvPr id="37" name="copy-13-496">
            <a:extLst xmlns:a="http://schemas.openxmlformats.org/drawingml/2006/main">
              <a:ext uri="{FF2B5EF4-FFF2-40B4-BE49-F238E27FC236}">
                <a16:creationId xmlns:a16="http://schemas.microsoft.com/office/drawing/2014/main" id="{57339A7F-A0E4-4786-BBEC-771DF6D8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全量迁移需核对风险与回退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方案，当前不直接进入实施。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3C232-3501-4E85-B1A7-0F1093AF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9" name="copy-13-497">
            <a:extLst xmlns:a="http://schemas.openxmlformats.org/drawingml/2006/main">
              <a:ext uri="{FF2B5EF4-FFF2-40B4-BE49-F238E27FC236}">
                <a16:creationId xmlns:a16="http://schemas.microsoft.com/office/drawing/2014/main" id="{9850495C-89D9-4AC3-B350-63ACF883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40" name="copy-13-498">
            <a:extLst xmlns:a="http://schemas.openxmlformats.org/drawingml/2006/main">
              <a:ext uri="{FF2B5EF4-FFF2-40B4-BE49-F238E27FC236}">
                <a16:creationId xmlns:a16="http://schemas.microsoft.com/office/drawing/2014/main" id="{FFE23793-6072-4FC1-8276-61E0C27F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以上为模拟定位。若接口条件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或业务范围变化，应重新评估。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不同原因需要对应不同的改进措施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12760-DF16-4956-A89E-2E040517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4-499">
            <a:extLst xmlns:a="http://schemas.openxmlformats.org/drawingml/2006/main">
              <a:ext uri="{FF2B5EF4-FFF2-40B4-BE49-F238E27FC236}">
                <a16:creationId xmlns:a16="http://schemas.microsoft.com/office/drawing/2014/main" id="{B2C6D35F-BFAF-42C8-8411-C94FFF60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待验证原因甲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22998-7A1C-42D8-AACB-6C35926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38488" y="29051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F030A-A659-41EC-A11B-D7274517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91857" y="290512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B77AF-48B8-4BC0-AD02-1B9DEEDB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91857" y="286402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5CEA2-158A-4226-AA31-AC55AF2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1" name="copy-14-500">
            <a:extLst xmlns:a="http://schemas.openxmlformats.org/drawingml/2006/main">
              <a:ext uri="{FF2B5EF4-FFF2-40B4-BE49-F238E27FC236}">
                <a16:creationId xmlns:a16="http://schemas.microsoft.com/office/drawing/2014/main" id="{507C8D55-3F71-46C0-9D8D-5B958625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规则不清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49246-B7B5-4F51-A860-B959E976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3" name="copy-14-501">
            <a:extLst xmlns:a="http://schemas.openxmlformats.org/drawingml/2006/main">
              <a:ext uri="{FF2B5EF4-FFF2-40B4-BE49-F238E27FC236}">
                <a16:creationId xmlns:a16="http://schemas.microsoft.com/office/drawing/2014/main" id="{B88A7395-B662-4D75-94DB-65DAAD9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重复补件</a:t>
            </a:r>
          </a:p>
        </p:txBody>
      </p:sp>
      <p:sp>
        <p:nvSpPr>
          <p:cNvPr id="24" name="copy-14-502">
            <a:extLst xmlns:a="http://schemas.openxmlformats.org/drawingml/2006/main">
              <a:ext uri="{FF2B5EF4-FFF2-40B4-BE49-F238E27FC236}">
                <a16:creationId xmlns:a16="http://schemas.microsoft.com/office/drawing/2014/main" id="{2DF52A60-83F3-4797-992F-B57C6AF7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515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待验证假设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D9708-0680-46B0-8181-27BBDFB5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copy-14-503">
            <a:extLst xmlns:a="http://schemas.openxmlformats.org/drawingml/2006/main">
              <a:ext uri="{FF2B5EF4-FFF2-40B4-BE49-F238E27FC236}">
                <a16:creationId xmlns:a16="http://schemas.microsoft.com/office/drawing/2014/main" id="{D35BE553-E63C-42D7-97E0-8042164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待验证原因乙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1CA07-59C2-4AD7-A7BA-66BCE16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24913" y="29051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50A57-139A-44E7-BBD6-F23296BD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78282" y="290512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CA5128-B611-45C8-8021-6DD82A8C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978282" y="286402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CB7DE-04E1-4BD7-90CA-044A2909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1" name="copy-14-504">
            <a:extLst xmlns:a="http://schemas.openxmlformats.org/drawingml/2006/main">
              <a:ext uri="{FF2B5EF4-FFF2-40B4-BE49-F238E27FC236}">
                <a16:creationId xmlns:a16="http://schemas.microsoft.com/office/drawing/2014/main" id="{CB049D0E-00A1-447A-8E3B-0F1ADA5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无人接收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C7234-8401-426B-8971-98B8873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552700"/>
            <a:ext cx="2462213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3" name="copy-14-505">
            <a:extLst xmlns:a="http://schemas.openxmlformats.org/drawingml/2006/main">
              <a:ext uri="{FF2B5EF4-FFF2-40B4-BE49-F238E27FC236}">
                <a16:creationId xmlns:a16="http://schemas.microsoft.com/office/drawing/2014/main" id="{2469FDFB-5FF8-4474-84D6-94F1339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600325"/>
            <a:ext cx="22717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交接等待</a:t>
            </a:r>
          </a:p>
        </p:txBody>
      </p:sp>
      <p:sp>
        <p:nvSpPr>
          <p:cNvPr id="34" name="copy-14-506">
            <a:extLst xmlns:a="http://schemas.openxmlformats.org/drawingml/2006/main">
              <a:ext uri="{FF2B5EF4-FFF2-40B4-BE49-F238E27FC236}">
                <a16:creationId xmlns:a16="http://schemas.microsoft.com/office/drawing/2014/main" id="{0C9971A2-CD65-47E5-9FD5-55603A00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15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待验证假设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BC92C-C763-464C-A655-4EA1E414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6" name="copy-14-507">
            <a:extLst xmlns:a="http://schemas.openxmlformats.org/drawingml/2006/main">
              <a:ext uri="{FF2B5EF4-FFF2-40B4-BE49-F238E27FC236}">
                <a16:creationId xmlns:a16="http://schemas.microsoft.com/office/drawing/2014/main" id="{8FE678C4-4A6A-4D42-9248-086E5226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对应措施甲</a:t>
            </a:r>
          </a:p>
        </p:txBody>
      </p:sp>
      <p:sp>
        <p:nvSpPr>
          <p:cNvPr id="37" name="copy-14-508">
            <a:extLst xmlns:a="http://schemas.openxmlformats.org/drawingml/2006/main">
              <a:ext uri="{FF2B5EF4-FFF2-40B4-BE49-F238E27FC236}">
                <a16:creationId xmlns:a16="http://schemas.microsoft.com/office/drawing/2014/main" id="{9005DC25-656E-4290-AD84-1B2A887D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完善材料说明；抽查重复补件记录，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核实规则不清是否为主要原因。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D5A8A2-CC70-4874-BBF7-3A4E91A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438150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9" name="copy-14-509">
            <a:extLst xmlns:a="http://schemas.openxmlformats.org/drawingml/2006/main">
              <a:ext uri="{FF2B5EF4-FFF2-40B4-BE49-F238E27FC236}">
                <a16:creationId xmlns:a16="http://schemas.microsoft.com/office/drawing/2014/main" id="{71579BD3-5566-4A24-8B2B-E6672F64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对应措施乙</a:t>
            </a:r>
          </a:p>
        </p:txBody>
      </p:sp>
      <p:sp>
        <p:nvSpPr>
          <p:cNvPr id="40" name="copy-14-510">
            <a:extLst xmlns:a="http://schemas.openxmlformats.org/drawingml/2006/main">
              <a:ext uri="{FF2B5EF4-FFF2-40B4-BE49-F238E27FC236}">
                <a16:creationId xmlns:a16="http://schemas.microsoft.com/office/drawing/2014/main" id="{C8BDAA65-C777-4FED-BC3A-80D4AB3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205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明确接收人；对照交接记录，核实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等待是否发生在无人接收的环节。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每项目标都要配上动作和验证方式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70B0C-79A9-4BA6-960B-3F56748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5-511">
            <a:extLst xmlns:a="http://schemas.openxmlformats.org/drawingml/2006/main">
              <a:ext uri="{FF2B5EF4-FFF2-40B4-BE49-F238E27FC236}">
                <a16:creationId xmlns:a16="http://schemas.microsoft.com/office/drawing/2014/main" id="{827F14CF-EE5E-40D0-B7D3-D4194D76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目标：入口清楚</a:t>
            </a:r>
          </a:p>
        </p:txBody>
      </p:sp>
      <p:sp>
        <p:nvSpPr>
          <p:cNvPr id="17" name="copy-15-512">
            <a:extLst xmlns:a="http://schemas.openxmlformats.org/drawingml/2006/main">
              <a:ext uri="{FF2B5EF4-FFF2-40B4-BE49-F238E27FC236}">
                <a16:creationId xmlns:a16="http://schemas.microsoft.com/office/drawing/2014/main" id="{544D43FA-3054-4C18-8B9A-608DA61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8938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用户能找到正确的办理入口。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E9519-8D61-4EE4-B227-9D37012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15-513">
            <a:extLst xmlns:a="http://schemas.openxmlformats.org/drawingml/2006/main">
              <a:ext uri="{FF2B5EF4-FFF2-40B4-BE49-F238E27FC236}">
                <a16:creationId xmlns:a16="http://schemas.microsoft.com/office/drawing/2014/main" id="{EEFFAB1C-77C8-428E-91C9-3310BD13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目标：交接明确</a:t>
            </a:r>
          </a:p>
        </p:txBody>
      </p:sp>
      <p:sp>
        <p:nvSpPr>
          <p:cNvPr id="20" name="copy-15-514">
            <a:extLst xmlns:a="http://schemas.openxmlformats.org/drawingml/2006/main">
              <a:ext uri="{FF2B5EF4-FFF2-40B4-BE49-F238E27FC236}">
                <a16:creationId xmlns:a16="http://schemas.microsoft.com/office/drawing/2014/main" id="{7BBDA333-D124-419C-92F0-018C3A7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8938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事项有接收人和当前状态。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E0ED2-04B0-401F-8B14-0F072301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192405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15-515">
            <a:extLst xmlns:a="http://schemas.openxmlformats.org/drawingml/2006/main">
              <a:ext uri="{FF2B5EF4-FFF2-40B4-BE49-F238E27FC236}">
                <a16:creationId xmlns:a16="http://schemas.microsoft.com/office/drawing/2014/main" id="{511FF686-2A1F-4193-9B3C-8B776A06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目标：结果可见</a:t>
            </a:r>
          </a:p>
        </p:txBody>
      </p:sp>
      <p:sp>
        <p:nvSpPr>
          <p:cNvPr id="23" name="copy-15-516">
            <a:extLst xmlns:a="http://schemas.openxmlformats.org/drawingml/2006/main">
              <a:ext uri="{FF2B5EF4-FFF2-40B4-BE49-F238E27FC236}">
                <a16:creationId xmlns:a16="http://schemas.microsoft.com/office/drawing/2014/main" id="{7864FF70-92E1-4D26-A0A9-A73CD43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8938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用户能查看办理结果。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642CA-853A-47AC-BA2B-29A16745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815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5" name="copy-15-517">
            <a:extLst xmlns:a="http://schemas.openxmlformats.org/drawingml/2006/main">
              <a:ext uri="{FF2B5EF4-FFF2-40B4-BE49-F238E27FC236}">
                <a16:creationId xmlns:a16="http://schemas.microsoft.com/office/drawing/2014/main" id="{D59032FB-1827-4CDD-A687-BD20974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动作与验证甲</a:t>
            </a:r>
          </a:p>
        </p:txBody>
      </p:sp>
      <p:sp>
        <p:nvSpPr>
          <p:cNvPr id="26" name="copy-15-518">
            <a:extLst xmlns:a="http://schemas.openxmlformats.org/drawingml/2006/main">
              <a:ext uri="{FF2B5EF4-FFF2-40B4-BE49-F238E27FC236}">
                <a16:creationId xmlns:a16="http://schemas.microsoft.com/office/drawing/2014/main" id="{E3B2246E-FF73-4B29-A083-B2C37A73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16818"/>
            <a:ext cx="32575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统一目录；用实际任务</a:t>
            </a:r>
          </a:p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检查入口能否找到。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441AD-3A81-40DE-9E7E-70F8D2F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4825" y="43815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copy-15-519">
            <a:extLst xmlns:a="http://schemas.openxmlformats.org/drawingml/2006/main">
              <a:ext uri="{FF2B5EF4-FFF2-40B4-BE49-F238E27FC236}">
                <a16:creationId xmlns:a16="http://schemas.microsoft.com/office/drawing/2014/main" id="{531E396D-04AF-4336-9593-B3C86840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动作与验证乙</a:t>
            </a:r>
          </a:p>
        </p:txBody>
      </p:sp>
      <p:sp>
        <p:nvSpPr>
          <p:cNvPr id="29" name="copy-15-520">
            <a:extLst xmlns:a="http://schemas.openxmlformats.org/drawingml/2006/main">
              <a:ext uri="{FF2B5EF4-FFF2-40B4-BE49-F238E27FC236}">
                <a16:creationId xmlns:a16="http://schemas.microsoft.com/office/drawing/2014/main" id="{71917727-0342-4324-97F5-2E67828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14683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记录接收人；抽查停滞事项。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558A4-836E-49D7-A564-AF431FB2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43815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1" name="copy-15-521">
            <a:extLst xmlns:a="http://schemas.openxmlformats.org/drawingml/2006/main">
              <a:ext uri="{FF2B5EF4-FFF2-40B4-BE49-F238E27FC236}">
                <a16:creationId xmlns:a16="http://schemas.microsoft.com/office/drawing/2014/main" id="{AD879AF5-20D6-4F59-A039-80006A21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386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动作与验证丙</a:t>
            </a:r>
          </a:p>
        </p:txBody>
      </p:sp>
      <p:sp>
        <p:nvSpPr>
          <p:cNvPr id="32" name="copy-15-522">
            <a:extLst xmlns:a="http://schemas.openxmlformats.org/drawingml/2006/main">
              <a:ext uri="{FF2B5EF4-FFF2-40B4-BE49-F238E27FC236}">
                <a16:creationId xmlns:a16="http://schemas.microsoft.com/office/drawing/2014/main" id="{DAA36A42-5DA3-4616-8093-D04CB74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46834"/>
            <a:ext cx="32575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提供进度查询；核对结果是否回传。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先明确包含什么，再讨论如何实现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1F2CF-4EB1-420E-8FCA-318ACF28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6-523">
            <a:extLst xmlns:a="http://schemas.openxmlformats.org/drawingml/2006/main">
              <a:ext uri="{FF2B5EF4-FFF2-40B4-BE49-F238E27FC236}">
                <a16:creationId xmlns:a16="http://schemas.microsoft.com/office/drawing/2014/main" id="{3F06B955-F708-458A-ABB0-B48154F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本轮范围</a:t>
            </a:r>
          </a:p>
        </p:txBody>
      </p:sp>
      <p:sp>
        <p:nvSpPr>
          <p:cNvPr id="17" name="copy-16-524">
            <a:extLst xmlns:a="http://schemas.openxmlformats.org/drawingml/2006/main">
              <a:ext uri="{FF2B5EF4-FFF2-40B4-BE49-F238E27FC236}">
                <a16:creationId xmlns:a16="http://schemas.microsoft.com/office/drawing/2014/main" id="{1088F32A-BEFD-4457-ACB6-AE23C8A8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本轮仅覆盖在线受理。材料上传与状态查询属于试点范围，线下核验由原业务流程继续承担。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A3E03-73F5-43FF-A2DC-4DBBDDE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27948"/>
            <a:ext cx="7045643" cy="3011805"/>
          </a:xfrm>
          <a:prstGeom xmlns:a="http://schemas.openxmlformats.org/drawingml/2006/main" prst="roundRect">
            <a:avLst>
              <a:gd name="adj" fmla="val 379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19050">
            <a:solidFill>
              <a:srgbClr val="315EA4"/>
            </a:solidFill>
          </a:ln>
        </p:spPr>
      </p:sp>
      <p:sp>
        <p:nvSpPr>
          <p:cNvPr id="19" name="copy-16-525">
            <a:extLst xmlns:a="http://schemas.openxmlformats.org/drawingml/2006/main">
              <a:ext uri="{FF2B5EF4-FFF2-40B4-BE49-F238E27FC236}">
                <a16:creationId xmlns:a16="http://schemas.microsoft.com/office/drawing/2014/main" id="{85679303-0FB0-4E48-9FB5-3AF51DD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23198"/>
            <a:ext cx="66646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在线受理 · 试点范围内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9F620-9FEF-4B7B-9C56-F30981F1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7073"/>
            <a:ext cx="3094196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1" name="copy-16-526">
            <a:extLst xmlns:a="http://schemas.openxmlformats.org/drawingml/2006/main">
              <a:ext uri="{FF2B5EF4-FFF2-40B4-BE49-F238E27FC236}">
                <a16:creationId xmlns:a16="http://schemas.microsoft.com/office/drawing/2014/main" id="{F56AC0DB-D130-492A-96F7-83255A30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94698"/>
            <a:ext cx="290369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材料上传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A3502-5323-4E68-913F-DC38313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21" y="3247073"/>
            <a:ext cx="3094196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3" name="copy-16-527">
            <a:extLst xmlns:a="http://schemas.openxmlformats.org/drawingml/2006/main">
              <a:ext uri="{FF2B5EF4-FFF2-40B4-BE49-F238E27FC236}">
                <a16:creationId xmlns:a16="http://schemas.microsoft.com/office/drawing/2014/main" id="{ECF32D27-5AE5-49AA-8BC5-8E7FBBD5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471" y="3294698"/>
            <a:ext cx="290369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状态查询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6627D-AA1E-4E1E-A150-7CABA71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247073"/>
            <a:ext cx="2709863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5" name="copy-16-528">
            <a:extLst xmlns:a="http://schemas.openxmlformats.org/drawingml/2006/main">
              <a:ext uri="{FF2B5EF4-FFF2-40B4-BE49-F238E27FC236}">
                <a16:creationId xmlns:a16="http://schemas.microsoft.com/office/drawing/2014/main" id="{576C0CAD-CADD-4512-8832-9FC3DAAC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324" y="3294698"/>
            <a:ext cx="25193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线下核验</a:t>
            </a:r>
          </a:p>
        </p:txBody>
      </p:sp>
      <p:sp>
        <p:nvSpPr>
          <p:cNvPr id="26" name="copy-16-529">
            <a:extLst xmlns:a="http://schemas.openxmlformats.org/drawingml/2006/main">
              <a:ext uri="{FF2B5EF4-FFF2-40B4-BE49-F238E27FC236}">
                <a16:creationId xmlns:a16="http://schemas.microsoft.com/office/drawing/2014/main" id="{A87538F7-5987-41E0-961A-C80B8BB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3866198"/>
            <a:ext cx="3251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范围外 · 原业务流程承担</a:t>
            </a:r>
          </a:p>
        </p:txBody>
      </p:sp>
      <p:sp>
        <p:nvSpPr>
          <p:cNvPr id="27" name="copy-16-530">
            <a:extLst xmlns:a="http://schemas.openxmlformats.org/drawingml/2006/main">
              <a:ext uri="{FF2B5EF4-FFF2-40B4-BE49-F238E27FC236}">
                <a16:creationId xmlns:a16="http://schemas.microsoft.com/office/drawing/2014/main" id="{29005F76-88F6-4364-8F45-E48F972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35002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需要线下核验时，线上展示转办提示；本轮不承诺线上直接完成核验。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技术流程局部图示，业务规则保留实文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DB346-8F13-40EC-BA18-622B3EAF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7-531">
            <a:extLst xmlns:a="http://schemas.openxmlformats.org/drawingml/2006/main">
              <a:ext uri="{FF2B5EF4-FFF2-40B4-BE49-F238E27FC236}">
                <a16:creationId xmlns:a16="http://schemas.microsoft.com/office/drawing/2014/main" id="{D1CADA65-D961-45C0-B137-20F54BC0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技术执行</a:t>
            </a:r>
          </a:p>
        </p:txBody>
      </p:sp>
      <p:sp>
        <p:nvSpPr>
          <p:cNvPr id="17" name="copy-17-532">
            <a:extLst xmlns:a="http://schemas.openxmlformats.org/drawingml/2006/main">
              <a:ext uri="{FF2B5EF4-FFF2-40B4-BE49-F238E27FC236}">
                <a16:creationId xmlns:a16="http://schemas.microsoft.com/office/drawing/2014/main" id="{5FA2BD48-DC51-475D-B45F-98E7894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请求进入系统后先核对权限，再读取相应状态。</a:t>
            </a:r>
          </a:p>
        </p:txBody>
      </p:sp>
      <p:sp>
        <p:nvSpPr>
          <p:cNvPr id="18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674838B1-6575-4468-82E4-F4CC7ACE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608" y="3794684"/>
            <a:ext cx="3917232" cy="178165"/>
          </a:xfrm>
          <a:custGeom xmlns:a="http://schemas.openxmlformats.org/drawingml/2006/main">
            <a:pathLst>
              <a:path w="3917232" h="178165">
                <a:moveTo>
                  <a:pt x="0" y="34300"/>
                </a:moveTo>
                <a:lnTo>
                  <a:pt x="20307" y="12897"/>
                </a:lnTo>
                <a:lnTo>
                  <a:pt x="53959" y="12887"/>
                </a:lnTo>
                <a:lnTo>
                  <a:pt x="87620" y="12887"/>
                </a:lnTo>
                <a:lnTo>
                  <a:pt x="121272" y="12887"/>
                </a:lnTo>
                <a:lnTo>
                  <a:pt x="154934" y="12887"/>
                </a:lnTo>
                <a:lnTo>
                  <a:pt x="188585" y="12887"/>
                </a:lnTo>
                <a:lnTo>
                  <a:pt x="222237" y="12887"/>
                </a:lnTo>
                <a:lnTo>
                  <a:pt x="255899" y="12887"/>
                </a:lnTo>
                <a:lnTo>
                  <a:pt x="289550" y="12887"/>
                </a:lnTo>
                <a:lnTo>
                  <a:pt x="323202" y="12887"/>
                </a:lnTo>
                <a:lnTo>
                  <a:pt x="356864" y="12887"/>
                </a:lnTo>
                <a:lnTo>
                  <a:pt x="390515" y="12887"/>
                </a:lnTo>
                <a:lnTo>
                  <a:pt x="424167" y="12887"/>
                </a:lnTo>
                <a:lnTo>
                  <a:pt x="457829" y="12887"/>
                </a:lnTo>
                <a:lnTo>
                  <a:pt x="491480" y="12887"/>
                </a:lnTo>
                <a:lnTo>
                  <a:pt x="525132" y="12887"/>
                </a:lnTo>
                <a:lnTo>
                  <a:pt x="558794" y="12887"/>
                </a:lnTo>
                <a:lnTo>
                  <a:pt x="592445" y="12887"/>
                </a:lnTo>
                <a:lnTo>
                  <a:pt x="626097" y="12887"/>
                </a:lnTo>
                <a:lnTo>
                  <a:pt x="659759" y="12887"/>
                </a:lnTo>
                <a:lnTo>
                  <a:pt x="693410" y="12887"/>
                </a:lnTo>
                <a:lnTo>
                  <a:pt x="727062" y="12887"/>
                </a:lnTo>
                <a:lnTo>
                  <a:pt x="760724" y="12887"/>
                </a:lnTo>
                <a:lnTo>
                  <a:pt x="794375" y="12887"/>
                </a:lnTo>
                <a:lnTo>
                  <a:pt x="828037" y="12887"/>
                </a:lnTo>
                <a:lnTo>
                  <a:pt x="861689" y="12887"/>
                </a:lnTo>
                <a:lnTo>
                  <a:pt x="895340" y="12887"/>
                </a:lnTo>
                <a:lnTo>
                  <a:pt x="929002" y="12887"/>
                </a:lnTo>
                <a:lnTo>
                  <a:pt x="962654" y="12887"/>
                </a:lnTo>
                <a:lnTo>
                  <a:pt x="996305" y="12887"/>
                </a:lnTo>
                <a:lnTo>
                  <a:pt x="1029967" y="12887"/>
                </a:lnTo>
                <a:lnTo>
                  <a:pt x="1063619" y="12887"/>
                </a:lnTo>
                <a:lnTo>
                  <a:pt x="1097270" y="12887"/>
                </a:lnTo>
                <a:lnTo>
                  <a:pt x="1130932" y="12887"/>
                </a:lnTo>
                <a:lnTo>
                  <a:pt x="1164584" y="12887"/>
                </a:lnTo>
                <a:lnTo>
                  <a:pt x="1198235" y="12887"/>
                </a:lnTo>
                <a:lnTo>
                  <a:pt x="1231897" y="12887"/>
                </a:lnTo>
                <a:lnTo>
                  <a:pt x="1265549" y="12887"/>
                </a:lnTo>
                <a:lnTo>
                  <a:pt x="1299200" y="12887"/>
                </a:lnTo>
                <a:lnTo>
                  <a:pt x="1332862" y="12887"/>
                </a:lnTo>
                <a:lnTo>
                  <a:pt x="1366514" y="12887"/>
                </a:lnTo>
                <a:lnTo>
                  <a:pt x="1400175" y="12887"/>
                </a:lnTo>
                <a:lnTo>
                  <a:pt x="1433827" y="12887"/>
                </a:lnTo>
                <a:lnTo>
                  <a:pt x="1467479" y="12887"/>
                </a:lnTo>
                <a:lnTo>
                  <a:pt x="1501140" y="12887"/>
                </a:lnTo>
                <a:lnTo>
                  <a:pt x="1534792" y="12887"/>
                </a:lnTo>
                <a:lnTo>
                  <a:pt x="1568444" y="12887"/>
                </a:lnTo>
                <a:lnTo>
                  <a:pt x="1602105" y="12887"/>
                </a:lnTo>
                <a:lnTo>
                  <a:pt x="1635757" y="12887"/>
                </a:lnTo>
                <a:lnTo>
                  <a:pt x="1669409" y="12887"/>
                </a:lnTo>
                <a:lnTo>
                  <a:pt x="1703070" y="12887"/>
                </a:lnTo>
                <a:lnTo>
                  <a:pt x="1736722" y="12887"/>
                </a:lnTo>
                <a:lnTo>
                  <a:pt x="1770374" y="12887"/>
                </a:lnTo>
                <a:lnTo>
                  <a:pt x="1804035" y="12887"/>
                </a:lnTo>
                <a:lnTo>
                  <a:pt x="1837687" y="12887"/>
                </a:lnTo>
                <a:lnTo>
                  <a:pt x="1871339" y="12887"/>
                </a:lnTo>
                <a:lnTo>
                  <a:pt x="1905000" y="12887"/>
                </a:lnTo>
                <a:lnTo>
                  <a:pt x="1938652" y="12887"/>
                </a:lnTo>
                <a:lnTo>
                  <a:pt x="1972304" y="12887"/>
                </a:lnTo>
                <a:lnTo>
                  <a:pt x="2005965" y="12887"/>
                </a:lnTo>
                <a:lnTo>
                  <a:pt x="2039617" y="12887"/>
                </a:lnTo>
                <a:lnTo>
                  <a:pt x="2073278" y="12887"/>
                </a:lnTo>
                <a:lnTo>
                  <a:pt x="2106930" y="12887"/>
                </a:lnTo>
                <a:lnTo>
                  <a:pt x="2140582" y="12887"/>
                </a:lnTo>
                <a:lnTo>
                  <a:pt x="2174243" y="12887"/>
                </a:lnTo>
                <a:lnTo>
                  <a:pt x="2207895" y="12887"/>
                </a:lnTo>
                <a:lnTo>
                  <a:pt x="2241547" y="12887"/>
                </a:lnTo>
                <a:lnTo>
                  <a:pt x="2275208" y="12887"/>
                </a:lnTo>
                <a:lnTo>
                  <a:pt x="2308860" y="12887"/>
                </a:lnTo>
                <a:lnTo>
                  <a:pt x="2342512" y="12887"/>
                </a:lnTo>
                <a:lnTo>
                  <a:pt x="2376173" y="12887"/>
                </a:lnTo>
                <a:lnTo>
                  <a:pt x="2409825" y="12887"/>
                </a:lnTo>
                <a:lnTo>
                  <a:pt x="2443477" y="12887"/>
                </a:lnTo>
                <a:lnTo>
                  <a:pt x="2477138" y="12887"/>
                </a:lnTo>
                <a:lnTo>
                  <a:pt x="2510790" y="12887"/>
                </a:lnTo>
                <a:lnTo>
                  <a:pt x="2544442" y="12887"/>
                </a:lnTo>
                <a:lnTo>
                  <a:pt x="2578103" y="12887"/>
                </a:lnTo>
                <a:lnTo>
                  <a:pt x="2611755" y="12887"/>
                </a:lnTo>
                <a:lnTo>
                  <a:pt x="2645416" y="12887"/>
                </a:lnTo>
                <a:lnTo>
                  <a:pt x="2679068" y="12887"/>
                </a:lnTo>
                <a:lnTo>
                  <a:pt x="2712720" y="12887"/>
                </a:lnTo>
                <a:lnTo>
                  <a:pt x="2746381" y="12887"/>
                </a:lnTo>
                <a:lnTo>
                  <a:pt x="2780033" y="12887"/>
                </a:lnTo>
                <a:lnTo>
                  <a:pt x="2813685" y="12887"/>
                </a:lnTo>
                <a:lnTo>
                  <a:pt x="2847346" y="12887"/>
                </a:lnTo>
                <a:lnTo>
                  <a:pt x="2880998" y="12887"/>
                </a:lnTo>
                <a:lnTo>
                  <a:pt x="2914650" y="12887"/>
                </a:lnTo>
                <a:lnTo>
                  <a:pt x="2948311" y="12887"/>
                </a:lnTo>
                <a:lnTo>
                  <a:pt x="2981963" y="12887"/>
                </a:lnTo>
                <a:lnTo>
                  <a:pt x="3015615" y="12887"/>
                </a:lnTo>
                <a:lnTo>
                  <a:pt x="3049276" y="12887"/>
                </a:lnTo>
                <a:lnTo>
                  <a:pt x="3082928" y="12887"/>
                </a:lnTo>
                <a:lnTo>
                  <a:pt x="3116580" y="12887"/>
                </a:lnTo>
                <a:lnTo>
                  <a:pt x="3150241" y="12887"/>
                </a:lnTo>
                <a:lnTo>
                  <a:pt x="3183893" y="12887"/>
                </a:lnTo>
                <a:lnTo>
                  <a:pt x="3217545" y="12887"/>
                </a:lnTo>
                <a:lnTo>
                  <a:pt x="3251206" y="12887"/>
                </a:lnTo>
                <a:lnTo>
                  <a:pt x="3284858" y="12887"/>
                </a:lnTo>
                <a:lnTo>
                  <a:pt x="3318520" y="12887"/>
                </a:lnTo>
                <a:lnTo>
                  <a:pt x="3352171" y="12887"/>
                </a:lnTo>
                <a:lnTo>
                  <a:pt x="3385823" y="12887"/>
                </a:lnTo>
                <a:lnTo>
                  <a:pt x="3419485" y="12887"/>
                </a:lnTo>
                <a:lnTo>
                  <a:pt x="3453136" y="12887"/>
                </a:lnTo>
                <a:lnTo>
                  <a:pt x="3486788" y="12887"/>
                </a:lnTo>
                <a:lnTo>
                  <a:pt x="3520450" y="12887"/>
                </a:lnTo>
                <a:lnTo>
                  <a:pt x="3554101" y="12887"/>
                </a:lnTo>
                <a:lnTo>
                  <a:pt x="3587753" y="12887"/>
                </a:lnTo>
                <a:lnTo>
                  <a:pt x="3621415" y="12887"/>
                </a:lnTo>
                <a:lnTo>
                  <a:pt x="3655066" y="12887"/>
                </a:lnTo>
                <a:lnTo>
                  <a:pt x="3688718" y="12887"/>
                </a:lnTo>
                <a:lnTo>
                  <a:pt x="3713664" y="4172"/>
                </a:lnTo>
                <a:lnTo>
                  <a:pt x="3732800" y="0"/>
                </a:lnTo>
                <a:lnTo>
                  <a:pt x="3763537" y="13706"/>
                </a:lnTo>
                <a:lnTo>
                  <a:pt x="3794274" y="27413"/>
                </a:lnTo>
                <a:lnTo>
                  <a:pt x="3825011" y="41110"/>
                </a:lnTo>
                <a:lnTo>
                  <a:pt x="3855758" y="54816"/>
                </a:lnTo>
                <a:lnTo>
                  <a:pt x="3886495" y="68523"/>
                </a:lnTo>
                <a:lnTo>
                  <a:pt x="3917232" y="82229"/>
                </a:lnTo>
                <a:lnTo>
                  <a:pt x="3911641" y="95936"/>
                </a:lnTo>
                <a:lnTo>
                  <a:pt x="3880904" y="109633"/>
                </a:lnTo>
                <a:lnTo>
                  <a:pt x="3850167" y="123339"/>
                </a:lnTo>
                <a:lnTo>
                  <a:pt x="3819430" y="137046"/>
                </a:lnTo>
                <a:lnTo>
                  <a:pt x="3788693" y="150752"/>
                </a:lnTo>
                <a:lnTo>
                  <a:pt x="3757955" y="164459"/>
                </a:lnTo>
                <a:lnTo>
                  <a:pt x="3727218" y="178165"/>
                </a:lnTo>
                <a:lnTo>
                  <a:pt x="3713664" y="165383"/>
                </a:lnTo>
                <a:lnTo>
                  <a:pt x="3682613" y="162792"/>
                </a:lnTo>
                <a:lnTo>
                  <a:pt x="3648951" y="162792"/>
                </a:lnTo>
                <a:lnTo>
                  <a:pt x="3615299" y="162792"/>
                </a:lnTo>
                <a:lnTo>
                  <a:pt x="3581638" y="162792"/>
                </a:lnTo>
                <a:lnTo>
                  <a:pt x="3547986" y="162792"/>
                </a:lnTo>
                <a:lnTo>
                  <a:pt x="3514334" y="162792"/>
                </a:lnTo>
                <a:lnTo>
                  <a:pt x="3480673" y="162792"/>
                </a:lnTo>
                <a:lnTo>
                  <a:pt x="3447021" y="162792"/>
                </a:lnTo>
                <a:lnTo>
                  <a:pt x="3413369" y="162792"/>
                </a:lnTo>
                <a:lnTo>
                  <a:pt x="3379708" y="162792"/>
                </a:lnTo>
                <a:lnTo>
                  <a:pt x="3346056" y="162792"/>
                </a:lnTo>
                <a:lnTo>
                  <a:pt x="3312404" y="162792"/>
                </a:lnTo>
                <a:lnTo>
                  <a:pt x="3278743" y="162792"/>
                </a:lnTo>
                <a:lnTo>
                  <a:pt x="3245091" y="162792"/>
                </a:lnTo>
                <a:lnTo>
                  <a:pt x="3211439" y="162792"/>
                </a:lnTo>
                <a:lnTo>
                  <a:pt x="3177778" y="162792"/>
                </a:lnTo>
                <a:lnTo>
                  <a:pt x="3144126" y="162792"/>
                </a:lnTo>
                <a:lnTo>
                  <a:pt x="3110474" y="162792"/>
                </a:lnTo>
                <a:lnTo>
                  <a:pt x="3076813" y="162792"/>
                </a:lnTo>
                <a:lnTo>
                  <a:pt x="3043161" y="162792"/>
                </a:lnTo>
                <a:lnTo>
                  <a:pt x="3009509" y="162792"/>
                </a:lnTo>
                <a:lnTo>
                  <a:pt x="2975848" y="162792"/>
                </a:lnTo>
                <a:lnTo>
                  <a:pt x="2942196" y="162792"/>
                </a:lnTo>
                <a:lnTo>
                  <a:pt x="2908535" y="162792"/>
                </a:lnTo>
                <a:lnTo>
                  <a:pt x="2874883" y="162792"/>
                </a:lnTo>
                <a:lnTo>
                  <a:pt x="2841231" y="162792"/>
                </a:lnTo>
                <a:lnTo>
                  <a:pt x="2807570" y="162792"/>
                </a:lnTo>
                <a:lnTo>
                  <a:pt x="2773918" y="162792"/>
                </a:lnTo>
                <a:lnTo>
                  <a:pt x="2740266" y="162792"/>
                </a:lnTo>
                <a:lnTo>
                  <a:pt x="2706605" y="162792"/>
                </a:lnTo>
                <a:lnTo>
                  <a:pt x="2672953" y="162792"/>
                </a:lnTo>
                <a:lnTo>
                  <a:pt x="2639301" y="162792"/>
                </a:lnTo>
                <a:lnTo>
                  <a:pt x="2605640" y="162792"/>
                </a:lnTo>
                <a:lnTo>
                  <a:pt x="2571988" y="162792"/>
                </a:lnTo>
                <a:lnTo>
                  <a:pt x="2538336" y="162792"/>
                </a:lnTo>
                <a:lnTo>
                  <a:pt x="2504675" y="162792"/>
                </a:lnTo>
                <a:lnTo>
                  <a:pt x="2471023" y="162792"/>
                </a:lnTo>
                <a:lnTo>
                  <a:pt x="2437371" y="162792"/>
                </a:lnTo>
                <a:lnTo>
                  <a:pt x="2403710" y="162792"/>
                </a:lnTo>
                <a:lnTo>
                  <a:pt x="2370058" y="162792"/>
                </a:lnTo>
                <a:lnTo>
                  <a:pt x="2336406" y="162792"/>
                </a:lnTo>
                <a:lnTo>
                  <a:pt x="2302745" y="162792"/>
                </a:lnTo>
                <a:lnTo>
                  <a:pt x="2269093" y="162792"/>
                </a:lnTo>
                <a:lnTo>
                  <a:pt x="2235432" y="162792"/>
                </a:lnTo>
                <a:lnTo>
                  <a:pt x="2201780" y="162792"/>
                </a:lnTo>
                <a:lnTo>
                  <a:pt x="2168128" y="162792"/>
                </a:lnTo>
                <a:lnTo>
                  <a:pt x="2134467" y="162792"/>
                </a:lnTo>
                <a:lnTo>
                  <a:pt x="2100815" y="162792"/>
                </a:lnTo>
                <a:lnTo>
                  <a:pt x="2067163" y="162792"/>
                </a:lnTo>
                <a:lnTo>
                  <a:pt x="2033502" y="162792"/>
                </a:lnTo>
                <a:lnTo>
                  <a:pt x="1999850" y="162792"/>
                </a:lnTo>
                <a:lnTo>
                  <a:pt x="1966198" y="162792"/>
                </a:lnTo>
                <a:lnTo>
                  <a:pt x="1932537" y="162792"/>
                </a:lnTo>
                <a:lnTo>
                  <a:pt x="1898885" y="162792"/>
                </a:lnTo>
                <a:lnTo>
                  <a:pt x="1865233" y="162792"/>
                </a:lnTo>
                <a:lnTo>
                  <a:pt x="1831572" y="162792"/>
                </a:lnTo>
                <a:lnTo>
                  <a:pt x="1797920" y="162792"/>
                </a:lnTo>
                <a:lnTo>
                  <a:pt x="1764268" y="162792"/>
                </a:lnTo>
                <a:lnTo>
                  <a:pt x="1730607" y="162792"/>
                </a:lnTo>
                <a:lnTo>
                  <a:pt x="1696955" y="162792"/>
                </a:lnTo>
                <a:lnTo>
                  <a:pt x="1663294" y="162792"/>
                </a:lnTo>
                <a:lnTo>
                  <a:pt x="1629642" y="162792"/>
                </a:lnTo>
                <a:lnTo>
                  <a:pt x="1595990" y="162792"/>
                </a:lnTo>
                <a:lnTo>
                  <a:pt x="1562329" y="162792"/>
                </a:lnTo>
                <a:lnTo>
                  <a:pt x="1528677" y="162792"/>
                </a:lnTo>
                <a:lnTo>
                  <a:pt x="1495025" y="162792"/>
                </a:lnTo>
                <a:lnTo>
                  <a:pt x="1461364" y="162792"/>
                </a:lnTo>
                <a:lnTo>
                  <a:pt x="1427712" y="162792"/>
                </a:lnTo>
                <a:lnTo>
                  <a:pt x="1394060" y="162792"/>
                </a:lnTo>
                <a:lnTo>
                  <a:pt x="1360399" y="162792"/>
                </a:lnTo>
                <a:lnTo>
                  <a:pt x="1326747" y="162792"/>
                </a:lnTo>
                <a:lnTo>
                  <a:pt x="1293095" y="162792"/>
                </a:lnTo>
                <a:lnTo>
                  <a:pt x="1259434" y="162792"/>
                </a:lnTo>
                <a:lnTo>
                  <a:pt x="1225782" y="162792"/>
                </a:lnTo>
                <a:lnTo>
                  <a:pt x="1192130" y="162792"/>
                </a:lnTo>
                <a:lnTo>
                  <a:pt x="1158469" y="162792"/>
                </a:lnTo>
                <a:lnTo>
                  <a:pt x="1124817" y="162792"/>
                </a:lnTo>
                <a:lnTo>
                  <a:pt x="1091155" y="162792"/>
                </a:lnTo>
                <a:lnTo>
                  <a:pt x="1057504" y="162792"/>
                </a:lnTo>
                <a:lnTo>
                  <a:pt x="1023852" y="162792"/>
                </a:lnTo>
                <a:lnTo>
                  <a:pt x="990190" y="162792"/>
                </a:lnTo>
                <a:lnTo>
                  <a:pt x="956539" y="162792"/>
                </a:lnTo>
                <a:lnTo>
                  <a:pt x="922887" y="162792"/>
                </a:lnTo>
                <a:lnTo>
                  <a:pt x="889225" y="162792"/>
                </a:lnTo>
                <a:lnTo>
                  <a:pt x="855574" y="162792"/>
                </a:lnTo>
                <a:lnTo>
                  <a:pt x="821922" y="162792"/>
                </a:lnTo>
                <a:lnTo>
                  <a:pt x="788260" y="162792"/>
                </a:lnTo>
                <a:lnTo>
                  <a:pt x="754609" y="162792"/>
                </a:lnTo>
                <a:lnTo>
                  <a:pt x="720957" y="162792"/>
                </a:lnTo>
                <a:lnTo>
                  <a:pt x="687295" y="162792"/>
                </a:lnTo>
                <a:lnTo>
                  <a:pt x="653644" y="162792"/>
                </a:lnTo>
                <a:lnTo>
                  <a:pt x="619992" y="162792"/>
                </a:lnTo>
                <a:lnTo>
                  <a:pt x="586330" y="162792"/>
                </a:lnTo>
                <a:lnTo>
                  <a:pt x="552679" y="162792"/>
                </a:lnTo>
                <a:lnTo>
                  <a:pt x="519027" y="162792"/>
                </a:lnTo>
                <a:lnTo>
                  <a:pt x="485365" y="162792"/>
                </a:lnTo>
                <a:lnTo>
                  <a:pt x="451714" y="162792"/>
                </a:lnTo>
                <a:lnTo>
                  <a:pt x="418052" y="162792"/>
                </a:lnTo>
                <a:lnTo>
                  <a:pt x="384400" y="162792"/>
                </a:lnTo>
                <a:lnTo>
                  <a:pt x="350749" y="162792"/>
                </a:lnTo>
                <a:lnTo>
                  <a:pt x="317087" y="162792"/>
                </a:lnTo>
                <a:lnTo>
                  <a:pt x="283435" y="162792"/>
                </a:lnTo>
                <a:lnTo>
                  <a:pt x="249784" y="162792"/>
                </a:lnTo>
                <a:lnTo>
                  <a:pt x="216122" y="162792"/>
                </a:lnTo>
                <a:lnTo>
                  <a:pt x="182470" y="162792"/>
                </a:lnTo>
                <a:lnTo>
                  <a:pt x="148819" y="162792"/>
                </a:lnTo>
                <a:lnTo>
                  <a:pt x="115157" y="162792"/>
                </a:lnTo>
                <a:lnTo>
                  <a:pt x="81505" y="162792"/>
                </a:lnTo>
                <a:lnTo>
                  <a:pt x="47854" y="162792"/>
                </a:lnTo>
                <a:lnTo>
                  <a:pt x="14249" y="162058"/>
                </a:lnTo>
                <a:lnTo>
                  <a:pt x="0" y="135255"/>
                </a:lnTo>
                <a:lnTo>
                  <a:pt x="0" y="101603"/>
                </a:lnTo>
                <a:lnTo>
                  <a:pt x="0" y="67951"/>
                </a:lnTo>
                <a:lnTo>
                  <a:pt x="0" y="34300"/>
                </a:lnTo>
                <a:close/>
              </a:path>
            </a:pathLst>
          </a:custGeom>
          <a:solidFill xmlns:a="http://schemas.openxmlformats.org/drawingml/2006/main">
            <a:srgbClr val="E7EC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4C9A950-81C3-4D0D-9458-FDD9C6F5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043" y="3877237"/>
            <a:ext cx="3617271" cy="105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6E2166A1-0DB1-4B77-8745-4FFB0031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332" y="3282972"/>
            <a:ext cx="1531439" cy="214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校验权限</a:t>
            </a:r>
          </a:p>
        </p:txBody>
      </p:sp>
      <p:sp>
        <p:nvSpPr>
          <p:cNvPr id="21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6D94B499-3074-492B-9F67-688986E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608" y="3646999"/>
            <a:ext cx="471040" cy="47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22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34202BCC-0ED3-4960-AA59-AA50B707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59" y="3711292"/>
            <a:ext cx="342605" cy="342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2684570C-DA16-4884-96D4-83034EEF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59" y="3711292"/>
            <a:ext cx="342605" cy="342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BD5858FB-0B05-4D95-922A-0764B194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170" y="4086044"/>
            <a:ext cx="15926" cy="171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312DF541-A0CD-4289-9D55-A7620DA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126" y="4294851"/>
            <a:ext cx="1477861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26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360D719E-C0DA-43BC-8FF0-625BDE6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616" y="4246636"/>
            <a:ext cx="1552870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27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B3C87F69-B1D5-45BC-A856-36CAFFF8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621" y="4246636"/>
            <a:ext cx="256880" cy="266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D8AF9B0D-CBC1-41B9-83C4-870469DC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773" y="4412571"/>
            <a:ext cx="133855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申请人或授权代办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29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9C9256C6-80FC-4C82-8462-742B5054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063" y="3282972"/>
            <a:ext cx="1531439" cy="214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查询状态</a:t>
            </a:r>
          </a:p>
        </p:txBody>
      </p:sp>
      <p:sp>
        <p:nvSpPr>
          <p:cNvPr id="30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01371725-8165-410E-BC23-0724E397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7339" y="3646999"/>
            <a:ext cx="471040" cy="47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1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4FB680C0-1755-41AC-8519-1E56232B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1490" y="3711292"/>
            <a:ext cx="342605" cy="342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190045B9-00E5-42B1-94BB-E6B2FFA2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1490" y="3711292"/>
            <a:ext cx="342605" cy="342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EDCA5952-8756-413B-8018-82818D8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4901" y="4086044"/>
            <a:ext cx="15926" cy="171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E61C41F9-2E84-41E0-A704-79A691E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3857" y="4294851"/>
            <a:ext cx="1477861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5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531470E8-235D-47E0-B31C-01E8C508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348" y="4246636"/>
            <a:ext cx="1552870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36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C46B28D3-9E60-44AD-B53A-48C216C2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352" y="4246636"/>
            <a:ext cx="256880" cy="266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F7B8E677-C64B-4AF0-9279-D5653496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3504" y="4412571"/>
            <a:ext cx="133855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仅查询获准的状态</a:t>
            </a:r>
          </a:p>
        </p:txBody>
      </p:sp>
      <p:sp>
        <p:nvSpPr>
          <p:cNvPr id="38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E20C8F2D-9641-4C4D-B31F-EB4068E0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6794" y="3282972"/>
            <a:ext cx="1531439" cy="214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返回结果</a:t>
            </a:r>
          </a:p>
        </p:txBody>
      </p:sp>
      <p:sp>
        <p:nvSpPr>
          <p:cNvPr id="39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615A6A64-7645-4E7C-B8A1-7D52DA89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070" y="3646999"/>
            <a:ext cx="471040" cy="47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40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38F9423F-0AA9-47FF-A6A5-6391D09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1221" y="3711292"/>
            <a:ext cx="342605" cy="342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C06EDB81-3BE1-4B22-ABFD-B6AE5AE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1221" y="3711292"/>
            <a:ext cx="342605" cy="342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D3EBA6B1-C3FC-413A-817C-88783FD0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632" y="4086044"/>
            <a:ext cx="15926" cy="171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0B355553-8122-45E6-B765-0549349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588" y="4294851"/>
            <a:ext cx="1477861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44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C24A79E9-24A5-4D81-9A4B-2D1760FB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6079" y="4246636"/>
            <a:ext cx="1552870" cy="803081"/>
          </a:xfrm>
          <a:prstGeom xmlns:a="http://schemas.openxmlformats.org/drawingml/2006/main" prst="roundRect">
            <a:avLst>
              <a:gd name="adj" fmla="val 13334"/>
            </a:avLst>
          </a:prstGeom>
          <a:solidFill xmlns:a="http://schemas.openxmlformats.org/drawingml/2006/main">
            <a:srgbClr val="E7ECF5"/>
          </a:solidFill>
          <a:ln xmlns:a="http://schemas.openxmlformats.org/drawingml/2006/main" w="9525">
            <a:solidFill>
              <a:srgbClr val="E7ECF5"/>
            </a:solidFill>
            <a:prstDash val="solid"/>
          </a:ln>
        </p:spPr>
      </p:sp>
      <p:sp>
        <p:nvSpPr>
          <p:cNvPr id="45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C0664601-DE31-4523-95D4-02235AA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084" y="4246636"/>
            <a:ext cx="256880" cy="266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6010CC1F-E799-44FD-9FB1-92A717CB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235" y="4412571"/>
            <a:ext cx="133855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内部记录按权限控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74A84"/>
                </a:solidFill>
                <a:latin typeface="Microsoft YaHei"/>
                <a:ea typeface="Microsoft YaHei"/>
                <a:cs typeface="Microsoft YaHei"/>
              </a:rPr>
              <a:t>制</a:t>
            </a:r>
          </a:p>
        </p:txBody>
      </p:sp>
      <p:sp>
        <p:nvSpPr>
          <p:cNvPr id="47" name="copy-17-533">
            <a:extLst xmlns:a="http://schemas.openxmlformats.org/drawingml/2006/main">
              <a:ext uri="{FF2B5EF4-FFF2-40B4-BE49-F238E27FC236}">
                <a16:creationId xmlns:a16="http://schemas.microsoft.com/office/drawing/2014/main" id="{66579AB9-430A-423C-949D-0EF886C6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05500"/>
            <a:ext cx="515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校验失败 → 停止查询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102DF1-2EEB-4194-BF5B-A71B9B1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9" name="copy-17-534">
            <a:extLst xmlns:a="http://schemas.openxmlformats.org/drawingml/2006/main">
              <a:ext uri="{FF2B5EF4-FFF2-40B4-BE49-F238E27FC236}">
                <a16:creationId xmlns:a16="http://schemas.microsoft.com/office/drawing/2014/main" id="{AEE45B8E-282F-494B-BCBB-D92D8F2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</a:p>
        </p:txBody>
      </p:sp>
      <p:sp>
        <p:nvSpPr>
          <p:cNvPr id="50" name="copy-17-535">
            <a:extLst xmlns:a="http://schemas.openxmlformats.org/drawingml/2006/main">
              <a:ext uri="{FF2B5EF4-FFF2-40B4-BE49-F238E27FC236}">
                <a16:creationId xmlns:a16="http://schemas.microsoft.com/office/drawing/2014/main" id="{F42DA8EF-FBA5-4BE5-BAE2-8F424EC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5753"/>
            <a:ext cx="515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谁可以查询</a:t>
            </a:r>
          </a:p>
        </p:txBody>
      </p:sp>
      <p:sp>
        <p:nvSpPr>
          <p:cNvPr id="51" name="copy-17-536">
            <a:extLst xmlns:a="http://schemas.openxmlformats.org/drawingml/2006/main">
              <a:ext uri="{FF2B5EF4-FFF2-40B4-BE49-F238E27FC236}">
                <a16:creationId xmlns:a16="http://schemas.microsoft.com/office/drawing/2014/main" id="{2565F602-5769-4218-97D4-6BAADFA0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0553"/>
            <a:ext cx="515302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申请人可以查看本人事项；代办人须完成授权确认。</a:t>
            </a:r>
          </a:p>
        </p:txBody>
      </p:sp>
      <p:sp>
        <p:nvSpPr>
          <p:cNvPr id="52" name="copy-17-537">
            <a:extLst xmlns:a="http://schemas.openxmlformats.org/drawingml/2006/main">
              <a:ext uri="{FF2B5EF4-FFF2-40B4-BE49-F238E27FC236}">
                <a16:creationId xmlns:a16="http://schemas.microsoft.com/office/drawing/2014/main" id="{C47D6F91-3DA8-48C5-BB41-8367E027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76103"/>
            <a:ext cx="515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结果如何展示</a:t>
            </a:r>
          </a:p>
        </p:txBody>
      </p:sp>
      <p:sp>
        <p:nvSpPr>
          <p:cNvPr id="53" name="copy-17-538">
            <a:extLst xmlns:a="http://schemas.openxmlformats.org/drawingml/2006/main">
              <a:ext uri="{FF2B5EF4-FFF2-40B4-BE49-F238E27FC236}">
                <a16:creationId xmlns:a16="http://schemas.microsoft.com/office/drawing/2014/main" id="{DC781AF3-6B44-4A28-AD70-DB258953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0903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仅展示获准公开的办理状态，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内部处理记录按权限控制。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两类异常分别处理，责任归属保持清楚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8BE8A-FD28-4D9D-A5A4-1BFDE600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8-539">
            <a:extLst xmlns:a="http://schemas.openxmlformats.org/drawingml/2006/main">
              <a:ext uri="{FF2B5EF4-FFF2-40B4-BE49-F238E27FC236}">
                <a16:creationId xmlns:a16="http://schemas.microsoft.com/office/drawing/2014/main" id="{410C38AB-BBE8-479C-B2FE-3AB005FA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材料异常</a:t>
            </a:r>
          </a:p>
        </p:txBody>
      </p:sp>
      <p:sp>
        <p:nvSpPr>
          <p:cNvPr id="17" name="copy-18-540">
            <a:extLst xmlns:a="http://schemas.openxmlformats.org/drawingml/2006/main">
              <a:ext uri="{FF2B5EF4-FFF2-40B4-BE49-F238E27FC236}">
                <a16:creationId xmlns:a16="http://schemas.microsoft.com/office/drawing/2014/main" id="{F02DF0AB-B902-43FA-8577-8B25763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材料缺失由业务人员通知补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齐，争议材料由负责人复核。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233E0-133D-4149-B9F0-FA7E0D1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37485" y="3312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02222-507B-41F5-A586-F22B8D6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38268" y="3312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CCE6D-E168-4ED9-80EB-591696CE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38268" y="3271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89AF6-DA41-4D0E-886F-84A24A1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7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2" name="copy-18-541">
            <a:extLst xmlns:a="http://schemas.openxmlformats.org/drawingml/2006/main">
              <a:ext uri="{FF2B5EF4-FFF2-40B4-BE49-F238E27FC236}">
                <a16:creationId xmlns:a16="http://schemas.microsoft.com/office/drawing/2014/main" id="{D31D13C4-8C0A-4062-839F-51AE70E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55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材料缺失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4AE1B-A755-42DC-A577-05D11B53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499" y="3007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4" name="copy-18-542">
            <a:extLst xmlns:a="http://schemas.openxmlformats.org/drawingml/2006/main">
              <a:ext uri="{FF2B5EF4-FFF2-40B4-BE49-F238E27FC236}">
                <a16:creationId xmlns:a16="http://schemas.microsoft.com/office/drawing/2014/main" id="{02A3B648-B09A-4FA5-9EB4-34C9873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749" y="3055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业务人员通知补齐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740EB-7C4A-4C64-8FED-15643D4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37485" y="4074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93451-F115-4B30-8A1A-722B3C7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38268" y="4074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E8ACB-08B1-4FF8-B2FC-A3FA28F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538268" y="4033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F8C80-3FED-4D3D-BD4E-D304DBB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69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9" name="copy-18-543">
            <a:extLst xmlns:a="http://schemas.openxmlformats.org/drawingml/2006/main">
              <a:ext uri="{FF2B5EF4-FFF2-40B4-BE49-F238E27FC236}">
                <a16:creationId xmlns:a16="http://schemas.microsoft.com/office/drawing/2014/main" id="{05B6ED2A-755F-402C-A77D-F6DB0279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17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争议材料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28CB1-E224-4DCF-BB38-3986188E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499" y="3769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1" name="copy-18-544">
            <a:extLst xmlns:a="http://schemas.openxmlformats.org/drawingml/2006/main">
              <a:ext uri="{FF2B5EF4-FFF2-40B4-BE49-F238E27FC236}">
                <a16:creationId xmlns:a16="http://schemas.microsoft.com/office/drawing/2014/main" id="{A37062B7-AA60-42D7-8679-CF6D670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749" y="3817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A6124-48A9-4934-BF3A-7F6C8704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9240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3" name="copy-18-545">
            <a:extLst xmlns:a="http://schemas.openxmlformats.org/drawingml/2006/main">
              <a:ext uri="{FF2B5EF4-FFF2-40B4-BE49-F238E27FC236}">
                <a16:creationId xmlns:a16="http://schemas.microsoft.com/office/drawing/2014/main" id="{D57753BA-8573-423D-A2B4-E2E10B4C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5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系统异常</a:t>
            </a:r>
          </a:p>
        </p:txBody>
      </p:sp>
      <p:sp>
        <p:nvSpPr>
          <p:cNvPr id="34" name="copy-18-546">
            <a:extLst xmlns:a="http://schemas.openxmlformats.org/drawingml/2006/main">
              <a:ext uri="{FF2B5EF4-FFF2-40B4-BE49-F238E27FC236}">
                <a16:creationId xmlns:a16="http://schemas.microsoft.com/office/drawing/2014/main" id="{74CB7B9A-D2E7-453A-A3DD-74D2BC3F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15302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短暂故障重试，持续故障交技术人员处理。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18AFA-6B4F-4E45-8192-19F8B0D4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3910" y="3312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AADFE-2B5E-4033-A98D-BDC46DA9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224693" y="3312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D97B6B-9D1B-4970-B90D-DA7BE7B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224693" y="3271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589CC-9C3F-419D-BAAD-174D594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7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9" name="copy-18-547">
            <a:extLst xmlns:a="http://schemas.openxmlformats.org/drawingml/2006/main">
              <a:ext uri="{FF2B5EF4-FFF2-40B4-BE49-F238E27FC236}">
                <a16:creationId xmlns:a16="http://schemas.microsoft.com/office/drawing/2014/main" id="{C3A3F99C-B84A-46FD-9A25-3A70B70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5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短暂故障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D7E741-B413-4B93-8B70-934070A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24" y="3007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1" name="copy-18-548">
            <a:extLst xmlns:a="http://schemas.openxmlformats.org/drawingml/2006/main">
              <a:ext uri="{FF2B5EF4-FFF2-40B4-BE49-F238E27FC236}">
                <a16:creationId xmlns:a16="http://schemas.microsoft.com/office/drawing/2014/main" id="{3369EEE0-0157-4A75-9468-D0C4ADC2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74" y="3055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496F3C-8E5F-4D23-95FA-5EE8E745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3910" y="4074795"/>
            <a:ext cx="8760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7A345F-9B54-4E4F-95BF-45917177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224693" y="407479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2AA8DA-8336-4443-9B4C-81A5D6DA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224693" y="403369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3A0688-E761-4F68-A05A-F566118F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9995"/>
            <a:ext cx="206121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6" name="copy-18-549">
            <a:extLst xmlns:a="http://schemas.openxmlformats.org/drawingml/2006/main">
              <a:ext uri="{FF2B5EF4-FFF2-40B4-BE49-F238E27FC236}">
                <a16:creationId xmlns:a16="http://schemas.microsoft.com/office/drawing/2014/main" id="{D6D75E02-F138-453C-8E3E-D6EEC40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7620"/>
            <a:ext cx="18707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持续故障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31E02-919D-44CC-85C5-C09E6AC8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24" y="3769995"/>
            <a:ext cx="2215801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8" name="copy-18-550">
            <a:extLst xmlns:a="http://schemas.openxmlformats.org/drawingml/2006/main">
              <a:ext uri="{FF2B5EF4-FFF2-40B4-BE49-F238E27FC236}">
                <a16:creationId xmlns:a16="http://schemas.microsoft.com/office/drawing/2014/main" id="{37178C2E-23E3-40A1-BB90-EC963398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74" y="3817620"/>
            <a:ext cx="202530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技术人员处理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阶段推进同时保留各角色的职责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CB612-E371-4A3E-954B-38FEBA72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19-551">
            <a:extLst xmlns:a="http://schemas.openxmlformats.org/drawingml/2006/main">
              <a:ext uri="{FF2B5EF4-FFF2-40B4-BE49-F238E27FC236}">
                <a16:creationId xmlns:a16="http://schemas.microsoft.com/office/drawing/2014/main" id="{E13944B2-5637-4A32-B3EC-BBDE1094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阶段与职责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B304D-A0B3-4E86-A528-EDCD5CF6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18" name="copy-19-552">
            <a:extLst xmlns:a="http://schemas.openxmlformats.org/drawingml/2006/main">
              <a:ext uri="{FF2B5EF4-FFF2-40B4-BE49-F238E27FC236}">
                <a16:creationId xmlns:a16="http://schemas.microsoft.com/office/drawing/2014/main" id="{21C7B4DB-AAB3-4A82-A03B-BC9486D5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 / 阶段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51FAC-B394-4967-8BC5-62D31EB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0" name="copy-19-553">
            <a:extLst xmlns:a="http://schemas.openxmlformats.org/drawingml/2006/main">
              <a:ext uri="{FF2B5EF4-FFF2-40B4-BE49-F238E27FC236}">
                <a16:creationId xmlns:a16="http://schemas.microsoft.com/office/drawing/2014/main" id="{D5F995F3-ACFA-498A-8ABF-AE639F5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准备期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7804C-C163-4BBA-9D96-9A1C363B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2" name="copy-19-554">
            <a:extLst xmlns:a="http://schemas.openxmlformats.org/drawingml/2006/main">
              <a:ext uri="{FF2B5EF4-FFF2-40B4-BE49-F238E27FC236}">
                <a16:creationId xmlns:a16="http://schemas.microsoft.com/office/drawing/2014/main" id="{A7C36798-3A73-4F97-9A13-FDF0FE9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试点期 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69C01-1AC0-408F-AC25-96FC22D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07645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4" name="copy-19-555">
            <a:extLst xmlns:a="http://schemas.openxmlformats.org/drawingml/2006/main">
              <a:ext uri="{FF2B5EF4-FFF2-40B4-BE49-F238E27FC236}">
                <a16:creationId xmlns:a16="http://schemas.microsoft.com/office/drawing/2014/main" id="{92AD47E5-0043-4AA6-A8D3-F5DDB23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5265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55F4B-0C24-40F2-A611-1F3D1B4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6" name="copy-19-556">
            <a:extLst xmlns:a="http://schemas.openxmlformats.org/drawingml/2006/main">
              <a:ext uri="{FF2B5EF4-FFF2-40B4-BE49-F238E27FC236}">
                <a16:creationId xmlns:a16="http://schemas.microsoft.com/office/drawing/2014/main" id="{B406A652-3A5D-49CA-AA0D-C73E499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业务组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C2C05-3497-4462-9F49-F8C64FCE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8" name="copy-19-557">
            <a:extLst xmlns:a="http://schemas.openxmlformats.org/drawingml/2006/main">
              <a:ext uri="{FF2B5EF4-FFF2-40B4-BE49-F238E27FC236}">
                <a16:creationId xmlns:a16="http://schemas.microsoft.com/office/drawing/2014/main" id="{11DB8EC8-F0B2-48A8-8FCB-FDB10D83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确认规则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E2957-9558-4A72-916F-CDB04E19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0" name="copy-19-558">
            <a:extLst xmlns:a="http://schemas.openxmlformats.org/drawingml/2006/main">
              <a:ext uri="{FF2B5EF4-FFF2-40B4-BE49-F238E27FC236}">
                <a16:creationId xmlns:a16="http://schemas.microsoft.com/office/drawing/2014/main" id="{80744B28-4549-4A96-A268-0780BDE8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处理例外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70201-96C2-476E-B880-4D8578F8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88607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2" name="copy-19-559">
            <a:extLst xmlns:a="http://schemas.openxmlformats.org/drawingml/2006/main">
              <a:ext uri="{FF2B5EF4-FFF2-40B4-BE49-F238E27FC236}">
                <a16:creationId xmlns:a16="http://schemas.microsoft.com/office/drawing/2014/main" id="{DC9E3772-90BB-467E-A6A2-EB5DFDD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96227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核对结果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EFCE21-B10F-49A8-ADD5-AA0796A7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4" name="copy-19-560">
            <a:extLst xmlns:a="http://schemas.openxmlformats.org/drawingml/2006/main">
              <a:ext uri="{FF2B5EF4-FFF2-40B4-BE49-F238E27FC236}">
                <a16:creationId xmlns:a16="http://schemas.microsoft.com/office/drawing/2014/main" id="{47364804-6A12-4D30-826F-99827F6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技术组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39E15E-D261-43C1-AE22-5AFE9B4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6" name="copy-19-561">
            <a:extLst xmlns:a="http://schemas.openxmlformats.org/drawingml/2006/main">
              <a:ext uri="{FF2B5EF4-FFF2-40B4-BE49-F238E27FC236}">
                <a16:creationId xmlns:a16="http://schemas.microsoft.com/office/drawing/2014/main" id="{72DF7456-668F-4F14-8C94-569C7C34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核对接口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DC6AAD-0853-47B4-B18F-BAB3966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8" name="copy-19-562">
            <a:extLst xmlns:a="http://schemas.openxmlformats.org/drawingml/2006/main">
              <a:ext uri="{FF2B5EF4-FFF2-40B4-BE49-F238E27FC236}">
                <a16:creationId xmlns:a16="http://schemas.microsoft.com/office/drawing/2014/main" id="{53830C10-1C0D-4A45-BE9F-3D7F8798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监控运行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4DD6C7-1408-4646-8239-E5FABBE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695700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0" name="copy-19-563">
            <a:extLst xmlns:a="http://schemas.openxmlformats.org/drawingml/2006/main">
              <a:ext uri="{FF2B5EF4-FFF2-40B4-BE49-F238E27FC236}">
                <a16:creationId xmlns:a16="http://schemas.microsoft.com/office/drawing/2014/main" id="{359CF388-A42F-4515-A089-12D49174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771900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7B0202-9A9A-4529-9F51-98AA265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2" name="copy-19-564">
            <a:extLst xmlns:a="http://schemas.openxmlformats.org/drawingml/2006/main">
              <a:ext uri="{FF2B5EF4-FFF2-40B4-BE49-F238E27FC236}">
                <a16:creationId xmlns:a16="http://schemas.microsoft.com/office/drawing/2014/main" id="{A84E8CA6-8BB0-4035-8170-39AF81BA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服务组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CC0429-7271-4D03-B652-7E26ABE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4" name="copy-19-565">
            <a:extLst xmlns:a="http://schemas.openxmlformats.org/drawingml/2006/main">
              <a:ext uri="{FF2B5EF4-FFF2-40B4-BE49-F238E27FC236}">
                <a16:creationId xmlns:a16="http://schemas.microsoft.com/office/drawing/2014/main" id="{9665408E-77ED-4BE4-A1C9-C6C7A686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整理常见问题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C0D60-B1BC-45D1-B27E-D320FC2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6" name="copy-19-566">
            <a:extLst xmlns:a="http://schemas.openxmlformats.org/drawingml/2006/main">
              <a:ext uri="{FF2B5EF4-FFF2-40B4-BE49-F238E27FC236}">
                <a16:creationId xmlns:a16="http://schemas.microsoft.com/office/drawing/2014/main" id="{86325C14-1554-4F63-AB06-B351F6B1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记录反馈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2577A9-CC58-4976-9888-D8233D23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505325"/>
            <a:ext cx="2709863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8" name="copy-19-567">
            <a:extLst xmlns:a="http://schemas.openxmlformats.org/drawingml/2006/main">
              <a:ext uri="{FF2B5EF4-FFF2-40B4-BE49-F238E27FC236}">
                <a16:creationId xmlns:a16="http://schemas.microsoft.com/office/drawing/2014/main" id="{3A2EF8FF-505B-4558-9AD7-B3F5CE62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4581525"/>
            <a:ext cx="2481263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汇总体验问题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协作关系由实际交接决定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B88C9-88D1-406A-B069-1AD74283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20-568">
            <a:extLst xmlns:a="http://schemas.openxmlformats.org/drawingml/2006/main">
              <a:ext uri="{FF2B5EF4-FFF2-40B4-BE49-F238E27FC236}">
                <a16:creationId xmlns:a16="http://schemas.microsoft.com/office/drawing/2014/main" id="{58ED33EA-6E0B-4545-9D5E-834F50B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跨组协作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CABB7-E6B8-4C00-94A6-E1393B4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62275" y="2838450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F8085-9343-42A9-8157-06AC5CD2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9775" y="312420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03895-AFEB-4068-B0CA-202BBFE8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82225" y="3124200"/>
            <a:ext cx="0" cy="201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3C3ED-ECFA-40BA-83C6-F69875C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62275" y="3028950"/>
            <a:ext cx="626745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56AF7-CFDA-43FD-BB88-317EF5D9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527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2" name="copy-20-569">
            <a:extLst xmlns:a="http://schemas.openxmlformats.org/drawingml/2006/main">
              <a:ext uri="{FF2B5EF4-FFF2-40B4-BE49-F238E27FC236}">
                <a16:creationId xmlns:a16="http://schemas.microsoft.com/office/drawing/2014/main" id="{DA0C70E9-C6FF-4AA5-A6BB-76DC64CD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00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业务组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43DF5-F113-4289-A184-001C2787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4" name="copy-20-570">
            <a:extLst xmlns:a="http://schemas.openxmlformats.org/drawingml/2006/main">
              <a:ext uri="{FF2B5EF4-FFF2-40B4-BE49-F238E27FC236}">
                <a16:creationId xmlns:a16="http://schemas.microsoft.com/office/drawing/2014/main" id="{455F6B4F-9C3A-469A-8471-AD6DB938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0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技术组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33387-36F9-419B-B24B-6A289F81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435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6" name="copy-20-571">
            <a:extLst xmlns:a="http://schemas.openxmlformats.org/drawingml/2006/main">
              <a:ext uri="{FF2B5EF4-FFF2-40B4-BE49-F238E27FC236}">
                <a16:creationId xmlns:a16="http://schemas.microsoft.com/office/drawing/2014/main" id="{940B9E6B-015C-4C20-999D-499E31EE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91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服务组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E8292-1918-4F10-A267-9D03ED8A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43500"/>
            <a:ext cx="1905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8" name="copy-20-572">
            <a:extLst xmlns:a="http://schemas.openxmlformats.org/drawingml/2006/main">
              <a:ext uri="{FF2B5EF4-FFF2-40B4-BE49-F238E27FC236}">
                <a16:creationId xmlns:a16="http://schemas.microsoft.com/office/drawing/2014/main" id="{A4AA69DC-8386-44CD-A507-88DE700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191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29" name="copy-20-573">
            <a:extLst xmlns:a="http://schemas.openxmlformats.org/drawingml/2006/main">
              <a:ext uri="{FF2B5EF4-FFF2-40B4-BE49-F238E27FC236}">
                <a16:creationId xmlns:a16="http://schemas.microsoft.com/office/drawing/2014/main" id="{A0E6BD7E-E2C6-4049-8691-FA2777B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3840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核对规则实现</a:t>
            </a:r>
          </a:p>
        </p:txBody>
      </p:sp>
      <p:sp>
        <p:nvSpPr>
          <p:cNvPr id="30" name="copy-20-574">
            <a:extLst xmlns:a="http://schemas.openxmlformats.org/drawingml/2006/main">
              <a:ext uri="{FF2B5EF4-FFF2-40B4-BE49-F238E27FC236}">
                <a16:creationId xmlns:a16="http://schemas.microsoft.com/office/drawing/2014/main" id="{F0A4EA88-0554-4622-A67C-B4C4919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90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确认用户说明</a:t>
            </a:r>
          </a:p>
        </p:txBody>
      </p:sp>
      <p:sp>
        <p:nvSpPr>
          <p:cNvPr id="31" name="copy-20-575">
            <a:extLst xmlns:a="http://schemas.openxmlformats.org/drawingml/2006/main">
              <a:ext uri="{FF2B5EF4-FFF2-40B4-BE49-F238E27FC236}">
                <a16:creationId xmlns:a16="http://schemas.microsoft.com/office/drawing/2014/main" id="{296F9C36-E3A8-4F94-A959-D92C85F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90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核对数据口径</a:t>
            </a:r>
          </a:p>
        </p:txBody>
      </p:sp>
      <p:sp>
        <p:nvSpPr>
          <p:cNvPr id="32" name="copy-20-576">
            <a:extLst xmlns:a="http://schemas.openxmlformats.org/drawingml/2006/main">
              <a:ext uri="{FF2B5EF4-FFF2-40B4-BE49-F238E27FC236}">
                <a16:creationId xmlns:a16="http://schemas.microsoft.com/office/drawing/2014/main" id="{186936B2-5A53-4BAF-8B0F-3D3F65C5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复核异常记录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规则、执行和复核各自承担不同职责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A3512-30D3-4F94-8481-45C3F96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21-577">
            <a:extLst xmlns:a="http://schemas.openxmlformats.org/drawingml/2006/main">
              <a:ext uri="{FF2B5EF4-FFF2-40B4-BE49-F238E27FC236}">
                <a16:creationId xmlns:a16="http://schemas.microsoft.com/office/drawing/2014/main" id="{01A30A37-5283-4207-8564-82F66E3A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17" name="copy-21-578">
            <a:extLst xmlns:a="http://schemas.openxmlformats.org/drawingml/2006/main">
              <a:ext uri="{FF2B5EF4-FFF2-40B4-BE49-F238E27FC236}">
                <a16:creationId xmlns:a16="http://schemas.microsoft.com/office/drawing/2014/main" id="{E71568DC-A597-4764-AB11-AACAE8E5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7426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定义受理边界、处理口径与例外规则，为执行提供共同依据。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ABA6A-F6DA-4979-A60D-2C17872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562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21-579">
            <a:extLst xmlns:a="http://schemas.openxmlformats.org/drawingml/2006/main">
              <a:ext uri="{FF2B5EF4-FFF2-40B4-BE49-F238E27FC236}">
                <a16:creationId xmlns:a16="http://schemas.microsoft.com/office/drawing/2014/main" id="{E8B67C9C-282F-4716-A1A8-6E8E0BE1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194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0" name="copy-21-580">
            <a:extLst xmlns:a="http://schemas.openxmlformats.org/drawingml/2006/main">
              <a:ext uri="{FF2B5EF4-FFF2-40B4-BE49-F238E27FC236}">
                <a16:creationId xmlns:a16="http://schemas.microsoft.com/office/drawing/2014/main" id="{61FC783D-65F1-4E55-8916-20B0848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5726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依据规则办理并记录实际过程；遇到规则未覆盖的情形，提交确认。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3A4EB-0217-472A-9807-22D2CD2D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2006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21-581">
            <a:extLst xmlns:a="http://schemas.openxmlformats.org/drawingml/2006/main">
              <a:ext uri="{FF2B5EF4-FFF2-40B4-BE49-F238E27FC236}">
                <a16:creationId xmlns:a16="http://schemas.microsoft.com/office/drawing/2014/main" id="{8D412FB2-B7BD-449F-8430-2558E4F9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577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复核层</a:t>
            </a:r>
          </a:p>
        </p:txBody>
      </p:sp>
      <p:sp>
        <p:nvSpPr>
          <p:cNvPr id="23" name="copy-21-582">
            <a:extLst xmlns:a="http://schemas.openxmlformats.org/drawingml/2006/main">
              <a:ext uri="{FF2B5EF4-FFF2-40B4-BE49-F238E27FC236}">
                <a16:creationId xmlns:a16="http://schemas.microsoft.com/office/drawing/2014/main" id="{CF5A8FF2-2CAF-499C-B4D6-E666C1A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44026"/>
            <a:ext cx="108394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抽查记录与结果；发现重复缺陷时推动规则修订。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平均等待时间下降，仍需核对样本构成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078AF-19B0-48F7-9018-92C0E42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22-583">
            <a:extLst xmlns:a="http://schemas.openxmlformats.org/drawingml/2006/main">
              <a:ext uri="{FF2B5EF4-FFF2-40B4-BE49-F238E27FC236}">
                <a16:creationId xmlns:a16="http://schemas.microsoft.com/office/drawing/2014/main" id="{C91963AE-6A5A-4DB4-895B-90365CDB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等待时间趋势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76275" y="2076450"/>
          <a:ext xmlns:a="http://schemas.openxmlformats.org/drawingml/2006/main" cx="6242685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01e2a7643a47b9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A86F2-420B-4AAD-8BDA-FAB258EE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9" name="copy-22-584">
            <a:extLst xmlns:a="http://schemas.openxmlformats.org/drawingml/2006/main">
              <a:ext uri="{FF2B5EF4-FFF2-40B4-BE49-F238E27FC236}">
                <a16:creationId xmlns:a16="http://schemas.microsoft.com/office/drawing/2014/main" id="{D33BE036-6E14-41C9-909B-E0A94878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如何解读</a:t>
            </a:r>
          </a:p>
        </p:txBody>
      </p:sp>
      <p:sp>
        <p:nvSpPr>
          <p:cNvPr id="20" name="copy-22-585">
            <a:extLst xmlns:a="http://schemas.openxmlformats.org/drawingml/2006/main">
              <a:ext uri="{FF2B5EF4-FFF2-40B4-BE49-F238E27FC236}">
                <a16:creationId xmlns:a16="http://schemas.microsoft.com/office/drawing/2014/main" id="{7582F75A-7C01-4993-9D5D-7E2B2A33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750820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观察到的变化</a:t>
            </a:r>
          </a:p>
        </p:txBody>
      </p:sp>
      <p:sp>
        <p:nvSpPr>
          <p:cNvPr id="21" name="copy-22-586">
            <a:extLst xmlns:a="http://schemas.openxmlformats.org/drawingml/2006/main">
              <a:ext uri="{FF2B5EF4-FFF2-40B4-BE49-F238E27FC236}">
                <a16:creationId xmlns:a16="http://schemas.microsoft.com/office/drawing/2014/main" id="{B4511A21-1E64-477B-9268-8DE0A72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55620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这组模拟均值逐期下降，但不能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仅凭均值认定所有事项都更快。</a:t>
            </a:r>
          </a:p>
        </p:txBody>
      </p:sp>
      <p:sp>
        <p:nvSpPr>
          <p:cNvPr id="22" name="copy-22-587">
            <a:extLst xmlns:a="http://schemas.openxmlformats.org/drawingml/2006/main">
              <a:ext uri="{FF2B5EF4-FFF2-40B4-BE49-F238E27FC236}">
                <a16:creationId xmlns:a16="http://schemas.microsoft.com/office/drawing/2014/main" id="{60092AD5-1063-4345-8D5E-59C9BA9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471035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继续核对</a:t>
            </a:r>
          </a:p>
        </p:txBody>
      </p:sp>
      <p:sp>
        <p:nvSpPr>
          <p:cNvPr id="23" name="copy-22-588">
            <a:extLst xmlns:a="http://schemas.openxmlformats.org/drawingml/2006/main">
              <a:ext uri="{FF2B5EF4-FFF2-40B4-BE49-F238E27FC236}">
                <a16:creationId xmlns:a16="http://schemas.microsoft.com/office/drawing/2014/main" id="{2B71C5EA-A49F-4425-8DD8-ED7B2D97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775835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比较各期业务类型、样本数量与暂停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计时规则。此处只用于版式验收。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职责与交付物逐项对应后再验收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41780-2883-47C7-B871-B9AFCAB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23-589">
            <a:extLst xmlns:a="http://schemas.openxmlformats.org/drawingml/2006/main">
              <a:ext uri="{FF2B5EF4-FFF2-40B4-BE49-F238E27FC236}">
                <a16:creationId xmlns:a16="http://schemas.microsoft.com/office/drawing/2014/main" id="{5585B514-E9C4-4019-B9F4-9823BE9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17" name="copy-23-590">
            <a:extLst xmlns:a="http://schemas.openxmlformats.org/drawingml/2006/main">
              <a:ext uri="{FF2B5EF4-FFF2-40B4-BE49-F238E27FC236}">
                <a16:creationId xmlns:a16="http://schemas.microsoft.com/office/drawing/2014/main" id="{3CFBA6EF-34AD-4713-A6D5-D5D15D2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5753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确认交付物</a:t>
            </a:r>
          </a:p>
        </p:txBody>
      </p:sp>
      <p:sp>
        <p:nvSpPr>
          <p:cNvPr id="18" name="copy-23-591">
            <a:extLst xmlns:a="http://schemas.openxmlformats.org/drawingml/2006/main">
              <a:ext uri="{FF2B5EF4-FFF2-40B4-BE49-F238E27FC236}">
                <a16:creationId xmlns:a16="http://schemas.microsoft.com/office/drawing/2014/main" id="{E0688BC9-C701-46C7-9D5D-5F8EEBB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50553"/>
            <a:ext cx="406336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每项职责对应一份可检查的交付物。</a:t>
            </a:r>
          </a:p>
        </p:txBody>
      </p:sp>
      <p:sp>
        <p:nvSpPr>
          <p:cNvPr id="19" name="copy-23-592">
            <a:extLst xmlns:a="http://schemas.openxmlformats.org/drawingml/2006/main">
              <a:ext uri="{FF2B5EF4-FFF2-40B4-BE49-F238E27FC236}">
                <a16:creationId xmlns:a16="http://schemas.microsoft.com/office/drawing/2014/main" id="{9E8EB59A-98A4-4015-8FE4-EA31490F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76103"/>
            <a:ext cx="40633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处理缺项</a:t>
            </a:r>
          </a:p>
        </p:txBody>
      </p:sp>
      <p:sp>
        <p:nvSpPr>
          <p:cNvPr id="20" name="copy-23-593">
            <a:extLst xmlns:a="http://schemas.openxmlformats.org/drawingml/2006/main">
              <a:ext uri="{FF2B5EF4-FFF2-40B4-BE49-F238E27FC236}">
                <a16:creationId xmlns:a16="http://schemas.microsoft.com/office/drawing/2014/main" id="{E2877748-E85F-46BC-97D1-9BC55DC7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80903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交付物缺失时，回到对应负责人补齐；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不能用整体“已完成”替代逐项核对。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01FFB-B1EA-4EB1-A7DD-694AC852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20640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2" name="copy-23-594">
            <a:extLst xmlns:a="http://schemas.openxmlformats.org/drawingml/2006/main">
              <a:ext uri="{FF2B5EF4-FFF2-40B4-BE49-F238E27FC236}">
                <a16:creationId xmlns:a16="http://schemas.microsoft.com/office/drawing/2014/main" id="{32802555-A568-40DD-919B-54591A31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职责核对表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0AFF8-4EF9-4165-B86D-EA70E46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076450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4" name="copy-23-595">
            <a:extLst xmlns:a="http://schemas.openxmlformats.org/drawingml/2006/main">
              <a:ext uri="{FF2B5EF4-FFF2-40B4-BE49-F238E27FC236}">
                <a16:creationId xmlns:a16="http://schemas.microsoft.com/office/drawing/2014/main" id="{84D76577-4EBF-4540-91E7-61AABA2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2152650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033C6-3180-4843-BAC2-8012D66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207645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6" name="copy-23-596">
            <a:extLst xmlns:a="http://schemas.openxmlformats.org/drawingml/2006/main">
              <a:ext uri="{FF2B5EF4-FFF2-40B4-BE49-F238E27FC236}">
                <a16:creationId xmlns:a16="http://schemas.microsoft.com/office/drawing/2014/main" id="{0C078A49-F655-4446-AE9F-B7CD6EF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215265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EB09F1-8DEB-40BD-B6D2-F70B621E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207645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8" name="copy-23-597">
            <a:extLst xmlns:a="http://schemas.openxmlformats.org/drawingml/2006/main">
              <a:ext uri="{FF2B5EF4-FFF2-40B4-BE49-F238E27FC236}">
                <a16:creationId xmlns:a16="http://schemas.microsoft.com/office/drawing/2014/main" id="{08E5EAEA-96E5-489D-8F61-2DA3B2BF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215265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核对状态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8E81B-51C7-4FCC-AF9C-1DA5415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886075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0" name="copy-23-598">
            <a:extLst xmlns:a="http://schemas.openxmlformats.org/drawingml/2006/main">
              <a:ext uri="{FF2B5EF4-FFF2-40B4-BE49-F238E27FC236}">
                <a16:creationId xmlns:a16="http://schemas.microsoft.com/office/drawing/2014/main" id="{65615E46-7B54-4D3E-B2F6-D3530DD3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2962275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业务组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9E8F1-B305-44DE-A0AD-F3E16529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288607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2" name="copy-23-599">
            <a:extLst xmlns:a="http://schemas.openxmlformats.org/drawingml/2006/main">
              <a:ext uri="{FF2B5EF4-FFF2-40B4-BE49-F238E27FC236}">
                <a16:creationId xmlns:a16="http://schemas.microsoft.com/office/drawing/2014/main" id="{2535DF41-B756-4594-8150-7B4FC208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296227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规则清单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537996-0B21-4A58-B89B-89B09A4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288607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4" name="copy-23-600">
            <a:extLst xmlns:a="http://schemas.openxmlformats.org/drawingml/2006/main">
              <a:ext uri="{FF2B5EF4-FFF2-40B4-BE49-F238E27FC236}">
                <a16:creationId xmlns:a16="http://schemas.microsoft.com/office/drawing/2014/main" id="{5C7F152C-6EED-4A30-B7E8-838D5584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296227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待核对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FB2008-EA53-4945-9B5C-774A55B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695700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6" name="copy-23-601">
            <a:extLst xmlns:a="http://schemas.openxmlformats.org/drawingml/2006/main">
              <a:ext uri="{FF2B5EF4-FFF2-40B4-BE49-F238E27FC236}">
                <a16:creationId xmlns:a16="http://schemas.microsoft.com/office/drawing/2014/main" id="{DFE0C210-2D77-4E48-B9D6-E3115EC9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3771900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技术组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7C37AF-93A2-4E67-81C9-FD6DFCC3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369570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38" name="copy-23-602">
            <a:extLst xmlns:a="http://schemas.openxmlformats.org/drawingml/2006/main">
              <a:ext uri="{FF2B5EF4-FFF2-40B4-BE49-F238E27FC236}">
                <a16:creationId xmlns:a16="http://schemas.microsoft.com/office/drawing/2014/main" id="{B121443E-FF0E-4195-BA85-10F02BE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377190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联调记录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EB9E77-FDBB-4F27-87A3-873306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3695700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0" name="copy-23-603">
            <a:extLst xmlns:a="http://schemas.openxmlformats.org/drawingml/2006/main">
              <a:ext uri="{FF2B5EF4-FFF2-40B4-BE49-F238E27FC236}">
                <a16:creationId xmlns:a16="http://schemas.microsoft.com/office/drawing/2014/main" id="{97CC7A71-2DDD-4F18-ABD2-7AE0C35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3771900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待核对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A021DC-00BE-4CE8-8A72-47FAA6C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505325"/>
            <a:ext cx="1560671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2" name="copy-23-604">
            <a:extLst xmlns:a="http://schemas.openxmlformats.org/drawingml/2006/main">
              <a:ext uri="{FF2B5EF4-FFF2-40B4-BE49-F238E27FC236}">
                <a16:creationId xmlns:a16="http://schemas.microsoft.com/office/drawing/2014/main" id="{63F9CD34-6476-494D-A4AB-A29E7B70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4581525"/>
            <a:ext cx="1332071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服务组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3FDD88-5805-4A74-9489-3AD3DF07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711" y="450532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4" name="copy-23-605">
            <a:extLst xmlns:a="http://schemas.openxmlformats.org/drawingml/2006/main">
              <a:ext uri="{FF2B5EF4-FFF2-40B4-BE49-F238E27FC236}">
                <a16:creationId xmlns:a16="http://schemas.microsoft.com/office/drawing/2014/main" id="{64045DBF-B347-4E3D-BAEC-5DD19509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011" y="458152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反馈汇总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9D3FD9-07A9-4B42-8D5C-5F5696A4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718" y="4505325"/>
            <a:ext cx="2341007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46" name="copy-23-606">
            <a:extLst xmlns:a="http://schemas.openxmlformats.org/drawingml/2006/main">
              <a:ext uri="{FF2B5EF4-FFF2-40B4-BE49-F238E27FC236}">
                <a16:creationId xmlns:a16="http://schemas.microsoft.com/office/drawing/2014/main" id="{5CD42818-E71B-4EEC-BF38-DD7A2D9A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018" y="4581525"/>
            <a:ext cx="2112407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待核对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用场景图交代环境，关键判断仍需实文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灰稿美化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BCD2E-EC02-49D7-B749-510C31A4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1924050"/>
            <a:ext cx="6547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16" name="copy-24-607">
            <a:extLst xmlns:a="http://schemas.openxmlformats.org/drawingml/2006/main">
              <a:ext uri="{FF2B5EF4-FFF2-40B4-BE49-F238E27FC236}">
                <a16:creationId xmlns:a16="http://schemas.microsoft.com/office/drawing/2014/main" id="{5B9C5329-398C-4110-B453-F44C39D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81150"/>
            <a:ext cx="624268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模拟服务场景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A026D-80A8-47A5-8169-7CC468D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6242685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18" name="copy-24-608">
            <a:extLst xmlns:a="http://schemas.openxmlformats.org/drawingml/2006/main">
              <a:ext uri="{FF2B5EF4-FFF2-40B4-BE49-F238E27FC236}">
                <a16:creationId xmlns:a16="http://schemas.microsoft.com/office/drawing/2014/main" id="{B3EE21EE-7078-4AB2-96F9-EBFC4FF9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90750"/>
            <a:ext cx="58997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6080"/>
                </a:solidFill>
                <a:latin typeface="Microsoft YaHei"/>
                <a:ea typeface="Microsoft YaHei"/>
                <a:cs typeface="Microsoft YaHei"/>
              </a:rPr>
              <a:t>模拟空间示意 · 非实拍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BF044-050C-4089-9935-BE931F4B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3433477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15EA4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0" name="copy-24-609">
            <a:extLst xmlns:a="http://schemas.openxmlformats.org/drawingml/2006/main">
              <a:ext uri="{FF2B5EF4-FFF2-40B4-BE49-F238E27FC236}">
                <a16:creationId xmlns:a16="http://schemas.microsoft.com/office/drawing/2014/main" id="{A4BF6A97-5171-4EA8-9A73-173650A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90825"/>
            <a:ext cx="324297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服务窗口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F2D6F-3012-41B2-B68E-B08D5F7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008" y="2743200"/>
            <a:ext cx="1373391" cy="1381125"/>
          </a:xfrm>
          <a:prstGeom xmlns:a="http://schemas.openxmlformats.org/drawingml/2006/main" prst="roundRect">
            <a:avLst>
              <a:gd name="adj" fmla="val 4161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2" name="copy-24-610">
            <a:extLst xmlns:a="http://schemas.openxmlformats.org/drawingml/2006/main">
              <a:ext uri="{FF2B5EF4-FFF2-40B4-BE49-F238E27FC236}">
                <a16:creationId xmlns:a16="http://schemas.microsoft.com/office/drawing/2014/main" id="{7612B64E-71EB-4116-8996-52617F9D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258" y="2790825"/>
            <a:ext cx="1182891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自助终端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C4375-82B8-45BC-8F93-76F6724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38575"/>
            <a:ext cx="3433477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BFCDE2"/>
            </a:solidFill>
          </a:ln>
        </p:spPr>
      </p:sp>
      <p:sp>
        <p:nvSpPr>
          <p:cNvPr id="24" name="copy-24-611">
            <a:extLst xmlns:a="http://schemas.openxmlformats.org/drawingml/2006/main">
              <a:ext uri="{FF2B5EF4-FFF2-40B4-BE49-F238E27FC236}">
                <a16:creationId xmlns:a16="http://schemas.microsoft.com/office/drawing/2014/main" id="{ACC6E548-E69E-44B2-9CB2-5122B81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86200"/>
            <a:ext cx="3242977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排队区</a:t>
            </a:r>
          </a:p>
        </p:txBody>
      </p:sp>
      <p:sp>
        <p:nvSpPr>
          <p:cNvPr id="25" name="copy-24-612">
            <a:extLst xmlns:a="http://schemas.openxmlformats.org/drawingml/2006/main">
              <a:ext uri="{FF2B5EF4-FFF2-40B4-BE49-F238E27FC236}">
                <a16:creationId xmlns:a16="http://schemas.microsoft.com/office/drawing/2014/main" id="{4F67270C-0E1A-47AA-ADCF-A71D857F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5AEA9-61CE-4998-983B-7CB800C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192405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27" name="copy-24-613">
            <a:extLst xmlns:a="http://schemas.openxmlformats.org/drawingml/2006/main">
              <a:ext uri="{FF2B5EF4-FFF2-40B4-BE49-F238E27FC236}">
                <a16:creationId xmlns:a16="http://schemas.microsoft.com/office/drawing/2014/main" id="{52BD1670-AD66-450D-AD73-9CE1F70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8115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需要观察</a:t>
            </a:r>
          </a:p>
        </p:txBody>
      </p:sp>
      <p:sp>
        <p:nvSpPr>
          <p:cNvPr id="28" name="copy-24-614">
            <a:extLst xmlns:a="http://schemas.openxmlformats.org/drawingml/2006/main">
              <a:ext uri="{FF2B5EF4-FFF2-40B4-BE49-F238E27FC236}">
                <a16:creationId xmlns:a16="http://schemas.microsoft.com/office/drawing/2014/main" id="{A738FA70-E1E8-49CD-A72F-C21D017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34603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记录用户从入口到办理窗口的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路径，核实是否发生重复询问。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11643-21C6-4CCF-BCA0-EDFCB01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9960" y="4381500"/>
            <a:ext cx="436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A4"/>
            </a:solidFill>
            <a:prstDash val="solid"/>
          </a:ln>
        </p:spPr>
      </p:sp>
      <p:sp>
        <p:nvSpPr>
          <p:cNvPr id="30" name="copy-24-615">
            <a:extLst xmlns:a="http://schemas.openxmlformats.org/drawingml/2006/main">
              <a:ext uri="{FF2B5EF4-FFF2-40B4-BE49-F238E27FC236}">
                <a16:creationId xmlns:a16="http://schemas.microsoft.com/office/drawing/2014/main" id="{2BDB63D2-A71A-4D6C-AF42-722A65E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038600"/>
            <a:ext cx="406336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EA4"/>
                </a:solidFill>
                <a:latin typeface="Microsoft YaHei"/>
                <a:ea typeface="Microsoft YaHei"/>
                <a:cs typeface="Microsoft YaHei"/>
              </a:rPr>
              <a:t>拟议措施</a:t>
            </a:r>
          </a:p>
        </p:txBody>
      </p:sp>
      <p:sp>
        <p:nvSpPr>
          <p:cNvPr id="31" name="copy-24-616">
            <a:extLst xmlns:a="http://schemas.openxmlformats.org/drawingml/2006/main">
              <a:ext uri="{FF2B5EF4-FFF2-40B4-BE49-F238E27FC236}">
                <a16:creationId xmlns:a16="http://schemas.microsoft.com/office/drawing/2014/main" id="{24525C8D-6A54-44AE-A7E0-CAF0BE11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992053"/>
            <a:ext cx="4063365" cy="569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若引导不清得到验证，再调整标识与</a:t>
            </a:r>
          </a:p>
          <a:p xmlns:a="http://schemas.openxmlformats.org/drawingml/2006/main">
            <a:pPr algn="l">
              <a:def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E4D"/>
                </a:solidFill>
                <a:latin typeface="Microsoft YaHei"/>
                <a:ea typeface="Microsoft YaHei"/>
                <a:cs typeface="Microsoft YaHei"/>
              </a:rPr>
              <a:t>入口说明；场景图本身不证明措施有效。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84782" dist="37681" dir="5400000">
              <a:srgbClr val="3361AE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74A84">
                <a:alpha val="12000"/>
              </a:srgbClr>
            </a:outerShdw>
          </a:effectLst>
        </a:effectStyle>
        <a:effectStyle>
          <a:effectLst>
            <a:outerShdw blurRad="96374" dist="42834" dir="5400000">
              <a:srgbClr val="3361AE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2026-09-27T01:01:26.0620000Z</dcterms:created>
  <dcterms:modified xsi:type="dcterms:W3CDTF">2026-09-27T01:01:26.0620000Z</dcterms:modified>
</coreProperties>
</file>