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77a7fcc77e45a9" /><Relationship Type="http://schemas.openxmlformats.org/officeDocument/2006/relationships/extended-properties" Target="/docProps/app.xml" Id="Rd3be2f1bbff84efa" /><Relationship Type="http://schemas.openxmlformats.org/officeDocument/2006/relationships/officeDocument" Target="/ppt/presentation.xml" Id="Rb028568fe85c49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d1db273826445e"/>
  </p:sldMasterIdLst>
  <p:notesMasterIdLst>
    <p:notesMasterId xmlns:r="http://schemas.openxmlformats.org/officeDocument/2006/relationships" r:id="R7e9e24d9d919436a"/>
  </p:notesMasterIdLst>
  <p:sldIdLst>
    <p:sldId xmlns:r="http://schemas.openxmlformats.org/officeDocument/2006/relationships" id="256" r:id="R512acc0bfd174f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9cf085810c42bd" /><Relationship Type="http://schemas.openxmlformats.org/officeDocument/2006/relationships/slideMaster" Target="/ppt/slideMasters/slideMaster1.xml" Id="R36d1db273826445e" /><Relationship Type="http://schemas.openxmlformats.org/officeDocument/2006/relationships/notesMaster" Target="/ppt/notesMasters/notesMaster1.xml" Id="R7e9e24d9d919436a" /><Relationship Type="http://schemas.openxmlformats.org/officeDocument/2006/relationships/presProps" Target="/ppt/presProps.xml" Id="Re31e836dbabf4cb7" /><Relationship Type="http://schemas.openxmlformats.org/officeDocument/2006/relationships/tableStyles" Target="/ppt/tableStyles.xml" Id="Rc31b78fb4ebc491e" /><Relationship Type="http://schemas.openxmlformats.org/officeDocument/2006/relationships/slide" Target="/ppt/slides/slide1.xml" Id="R512acc0bfd174f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a54b31655042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aa65ef93984a3f" /><Relationship Type="http://schemas.openxmlformats.org/officeDocument/2006/relationships/notesMaster" Target="/ppt/notesMasters/notesMaster1.xml" Id="R59f8a89117444b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数据来源：用户提供的非商业模拟分类计数。总计69次咨询，五类互斥：预约状态24、时段询问18、培训材料12、使用条件9、取消改期6。图表模板来源：Lieflat Charts skills/vendor/lieflat-charts/templates/basics-gallery.html，F5 Tick Rows，卡内标题“Six teams, shipped and counted”，脚本注释块“C1 · tick rows”。本页沿用其横向逐tick队列、每tick代表一个单位、行尾总数和底部单位说明的骨架，并将数据与颜色适配为中性Skin。原生重建：每个tick为可编辑线段，标签、数值和说明均为可编辑文本，不嵌入截图或HTML。映射：预约状态→category-0/tick-0-0..23/value-0；时段询问→category-1/tick-1-0..17/value-1；培训材料→category-2/tick-2-0..11/value-2；使用条件→category-3/tick-3-0..8/value-3；取消改期→category-4/tick-4-0..5/value-4。比例核验：24+18=42，42/69=0.608695...约61%。该图不表达因果、人数、节省时间或效率提升。Lieflat Charts上游固定revision=eace082a317b696c5570c25826a53a7fa113e984，PolyForm Noncommercial，本次为非商业学习样稿。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c0c19dff34e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1699e362684d52" /><Relationship Type="http://schemas.openxmlformats.org/officeDocument/2006/relationships/slideLayout" Target="/ppt/slideLayouts/slideLayout1.xml" Id="R436765bb2c0c47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6765bb2c0c47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985ed0d3940f3" /><Relationship Type="http://schemas.openxmlformats.org/officeDocument/2006/relationships/notesSlide" Target="/ppt/notesSlides/notesSlide1.xml" Id="R9ee5702faee349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shell-chapter">
            <a:extLst xmlns:a="http://schemas.openxmlformats.org/drawingml/2006/main">
              <a:ext uri="{FF2B5EF4-FFF2-40B4-BE49-F238E27FC236}">
                <a16:creationId xmlns:a16="http://schemas.microsoft.com/office/drawing/2014/main" id="{4E024DDA-0B03-4811-BB91-12F68748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shell-title">
            <a:extLst xmlns:a="http://schemas.openxmlformats.org/drawingml/2006/main">
              <a:ext uri="{FF2B5EF4-FFF2-40B4-BE49-F238E27FC236}">
                <a16:creationId xmlns:a16="http://schemas.microsoft.com/office/drawing/2014/main" id="{BE9CF5B7-77EE-4612-AA27-01A72060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共享仪器咨询问题分布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A2AF7442-B29F-4017-B350-A37B12DB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86375" y="600075"/>
            <a:ext cx="63722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shell-lead">
            <a:extLst xmlns:a="http://schemas.openxmlformats.org/drawingml/2006/main">
              <a:ext uri="{FF2B5EF4-FFF2-40B4-BE49-F238E27FC236}">
                <a16:creationId xmlns:a16="http://schemas.microsoft.com/office/drawing/2014/main" id="{B0399B04-F397-448D-830E-A6914B02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69 次模拟咨询中，预约状态与时段询问占 42 次</a:t>
            </a:r>
          </a:p>
        </p:txBody>
      </p:sp>
      <p:sp>
        <p:nvSpPr>
          <p:cNvPr id="5" name="shell-kicker">
            <a:extLst xmlns:a="http://schemas.openxmlformats.org/drawingml/2006/main">
              <a:ext uri="{FF2B5EF4-FFF2-40B4-BE49-F238E27FC236}">
                <a16:creationId xmlns:a16="http://schemas.microsoft.com/office/drawing/2014/main" id="{91F35F90-A8CC-477F-B940-DB22E08C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互斥分类计数 · 每一根竖线 = 1 次咨询 · 非真实运营数据</a:t>
            </a:r>
          </a:p>
        </p:txBody>
      </p:sp>
      <p:sp>
        <p:nvSpPr>
          <p:cNvPr id="6" name="chart-label">
            <a:extLst xmlns:a="http://schemas.openxmlformats.org/drawingml/2006/main">
              <a:ext uri="{FF2B5EF4-FFF2-40B4-BE49-F238E27FC236}">
                <a16:creationId xmlns:a16="http://schemas.microsoft.com/office/drawing/2014/main" id="{EED04ABC-E786-4618-A9CF-B3128A89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分类计数</a:t>
            </a:r>
          </a:p>
        </p:txBody>
      </p:sp>
      <p:sp>
        <p:nvSpPr>
          <p:cNvPr id="7" name="chart-unit">
            <a:extLst xmlns:a="http://schemas.openxmlformats.org/drawingml/2006/main">
              <a:ext uri="{FF2B5EF4-FFF2-40B4-BE49-F238E27FC236}">
                <a16:creationId xmlns:a16="http://schemas.microsoft.com/office/drawing/2014/main" id="{A3D3CB9A-C16E-4C25-846A-CEA7260E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954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一根 tick = 一次咨询</a:t>
            </a:r>
          </a:p>
        </p:txBody>
      </p:sp>
      <p:sp>
        <p:nvSpPr>
          <p:cNvPr id="8" name="category-0">
            <a:extLst xmlns:a="http://schemas.openxmlformats.org/drawingml/2006/main">
              <a:ext uri="{FF2B5EF4-FFF2-40B4-BE49-F238E27FC236}">
                <a16:creationId xmlns:a16="http://schemas.microsoft.com/office/drawing/2014/main" id="{3F32BC66-C685-4ED4-A712-99C7BED2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预约状态</a:t>
            </a:r>
          </a:p>
        </p:txBody>
      </p:sp>
      <p:sp>
        <p:nvSpPr>
          <p:cNvPr id="9" name="row-guide-0">
            <a:extLst xmlns:a="http://schemas.openxmlformats.org/drawingml/2006/main">
              <a:ext uri="{FF2B5EF4-FFF2-40B4-BE49-F238E27FC236}">
                <a16:creationId xmlns:a16="http://schemas.microsoft.com/office/drawing/2014/main" id="{D6B4E57C-9B87-4DEC-8FFE-239DB903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2286000"/>
            <a:ext cx="320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D5CC"/>
            </a:solidFill>
            <a:prstDash val="solid"/>
          </a:ln>
        </p:spPr>
      </p:sp>
      <p:sp>
        <p:nvSpPr>
          <p:cNvPr id="10" name="tick-0-0">
            <a:extLst xmlns:a="http://schemas.openxmlformats.org/drawingml/2006/main">
              <a:ext uri="{FF2B5EF4-FFF2-40B4-BE49-F238E27FC236}">
                <a16:creationId xmlns:a16="http://schemas.microsoft.com/office/drawing/2014/main" id="{79BE7AA0-5138-45AB-B7C3-34AF6E21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47925" y="223837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11" name="tick-0-1">
            <a:extLst xmlns:a="http://schemas.openxmlformats.org/drawingml/2006/main">
              <a:ext uri="{FF2B5EF4-FFF2-40B4-BE49-F238E27FC236}">
                <a16:creationId xmlns:a16="http://schemas.microsoft.com/office/drawing/2014/main" id="{D3374F68-CE2F-4F90-9848-237C9042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81275" y="220980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12" name="tick-0-2">
            <a:extLst xmlns:a="http://schemas.openxmlformats.org/drawingml/2006/main">
              <a:ext uri="{FF2B5EF4-FFF2-40B4-BE49-F238E27FC236}">
                <a16:creationId xmlns:a16="http://schemas.microsoft.com/office/drawing/2014/main" id="{37DC48B4-7CF9-4269-BDB4-EF4CEA41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14625" y="218122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13" name="tick-0-3">
            <a:extLst xmlns:a="http://schemas.openxmlformats.org/drawingml/2006/main">
              <a:ext uri="{FF2B5EF4-FFF2-40B4-BE49-F238E27FC236}">
                <a16:creationId xmlns:a16="http://schemas.microsoft.com/office/drawing/2014/main" id="{E82704EC-2244-4456-BFD3-2B9C782D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47975" y="223837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14" name="tick-0-4">
            <a:extLst xmlns:a="http://schemas.openxmlformats.org/drawingml/2006/main">
              <a:ext uri="{FF2B5EF4-FFF2-40B4-BE49-F238E27FC236}">
                <a16:creationId xmlns:a16="http://schemas.microsoft.com/office/drawing/2014/main" id="{8AAD46B1-46CA-47AA-A71E-1D08479C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81325" y="220980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15" name="tick-0-5">
            <a:extLst xmlns:a="http://schemas.openxmlformats.org/drawingml/2006/main">
              <a:ext uri="{FF2B5EF4-FFF2-40B4-BE49-F238E27FC236}">
                <a16:creationId xmlns:a16="http://schemas.microsoft.com/office/drawing/2014/main" id="{A7B545AB-D91A-4040-86D1-16F7AC7A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14675" y="218122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16" name="tick-0-6">
            <a:extLst xmlns:a="http://schemas.openxmlformats.org/drawingml/2006/main">
              <a:ext uri="{FF2B5EF4-FFF2-40B4-BE49-F238E27FC236}">
                <a16:creationId xmlns:a16="http://schemas.microsoft.com/office/drawing/2014/main" id="{610D16AC-2251-40FE-8F77-65CF018F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48025" y="223837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17" name="tick-0-7">
            <a:extLst xmlns:a="http://schemas.openxmlformats.org/drawingml/2006/main">
              <a:ext uri="{FF2B5EF4-FFF2-40B4-BE49-F238E27FC236}">
                <a16:creationId xmlns:a16="http://schemas.microsoft.com/office/drawing/2014/main" id="{4A203738-15C6-4B9A-AC7C-B6F5F719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81375" y="220980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18" name="tick-0-8">
            <a:extLst xmlns:a="http://schemas.openxmlformats.org/drawingml/2006/main">
              <a:ext uri="{FF2B5EF4-FFF2-40B4-BE49-F238E27FC236}">
                <a16:creationId xmlns:a16="http://schemas.microsoft.com/office/drawing/2014/main" id="{5D43CD0E-667F-46DD-8AC7-ADB20E59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14725" y="218122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19" name="tick-0-9">
            <a:extLst xmlns:a="http://schemas.openxmlformats.org/drawingml/2006/main">
              <a:ext uri="{FF2B5EF4-FFF2-40B4-BE49-F238E27FC236}">
                <a16:creationId xmlns:a16="http://schemas.microsoft.com/office/drawing/2014/main" id="{0863233D-6007-486D-834E-ADB464BA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48075" y="223837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20" name="tick-0-10">
            <a:extLst xmlns:a="http://schemas.openxmlformats.org/drawingml/2006/main">
              <a:ext uri="{FF2B5EF4-FFF2-40B4-BE49-F238E27FC236}">
                <a16:creationId xmlns:a16="http://schemas.microsoft.com/office/drawing/2014/main" id="{3386BEFB-9CF6-4BB2-B001-60B3AFF7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81425" y="220980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21" name="tick-0-11">
            <a:extLst xmlns:a="http://schemas.openxmlformats.org/drawingml/2006/main">
              <a:ext uri="{FF2B5EF4-FFF2-40B4-BE49-F238E27FC236}">
                <a16:creationId xmlns:a16="http://schemas.microsoft.com/office/drawing/2014/main" id="{4BDD5271-5FE0-4986-BBCE-A1F749E1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14775" y="218122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22" name="tick-0-12">
            <a:extLst xmlns:a="http://schemas.openxmlformats.org/drawingml/2006/main">
              <a:ext uri="{FF2B5EF4-FFF2-40B4-BE49-F238E27FC236}">
                <a16:creationId xmlns:a16="http://schemas.microsoft.com/office/drawing/2014/main" id="{F95B930A-7D31-4B75-BF04-4FE111CD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48125" y="223837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23" name="tick-0-13">
            <a:extLst xmlns:a="http://schemas.openxmlformats.org/drawingml/2006/main">
              <a:ext uri="{FF2B5EF4-FFF2-40B4-BE49-F238E27FC236}">
                <a16:creationId xmlns:a16="http://schemas.microsoft.com/office/drawing/2014/main" id="{13C942AE-0836-4146-BFA3-51C5E531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81475" y="220980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24" name="tick-0-14">
            <a:extLst xmlns:a="http://schemas.openxmlformats.org/drawingml/2006/main">
              <a:ext uri="{FF2B5EF4-FFF2-40B4-BE49-F238E27FC236}">
                <a16:creationId xmlns:a16="http://schemas.microsoft.com/office/drawing/2014/main" id="{38E0C08F-80AE-4389-A0DF-D10253DE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14825" y="218122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25" name="tick-0-15">
            <a:extLst xmlns:a="http://schemas.openxmlformats.org/drawingml/2006/main">
              <a:ext uri="{FF2B5EF4-FFF2-40B4-BE49-F238E27FC236}">
                <a16:creationId xmlns:a16="http://schemas.microsoft.com/office/drawing/2014/main" id="{65D2C93A-89F3-48BE-9AC7-6653C2A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48175" y="223837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26" name="tick-0-16">
            <a:extLst xmlns:a="http://schemas.openxmlformats.org/drawingml/2006/main">
              <a:ext uri="{FF2B5EF4-FFF2-40B4-BE49-F238E27FC236}">
                <a16:creationId xmlns:a16="http://schemas.microsoft.com/office/drawing/2014/main" id="{7D83DE03-B06A-40F9-8428-3F862249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81525" y="220980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27" name="tick-0-17">
            <a:extLst xmlns:a="http://schemas.openxmlformats.org/drawingml/2006/main">
              <a:ext uri="{FF2B5EF4-FFF2-40B4-BE49-F238E27FC236}">
                <a16:creationId xmlns:a16="http://schemas.microsoft.com/office/drawing/2014/main" id="{0A6FD274-6619-4C0B-A31C-0368EE49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714875" y="218122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28" name="tick-0-18">
            <a:extLst xmlns:a="http://schemas.openxmlformats.org/drawingml/2006/main">
              <a:ext uri="{FF2B5EF4-FFF2-40B4-BE49-F238E27FC236}">
                <a16:creationId xmlns:a16="http://schemas.microsoft.com/office/drawing/2014/main" id="{1219C976-DF65-4547-B970-6D709028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848225" y="223837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29" name="tick-0-19">
            <a:extLst xmlns:a="http://schemas.openxmlformats.org/drawingml/2006/main">
              <a:ext uri="{FF2B5EF4-FFF2-40B4-BE49-F238E27FC236}">
                <a16:creationId xmlns:a16="http://schemas.microsoft.com/office/drawing/2014/main" id="{A4C7B19F-E996-41E0-B2BE-C03B24A3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81575" y="220980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30" name="tick-0-20">
            <a:extLst xmlns:a="http://schemas.openxmlformats.org/drawingml/2006/main">
              <a:ext uri="{FF2B5EF4-FFF2-40B4-BE49-F238E27FC236}">
                <a16:creationId xmlns:a16="http://schemas.microsoft.com/office/drawing/2014/main" id="{48E35295-391D-400C-8130-DB29DD84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114925" y="218122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31" name="tick-0-21">
            <a:extLst xmlns:a="http://schemas.openxmlformats.org/drawingml/2006/main">
              <a:ext uri="{FF2B5EF4-FFF2-40B4-BE49-F238E27FC236}">
                <a16:creationId xmlns:a16="http://schemas.microsoft.com/office/drawing/2014/main" id="{BBF33670-E73D-4AAB-A214-ACC5AC5C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48275" y="223837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32" name="tick-0-22">
            <a:extLst xmlns:a="http://schemas.openxmlformats.org/drawingml/2006/main">
              <a:ext uri="{FF2B5EF4-FFF2-40B4-BE49-F238E27FC236}">
                <a16:creationId xmlns:a16="http://schemas.microsoft.com/office/drawing/2014/main" id="{9626CD12-8B05-43AF-8FAA-550F9BC2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81625" y="220980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33" name="tick-0-23">
            <a:extLst xmlns:a="http://schemas.openxmlformats.org/drawingml/2006/main">
              <a:ext uri="{FF2B5EF4-FFF2-40B4-BE49-F238E27FC236}">
                <a16:creationId xmlns:a16="http://schemas.microsoft.com/office/drawing/2014/main" id="{770B6489-F131-46AF-82F0-28089DC4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14975" y="218122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34" name="value-0">
            <a:extLst xmlns:a="http://schemas.openxmlformats.org/drawingml/2006/main">
              <a:ext uri="{FF2B5EF4-FFF2-40B4-BE49-F238E27FC236}">
                <a16:creationId xmlns:a16="http://schemas.microsoft.com/office/drawing/2014/main" id="{EB632D30-6325-4F21-8C5B-D2FBA6DF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431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24</a:t>
            </a:r>
          </a:p>
        </p:txBody>
      </p:sp>
      <p:sp>
        <p:nvSpPr>
          <p:cNvPr id="35" name="category-1">
            <a:extLst xmlns:a="http://schemas.openxmlformats.org/drawingml/2006/main">
              <a:ext uri="{FF2B5EF4-FFF2-40B4-BE49-F238E27FC236}">
                <a16:creationId xmlns:a16="http://schemas.microsoft.com/office/drawing/2014/main" id="{4DFA58C6-8589-4296-A6F1-978398DF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时段询问</a:t>
            </a:r>
          </a:p>
        </p:txBody>
      </p:sp>
      <p:sp>
        <p:nvSpPr>
          <p:cNvPr id="36" name="row-guide-1">
            <a:extLst xmlns:a="http://schemas.openxmlformats.org/drawingml/2006/main">
              <a:ext uri="{FF2B5EF4-FFF2-40B4-BE49-F238E27FC236}">
                <a16:creationId xmlns:a16="http://schemas.microsoft.com/office/drawing/2014/main" id="{5A87CEFD-97D1-4AFF-983B-FAA0BC30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2952750"/>
            <a:ext cx="320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D5CC"/>
            </a:solidFill>
            <a:prstDash val="solid"/>
          </a:ln>
        </p:spPr>
      </p:sp>
      <p:sp>
        <p:nvSpPr>
          <p:cNvPr id="37" name="tick-1-0">
            <a:extLst xmlns:a="http://schemas.openxmlformats.org/drawingml/2006/main">
              <a:ext uri="{FF2B5EF4-FFF2-40B4-BE49-F238E27FC236}">
                <a16:creationId xmlns:a16="http://schemas.microsoft.com/office/drawing/2014/main" id="{386C59CF-7803-441E-A8CC-041A9ABF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47925" y="290512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38" name="tick-1-1">
            <a:extLst xmlns:a="http://schemas.openxmlformats.org/drawingml/2006/main">
              <a:ext uri="{FF2B5EF4-FFF2-40B4-BE49-F238E27FC236}">
                <a16:creationId xmlns:a16="http://schemas.microsoft.com/office/drawing/2014/main" id="{21E5E5DB-90A6-4744-A79B-490E1A40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81275" y="287655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39" name="tick-1-2">
            <a:extLst xmlns:a="http://schemas.openxmlformats.org/drawingml/2006/main">
              <a:ext uri="{FF2B5EF4-FFF2-40B4-BE49-F238E27FC236}">
                <a16:creationId xmlns:a16="http://schemas.microsoft.com/office/drawing/2014/main" id="{02762B2F-4FAB-4E86-87A2-270CEEA8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14625" y="284797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40" name="tick-1-3">
            <a:extLst xmlns:a="http://schemas.openxmlformats.org/drawingml/2006/main">
              <a:ext uri="{FF2B5EF4-FFF2-40B4-BE49-F238E27FC236}">
                <a16:creationId xmlns:a16="http://schemas.microsoft.com/office/drawing/2014/main" id="{5AB65F46-BC19-4E22-9E0F-FD34AA09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47975" y="290512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41" name="tick-1-4">
            <a:extLst xmlns:a="http://schemas.openxmlformats.org/drawingml/2006/main">
              <a:ext uri="{FF2B5EF4-FFF2-40B4-BE49-F238E27FC236}">
                <a16:creationId xmlns:a16="http://schemas.microsoft.com/office/drawing/2014/main" id="{BBEA6B8D-D0B0-4837-B324-05FDE22A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81325" y="287655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42" name="tick-1-5">
            <a:extLst xmlns:a="http://schemas.openxmlformats.org/drawingml/2006/main">
              <a:ext uri="{FF2B5EF4-FFF2-40B4-BE49-F238E27FC236}">
                <a16:creationId xmlns:a16="http://schemas.microsoft.com/office/drawing/2014/main" id="{0627AB62-1E6E-4872-909D-45803D69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14675" y="284797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43" name="tick-1-6">
            <a:extLst xmlns:a="http://schemas.openxmlformats.org/drawingml/2006/main">
              <a:ext uri="{FF2B5EF4-FFF2-40B4-BE49-F238E27FC236}">
                <a16:creationId xmlns:a16="http://schemas.microsoft.com/office/drawing/2014/main" id="{1E4A09BB-AADD-48B6-BFA2-D22D08A9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48025" y="290512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44" name="tick-1-7">
            <a:extLst xmlns:a="http://schemas.openxmlformats.org/drawingml/2006/main">
              <a:ext uri="{FF2B5EF4-FFF2-40B4-BE49-F238E27FC236}">
                <a16:creationId xmlns:a16="http://schemas.microsoft.com/office/drawing/2014/main" id="{BB421637-6052-439D-B06E-3D22BA68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81375" y="287655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45" name="tick-1-8">
            <a:extLst xmlns:a="http://schemas.openxmlformats.org/drawingml/2006/main">
              <a:ext uri="{FF2B5EF4-FFF2-40B4-BE49-F238E27FC236}">
                <a16:creationId xmlns:a16="http://schemas.microsoft.com/office/drawing/2014/main" id="{A7044886-27A0-4568-B27F-EF765800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14725" y="284797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46" name="tick-1-9">
            <a:extLst xmlns:a="http://schemas.openxmlformats.org/drawingml/2006/main">
              <a:ext uri="{FF2B5EF4-FFF2-40B4-BE49-F238E27FC236}">
                <a16:creationId xmlns:a16="http://schemas.microsoft.com/office/drawing/2014/main" id="{F5DAD30B-775C-4C0F-BD15-3FFC9AA3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48075" y="290512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47" name="tick-1-10">
            <a:extLst xmlns:a="http://schemas.openxmlformats.org/drawingml/2006/main">
              <a:ext uri="{FF2B5EF4-FFF2-40B4-BE49-F238E27FC236}">
                <a16:creationId xmlns:a16="http://schemas.microsoft.com/office/drawing/2014/main" id="{38CF74F5-A8C9-47BC-BE21-8BAB3211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81425" y="287655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48" name="tick-1-11">
            <a:extLst xmlns:a="http://schemas.openxmlformats.org/drawingml/2006/main">
              <a:ext uri="{FF2B5EF4-FFF2-40B4-BE49-F238E27FC236}">
                <a16:creationId xmlns:a16="http://schemas.microsoft.com/office/drawing/2014/main" id="{4CBC76F6-06F0-4369-8574-2141F25B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14775" y="284797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49" name="tick-1-12">
            <a:extLst xmlns:a="http://schemas.openxmlformats.org/drawingml/2006/main">
              <a:ext uri="{FF2B5EF4-FFF2-40B4-BE49-F238E27FC236}">
                <a16:creationId xmlns:a16="http://schemas.microsoft.com/office/drawing/2014/main" id="{08D39A35-0B3D-495D-A254-A781A252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48125" y="290512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50" name="tick-1-13">
            <a:extLst xmlns:a="http://schemas.openxmlformats.org/drawingml/2006/main">
              <a:ext uri="{FF2B5EF4-FFF2-40B4-BE49-F238E27FC236}">
                <a16:creationId xmlns:a16="http://schemas.microsoft.com/office/drawing/2014/main" id="{5288B316-BF6F-4DF9-84C8-8C136C80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81475" y="287655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51" name="tick-1-14">
            <a:extLst xmlns:a="http://schemas.openxmlformats.org/drawingml/2006/main">
              <a:ext uri="{FF2B5EF4-FFF2-40B4-BE49-F238E27FC236}">
                <a16:creationId xmlns:a16="http://schemas.microsoft.com/office/drawing/2014/main" id="{ACF3AAD4-7D50-49E9-88B5-7D22294D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14825" y="284797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52" name="tick-1-15">
            <a:extLst xmlns:a="http://schemas.openxmlformats.org/drawingml/2006/main">
              <a:ext uri="{FF2B5EF4-FFF2-40B4-BE49-F238E27FC236}">
                <a16:creationId xmlns:a16="http://schemas.microsoft.com/office/drawing/2014/main" id="{373459C6-7E8A-42F5-ACDC-2D00DDD7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48175" y="290512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53" name="tick-1-16">
            <a:extLst xmlns:a="http://schemas.openxmlformats.org/drawingml/2006/main">
              <a:ext uri="{FF2B5EF4-FFF2-40B4-BE49-F238E27FC236}">
                <a16:creationId xmlns:a16="http://schemas.microsoft.com/office/drawing/2014/main" id="{3C9410AC-3319-4E4A-8A18-1E5CD835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81525" y="287655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54" name="tick-1-17">
            <a:extLst xmlns:a="http://schemas.openxmlformats.org/drawingml/2006/main">
              <a:ext uri="{FF2B5EF4-FFF2-40B4-BE49-F238E27FC236}">
                <a16:creationId xmlns:a16="http://schemas.microsoft.com/office/drawing/2014/main" id="{0B18469B-DA07-4BBE-94F2-DC3F1BBF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714875" y="284797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55" name="value-1">
            <a:extLst xmlns:a="http://schemas.openxmlformats.org/drawingml/2006/main">
              <a:ext uri="{FF2B5EF4-FFF2-40B4-BE49-F238E27FC236}">
                <a16:creationId xmlns:a16="http://schemas.microsoft.com/office/drawing/2014/main" id="{1D40BDE2-0E08-4B00-A6D9-B2E91C82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098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56" name="category-2">
            <a:extLst xmlns:a="http://schemas.openxmlformats.org/drawingml/2006/main">
              <a:ext uri="{FF2B5EF4-FFF2-40B4-BE49-F238E27FC236}">
                <a16:creationId xmlns:a16="http://schemas.microsoft.com/office/drawing/2014/main" id="{333367CD-478B-468D-8FD6-3605BB23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培训材料</a:t>
            </a:r>
          </a:p>
        </p:txBody>
      </p:sp>
      <p:sp>
        <p:nvSpPr>
          <p:cNvPr id="57" name="row-guide-2">
            <a:extLst xmlns:a="http://schemas.openxmlformats.org/drawingml/2006/main">
              <a:ext uri="{FF2B5EF4-FFF2-40B4-BE49-F238E27FC236}">
                <a16:creationId xmlns:a16="http://schemas.microsoft.com/office/drawing/2014/main" id="{20B1F8A7-B1F5-4F60-9BA6-48751EF2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3619500"/>
            <a:ext cx="320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D5CC"/>
            </a:solidFill>
            <a:prstDash val="solid"/>
          </a:ln>
        </p:spPr>
      </p:sp>
      <p:sp>
        <p:nvSpPr>
          <p:cNvPr id="58" name="tick-2-0">
            <a:extLst xmlns:a="http://schemas.openxmlformats.org/drawingml/2006/main">
              <a:ext uri="{FF2B5EF4-FFF2-40B4-BE49-F238E27FC236}">
                <a16:creationId xmlns:a16="http://schemas.microsoft.com/office/drawing/2014/main" id="{FA8EFC70-1096-4C25-A8B4-3861C60D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47925" y="357187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59" name="tick-2-1">
            <a:extLst xmlns:a="http://schemas.openxmlformats.org/drawingml/2006/main">
              <a:ext uri="{FF2B5EF4-FFF2-40B4-BE49-F238E27FC236}">
                <a16:creationId xmlns:a16="http://schemas.microsoft.com/office/drawing/2014/main" id="{477FFC08-1E30-4F47-B234-E7B203C4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81275" y="354330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60" name="tick-2-2">
            <a:extLst xmlns:a="http://schemas.openxmlformats.org/drawingml/2006/main">
              <a:ext uri="{FF2B5EF4-FFF2-40B4-BE49-F238E27FC236}">
                <a16:creationId xmlns:a16="http://schemas.microsoft.com/office/drawing/2014/main" id="{0DF358C6-0B2A-4FBA-9E1E-F0CE3251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14625" y="351472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61" name="tick-2-3">
            <a:extLst xmlns:a="http://schemas.openxmlformats.org/drawingml/2006/main">
              <a:ext uri="{FF2B5EF4-FFF2-40B4-BE49-F238E27FC236}">
                <a16:creationId xmlns:a16="http://schemas.microsoft.com/office/drawing/2014/main" id="{A922EA62-A21E-4E14-ABD9-FF4229AF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47975" y="357187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62" name="tick-2-4">
            <a:extLst xmlns:a="http://schemas.openxmlformats.org/drawingml/2006/main">
              <a:ext uri="{FF2B5EF4-FFF2-40B4-BE49-F238E27FC236}">
                <a16:creationId xmlns:a16="http://schemas.microsoft.com/office/drawing/2014/main" id="{36F10064-BB69-4789-8EE7-86A41E9F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81325" y="354330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63" name="tick-2-5">
            <a:extLst xmlns:a="http://schemas.openxmlformats.org/drawingml/2006/main">
              <a:ext uri="{FF2B5EF4-FFF2-40B4-BE49-F238E27FC236}">
                <a16:creationId xmlns:a16="http://schemas.microsoft.com/office/drawing/2014/main" id="{18A66A9C-A3D7-4601-8AD9-4858AB6B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14675" y="351472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64" name="tick-2-6">
            <a:extLst xmlns:a="http://schemas.openxmlformats.org/drawingml/2006/main">
              <a:ext uri="{FF2B5EF4-FFF2-40B4-BE49-F238E27FC236}">
                <a16:creationId xmlns:a16="http://schemas.microsoft.com/office/drawing/2014/main" id="{780CADA4-AF48-4082-813E-EF6C97E4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48025" y="357187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65" name="tick-2-7">
            <a:extLst xmlns:a="http://schemas.openxmlformats.org/drawingml/2006/main">
              <a:ext uri="{FF2B5EF4-FFF2-40B4-BE49-F238E27FC236}">
                <a16:creationId xmlns:a16="http://schemas.microsoft.com/office/drawing/2014/main" id="{6A8461E3-7684-40E7-A2F9-9ABB6A03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81375" y="354330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66" name="tick-2-8">
            <a:extLst xmlns:a="http://schemas.openxmlformats.org/drawingml/2006/main">
              <a:ext uri="{FF2B5EF4-FFF2-40B4-BE49-F238E27FC236}">
                <a16:creationId xmlns:a16="http://schemas.microsoft.com/office/drawing/2014/main" id="{5352F6BB-0CF0-4DF6-8657-094E7C2B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14725" y="351472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67" name="tick-2-9">
            <a:extLst xmlns:a="http://schemas.openxmlformats.org/drawingml/2006/main">
              <a:ext uri="{FF2B5EF4-FFF2-40B4-BE49-F238E27FC236}">
                <a16:creationId xmlns:a16="http://schemas.microsoft.com/office/drawing/2014/main" id="{F378EB79-0FCB-4DA8-BB37-880E6F8C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48075" y="357187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68" name="tick-2-10">
            <a:extLst xmlns:a="http://schemas.openxmlformats.org/drawingml/2006/main">
              <a:ext uri="{FF2B5EF4-FFF2-40B4-BE49-F238E27FC236}">
                <a16:creationId xmlns:a16="http://schemas.microsoft.com/office/drawing/2014/main" id="{C6188004-A31D-47E6-8BB8-2B6540BD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81425" y="354330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69" name="tick-2-11">
            <a:extLst xmlns:a="http://schemas.openxmlformats.org/drawingml/2006/main">
              <a:ext uri="{FF2B5EF4-FFF2-40B4-BE49-F238E27FC236}">
                <a16:creationId xmlns:a16="http://schemas.microsoft.com/office/drawing/2014/main" id="{85392204-A2D8-445F-8621-9ACD42B5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14775" y="351472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70" name="value-2">
            <a:extLst xmlns:a="http://schemas.openxmlformats.org/drawingml/2006/main">
              <a:ext uri="{FF2B5EF4-FFF2-40B4-BE49-F238E27FC236}">
                <a16:creationId xmlns:a16="http://schemas.microsoft.com/office/drawing/2014/main" id="{4C7B0560-74C1-4738-B769-2D20AA7D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76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71" name="category-3">
            <a:extLst xmlns:a="http://schemas.openxmlformats.org/drawingml/2006/main">
              <a:ext uri="{FF2B5EF4-FFF2-40B4-BE49-F238E27FC236}">
                <a16:creationId xmlns:a16="http://schemas.microsoft.com/office/drawing/2014/main" id="{26D2B1FD-61A3-4667-888A-80507073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使用条件</a:t>
            </a:r>
          </a:p>
        </p:txBody>
      </p:sp>
      <p:sp>
        <p:nvSpPr>
          <p:cNvPr id="72" name="row-guide-3">
            <a:extLst xmlns:a="http://schemas.openxmlformats.org/drawingml/2006/main">
              <a:ext uri="{FF2B5EF4-FFF2-40B4-BE49-F238E27FC236}">
                <a16:creationId xmlns:a16="http://schemas.microsoft.com/office/drawing/2014/main" id="{26BBD585-DBED-45F8-8A5E-2F795928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4286250"/>
            <a:ext cx="320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D5CC"/>
            </a:solidFill>
            <a:prstDash val="solid"/>
          </a:ln>
        </p:spPr>
      </p:sp>
      <p:sp>
        <p:nvSpPr>
          <p:cNvPr id="73" name="tick-3-0">
            <a:extLst xmlns:a="http://schemas.openxmlformats.org/drawingml/2006/main">
              <a:ext uri="{FF2B5EF4-FFF2-40B4-BE49-F238E27FC236}">
                <a16:creationId xmlns:a16="http://schemas.microsoft.com/office/drawing/2014/main" id="{06B7B91D-B185-47B6-A68A-35CA5743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47925" y="423862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74" name="tick-3-1">
            <a:extLst xmlns:a="http://schemas.openxmlformats.org/drawingml/2006/main">
              <a:ext uri="{FF2B5EF4-FFF2-40B4-BE49-F238E27FC236}">
                <a16:creationId xmlns:a16="http://schemas.microsoft.com/office/drawing/2014/main" id="{37F51671-2807-4365-A38B-EC98006B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81275" y="421005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75" name="tick-3-2">
            <a:extLst xmlns:a="http://schemas.openxmlformats.org/drawingml/2006/main">
              <a:ext uri="{FF2B5EF4-FFF2-40B4-BE49-F238E27FC236}">
                <a16:creationId xmlns:a16="http://schemas.microsoft.com/office/drawing/2014/main" id="{6D3A8864-1D40-4916-ADAF-EFC82A67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14625" y="418147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76" name="tick-3-3">
            <a:extLst xmlns:a="http://schemas.openxmlformats.org/drawingml/2006/main">
              <a:ext uri="{FF2B5EF4-FFF2-40B4-BE49-F238E27FC236}">
                <a16:creationId xmlns:a16="http://schemas.microsoft.com/office/drawing/2014/main" id="{659A76B9-829F-4535-A35F-2B198FD1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47975" y="423862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77" name="tick-3-4">
            <a:extLst xmlns:a="http://schemas.openxmlformats.org/drawingml/2006/main">
              <a:ext uri="{FF2B5EF4-FFF2-40B4-BE49-F238E27FC236}">
                <a16:creationId xmlns:a16="http://schemas.microsoft.com/office/drawing/2014/main" id="{4A1BB584-93BD-4FBB-B143-9F12763D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81325" y="421005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78" name="tick-3-5">
            <a:extLst xmlns:a="http://schemas.openxmlformats.org/drawingml/2006/main">
              <a:ext uri="{FF2B5EF4-FFF2-40B4-BE49-F238E27FC236}">
                <a16:creationId xmlns:a16="http://schemas.microsoft.com/office/drawing/2014/main" id="{51F422B3-B0C0-4AA3-9B6D-9DD333E4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14675" y="418147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79" name="tick-3-6">
            <a:extLst xmlns:a="http://schemas.openxmlformats.org/drawingml/2006/main">
              <a:ext uri="{FF2B5EF4-FFF2-40B4-BE49-F238E27FC236}">
                <a16:creationId xmlns:a16="http://schemas.microsoft.com/office/drawing/2014/main" id="{2E5DF7C0-93D8-466F-A67C-BE7908EE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48025" y="423862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80" name="tick-3-7">
            <a:extLst xmlns:a="http://schemas.openxmlformats.org/drawingml/2006/main">
              <a:ext uri="{FF2B5EF4-FFF2-40B4-BE49-F238E27FC236}">
                <a16:creationId xmlns:a16="http://schemas.microsoft.com/office/drawing/2014/main" id="{D77C2BC6-1170-420A-BAA1-C3FC167B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81375" y="421005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81" name="tick-3-8">
            <a:extLst xmlns:a="http://schemas.openxmlformats.org/drawingml/2006/main">
              <a:ext uri="{FF2B5EF4-FFF2-40B4-BE49-F238E27FC236}">
                <a16:creationId xmlns:a16="http://schemas.microsoft.com/office/drawing/2014/main" id="{3B096320-4D65-4E29-8A55-4894B624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14725" y="418147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82" name="value-3">
            <a:extLst xmlns:a="http://schemas.openxmlformats.org/drawingml/2006/main">
              <a:ext uri="{FF2B5EF4-FFF2-40B4-BE49-F238E27FC236}">
                <a16:creationId xmlns:a16="http://schemas.microsoft.com/office/drawing/2014/main" id="{55CF2115-4D29-4A41-A3C3-CCAB8841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43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83" name="category-4">
            <a:extLst xmlns:a="http://schemas.openxmlformats.org/drawingml/2006/main">
              <a:ext uri="{FF2B5EF4-FFF2-40B4-BE49-F238E27FC236}">
                <a16:creationId xmlns:a16="http://schemas.microsoft.com/office/drawing/2014/main" id="{4A019032-8ABC-4D6E-984B-FE28E515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取消改期</a:t>
            </a:r>
          </a:p>
        </p:txBody>
      </p:sp>
      <p:sp>
        <p:nvSpPr>
          <p:cNvPr id="84" name="row-guide-4">
            <a:extLst xmlns:a="http://schemas.openxmlformats.org/drawingml/2006/main">
              <a:ext uri="{FF2B5EF4-FFF2-40B4-BE49-F238E27FC236}">
                <a16:creationId xmlns:a16="http://schemas.microsoft.com/office/drawing/2014/main" id="{86109B1D-07C4-4B11-B136-C3A3A8A7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4953000"/>
            <a:ext cx="320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8D5CC"/>
            </a:solidFill>
            <a:prstDash val="solid"/>
          </a:ln>
        </p:spPr>
      </p:sp>
      <p:sp>
        <p:nvSpPr>
          <p:cNvPr id="85" name="tick-4-0">
            <a:extLst xmlns:a="http://schemas.openxmlformats.org/drawingml/2006/main">
              <a:ext uri="{FF2B5EF4-FFF2-40B4-BE49-F238E27FC236}">
                <a16:creationId xmlns:a16="http://schemas.microsoft.com/office/drawing/2014/main" id="{99A104BA-CC39-46CF-93AA-9CF37913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47925" y="490537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86" name="tick-4-1">
            <a:extLst xmlns:a="http://schemas.openxmlformats.org/drawingml/2006/main">
              <a:ext uri="{FF2B5EF4-FFF2-40B4-BE49-F238E27FC236}">
                <a16:creationId xmlns:a16="http://schemas.microsoft.com/office/drawing/2014/main" id="{CFB7CF61-BF96-43A0-8033-A0CC5025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81275" y="487680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87" name="tick-4-2">
            <a:extLst xmlns:a="http://schemas.openxmlformats.org/drawingml/2006/main">
              <a:ext uri="{FF2B5EF4-FFF2-40B4-BE49-F238E27FC236}">
                <a16:creationId xmlns:a16="http://schemas.microsoft.com/office/drawing/2014/main" id="{A9BE6F35-8A17-4FD2-8AF8-00066D1C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14625" y="484822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88" name="tick-4-3">
            <a:extLst xmlns:a="http://schemas.openxmlformats.org/drawingml/2006/main">
              <a:ext uri="{FF2B5EF4-FFF2-40B4-BE49-F238E27FC236}">
                <a16:creationId xmlns:a16="http://schemas.microsoft.com/office/drawing/2014/main" id="{45D58DAE-E53E-4C54-AA2F-768223B4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47975" y="4905375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89" name="tick-4-4">
            <a:extLst xmlns:a="http://schemas.openxmlformats.org/drawingml/2006/main">
              <a:ext uri="{FF2B5EF4-FFF2-40B4-BE49-F238E27FC236}">
                <a16:creationId xmlns:a16="http://schemas.microsoft.com/office/drawing/2014/main" id="{63B7A85C-503D-4AA7-8A29-DE819C9D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81325" y="4876800"/>
            <a:ext cx="95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90" name="tick-4-5">
            <a:extLst xmlns:a="http://schemas.openxmlformats.org/drawingml/2006/main">
              <a:ext uri="{FF2B5EF4-FFF2-40B4-BE49-F238E27FC236}">
                <a16:creationId xmlns:a16="http://schemas.microsoft.com/office/drawing/2014/main" id="{B4AD698D-D7E4-4A61-B60B-1E2444F1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14675" y="4848225"/>
            <a:ext cx="952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4B4A45"/>
            </a:solidFill>
            <a:prstDash val="solid"/>
          </a:ln>
        </p:spPr>
      </p:sp>
      <p:sp>
        <p:nvSpPr>
          <p:cNvPr id="91" name="value-4">
            <a:extLst xmlns:a="http://schemas.openxmlformats.org/drawingml/2006/main">
              <a:ext uri="{FF2B5EF4-FFF2-40B4-BE49-F238E27FC236}">
                <a16:creationId xmlns:a16="http://schemas.microsoft.com/office/drawing/2014/main" id="{8181616C-C1C2-4E12-939A-86C531D4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101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92" name="chart-bottom-rule">
            <a:extLst xmlns:a="http://schemas.openxmlformats.org/drawingml/2006/main">
              <a:ext uri="{FF2B5EF4-FFF2-40B4-BE49-F238E27FC236}">
                <a16:creationId xmlns:a16="http://schemas.microsoft.com/office/drawing/2014/main" id="{AC682233-FE26-4300-B11C-16BF2ACC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5429250"/>
            <a:ext cx="590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3" name="chart-total">
            <a:extLst xmlns:a="http://schemas.openxmlformats.org/drawingml/2006/main">
              <a:ext uri="{FF2B5EF4-FFF2-40B4-BE49-F238E27FC236}">
                <a16:creationId xmlns:a16="http://schemas.microsoft.com/office/drawing/2014/main" id="{4228B5F5-53C7-43D8-8341-C2BA15D0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预约状态 + 时段询问 = 24 + 18 = 42 次</a:t>
            </a:r>
          </a:p>
        </p:txBody>
      </p:sp>
      <p:sp>
        <p:nvSpPr>
          <p:cNvPr id="94" name="insight-panel">
            <a:extLst xmlns:a="http://schemas.openxmlformats.org/drawingml/2006/main">
              <a:ext uri="{FF2B5EF4-FFF2-40B4-BE49-F238E27FC236}">
                <a16:creationId xmlns:a16="http://schemas.microsoft.com/office/drawing/2014/main" id="{F44125D3-DD4D-47B2-AB35-C53394AC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43100"/>
            <a:ext cx="41148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5" name="insight-label">
            <a:extLst xmlns:a="http://schemas.openxmlformats.org/drawingml/2006/main">
              <a:ext uri="{FF2B5EF4-FFF2-40B4-BE49-F238E27FC236}">
                <a16:creationId xmlns:a16="http://schemas.microsoft.com/office/drawing/2014/main" id="{A0643F31-8936-4DB0-8E2C-58FD5942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4B4A45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4B4A45"/>
                </a:solidFill>
                <a:latin typeface="Noto Serif SC"/>
                <a:ea typeface="Noto Serif SC"/>
                <a:cs typeface="Noto Serif SC"/>
              </a:rPr>
              <a:t>前两类合计</a:t>
            </a:r>
          </a:p>
        </p:txBody>
      </p:sp>
      <p:sp>
        <p:nvSpPr>
          <p:cNvPr id="96" name="insight-number">
            <a:extLst xmlns:a="http://schemas.openxmlformats.org/drawingml/2006/main">
              <a:ext uri="{FF2B5EF4-FFF2-40B4-BE49-F238E27FC236}">
                <a16:creationId xmlns:a16="http://schemas.microsoft.com/office/drawing/2014/main" id="{8A91C29A-2B23-4BDC-A8AA-9CC4A043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431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42 / 69</a:t>
            </a:r>
          </a:p>
        </p:txBody>
      </p:sp>
      <p:sp>
        <p:nvSpPr>
          <p:cNvPr id="97" name="insight-percent">
            <a:extLst xmlns:a="http://schemas.openxmlformats.org/drawingml/2006/main">
              <a:ext uri="{FF2B5EF4-FFF2-40B4-BE49-F238E27FC236}">
                <a16:creationId xmlns:a16="http://schemas.microsoft.com/office/drawing/2014/main" id="{109BF98F-AF89-4C9A-ACA3-8B6C244B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99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约 61%</a:t>
            </a:r>
          </a:p>
        </p:txBody>
      </p:sp>
      <p:sp>
        <p:nvSpPr>
          <p:cNvPr id="98" name="insight-body">
            <a:extLst xmlns:a="http://schemas.openxmlformats.org/drawingml/2006/main">
              <a:ext uri="{FF2B5EF4-FFF2-40B4-BE49-F238E27FC236}">
                <a16:creationId xmlns:a16="http://schemas.microsoft.com/office/drawing/2014/main" id="{DBE5B915-6436-461D-8D64-37AA0739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预约状态与时段询问占全部模拟咨询的约六成。这个比例只描述分类构成，不说明原因，也不代表效率提升。</a:t>
            </a:r>
          </a:p>
        </p:txBody>
      </p:sp>
      <p:sp>
        <p:nvSpPr>
          <p:cNvPr id="99" name="caveat-panel">
            <a:extLst xmlns:a="http://schemas.openxmlformats.org/drawingml/2006/main">
              <a:ext uri="{FF2B5EF4-FFF2-40B4-BE49-F238E27FC236}">
                <a16:creationId xmlns:a16="http://schemas.microsoft.com/office/drawing/2014/main" id="{20144676-EC10-48F7-85AF-7E2E54AE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7700"/>
            <a:ext cx="4114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E6"/>
          </a:solidFill>
          <a:ln xmlns:a="http://schemas.openxmlformats.org/drawingml/2006/main" w="9525">
            <a:solidFill>
              <a:srgbClr val="E7D4CE"/>
            </a:solidFill>
            <a:prstDash val="solid"/>
          </a:ln>
        </p:spPr>
      </p:sp>
      <p:sp>
        <p:nvSpPr>
          <p:cNvPr id="100" name="caveat-title">
            <a:extLst xmlns:a="http://schemas.openxmlformats.org/drawingml/2006/main">
              <a:ext uri="{FF2B5EF4-FFF2-40B4-BE49-F238E27FC236}">
                <a16:creationId xmlns:a16="http://schemas.microsoft.com/office/drawing/2014/main" id="{4B961E0D-4C37-47EB-B2E2-5D1C86ED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7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观察提示</a:t>
            </a:r>
          </a:p>
        </p:txBody>
      </p:sp>
      <p:sp>
        <p:nvSpPr>
          <p:cNvPr id="101" name="caveat-body">
            <a:extLst xmlns:a="http://schemas.openxmlformats.org/drawingml/2006/main">
              <a:ext uri="{FF2B5EF4-FFF2-40B4-BE49-F238E27FC236}">
                <a16:creationId xmlns:a16="http://schemas.microsoft.com/office/drawing/2014/main" id="{BA2D4DE9-1762-436A-BC82-ADB9B75E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720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后续试点可观察“已收到”与“已确认”是否仍是高频咨询点，先确认状态说明是否足够清晰。</a:t>
            </a:r>
          </a:p>
        </p:txBody>
      </p:sp>
      <p:sp>
        <p:nvSpPr>
          <p:cNvPr id="102" name="shell-footer">
            <a:extLst xmlns:a="http://schemas.openxmlformats.org/drawingml/2006/main">
              <a:ext uri="{FF2B5EF4-FFF2-40B4-BE49-F238E27FC236}">
                <a16:creationId xmlns:a16="http://schemas.microsoft.com/office/drawing/2014/main" id="{D3D2E34C-A220-4DA6-B319-112895CE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示例数据仅用于结构与阅读测试，不代表真实运营结果</a:t>
            </a:r>
          </a:p>
        </p:txBody>
      </p:sp>
      <p:sp>
        <p:nvSpPr>
          <p:cNvPr id="103" name="shell-folio">
            <a:extLst xmlns:a="http://schemas.openxmlformats.org/drawingml/2006/main">
              <a:ext uri="{FF2B5EF4-FFF2-40B4-BE49-F238E27FC236}">
                <a16:creationId xmlns:a16="http://schemas.microsoft.com/office/drawing/2014/main" id="{2D590ED0-F856-49EF-997B-DE2849BC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69660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2026-09-06T23:20:58.8010000Z</dcterms:created>
  <dcterms:modified xsi:type="dcterms:W3CDTF">2026-09-06T23:20:58.8010000Z</dcterms:modified>
</coreProperties>
</file>