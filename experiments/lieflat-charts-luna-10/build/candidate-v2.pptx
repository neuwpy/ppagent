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488eaa2ef941ca" /><Relationship Type="http://schemas.openxmlformats.org/officeDocument/2006/relationships/extended-properties" Target="/docProps/app.xml" Id="R0227c4cec5374ab6" /><Relationship Type="http://schemas.openxmlformats.org/officeDocument/2006/relationships/officeDocument" Target="/ppt/presentation.xml" Id="Re86f2db324134a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b27131a16c47fd"/>
  </p:sldMasterIdLst>
  <p:notesMasterIdLst>
    <p:notesMasterId xmlns:r="http://schemas.openxmlformats.org/officeDocument/2006/relationships" r:id="R1d548409ca9d4716"/>
  </p:notesMasterIdLst>
  <p:sldIdLst>
    <p:sldId xmlns:r="http://schemas.openxmlformats.org/officeDocument/2006/relationships" id="256" r:id="Rd12f545a828740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3bb37a8ad480d" /><Relationship Type="http://schemas.openxmlformats.org/officeDocument/2006/relationships/slideMaster" Target="/ppt/slideMasters/slideMaster1.xml" Id="R08b27131a16c47fd" /><Relationship Type="http://schemas.openxmlformats.org/officeDocument/2006/relationships/notesMaster" Target="/ppt/notesMasters/notesMaster1.xml" Id="R1d548409ca9d4716" /><Relationship Type="http://schemas.openxmlformats.org/officeDocument/2006/relationships/presProps" Target="/ppt/presProps.xml" Id="R2a1186694daf414b" /><Relationship Type="http://schemas.openxmlformats.org/officeDocument/2006/relationships/tableStyles" Target="/ppt/tableStyles.xml" Id="R664fcfa661754d5a" /><Relationship Type="http://schemas.openxmlformats.org/officeDocument/2006/relationships/slide" Target="/ppt/slides/slide1.xml" Id="Rd12f545a828740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0f5d6cfdcb4c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e285c4b29749a6" /><Relationship Type="http://schemas.openxmlformats.org/officeDocument/2006/relationships/notesMaster" Target="/ppt/notesMasters/notesMaster1.xml" Id="Rf9e1687db29a44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数据来源：Agent构造的非商业模拟分类计数。总计69次咨询，五类互斥：预约状态24、时段询问18、培训材料12、使用条件9、取消改期6。图表模板来源：Lieflat Charts skills/vendor/lieflat-charts/templates/basics-gallery.html，F5 Tick Rows，卡内标题“Six teams, shipped and counted”，脚本注释块“C1 · tick rows”。本页沿用其横向逐tick队列、每tick代表一个单位、行尾总数和底部单位说明的骨架，并将数据与颜色适配为中性Skin。原生重建：每个tick为可编辑线段，标签、数值和说明均为可编辑文本，不嵌入截图或HTML。映射：预约状态→category-0/tick-0-0..23/value-0；时段询问→category-1/tick-1-0..17/value-1；培训材料→category-2/tick-2-0..11/value-2；使用条件→category-3/tick-3-0..8/value-3；取消改期→category-4/tick-4-0..5/value-4。比例核验：24+18=42，42/69=0.608695...约61%。该图不表达因果、人数、节省时间或效率提升。Lieflat Charts上游固定revision=eace082a317b696c5570c25826a53a7fa113e984，PolyForm Noncommercial，本次为非商业学习样稿。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a4e4cef5849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7e8f51b9af4c0d" /><Relationship Type="http://schemas.openxmlformats.org/officeDocument/2006/relationships/slideLayout" Target="/ppt/slideLayouts/slideLayout1.xml" Id="R7f76ff79efb04e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76ff79efb04e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dbbaa5d9c4692" /><Relationship Type="http://schemas.openxmlformats.org/officeDocument/2006/relationships/notesSlide" Target="/ppt/notesSlides/notesSlide1.xml" Id="R7994259f896e4e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shell-chapter">
            <a:extLst xmlns:a="http://schemas.openxmlformats.org/drawingml/2006/main">
              <a:ext uri="{FF2B5EF4-FFF2-40B4-BE49-F238E27FC236}">
                <a16:creationId xmlns:a16="http://schemas.microsoft.com/office/drawing/2014/main" id="{4B5469E7-FBBB-44D9-853D-4678C08F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shell-title">
            <a:extLst xmlns:a="http://schemas.openxmlformats.org/drawingml/2006/main">
              <a:ext uri="{FF2B5EF4-FFF2-40B4-BE49-F238E27FC236}">
                <a16:creationId xmlns:a16="http://schemas.microsoft.com/office/drawing/2014/main" id="{1BD83616-DD8A-49AB-BCB7-18EEFB06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共享仪器咨询问题分布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4A2AA69E-5A2C-4792-B104-21230B29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600075"/>
            <a:ext cx="6372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086EEC1F-7A82-4F16-920D-72EB6DBB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69 次模拟咨询中，预约状态与时段询问占 42 次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371608F2-9A6F-49C5-A938-D4D74629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互斥分类计数 · 每一根刻线 = 1 次咨询 · 非真实运营数据</a:t>
            </a:r>
          </a:p>
        </p:txBody>
      </p:sp>
      <p:sp>
        <p:nvSpPr>
          <p:cNvPr id="6" name="chart-label">
            <a:extLst xmlns:a="http://schemas.openxmlformats.org/drawingml/2006/main">
              <a:ext uri="{FF2B5EF4-FFF2-40B4-BE49-F238E27FC236}">
                <a16:creationId xmlns:a16="http://schemas.microsoft.com/office/drawing/2014/main" id="{8440C2CA-5814-43E8-A617-E35FB795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分类计数</a:t>
            </a:r>
          </a:p>
        </p:txBody>
      </p:sp>
      <p:sp>
        <p:nvSpPr>
          <p:cNvPr id="7" name="category-0">
            <a:extLst xmlns:a="http://schemas.openxmlformats.org/drawingml/2006/main">
              <a:ext uri="{FF2B5EF4-FFF2-40B4-BE49-F238E27FC236}">
                <a16:creationId xmlns:a16="http://schemas.microsoft.com/office/drawing/2014/main" id="{8C3CDE6E-69D8-4532-AB41-ABC469C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预约状态</a:t>
            </a:r>
          </a:p>
        </p:txBody>
      </p:sp>
      <p:sp>
        <p:nvSpPr>
          <p:cNvPr id="8" name="row-guide-0">
            <a:extLst xmlns:a="http://schemas.openxmlformats.org/drawingml/2006/main">
              <a:ext uri="{FF2B5EF4-FFF2-40B4-BE49-F238E27FC236}">
                <a16:creationId xmlns:a16="http://schemas.microsoft.com/office/drawing/2014/main" id="{7D37C00F-34A0-40FC-A802-902A71DA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228600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9" name="tick-0-0">
            <a:extLst xmlns:a="http://schemas.openxmlformats.org/drawingml/2006/main">
              <a:ext uri="{FF2B5EF4-FFF2-40B4-BE49-F238E27FC236}">
                <a16:creationId xmlns:a16="http://schemas.microsoft.com/office/drawing/2014/main" id="{6F75ECB1-BDEB-43FD-9901-33B710BA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" y="2238375"/>
            <a:ext cx="11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ck-0-1">
            <a:extLst xmlns:a="http://schemas.openxmlformats.org/drawingml/2006/main">
              <a:ext uri="{FF2B5EF4-FFF2-40B4-BE49-F238E27FC236}">
                <a16:creationId xmlns:a16="http://schemas.microsoft.com/office/drawing/2014/main" id="{ED282717-DC64-4DBA-B25A-728BB112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2198370"/>
            <a:ext cx="11430" cy="1352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ck-0-2">
            <a:extLst xmlns:a="http://schemas.openxmlformats.org/drawingml/2006/main">
              <a:ext uri="{FF2B5EF4-FFF2-40B4-BE49-F238E27FC236}">
                <a16:creationId xmlns:a16="http://schemas.microsoft.com/office/drawing/2014/main" id="{B83D0E30-64EA-447E-A2F5-36F7FA1E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215515"/>
            <a:ext cx="1143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ck-0-3">
            <a:extLst xmlns:a="http://schemas.openxmlformats.org/drawingml/2006/main">
              <a:ext uri="{FF2B5EF4-FFF2-40B4-BE49-F238E27FC236}">
                <a16:creationId xmlns:a16="http://schemas.microsoft.com/office/drawing/2014/main" id="{D6CDEB4E-9152-4561-8C6C-CBF70AB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232660"/>
            <a:ext cx="11430" cy="100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ck-0-4">
            <a:extLst xmlns:a="http://schemas.openxmlformats.org/drawingml/2006/main">
              <a:ext uri="{FF2B5EF4-FFF2-40B4-BE49-F238E27FC236}">
                <a16:creationId xmlns:a16="http://schemas.microsoft.com/office/drawing/2014/main" id="{26F24FFF-0327-4128-9C16-9565D3E3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2192655"/>
            <a:ext cx="1143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ck-mark-0-4">
            <a:extLst xmlns:a="http://schemas.openxmlformats.org/drawingml/2006/main">
              <a:ext uri="{FF2B5EF4-FFF2-40B4-BE49-F238E27FC236}">
                <a16:creationId xmlns:a16="http://schemas.microsoft.com/office/drawing/2014/main" id="{F51B2308-8F5E-447E-8E99-7974D4CB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23812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ck-0-5">
            <a:extLst xmlns:a="http://schemas.openxmlformats.org/drawingml/2006/main">
              <a:ext uri="{FF2B5EF4-FFF2-40B4-BE49-F238E27FC236}">
                <a16:creationId xmlns:a16="http://schemas.microsoft.com/office/drawing/2014/main" id="{B60B51D9-8EAA-4576-8452-91658BE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209800"/>
            <a:ext cx="1143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ck-0-6">
            <a:extLst xmlns:a="http://schemas.openxmlformats.org/drawingml/2006/main">
              <a:ext uri="{FF2B5EF4-FFF2-40B4-BE49-F238E27FC236}">
                <a16:creationId xmlns:a16="http://schemas.microsoft.com/office/drawing/2014/main" id="{D4117517-2898-4D6F-BB2E-9B9D6BBD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310" y="2226945"/>
            <a:ext cx="1143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ck-0-7">
            <a:extLst xmlns:a="http://schemas.openxmlformats.org/drawingml/2006/main">
              <a:ext uri="{FF2B5EF4-FFF2-40B4-BE49-F238E27FC236}">
                <a16:creationId xmlns:a16="http://schemas.microsoft.com/office/drawing/2014/main" id="{595D9557-12FB-4846-87B6-8F6EC4ED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2186940"/>
            <a:ext cx="1143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ick-0-8">
            <a:extLst xmlns:a="http://schemas.openxmlformats.org/drawingml/2006/main">
              <a:ext uri="{FF2B5EF4-FFF2-40B4-BE49-F238E27FC236}">
                <a16:creationId xmlns:a16="http://schemas.microsoft.com/office/drawing/2014/main" id="{FEDD21B4-0848-4F38-8B5B-6D9F44BC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010" y="2204085"/>
            <a:ext cx="11430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ick-0-9">
            <a:extLst xmlns:a="http://schemas.openxmlformats.org/drawingml/2006/main">
              <a:ext uri="{FF2B5EF4-FFF2-40B4-BE49-F238E27FC236}">
                <a16:creationId xmlns:a16="http://schemas.microsoft.com/office/drawing/2014/main" id="{82B6C922-538D-4B1B-A7B5-779B1643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360" y="2221230"/>
            <a:ext cx="11430" cy="112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ck-mark-0-9">
            <a:extLst xmlns:a="http://schemas.openxmlformats.org/drawingml/2006/main">
              <a:ext uri="{FF2B5EF4-FFF2-40B4-BE49-F238E27FC236}">
                <a16:creationId xmlns:a16="http://schemas.microsoft.com/office/drawing/2014/main" id="{DB248BB6-1291-429B-8E96-6D86EB04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3812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ck-0-10">
            <a:extLst xmlns:a="http://schemas.openxmlformats.org/drawingml/2006/main">
              <a:ext uri="{FF2B5EF4-FFF2-40B4-BE49-F238E27FC236}">
                <a16:creationId xmlns:a16="http://schemas.microsoft.com/office/drawing/2014/main" id="{129A9B0F-0BEA-42EA-9C60-D9D6843E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710" y="2238375"/>
            <a:ext cx="11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ick-0-11">
            <a:extLst xmlns:a="http://schemas.openxmlformats.org/drawingml/2006/main">
              <a:ext uri="{FF2B5EF4-FFF2-40B4-BE49-F238E27FC236}">
                <a16:creationId xmlns:a16="http://schemas.microsoft.com/office/drawing/2014/main" id="{CB9CBFB1-1C99-472A-953D-9ACF3CBD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0" y="2198370"/>
            <a:ext cx="11430" cy="1352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ck-0-12">
            <a:extLst xmlns:a="http://schemas.openxmlformats.org/drawingml/2006/main">
              <a:ext uri="{FF2B5EF4-FFF2-40B4-BE49-F238E27FC236}">
                <a16:creationId xmlns:a16="http://schemas.microsoft.com/office/drawing/2014/main" id="{97B60AFE-E364-4DCE-9399-14598BB5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410" y="2215515"/>
            <a:ext cx="1143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ck-0-13">
            <a:extLst xmlns:a="http://schemas.openxmlformats.org/drawingml/2006/main">
              <a:ext uri="{FF2B5EF4-FFF2-40B4-BE49-F238E27FC236}">
                <a16:creationId xmlns:a16="http://schemas.microsoft.com/office/drawing/2014/main" id="{9F843D13-2DAC-41AF-BAD3-536AE514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760" y="2232660"/>
            <a:ext cx="11430" cy="100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ck-0-14">
            <a:extLst xmlns:a="http://schemas.openxmlformats.org/drawingml/2006/main">
              <a:ext uri="{FF2B5EF4-FFF2-40B4-BE49-F238E27FC236}">
                <a16:creationId xmlns:a16="http://schemas.microsoft.com/office/drawing/2014/main" id="{FC9707C9-17FE-48B2-AAE7-241B14A8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110" y="2192655"/>
            <a:ext cx="1143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ick-mark-0-14">
            <a:extLst xmlns:a="http://schemas.openxmlformats.org/drawingml/2006/main">
              <a:ext uri="{FF2B5EF4-FFF2-40B4-BE49-F238E27FC236}">
                <a16:creationId xmlns:a16="http://schemas.microsoft.com/office/drawing/2014/main" id="{3476B0FD-5232-44E7-A38B-D719FC86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538" y="23812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ick-0-15">
            <a:extLst xmlns:a="http://schemas.openxmlformats.org/drawingml/2006/main">
              <a:ext uri="{FF2B5EF4-FFF2-40B4-BE49-F238E27FC236}">
                <a16:creationId xmlns:a16="http://schemas.microsoft.com/office/drawing/2014/main" id="{5A085B31-9CD5-4758-903E-4481818A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460" y="2209800"/>
            <a:ext cx="1143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ck-0-16">
            <a:extLst xmlns:a="http://schemas.openxmlformats.org/drawingml/2006/main">
              <a:ext uri="{FF2B5EF4-FFF2-40B4-BE49-F238E27FC236}">
                <a16:creationId xmlns:a16="http://schemas.microsoft.com/office/drawing/2014/main" id="{6006243C-5BC0-4A77-8E13-746A9967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2226945"/>
            <a:ext cx="1143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ck-0-17">
            <a:extLst xmlns:a="http://schemas.openxmlformats.org/drawingml/2006/main">
              <a:ext uri="{FF2B5EF4-FFF2-40B4-BE49-F238E27FC236}">
                <a16:creationId xmlns:a16="http://schemas.microsoft.com/office/drawing/2014/main" id="{00ABD4A6-DEDA-4A44-B6A0-BEE835A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86940"/>
            <a:ext cx="1143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ick-0-18">
            <a:extLst xmlns:a="http://schemas.openxmlformats.org/drawingml/2006/main">
              <a:ext uri="{FF2B5EF4-FFF2-40B4-BE49-F238E27FC236}">
                <a16:creationId xmlns:a16="http://schemas.microsoft.com/office/drawing/2014/main" id="{0DDAC320-B50F-4ADF-A208-F1FCC290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4085"/>
            <a:ext cx="11430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ick-0-19">
            <a:extLst xmlns:a="http://schemas.openxmlformats.org/drawingml/2006/main">
              <a:ext uri="{FF2B5EF4-FFF2-40B4-BE49-F238E27FC236}">
                <a16:creationId xmlns:a16="http://schemas.microsoft.com/office/drawing/2014/main" id="{85EDFE3E-951C-4099-ACA7-5ADEA56A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2221230"/>
            <a:ext cx="11430" cy="112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ick-mark-0-19">
            <a:extLst xmlns:a="http://schemas.openxmlformats.org/drawingml/2006/main">
              <a:ext uri="{FF2B5EF4-FFF2-40B4-BE49-F238E27FC236}">
                <a16:creationId xmlns:a16="http://schemas.microsoft.com/office/drawing/2014/main" id="{37D037B9-56CF-4DD1-91AD-D3B5178F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23812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ick-0-20">
            <a:extLst xmlns:a="http://schemas.openxmlformats.org/drawingml/2006/main">
              <a:ext uri="{FF2B5EF4-FFF2-40B4-BE49-F238E27FC236}">
                <a16:creationId xmlns:a16="http://schemas.microsoft.com/office/drawing/2014/main" id="{614FF09B-063C-4E4D-8394-71BEE903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2238375"/>
            <a:ext cx="11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ick-0-21">
            <a:extLst xmlns:a="http://schemas.openxmlformats.org/drawingml/2006/main">
              <a:ext uri="{FF2B5EF4-FFF2-40B4-BE49-F238E27FC236}">
                <a16:creationId xmlns:a16="http://schemas.microsoft.com/office/drawing/2014/main" id="{F7F5ACD1-AA1C-4D78-AE2D-F826D5CC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198370"/>
            <a:ext cx="11430" cy="1352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ick-0-22">
            <a:extLst xmlns:a="http://schemas.openxmlformats.org/drawingml/2006/main">
              <a:ext uri="{FF2B5EF4-FFF2-40B4-BE49-F238E27FC236}">
                <a16:creationId xmlns:a16="http://schemas.microsoft.com/office/drawing/2014/main" id="{D59F7F6F-54A5-4891-BB9E-484E5106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2215515"/>
            <a:ext cx="1143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ick-0-23">
            <a:extLst xmlns:a="http://schemas.openxmlformats.org/drawingml/2006/main">
              <a:ext uri="{FF2B5EF4-FFF2-40B4-BE49-F238E27FC236}">
                <a16:creationId xmlns:a16="http://schemas.microsoft.com/office/drawing/2014/main" id="{80D89F39-C7AC-49D0-BD28-3ADFF231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260" y="2232660"/>
            <a:ext cx="11430" cy="100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value-0">
            <a:extLst xmlns:a="http://schemas.openxmlformats.org/drawingml/2006/main">
              <a:ext uri="{FF2B5EF4-FFF2-40B4-BE49-F238E27FC236}">
                <a16:creationId xmlns:a16="http://schemas.microsoft.com/office/drawing/2014/main" id="{46E0F90A-B3B0-441A-AEAC-C77C2FB5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43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24</a:t>
            </a:r>
          </a:p>
        </p:txBody>
      </p:sp>
      <p:sp>
        <p:nvSpPr>
          <p:cNvPr id="38" name="category-1">
            <a:extLst xmlns:a="http://schemas.openxmlformats.org/drawingml/2006/main">
              <a:ext uri="{FF2B5EF4-FFF2-40B4-BE49-F238E27FC236}">
                <a16:creationId xmlns:a16="http://schemas.microsoft.com/office/drawing/2014/main" id="{954E5F34-06F6-4E0C-AA04-1047486D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时段询问</a:t>
            </a:r>
          </a:p>
        </p:txBody>
      </p:sp>
      <p:sp>
        <p:nvSpPr>
          <p:cNvPr id="39" name="row-guide-1">
            <a:extLst xmlns:a="http://schemas.openxmlformats.org/drawingml/2006/main">
              <a:ext uri="{FF2B5EF4-FFF2-40B4-BE49-F238E27FC236}">
                <a16:creationId xmlns:a16="http://schemas.microsoft.com/office/drawing/2014/main" id="{F8A40229-EA6A-4C9D-A3A6-BAB1F98D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295275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40" name="tick-1-0">
            <a:extLst xmlns:a="http://schemas.openxmlformats.org/drawingml/2006/main">
              <a:ext uri="{FF2B5EF4-FFF2-40B4-BE49-F238E27FC236}">
                <a16:creationId xmlns:a16="http://schemas.microsoft.com/office/drawing/2014/main" id="{F0A092C6-EAF0-4694-98FD-1F7EB918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" y="2899410"/>
            <a:ext cx="11430" cy="100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ick-1-1">
            <a:extLst xmlns:a="http://schemas.openxmlformats.org/drawingml/2006/main">
              <a:ext uri="{FF2B5EF4-FFF2-40B4-BE49-F238E27FC236}">
                <a16:creationId xmlns:a16="http://schemas.microsoft.com/office/drawing/2014/main" id="{0C29D989-B179-48B2-92B0-B5E844C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2859405"/>
            <a:ext cx="1143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ick-1-2">
            <a:extLst xmlns:a="http://schemas.openxmlformats.org/drawingml/2006/main">
              <a:ext uri="{FF2B5EF4-FFF2-40B4-BE49-F238E27FC236}">
                <a16:creationId xmlns:a16="http://schemas.microsoft.com/office/drawing/2014/main" id="{59A98433-FC5A-44F6-AD9C-13BC5672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876550"/>
            <a:ext cx="1143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ick-1-3">
            <a:extLst xmlns:a="http://schemas.openxmlformats.org/drawingml/2006/main">
              <a:ext uri="{FF2B5EF4-FFF2-40B4-BE49-F238E27FC236}">
                <a16:creationId xmlns:a16="http://schemas.microsoft.com/office/drawing/2014/main" id="{5775CB1C-51EC-4E27-A6DC-102D02F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893695"/>
            <a:ext cx="1143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ick-1-4">
            <a:extLst xmlns:a="http://schemas.openxmlformats.org/drawingml/2006/main">
              <a:ext uri="{FF2B5EF4-FFF2-40B4-BE49-F238E27FC236}">
                <a16:creationId xmlns:a16="http://schemas.microsoft.com/office/drawing/2014/main" id="{90EC8D45-080F-42C2-8D99-D26BF668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2853690"/>
            <a:ext cx="1143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ick-mark-1-4">
            <a:extLst xmlns:a="http://schemas.openxmlformats.org/drawingml/2006/main">
              <a:ext uri="{FF2B5EF4-FFF2-40B4-BE49-F238E27FC236}">
                <a16:creationId xmlns:a16="http://schemas.microsoft.com/office/drawing/2014/main" id="{63E92CC1-8B6D-41F1-9AF7-D7A74CC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0480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ick-1-5">
            <a:extLst xmlns:a="http://schemas.openxmlformats.org/drawingml/2006/main">
              <a:ext uri="{FF2B5EF4-FFF2-40B4-BE49-F238E27FC236}">
                <a16:creationId xmlns:a16="http://schemas.microsoft.com/office/drawing/2014/main" id="{8E69D8E2-22AE-4002-8E4C-B909E195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870835"/>
            <a:ext cx="11430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ick-1-6">
            <a:extLst xmlns:a="http://schemas.openxmlformats.org/drawingml/2006/main">
              <a:ext uri="{FF2B5EF4-FFF2-40B4-BE49-F238E27FC236}">
                <a16:creationId xmlns:a16="http://schemas.microsoft.com/office/drawing/2014/main" id="{4C479853-EACF-49FC-B4A3-59E0AA9B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310" y="2887980"/>
            <a:ext cx="11430" cy="112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ick-1-7">
            <a:extLst xmlns:a="http://schemas.openxmlformats.org/drawingml/2006/main">
              <a:ext uri="{FF2B5EF4-FFF2-40B4-BE49-F238E27FC236}">
                <a16:creationId xmlns:a16="http://schemas.microsoft.com/office/drawing/2014/main" id="{1161AA52-DE08-4227-A2A3-38E9CBD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2905125"/>
            <a:ext cx="11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ick-1-8">
            <a:extLst xmlns:a="http://schemas.openxmlformats.org/drawingml/2006/main">
              <a:ext uri="{FF2B5EF4-FFF2-40B4-BE49-F238E27FC236}">
                <a16:creationId xmlns:a16="http://schemas.microsoft.com/office/drawing/2014/main" id="{09777019-5752-4C94-A720-9552FD67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010" y="2865120"/>
            <a:ext cx="11430" cy="1352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ick-1-9">
            <a:extLst xmlns:a="http://schemas.openxmlformats.org/drawingml/2006/main">
              <a:ext uri="{FF2B5EF4-FFF2-40B4-BE49-F238E27FC236}">
                <a16:creationId xmlns:a16="http://schemas.microsoft.com/office/drawing/2014/main" id="{7E54A5A8-53F3-45CB-B2B2-A9D5631F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360" y="2882265"/>
            <a:ext cx="1143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ick-mark-1-9">
            <a:extLst xmlns:a="http://schemas.openxmlformats.org/drawingml/2006/main">
              <a:ext uri="{FF2B5EF4-FFF2-40B4-BE49-F238E27FC236}">
                <a16:creationId xmlns:a16="http://schemas.microsoft.com/office/drawing/2014/main" id="{DDB727F0-D10D-4FCF-A934-BB9BB397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0480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ick-1-10">
            <a:extLst xmlns:a="http://schemas.openxmlformats.org/drawingml/2006/main">
              <a:ext uri="{FF2B5EF4-FFF2-40B4-BE49-F238E27FC236}">
                <a16:creationId xmlns:a16="http://schemas.microsoft.com/office/drawing/2014/main" id="{B9893349-6C0B-4A02-B757-8C46C421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710" y="2899410"/>
            <a:ext cx="11430" cy="100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ick-1-11">
            <a:extLst xmlns:a="http://schemas.openxmlformats.org/drawingml/2006/main">
              <a:ext uri="{FF2B5EF4-FFF2-40B4-BE49-F238E27FC236}">
                <a16:creationId xmlns:a16="http://schemas.microsoft.com/office/drawing/2014/main" id="{CC1A2866-4A3B-4E8A-B797-51556FA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0" y="2859405"/>
            <a:ext cx="1143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ick-1-12">
            <a:extLst xmlns:a="http://schemas.openxmlformats.org/drawingml/2006/main">
              <a:ext uri="{FF2B5EF4-FFF2-40B4-BE49-F238E27FC236}">
                <a16:creationId xmlns:a16="http://schemas.microsoft.com/office/drawing/2014/main" id="{E498D5B8-FCA4-49D4-A0AE-7A68D5A7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410" y="2876550"/>
            <a:ext cx="1143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ick-1-13">
            <a:extLst xmlns:a="http://schemas.openxmlformats.org/drawingml/2006/main">
              <a:ext uri="{FF2B5EF4-FFF2-40B4-BE49-F238E27FC236}">
                <a16:creationId xmlns:a16="http://schemas.microsoft.com/office/drawing/2014/main" id="{E12877DA-B6F1-4620-8067-EBF97D8A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760" y="2893695"/>
            <a:ext cx="1143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ick-1-14">
            <a:extLst xmlns:a="http://schemas.openxmlformats.org/drawingml/2006/main">
              <a:ext uri="{FF2B5EF4-FFF2-40B4-BE49-F238E27FC236}">
                <a16:creationId xmlns:a16="http://schemas.microsoft.com/office/drawing/2014/main" id="{52FC054E-2DB1-4363-B833-925A94DC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110" y="2853690"/>
            <a:ext cx="1143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ick-mark-1-14">
            <a:extLst xmlns:a="http://schemas.openxmlformats.org/drawingml/2006/main">
              <a:ext uri="{FF2B5EF4-FFF2-40B4-BE49-F238E27FC236}">
                <a16:creationId xmlns:a16="http://schemas.microsoft.com/office/drawing/2014/main" id="{5E2868F1-9889-472F-BF3E-9E7D6227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538" y="30480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ick-1-15">
            <a:extLst xmlns:a="http://schemas.openxmlformats.org/drawingml/2006/main">
              <a:ext uri="{FF2B5EF4-FFF2-40B4-BE49-F238E27FC236}">
                <a16:creationId xmlns:a16="http://schemas.microsoft.com/office/drawing/2014/main" id="{FBB787E2-DDFD-4369-930A-59C4A2B1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460" y="2870835"/>
            <a:ext cx="11430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ick-1-16">
            <a:extLst xmlns:a="http://schemas.openxmlformats.org/drawingml/2006/main">
              <a:ext uri="{FF2B5EF4-FFF2-40B4-BE49-F238E27FC236}">
                <a16:creationId xmlns:a16="http://schemas.microsoft.com/office/drawing/2014/main" id="{1205E9F0-7C1D-42D4-A4BC-5ED41568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2887980"/>
            <a:ext cx="11430" cy="112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tick-1-17">
            <a:extLst xmlns:a="http://schemas.openxmlformats.org/drawingml/2006/main">
              <a:ext uri="{FF2B5EF4-FFF2-40B4-BE49-F238E27FC236}">
                <a16:creationId xmlns:a16="http://schemas.microsoft.com/office/drawing/2014/main" id="{325FA1FE-05C9-4EF7-AB56-CA3DAC6B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905125"/>
            <a:ext cx="11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value-1">
            <a:extLst xmlns:a="http://schemas.openxmlformats.org/drawingml/2006/main">
              <a:ext uri="{FF2B5EF4-FFF2-40B4-BE49-F238E27FC236}">
                <a16:creationId xmlns:a16="http://schemas.microsoft.com/office/drawing/2014/main" id="{3903AF21-5F59-4436-974B-87B709B7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98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62" name="category-2">
            <a:extLst xmlns:a="http://schemas.openxmlformats.org/drawingml/2006/main">
              <a:ext uri="{FF2B5EF4-FFF2-40B4-BE49-F238E27FC236}">
                <a16:creationId xmlns:a16="http://schemas.microsoft.com/office/drawing/2014/main" id="{0DC52502-B5CC-4D34-A41E-BA316101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培训材料</a:t>
            </a:r>
          </a:p>
        </p:txBody>
      </p:sp>
      <p:sp>
        <p:nvSpPr>
          <p:cNvPr id="63" name="row-guide-2">
            <a:extLst xmlns:a="http://schemas.openxmlformats.org/drawingml/2006/main">
              <a:ext uri="{FF2B5EF4-FFF2-40B4-BE49-F238E27FC236}">
                <a16:creationId xmlns:a16="http://schemas.microsoft.com/office/drawing/2014/main" id="{294888C8-516D-4456-9DDA-EC68A72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61950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64" name="tick-2-0">
            <a:extLst xmlns:a="http://schemas.openxmlformats.org/drawingml/2006/main">
              <a:ext uri="{FF2B5EF4-FFF2-40B4-BE49-F238E27FC236}">
                <a16:creationId xmlns:a16="http://schemas.microsoft.com/office/drawing/2014/main" id="{E3B7D5DE-F0F2-4D34-BDFB-2217FC72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" y="3560445"/>
            <a:ext cx="1143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ick-2-1">
            <a:extLst xmlns:a="http://schemas.openxmlformats.org/drawingml/2006/main">
              <a:ext uri="{FF2B5EF4-FFF2-40B4-BE49-F238E27FC236}">
                <a16:creationId xmlns:a16="http://schemas.microsoft.com/office/drawing/2014/main" id="{6E610E88-18DD-4F66-951B-32D903CC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3520440"/>
            <a:ext cx="1143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ick-2-2">
            <a:extLst xmlns:a="http://schemas.openxmlformats.org/drawingml/2006/main">
              <a:ext uri="{FF2B5EF4-FFF2-40B4-BE49-F238E27FC236}">
                <a16:creationId xmlns:a16="http://schemas.microsoft.com/office/drawing/2014/main" id="{BDA67992-876A-42EF-B7FE-59B0D9FE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537585"/>
            <a:ext cx="11430" cy="129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ick-2-3">
            <a:extLst xmlns:a="http://schemas.openxmlformats.org/drawingml/2006/main">
              <a:ext uri="{FF2B5EF4-FFF2-40B4-BE49-F238E27FC236}">
                <a16:creationId xmlns:a16="http://schemas.microsoft.com/office/drawing/2014/main" id="{F83E952C-467F-4623-BE06-CA7AE278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3554730"/>
            <a:ext cx="11430" cy="112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ick-2-4">
            <a:extLst xmlns:a="http://schemas.openxmlformats.org/drawingml/2006/main">
              <a:ext uri="{FF2B5EF4-FFF2-40B4-BE49-F238E27FC236}">
                <a16:creationId xmlns:a16="http://schemas.microsoft.com/office/drawing/2014/main" id="{7DA99D6A-142C-478B-A8C5-07868719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3571875"/>
            <a:ext cx="11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tick-mark-2-4">
            <a:extLst xmlns:a="http://schemas.openxmlformats.org/drawingml/2006/main">
              <a:ext uri="{FF2B5EF4-FFF2-40B4-BE49-F238E27FC236}">
                <a16:creationId xmlns:a16="http://schemas.microsoft.com/office/drawing/2014/main" id="{4688339E-C4C8-4CF8-9FC3-2714BC96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714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tick-2-5">
            <a:extLst xmlns:a="http://schemas.openxmlformats.org/drawingml/2006/main">
              <a:ext uri="{FF2B5EF4-FFF2-40B4-BE49-F238E27FC236}">
                <a16:creationId xmlns:a16="http://schemas.microsoft.com/office/drawing/2014/main" id="{F8E281C7-667C-458B-8530-D24CEA6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531870"/>
            <a:ext cx="11430" cy="1352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ick-2-6">
            <a:extLst xmlns:a="http://schemas.openxmlformats.org/drawingml/2006/main">
              <a:ext uri="{FF2B5EF4-FFF2-40B4-BE49-F238E27FC236}">
                <a16:creationId xmlns:a16="http://schemas.microsoft.com/office/drawing/2014/main" id="{A146B32D-7E6B-4940-A926-E68B141D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310" y="3549015"/>
            <a:ext cx="1143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ick-2-7">
            <a:extLst xmlns:a="http://schemas.openxmlformats.org/drawingml/2006/main">
              <a:ext uri="{FF2B5EF4-FFF2-40B4-BE49-F238E27FC236}">
                <a16:creationId xmlns:a16="http://schemas.microsoft.com/office/drawing/2014/main" id="{CCABB8EF-71BB-4952-BF5F-2DDD1EEB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3566160"/>
            <a:ext cx="11430" cy="100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ick-2-8">
            <a:extLst xmlns:a="http://schemas.openxmlformats.org/drawingml/2006/main">
              <a:ext uri="{FF2B5EF4-FFF2-40B4-BE49-F238E27FC236}">
                <a16:creationId xmlns:a16="http://schemas.microsoft.com/office/drawing/2014/main" id="{512AD075-F369-48EE-B613-11E42B2A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010" y="3526155"/>
            <a:ext cx="1143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tick-2-9">
            <a:extLst xmlns:a="http://schemas.openxmlformats.org/drawingml/2006/main">
              <a:ext uri="{FF2B5EF4-FFF2-40B4-BE49-F238E27FC236}">
                <a16:creationId xmlns:a16="http://schemas.microsoft.com/office/drawing/2014/main" id="{93F31C20-2B25-4BBB-B14F-A41076BB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360" y="3543300"/>
            <a:ext cx="1143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ick-mark-2-9">
            <a:extLst xmlns:a="http://schemas.openxmlformats.org/drawingml/2006/main">
              <a:ext uri="{FF2B5EF4-FFF2-40B4-BE49-F238E27FC236}">
                <a16:creationId xmlns:a16="http://schemas.microsoft.com/office/drawing/2014/main" id="{B51A17B8-2350-4EFC-A6E4-A27F1B6E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714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ick-2-10">
            <a:extLst xmlns:a="http://schemas.openxmlformats.org/drawingml/2006/main">
              <a:ext uri="{FF2B5EF4-FFF2-40B4-BE49-F238E27FC236}">
                <a16:creationId xmlns:a16="http://schemas.microsoft.com/office/drawing/2014/main" id="{892ACB03-58B6-4141-B2B8-D59C85F7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710" y="3560445"/>
            <a:ext cx="1143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tick-2-11">
            <a:extLst xmlns:a="http://schemas.openxmlformats.org/drawingml/2006/main">
              <a:ext uri="{FF2B5EF4-FFF2-40B4-BE49-F238E27FC236}">
                <a16:creationId xmlns:a16="http://schemas.microsoft.com/office/drawing/2014/main" id="{0BCAA5AE-CD9B-4198-8A56-85505ED5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0" y="3520440"/>
            <a:ext cx="1143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value-2">
            <a:extLst xmlns:a="http://schemas.openxmlformats.org/drawingml/2006/main">
              <a:ext uri="{FF2B5EF4-FFF2-40B4-BE49-F238E27FC236}">
                <a16:creationId xmlns:a16="http://schemas.microsoft.com/office/drawing/2014/main" id="{892C48B4-28A0-41D8-B560-B87FFA26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79" name="category-3">
            <a:extLst xmlns:a="http://schemas.openxmlformats.org/drawingml/2006/main">
              <a:ext uri="{FF2B5EF4-FFF2-40B4-BE49-F238E27FC236}">
                <a16:creationId xmlns:a16="http://schemas.microsoft.com/office/drawing/2014/main" id="{B4B1CEB6-0291-45C8-B25C-9C9C9271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使用条件</a:t>
            </a:r>
          </a:p>
        </p:txBody>
      </p:sp>
      <p:sp>
        <p:nvSpPr>
          <p:cNvPr id="80" name="row-guide-3">
            <a:extLst xmlns:a="http://schemas.openxmlformats.org/drawingml/2006/main">
              <a:ext uri="{FF2B5EF4-FFF2-40B4-BE49-F238E27FC236}">
                <a16:creationId xmlns:a16="http://schemas.microsoft.com/office/drawing/2014/main" id="{3685DA49-1F4B-4967-B857-4D356B8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428625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81" name="tick-3-0">
            <a:extLst xmlns:a="http://schemas.openxmlformats.org/drawingml/2006/main">
              <a:ext uri="{FF2B5EF4-FFF2-40B4-BE49-F238E27FC236}">
                <a16:creationId xmlns:a16="http://schemas.microsoft.com/office/drawing/2014/main" id="{7AAC46C0-AB10-4B0C-B2B9-A5751196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" y="4221480"/>
            <a:ext cx="11430" cy="112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ick-3-1">
            <a:extLst xmlns:a="http://schemas.openxmlformats.org/drawingml/2006/main">
              <a:ext uri="{FF2B5EF4-FFF2-40B4-BE49-F238E27FC236}">
                <a16:creationId xmlns:a16="http://schemas.microsoft.com/office/drawing/2014/main" id="{8D19D5DE-F540-4380-B260-60B1C8A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4238625"/>
            <a:ext cx="11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ick-3-2">
            <a:extLst xmlns:a="http://schemas.openxmlformats.org/drawingml/2006/main">
              <a:ext uri="{FF2B5EF4-FFF2-40B4-BE49-F238E27FC236}">
                <a16:creationId xmlns:a16="http://schemas.microsoft.com/office/drawing/2014/main" id="{A14A8994-6DC1-48DF-96B7-836C2F24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4198620"/>
            <a:ext cx="11430" cy="1352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tick-3-3">
            <a:extLst xmlns:a="http://schemas.openxmlformats.org/drawingml/2006/main">
              <a:ext uri="{FF2B5EF4-FFF2-40B4-BE49-F238E27FC236}">
                <a16:creationId xmlns:a16="http://schemas.microsoft.com/office/drawing/2014/main" id="{502BA326-840B-4716-987A-9330E6E7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4215765"/>
            <a:ext cx="1143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ick-3-4">
            <a:extLst xmlns:a="http://schemas.openxmlformats.org/drawingml/2006/main">
              <a:ext uri="{FF2B5EF4-FFF2-40B4-BE49-F238E27FC236}">
                <a16:creationId xmlns:a16="http://schemas.microsoft.com/office/drawing/2014/main" id="{D98CF757-55FD-4E4C-BD3F-ED5AA44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4232910"/>
            <a:ext cx="11430" cy="100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tick-mark-3-4">
            <a:extLst xmlns:a="http://schemas.openxmlformats.org/drawingml/2006/main">
              <a:ext uri="{FF2B5EF4-FFF2-40B4-BE49-F238E27FC236}">
                <a16:creationId xmlns:a16="http://schemas.microsoft.com/office/drawing/2014/main" id="{BBF20C10-FCBE-4175-9901-5089AAD6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4381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tick-3-5">
            <a:extLst xmlns:a="http://schemas.openxmlformats.org/drawingml/2006/main">
              <a:ext uri="{FF2B5EF4-FFF2-40B4-BE49-F238E27FC236}">
                <a16:creationId xmlns:a16="http://schemas.microsoft.com/office/drawing/2014/main" id="{DDDB592F-5617-408F-BEE6-B6AF8418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92905"/>
            <a:ext cx="1143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tick-3-6">
            <a:extLst xmlns:a="http://schemas.openxmlformats.org/drawingml/2006/main">
              <a:ext uri="{FF2B5EF4-FFF2-40B4-BE49-F238E27FC236}">
                <a16:creationId xmlns:a16="http://schemas.microsoft.com/office/drawing/2014/main" id="{7CE44FC5-A6EA-49C9-B563-BA787B77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310" y="4210050"/>
            <a:ext cx="1143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tick-3-7">
            <a:extLst xmlns:a="http://schemas.openxmlformats.org/drawingml/2006/main">
              <a:ext uri="{FF2B5EF4-FFF2-40B4-BE49-F238E27FC236}">
                <a16:creationId xmlns:a16="http://schemas.microsoft.com/office/drawing/2014/main" id="{932D2665-0099-46B6-8EA2-C158227C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227195"/>
            <a:ext cx="1143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ick-3-8">
            <a:extLst xmlns:a="http://schemas.openxmlformats.org/drawingml/2006/main">
              <a:ext uri="{FF2B5EF4-FFF2-40B4-BE49-F238E27FC236}">
                <a16:creationId xmlns:a16="http://schemas.microsoft.com/office/drawing/2014/main" id="{E9684F0E-4654-4BCA-9EF5-EEDC8EF1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010" y="4187190"/>
            <a:ext cx="1143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value-3">
            <a:extLst xmlns:a="http://schemas.openxmlformats.org/drawingml/2006/main">
              <a:ext uri="{FF2B5EF4-FFF2-40B4-BE49-F238E27FC236}">
                <a16:creationId xmlns:a16="http://schemas.microsoft.com/office/drawing/2014/main" id="{400381E0-9548-4B9C-B25C-C186FE0C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4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92" name="category-4">
            <a:extLst xmlns:a="http://schemas.openxmlformats.org/drawingml/2006/main">
              <a:ext uri="{FF2B5EF4-FFF2-40B4-BE49-F238E27FC236}">
                <a16:creationId xmlns:a16="http://schemas.microsoft.com/office/drawing/2014/main" id="{BACF7978-DAD7-44AD-890F-186D6AD1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取消改期</a:t>
            </a:r>
          </a:p>
        </p:txBody>
      </p:sp>
      <p:sp>
        <p:nvSpPr>
          <p:cNvPr id="93" name="row-guide-4">
            <a:extLst xmlns:a="http://schemas.openxmlformats.org/drawingml/2006/main">
              <a:ext uri="{FF2B5EF4-FFF2-40B4-BE49-F238E27FC236}">
                <a16:creationId xmlns:a16="http://schemas.microsoft.com/office/drawing/2014/main" id="{5D473A21-89F2-47F7-9C34-F98C313C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495300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94" name="tick-4-0">
            <a:extLst xmlns:a="http://schemas.openxmlformats.org/drawingml/2006/main">
              <a:ext uri="{FF2B5EF4-FFF2-40B4-BE49-F238E27FC236}">
                <a16:creationId xmlns:a16="http://schemas.microsoft.com/office/drawing/2014/main" id="{4E507149-B73C-4471-9A71-C28D9AFD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" y="4882515"/>
            <a:ext cx="1143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ick-4-1">
            <a:extLst xmlns:a="http://schemas.openxmlformats.org/drawingml/2006/main">
              <a:ext uri="{FF2B5EF4-FFF2-40B4-BE49-F238E27FC236}">
                <a16:creationId xmlns:a16="http://schemas.microsoft.com/office/drawing/2014/main" id="{139C8C58-809A-4A54-9AFA-85B9993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4899660"/>
            <a:ext cx="11430" cy="100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tick-4-2">
            <a:extLst xmlns:a="http://schemas.openxmlformats.org/drawingml/2006/main">
              <a:ext uri="{FF2B5EF4-FFF2-40B4-BE49-F238E27FC236}">
                <a16:creationId xmlns:a16="http://schemas.microsoft.com/office/drawing/2014/main" id="{61F65217-F49A-4E10-B582-F685D507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4859655"/>
            <a:ext cx="1143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ick-4-3">
            <a:extLst xmlns:a="http://schemas.openxmlformats.org/drawingml/2006/main">
              <a:ext uri="{FF2B5EF4-FFF2-40B4-BE49-F238E27FC236}">
                <a16:creationId xmlns:a16="http://schemas.microsoft.com/office/drawing/2014/main" id="{15B67EC4-1DCC-423E-A8FD-AAABA40C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4876800"/>
            <a:ext cx="1143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ick-4-4">
            <a:extLst xmlns:a="http://schemas.openxmlformats.org/drawingml/2006/main">
              <a:ext uri="{FF2B5EF4-FFF2-40B4-BE49-F238E27FC236}">
                <a16:creationId xmlns:a16="http://schemas.microsoft.com/office/drawing/2014/main" id="{4CA8ED14-8730-4F84-9D24-B639D7B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4893945"/>
            <a:ext cx="11430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tick-mark-4-4">
            <a:extLst xmlns:a="http://schemas.openxmlformats.org/drawingml/2006/main">
              <a:ext uri="{FF2B5EF4-FFF2-40B4-BE49-F238E27FC236}">
                <a16:creationId xmlns:a16="http://schemas.microsoft.com/office/drawing/2014/main" id="{0405543E-BBAB-4283-BAC3-F3A5670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50482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tick-4-5">
            <a:extLst xmlns:a="http://schemas.openxmlformats.org/drawingml/2006/main">
              <a:ext uri="{FF2B5EF4-FFF2-40B4-BE49-F238E27FC236}">
                <a16:creationId xmlns:a16="http://schemas.microsoft.com/office/drawing/2014/main" id="{1B2E17E4-F501-4139-AB86-FFFDEB7C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53940"/>
            <a:ext cx="1143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value-4">
            <a:extLst xmlns:a="http://schemas.openxmlformats.org/drawingml/2006/main">
              <a:ext uri="{FF2B5EF4-FFF2-40B4-BE49-F238E27FC236}">
                <a16:creationId xmlns:a16="http://schemas.microsoft.com/office/drawing/2014/main" id="{32B8D28E-2702-483C-99E9-4831C37A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10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102" name="chart-bottom-rule">
            <a:extLst xmlns:a="http://schemas.openxmlformats.org/drawingml/2006/main">
              <a:ext uri="{FF2B5EF4-FFF2-40B4-BE49-F238E27FC236}">
                <a16:creationId xmlns:a16="http://schemas.microsoft.com/office/drawing/2014/main" id="{AA1C0FE8-DAA8-43F0-8EF6-319BBAFE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5429250"/>
            <a:ext cx="590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3" name="chart-total">
            <a:extLst xmlns:a="http://schemas.openxmlformats.org/drawingml/2006/main">
              <a:ext uri="{FF2B5EF4-FFF2-40B4-BE49-F238E27FC236}">
                <a16:creationId xmlns:a16="http://schemas.microsoft.com/office/drawing/2014/main" id="{03538789-2B56-497B-943C-4B088F49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预约状态 + 时段询问 = 24 + 18 = 42 次</a:t>
            </a:r>
          </a:p>
        </p:txBody>
      </p:sp>
      <p:sp>
        <p:nvSpPr>
          <p:cNvPr id="104" name="insight-panel">
            <a:extLst xmlns:a="http://schemas.openxmlformats.org/drawingml/2006/main">
              <a:ext uri="{FF2B5EF4-FFF2-40B4-BE49-F238E27FC236}">
                <a16:creationId xmlns:a16="http://schemas.microsoft.com/office/drawing/2014/main" id="{A77A52F3-7A2A-44FF-B549-6F1B01C2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4114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5" name="insight-label">
            <a:extLst xmlns:a="http://schemas.openxmlformats.org/drawingml/2006/main">
              <a:ext uri="{FF2B5EF4-FFF2-40B4-BE49-F238E27FC236}">
                <a16:creationId xmlns:a16="http://schemas.microsoft.com/office/drawing/2014/main" id="{F783DFD9-9EEA-456F-97D3-5D23B5EA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前两类合计</a:t>
            </a:r>
          </a:p>
        </p:txBody>
      </p:sp>
      <p:sp>
        <p:nvSpPr>
          <p:cNvPr id="106" name="insight-number">
            <a:extLst xmlns:a="http://schemas.openxmlformats.org/drawingml/2006/main">
              <a:ext uri="{FF2B5EF4-FFF2-40B4-BE49-F238E27FC236}">
                <a16:creationId xmlns:a16="http://schemas.microsoft.com/office/drawing/2014/main" id="{5CDDE4C7-7A92-40BB-9962-2FD395BD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42 / 69</a:t>
            </a:r>
          </a:p>
        </p:txBody>
      </p:sp>
      <p:sp>
        <p:nvSpPr>
          <p:cNvPr id="107" name="insight-percent">
            <a:extLst xmlns:a="http://schemas.openxmlformats.org/drawingml/2006/main">
              <a:ext uri="{FF2B5EF4-FFF2-40B4-BE49-F238E27FC236}">
                <a16:creationId xmlns:a16="http://schemas.microsoft.com/office/drawing/2014/main" id="{54972465-A536-46BC-B00B-464A21F5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99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约 61%</a:t>
            </a:r>
          </a:p>
        </p:txBody>
      </p:sp>
      <p:sp>
        <p:nvSpPr>
          <p:cNvPr id="108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77886565-80F5-40C3-8706-63F35013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预约状态与时段询问占全部模拟咨询的约六成。这个比例只描述分类构成，不说明原因，也不代表效率提升。</a:t>
            </a:r>
          </a:p>
        </p:txBody>
      </p:sp>
      <p:sp>
        <p:nvSpPr>
          <p:cNvPr id="109" name="caveat-panel">
            <a:extLst xmlns:a="http://schemas.openxmlformats.org/drawingml/2006/main">
              <a:ext uri="{FF2B5EF4-FFF2-40B4-BE49-F238E27FC236}">
                <a16:creationId xmlns:a16="http://schemas.microsoft.com/office/drawing/2014/main" id="{59B81D1E-2725-4B81-8392-BA110BDE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4114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E6"/>
          </a:solidFill>
          <a:ln xmlns:a="http://schemas.openxmlformats.org/drawingml/2006/main" w="9525">
            <a:solidFill>
              <a:srgbClr val="E7D4CE"/>
            </a:solidFill>
            <a:prstDash val="solid"/>
          </a:ln>
        </p:spPr>
      </p:sp>
      <p:sp>
        <p:nvSpPr>
          <p:cNvPr id="110" name="caveat-title">
            <a:extLst xmlns:a="http://schemas.openxmlformats.org/drawingml/2006/main">
              <a:ext uri="{FF2B5EF4-FFF2-40B4-BE49-F238E27FC236}">
                <a16:creationId xmlns:a16="http://schemas.microsoft.com/office/drawing/2014/main" id="{410FEA12-C9A5-42D8-9198-B83FFD5E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观察提示</a:t>
            </a:r>
          </a:p>
        </p:txBody>
      </p:sp>
      <p:sp>
        <p:nvSpPr>
          <p:cNvPr id="111" name="caveat-body">
            <a:extLst xmlns:a="http://schemas.openxmlformats.org/drawingml/2006/main">
              <a:ext uri="{FF2B5EF4-FFF2-40B4-BE49-F238E27FC236}">
                <a16:creationId xmlns:a16="http://schemas.microsoft.com/office/drawing/2014/main" id="{F09D4903-2855-4E64-B77E-74C3AD8B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720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后续试点可观察“已收到”与“已确认”是否仍是高频咨询点，先确认状态说明是否足够清晰。</a:t>
            </a:r>
          </a:p>
        </p:txBody>
      </p:sp>
      <p:sp>
        <p:nvSpPr>
          <p:cNvPr id="112" name="shell-footer">
            <a:extLst xmlns:a="http://schemas.openxmlformats.org/drawingml/2006/main">
              <a:ext uri="{FF2B5EF4-FFF2-40B4-BE49-F238E27FC236}">
                <a16:creationId xmlns:a16="http://schemas.microsoft.com/office/drawing/2014/main" id="{FC2DD3D2-9166-48D7-A236-5560416B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示例数据仅用于结构与阅读测试，不代表真实运营结果</a:t>
            </a:r>
          </a:p>
        </p:txBody>
      </p:sp>
      <p:sp>
        <p:nvSpPr>
          <p:cNvPr id="113" name="shell-folio">
            <a:extLst xmlns:a="http://schemas.openxmlformats.org/drawingml/2006/main">
              <a:ext uri="{FF2B5EF4-FFF2-40B4-BE49-F238E27FC236}">
                <a16:creationId xmlns:a16="http://schemas.microsoft.com/office/drawing/2014/main" id="{CC747BDB-FC93-4A2B-8FBA-9E9DE551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9342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2026-09-07T00:00:37.8640000Z</dcterms:created>
  <dcterms:modified xsi:type="dcterms:W3CDTF">2026-09-07T00:00:37.8640000Z</dcterms:modified>
</coreProperties>
</file>