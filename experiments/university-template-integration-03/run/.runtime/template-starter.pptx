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59726ad714433f" /><Relationship Type="http://schemas.openxmlformats.org/officeDocument/2006/relationships/extended-properties" Target="/docProps/app.xml" Id="R75ee0e9868f14e81" /><Relationship Type="http://schemas.openxmlformats.org/officeDocument/2006/relationships/officeDocument" Target="/ppt/presentation.xml" Id="R553c934c5f794c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4611ccec61431e"/>
    <p:sldMasterId xmlns:r="http://schemas.openxmlformats.org/officeDocument/2006/relationships" id="2147483660" r:id="R80ae675dba1947dc"/>
    <p:sldMasterId xmlns:r="http://schemas.openxmlformats.org/officeDocument/2006/relationships" id="2147483663" r:id="R45c4730198e34243"/>
  </p:sldMasterIdLst>
  <p:notesMasterIdLst>
    <p:notesMasterId xmlns:r="http://schemas.openxmlformats.org/officeDocument/2006/relationships" r:id="Rb089db30031d4e4d"/>
  </p:notesMasterIdLst>
  <p:sldIdLst>
    <p:sldId xmlns:r="http://schemas.openxmlformats.org/officeDocument/2006/relationships" id="256" r:id="R244981d3ff564c83"/>
    <p:sldId xmlns:r="http://schemas.openxmlformats.org/officeDocument/2006/relationships" id="257" r:id="R067118db026842c4"/>
    <p:sldId xmlns:r="http://schemas.openxmlformats.org/officeDocument/2006/relationships" id="258" r:id="R2c96b0e12a3042d8"/>
    <p:sldId xmlns:r="http://schemas.openxmlformats.org/officeDocument/2006/relationships" id="259" r:id="R16b6c1598b004ce1"/>
    <p:sldId xmlns:r="http://schemas.openxmlformats.org/officeDocument/2006/relationships" id="260" r:id="R626ca58fe8da4e4c"/>
    <p:sldId xmlns:r="http://schemas.openxmlformats.org/officeDocument/2006/relationships" id="261" r:id="R9dd2fa14cfdb41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d1ddb61f254d03" /><Relationship Type="http://schemas.openxmlformats.org/officeDocument/2006/relationships/slideMaster" Target="/ppt/slideMasters/slideMaster1.xml" Id="R644611ccec61431e" /><Relationship Type="http://schemas.openxmlformats.org/officeDocument/2006/relationships/slideMaster" Target="/ppt/slideMasters/slideMaster2.xml" Id="R80ae675dba1947dc" /><Relationship Type="http://schemas.openxmlformats.org/officeDocument/2006/relationships/slideMaster" Target="/ppt/slideMasters/slideMaster3.xml" Id="R45c4730198e34243" /><Relationship Type="http://schemas.openxmlformats.org/officeDocument/2006/relationships/notesMaster" Target="/ppt/notesMasters/notesMaster1.xml" Id="Rb089db30031d4e4d" /><Relationship Type="http://schemas.openxmlformats.org/officeDocument/2006/relationships/presProps" Target="/ppt/presProps.xml" Id="Rb58da1b2276f4240" /><Relationship Type="http://schemas.openxmlformats.org/officeDocument/2006/relationships/viewProps" Target="/ppt/viewProps.xml" Id="R0b9b5f1f2fca4ac3" /><Relationship Type="http://schemas.openxmlformats.org/officeDocument/2006/relationships/tableStyles" Target="/ppt/tableStyles.xml" Id="Rc2f345bf95eb4d84" /><Relationship Type="http://schemas.openxmlformats.org/officeDocument/2006/relationships/slide" Target="/ppt/slides/slide1.xml" Id="R244981d3ff564c83" /><Relationship Type="http://schemas.openxmlformats.org/officeDocument/2006/relationships/slide" Target="/ppt/slides/slide2.xml" Id="R067118db026842c4" /><Relationship Type="http://schemas.openxmlformats.org/officeDocument/2006/relationships/slide" Target="/ppt/slides/slide3.xml" Id="R2c96b0e12a3042d8" /><Relationship Type="http://schemas.openxmlformats.org/officeDocument/2006/relationships/slide" Target="/ppt/slides/slide4.xml" Id="R16b6c1598b004ce1" /><Relationship Type="http://schemas.openxmlformats.org/officeDocument/2006/relationships/slide" Target="/ppt/slides/slide5.xml" Id="R626ca58fe8da4e4c" /><Relationship Type="http://schemas.openxmlformats.org/officeDocument/2006/relationships/slide" Target="/ppt/slides/slide6.xml" Id="R9dd2fa14cfdb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fa46505dd82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ee4eaf29ad4d96" /><Relationship Type="http://schemas.openxmlformats.org/officeDocument/2006/relationships/notesMaster" Target="/ppt/notesMasters/notesMaster1.xml" Id="Reb625b1c7c9343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23087a3eb4ca1" /><Relationship Type="http://schemas.openxmlformats.org/officeDocument/2006/relationships/notesMaster" Target="/ppt/notesMasters/notesMaster1.xml" Id="R27fff7bc3fae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88e951b5df4559" /><Relationship Type="http://schemas.openxmlformats.org/officeDocument/2006/relationships/notesMaster" Target="/ppt/notesMasters/notesMaster1.xml" Id="R4cecf1bf1229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c081dbd11e4f06" /><Relationship Type="http://schemas.openxmlformats.org/officeDocument/2006/relationships/notesMaster" Target="/ppt/notesMasters/notesMaster1.xml" Id="R67a019a2685842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48d482ff04e6d" /><Relationship Type="http://schemas.openxmlformats.org/officeDocument/2006/relationships/notesMaster" Target="/ppt/notesMasters/notesMaster1.xml" Id="R3f3f5d8aad45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1d659f16bd4722" /><Relationship Type="http://schemas.openxmlformats.org/officeDocument/2006/relationships/notesMaster" Target="/ppt/notesMasters/notesMaster1.xml" Id="Rd12d34660694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1df5f6b794695" /><Relationship Type="http://schemas.openxmlformats.org/officeDocument/2006/relationships/image" Target="/ppt/media/image.jpeg" Id="Rff32b204057b4aae" /><Relationship Type="http://schemas.openxmlformats.org/officeDocument/2006/relationships/image" Target="/ppt/media/image.png" Id="Rd57be2dbbe454036" /><Relationship Type="http://schemas.openxmlformats.org/officeDocument/2006/relationships/image" Target="/ppt/media/image2.png" Id="R77474eeb8d6140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bf6c6b40448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df9356c6645ba" /><Relationship Type="http://schemas.openxmlformats.org/officeDocument/2006/relationships/image" Target="/ppt/media/image3.png" Id="R97f4a58933f340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e66c7e34541b9" /><Relationship Type="http://schemas.openxmlformats.org/officeDocument/2006/relationships/image" Target="/ppt/media/image4.png" Id="R267c47c1404543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283736e854c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1b416651b44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ff0aad0e549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2aaa4d84b4f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82433c35e4a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77bfa226c48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1f40984d64de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ddd6eced5a4144" /><Relationship Type="http://schemas.openxmlformats.org/officeDocument/2006/relationships/image" Target="/ppt/media/image5.png" Id="R12ea3c5f8956494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8dadacaa004af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edbfb2f4a83466b" /><Relationship Type="http://schemas.openxmlformats.org/officeDocument/2006/relationships/image" Target="/ppt/media/image5.png" Id="Rc69b7517cfae44a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9258a104ce9401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2b204057b4aa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be2dbbe45403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74eeb8d61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4a58933f340b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c47c14045436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a3c5f8956494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b7517cfae44a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218d9596f4f43" /><Relationship Type="http://schemas.openxmlformats.org/officeDocument/2006/relationships/slideLayout" Target="/ppt/slideLayouts/slideLayout1.xml" Id="R58d9082a80e344c4" /><Relationship Type="http://schemas.openxmlformats.org/officeDocument/2006/relationships/slideLayout" Target="/ppt/slideLayouts/slideLayout2.xml" Id="R544cbcd3ff834740" /><Relationship Type="http://schemas.openxmlformats.org/officeDocument/2006/relationships/slideLayout" Target="/ppt/slideLayouts/slideLayout3.xml" Id="Rab15b136b7b64f25" /><Relationship Type="http://schemas.openxmlformats.org/officeDocument/2006/relationships/slideLayout" Target="/ppt/slideLayouts/slideLayout4.xml" Id="R7c794820b8e34b4b" /><Relationship Type="http://schemas.openxmlformats.org/officeDocument/2006/relationships/slideLayout" Target="/ppt/slideLayouts/slideLayout5.xml" Id="R029e9e295abb4bd1" /><Relationship Type="http://schemas.openxmlformats.org/officeDocument/2006/relationships/slideLayout" Target="/ppt/slideLayouts/slideLayout6.xml" Id="R2cacc383f8404db0" /><Relationship Type="http://schemas.openxmlformats.org/officeDocument/2006/relationships/slideLayout" Target="/ppt/slideLayouts/slideLayout7.xml" Id="Rbab8b1c2917144c0" /><Relationship Type="http://schemas.openxmlformats.org/officeDocument/2006/relationships/slideLayout" Target="/ppt/slideLayouts/slideLayout8.xml" Id="R0d4b70986d2e4851" /><Relationship Type="http://schemas.openxmlformats.org/officeDocument/2006/relationships/slideLayout" Target="/ppt/slideLayouts/slideLayout9.xml" Id="R3a4f3c5e7493406e" /><Relationship Type="http://schemas.openxmlformats.org/officeDocument/2006/relationships/slideLayout" Target="/ppt/slideLayouts/slideLayout10.xml" Id="R30d2e964cd3b46e9" /><Relationship Type="http://schemas.openxmlformats.org/officeDocument/2006/relationships/slideLayout" Target="/ppt/slideLayouts/slideLayout11.xml" Id="R182198ab1d94478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c9120118c0a4f1a" /><Relationship Type="http://schemas.openxmlformats.org/officeDocument/2006/relationships/slideLayout" Target="/ppt/slideLayouts/slideLayout12.xml" Id="R2d4ead5eaa724c22" /><Relationship Type="http://schemas.openxmlformats.org/officeDocument/2006/relationships/slideLayout" Target="/ppt/slideLayouts/slideLayout13.xml" Id="R37d6d6d9cd2040a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84f51330540415a" /><Relationship Type="http://schemas.openxmlformats.org/officeDocument/2006/relationships/slideLayout" Target="/ppt/slideLayouts/slideLayout14.xml" Id="Ra8f0ba75ca404430" /><Relationship Type="http://schemas.openxmlformats.org/officeDocument/2006/relationships/slideLayout" Target="/ppt/slideLayouts/slideLayout15.xml" Id="R15cdab1d536945a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d9082a80e344c4"/>
    <p:sldLayoutId xmlns:r="http://schemas.openxmlformats.org/officeDocument/2006/relationships" id="2147483650" r:id="R544cbcd3ff834740"/>
    <p:sldLayoutId xmlns:r="http://schemas.openxmlformats.org/officeDocument/2006/relationships" id="2147483651" r:id="Rab15b136b7b64f25"/>
    <p:sldLayoutId xmlns:r="http://schemas.openxmlformats.org/officeDocument/2006/relationships" id="2147483652" r:id="R7c794820b8e34b4b"/>
    <p:sldLayoutId xmlns:r="http://schemas.openxmlformats.org/officeDocument/2006/relationships" id="2147483653" r:id="R029e9e295abb4bd1"/>
    <p:sldLayoutId xmlns:r="http://schemas.openxmlformats.org/officeDocument/2006/relationships" id="2147483654" r:id="R2cacc383f8404db0"/>
    <p:sldLayoutId xmlns:r="http://schemas.openxmlformats.org/officeDocument/2006/relationships" id="2147483655" r:id="Rbab8b1c2917144c0"/>
    <p:sldLayoutId xmlns:r="http://schemas.openxmlformats.org/officeDocument/2006/relationships" id="2147483656" r:id="R0d4b70986d2e4851"/>
    <p:sldLayoutId xmlns:r="http://schemas.openxmlformats.org/officeDocument/2006/relationships" id="2147483657" r:id="R3a4f3c5e7493406e"/>
    <p:sldLayoutId xmlns:r="http://schemas.openxmlformats.org/officeDocument/2006/relationships" id="2147483658" r:id="R30d2e964cd3b46e9"/>
    <p:sldLayoutId xmlns:r="http://schemas.openxmlformats.org/officeDocument/2006/relationships" id="2147483659" r:id="R182198ab1d94478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d4ead5eaa724c22"/>
    <p:sldLayoutId xmlns:r="http://schemas.openxmlformats.org/officeDocument/2006/relationships" id="2147483662" r:id="R37d6d6d9cd2040a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8f0ba75ca404430"/>
    <p:sldLayoutId xmlns:r="http://schemas.openxmlformats.org/officeDocument/2006/relationships" id="2147483665" r:id="R15cdab1d536945a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0043ba5f347f8" /><Relationship Type="http://schemas.openxmlformats.org/officeDocument/2006/relationships/notesSlide" Target="/ppt/notesSlides/notesSlide1.xml" Id="Rfd7c897efc4b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55324dd225485c" /><Relationship Type="http://schemas.openxmlformats.org/officeDocument/2006/relationships/notesSlide" Target="/ppt/notesSlides/notesSlide2.xml" Id="R00b227f77c3e43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6b7dfacbfa4bc4" /><Relationship Type="http://schemas.openxmlformats.org/officeDocument/2006/relationships/image" Target="/ppt/media/image6.png" Id="Rac4de5be91c44e78" /><Relationship Type="http://schemas.openxmlformats.org/officeDocument/2006/relationships/notesSlide" Target="/ppt/notesSlides/notesSlide3.xml" Id="R5791ceeda6fd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7de6591fa14f45" /><Relationship Type="http://schemas.openxmlformats.org/officeDocument/2006/relationships/image" Target="/ppt/media/image6.png" Id="R1ad3315cb713415d" /><Relationship Type="http://schemas.openxmlformats.org/officeDocument/2006/relationships/notesSlide" Target="/ppt/notesSlides/notesSlide4.xml" Id="Rdc1feb9e45af46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c87e07f54c489d" /><Relationship Type="http://schemas.openxmlformats.org/officeDocument/2006/relationships/image" Target="/ppt/media/image6.png" Id="R987dfc4f090b44a4" /><Relationship Type="http://schemas.openxmlformats.org/officeDocument/2006/relationships/notesSlide" Target="/ppt/notesSlides/notesSlide5.xml" Id="Rd6979c3c66694f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1e238bc364d0a" /><Relationship Type="http://schemas.openxmlformats.org/officeDocument/2006/relationships/notesSlide" Target="/ppt/notesSlides/notesSlide6.xml" Id="R17ea24bb404442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de5be91c4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3315cb713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dfc4f090b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2026-09-08T06:48:49.5740000Z</dcterms:created>
  <dcterms:modified xsi:type="dcterms:W3CDTF">2026-09-08T06:48:49.5740000Z</dcterms:modified>
</coreProperties>
</file>