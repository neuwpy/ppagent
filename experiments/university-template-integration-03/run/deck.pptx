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aff15cd0924d24" /><Relationship Type="http://schemas.openxmlformats.org/officeDocument/2006/relationships/extended-properties" Target="/docProps/app.xml" Id="Rc0cb8ab882d04921" /><Relationship Type="http://schemas.openxmlformats.org/officeDocument/2006/relationships/officeDocument" Target="/ppt/presentation.xml" Id="R1a4b26b1c48c4f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9ab8c953244f05"/>
    <p:sldMasterId xmlns:r="http://schemas.openxmlformats.org/officeDocument/2006/relationships" id="2147483660" r:id="Rac858b46681b492e"/>
    <p:sldMasterId xmlns:r="http://schemas.openxmlformats.org/officeDocument/2006/relationships" id="2147483663" r:id="Rc2226aa1cc58425a"/>
  </p:sldMasterIdLst>
  <p:notesMasterIdLst>
    <p:notesMasterId xmlns:r="http://schemas.openxmlformats.org/officeDocument/2006/relationships" r:id="Re899b2045eba4acd"/>
  </p:notesMasterIdLst>
  <p:sldIdLst>
    <p:sldId xmlns:r="http://schemas.openxmlformats.org/officeDocument/2006/relationships" id="256" r:id="Raae8bca22cef47f6"/>
    <p:sldId xmlns:r="http://schemas.openxmlformats.org/officeDocument/2006/relationships" id="257" r:id="R3bbe87db783441e3"/>
    <p:sldId xmlns:r="http://schemas.openxmlformats.org/officeDocument/2006/relationships" id="258" r:id="R73c6b471808b40fc"/>
    <p:sldId xmlns:r="http://schemas.openxmlformats.org/officeDocument/2006/relationships" id="259" r:id="Rb29cbc229f3f4f77"/>
    <p:sldId xmlns:r="http://schemas.openxmlformats.org/officeDocument/2006/relationships" id="260" r:id="R1e0c15008abf4c13"/>
    <p:sldId xmlns:r="http://schemas.openxmlformats.org/officeDocument/2006/relationships" id="261" r:id="R12210bb4edc04e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ed179821e44fea" /><Relationship Type="http://schemas.openxmlformats.org/officeDocument/2006/relationships/slideMaster" Target="/ppt/slideMasters/slideMaster1.xml" Id="Rb19ab8c953244f05" /><Relationship Type="http://schemas.openxmlformats.org/officeDocument/2006/relationships/slideMaster" Target="/ppt/slideMasters/slideMaster2.xml" Id="Rac858b46681b492e" /><Relationship Type="http://schemas.openxmlformats.org/officeDocument/2006/relationships/slideMaster" Target="/ppt/slideMasters/slideMaster3.xml" Id="Rc2226aa1cc58425a" /><Relationship Type="http://schemas.openxmlformats.org/officeDocument/2006/relationships/notesMaster" Target="/ppt/notesMasters/notesMaster1.xml" Id="Re899b2045eba4acd" /><Relationship Type="http://schemas.openxmlformats.org/officeDocument/2006/relationships/presProps" Target="/ppt/presProps.xml" Id="R27998cc1e5d84609" /><Relationship Type="http://schemas.openxmlformats.org/officeDocument/2006/relationships/viewProps" Target="/ppt/viewProps.xml" Id="R800a9506df984ff6" /><Relationship Type="http://schemas.openxmlformats.org/officeDocument/2006/relationships/tableStyles" Target="/ppt/tableStyles.xml" Id="R5d492815dfc9453f" /><Relationship Type="http://schemas.openxmlformats.org/officeDocument/2006/relationships/slide" Target="/ppt/slides/slide1.xml" Id="Raae8bca22cef47f6" /><Relationship Type="http://schemas.openxmlformats.org/officeDocument/2006/relationships/slide" Target="/ppt/slides/slide2.xml" Id="R3bbe87db783441e3" /><Relationship Type="http://schemas.openxmlformats.org/officeDocument/2006/relationships/slide" Target="/ppt/slides/slide3.xml" Id="R73c6b471808b40fc" /><Relationship Type="http://schemas.openxmlformats.org/officeDocument/2006/relationships/slide" Target="/ppt/slides/slide4.xml" Id="Rb29cbc229f3f4f77" /><Relationship Type="http://schemas.openxmlformats.org/officeDocument/2006/relationships/slide" Target="/ppt/slides/slide5.xml" Id="R1e0c15008abf4c13" /><Relationship Type="http://schemas.openxmlformats.org/officeDocument/2006/relationships/slide" Target="/ppt/slides/slide6.xml" Id="R12210bb4edc04e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09509912afd4c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64cff3d68e4e0e" /><Relationship Type="http://schemas.openxmlformats.org/officeDocument/2006/relationships/notesMaster" Target="/ppt/notesMasters/notesMaster1.xml" Id="Re33e9e0ff7a747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9e9a973e754763" /><Relationship Type="http://schemas.openxmlformats.org/officeDocument/2006/relationships/notesMaster" Target="/ppt/notesMasters/notesMaster1.xml" Id="R71b899eebb6341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5907e3f07c4fa3" /><Relationship Type="http://schemas.openxmlformats.org/officeDocument/2006/relationships/notesMaster" Target="/ppt/notesMasters/notesMaster1.xml" Id="Re73fdf762d7644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0b41e17cd94cc1" /><Relationship Type="http://schemas.openxmlformats.org/officeDocument/2006/relationships/notesMaster" Target="/ppt/notesMasters/notesMaster1.xml" Id="R056cec515bf240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9439d82b014086" /><Relationship Type="http://schemas.openxmlformats.org/officeDocument/2006/relationships/notesMaster" Target="/ppt/notesMasters/notesMaster1.xml" Id="Rdd160c4fa5e249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50f41f5fdf48ef" /><Relationship Type="http://schemas.openxmlformats.org/officeDocument/2006/relationships/notesMaster" Target="/ppt/notesMasters/notesMaster1.xml" Id="Red31cc0801ab46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内容：experiments/university-template-integration-03/manuscript.txt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PPagenT：cover-intent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内容：experiments/university-template-integration-03/manuscript.txt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PPagenT：agenda-intent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内容：experiments/university-template-integration-03/manuscript.txt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PPagenT：records-intent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内容：experiments/university-template-integration-03/manuscript.txt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PPagenT：selection-intent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内容：experiments/university-template-integration-03/manuscript.txt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PPagenT：capability-intent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内容：experiments/university-template-integration-03/manuscript.txt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PPagenT：closing-intent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cf8ceebbf40d6" /><Relationship Type="http://schemas.openxmlformats.org/officeDocument/2006/relationships/image" Target="/ppt/media/image.jpeg" Id="R84ea97fc8d0e4b75" /><Relationship Type="http://schemas.openxmlformats.org/officeDocument/2006/relationships/image" Target="/ppt/media/image.png" Id="R6e7ef2d1db914fb3" /><Relationship Type="http://schemas.openxmlformats.org/officeDocument/2006/relationships/image" Target="/ppt/media/image2.png" Id="Radb634ca692140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d8cf107ac4f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3639412a14173" /><Relationship Type="http://schemas.openxmlformats.org/officeDocument/2006/relationships/image" Target="/ppt/media/image3.png" Id="Ra6810ba5054040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9535151b94e36" /><Relationship Type="http://schemas.openxmlformats.org/officeDocument/2006/relationships/image" Target="/ppt/media/image4.png" Id="R22f897e5b6a24a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220e27466d4d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fd7b46d7e43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5d68151904e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dbd22384a546e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e1ac02f8d4e1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927393816417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d58fdb0b3482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71a4bff1b24f47" /><Relationship Type="http://schemas.openxmlformats.org/officeDocument/2006/relationships/image" Target="/ppt/media/image5.png" Id="R035911b717fb400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5a64de2df54fa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6d3243b3f8d45ae" /><Relationship Type="http://schemas.openxmlformats.org/officeDocument/2006/relationships/image" Target="/ppt/media/image5.png" Id="R629d15905d504dd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0e3a072e7124e8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a97fc8d0e4b7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ef2d1db914fb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634ca692140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10ba50540405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897e5b6a24aaa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911b717fb400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d15905d504dd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272ac730b4211" /><Relationship Type="http://schemas.openxmlformats.org/officeDocument/2006/relationships/slideLayout" Target="/ppt/slideLayouts/slideLayout1.xml" Id="Red625757d8c1421a" /><Relationship Type="http://schemas.openxmlformats.org/officeDocument/2006/relationships/slideLayout" Target="/ppt/slideLayouts/slideLayout2.xml" Id="Rca814e1688d246ae" /><Relationship Type="http://schemas.openxmlformats.org/officeDocument/2006/relationships/slideLayout" Target="/ppt/slideLayouts/slideLayout3.xml" Id="R60fcbfc3806e47a1" /><Relationship Type="http://schemas.openxmlformats.org/officeDocument/2006/relationships/slideLayout" Target="/ppt/slideLayouts/slideLayout4.xml" Id="Rec3ac87401bf47cb" /><Relationship Type="http://schemas.openxmlformats.org/officeDocument/2006/relationships/slideLayout" Target="/ppt/slideLayouts/slideLayout5.xml" Id="R5efe805ae012418f" /><Relationship Type="http://schemas.openxmlformats.org/officeDocument/2006/relationships/slideLayout" Target="/ppt/slideLayouts/slideLayout6.xml" Id="R16bd8ad659bf4ed4" /><Relationship Type="http://schemas.openxmlformats.org/officeDocument/2006/relationships/slideLayout" Target="/ppt/slideLayouts/slideLayout7.xml" Id="R3ddb64b5016c4322" /><Relationship Type="http://schemas.openxmlformats.org/officeDocument/2006/relationships/slideLayout" Target="/ppt/slideLayouts/slideLayout8.xml" Id="Re8759f4834954b62" /><Relationship Type="http://schemas.openxmlformats.org/officeDocument/2006/relationships/slideLayout" Target="/ppt/slideLayouts/slideLayout9.xml" Id="Rcc31dc921a1a4a5f" /><Relationship Type="http://schemas.openxmlformats.org/officeDocument/2006/relationships/slideLayout" Target="/ppt/slideLayouts/slideLayout10.xml" Id="Rca2629266ad34553" /><Relationship Type="http://schemas.openxmlformats.org/officeDocument/2006/relationships/slideLayout" Target="/ppt/slideLayouts/slideLayout11.xml" Id="R3243e53abb72493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56dd273defa4317" /><Relationship Type="http://schemas.openxmlformats.org/officeDocument/2006/relationships/slideLayout" Target="/ppt/slideLayouts/slideLayout12.xml" Id="Re490a3e4282b420c" /><Relationship Type="http://schemas.openxmlformats.org/officeDocument/2006/relationships/slideLayout" Target="/ppt/slideLayouts/slideLayout13.xml" Id="R02b93f43ee8943a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0c7b0a3b9024e39" /><Relationship Type="http://schemas.openxmlformats.org/officeDocument/2006/relationships/slideLayout" Target="/ppt/slideLayouts/slideLayout14.xml" Id="R9c6ab9e5485e4fb3" /><Relationship Type="http://schemas.openxmlformats.org/officeDocument/2006/relationships/slideLayout" Target="/ppt/slideLayouts/slideLayout15.xml" Id="R87f4dd931cec49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25757d8c1421a"/>
    <p:sldLayoutId xmlns:r="http://schemas.openxmlformats.org/officeDocument/2006/relationships" id="2147483650" r:id="Rca814e1688d246ae"/>
    <p:sldLayoutId xmlns:r="http://schemas.openxmlformats.org/officeDocument/2006/relationships" id="2147483651" r:id="R60fcbfc3806e47a1"/>
    <p:sldLayoutId xmlns:r="http://schemas.openxmlformats.org/officeDocument/2006/relationships" id="2147483652" r:id="Rec3ac87401bf47cb"/>
    <p:sldLayoutId xmlns:r="http://schemas.openxmlformats.org/officeDocument/2006/relationships" id="2147483653" r:id="R5efe805ae012418f"/>
    <p:sldLayoutId xmlns:r="http://schemas.openxmlformats.org/officeDocument/2006/relationships" id="2147483654" r:id="R16bd8ad659bf4ed4"/>
    <p:sldLayoutId xmlns:r="http://schemas.openxmlformats.org/officeDocument/2006/relationships" id="2147483655" r:id="R3ddb64b5016c4322"/>
    <p:sldLayoutId xmlns:r="http://schemas.openxmlformats.org/officeDocument/2006/relationships" id="2147483656" r:id="Re8759f4834954b62"/>
    <p:sldLayoutId xmlns:r="http://schemas.openxmlformats.org/officeDocument/2006/relationships" id="2147483657" r:id="Rcc31dc921a1a4a5f"/>
    <p:sldLayoutId xmlns:r="http://schemas.openxmlformats.org/officeDocument/2006/relationships" id="2147483658" r:id="Rca2629266ad34553"/>
    <p:sldLayoutId xmlns:r="http://schemas.openxmlformats.org/officeDocument/2006/relationships" id="2147483659" r:id="R3243e53abb72493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490a3e4282b420c"/>
    <p:sldLayoutId xmlns:r="http://schemas.openxmlformats.org/officeDocument/2006/relationships" id="2147483662" r:id="R02b93f43ee8943a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c6ab9e5485e4fb3"/>
    <p:sldLayoutId xmlns:r="http://schemas.openxmlformats.org/officeDocument/2006/relationships" id="2147483665" r:id="R87f4dd931cec496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13cfb5db4435a" /><Relationship Type="http://schemas.openxmlformats.org/officeDocument/2006/relationships/notesSlide" Target="/ppt/notesSlides/notesSlide1.xml" Id="Ra6710f61b46c49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67aaf00e7a4f92" /><Relationship Type="http://schemas.openxmlformats.org/officeDocument/2006/relationships/notesSlide" Target="/ppt/notesSlides/notesSlide2.xml" Id="Rb61e7ce5858f41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87a6d55a0a4866" /><Relationship Type="http://schemas.openxmlformats.org/officeDocument/2006/relationships/image" Target="/ppt/media/image6.png" Id="Rcb0b3e1da73d4d78" /><Relationship Type="http://schemas.openxmlformats.org/officeDocument/2006/relationships/image" Target="/ppt/media/image.svg" Id="R05113a5f2182463b" /><Relationship Type="http://schemas.openxmlformats.org/officeDocument/2006/relationships/image" Target="/ppt/media/image7.png" Id="Ra29301036b0f45ef" /><Relationship Type="http://schemas.openxmlformats.org/officeDocument/2006/relationships/image" Target="/ppt/media/image2.svg" Id="R9bad14c691c44999" /><Relationship Type="http://schemas.openxmlformats.org/officeDocument/2006/relationships/image" Target="/ppt/media/image8.png" Id="Rc0c078ff9f094670" /><Relationship Type="http://schemas.openxmlformats.org/officeDocument/2006/relationships/image" Target="/ppt/media/image3.svg" Id="Rfb08780134e04b7a" /><Relationship Type="http://schemas.openxmlformats.org/officeDocument/2006/relationships/image" Target="/ppt/media/image9.png" Id="R51dea2f52fc64590" /><Relationship Type="http://schemas.openxmlformats.org/officeDocument/2006/relationships/image" Target="/ppt/media/image4.svg" Id="Rf45e75b3a6f94cbc" /><Relationship Type="http://schemas.openxmlformats.org/officeDocument/2006/relationships/notesSlide" Target="/ppt/notesSlides/notesSlide3.xml" Id="Ra9bec0bb83e148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58fed23ae24f01" /><Relationship Type="http://schemas.openxmlformats.org/officeDocument/2006/relationships/image" Target="/ppt/media/image10.png" Id="R8a248f689b8b4faa" /><Relationship Type="http://schemas.openxmlformats.org/officeDocument/2006/relationships/image" Target="/ppt/media/image5.svg" Id="R262e3d351c554fe1" /><Relationship Type="http://schemas.openxmlformats.org/officeDocument/2006/relationships/image" Target="/ppt/media/image11.png" Id="R2ae43365f2184329" /><Relationship Type="http://schemas.openxmlformats.org/officeDocument/2006/relationships/image" Target="/ppt/media/image6.svg" Id="Rf1ac260e9dcc460c" /><Relationship Type="http://schemas.openxmlformats.org/officeDocument/2006/relationships/image" Target="/ppt/media/image12.png" Id="R654fccff6a9a4a70" /><Relationship Type="http://schemas.openxmlformats.org/officeDocument/2006/relationships/image" Target="/ppt/media/image7.svg" Id="R1d73c1c7dae3489f" /><Relationship Type="http://schemas.openxmlformats.org/officeDocument/2006/relationships/notesSlide" Target="/ppt/notesSlides/notesSlide4.xml" Id="Rb1eb5b3596ba4a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76f76fd10f4ecd" /><Relationship Type="http://schemas.openxmlformats.org/officeDocument/2006/relationships/notesSlide" Target="/ppt/notesSlides/notesSlide5.xml" Id="Rceb5566846b242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ae851e7a84250" /><Relationship Type="http://schemas.openxmlformats.org/officeDocument/2006/relationships/notesSlide" Target="/ppt/notesSlides/notesSlide6.xml" Id="Rdaa03427e4a04d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记录、筛选与能力建设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汇报人：方案讨论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共享实验平台试点方案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记录规范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试点筛选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能力建设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首轮记录应覆盖四项基本信息，先让异常能够追溯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记录规范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1FC3F899-1E95-4D62-8FF8-7C8EB9B6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725" y="3503257"/>
            <a:ext cx="1988353" cy="333146"/>
          </a:xfrm>
          <a:custGeom xmlns:a="http://schemas.openxmlformats.org/drawingml/2006/main">
            <a:pathLst>
              <a:path w="1988353" h="333146">
                <a:moveTo>
                  <a:pt x="1987734" y="0"/>
                </a:moveTo>
                <a:lnTo>
                  <a:pt x="1988353" y="12268"/>
                </a:lnTo>
                <a:lnTo>
                  <a:pt x="1988077" y="24546"/>
                </a:lnTo>
                <a:lnTo>
                  <a:pt x="1987115" y="36805"/>
                </a:lnTo>
                <a:lnTo>
                  <a:pt x="1985515" y="49035"/>
                </a:lnTo>
                <a:lnTo>
                  <a:pt x="1983296" y="61236"/>
                </a:lnTo>
                <a:lnTo>
                  <a:pt x="1980467" y="73381"/>
                </a:lnTo>
                <a:lnTo>
                  <a:pt x="1977019" y="85458"/>
                </a:lnTo>
                <a:lnTo>
                  <a:pt x="1972951" y="97469"/>
                </a:lnTo>
                <a:lnTo>
                  <a:pt x="1968256" y="109376"/>
                </a:lnTo>
                <a:lnTo>
                  <a:pt x="1962922" y="121187"/>
                </a:lnTo>
                <a:lnTo>
                  <a:pt x="1956921" y="132864"/>
                </a:lnTo>
                <a:lnTo>
                  <a:pt x="1950244" y="144399"/>
                </a:lnTo>
                <a:lnTo>
                  <a:pt x="1942881" y="155762"/>
                </a:lnTo>
                <a:lnTo>
                  <a:pt x="1934832" y="166935"/>
                </a:lnTo>
                <a:lnTo>
                  <a:pt x="1926060" y="177898"/>
                </a:lnTo>
                <a:lnTo>
                  <a:pt x="1916582" y="188624"/>
                </a:lnTo>
                <a:lnTo>
                  <a:pt x="1906372" y="199073"/>
                </a:lnTo>
                <a:lnTo>
                  <a:pt x="1895446" y="209236"/>
                </a:lnTo>
                <a:lnTo>
                  <a:pt x="1883807" y="219075"/>
                </a:lnTo>
                <a:lnTo>
                  <a:pt x="1871462" y="228571"/>
                </a:lnTo>
                <a:lnTo>
                  <a:pt x="1858432" y="237696"/>
                </a:lnTo>
                <a:lnTo>
                  <a:pt x="1844735" y="246421"/>
                </a:lnTo>
                <a:lnTo>
                  <a:pt x="1830410" y="254727"/>
                </a:lnTo>
                <a:lnTo>
                  <a:pt x="1815465" y="262604"/>
                </a:lnTo>
                <a:lnTo>
                  <a:pt x="1799968" y="270034"/>
                </a:lnTo>
                <a:lnTo>
                  <a:pt x="1783937" y="277006"/>
                </a:lnTo>
                <a:lnTo>
                  <a:pt x="1767421" y="283521"/>
                </a:lnTo>
                <a:lnTo>
                  <a:pt x="1750476" y="289560"/>
                </a:lnTo>
                <a:lnTo>
                  <a:pt x="1733121" y="295142"/>
                </a:lnTo>
                <a:lnTo>
                  <a:pt x="1715424" y="300257"/>
                </a:lnTo>
                <a:lnTo>
                  <a:pt x="1697412" y="304924"/>
                </a:lnTo>
                <a:lnTo>
                  <a:pt x="1679124" y="309153"/>
                </a:lnTo>
                <a:lnTo>
                  <a:pt x="1660608" y="312953"/>
                </a:lnTo>
                <a:lnTo>
                  <a:pt x="1641891" y="316344"/>
                </a:lnTo>
                <a:lnTo>
                  <a:pt x="1623003" y="319326"/>
                </a:lnTo>
                <a:lnTo>
                  <a:pt x="1603962" y="321926"/>
                </a:lnTo>
                <a:lnTo>
                  <a:pt x="1584817" y="324164"/>
                </a:lnTo>
                <a:lnTo>
                  <a:pt x="1565567" y="326050"/>
                </a:lnTo>
                <a:lnTo>
                  <a:pt x="1546250" y="327603"/>
                </a:lnTo>
                <a:lnTo>
                  <a:pt x="1526867" y="328832"/>
                </a:lnTo>
                <a:lnTo>
                  <a:pt x="1507455" y="329746"/>
                </a:lnTo>
                <a:lnTo>
                  <a:pt x="1487986" y="330184"/>
                </a:lnTo>
                <a:lnTo>
                  <a:pt x="1468517" y="330470"/>
                </a:lnTo>
                <a:lnTo>
                  <a:pt x="1449038" y="330698"/>
                </a:lnTo>
                <a:lnTo>
                  <a:pt x="1429569" y="330889"/>
                </a:lnTo>
                <a:lnTo>
                  <a:pt x="1410091" y="331060"/>
                </a:lnTo>
                <a:lnTo>
                  <a:pt x="1390621" y="331213"/>
                </a:lnTo>
                <a:lnTo>
                  <a:pt x="1371143" y="331356"/>
                </a:lnTo>
                <a:lnTo>
                  <a:pt x="1351664" y="331489"/>
                </a:lnTo>
                <a:lnTo>
                  <a:pt x="1332195" y="331603"/>
                </a:lnTo>
                <a:lnTo>
                  <a:pt x="1312716" y="331718"/>
                </a:lnTo>
                <a:lnTo>
                  <a:pt x="1293238" y="331822"/>
                </a:lnTo>
                <a:lnTo>
                  <a:pt x="1273759" y="331918"/>
                </a:lnTo>
                <a:lnTo>
                  <a:pt x="1254290" y="332013"/>
                </a:lnTo>
                <a:lnTo>
                  <a:pt x="1234811" y="332099"/>
                </a:lnTo>
                <a:lnTo>
                  <a:pt x="1215333" y="332184"/>
                </a:lnTo>
                <a:lnTo>
                  <a:pt x="1195864" y="332261"/>
                </a:lnTo>
                <a:lnTo>
                  <a:pt x="1176385" y="332327"/>
                </a:lnTo>
                <a:lnTo>
                  <a:pt x="1156907" y="332403"/>
                </a:lnTo>
                <a:lnTo>
                  <a:pt x="1137428" y="332470"/>
                </a:lnTo>
                <a:lnTo>
                  <a:pt x="1117949" y="332527"/>
                </a:lnTo>
                <a:lnTo>
                  <a:pt x="1098480" y="332584"/>
                </a:lnTo>
                <a:lnTo>
                  <a:pt x="1079002" y="332642"/>
                </a:lnTo>
                <a:lnTo>
                  <a:pt x="1059523" y="332689"/>
                </a:lnTo>
                <a:lnTo>
                  <a:pt x="1040044" y="332746"/>
                </a:lnTo>
                <a:lnTo>
                  <a:pt x="1020575" y="332794"/>
                </a:lnTo>
                <a:lnTo>
                  <a:pt x="1001097" y="332832"/>
                </a:lnTo>
                <a:lnTo>
                  <a:pt x="981618" y="332870"/>
                </a:lnTo>
                <a:lnTo>
                  <a:pt x="962139" y="332908"/>
                </a:lnTo>
                <a:lnTo>
                  <a:pt x="942670" y="332946"/>
                </a:lnTo>
                <a:lnTo>
                  <a:pt x="923192" y="332975"/>
                </a:lnTo>
                <a:lnTo>
                  <a:pt x="903713" y="333004"/>
                </a:lnTo>
                <a:lnTo>
                  <a:pt x="884234" y="333032"/>
                </a:lnTo>
                <a:lnTo>
                  <a:pt x="864756" y="333051"/>
                </a:lnTo>
                <a:lnTo>
                  <a:pt x="845287" y="333080"/>
                </a:lnTo>
                <a:lnTo>
                  <a:pt x="825808" y="333099"/>
                </a:lnTo>
                <a:lnTo>
                  <a:pt x="806329" y="333108"/>
                </a:lnTo>
                <a:lnTo>
                  <a:pt x="786851" y="333127"/>
                </a:lnTo>
                <a:lnTo>
                  <a:pt x="767372" y="333137"/>
                </a:lnTo>
                <a:lnTo>
                  <a:pt x="747903" y="333137"/>
                </a:lnTo>
                <a:lnTo>
                  <a:pt x="728424" y="333146"/>
                </a:lnTo>
                <a:lnTo>
                  <a:pt x="708946" y="333146"/>
                </a:lnTo>
                <a:lnTo>
                  <a:pt x="689467" y="333146"/>
                </a:lnTo>
                <a:lnTo>
                  <a:pt x="669989" y="333137"/>
                </a:lnTo>
                <a:lnTo>
                  <a:pt x="650519" y="333137"/>
                </a:lnTo>
                <a:lnTo>
                  <a:pt x="631041" y="333127"/>
                </a:lnTo>
                <a:lnTo>
                  <a:pt x="611562" y="333108"/>
                </a:lnTo>
                <a:lnTo>
                  <a:pt x="592084" y="333089"/>
                </a:lnTo>
                <a:lnTo>
                  <a:pt x="572614" y="333070"/>
                </a:lnTo>
                <a:lnTo>
                  <a:pt x="553136" y="333051"/>
                </a:lnTo>
                <a:lnTo>
                  <a:pt x="533657" y="333023"/>
                </a:lnTo>
                <a:lnTo>
                  <a:pt x="514179" y="332994"/>
                </a:lnTo>
                <a:lnTo>
                  <a:pt x="494700" y="332956"/>
                </a:lnTo>
                <a:lnTo>
                  <a:pt x="475231" y="332918"/>
                </a:lnTo>
                <a:lnTo>
                  <a:pt x="455752" y="332870"/>
                </a:lnTo>
                <a:lnTo>
                  <a:pt x="436274" y="332823"/>
                </a:lnTo>
                <a:lnTo>
                  <a:pt x="416795" y="332765"/>
                </a:lnTo>
                <a:lnTo>
                  <a:pt x="397326" y="332708"/>
                </a:lnTo>
                <a:lnTo>
                  <a:pt x="377847" y="332651"/>
                </a:lnTo>
                <a:lnTo>
                  <a:pt x="358369" y="332584"/>
                </a:lnTo>
                <a:lnTo>
                  <a:pt x="338890" y="332508"/>
                </a:lnTo>
                <a:lnTo>
                  <a:pt x="319421" y="332432"/>
                </a:lnTo>
                <a:lnTo>
                  <a:pt x="299942" y="332337"/>
                </a:lnTo>
                <a:lnTo>
                  <a:pt x="280464" y="332242"/>
                </a:lnTo>
                <a:lnTo>
                  <a:pt x="260985" y="332137"/>
                </a:lnTo>
                <a:lnTo>
                  <a:pt x="241516" y="332022"/>
                </a:lnTo>
                <a:lnTo>
                  <a:pt x="222037" y="331899"/>
                </a:lnTo>
                <a:lnTo>
                  <a:pt x="202559" y="331765"/>
                </a:lnTo>
                <a:lnTo>
                  <a:pt x="183090" y="331613"/>
                </a:lnTo>
                <a:lnTo>
                  <a:pt x="163611" y="331451"/>
                </a:lnTo>
                <a:lnTo>
                  <a:pt x="144132" y="331270"/>
                </a:lnTo>
                <a:lnTo>
                  <a:pt x="124663" y="331060"/>
                </a:lnTo>
                <a:lnTo>
                  <a:pt x="105194" y="330832"/>
                </a:lnTo>
                <a:lnTo>
                  <a:pt x="85715" y="330565"/>
                </a:lnTo>
                <a:lnTo>
                  <a:pt x="66246" y="330251"/>
                </a:lnTo>
                <a:lnTo>
                  <a:pt x="46777" y="329870"/>
                </a:lnTo>
                <a:lnTo>
                  <a:pt x="27318" y="329365"/>
                </a:lnTo>
                <a:lnTo>
                  <a:pt x="7887" y="328565"/>
                </a:lnTo>
                <a:lnTo>
                  <a:pt x="3610" y="318592"/>
                </a:lnTo>
                <a:lnTo>
                  <a:pt x="3353" y="306314"/>
                </a:lnTo>
                <a:lnTo>
                  <a:pt x="3096" y="294037"/>
                </a:lnTo>
                <a:lnTo>
                  <a:pt x="2838" y="281759"/>
                </a:lnTo>
                <a:lnTo>
                  <a:pt x="2581" y="269491"/>
                </a:lnTo>
                <a:lnTo>
                  <a:pt x="2324" y="257213"/>
                </a:lnTo>
                <a:lnTo>
                  <a:pt x="2067" y="244935"/>
                </a:lnTo>
                <a:lnTo>
                  <a:pt x="1810" y="232658"/>
                </a:lnTo>
                <a:lnTo>
                  <a:pt x="1543" y="220389"/>
                </a:lnTo>
                <a:lnTo>
                  <a:pt x="1286" y="208112"/>
                </a:lnTo>
                <a:lnTo>
                  <a:pt x="1029" y="195834"/>
                </a:lnTo>
                <a:lnTo>
                  <a:pt x="772" y="183566"/>
                </a:lnTo>
                <a:lnTo>
                  <a:pt x="514" y="171288"/>
                </a:lnTo>
                <a:lnTo>
                  <a:pt x="257" y="159010"/>
                </a:lnTo>
                <a:lnTo>
                  <a:pt x="0" y="146733"/>
                </a:lnTo>
                <a:lnTo>
                  <a:pt x="7144" y="138703"/>
                </a:lnTo>
                <a:lnTo>
                  <a:pt x="26575" y="137817"/>
                </a:lnTo>
                <a:lnTo>
                  <a:pt x="46015" y="137065"/>
                </a:lnTo>
                <a:lnTo>
                  <a:pt x="65465" y="136436"/>
                </a:lnTo>
                <a:lnTo>
                  <a:pt x="84925" y="135922"/>
                </a:lnTo>
                <a:lnTo>
                  <a:pt x="104384" y="135512"/>
                </a:lnTo>
                <a:lnTo>
                  <a:pt x="123854" y="135198"/>
                </a:lnTo>
                <a:lnTo>
                  <a:pt x="143332" y="134960"/>
                </a:lnTo>
                <a:lnTo>
                  <a:pt x="162801" y="134807"/>
                </a:lnTo>
                <a:lnTo>
                  <a:pt x="182280" y="134712"/>
                </a:lnTo>
                <a:lnTo>
                  <a:pt x="201759" y="134693"/>
                </a:lnTo>
                <a:lnTo>
                  <a:pt x="221237" y="134722"/>
                </a:lnTo>
                <a:lnTo>
                  <a:pt x="240706" y="134817"/>
                </a:lnTo>
                <a:lnTo>
                  <a:pt x="260185" y="134950"/>
                </a:lnTo>
                <a:lnTo>
                  <a:pt x="279664" y="135131"/>
                </a:lnTo>
                <a:lnTo>
                  <a:pt x="299133" y="135360"/>
                </a:lnTo>
                <a:lnTo>
                  <a:pt x="318602" y="135626"/>
                </a:lnTo>
                <a:lnTo>
                  <a:pt x="338080" y="135931"/>
                </a:lnTo>
                <a:lnTo>
                  <a:pt x="357549" y="136274"/>
                </a:lnTo>
                <a:lnTo>
                  <a:pt x="377009" y="136636"/>
                </a:lnTo>
                <a:lnTo>
                  <a:pt x="396478" y="137036"/>
                </a:lnTo>
                <a:lnTo>
                  <a:pt x="415947" y="137455"/>
                </a:lnTo>
                <a:lnTo>
                  <a:pt x="435407" y="137903"/>
                </a:lnTo>
                <a:lnTo>
                  <a:pt x="454866" y="138379"/>
                </a:lnTo>
                <a:lnTo>
                  <a:pt x="474335" y="138875"/>
                </a:lnTo>
                <a:lnTo>
                  <a:pt x="493795" y="139379"/>
                </a:lnTo>
                <a:lnTo>
                  <a:pt x="513245" y="139913"/>
                </a:lnTo>
                <a:lnTo>
                  <a:pt x="532705" y="140465"/>
                </a:lnTo>
                <a:lnTo>
                  <a:pt x="552164" y="141018"/>
                </a:lnTo>
                <a:lnTo>
                  <a:pt x="571614" y="141599"/>
                </a:lnTo>
                <a:lnTo>
                  <a:pt x="591074" y="142180"/>
                </a:lnTo>
                <a:lnTo>
                  <a:pt x="610524" y="142780"/>
                </a:lnTo>
                <a:lnTo>
                  <a:pt x="629984" y="143389"/>
                </a:lnTo>
                <a:lnTo>
                  <a:pt x="649434" y="143999"/>
                </a:lnTo>
                <a:lnTo>
                  <a:pt x="668884" y="144618"/>
                </a:lnTo>
                <a:lnTo>
                  <a:pt x="688334" y="145247"/>
                </a:lnTo>
                <a:lnTo>
                  <a:pt x="707784" y="145875"/>
                </a:lnTo>
                <a:lnTo>
                  <a:pt x="727234" y="146514"/>
                </a:lnTo>
                <a:lnTo>
                  <a:pt x="746684" y="147152"/>
                </a:lnTo>
                <a:lnTo>
                  <a:pt x="766134" y="147790"/>
                </a:lnTo>
                <a:lnTo>
                  <a:pt x="785584" y="148428"/>
                </a:lnTo>
                <a:lnTo>
                  <a:pt x="805034" y="149057"/>
                </a:lnTo>
                <a:lnTo>
                  <a:pt x="824484" y="149695"/>
                </a:lnTo>
                <a:lnTo>
                  <a:pt x="843944" y="150324"/>
                </a:lnTo>
                <a:lnTo>
                  <a:pt x="863394" y="150952"/>
                </a:lnTo>
                <a:lnTo>
                  <a:pt x="882844" y="151571"/>
                </a:lnTo>
                <a:lnTo>
                  <a:pt x="902294" y="152181"/>
                </a:lnTo>
                <a:lnTo>
                  <a:pt x="921744" y="152781"/>
                </a:lnTo>
                <a:lnTo>
                  <a:pt x="941203" y="153372"/>
                </a:lnTo>
                <a:lnTo>
                  <a:pt x="960653" y="153962"/>
                </a:lnTo>
                <a:lnTo>
                  <a:pt x="980113" y="154524"/>
                </a:lnTo>
                <a:lnTo>
                  <a:pt x="999573" y="155086"/>
                </a:lnTo>
                <a:lnTo>
                  <a:pt x="1019023" y="155619"/>
                </a:lnTo>
                <a:lnTo>
                  <a:pt x="1038482" y="156143"/>
                </a:lnTo>
                <a:lnTo>
                  <a:pt x="1057942" y="156648"/>
                </a:lnTo>
                <a:lnTo>
                  <a:pt x="1077411" y="157134"/>
                </a:lnTo>
                <a:lnTo>
                  <a:pt x="1096870" y="157591"/>
                </a:lnTo>
                <a:lnTo>
                  <a:pt x="1116330" y="158029"/>
                </a:lnTo>
                <a:lnTo>
                  <a:pt x="1135799" y="158439"/>
                </a:lnTo>
                <a:lnTo>
                  <a:pt x="1155268" y="158820"/>
                </a:lnTo>
                <a:lnTo>
                  <a:pt x="1174737" y="159163"/>
                </a:lnTo>
                <a:lnTo>
                  <a:pt x="1194206" y="159487"/>
                </a:lnTo>
                <a:lnTo>
                  <a:pt x="1213676" y="159763"/>
                </a:lnTo>
                <a:lnTo>
                  <a:pt x="1233154" y="160010"/>
                </a:lnTo>
                <a:lnTo>
                  <a:pt x="1252623" y="160201"/>
                </a:lnTo>
                <a:lnTo>
                  <a:pt x="1272102" y="160353"/>
                </a:lnTo>
                <a:lnTo>
                  <a:pt x="1291580" y="160458"/>
                </a:lnTo>
                <a:lnTo>
                  <a:pt x="1311050" y="160506"/>
                </a:lnTo>
                <a:lnTo>
                  <a:pt x="1330528" y="160496"/>
                </a:lnTo>
                <a:lnTo>
                  <a:pt x="1350007" y="160420"/>
                </a:lnTo>
                <a:lnTo>
                  <a:pt x="1369485" y="160268"/>
                </a:lnTo>
                <a:lnTo>
                  <a:pt x="1388955" y="160039"/>
                </a:lnTo>
                <a:lnTo>
                  <a:pt x="1408424" y="159734"/>
                </a:lnTo>
                <a:lnTo>
                  <a:pt x="1427893" y="159325"/>
                </a:lnTo>
                <a:lnTo>
                  <a:pt x="1447352" y="158810"/>
                </a:lnTo>
                <a:lnTo>
                  <a:pt x="1466802" y="158182"/>
                </a:lnTo>
                <a:lnTo>
                  <a:pt x="1486243" y="157420"/>
                </a:lnTo>
                <a:lnTo>
                  <a:pt x="1505664" y="156505"/>
                </a:lnTo>
                <a:lnTo>
                  <a:pt x="1525067" y="155419"/>
                </a:lnTo>
                <a:lnTo>
                  <a:pt x="1544431" y="154134"/>
                </a:lnTo>
                <a:lnTo>
                  <a:pt x="1563757" y="152629"/>
                </a:lnTo>
                <a:lnTo>
                  <a:pt x="1583026" y="150847"/>
                </a:lnTo>
                <a:lnTo>
                  <a:pt x="1602219" y="148733"/>
                </a:lnTo>
                <a:lnTo>
                  <a:pt x="1621279" y="146228"/>
                </a:lnTo>
                <a:lnTo>
                  <a:pt x="1640157" y="143208"/>
                </a:lnTo>
                <a:lnTo>
                  <a:pt x="1658741" y="139551"/>
                </a:lnTo>
                <a:lnTo>
                  <a:pt x="1676838" y="135007"/>
                </a:lnTo>
                <a:lnTo>
                  <a:pt x="1694012" y="129245"/>
                </a:lnTo>
                <a:lnTo>
                  <a:pt x="1709366" y="121730"/>
                </a:lnTo>
                <a:lnTo>
                  <a:pt x="1720844" y="111890"/>
                </a:lnTo>
                <a:lnTo>
                  <a:pt x="1725463" y="100051"/>
                </a:lnTo>
                <a:lnTo>
                  <a:pt x="1738513" y="93907"/>
                </a:lnTo>
                <a:lnTo>
                  <a:pt x="1756848" y="89754"/>
                </a:lnTo>
                <a:lnTo>
                  <a:pt x="1774927" y="85192"/>
                </a:lnTo>
                <a:lnTo>
                  <a:pt x="1792776" y="80277"/>
                </a:lnTo>
                <a:lnTo>
                  <a:pt x="1810388" y="75047"/>
                </a:lnTo>
                <a:lnTo>
                  <a:pt x="1827771" y="69513"/>
                </a:lnTo>
                <a:lnTo>
                  <a:pt x="1844926" y="63694"/>
                </a:lnTo>
                <a:lnTo>
                  <a:pt x="1861842" y="57607"/>
                </a:lnTo>
                <a:lnTo>
                  <a:pt x="1878511" y="51264"/>
                </a:lnTo>
                <a:lnTo>
                  <a:pt x="1894923" y="44653"/>
                </a:lnTo>
                <a:lnTo>
                  <a:pt x="1911077" y="37795"/>
                </a:lnTo>
                <a:lnTo>
                  <a:pt x="1926974" y="30699"/>
                </a:lnTo>
                <a:lnTo>
                  <a:pt x="1942595" y="23365"/>
                </a:lnTo>
                <a:lnTo>
                  <a:pt x="1957930" y="15802"/>
                </a:lnTo>
                <a:lnTo>
                  <a:pt x="1972980" y="8011"/>
                </a:lnTo>
                <a:lnTo>
                  <a:pt x="1987734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1686CB9D-385B-4AA5-867F-BEA52815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563" y="2582313"/>
            <a:ext cx="1987896" cy="1252985"/>
          </a:xfrm>
          <a:custGeom xmlns:a="http://schemas.openxmlformats.org/drawingml/2006/main">
            <a:pathLst>
              <a:path w="1987896" h="1252985">
                <a:moveTo>
                  <a:pt x="0" y="1252985"/>
                </a:moveTo>
                <a:lnTo>
                  <a:pt x="31918" y="1252985"/>
                </a:lnTo>
                <a:lnTo>
                  <a:pt x="63837" y="1252985"/>
                </a:lnTo>
                <a:lnTo>
                  <a:pt x="95755" y="1252985"/>
                </a:lnTo>
                <a:lnTo>
                  <a:pt x="127673" y="1252985"/>
                </a:lnTo>
                <a:lnTo>
                  <a:pt x="159591" y="1252985"/>
                </a:lnTo>
                <a:lnTo>
                  <a:pt x="191510" y="1252985"/>
                </a:lnTo>
                <a:lnTo>
                  <a:pt x="223428" y="1252985"/>
                </a:lnTo>
                <a:lnTo>
                  <a:pt x="255346" y="1252985"/>
                </a:lnTo>
                <a:lnTo>
                  <a:pt x="287264" y="1252985"/>
                </a:lnTo>
                <a:lnTo>
                  <a:pt x="319183" y="1252985"/>
                </a:lnTo>
                <a:lnTo>
                  <a:pt x="351092" y="1252985"/>
                </a:lnTo>
                <a:lnTo>
                  <a:pt x="383010" y="1252985"/>
                </a:lnTo>
                <a:lnTo>
                  <a:pt x="414928" y="1252985"/>
                </a:lnTo>
                <a:lnTo>
                  <a:pt x="446846" y="1252985"/>
                </a:lnTo>
                <a:lnTo>
                  <a:pt x="478765" y="1252985"/>
                </a:lnTo>
                <a:lnTo>
                  <a:pt x="510683" y="1252985"/>
                </a:lnTo>
                <a:lnTo>
                  <a:pt x="542601" y="1252985"/>
                </a:lnTo>
                <a:lnTo>
                  <a:pt x="574519" y="1252985"/>
                </a:lnTo>
                <a:lnTo>
                  <a:pt x="606438" y="1252985"/>
                </a:lnTo>
                <a:lnTo>
                  <a:pt x="638356" y="1252985"/>
                </a:lnTo>
                <a:lnTo>
                  <a:pt x="670274" y="1252985"/>
                </a:lnTo>
                <a:lnTo>
                  <a:pt x="702193" y="1252985"/>
                </a:lnTo>
                <a:lnTo>
                  <a:pt x="734111" y="1252985"/>
                </a:lnTo>
                <a:lnTo>
                  <a:pt x="766029" y="1252985"/>
                </a:lnTo>
                <a:lnTo>
                  <a:pt x="797947" y="1252985"/>
                </a:lnTo>
                <a:lnTo>
                  <a:pt x="829866" y="1252985"/>
                </a:lnTo>
                <a:lnTo>
                  <a:pt x="861784" y="1252985"/>
                </a:lnTo>
                <a:lnTo>
                  <a:pt x="893702" y="1252985"/>
                </a:lnTo>
                <a:lnTo>
                  <a:pt x="925620" y="1252985"/>
                </a:lnTo>
                <a:lnTo>
                  <a:pt x="957539" y="1252985"/>
                </a:lnTo>
                <a:lnTo>
                  <a:pt x="989457" y="1252985"/>
                </a:lnTo>
                <a:lnTo>
                  <a:pt x="1021375" y="1252985"/>
                </a:lnTo>
                <a:lnTo>
                  <a:pt x="1053284" y="1252985"/>
                </a:lnTo>
                <a:lnTo>
                  <a:pt x="1085202" y="1252985"/>
                </a:lnTo>
                <a:lnTo>
                  <a:pt x="1117121" y="1252985"/>
                </a:lnTo>
                <a:lnTo>
                  <a:pt x="1149039" y="1252985"/>
                </a:lnTo>
                <a:lnTo>
                  <a:pt x="1180957" y="1252985"/>
                </a:lnTo>
                <a:lnTo>
                  <a:pt x="1212875" y="1252985"/>
                </a:lnTo>
                <a:lnTo>
                  <a:pt x="1244794" y="1252985"/>
                </a:lnTo>
                <a:lnTo>
                  <a:pt x="1276712" y="1252985"/>
                </a:lnTo>
                <a:lnTo>
                  <a:pt x="1308630" y="1252985"/>
                </a:lnTo>
                <a:lnTo>
                  <a:pt x="1340234" y="1250718"/>
                </a:lnTo>
                <a:lnTo>
                  <a:pt x="1371657" y="1247204"/>
                </a:lnTo>
                <a:lnTo>
                  <a:pt x="1403090" y="1243689"/>
                </a:lnTo>
                <a:lnTo>
                  <a:pt x="1434513" y="1240174"/>
                </a:lnTo>
                <a:lnTo>
                  <a:pt x="1465945" y="1236659"/>
                </a:lnTo>
                <a:lnTo>
                  <a:pt x="1497368" y="1233145"/>
                </a:lnTo>
                <a:lnTo>
                  <a:pt x="1528791" y="1229630"/>
                </a:lnTo>
                <a:lnTo>
                  <a:pt x="1560224" y="1226115"/>
                </a:lnTo>
                <a:lnTo>
                  <a:pt x="1584208" y="1213809"/>
                </a:lnTo>
                <a:lnTo>
                  <a:pt x="1606363" y="1199321"/>
                </a:lnTo>
                <a:lnTo>
                  <a:pt x="1628508" y="1184834"/>
                </a:lnTo>
                <a:lnTo>
                  <a:pt x="1650654" y="1170346"/>
                </a:lnTo>
                <a:lnTo>
                  <a:pt x="1672800" y="1155859"/>
                </a:lnTo>
                <a:lnTo>
                  <a:pt x="1694955" y="1141381"/>
                </a:lnTo>
                <a:lnTo>
                  <a:pt x="1717100" y="1126893"/>
                </a:lnTo>
                <a:lnTo>
                  <a:pt x="1739246" y="1112406"/>
                </a:lnTo>
                <a:lnTo>
                  <a:pt x="1761392" y="1097918"/>
                </a:lnTo>
                <a:lnTo>
                  <a:pt x="1783537" y="1083431"/>
                </a:lnTo>
                <a:lnTo>
                  <a:pt x="1805692" y="1068943"/>
                </a:lnTo>
                <a:lnTo>
                  <a:pt x="1827838" y="1054456"/>
                </a:lnTo>
                <a:lnTo>
                  <a:pt x="1849984" y="1039968"/>
                </a:lnTo>
                <a:lnTo>
                  <a:pt x="1872129" y="1025481"/>
                </a:lnTo>
                <a:lnTo>
                  <a:pt x="1894275" y="1010993"/>
                </a:lnTo>
                <a:lnTo>
                  <a:pt x="1916430" y="996515"/>
                </a:lnTo>
                <a:lnTo>
                  <a:pt x="1938576" y="982028"/>
                </a:lnTo>
                <a:lnTo>
                  <a:pt x="1960721" y="967540"/>
                </a:lnTo>
                <a:lnTo>
                  <a:pt x="1982867" y="953052"/>
                </a:lnTo>
                <a:lnTo>
                  <a:pt x="1987896" y="934212"/>
                </a:lnTo>
                <a:lnTo>
                  <a:pt x="1987896" y="914095"/>
                </a:lnTo>
                <a:lnTo>
                  <a:pt x="1987896" y="893978"/>
                </a:lnTo>
                <a:lnTo>
                  <a:pt x="1987896" y="873862"/>
                </a:lnTo>
                <a:lnTo>
                  <a:pt x="1987896" y="853735"/>
                </a:lnTo>
                <a:lnTo>
                  <a:pt x="1987896" y="833618"/>
                </a:lnTo>
                <a:lnTo>
                  <a:pt x="1987896" y="813502"/>
                </a:lnTo>
                <a:lnTo>
                  <a:pt x="1987896" y="793385"/>
                </a:lnTo>
                <a:lnTo>
                  <a:pt x="1987896" y="773268"/>
                </a:lnTo>
                <a:lnTo>
                  <a:pt x="1987896" y="753151"/>
                </a:lnTo>
                <a:lnTo>
                  <a:pt x="1987896" y="733034"/>
                </a:lnTo>
                <a:lnTo>
                  <a:pt x="1987896" y="712918"/>
                </a:lnTo>
                <a:lnTo>
                  <a:pt x="1987896" y="692791"/>
                </a:lnTo>
                <a:lnTo>
                  <a:pt x="1987896" y="672675"/>
                </a:lnTo>
                <a:lnTo>
                  <a:pt x="1987896" y="652558"/>
                </a:lnTo>
                <a:lnTo>
                  <a:pt x="1987896" y="632441"/>
                </a:lnTo>
                <a:lnTo>
                  <a:pt x="1987896" y="612324"/>
                </a:lnTo>
                <a:lnTo>
                  <a:pt x="1987896" y="592207"/>
                </a:lnTo>
                <a:lnTo>
                  <a:pt x="1987896" y="572091"/>
                </a:lnTo>
                <a:lnTo>
                  <a:pt x="1987896" y="551974"/>
                </a:lnTo>
                <a:lnTo>
                  <a:pt x="1987896" y="531847"/>
                </a:lnTo>
                <a:lnTo>
                  <a:pt x="1987896" y="511731"/>
                </a:lnTo>
                <a:lnTo>
                  <a:pt x="1987896" y="491614"/>
                </a:lnTo>
                <a:lnTo>
                  <a:pt x="1987896" y="471497"/>
                </a:lnTo>
                <a:lnTo>
                  <a:pt x="1987896" y="451380"/>
                </a:lnTo>
                <a:lnTo>
                  <a:pt x="1987896" y="431263"/>
                </a:lnTo>
                <a:lnTo>
                  <a:pt x="1987896" y="411147"/>
                </a:lnTo>
                <a:lnTo>
                  <a:pt x="1987896" y="391030"/>
                </a:lnTo>
                <a:lnTo>
                  <a:pt x="1987896" y="370904"/>
                </a:lnTo>
                <a:lnTo>
                  <a:pt x="1987896" y="350787"/>
                </a:lnTo>
                <a:lnTo>
                  <a:pt x="1987896" y="330670"/>
                </a:lnTo>
                <a:lnTo>
                  <a:pt x="1987896" y="310553"/>
                </a:lnTo>
                <a:lnTo>
                  <a:pt x="1987896" y="290436"/>
                </a:lnTo>
                <a:lnTo>
                  <a:pt x="1987896" y="270320"/>
                </a:lnTo>
                <a:lnTo>
                  <a:pt x="1987896" y="250203"/>
                </a:lnTo>
                <a:lnTo>
                  <a:pt x="1987896" y="230086"/>
                </a:lnTo>
                <a:lnTo>
                  <a:pt x="1987896" y="209960"/>
                </a:lnTo>
                <a:lnTo>
                  <a:pt x="1987896" y="189843"/>
                </a:lnTo>
                <a:lnTo>
                  <a:pt x="1987896" y="169726"/>
                </a:lnTo>
                <a:lnTo>
                  <a:pt x="1987896" y="149609"/>
                </a:lnTo>
                <a:lnTo>
                  <a:pt x="1987896" y="129492"/>
                </a:lnTo>
                <a:lnTo>
                  <a:pt x="1987896" y="109376"/>
                </a:lnTo>
                <a:lnTo>
                  <a:pt x="1987896" y="89259"/>
                </a:lnTo>
                <a:lnTo>
                  <a:pt x="1987896" y="69142"/>
                </a:lnTo>
                <a:lnTo>
                  <a:pt x="1987896" y="49016"/>
                </a:lnTo>
                <a:lnTo>
                  <a:pt x="1987896" y="28899"/>
                </a:lnTo>
                <a:lnTo>
                  <a:pt x="1987896" y="8782"/>
                </a:lnTo>
                <a:lnTo>
                  <a:pt x="1969913" y="0"/>
                </a:lnTo>
                <a:lnTo>
                  <a:pt x="1937995" y="0"/>
                </a:lnTo>
                <a:lnTo>
                  <a:pt x="1906076" y="0"/>
                </a:lnTo>
                <a:lnTo>
                  <a:pt x="1874158" y="0"/>
                </a:lnTo>
                <a:lnTo>
                  <a:pt x="1842240" y="0"/>
                </a:lnTo>
                <a:lnTo>
                  <a:pt x="1810322" y="0"/>
                </a:lnTo>
                <a:lnTo>
                  <a:pt x="1778403" y="0"/>
                </a:lnTo>
                <a:lnTo>
                  <a:pt x="1746485" y="0"/>
                </a:lnTo>
                <a:lnTo>
                  <a:pt x="1714576" y="0"/>
                </a:lnTo>
                <a:lnTo>
                  <a:pt x="1682658" y="0"/>
                </a:lnTo>
                <a:lnTo>
                  <a:pt x="1650740" y="0"/>
                </a:lnTo>
                <a:lnTo>
                  <a:pt x="1618821" y="0"/>
                </a:lnTo>
                <a:lnTo>
                  <a:pt x="1586903" y="0"/>
                </a:lnTo>
                <a:lnTo>
                  <a:pt x="1554985" y="0"/>
                </a:lnTo>
                <a:lnTo>
                  <a:pt x="1523067" y="0"/>
                </a:lnTo>
                <a:lnTo>
                  <a:pt x="1491148" y="0"/>
                </a:lnTo>
                <a:lnTo>
                  <a:pt x="1459230" y="0"/>
                </a:lnTo>
                <a:lnTo>
                  <a:pt x="1427312" y="0"/>
                </a:lnTo>
                <a:lnTo>
                  <a:pt x="1395393" y="0"/>
                </a:lnTo>
                <a:lnTo>
                  <a:pt x="1363475" y="0"/>
                </a:lnTo>
                <a:lnTo>
                  <a:pt x="1331557" y="0"/>
                </a:lnTo>
                <a:lnTo>
                  <a:pt x="1299639" y="0"/>
                </a:lnTo>
                <a:lnTo>
                  <a:pt x="1267720" y="0"/>
                </a:lnTo>
                <a:lnTo>
                  <a:pt x="1235802" y="0"/>
                </a:lnTo>
                <a:lnTo>
                  <a:pt x="1203884" y="0"/>
                </a:lnTo>
                <a:lnTo>
                  <a:pt x="1171966" y="0"/>
                </a:lnTo>
                <a:lnTo>
                  <a:pt x="1140047" y="0"/>
                </a:lnTo>
                <a:lnTo>
                  <a:pt x="1108129" y="0"/>
                </a:lnTo>
                <a:lnTo>
                  <a:pt x="1076211" y="0"/>
                </a:lnTo>
                <a:lnTo>
                  <a:pt x="1044302" y="0"/>
                </a:lnTo>
                <a:lnTo>
                  <a:pt x="1012384" y="0"/>
                </a:lnTo>
                <a:lnTo>
                  <a:pt x="980465" y="0"/>
                </a:lnTo>
                <a:lnTo>
                  <a:pt x="948547" y="0"/>
                </a:lnTo>
                <a:lnTo>
                  <a:pt x="916629" y="0"/>
                </a:lnTo>
                <a:lnTo>
                  <a:pt x="884711" y="0"/>
                </a:lnTo>
                <a:lnTo>
                  <a:pt x="852792" y="0"/>
                </a:lnTo>
                <a:lnTo>
                  <a:pt x="820874" y="0"/>
                </a:lnTo>
                <a:lnTo>
                  <a:pt x="788956" y="0"/>
                </a:lnTo>
                <a:lnTo>
                  <a:pt x="757037" y="0"/>
                </a:lnTo>
                <a:lnTo>
                  <a:pt x="725119" y="0"/>
                </a:lnTo>
                <a:lnTo>
                  <a:pt x="693201" y="0"/>
                </a:lnTo>
                <a:lnTo>
                  <a:pt x="661283" y="0"/>
                </a:lnTo>
                <a:lnTo>
                  <a:pt x="629364" y="0"/>
                </a:lnTo>
                <a:lnTo>
                  <a:pt x="597446" y="0"/>
                </a:lnTo>
                <a:lnTo>
                  <a:pt x="565528" y="0"/>
                </a:lnTo>
                <a:lnTo>
                  <a:pt x="533610" y="0"/>
                </a:lnTo>
                <a:lnTo>
                  <a:pt x="501691" y="0"/>
                </a:lnTo>
                <a:lnTo>
                  <a:pt x="469773" y="0"/>
                </a:lnTo>
                <a:lnTo>
                  <a:pt x="437855" y="0"/>
                </a:lnTo>
                <a:lnTo>
                  <a:pt x="405936" y="0"/>
                </a:lnTo>
                <a:lnTo>
                  <a:pt x="374018" y="0"/>
                </a:lnTo>
                <a:lnTo>
                  <a:pt x="342109" y="0"/>
                </a:lnTo>
                <a:lnTo>
                  <a:pt x="310191" y="0"/>
                </a:lnTo>
                <a:lnTo>
                  <a:pt x="278273" y="0"/>
                </a:lnTo>
                <a:lnTo>
                  <a:pt x="246355" y="0"/>
                </a:lnTo>
                <a:lnTo>
                  <a:pt x="214436" y="0"/>
                </a:lnTo>
                <a:lnTo>
                  <a:pt x="182518" y="0"/>
                </a:lnTo>
                <a:lnTo>
                  <a:pt x="150600" y="0"/>
                </a:lnTo>
                <a:lnTo>
                  <a:pt x="118682" y="0"/>
                </a:lnTo>
                <a:lnTo>
                  <a:pt x="86763" y="0"/>
                </a:lnTo>
                <a:lnTo>
                  <a:pt x="54845" y="0"/>
                </a:lnTo>
                <a:lnTo>
                  <a:pt x="22927" y="0"/>
                </a:lnTo>
                <a:lnTo>
                  <a:pt x="0" y="5667"/>
                </a:lnTo>
                <a:lnTo>
                  <a:pt x="0" y="25784"/>
                </a:lnTo>
                <a:lnTo>
                  <a:pt x="0" y="45901"/>
                </a:lnTo>
                <a:lnTo>
                  <a:pt x="0" y="66018"/>
                </a:lnTo>
                <a:lnTo>
                  <a:pt x="0" y="86135"/>
                </a:lnTo>
                <a:lnTo>
                  <a:pt x="0" y="106261"/>
                </a:lnTo>
                <a:lnTo>
                  <a:pt x="0" y="126378"/>
                </a:lnTo>
                <a:lnTo>
                  <a:pt x="0" y="146495"/>
                </a:lnTo>
                <a:lnTo>
                  <a:pt x="0" y="166611"/>
                </a:lnTo>
                <a:lnTo>
                  <a:pt x="0" y="186728"/>
                </a:lnTo>
                <a:lnTo>
                  <a:pt x="0" y="206845"/>
                </a:lnTo>
                <a:lnTo>
                  <a:pt x="0" y="226962"/>
                </a:lnTo>
                <a:lnTo>
                  <a:pt x="0" y="247088"/>
                </a:lnTo>
                <a:lnTo>
                  <a:pt x="0" y="267205"/>
                </a:lnTo>
                <a:lnTo>
                  <a:pt x="0" y="287322"/>
                </a:lnTo>
                <a:lnTo>
                  <a:pt x="0" y="307438"/>
                </a:lnTo>
                <a:lnTo>
                  <a:pt x="0" y="327555"/>
                </a:lnTo>
                <a:lnTo>
                  <a:pt x="0" y="347672"/>
                </a:lnTo>
                <a:lnTo>
                  <a:pt x="0" y="367789"/>
                </a:lnTo>
                <a:lnTo>
                  <a:pt x="0" y="387906"/>
                </a:lnTo>
                <a:lnTo>
                  <a:pt x="0" y="408032"/>
                </a:lnTo>
                <a:lnTo>
                  <a:pt x="0" y="428149"/>
                </a:lnTo>
                <a:lnTo>
                  <a:pt x="0" y="448266"/>
                </a:lnTo>
                <a:lnTo>
                  <a:pt x="0" y="468382"/>
                </a:lnTo>
                <a:lnTo>
                  <a:pt x="0" y="488499"/>
                </a:lnTo>
                <a:lnTo>
                  <a:pt x="0" y="508616"/>
                </a:lnTo>
                <a:lnTo>
                  <a:pt x="0" y="528733"/>
                </a:lnTo>
                <a:lnTo>
                  <a:pt x="0" y="548850"/>
                </a:lnTo>
                <a:lnTo>
                  <a:pt x="0" y="568976"/>
                </a:lnTo>
                <a:lnTo>
                  <a:pt x="0" y="589093"/>
                </a:lnTo>
                <a:lnTo>
                  <a:pt x="0" y="609209"/>
                </a:lnTo>
                <a:lnTo>
                  <a:pt x="0" y="629326"/>
                </a:lnTo>
                <a:lnTo>
                  <a:pt x="0" y="649443"/>
                </a:lnTo>
                <a:lnTo>
                  <a:pt x="0" y="669560"/>
                </a:lnTo>
                <a:lnTo>
                  <a:pt x="0" y="689677"/>
                </a:lnTo>
                <a:lnTo>
                  <a:pt x="0" y="709793"/>
                </a:lnTo>
                <a:lnTo>
                  <a:pt x="0" y="729920"/>
                </a:lnTo>
                <a:lnTo>
                  <a:pt x="0" y="750037"/>
                </a:lnTo>
                <a:lnTo>
                  <a:pt x="0" y="770153"/>
                </a:lnTo>
                <a:lnTo>
                  <a:pt x="0" y="790270"/>
                </a:lnTo>
                <a:lnTo>
                  <a:pt x="0" y="810387"/>
                </a:lnTo>
                <a:lnTo>
                  <a:pt x="0" y="830504"/>
                </a:lnTo>
                <a:lnTo>
                  <a:pt x="0" y="850621"/>
                </a:lnTo>
                <a:lnTo>
                  <a:pt x="0" y="870737"/>
                </a:lnTo>
                <a:lnTo>
                  <a:pt x="0" y="890864"/>
                </a:lnTo>
                <a:lnTo>
                  <a:pt x="0" y="910981"/>
                </a:lnTo>
                <a:lnTo>
                  <a:pt x="0" y="931097"/>
                </a:lnTo>
                <a:lnTo>
                  <a:pt x="0" y="951214"/>
                </a:lnTo>
                <a:lnTo>
                  <a:pt x="0" y="971331"/>
                </a:lnTo>
                <a:lnTo>
                  <a:pt x="0" y="991448"/>
                </a:lnTo>
                <a:lnTo>
                  <a:pt x="0" y="1011565"/>
                </a:lnTo>
                <a:lnTo>
                  <a:pt x="0" y="1031681"/>
                </a:lnTo>
                <a:lnTo>
                  <a:pt x="0" y="1051808"/>
                </a:lnTo>
                <a:lnTo>
                  <a:pt x="0" y="1071924"/>
                </a:lnTo>
                <a:lnTo>
                  <a:pt x="0" y="1092041"/>
                </a:lnTo>
                <a:lnTo>
                  <a:pt x="0" y="1112158"/>
                </a:lnTo>
                <a:lnTo>
                  <a:pt x="0" y="1132275"/>
                </a:lnTo>
                <a:lnTo>
                  <a:pt x="0" y="1152392"/>
                </a:lnTo>
                <a:lnTo>
                  <a:pt x="0" y="1172508"/>
                </a:lnTo>
                <a:lnTo>
                  <a:pt x="0" y="1192625"/>
                </a:lnTo>
                <a:lnTo>
                  <a:pt x="0" y="1212752"/>
                </a:lnTo>
                <a:lnTo>
                  <a:pt x="0" y="1232868"/>
                </a:lnTo>
                <a:lnTo>
                  <a:pt x="0" y="12529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CBD73D4D-2345-49F5-9EFB-D18CFBA0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563" y="2582313"/>
            <a:ext cx="1987896" cy="215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8D08AEB2-6D9D-4DF0-9788-4AA6965E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063" y="3532080"/>
            <a:ext cx="732406" cy="303457"/>
          </a:xfrm>
          <a:custGeom xmlns:a="http://schemas.openxmlformats.org/drawingml/2006/main">
            <a:pathLst>
              <a:path w="732406" h="303457">
                <a:moveTo>
                  <a:pt x="732406" y="0"/>
                </a:moveTo>
                <a:lnTo>
                  <a:pt x="731530" y="5029"/>
                </a:lnTo>
                <a:lnTo>
                  <a:pt x="730387" y="10049"/>
                </a:lnTo>
                <a:lnTo>
                  <a:pt x="729053" y="15040"/>
                </a:lnTo>
                <a:lnTo>
                  <a:pt x="727548" y="20012"/>
                </a:lnTo>
                <a:lnTo>
                  <a:pt x="725891" y="24965"/>
                </a:lnTo>
                <a:lnTo>
                  <a:pt x="724091" y="29899"/>
                </a:lnTo>
                <a:lnTo>
                  <a:pt x="722147" y="34814"/>
                </a:lnTo>
                <a:lnTo>
                  <a:pt x="720080" y="39710"/>
                </a:lnTo>
                <a:lnTo>
                  <a:pt x="717890" y="44577"/>
                </a:lnTo>
                <a:lnTo>
                  <a:pt x="715566" y="49425"/>
                </a:lnTo>
                <a:lnTo>
                  <a:pt x="713118" y="54254"/>
                </a:lnTo>
                <a:lnTo>
                  <a:pt x="710555" y="59045"/>
                </a:lnTo>
                <a:lnTo>
                  <a:pt x="707869" y="63818"/>
                </a:lnTo>
                <a:lnTo>
                  <a:pt x="705069" y="68570"/>
                </a:lnTo>
                <a:lnTo>
                  <a:pt x="702154" y="73285"/>
                </a:lnTo>
                <a:lnTo>
                  <a:pt x="699125" y="77972"/>
                </a:lnTo>
                <a:lnTo>
                  <a:pt x="695982" y="82639"/>
                </a:lnTo>
                <a:lnTo>
                  <a:pt x="692725" y="87268"/>
                </a:lnTo>
                <a:lnTo>
                  <a:pt x="689353" y="91859"/>
                </a:lnTo>
                <a:lnTo>
                  <a:pt x="685876" y="96422"/>
                </a:lnTo>
                <a:lnTo>
                  <a:pt x="682285" y="100955"/>
                </a:lnTo>
                <a:lnTo>
                  <a:pt x="678580" y="105451"/>
                </a:lnTo>
                <a:lnTo>
                  <a:pt x="674770" y="109909"/>
                </a:lnTo>
                <a:lnTo>
                  <a:pt x="670855" y="114329"/>
                </a:lnTo>
                <a:lnTo>
                  <a:pt x="666836" y="118710"/>
                </a:lnTo>
                <a:lnTo>
                  <a:pt x="662702" y="123053"/>
                </a:lnTo>
                <a:lnTo>
                  <a:pt x="658463" y="127359"/>
                </a:lnTo>
                <a:lnTo>
                  <a:pt x="654129" y="131616"/>
                </a:lnTo>
                <a:lnTo>
                  <a:pt x="649681" y="135836"/>
                </a:lnTo>
                <a:lnTo>
                  <a:pt x="645138" y="140008"/>
                </a:lnTo>
                <a:lnTo>
                  <a:pt x="640490" y="144142"/>
                </a:lnTo>
                <a:lnTo>
                  <a:pt x="635737" y="148219"/>
                </a:lnTo>
                <a:lnTo>
                  <a:pt x="630888" y="152257"/>
                </a:lnTo>
                <a:lnTo>
                  <a:pt x="625935" y="156248"/>
                </a:lnTo>
                <a:lnTo>
                  <a:pt x="620897" y="160191"/>
                </a:lnTo>
                <a:lnTo>
                  <a:pt x="615753" y="164078"/>
                </a:lnTo>
                <a:lnTo>
                  <a:pt x="610524" y="167926"/>
                </a:lnTo>
                <a:lnTo>
                  <a:pt x="605190" y="171717"/>
                </a:lnTo>
                <a:lnTo>
                  <a:pt x="599770" y="175451"/>
                </a:lnTo>
                <a:lnTo>
                  <a:pt x="594265" y="179137"/>
                </a:lnTo>
                <a:lnTo>
                  <a:pt x="588664" y="182766"/>
                </a:lnTo>
                <a:lnTo>
                  <a:pt x="582978" y="186338"/>
                </a:lnTo>
                <a:lnTo>
                  <a:pt x="577205" y="189862"/>
                </a:lnTo>
                <a:lnTo>
                  <a:pt x="571348" y="193329"/>
                </a:lnTo>
                <a:lnTo>
                  <a:pt x="565414" y="196739"/>
                </a:lnTo>
                <a:lnTo>
                  <a:pt x="559394" y="200092"/>
                </a:lnTo>
                <a:lnTo>
                  <a:pt x="553298" y="203397"/>
                </a:lnTo>
                <a:lnTo>
                  <a:pt x="547116" y="206635"/>
                </a:lnTo>
                <a:lnTo>
                  <a:pt x="540868" y="209817"/>
                </a:lnTo>
                <a:lnTo>
                  <a:pt x="534543" y="212941"/>
                </a:lnTo>
                <a:lnTo>
                  <a:pt x="528152" y="216008"/>
                </a:lnTo>
                <a:lnTo>
                  <a:pt x="521694" y="219008"/>
                </a:lnTo>
                <a:lnTo>
                  <a:pt x="515160" y="221961"/>
                </a:lnTo>
                <a:lnTo>
                  <a:pt x="508559" y="224847"/>
                </a:lnTo>
                <a:lnTo>
                  <a:pt x="501901" y="227676"/>
                </a:lnTo>
                <a:lnTo>
                  <a:pt x="495176" y="230448"/>
                </a:lnTo>
                <a:lnTo>
                  <a:pt x="488394" y="233162"/>
                </a:lnTo>
                <a:lnTo>
                  <a:pt x="481555" y="235820"/>
                </a:lnTo>
                <a:lnTo>
                  <a:pt x="474650" y="238411"/>
                </a:lnTo>
                <a:lnTo>
                  <a:pt x="467697" y="240944"/>
                </a:lnTo>
                <a:lnTo>
                  <a:pt x="460696" y="243430"/>
                </a:lnTo>
                <a:lnTo>
                  <a:pt x="453638" y="245850"/>
                </a:lnTo>
                <a:lnTo>
                  <a:pt x="446532" y="248202"/>
                </a:lnTo>
                <a:lnTo>
                  <a:pt x="439379" y="250508"/>
                </a:lnTo>
                <a:lnTo>
                  <a:pt x="432178" y="252755"/>
                </a:lnTo>
                <a:lnTo>
                  <a:pt x="424929" y="254946"/>
                </a:lnTo>
                <a:lnTo>
                  <a:pt x="417643" y="257080"/>
                </a:lnTo>
                <a:lnTo>
                  <a:pt x="410318" y="259156"/>
                </a:lnTo>
                <a:lnTo>
                  <a:pt x="402955" y="261176"/>
                </a:lnTo>
                <a:lnTo>
                  <a:pt x="395545" y="263138"/>
                </a:lnTo>
                <a:lnTo>
                  <a:pt x="388106" y="265052"/>
                </a:lnTo>
                <a:lnTo>
                  <a:pt x="380638" y="266910"/>
                </a:lnTo>
                <a:lnTo>
                  <a:pt x="373123" y="268710"/>
                </a:lnTo>
                <a:lnTo>
                  <a:pt x="365589" y="270462"/>
                </a:lnTo>
                <a:lnTo>
                  <a:pt x="358016" y="272158"/>
                </a:lnTo>
                <a:lnTo>
                  <a:pt x="350415" y="273796"/>
                </a:lnTo>
                <a:lnTo>
                  <a:pt x="342795" y="275387"/>
                </a:lnTo>
                <a:lnTo>
                  <a:pt x="335137" y="276930"/>
                </a:lnTo>
                <a:lnTo>
                  <a:pt x="327460" y="278416"/>
                </a:lnTo>
                <a:lnTo>
                  <a:pt x="319764" y="279864"/>
                </a:lnTo>
                <a:lnTo>
                  <a:pt x="312029" y="281254"/>
                </a:lnTo>
                <a:lnTo>
                  <a:pt x="304286" y="282588"/>
                </a:lnTo>
                <a:lnTo>
                  <a:pt x="296523" y="283883"/>
                </a:lnTo>
                <a:lnTo>
                  <a:pt x="288731" y="285131"/>
                </a:lnTo>
                <a:lnTo>
                  <a:pt x="280930" y="286331"/>
                </a:lnTo>
                <a:lnTo>
                  <a:pt x="273110" y="287484"/>
                </a:lnTo>
                <a:lnTo>
                  <a:pt x="265271" y="288588"/>
                </a:lnTo>
                <a:lnTo>
                  <a:pt x="257413" y="289655"/>
                </a:lnTo>
                <a:lnTo>
                  <a:pt x="249545" y="290665"/>
                </a:lnTo>
                <a:lnTo>
                  <a:pt x="241659" y="291646"/>
                </a:lnTo>
                <a:lnTo>
                  <a:pt x="233763" y="292570"/>
                </a:lnTo>
                <a:lnTo>
                  <a:pt x="225857" y="293465"/>
                </a:lnTo>
                <a:lnTo>
                  <a:pt x="217932" y="294303"/>
                </a:lnTo>
                <a:lnTo>
                  <a:pt x="209998" y="295113"/>
                </a:lnTo>
                <a:lnTo>
                  <a:pt x="202054" y="295875"/>
                </a:lnTo>
                <a:lnTo>
                  <a:pt x="194110" y="296599"/>
                </a:lnTo>
                <a:lnTo>
                  <a:pt x="186147" y="297285"/>
                </a:lnTo>
                <a:lnTo>
                  <a:pt x="178175" y="297923"/>
                </a:lnTo>
                <a:lnTo>
                  <a:pt x="170202" y="298533"/>
                </a:lnTo>
                <a:lnTo>
                  <a:pt x="162220" y="299095"/>
                </a:lnTo>
                <a:lnTo>
                  <a:pt x="154229" y="299628"/>
                </a:lnTo>
                <a:lnTo>
                  <a:pt x="146237" y="300123"/>
                </a:lnTo>
                <a:lnTo>
                  <a:pt x="138236" y="300580"/>
                </a:lnTo>
                <a:lnTo>
                  <a:pt x="130226" y="301000"/>
                </a:lnTo>
                <a:lnTo>
                  <a:pt x="122215" y="301390"/>
                </a:lnTo>
                <a:lnTo>
                  <a:pt x="114205" y="301742"/>
                </a:lnTo>
                <a:lnTo>
                  <a:pt x="106185" y="302057"/>
                </a:lnTo>
                <a:lnTo>
                  <a:pt x="98165" y="302343"/>
                </a:lnTo>
                <a:lnTo>
                  <a:pt x="90145" y="302590"/>
                </a:lnTo>
                <a:lnTo>
                  <a:pt x="82115" y="302809"/>
                </a:lnTo>
                <a:lnTo>
                  <a:pt x="74085" y="302990"/>
                </a:lnTo>
                <a:lnTo>
                  <a:pt x="66056" y="303143"/>
                </a:lnTo>
                <a:lnTo>
                  <a:pt x="58026" y="303266"/>
                </a:lnTo>
                <a:lnTo>
                  <a:pt x="49997" y="303362"/>
                </a:lnTo>
                <a:lnTo>
                  <a:pt x="41958" y="303419"/>
                </a:lnTo>
                <a:lnTo>
                  <a:pt x="33928" y="303457"/>
                </a:lnTo>
                <a:lnTo>
                  <a:pt x="25889" y="303457"/>
                </a:lnTo>
                <a:lnTo>
                  <a:pt x="17859" y="303428"/>
                </a:lnTo>
                <a:lnTo>
                  <a:pt x="9830" y="303371"/>
                </a:lnTo>
                <a:lnTo>
                  <a:pt x="1791" y="303286"/>
                </a:lnTo>
                <a:lnTo>
                  <a:pt x="0" y="303209"/>
                </a:lnTo>
                <a:lnTo>
                  <a:pt x="8030" y="303076"/>
                </a:lnTo>
                <a:lnTo>
                  <a:pt x="16059" y="302866"/>
                </a:lnTo>
                <a:lnTo>
                  <a:pt x="24079" y="302590"/>
                </a:lnTo>
                <a:lnTo>
                  <a:pt x="32099" y="302257"/>
                </a:lnTo>
                <a:lnTo>
                  <a:pt x="40100" y="301857"/>
                </a:lnTo>
                <a:lnTo>
                  <a:pt x="48101" y="301400"/>
                </a:lnTo>
                <a:lnTo>
                  <a:pt x="56102" y="300895"/>
                </a:lnTo>
                <a:lnTo>
                  <a:pt x="64084" y="300333"/>
                </a:lnTo>
                <a:lnTo>
                  <a:pt x="72057" y="299723"/>
                </a:lnTo>
                <a:lnTo>
                  <a:pt x="80020" y="299056"/>
                </a:lnTo>
                <a:lnTo>
                  <a:pt x="87973" y="298342"/>
                </a:lnTo>
                <a:lnTo>
                  <a:pt x="95917" y="297571"/>
                </a:lnTo>
                <a:lnTo>
                  <a:pt x="103842" y="296742"/>
                </a:lnTo>
                <a:lnTo>
                  <a:pt x="111747" y="295856"/>
                </a:lnTo>
                <a:lnTo>
                  <a:pt x="119644" y="294923"/>
                </a:lnTo>
                <a:lnTo>
                  <a:pt x="127521" y="293932"/>
                </a:lnTo>
                <a:lnTo>
                  <a:pt x="135379" y="292875"/>
                </a:lnTo>
                <a:lnTo>
                  <a:pt x="143218" y="291770"/>
                </a:lnTo>
                <a:lnTo>
                  <a:pt x="151038" y="290598"/>
                </a:lnTo>
                <a:lnTo>
                  <a:pt x="158829" y="289379"/>
                </a:lnTo>
                <a:lnTo>
                  <a:pt x="166602" y="288084"/>
                </a:lnTo>
                <a:lnTo>
                  <a:pt x="174336" y="286731"/>
                </a:lnTo>
                <a:lnTo>
                  <a:pt x="182051" y="285312"/>
                </a:lnTo>
                <a:lnTo>
                  <a:pt x="189728" y="283826"/>
                </a:lnTo>
                <a:lnTo>
                  <a:pt x="197377" y="282273"/>
                </a:lnTo>
                <a:lnTo>
                  <a:pt x="204988" y="280645"/>
                </a:lnTo>
                <a:lnTo>
                  <a:pt x="212560" y="278949"/>
                </a:lnTo>
                <a:lnTo>
                  <a:pt x="220085" y="277178"/>
                </a:lnTo>
                <a:lnTo>
                  <a:pt x="227562" y="275339"/>
                </a:lnTo>
                <a:lnTo>
                  <a:pt x="235001" y="273415"/>
                </a:lnTo>
                <a:lnTo>
                  <a:pt x="242373" y="271405"/>
                </a:lnTo>
                <a:lnTo>
                  <a:pt x="249698" y="269319"/>
                </a:lnTo>
                <a:lnTo>
                  <a:pt x="256956" y="267157"/>
                </a:lnTo>
                <a:lnTo>
                  <a:pt x="264147" y="264900"/>
                </a:lnTo>
                <a:lnTo>
                  <a:pt x="271262" y="262557"/>
                </a:lnTo>
                <a:lnTo>
                  <a:pt x="278311" y="260118"/>
                </a:lnTo>
                <a:lnTo>
                  <a:pt x="285264" y="257585"/>
                </a:lnTo>
                <a:lnTo>
                  <a:pt x="292141" y="254965"/>
                </a:lnTo>
                <a:lnTo>
                  <a:pt x="298914" y="252241"/>
                </a:lnTo>
                <a:lnTo>
                  <a:pt x="305581" y="249422"/>
                </a:lnTo>
                <a:lnTo>
                  <a:pt x="312144" y="246497"/>
                </a:lnTo>
                <a:lnTo>
                  <a:pt x="318583" y="243469"/>
                </a:lnTo>
                <a:lnTo>
                  <a:pt x="324898" y="240344"/>
                </a:lnTo>
                <a:lnTo>
                  <a:pt x="331079" y="237106"/>
                </a:lnTo>
                <a:lnTo>
                  <a:pt x="337109" y="233763"/>
                </a:lnTo>
                <a:lnTo>
                  <a:pt x="342995" y="230315"/>
                </a:lnTo>
                <a:lnTo>
                  <a:pt x="348710" y="226752"/>
                </a:lnTo>
                <a:lnTo>
                  <a:pt x="354254" y="223095"/>
                </a:lnTo>
                <a:lnTo>
                  <a:pt x="359616" y="219323"/>
                </a:lnTo>
                <a:lnTo>
                  <a:pt x="364779" y="215446"/>
                </a:lnTo>
                <a:lnTo>
                  <a:pt x="369751" y="211465"/>
                </a:lnTo>
                <a:lnTo>
                  <a:pt x="374513" y="207388"/>
                </a:lnTo>
                <a:lnTo>
                  <a:pt x="379047" y="203206"/>
                </a:lnTo>
                <a:lnTo>
                  <a:pt x="383362" y="198939"/>
                </a:lnTo>
                <a:lnTo>
                  <a:pt x="387439" y="194577"/>
                </a:lnTo>
                <a:lnTo>
                  <a:pt x="391287" y="190129"/>
                </a:lnTo>
                <a:lnTo>
                  <a:pt x="394878" y="185604"/>
                </a:lnTo>
                <a:lnTo>
                  <a:pt x="398231" y="180994"/>
                </a:lnTo>
                <a:lnTo>
                  <a:pt x="401326" y="176327"/>
                </a:lnTo>
                <a:lnTo>
                  <a:pt x="404174" y="171593"/>
                </a:lnTo>
                <a:lnTo>
                  <a:pt x="406765" y="166802"/>
                </a:lnTo>
                <a:lnTo>
                  <a:pt x="409099" y="161954"/>
                </a:lnTo>
                <a:lnTo>
                  <a:pt x="411194" y="157067"/>
                </a:lnTo>
                <a:lnTo>
                  <a:pt x="413033" y="152133"/>
                </a:lnTo>
                <a:lnTo>
                  <a:pt x="414623" y="147171"/>
                </a:lnTo>
                <a:lnTo>
                  <a:pt x="415976" y="142180"/>
                </a:lnTo>
                <a:lnTo>
                  <a:pt x="417100" y="137170"/>
                </a:lnTo>
                <a:lnTo>
                  <a:pt x="417986" y="132140"/>
                </a:lnTo>
                <a:lnTo>
                  <a:pt x="418652" y="127092"/>
                </a:lnTo>
                <a:lnTo>
                  <a:pt x="419110" y="122034"/>
                </a:lnTo>
                <a:lnTo>
                  <a:pt x="419348" y="116977"/>
                </a:lnTo>
                <a:lnTo>
                  <a:pt x="419386" y="111909"/>
                </a:lnTo>
                <a:lnTo>
                  <a:pt x="419224" y="106851"/>
                </a:lnTo>
                <a:lnTo>
                  <a:pt x="418871" y="101784"/>
                </a:lnTo>
                <a:lnTo>
                  <a:pt x="418348" y="96736"/>
                </a:lnTo>
                <a:lnTo>
                  <a:pt x="425777" y="95498"/>
                </a:lnTo>
                <a:lnTo>
                  <a:pt x="433607" y="94364"/>
                </a:lnTo>
                <a:lnTo>
                  <a:pt x="441408" y="93155"/>
                </a:lnTo>
                <a:lnTo>
                  <a:pt x="449189" y="91888"/>
                </a:lnTo>
                <a:lnTo>
                  <a:pt x="456943" y="90564"/>
                </a:lnTo>
                <a:lnTo>
                  <a:pt x="464668" y="89183"/>
                </a:lnTo>
                <a:lnTo>
                  <a:pt x="472373" y="87754"/>
                </a:lnTo>
                <a:lnTo>
                  <a:pt x="480060" y="86268"/>
                </a:lnTo>
                <a:lnTo>
                  <a:pt x="487718" y="84744"/>
                </a:lnTo>
                <a:lnTo>
                  <a:pt x="495348" y="83163"/>
                </a:lnTo>
                <a:lnTo>
                  <a:pt x="502958" y="81544"/>
                </a:lnTo>
                <a:lnTo>
                  <a:pt x="510540" y="79867"/>
                </a:lnTo>
                <a:lnTo>
                  <a:pt x="518103" y="78143"/>
                </a:lnTo>
                <a:lnTo>
                  <a:pt x="525628" y="76381"/>
                </a:lnTo>
                <a:lnTo>
                  <a:pt x="533133" y="74571"/>
                </a:lnTo>
                <a:lnTo>
                  <a:pt x="540601" y="72704"/>
                </a:lnTo>
                <a:lnTo>
                  <a:pt x="548040" y="70799"/>
                </a:lnTo>
                <a:lnTo>
                  <a:pt x="555450" y="68847"/>
                </a:lnTo>
                <a:lnTo>
                  <a:pt x="562832" y="66846"/>
                </a:lnTo>
                <a:lnTo>
                  <a:pt x="570176" y="64789"/>
                </a:lnTo>
                <a:lnTo>
                  <a:pt x="577491" y="62694"/>
                </a:lnTo>
                <a:lnTo>
                  <a:pt x="584768" y="60550"/>
                </a:lnTo>
                <a:lnTo>
                  <a:pt x="592007" y="58350"/>
                </a:lnTo>
                <a:lnTo>
                  <a:pt x="599208" y="56112"/>
                </a:lnTo>
                <a:lnTo>
                  <a:pt x="606371" y="53816"/>
                </a:lnTo>
                <a:lnTo>
                  <a:pt x="613486" y="51473"/>
                </a:lnTo>
                <a:lnTo>
                  <a:pt x="620563" y="49073"/>
                </a:lnTo>
                <a:lnTo>
                  <a:pt x="627602" y="46625"/>
                </a:lnTo>
                <a:lnTo>
                  <a:pt x="634584" y="44129"/>
                </a:lnTo>
                <a:lnTo>
                  <a:pt x="641528" y="41577"/>
                </a:lnTo>
                <a:lnTo>
                  <a:pt x="648414" y="38967"/>
                </a:lnTo>
                <a:lnTo>
                  <a:pt x="655253" y="36309"/>
                </a:lnTo>
                <a:lnTo>
                  <a:pt x="662035" y="33595"/>
                </a:lnTo>
                <a:lnTo>
                  <a:pt x="668760" y="30832"/>
                </a:lnTo>
                <a:lnTo>
                  <a:pt x="675427" y="28004"/>
                </a:lnTo>
                <a:lnTo>
                  <a:pt x="682038" y="25127"/>
                </a:lnTo>
                <a:lnTo>
                  <a:pt x="688581" y="22193"/>
                </a:lnTo>
                <a:lnTo>
                  <a:pt x="695058" y="19193"/>
                </a:lnTo>
                <a:lnTo>
                  <a:pt x="701469" y="16145"/>
                </a:lnTo>
                <a:lnTo>
                  <a:pt x="707812" y="13030"/>
                </a:lnTo>
                <a:lnTo>
                  <a:pt x="714080" y="9868"/>
                </a:lnTo>
                <a:lnTo>
                  <a:pt x="720261" y="6639"/>
                </a:lnTo>
                <a:lnTo>
                  <a:pt x="726377" y="3343"/>
                </a:lnTo>
                <a:lnTo>
                  <a:pt x="73240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1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6A2C03B4-6DD9-44FD-AAB8-78CE4EF0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2648" y="3503257"/>
            <a:ext cx="1988353" cy="333146"/>
          </a:xfrm>
          <a:custGeom xmlns:a="http://schemas.openxmlformats.org/drawingml/2006/main">
            <a:pathLst>
              <a:path w="1988353" h="333146">
                <a:moveTo>
                  <a:pt x="1987734" y="0"/>
                </a:moveTo>
                <a:lnTo>
                  <a:pt x="1988353" y="12268"/>
                </a:lnTo>
                <a:lnTo>
                  <a:pt x="1988077" y="24546"/>
                </a:lnTo>
                <a:lnTo>
                  <a:pt x="1987115" y="36805"/>
                </a:lnTo>
                <a:lnTo>
                  <a:pt x="1985515" y="49035"/>
                </a:lnTo>
                <a:lnTo>
                  <a:pt x="1983296" y="61236"/>
                </a:lnTo>
                <a:lnTo>
                  <a:pt x="1980467" y="73381"/>
                </a:lnTo>
                <a:lnTo>
                  <a:pt x="1977019" y="85458"/>
                </a:lnTo>
                <a:lnTo>
                  <a:pt x="1972951" y="97469"/>
                </a:lnTo>
                <a:lnTo>
                  <a:pt x="1968256" y="109376"/>
                </a:lnTo>
                <a:lnTo>
                  <a:pt x="1962922" y="121187"/>
                </a:lnTo>
                <a:lnTo>
                  <a:pt x="1956921" y="132864"/>
                </a:lnTo>
                <a:lnTo>
                  <a:pt x="1950244" y="144399"/>
                </a:lnTo>
                <a:lnTo>
                  <a:pt x="1942881" y="155762"/>
                </a:lnTo>
                <a:lnTo>
                  <a:pt x="1934832" y="166935"/>
                </a:lnTo>
                <a:lnTo>
                  <a:pt x="1926060" y="177898"/>
                </a:lnTo>
                <a:lnTo>
                  <a:pt x="1916582" y="188624"/>
                </a:lnTo>
                <a:lnTo>
                  <a:pt x="1906372" y="199073"/>
                </a:lnTo>
                <a:lnTo>
                  <a:pt x="1895446" y="209236"/>
                </a:lnTo>
                <a:lnTo>
                  <a:pt x="1883807" y="219075"/>
                </a:lnTo>
                <a:lnTo>
                  <a:pt x="1871462" y="228571"/>
                </a:lnTo>
                <a:lnTo>
                  <a:pt x="1858432" y="237696"/>
                </a:lnTo>
                <a:lnTo>
                  <a:pt x="1844735" y="246421"/>
                </a:lnTo>
                <a:lnTo>
                  <a:pt x="1830410" y="254727"/>
                </a:lnTo>
                <a:lnTo>
                  <a:pt x="1815465" y="262604"/>
                </a:lnTo>
                <a:lnTo>
                  <a:pt x="1799968" y="270034"/>
                </a:lnTo>
                <a:lnTo>
                  <a:pt x="1783937" y="277006"/>
                </a:lnTo>
                <a:lnTo>
                  <a:pt x="1767421" y="283521"/>
                </a:lnTo>
                <a:lnTo>
                  <a:pt x="1750476" y="289560"/>
                </a:lnTo>
                <a:lnTo>
                  <a:pt x="1733121" y="295142"/>
                </a:lnTo>
                <a:lnTo>
                  <a:pt x="1715424" y="300257"/>
                </a:lnTo>
                <a:lnTo>
                  <a:pt x="1697412" y="304924"/>
                </a:lnTo>
                <a:lnTo>
                  <a:pt x="1679124" y="309153"/>
                </a:lnTo>
                <a:lnTo>
                  <a:pt x="1660608" y="312953"/>
                </a:lnTo>
                <a:lnTo>
                  <a:pt x="1641891" y="316344"/>
                </a:lnTo>
                <a:lnTo>
                  <a:pt x="1623003" y="319326"/>
                </a:lnTo>
                <a:lnTo>
                  <a:pt x="1603962" y="321926"/>
                </a:lnTo>
                <a:lnTo>
                  <a:pt x="1584817" y="324164"/>
                </a:lnTo>
                <a:lnTo>
                  <a:pt x="1565567" y="326050"/>
                </a:lnTo>
                <a:lnTo>
                  <a:pt x="1546250" y="327603"/>
                </a:lnTo>
                <a:lnTo>
                  <a:pt x="1526867" y="328832"/>
                </a:lnTo>
                <a:lnTo>
                  <a:pt x="1507455" y="329746"/>
                </a:lnTo>
                <a:lnTo>
                  <a:pt x="1487986" y="330184"/>
                </a:lnTo>
                <a:lnTo>
                  <a:pt x="1468517" y="330470"/>
                </a:lnTo>
                <a:lnTo>
                  <a:pt x="1449038" y="330698"/>
                </a:lnTo>
                <a:lnTo>
                  <a:pt x="1429569" y="330889"/>
                </a:lnTo>
                <a:lnTo>
                  <a:pt x="1410091" y="331060"/>
                </a:lnTo>
                <a:lnTo>
                  <a:pt x="1390621" y="331213"/>
                </a:lnTo>
                <a:lnTo>
                  <a:pt x="1371143" y="331356"/>
                </a:lnTo>
                <a:lnTo>
                  <a:pt x="1351664" y="331489"/>
                </a:lnTo>
                <a:lnTo>
                  <a:pt x="1332195" y="331603"/>
                </a:lnTo>
                <a:lnTo>
                  <a:pt x="1312716" y="331718"/>
                </a:lnTo>
                <a:lnTo>
                  <a:pt x="1293238" y="331822"/>
                </a:lnTo>
                <a:lnTo>
                  <a:pt x="1273759" y="331918"/>
                </a:lnTo>
                <a:lnTo>
                  <a:pt x="1254290" y="332013"/>
                </a:lnTo>
                <a:lnTo>
                  <a:pt x="1234811" y="332099"/>
                </a:lnTo>
                <a:lnTo>
                  <a:pt x="1215333" y="332184"/>
                </a:lnTo>
                <a:lnTo>
                  <a:pt x="1195864" y="332261"/>
                </a:lnTo>
                <a:lnTo>
                  <a:pt x="1176385" y="332327"/>
                </a:lnTo>
                <a:lnTo>
                  <a:pt x="1156907" y="332403"/>
                </a:lnTo>
                <a:lnTo>
                  <a:pt x="1137428" y="332470"/>
                </a:lnTo>
                <a:lnTo>
                  <a:pt x="1117949" y="332527"/>
                </a:lnTo>
                <a:lnTo>
                  <a:pt x="1098480" y="332584"/>
                </a:lnTo>
                <a:lnTo>
                  <a:pt x="1079002" y="332642"/>
                </a:lnTo>
                <a:lnTo>
                  <a:pt x="1059523" y="332689"/>
                </a:lnTo>
                <a:lnTo>
                  <a:pt x="1040044" y="332746"/>
                </a:lnTo>
                <a:lnTo>
                  <a:pt x="1020575" y="332794"/>
                </a:lnTo>
                <a:lnTo>
                  <a:pt x="1001097" y="332832"/>
                </a:lnTo>
                <a:lnTo>
                  <a:pt x="981618" y="332870"/>
                </a:lnTo>
                <a:lnTo>
                  <a:pt x="962139" y="332908"/>
                </a:lnTo>
                <a:lnTo>
                  <a:pt x="942670" y="332946"/>
                </a:lnTo>
                <a:lnTo>
                  <a:pt x="923192" y="332975"/>
                </a:lnTo>
                <a:lnTo>
                  <a:pt x="903713" y="333004"/>
                </a:lnTo>
                <a:lnTo>
                  <a:pt x="884234" y="333032"/>
                </a:lnTo>
                <a:lnTo>
                  <a:pt x="864756" y="333051"/>
                </a:lnTo>
                <a:lnTo>
                  <a:pt x="845287" y="333080"/>
                </a:lnTo>
                <a:lnTo>
                  <a:pt x="825808" y="333099"/>
                </a:lnTo>
                <a:lnTo>
                  <a:pt x="806329" y="333108"/>
                </a:lnTo>
                <a:lnTo>
                  <a:pt x="786851" y="333127"/>
                </a:lnTo>
                <a:lnTo>
                  <a:pt x="767372" y="333137"/>
                </a:lnTo>
                <a:lnTo>
                  <a:pt x="747903" y="333137"/>
                </a:lnTo>
                <a:lnTo>
                  <a:pt x="728424" y="333146"/>
                </a:lnTo>
                <a:lnTo>
                  <a:pt x="708946" y="333146"/>
                </a:lnTo>
                <a:lnTo>
                  <a:pt x="689467" y="333146"/>
                </a:lnTo>
                <a:lnTo>
                  <a:pt x="669989" y="333137"/>
                </a:lnTo>
                <a:lnTo>
                  <a:pt x="650519" y="333137"/>
                </a:lnTo>
                <a:lnTo>
                  <a:pt x="631041" y="333127"/>
                </a:lnTo>
                <a:lnTo>
                  <a:pt x="611562" y="333108"/>
                </a:lnTo>
                <a:lnTo>
                  <a:pt x="592084" y="333089"/>
                </a:lnTo>
                <a:lnTo>
                  <a:pt x="572614" y="333070"/>
                </a:lnTo>
                <a:lnTo>
                  <a:pt x="553136" y="333051"/>
                </a:lnTo>
                <a:lnTo>
                  <a:pt x="533657" y="333023"/>
                </a:lnTo>
                <a:lnTo>
                  <a:pt x="514179" y="332994"/>
                </a:lnTo>
                <a:lnTo>
                  <a:pt x="494700" y="332956"/>
                </a:lnTo>
                <a:lnTo>
                  <a:pt x="475231" y="332918"/>
                </a:lnTo>
                <a:lnTo>
                  <a:pt x="455752" y="332870"/>
                </a:lnTo>
                <a:lnTo>
                  <a:pt x="436274" y="332823"/>
                </a:lnTo>
                <a:lnTo>
                  <a:pt x="416795" y="332765"/>
                </a:lnTo>
                <a:lnTo>
                  <a:pt x="397326" y="332708"/>
                </a:lnTo>
                <a:lnTo>
                  <a:pt x="377847" y="332651"/>
                </a:lnTo>
                <a:lnTo>
                  <a:pt x="358369" y="332584"/>
                </a:lnTo>
                <a:lnTo>
                  <a:pt x="338890" y="332508"/>
                </a:lnTo>
                <a:lnTo>
                  <a:pt x="319421" y="332432"/>
                </a:lnTo>
                <a:lnTo>
                  <a:pt x="299942" y="332337"/>
                </a:lnTo>
                <a:lnTo>
                  <a:pt x="280464" y="332242"/>
                </a:lnTo>
                <a:lnTo>
                  <a:pt x="260985" y="332137"/>
                </a:lnTo>
                <a:lnTo>
                  <a:pt x="241516" y="332022"/>
                </a:lnTo>
                <a:lnTo>
                  <a:pt x="222037" y="331899"/>
                </a:lnTo>
                <a:lnTo>
                  <a:pt x="202559" y="331765"/>
                </a:lnTo>
                <a:lnTo>
                  <a:pt x="183090" y="331613"/>
                </a:lnTo>
                <a:lnTo>
                  <a:pt x="163611" y="331451"/>
                </a:lnTo>
                <a:lnTo>
                  <a:pt x="144132" y="331270"/>
                </a:lnTo>
                <a:lnTo>
                  <a:pt x="124663" y="331060"/>
                </a:lnTo>
                <a:lnTo>
                  <a:pt x="105194" y="330832"/>
                </a:lnTo>
                <a:lnTo>
                  <a:pt x="85715" y="330565"/>
                </a:lnTo>
                <a:lnTo>
                  <a:pt x="66246" y="330251"/>
                </a:lnTo>
                <a:lnTo>
                  <a:pt x="46777" y="329870"/>
                </a:lnTo>
                <a:lnTo>
                  <a:pt x="27318" y="329365"/>
                </a:lnTo>
                <a:lnTo>
                  <a:pt x="7887" y="328565"/>
                </a:lnTo>
                <a:lnTo>
                  <a:pt x="3610" y="318592"/>
                </a:lnTo>
                <a:lnTo>
                  <a:pt x="3353" y="306314"/>
                </a:lnTo>
                <a:lnTo>
                  <a:pt x="3096" y="294037"/>
                </a:lnTo>
                <a:lnTo>
                  <a:pt x="2838" y="281759"/>
                </a:lnTo>
                <a:lnTo>
                  <a:pt x="2581" y="269491"/>
                </a:lnTo>
                <a:lnTo>
                  <a:pt x="2324" y="257213"/>
                </a:lnTo>
                <a:lnTo>
                  <a:pt x="2067" y="244935"/>
                </a:lnTo>
                <a:lnTo>
                  <a:pt x="1810" y="232658"/>
                </a:lnTo>
                <a:lnTo>
                  <a:pt x="1543" y="220389"/>
                </a:lnTo>
                <a:lnTo>
                  <a:pt x="1286" y="208112"/>
                </a:lnTo>
                <a:lnTo>
                  <a:pt x="1029" y="195834"/>
                </a:lnTo>
                <a:lnTo>
                  <a:pt x="772" y="183566"/>
                </a:lnTo>
                <a:lnTo>
                  <a:pt x="514" y="171288"/>
                </a:lnTo>
                <a:lnTo>
                  <a:pt x="257" y="159010"/>
                </a:lnTo>
                <a:lnTo>
                  <a:pt x="0" y="146733"/>
                </a:lnTo>
                <a:lnTo>
                  <a:pt x="7144" y="138703"/>
                </a:lnTo>
                <a:lnTo>
                  <a:pt x="26575" y="137817"/>
                </a:lnTo>
                <a:lnTo>
                  <a:pt x="46015" y="137065"/>
                </a:lnTo>
                <a:lnTo>
                  <a:pt x="65465" y="136436"/>
                </a:lnTo>
                <a:lnTo>
                  <a:pt x="84925" y="135922"/>
                </a:lnTo>
                <a:lnTo>
                  <a:pt x="104384" y="135512"/>
                </a:lnTo>
                <a:lnTo>
                  <a:pt x="123854" y="135198"/>
                </a:lnTo>
                <a:lnTo>
                  <a:pt x="143332" y="134960"/>
                </a:lnTo>
                <a:lnTo>
                  <a:pt x="162801" y="134807"/>
                </a:lnTo>
                <a:lnTo>
                  <a:pt x="182280" y="134712"/>
                </a:lnTo>
                <a:lnTo>
                  <a:pt x="201759" y="134693"/>
                </a:lnTo>
                <a:lnTo>
                  <a:pt x="221237" y="134722"/>
                </a:lnTo>
                <a:lnTo>
                  <a:pt x="240706" y="134817"/>
                </a:lnTo>
                <a:lnTo>
                  <a:pt x="260185" y="134950"/>
                </a:lnTo>
                <a:lnTo>
                  <a:pt x="279664" y="135131"/>
                </a:lnTo>
                <a:lnTo>
                  <a:pt x="299133" y="135360"/>
                </a:lnTo>
                <a:lnTo>
                  <a:pt x="318602" y="135626"/>
                </a:lnTo>
                <a:lnTo>
                  <a:pt x="338080" y="135931"/>
                </a:lnTo>
                <a:lnTo>
                  <a:pt x="357549" y="136274"/>
                </a:lnTo>
                <a:lnTo>
                  <a:pt x="377009" y="136636"/>
                </a:lnTo>
                <a:lnTo>
                  <a:pt x="396478" y="137036"/>
                </a:lnTo>
                <a:lnTo>
                  <a:pt x="415947" y="137455"/>
                </a:lnTo>
                <a:lnTo>
                  <a:pt x="435407" y="137903"/>
                </a:lnTo>
                <a:lnTo>
                  <a:pt x="454866" y="138379"/>
                </a:lnTo>
                <a:lnTo>
                  <a:pt x="474335" y="138875"/>
                </a:lnTo>
                <a:lnTo>
                  <a:pt x="493795" y="139379"/>
                </a:lnTo>
                <a:lnTo>
                  <a:pt x="513245" y="139913"/>
                </a:lnTo>
                <a:lnTo>
                  <a:pt x="532705" y="140465"/>
                </a:lnTo>
                <a:lnTo>
                  <a:pt x="552164" y="141018"/>
                </a:lnTo>
                <a:lnTo>
                  <a:pt x="571614" y="141599"/>
                </a:lnTo>
                <a:lnTo>
                  <a:pt x="591074" y="142180"/>
                </a:lnTo>
                <a:lnTo>
                  <a:pt x="610524" y="142780"/>
                </a:lnTo>
                <a:lnTo>
                  <a:pt x="629984" y="143389"/>
                </a:lnTo>
                <a:lnTo>
                  <a:pt x="649434" y="143999"/>
                </a:lnTo>
                <a:lnTo>
                  <a:pt x="668884" y="144618"/>
                </a:lnTo>
                <a:lnTo>
                  <a:pt x="688334" y="145247"/>
                </a:lnTo>
                <a:lnTo>
                  <a:pt x="707784" y="145875"/>
                </a:lnTo>
                <a:lnTo>
                  <a:pt x="727234" y="146514"/>
                </a:lnTo>
                <a:lnTo>
                  <a:pt x="746684" y="147152"/>
                </a:lnTo>
                <a:lnTo>
                  <a:pt x="766134" y="147790"/>
                </a:lnTo>
                <a:lnTo>
                  <a:pt x="785584" y="148428"/>
                </a:lnTo>
                <a:lnTo>
                  <a:pt x="805034" y="149057"/>
                </a:lnTo>
                <a:lnTo>
                  <a:pt x="824484" y="149695"/>
                </a:lnTo>
                <a:lnTo>
                  <a:pt x="843944" y="150324"/>
                </a:lnTo>
                <a:lnTo>
                  <a:pt x="863394" y="150952"/>
                </a:lnTo>
                <a:lnTo>
                  <a:pt x="882844" y="151571"/>
                </a:lnTo>
                <a:lnTo>
                  <a:pt x="902294" y="152181"/>
                </a:lnTo>
                <a:lnTo>
                  <a:pt x="921744" y="152781"/>
                </a:lnTo>
                <a:lnTo>
                  <a:pt x="941203" y="153372"/>
                </a:lnTo>
                <a:lnTo>
                  <a:pt x="960653" y="153962"/>
                </a:lnTo>
                <a:lnTo>
                  <a:pt x="980113" y="154524"/>
                </a:lnTo>
                <a:lnTo>
                  <a:pt x="999573" y="155086"/>
                </a:lnTo>
                <a:lnTo>
                  <a:pt x="1019023" y="155619"/>
                </a:lnTo>
                <a:lnTo>
                  <a:pt x="1038482" y="156143"/>
                </a:lnTo>
                <a:lnTo>
                  <a:pt x="1057942" y="156648"/>
                </a:lnTo>
                <a:lnTo>
                  <a:pt x="1077411" y="157134"/>
                </a:lnTo>
                <a:lnTo>
                  <a:pt x="1096870" y="157591"/>
                </a:lnTo>
                <a:lnTo>
                  <a:pt x="1116330" y="158029"/>
                </a:lnTo>
                <a:lnTo>
                  <a:pt x="1135799" y="158439"/>
                </a:lnTo>
                <a:lnTo>
                  <a:pt x="1155268" y="158820"/>
                </a:lnTo>
                <a:lnTo>
                  <a:pt x="1174737" y="159163"/>
                </a:lnTo>
                <a:lnTo>
                  <a:pt x="1194206" y="159487"/>
                </a:lnTo>
                <a:lnTo>
                  <a:pt x="1213676" y="159763"/>
                </a:lnTo>
                <a:lnTo>
                  <a:pt x="1233154" y="160010"/>
                </a:lnTo>
                <a:lnTo>
                  <a:pt x="1252623" y="160201"/>
                </a:lnTo>
                <a:lnTo>
                  <a:pt x="1272102" y="160353"/>
                </a:lnTo>
                <a:lnTo>
                  <a:pt x="1291580" y="160458"/>
                </a:lnTo>
                <a:lnTo>
                  <a:pt x="1311050" y="160506"/>
                </a:lnTo>
                <a:lnTo>
                  <a:pt x="1330528" y="160496"/>
                </a:lnTo>
                <a:lnTo>
                  <a:pt x="1350007" y="160420"/>
                </a:lnTo>
                <a:lnTo>
                  <a:pt x="1369485" y="160268"/>
                </a:lnTo>
                <a:lnTo>
                  <a:pt x="1388955" y="160039"/>
                </a:lnTo>
                <a:lnTo>
                  <a:pt x="1408424" y="159734"/>
                </a:lnTo>
                <a:lnTo>
                  <a:pt x="1427893" y="159325"/>
                </a:lnTo>
                <a:lnTo>
                  <a:pt x="1447352" y="158810"/>
                </a:lnTo>
                <a:lnTo>
                  <a:pt x="1466802" y="158182"/>
                </a:lnTo>
                <a:lnTo>
                  <a:pt x="1486243" y="157420"/>
                </a:lnTo>
                <a:lnTo>
                  <a:pt x="1505664" y="156505"/>
                </a:lnTo>
                <a:lnTo>
                  <a:pt x="1525067" y="155419"/>
                </a:lnTo>
                <a:lnTo>
                  <a:pt x="1544431" y="154134"/>
                </a:lnTo>
                <a:lnTo>
                  <a:pt x="1563757" y="152629"/>
                </a:lnTo>
                <a:lnTo>
                  <a:pt x="1583026" y="150847"/>
                </a:lnTo>
                <a:lnTo>
                  <a:pt x="1602219" y="148733"/>
                </a:lnTo>
                <a:lnTo>
                  <a:pt x="1621279" y="146228"/>
                </a:lnTo>
                <a:lnTo>
                  <a:pt x="1640157" y="143208"/>
                </a:lnTo>
                <a:lnTo>
                  <a:pt x="1658741" y="139551"/>
                </a:lnTo>
                <a:lnTo>
                  <a:pt x="1676838" y="135007"/>
                </a:lnTo>
                <a:lnTo>
                  <a:pt x="1694012" y="129245"/>
                </a:lnTo>
                <a:lnTo>
                  <a:pt x="1709366" y="121730"/>
                </a:lnTo>
                <a:lnTo>
                  <a:pt x="1720844" y="111890"/>
                </a:lnTo>
                <a:lnTo>
                  <a:pt x="1725463" y="100051"/>
                </a:lnTo>
                <a:lnTo>
                  <a:pt x="1738513" y="93907"/>
                </a:lnTo>
                <a:lnTo>
                  <a:pt x="1756848" y="89754"/>
                </a:lnTo>
                <a:lnTo>
                  <a:pt x="1774927" y="85192"/>
                </a:lnTo>
                <a:lnTo>
                  <a:pt x="1792776" y="80277"/>
                </a:lnTo>
                <a:lnTo>
                  <a:pt x="1810388" y="75047"/>
                </a:lnTo>
                <a:lnTo>
                  <a:pt x="1827771" y="69513"/>
                </a:lnTo>
                <a:lnTo>
                  <a:pt x="1844926" y="63694"/>
                </a:lnTo>
                <a:lnTo>
                  <a:pt x="1861842" y="57607"/>
                </a:lnTo>
                <a:lnTo>
                  <a:pt x="1878511" y="51264"/>
                </a:lnTo>
                <a:lnTo>
                  <a:pt x="1894923" y="44653"/>
                </a:lnTo>
                <a:lnTo>
                  <a:pt x="1911077" y="37795"/>
                </a:lnTo>
                <a:lnTo>
                  <a:pt x="1926974" y="30699"/>
                </a:lnTo>
                <a:lnTo>
                  <a:pt x="1942595" y="23365"/>
                </a:lnTo>
                <a:lnTo>
                  <a:pt x="1957930" y="15802"/>
                </a:lnTo>
                <a:lnTo>
                  <a:pt x="1972980" y="8011"/>
                </a:lnTo>
                <a:lnTo>
                  <a:pt x="1987734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16ADBF8D-5EB1-47CB-A73D-BF0290A5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2486" y="2582313"/>
            <a:ext cx="1987896" cy="1252985"/>
          </a:xfrm>
          <a:custGeom xmlns:a="http://schemas.openxmlformats.org/drawingml/2006/main">
            <a:pathLst>
              <a:path w="1987896" h="1252985">
                <a:moveTo>
                  <a:pt x="0" y="1252985"/>
                </a:moveTo>
                <a:lnTo>
                  <a:pt x="31918" y="1252985"/>
                </a:lnTo>
                <a:lnTo>
                  <a:pt x="63837" y="1252985"/>
                </a:lnTo>
                <a:lnTo>
                  <a:pt x="95755" y="1252985"/>
                </a:lnTo>
                <a:lnTo>
                  <a:pt x="127673" y="1252985"/>
                </a:lnTo>
                <a:lnTo>
                  <a:pt x="159591" y="1252985"/>
                </a:lnTo>
                <a:lnTo>
                  <a:pt x="191510" y="1252985"/>
                </a:lnTo>
                <a:lnTo>
                  <a:pt x="223428" y="1252985"/>
                </a:lnTo>
                <a:lnTo>
                  <a:pt x="255346" y="1252985"/>
                </a:lnTo>
                <a:lnTo>
                  <a:pt x="287264" y="1252985"/>
                </a:lnTo>
                <a:lnTo>
                  <a:pt x="319183" y="1252985"/>
                </a:lnTo>
                <a:lnTo>
                  <a:pt x="351092" y="1252985"/>
                </a:lnTo>
                <a:lnTo>
                  <a:pt x="383010" y="1252985"/>
                </a:lnTo>
                <a:lnTo>
                  <a:pt x="414928" y="1252985"/>
                </a:lnTo>
                <a:lnTo>
                  <a:pt x="446846" y="1252985"/>
                </a:lnTo>
                <a:lnTo>
                  <a:pt x="478765" y="1252985"/>
                </a:lnTo>
                <a:lnTo>
                  <a:pt x="510683" y="1252985"/>
                </a:lnTo>
                <a:lnTo>
                  <a:pt x="542601" y="1252985"/>
                </a:lnTo>
                <a:lnTo>
                  <a:pt x="574519" y="1252985"/>
                </a:lnTo>
                <a:lnTo>
                  <a:pt x="606438" y="1252985"/>
                </a:lnTo>
                <a:lnTo>
                  <a:pt x="638356" y="1252985"/>
                </a:lnTo>
                <a:lnTo>
                  <a:pt x="670274" y="1252985"/>
                </a:lnTo>
                <a:lnTo>
                  <a:pt x="702193" y="1252985"/>
                </a:lnTo>
                <a:lnTo>
                  <a:pt x="734111" y="1252985"/>
                </a:lnTo>
                <a:lnTo>
                  <a:pt x="766029" y="1252985"/>
                </a:lnTo>
                <a:lnTo>
                  <a:pt x="797947" y="1252985"/>
                </a:lnTo>
                <a:lnTo>
                  <a:pt x="829866" y="1252985"/>
                </a:lnTo>
                <a:lnTo>
                  <a:pt x="861784" y="1252985"/>
                </a:lnTo>
                <a:lnTo>
                  <a:pt x="893702" y="1252985"/>
                </a:lnTo>
                <a:lnTo>
                  <a:pt x="925620" y="1252985"/>
                </a:lnTo>
                <a:lnTo>
                  <a:pt x="957539" y="1252985"/>
                </a:lnTo>
                <a:lnTo>
                  <a:pt x="989457" y="1252985"/>
                </a:lnTo>
                <a:lnTo>
                  <a:pt x="1021375" y="1252985"/>
                </a:lnTo>
                <a:lnTo>
                  <a:pt x="1053284" y="1252985"/>
                </a:lnTo>
                <a:lnTo>
                  <a:pt x="1085202" y="1252985"/>
                </a:lnTo>
                <a:lnTo>
                  <a:pt x="1117121" y="1252985"/>
                </a:lnTo>
                <a:lnTo>
                  <a:pt x="1149039" y="1252985"/>
                </a:lnTo>
                <a:lnTo>
                  <a:pt x="1180957" y="1252985"/>
                </a:lnTo>
                <a:lnTo>
                  <a:pt x="1212875" y="1252985"/>
                </a:lnTo>
                <a:lnTo>
                  <a:pt x="1244794" y="1252985"/>
                </a:lnTo>
                <a:lnTo>
                  <a:pt x="1276712" y="1252985"/>
                </a:lnTo>
                <a:lnTo>
                  <a:pt x="1308630" y="1252985"/>
                </a:lnTo>
                <a:lnTo>
                  <a:pt x="1340234" y="1250718"/>
                </a:lnTo>
                <a:lnTo>
                  <a:pt x="1371657" y="1247204"/>
                </a:lnTo>
                <a:lnTo>
                  <a:pt x="1403090" y="1243689"/>
                </a:lnTo>
                <a:lnTo>
                  <a:pt x="1434513" y="1240174"/>
                </a:lnTo>
                <a:lnTo>
                  <a:pt x="1465945" y="1236659"/>
                </a:lnTo>
                <a:lnTo>
                  <a:pt x="1497368" y="1233145"/>
                </a:lnTo>
                <a:lnTo>
                  <a:pt x="1528791" y="1229630"/>
                </a:lnTo>
                <a:lnTo>
                  <a:pt x="1560224" y="1226115"/>
                </a:lnTo>
                <a:lnTo>
                  <a:pt x="1584208" y="1213809"/>
                </a:lnTo>
                <a:lnTo>
                  <a:pt x="1606363" y="1199321"/>
                </a:lnTo>
                <a:lnTo>
                  <a:pt x="1628508" y="1184834"/>
                </a:lnTo>
                <a:lnTo>
                  <a:pt x="1650654" y="1170346"/>
                </a:lnTo>
                <a:lnTo>
                  <a:pt x="1672800" y="1155859"/>
                </a:lnTo>
                <a:lnTo>
                  <a:pt x="1694955" y="1141381"/>
                </a:lnTo>
                <a:lnTo>
                  <a:pt x="1717100" y="1126893"/>
                </a:lnTo>
                <a:lnTo>
                  <a:pt x="1739246" y="1112406"/>
                </a:lnTo>
                <a:lnTo>
                  <a:pt x="1761392" y="1097918"/>
                </a:lnTo>
                <a:lnTo>
                  <a:pt x="1783537" y="1083431"/>
                </a:lnTo>
                <a:lnTo>
                  <a:pt x="1805692" y="1068943"/>
                </a:lnTo>
                <a:lnTo>
                  <a:pt x="1827838" y="1054456"/>
                </a:lnTo>
                <a:lnTo>
                  <a:pt x="1849984" y="1039968"/>
                </a:lnTo>
                <a:lnTo>
                  <a:pt x="1872129" y="1025481"/>
                </a:lnTo>
                <a:lnTo>
                  <a:pt x="1894275" y="1010993"/>
                </a:lnTo>
                <a:lnTo>
                  <a:pt x="1916430" y="996515"/>
                </a:lnTo>
                <a:lnTo>
                  <a:pt x="1938576" y="982028"/>
                </a:lnTo>
                <a:lnTo>
                  <a:pt x="1960721" y="967540"/>
                </a:lnTo>
                <a:lnTo>
                  <a:pt x="1982867" y="953052"/>
                </a:lnTo>
                <a:lnTo>
                  <a:pt x="1987896" y="934212"/>
                </a:lnTo>
                <a:lnTo>
                  <a:pt x="1987896" y="914095"/>
                </a:lnTo>
                <a:lnTo>
                  <a:pt x="1987896" y="893978"/>
                </a:lnTo>
                <a:lnTo>
                  <a:pt x="1987896" y="873862"/>
                </a:lnTo>
                <a:lnTo>
                  <a:pt x="1987896" y="853735"/>
                </a:lnTo>
                <a:lnTo>
                  <a:pt x="1987896" y="833618"/>
                </a:lnTo>
                <a:lnTo>
                  <a:pt x="1987896" y="813502"/>
                </a:lnTo>
                <a:lnTo>
                  <a:pt x="1987896" y="793385"/>
                </a:lnTo>
                <a:lnTo>
                  <a:pt x="1987896" y="773268"/>
                </a:lnTo>
                <a:lnTo>
                  <a:pt x="1987896" y="753151"/>
                </a:lnTo>
                <a:lnTo>
                  <a:pt x="1987896" y="733034"/>
                </a:lnTo>
                <a:lnTo>
                  <a:pt x="1987896" y="712918"/>
                </a:lnTo>
                <a:lnTo>
                  <a:pt x="1987896" y="692791"/>
                </a:lnTo>
                <a:lnTo>
                  <a:pt x="1987896" y="672675"/>
                </a:lnTo>
                <a:lnTo>
                  <a:pt x="1987896" y="652558"/>
                </a:lnTo>
                <a:lnTo>
                  <a:pt x="1987896" y="632441"/>
                </a:lnTo>
                <a:lnTo>
                  <a:pt x="1987896" y="612324"/>
                </a:lnTo>
                <a:lnTo>
                  <a:pt x="1987896" y="592207"/>
                </a:lnTo>
                <a:lnTo>
                  <a:pt x="1987896" y="572091"/>
                </a:lnTo>
                <a:lnTo>
                  <a:pt x="1987896" y="551974"/>
                </a:lnTo>
                <a:lnTo>
                  <a:pt x="1987896" y="531847"/>
                </a:lnTo>
                <a:lnTo>
                  <a:pt x="1987896" y="511731"/>
                </a:lnTo>
                <a:lnTo>
                  <a:pt x="1987896" y="491614"/>
                </a:lnTo>
                <a:lnTo>
                  <a:pt x="1987896" y="471497"/>
                </a:lnTo>
                <a:lnTo>
                  <a:pt x="1987896" y="451380"/>
                </a:lnTo>
                <a:lnTo>
                  <a:pt x="1987896" y="431263"/>
                </a:lnTo>
                <a:lnTo>
                  <a:pt x="1987896" y="411147"/>
                </a:lnTo>
                <a:lnTo>
                  <a:pt x="1987896" y="391030"/>
                </a:lnTo>
                <a:lnTo>
                  <a:pt x="1987896" y="370904"/>
                </a:lnTo>
                <a:lnTo>
                  <a:pt x="1987896" y="350787"/>
                </a:lnTo>
                <a:lnTo>
                  <a:pt x="1987896" y="330670"/>
                </a:lnTo>
                <a:lnTo>
                  <a:pt x="1987896" y="310553"/>
                </a:lnTo>
                <a:lnTo>
                  <a:pt x="1987896" y="290436"/>
                </a:lnTo>
                <a:lnTo>
                  <a:pt x="1987896" y="270320"/>
                </a:lnTo>
                <a:lnTo>
                  <a:pt x="1987896" y="250203"/>
                </a:lnTo>
                <a:lnTo>
                  <a:pt x="1987896" y="230086"/>
                </a:lnTo>
                <a:lnTo>
                  <a:pt x="1987896" y="209960"/>
                </a:lnTo>
                <a:lnTo>
                  <a:pt x="1987896" y="189843"/>
                </a:lnTo>
                <a:lnTo>
                  <a:pt x="1987896" y="169726"/>
                </a:lnTo>
                <a:lnTo>
                  <a:pt x="1987896" y="149609"/>
                </a:lnTo>
                <a:lnTo>
                  <a:pt x="1987896" y="129492"/>
                </a:lnTo>
                <a:lnTo>
                  <a:pt x="1987896" y="109376"/>
                </a:lnTo>
                <a:lnTo>
                  <a:pt x="1987896" y="89259"/>
                </a:lnTo>
                <a:lnTo>
                  <a:pt x="1987896" y="69142"/>
                </a:lnTo>
                <a:lnTo>
                  <a:pt x="1987896" y="49016"/>
                </a:lnTo>
                <a:lnTo>
                  <a:pt x="1987896" y="28899"/>
                </a:lnTo>
                <a:lnTo>
                  <a:pt x="1987896" y="8782"/>
                </a:lnTo>
                <a:lnTo>
                  <a:pt x="1969913" y="0"/>
                </a:lnTo>
                <a:lnTo>
                  <a:pt x="1937995" y="0"/>
                </a:lnTo>
                <a:lnTo>
                  <a:pt x="1906076" y="0"/>
                </a:lnTo>
                <a:lnTo>
                  <a:pt x="1874158" y="0"/>
                </a:lnTo>
                <a:lnTo>
                  <a:pt x="1842240" y="0"/>
                </a:lnTo>
                <a:lnTo>
                  <a:pt x="1810322" y="0"/>
                </a:lnTo>
                <a:lnTo>
                  <a:pt x="1778403" y="0"/>
                </a:lnTo>
                <a:lnTo>
                  <a:pt x="1746485" y="0"/>
                </a:lnTo>
                <a:lnTo>
                  <a:pt x="1714576" y="0"/>
                </a:lnTo>
                <a:lnTo>
                  <a:pt x="1682658" y="0"/>
                </a:lnTo>
                <a:lnTo>
                  <a:pt x="1650740" y="0"/>
                </a:lnTo>
                <a:lnTo>
                  <a:pt x="1618821" y="0"/>
                </a:lnTo>
                <a:lnTo>
                  <a:pt x="1586903" y="0"/>
                </a:lnTo>
                <a:lnTo>
                  <a:pt x="1554985" y="0"/>
                </a:lnTo>
                <a:lnTo>
                  <a:pt x="1523067" y="0"/>
                </a:lnTo>
                <a:lnTo>
                  <a:pt x="1491148" y="0"/>
                </a:lnTo>
                <a:lnTo>
                  <a:pt x="1459230" y="0"/>
                </a:lnTo>
                <a:lnTo>
                  <a:pt x="1427312" y="0"/>
                </a:lnTo>
                <a:lnTo>
                  <a:pt x="1395393" y="0"/>
                </a:lnTo>
                <a:lnTo>
                  <a:pt x="1363475" y="0"/>
                </a:lnTo>
                <a:lnTo>
                  <a:pt x="1331557" y="0"/>
                </a:lnTo>
                <a:lnTo>
                  <a:pt x="1299639" y="0"/>
                </a:lnTo>
                <a:lnTo>
                  <a:pt x="1267720" y="0"/>
                </a:lnTo>
                <a:lnTo>
                  <a:pt x="1235802" y="0"/>
                </a:lnTo>
                <a:lnTo>
                  <a:pt x="1203884" y="0"/>
                </a:lnTo>
                <a:lnTo>
                  <a:pt x="1171966" y="0"/>
                </a:lnTo>
                <a:lnTo>
                  <a:pt x="1140047" y="0"/>
                </a:lnTo>
                <a:lnTo>
                  <a:pt x="1108129" y="0"/>
                </a:lnTo>
                <a:lnTo>
                  <a:pt x="1076211" y="0"/>
                </a:lnTo>
                <a:lnTo>
                  <a:pt x="1044302" y="0"/>
                </a:lnTo>
                <a:lnTo>
                  <a:pt x="1012384" y="0"/>
                </a:lnTo>
                <a:lnTo>
                  <a:pt x="980465" y="0"/>
                </a:lnTo>
                <a:lnTo>
                  <a:pt x="948547" y="0"/>
                </a:lnTo>
                <a:lnTo>
                  <a:pt x="916629" y="0"/>
                </a:lnTo>
                <a:lnTo>
                  <a:pt x="884711" y="0"/>
                </a:lnTo>
                <a:lnTo>
                  <a:pt x="852792" y="0"/>
                </a:lnTo>
                <a:lnTo>
                  <a:pt x="820874" y="0"/>
                </a:lnTo>
                <a:lnTo>
                  <a:pt x="788956" y="0"/>
                </a:lnTo>
                <a:lnTo>
                  <a:pt x="757037" y="0"/>
                </a:lnTo>
                <a:lnTo>
                  <a:pt x="725119" y="0"/>
                </a:lnTo>
                <a:lnTo>
                  <a:pt x="693201" y="0"/>
                </a:lnTo>
                <a:lnTo>
                  <a:pt x="661283" y="0"/>
                </a:lnTo>
                <a:lnTo>
                  <a:pt x="629364" y="0"/>
                </a:lnTo>
                <a:lnTo>
                  <a:pt x="597446" y="0"/>
                </a:lnTo>
                <a:lnTo>
                  <a:pt x="565528" y="0"/>
                </a:lnTo>
                <a:lnTo>
                  <a:pt x="533610" y="0"/>
                </a:lnTo>
                <a:lnTo>
                  <a:pt x="501691" y="0"/>
                </a:lnTo>
                <a:lnTo>
                  <a:pt x="469773" y="0"/>
                </a:lnTo>
                <a:lnTo>
                  <a:pt x="437855" y="0"/>
                </a:lnTo>
                <a:lnTo>
                  <a:pt x="405936" y="0"/>
                </a:lnTo>
                <a:lnTo>
                  <a:pt x="374018" y="0"/>
                </a:lnTo>
                <a:lnTo>
                  <a:pt x="342109" y="0"/>
                </a:lnTo>
                <a:lnTo>
                  <a:pt x="310191" y="0"/>
                </a:lnTo>
                <a:lnTo>
                  <a:pt x="278273" y="0"/>
                </a:lnTo>
                <a:lnTo>
                  <a:pt x="246355" y="0"/>
                </a:lnTo>
                <a:lnTo>
                  <a:pt x="214436" y="0"/>
                </a:lnTo>
                <a:lnTo>
                  <a:pt x="182518" y="0"/>
                </a:lnTo>
                <a:lnTo>
                  <a:pt x="150600" y="0"/>
                </a:lnTo>
                <a:lnTo>
                  <a:pt x="118682" y="0"/>
                </a:lnTo>
                <a:lnTo>
                  <a:pt x="86763" y="0"/>
                </a:lnTo>
                <a:lnTo>
                  <a:pt x="54845" y="0"/>
                </a:lnTo>
                <a:lnTo>
                  <a:pt x="22927" y="0"/>
                </a:lnTo>
                <a:lnTo>
                  <a:pt x="0" y="5667"/>
                </a:lnTo>
                <a:lnTo>
                  <a:pt x="0" y="25784"/>
                </a:lnTo>
                <a:lnTo>
                  <a:pt x="0" y="45901"/>
                </a:lnTo>
                <a:lnTo>
                  <a:pt x="0" y="66018"/>
                </a:lnTo>
                <a:lnTo>
                  <a:pt x="0" y="86135"/>
                </a:lnTo>
                <a:lnTo>
                  <a:pt x="0" y="106261"/>
                </a:lnTo>
                <a:lnTo>
                  <a:pt x="0" y="126378"/>
                </a:lnTo>
                <a:lnTo>
                  <a:pt x="0" y="146495"/>
                </a:lnTo>
                <a:lnTo>
                  <a:pt x="0" y="166611"/>
                </a:lnTo>
                <a:lnTo>
                  <a:pt x="0" y="186728"/>
                </a:lnTo>
                <a:lnTo>
                  <a:pt x="0" y="206845"/>
                </a:lnTo>
                <a:lnTo>
                  <a:pt x="0" y="226962"/>
                </a:lnTo>
                <a:lnTo>
                  <a:pt x="0" y="247088"/>
                </a:lnTo>
                <a:lnTo>
                  <a:pt x="0" y="267205"/>
                </a:lnTo>
                <a:lnTo>
                  <a:pt x="0" y="287322"/>
                </a:lnTo>
                <a:lnTo>
                  <a:pt x="0" y="307438"/>
                </a:lnTo>
                <a:lnTo>
                  <a:pt x="0" y="327555"/>
                </a:lnTo>
                <a:lnTo>
                  <a:pt x="0" y="347672"/>
                </a:lnTo>
                <a:lnTo>
                  <a:pt x="0" y="367789"/>
                </a:lnTo>
                <a:lnTo>
                  <a:pt x="0" y="387906"/>
                </a:lnTo>
                <a:lnTo>
                  <a:pt x="0" y="408032"/>
                </a:lnTo>
                <a:lnTo>
                  <a:pt x="0" y="428149"/>
                </a:lnTo>
                <a:lnTo>
                  <a:pt x="0" y="448266"/>
                </a:lnTo>
                <a:lnTo>
                  <a:pt x="0" y="468382"/>
                </a:lnTo>
                <a:lnTo>
                  <a:pt x="0" y="488499"/>
                </a:lnTo>
                <a:lnTo>
                  <a:pt x="0" y="508616"/>
                </a:lnTo>
                <a:lnTo>
                  <a:pt x="0" y="528733"/>
                </a:lnTo>
                <a:lnTo>
                  <a:pt x="0" y="548850"/>
                </a:lnTo>
                <a:lnTo>
                  <a:pt x="0" y="568976"/>
                </a:lnTo>
                <a:lnTo>
                  <a:pt x="0" y="589093"/>
                </a:lnTo>
                <a:lnTo>
                  <a:pt x="0" y="609209"/>
                </a:lnTo>
                <a:lnTo>
                  <a:pt x="0" y="629326"/>
                </a:lnTo>
                <a:lnTo>
                  <a:pt x="0" y="649443"/>
                </a:lnTo>
                <a:lnTo>
                  <a:pt x="0" y="669560"/>
                </a:lnTo>
                <a:lnTo>
                  <a:pt x="0" y="689677"/>
                </a:lnTo>
                <a:lnTo>
                  <a:pt x="0" y="709793"/>
                </a:lnTo>
                <a:lnTo>
                  <a:pt x="0" y="729920"/>
                </a:lnTo>
                <a:lnTo>
                  <a:pt x="0" y="750037"/>
                </a:lnTo>
                <a:lnTo>
                  <a:pt x="0" y="770153"/>
                </a:lnTo>
                <a:lnTo>
                  <a:pt x="0" y="790270"/>
                </a:lnTo>
                <a:lnTo>
                  <a:pt x="0" y="810387"/>
                </a:lnTo>
                <a:lnTo>
                  <a:pt x="0" y="830504"/>
                </a:lnTo>
                <a:lnTo>
                  <a:pt x="0" y="850621"/>
                </a:lnTo>
                <a:lnTo>
                  <a:pt x="0" y="870737"/>
                </a:lnTo>
                <a:lnTo>
                  <a:pt x="0" y="890864"/>
                </a:lnTo>
                <a:lnTo>
                  <a:pt x="0" y="910981"/>
                </a:lnTo>
                <a:lnTo>
                  <a:pt x="0" y="931097"/>
                </a:lnTo>
                <a:lnTo>
                  <a:pt x="0" y="951214"/>
                </a:lnTo>
                <a:lnTo>
                  <a:pt x="0" y="971331"/>
                </a:lnTo>
                <a:lnTo>
                  <a:pt x="0" y="991448"/>
                </a:lnTo>
                <a:lnTo>
                  <a:pt x="0" y="1011565"/>
                </a:lnTo>
                <a:lnTo>
                  <a:pt x="0" y="1031681"/>
                </a:lnTo>
                <a:lnTo>
                  <a:pt x="0" y="1051808"/>
                </a:lnTo>
                <a:lnTo>
                  <a:pt x="0" y="1071924"/>
                </a:lnTo>
                <a:lnTo>
                  <a:pt x="0" y="1092041"/>
                </a:lnTo>
                <a:lnTo>
                  <a:pt x="0" y="1112158"/>
                </a:lnTo>
                <a:lnTo>
                  <a:pt x="0" y="1132275"/>
                </a:lnTo>
                <a:lnTo>
                  <a:pt x="0" y="1152392"/>
                </a:lnTo>
                <a:lnTo>
                  <a:pt x="0" y="1172508"/>
                </a:lnTo>
                <a:lnTo>
                  <a:pt x="0" y="1192625"/>
                </a:lnTo>
                <a:lnTo>
                  <a:pt x="0" y="1212752"/>
                </a:lnTo>
                <a:lnTo>
                  <a:pt x="0" y="1232868"/>
                </a:lnTo>
                <a:lnTo>
                  <a:pt x="0" y="12529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EC6DBF58-7BC8-46BE-98D1-BF0ECDA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2486" y="2582313"/>
            <a:ext cx="1987896" cy="215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15BF0078-C6D1-43BB-87D5-AE7D4853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7986" y="3532080"/>
            <a:ext cx="732406" cy="303457"/>
          </a:xfrm>
          <a:custGeom xmlns:a="http://schemas.openxmlformats.org/drawingml/2006/main">
            <a:pathLst>
              <a:path w="732406" h="303457">
                <a:moveTo>
                  <a:pt x="732406" y="0"/>
                </a:moveTo>
                <a:lnTo>
                  <a:pt x="731530" y="5029"/>
                </a:lnTo>
                <a:lnTo>
                  <a:pt x="730387" y="10049"/>
                </a:lnTo>
                <a:lnTo>
                  <a:pt x="729053" y="15040"/>
                </a:lnTo>
                <a:lnTo>
                  <a:pt x="727548" y="20012"/>
                </a:lnTo>
                <a:lnTo>
                  <a:pt x="725891" y="24965"/>
                </a:lnTo>
                <a:lnTo>
                  <a:pt x="724091" y="29899"/>
                </a:lnTo>
                <a:lnTo>
                  <a:pt x="722147" y="34814"/>
                </a:lnTo>
                <a:lnTo>
                  <a:pt x="720080" y="39710"/>
                </a:lnTo>
                <a:lnTo>
                  <a:pt x="717890" y="44577"/>
                </a:lnTo>
                <a:lnTo>
                  <a:pt x="715566" y="49425"/>
                </a:lnTo>
                <a:lnTo>
                  <a:pt x="713118" y="54254"/>
                </a:lnTo>
                <a:lnTo>
                  <a:pt x="710555" y="59045"/>
                </a:lnTo>
                <a:lnTo>
                  <a:pt x="707869" y="63818"/>
                </a:lnTo>
                <a:lnTo>
                  <a:pt x="705069" y="68570"/>
                </a:lnTo>
                <a:lnTo>
                  <a:pt x="702154" y="73285"/>
                </a:lnTo>
                <a:lnTo>
                  <a:pt x="699125" y="77972"/>
                </a:lnTo>
                <a:lnTo>
                  <a:pt x="695982" y="82639"/>
                </a:lnTo>
                <a:lnTo>
                  <a:pt x="692725" y="87268"/>
                </a:lnTo>
                <a:lnTo>
                  <a:pt x="689353" y="91859"/>
                </a:lnTo>
                <a:lnTo>
                  <a:pt x="685876" y="96422"/>
                </a:lnTo>
                <a:lnTo>
                  <a:pt x="682285" y="100955"/>
                </a:lnTo>
                <a:lnTo>
                  <a:pt x="678580" y="105451"/>
                </a:lnTo>
                <a:lnTo>
                  <a:pt x="674770" y="109909"/>
                </a:lnTo>
                <a:lnTo>
                  <a:pt x="670855" y="114329"/>
                </a:lnTo>
                <a:lnTo>
                  <a:pt x="666836" y="118710"/>
                </a:lnTo>
                <a:lnTo>
                  <a:pt x="662702" y="123053"/>
                </a:lnTo>
                <a:lnTo>
                  <a:pt x="658463" y="127359"/>
                </a:lnTo>
                <a:lnTo>
                  <a:pt x="654129" y="131616"/>
                </a:lnTo>
                <a:lnTo>
                  <a:pt x="649681" y="135836"/>
                </a:lnTo>
                <a:lnTo>
                  <a:pt x="645138" y="140008"/>
                </a:lnTo>
                <a:lnTo>
                  <a:pt x="640490" y="144142"/>
                </a:lnTo>
                <a:lnTo>
                  <a:pt x="635737" y="148219"/>
                </a:lnTo>
                <a:lnTo>
                  <a:pt x="630888" y="152257"/>
                </a:lnTo>
                <a:lnTo>
                  <a:pt x="625935" y="156248"/>
                </a:lnTo>
                <a:lnTo>
                  <a:pt x="620897" y="160191"/>
                </a:lnTo>
                <a:lnTo>
                  <a:pt x="615753" y="164078"/>
                </a:lnTo>
                <a:lnTo>
                  <a:pt x="610524" y="167926"/>
                </a:lnTo>
                <a:lnTo>
                  <a:pt x="605190" y="171717"/>
                </a:lnTo>
                <a:lnTo>
                  <a:pt x="599770" y="175451"/>
                </a:lnTo>
                <a:lnTo>
                  <a:pt x="594265" y="179137"/>
                </a:lnTo>
                <a:lnTo>
                  <a:pt x="588664" y="182766"/>
                </a:lnTo>
                <a:lnTo>
                  <a:pt x="582978" y="186338"/>
                </a:lnTo>
                <a:lnTo>
                  <a:pt x="577205" y="189862"/>
                </a:lnTo>
                <a:lnTo>
                  <a:pt x="571348" y="193329"/>
                </a:lnTo>
                <a:lnTo>
                  <a:pt x="565414" y="196739"/>
                </a:lnTo>
                <a:lnTo>
                  <a:pt x="559394" y="200092"/>
                </a:lnTo>
                <a:lnTo>
                  <a:pt x="553298" y="203397"/>
                </a:lnTo>
                <a:lnTo>
                  <a:pt x="547116" y="206635"/>
                </a:lnTo>
                <a:lnTo>
                  <a:pt x="540868" y="209817"/>
                </a:lnTo>
                <a:lnTo>
                  <a:pt x="534543" y="212941"/>
                </a:lnTo>
                <a:lnTo>
                  <a:pt x="528152" y="216008"/>
                </a:lnTo>
                <a:lnTo>
                  <a:pt x="521694" y="219008"/>
                </a:lnTo>
                <a:lnTo>
                  <a:pt x="515160" y="221961"/>
                </a:lnTo>
                <a:lnTo>
                  <a:pt x="508559" y="224847"/>
                </a:lnTo>
                <a:lnTo>
                  <a:pt x="501901" y="227676"/>
                </a:lnTo>
                <a:lnTo>
                  <a:pt x="495176" y="230448"/>
                </a:lnTo>
                <a:lnTo>
                  <a:pt x="488394" y="233162"/>
                </a:lnTo>
                <a:lnTo>
                  <a:pt x="481555" y="235820"/>
                </a:lnTo>
                <a:lnTo>
                  <a:pt x="474650" y="238411"/>
                </a:lnTo>
                <a:lnTo>
                  <a:pt x="467697" y="240944"/>
                </a:lnTo>
                <a:lnTo>
                  <a:pt x="460696" y="243430"/>
                </a:lnTo>
                <a:lnTo>
                  <a:pt x="453638" y="245850"/>
                </a:lnTo>
                <a:lnTo>
                  <a:pt x="446532" y="248202"/>
                </a:lnTo>
                <a:lnTo>
                  <a:pt x="439379" y="250508"/>
                </a:lnTo>
                <a:lnTo>
                  <a:pt x="432178" y="252755"/>
                </a:lnTo>
                <a:lnTo>
                  <a:pt x="424929" y="254946"/>
                </a:lnTo>
                <a:lnTo>
                  <a:pt x="417643" y="257080"/>
                </a:lnTo>
                <a:lnTo>
                  <a:pt x="410318" y="259156"/>
                </a:lnTo>
                <a:lnTo>
                  <a:pt x="402955" y="261176"/>
                </a:lnTo>
                <a:lnTo>
                  <a:pt x="395545" y="263138"/>
                </a:lnTo>
                <a:lnTo>
                  <a:pt x="388106" y="265052"/>
                </a:lnTo>
                <a:lnTo>
                  <a:pt x="380638" y="266910"/>
                </a:lnTo>
                <a:lnTo>
                  <a:pt x="373123" y="268710"/>
                </a:lnTo>
                <a:lnTo>
                  <a:pt x="365589" y="270462"/>
                </a:lnTo>
                <a:lnTo>
                  <a:pt x="358016" y="272158"/>
                </a:lnTo>
                <a:lnTo>
                  <a:pt x="350415" y="273796"/>
                </a:lnTo>
                <a:lnTo>
                  <a:pt x="342795" y="275387"/>
                </a:lnTo>
                <a:lnTo>
                  <a:pt x="335137" y="276930"/>
                </a:lnTo>
                <a:lnTo>
                  <a:pt x="327460" y="278416"/>
                </a:lnTo>
                <a:lnTo>
                  <a:pt x="319764" y="279864"/>
                </a:lnTo>
                <a:lnTo>
                  <a:pt x="312029" y="281254"/>
                </a:lnTo>
                <a:lnTo>
                  <a:pt x="304286" y="282588"/>
                </a:lnTo>
                <a:lnTo>
                  <a:pt x="296523" y="283883"/>
                </a:lnTo>
                <a:lnTo>
                  <a:pt x="288731" y="285131"/>
                </a:lnTo>
                <a:lnTo>
                  <a:pt x="280930" y="286331"/>
                </a:lnTo>
                <a:lnTo>
                  <a:pt x="273110" y="287484"/>
                </a:lnTo>
                <a:lnTo>
                  <a:pt x="265271" y="288588"/>
                </a:lnTo>
                <a:lnTo>
                  <a:pt x="257413" y="289655"/>
                </a:lnTo>
                <a:lnTo>
                  <a:pt x="249545" y="290665"/>
                </a:lnTo>
                <a:lnTo>
                  <a:pt x="241659" y="291646"/>
                </a:lnTo>
                <a:lnTo>
                  <a:pt x="233763" y="292570"/>
                </a:lnTo>
                <a:lnTo>
                  <a:pt x="225857" y="293465"/>
                </a:lnTo>
                <a:lnTo>
                  <a:pt x="217932" y="294303"/>
                </a:lnTo>
                <a:lnTo>
                  <a:pt x="209998" y="295113"/>
                </a:lnTo>
                <a:lnTo>
                  <a:pt x="202054" y="295875"/>
                </a:lnTo>
                <a:lnTo>
                  <a:pt x="194110" y="296599"/>
                </a:lnTo>
                <a:lnTo>
                  <a:pt x="186147" y="297285"/>
                </a:lnTo>
                <a:lnTo>
                  <a:pt x="178175" y="297923"/>
                </a:lnTo>
                <a:lnTo>
                  <a:pt x="170202" y="298533"/>
                </a:lnTo>
                <a:lnTo>
                  <a:pt x="162220" y="299095"/>
                </a:lnTo>
                <a:lnTo>
                  <a:pt x="154229" y="299628"/>
                </a:lnTo>
                <a:lnTo>
                  <a:pt x="146237" y="300123"/>
                </a:lnTo>
                <a:lnTo>
                  <a:pt x="138236" y="300580"/>
                </a:lnTo>
                <a:lnTo>
                  <a:pt x="130226" y="301000"/>
                </a:lnTo>
                <a:lnTo>
                  <a:pt x="122215" y="301390"/>
                </a:lnTo>
                <a:lnTo>
                  <a:pt x="114205" y="301742"/>
                </a:lnTo>
                <a:lnTo>
                  <a:pt x="106185" y="302057"/>
                </a:lnTo>
                <a:lnTo>
                  <a:pt x="98165" y="302343"/>
                </a:lnTo>
                <a:lnTo>
                  <a:pt x="90145" y="302590"/>
                </a:lnTo>
                <a:lnTo>
                  <a:pt x="82115" y="302809"/>
                </a:lnTo>
                <a:lnTo>
                  <a:pt x="74085" y="302990"/>
                </a:lnTo>
                <a:lnTo>
                  <a:pt x="66056" y="303143"/>
                </a:lnTo>
                <a:lnTo>
                  <a:pt x="58026" y="303266"/>
                </a:lnTo>
                <a:lnTo>
                  <a:pt x="49997" y="303362"/>
                </a:lnTo>
                <a:lnTo>
                  <a:pt x="41958" y="303419"/>
                </a:lnTo>
                <a:lnTo>
                  <a:pt x="33928" y="303457"/>
                </a:lnTo>
                <a:lnTo>
                  <a:pt x="25889" y="303457"/>
                </a:lnTo>
                <a:lnTo>
                  <a:pt x="17859" y="303428"/>
                </a:lnTo>
                <a:lnTo>
                  <a:pt x="9830" y="303371"/>
                </a:lnTo>
                <a:lnTo>
                  <a:pt x="1791" y="303286"/>
                </a:lnTo>
                <a:lnTo>
                  <a:pt x="0" y="303209"/>
                </a:lnTo>
                <a:lnTo>
                  <a:pt x="8030" y="303076"/>
                </a:lnTo>
                <a:lnTo>
                  <a:pt x="16059" y="302866"/>
                </a:lnTo>
                <a:lnTo>
                  <a:pt x="24079" y="302590"/>
                </a:lnTo>
                <a:lnTo>
                  <a:pt x="32099" y="302257"/>
                </a:lnTo>
                <a:lnTo>
                  <a:pt x="40100" y="301857"/>
                </a:lnTo>
                <a:lnTo>
                  <a:pt x="48101" y="301400"/>
                </a:lnTo>
                <a:lnTo>
                  <a:pt x="56102" y="300895"/>
                </a:lnTo>
                <a:lnTo>
                  <a:pt x="64084" y="300333"/>
                </a:lnTo>
                <a:lnTo>
                  <a:pt x="72057" y="299723"/>
                </a:lnTo>
                <a:lnTo>
                  <a:pt x="80020" y="299056"/>
                </a:lnTo>
                <a:lnTo>
                  <a:pt x="87973" y="298342"/>
                </a:lnTo>
                <a:lnTo>
                  <a:pt x="95917" y="297571"/>
                </a:lnTo>
                <a:lnTo>
                  <a:pt x="103842" y="296742"/>
                </a:lnTo>
                <a:lnTo>
                  <a:pt x="111747" y="295856"/>
                </a:lnTo>
                <a:lnTo>
                  <a:pt x="119644" y="294923"/>
                </a:lnTo>
                <a:lnTo>
                  <a:pt x="127521" y="293932"/>
                </a:lnTo>
                <a:lnTo>
                  <a:pt x="135379" y="292875"/>
                </a:lnTo>
                <a:lnTo>
                  <a:pt x="143218" y="291770"/>
                </a:lnTo>
                <a:lnTo>
                  <a:pt x="151038" y="290598"/>
                </a:lnTo>
                <a:lnTo>
                  <a:pt x="158829" y="289379"/>
                </a:lnTo>
                <a:lnTo>
                  <a:pt x="166602" y="288084"/>
                </a:lnTo>
                <a:lnTo>
                  <a:pt x="174336" y="286731"/>
                </a:lnTo>
                <a:lnTo>
                  <a:pt x="182051" y="285312"/>
                </a:lnTo>
                <a:lnTo>
                  <a:pt x="189728" y="283826"/>
                </a:lnTo>
                <a:lnTo>
                  <a:pt x="197377" y="282273"/>
                </a:lnTo>
                <a:lnTo>
                  <a:pt x="204988" y="280645"/>
                </a:lnTo>
                <a:lnTo>
                  <a:pt x="212560" y="278949"/>
                </a:lnTo>
                <a:lnTo>
                  <a:pt x="220085" y="277178"/>
                </a:lnTo>
                <a:lnTo>
                  <a:pt x="227562" y="275339"/>
                </a:lnTo>
                <a:lnTo>
                  <a:pt x="235001" y="273415"/>
                </a:lnTo>
                <a:lnTo>
                  <a:pt x="242373" y="271405"/>
                </a:lnTo>
                <a:lnTo>
                  <a:pt x="249698" y="269319"/>
                </a:lnTo>
                <a:lnTo>
                  <a:pt x="256956" y="267157"/>
                </a:lnTo>
                <a:lnTo>
                  <a:pt x="264147" y="264900"/>
                </a:lnTo>
                <a:lnTo>
                  <a:pt x="271262" y="262557"/>
                </a:lnTo>
                <a:lnTo>
                  <a:pt x="278311" y="260118"/>
                </a:lnTo>
                <a:lnTo>
                  <a:pt x="285264" y="257585"/>
                </a:lnTo>
                <a:lnTo>
                  <a:pt x="292141" y="254965"/>
                </a:lnTo>
                <a:lnTo>
                  <a:pt x="298914" y="252241"/>
                </a:lnTo>
                <a:lnTo>
                  <a:pt x="305581" y="249422"/>
                </a:lnTo>
                <a:lnTo>
                  <a:pt x="312144" y="246497"/>
                </a:lnTo>
                <a:lnTo>
                  <a:pt x="318583" y="243469"/>
                </a:lnTo>
                <a:lnTo>
                  <a:pt x="324898" y="240344"/>
                </a:lnTo>
                <a:lnTo>
                  <a:pt x="331079" y="237106"/>
                </a:lnTo>
                <a:lnTo>
                  <a:pt x="337109" y="233763"/>
                </a:lnTo>
                <a:lnTo>
                  <a:pt x="342995" y="230315"/>
                </a:lnTo>
                <a:lnTo>
                  <a:pt x="348710" y="226752"/>
                </a:lnTo>
                <a:lnTo>
                  <a:pt x="354254" y="223095"/>
                </a:lnTo>
                <a:lnTo>
                  <a:pt x="359616" y="219323"/>
                </a:lnTo>
                <a:lnTo>
                  <a:pt x="364779" y="215446"/>
                </a:lnTo>
                <a:lnTo>
                  <a:pt x="369751" y="211465"/>
                </a:lnTo>
                <a:lnTo>
                  <a:pt x="374513" y="207388"/>
                </a:lnTo>
                <a:lnTo>
                  <a:pt x="379047" y="203206"/>
                </a:lnTo>
                <a:lnTo>
                  <a:pt x="383362" y="198939"/>
                </a:lnTo>
                <a:lnTo>
                  <a:pt x="387439" y="194577"/>
                </a:lnTo>
                <a:lnTo>
                  <a:pt x="391287" y="190129"/>
                </a:lnTo>
                <a:lnTo>
                  <a:pt x="394878" y="185604"/>
                </a:lnTo>
                <a:lnTo>
                  <a:pt x="398231" y="180994"/>
                </a:lnTo>
                <a:lnTo>
                  <a:pt x="401326" y="176327"/>
                </a:lnTo>
                <a:lnTo>
                  <a:pt x="404174" y="171593"/>
                </a:lnTo>
                <a:lnTo>
                  <a:pt x="406765" y="166802"/>
                </a:lnTo>
                <a:lnTo>
                  <a:pt x="409099" y="161954"/>
                </a:lnTo>
                <a:lnTo>
                  <a:pt x="411194" y="157067"/>
                </a:lnTo>
                <a:lnTo>
                  <a:pt x="413033" y="152133"/>
                </a:lnTo>
                <a:lnTo>
                  <a:pt x="414623" y="147171"/>
                </a:lnTo>
                <a:lnTo>
                  <a:pt x="415976" y="142180"/>
                </a:lnTo>
                <a:lnTo>
                  <a:pt x="417100" y="137170"/>
                </a:lnTo>
                <a:lnTo>
                  <a:pt x="417986" y="132140"/>
                </a:lnTo>
                <a:lnTo>
                  <a:pt x="418652" y="127092"/>
                </a:lnTo>
                <a:lnTo>
                  <a:pt x="419110" y="122034"/>
                </a:lnTo>
                <a:lnTo>
                  <a:pt x="419348" y="116977"/>
                </a:lnTo>
                <a:lnTo>
                  <a:pt x="419386" y="111909"/>
                </a:lnTo>
                <a:lnTo>
                  <a:pt x="419224" y="106851"/>
                </a:lnTo>
                <a:lnTo>
                  <a:pt x="418871" y="101784"/>
                </a:lnTo>
                <a:lnTo>
                  <a:pt x="418348" y="96736"/>
                </a:lnTo>
                <a:lnTo>
                  <a:pt x="425777" y="95498"/>
                </a:lnTo>
                <a:lnTo>
                  <a:pt x="433607" y="94364"/>
                </a:lnTo>
                <a:lnTo>
                  <a:pt x="441408" y="93155"/>
                </a:lnTo>
                <a:lnTo>
                  <a:pt x="449189" y="91888"/>
                </a:lnTo>
                <a:lnTo>
                  <a:pt x="456943" y="90564"/>
                </a:lnTo>
                <a:lnTo>
                  <a:pt x="464668" y="89183"/>
                </a:lnTo>
                <a:lnTo>
                  <a:pt x="472373" y="87754"/>
                </a:lnTo>
                <a:lnTo>
                  <a:pt x="480060" y="86268"/>
                </a:lnTo>
                <a:lnTo>
                  <a:pt x="487718" y="84744"/>
                </a:lnTo>
                <a:lnTo>
                  <a:pt x="495348" y="83163"/>
                </a:lnTo>
                <a:lnTo>
                  <a:pt x="502958" y="81544"/>
                </a:lnTo>
                <a:lnTo>
                  <a:pt x="510540" y="79867"/>
                </a:lnTo>
                <a:lnTo>
                  <a:pt x="518103" y="78143"/>
                </a:lnTo>
                <a:lnTo>
                  <a:pt x="525628" y="76381"/>
                </a:lnTo>
                <a:lnTo>
                  <a:pt x="533133" y="74571"/>
                </a:lnTo>
                <a:lnTo>
                  <a:pt x="540601" y="72704"/>
                </a:lnTo>
                <a:lnTo>
                  <a:pt x="548040" y="70799"/>
                </a:lnTo>
                <a:lnTo>
                  <a:pt x="555450" y="68847"/>
                </a:lnTo>
                <a:lnTo>
                  <a:pt x="562832" y="66846"/>
                </a:lnTo>
                <a:lnTo>
                  <a:pt x="570176" y="64789"/>
                </a:lnTo>
                <a:lnTo>
                  <a:pt x="577491" y="62694"/>
                </a:lnTo>
                <a:lnTo>
                  <a:pt x="584768" y="60550"/>
                </a:lnTo>
                <a:lnTo>
                  <a:pt x="592007" y="58350"/>
                </a:lnTo>
                <a:lnTo>
                  <a:pt x="599208" y="56112"/>
                </a:lnTo>
                <a:lnTo>
                  <a:pt x="606371" y="53816"/>
                </a:lnTo>
                <a:lnTo>
                  <a:pt x="613486" y="51473"/>
                </a:lnTo>
                <a:lnTo>
                  <a:pt x="620563" y="49073"/>
                </a:lnTo>
                <a:lnTo>
                  <a:pt x="627602" y="46625"/>
                </a:lnTo>
                <a:lnTo>
                  <a:pt x="634584" y="44129"/>
                </a:lnTo>
                <a:lnTo>
                  <a:pt x="641528" y="41577"/>
                </a:lnTo>
                <a:lnTo>
                  <a:pt x="648414" y="38967"/>
                </a:lnTo>
                <a:lnTo>
                  <a:pt x="655253" y="36309"/>
                </a:lnTo>
                <a:lnTo>
                  <a:pt x="662035" y="33595"/>
                </a:lnTo>
                <a:lnTo>
                  <a:pt x="668760" y="30832"/>
                </a:lnTo>
                <a:lnTo>
                  <a:pt x="675427" y="28004"/>
                </a:lnTo>
                <a:lnTo>
                  <a:pt x="682038" y="25127"/>
                </a:lnTo>
                <a:lnTo>
                  <a:pt x="688581" y="22193"/>
                </a:lnTo>
                <a:lnTo>
                  <a:pt x="695058" y="19193"/>
                </a:lnTo>
                <a:lnTo>
                  <a:pt x="701469" y="16145"/>
                </a:lnTo>
                <a:lnTo>
                  <a:pt x="707812" y="13030"/>
                </a:lnTo>
                <a:lnTo>
                  <a:pt x="714080" y="9868"/>
                </a:lnTo>
                <a:lnTo>
                  <a:pt x="720261" y="6639"/>
                </a:lnTo>
                <a:lnTo>
                  <a:pt x="726377" y="3343"/>
                </a:lnTo>
                <a:lnTo>
                  <a:pt x="73240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751E14F3-E5B6-44CA-B072-8567F003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725" y="4876648"/>
            <a:ext cx="1988353" cy="333146"/>
          </a:xfrm>
          <a:custGeom xmlns:a="http://schemas.openxmlformats.org/drawingml/2006/main">
            <a:pathLst>
              <a:path w="1988353" h="333146">
                <a:moveTo>
                  <a:pt x="1987734" y="0"/>
                </a:moveTo>
                <a:lnTo>
                  <a:pt x="1988353" y="12268"/>
                </a:lnTo>
                <a:lnTo>
                  <a:pt x="1988077" y="24546"/>
                </a:lnTo>
                <a:lnTo>
                  <a:pt x="1987115" y="36805"/>
                </a:lnTo>
                <a:lnTo>
                  <a:pt x="1985515" y="49035"/>
                </a:lnTo>
                <a:lnTo>
                  <a:pt x="1983296" y="61236"/>
                </a:lnTo>
                <a:lnTo>
                  <a:pt x="1980467" y="73381"/>
                </a:lnTo>
                <a:lnTo>
                  <a:pt x="1977019" y="85458"/>
                </a:lnTo>
                <a:lnTo>
                  <a:pt x="1972951" y="97469"/>
                </a:lnTo>
                <a:lnTo>
                  <a:pt x="1968256" y="109376"/>
                </a:lnTo>
                <a:lnTo>
                  <a:pt x="1962922" y="121187"/>
                </a:lnTo>
                <a:lnTo>
                  <a:pt x="1956921" y="132864"/>
                </a:lnTo>
                <a:lnTo>
                  <a:pt x="1950244" y="144399"/>
                </a:lnTo>
                <a:lnTo>
                  <a:pt x="1942881" y="155762"/>
                </a:lnTo>
                <a:lnTo>
                  <a:pt x="1934832" y="166935"/>
                </a:lnTo>
                <a:lnTo>
                  <a:pt x="1926060" y="177898"/>
                </a:lnTo>
                <a:lnTo>
                  <a:pt x="1916582" y="188624"/>
                </a:lnTo>
                <a:lnTo>
                  <a:pt x="1906372" y="199073"/>
                </a:lnTo>
                <a:lnTo>
                  <a:pt x="1895446" y="209236"/>
                </a:lnTo>
                <a:lnTo>
                  <a:pt x="1883807" y="219075"/>
                </a:lnTo>
                <a:lnTo>
                  <a:pt x="1871462" y="228571"/>
                </a:lnTo>
                <a:lnTo>
                  <a:pt x="1858432" y="237696"/>
                </a:lnTo>
                <a:lnTo>
                  <a:pt x="1844735" y="246421"/>
                </a:lnTo>
                <a:lnTo>
                  <a:pt x="1830410" y="254727"/>
                </a:lnTo>
                <a:lnTo>
                  <a:pt x="1815465" y="262604"/>
                </a:lnTo>
                <a:lnTo>
                  <a:pt x="1799968" y="270034"/>
                </a:lnTo>
                <a:lnTo>
                  <a:pt x="1783937" y="277006"/>
                </a:lnTo>
                <a:lnTo>
                  <a:pt x="1767421" y="283521"/>
                </a:lnTo>
                <a:lnTo>
                  <a:pt x="1750476" y="289560"/>
                </a:lnTo>
                <a:lnTo>
                  <a:pt x="1733121" y="295142"/>
                </a:lnTo>
                <a:lnTo>
                  <a:pt x="1715424" y="300257"/>
                </a:lnTo>
                <a:lnTo>
                  <a:pt x="1697412" y="304924"/>
                </a:lnTo>
                <a:lnTo>
                  <a:pt x="1679124" y="309153"/>
                </a:lnTo>
                <a:lnTo>
                  <a:pt x="1660608" y="312953"/>
                </a:lnTo>
                <a:lnTo>
                  <a:pt x="1641891" y="316344"/>
                </a:lnTo>
                <a:lnTo>
                  <a:pt x="1623003" y="319326"/>
                </a:lnTo>
                <a:lnTo>
                  <a:pt x="1603962" y="321926"/>
                </a:lnTo>
                <a:lnTo>
                  <a:pt x="1584817" y="324164"/>
                </a:lnTo>
                <a:lnTo>
                  <a:pt x="1565567" y="326050"/>
                </a:lnTo>
                <a:lnTo>
                  <a:pt x="1546250" y="327603"/>
                </a:lnTo>
                <a:lnTo>
                  <a:pt x="1526867" y="328832"/>
                </a:lnTo>
                <a:lnTo>
                  <a:pt x="1507455" y="329746"/>
                </a:lnTo>
                <a:lnTo>
                  <a:pt x="1487986" y="330184"/>
                </a:lnTo>
                <a:lnTo>
                  <a:pt x="1468517" y="330470"/>
                </a:lnTo>
                <a:lnTo>
                  <a:pt x="1449038" y="330698"/>
                </a:lnTo>
                <a:lnTo>
                  <a:pt x="1429569" y="330889"/>
                </a:lnTo>
                <a:lnTo>
                  <a:pt x="1410091" y="331060"/>
                </a:lnTo>
                <a:lnTo>
                  <a:pt x="1390621" y="331213"/>
                </a:lnTo>
                <a:lnTo>
                  <a:pt x="1371143" y="331356"/>
                </a:lnTo>
                <a:lnTo>
                  <a:pt x="1351664" y="331489"/>
                </a:lnTo>
                <a:lnTo>
                  <a:pt x="1332195" y="331603"/>
                </a:lnTo>
                <a:lnTo>
                  <a:pt x="1312716" y="331718"/>
                </a:lnTo>
                <a:lnTo>
                  <a:pt x="1293238" y="331822"/>
                </a:lnTo>
                <a:lnTo>
                  <a:pt x="1273759" y="331918"/>
                </a:lnTo>
                <a:lnTo>
                  <a:pt x="1254290" y="332013"/>
                </a:lnTo>
                <a:lnTo>
                  <a:pt x="1234811" y="332099"/>
                </a:lnTo>
                <a:lnTo>
                  <a:pt x="1215333" y="332184"/>
                </a:lnTo>
                <a:lnTo>
                  <a:pt x="1195864" y="332261"/>
                </a:lnTo>
                <a:lnTo>
                  <a:pt x="1176385" y="332327"/>
                </a:lnTo>
                <a:lnTo>
                  <a:pt x="1156907" y="332403"/>
                </a:lnTo>
                <a:lnTo>
                  <a:pt x="1137428" y="332470"/>
                </a:lnTo>
                <a:lnTo>
                  <a:pt x="1117949" y="332527"/>
                </a:lnTo>
                <a:lnTo>
                  <a:pt x="1098480" y="332584"/>
                </a:lnTo>
                <a:lnTo>
                  <a:pt x="1079002" y="332642"/>
                </a:lnTo>
                <a:lnTo>
                  <a:pt x="1059523" y="332689"/>
                </a:lnTo>
                <a:lnTo>
                  <a:pt x="1040044" y="332746"/>
                </a:lnTo>
                <a:lnTo>
                  <a:pt x="1020575" y="332794"/>
                </a:lnTo>
                <a:lnTo>
                  <a:pt x="1001097" y="332832"/>
                </a:lnTo>
                <a:lnTo>
                  <a:pt x="981618" y="332870"/>
                </a:lnTo>
                <a:lnTo>
                  <a:pt x="962139" y="332908"/>
                </a:lnTo>
                <a:lnTo>
                  <a:pt x="942670" y="332946"/>
                </a:lnTo>
                <a:lnTo>
                  <a:pt x="923192" y="332975"/>
                </a:lnTo>
                <a:lnTo>
                  <a:pt x="903713" y="333004"/>
                </a:lnTo>
                <a:lnTo>
                  <a:pt x="884234" y="333032"/>
                </a:lnTo>
                <a:lnTo>
                  <a:pt x="864756" y="333051"/>
                </a:lnTo>
                <a:lnTo>
                  <a:pt x="845287" y="333080"/>
                </a:lnTo>
                <a:lnTo>
                  <a:pt x="825808" y="333099"/>
                </a:lnTo>
                <a:lnTo>
                  <a:pt x="806329" y="333108"/>
                </a:lnTo>
                <a:lnTo>
                  <a:pt x="786851" y="333127"/>
                </a:lnTo>
                <a:lnTo>
                  <a:pt x="767372" y="333137"/>
                </a:lnTo>
                <a:lnTo>
                  <a:pt x="747903" y="333137"/>
                </a:lnTo>
                <a:lnTo>
                  <a:pt x="728424" y="333146"/>
                </a:lnTo>
                <a:lnTo>
                  <a:pt x="708946" y="333146"/>
                </a:lnTo>
                <a:lnTo>
                  <a:pt x="689467" y="333146"/>
                </a:lnTo>
                <a:lnTo>
                  <a:pt x="669989" y="333137"/>
                </a:lnTo>
                <a:lnTo>
                  <a:pt x="650519" y="333137"/>
                </a:lnTo>
                <a:lnTo>
                  <a:pt x="631041" y="333127"/>
                </a:lnTo>
                <a:lnTo>
                  <a:pt x="611562" y="333108"/>
                </a:lnTo>
                <a:lnTo>
                  <a:pt x="592084" y="333089"/>
                </a:lnTo>
                <a:lnTo>
                  <a:pt x="572614" y="333070"/>
                </a:lnTo>
                <a:lnTo>
                  <a:pt x="553136" y="333051"/>
                </a:lnTo>
                <a:lnTo>
                  <a:pt x="533657" y="333023"/>
                </a:lnTo>
                <a:lnTo>
                  <a:pt x="514179" y="332994"/>
                </a:lnTo>
                <a:lnTo>
                  <a:pt x="494700" y="332956"/>
                </a:lnTo>
                <a:lnTo>
                  <a:pt x="475231" y="332918"/>
                </a:lnTo>
                <a:lnTo>
                  <a:pt x="455752" y="332870"/>
                </a:lnTo>
                <a:lnTo>
                  <a:pt x="436274" y="332823"/>
                </a:lnTo>
                <a:lnTo>
                  <a:pt x="416795" y="332765"/>
                </a:lnTo>
                <a:lnTo>
                  <a:pt x="397326" y="332708"/>
                </a:lnTo>
                <a:lnTo>
                  <a:pt x="377847" y="332651"/>
                </a:lnTo>
                <a:lnTo>
                  <a:pt x="358369" y="332584"/>
                </a:lnTo>
                <a:lnTo>
                  <a:pt x="338890" y="332508"/>
                </a:lnTo>
                <a:lnTo>
                  <a:pt x="319421" y="332432"/>
                </a:lnTo>
                <a:lnTo>
                  <a:pt x="299942" y="332337"/>
                </a:lnTo>
                <a:lnTo>
                  <a:pt x="280464" y="332242"/>
                </a:lnTo>
                <a:lnTo>
                  <a:pt x="260985" y="332137"/>
                </a:lnTo>
                <a:lnTo>
                  <a:pt x="241516" y="332022"/>
                </a:lnTo>
                <a:lnTo>
                  <a:pt x="222037" y="331899"/>
                </a:lnTo>
                <a:lnTo>
                  <a:pt x="202559" y="331765"/>
                </a:lnTo>
                <a:lnTo>
                  <a:pt x="183090" y="331613"/>
                </a:lnTo>
                <a:lnTo>
                  <a:pt x="163611" y="331451"/>
                </a:lnTo>
                <a:lnTo>
                  <a:pt x="144132" y="331270"/>
                </a:lnTo>
                <a:lnTo>
                  <a:pt x="124663" y="331060"/>
                </a:lnTo>
                <a:lnTo>
                  <a:pt x="105194" y="330832"/>
                </a:lnTo>
                <a:lnTo>
                  <a:pt x="85715" y="330565"/>
                </a:lnTo>
                <a:lnTo>
                  <a:pt x="66246" y="330251"/>
                </a:lnTo>
                <a:lnTo>
                  <a:pt x="46777" y="329870"/>
                </a:lnTo>
                <a:lnTo>
                  <a:pt x="27318" y="329365"/>
                </a:lnTo>
                <a:lnTo>
                  <a:pt x="7887" y="328565"/>
                </a:lnTo>
                <a:lnTo>
                  <a:pt x="3610" y="318592"/>
                </a:lnTo>
                <a:lnTo>
                  <a:pt x="3353" y="306314"/>
                </a:lnTo>
                <a:lnTo>
                  <a:pt x="3096" y="294037"/>
                </a:lnTo>
                <a:lnTo>
                  <a:pt x="2838" y="281759"/>
                </a:lnTo>
                <a:lnTo>
                  <a:pt x="2581" y="269491"/>
                </a:lnTo>
                <a:lnTo>
                  <a:pt x="2324" y="257213"/>
                </a:lnTo>
                <a:lnTo>
                  <a:pt x="2067" y="244935"/>
                </a:lnTo>
                <a:lnTo>
                  <a:pt x="1810" y="232658"/>
                </a:lnTo>
                <a:lnTo>
                  <a:pt x="1543" y="220389"/>
                </a:lnTo>
                <a:lnTo>
                  <a:pt x="1286" y="208112"/>
                </a:lnTo>
                <a:lnTo>
                  <a:pt x="1029" y="195834"/>
                </a:lnTo>
                <a:lnTo>
                  <a:pt x="772" y="183566"/>
                </a:lnTo>
                <a:lnTo>
                  <a:pt x="514" y="171288"/>
                </a:lnTo>
                <a:lnTo>
                  <a:pt x="257" y="159010"/>
                </a:lnTo>
                <a:lnTo>
                  <a:pt x="0" y="146733"/>
                </a:lnTo>
                <a:lnTo>
                  <a:pt x="7144" y="138703"/>
                </a:lnTo>
                <a:lnTo>
                  <a:pt x="26575" y="137817"/>
                </a:lnTo>
                <a:lnTo>
                  <a:pt x="46015" y="137065"/>
                </a:lnTo>
                <a:lnTo>
                  <a:pt x="65465" y="136436"/>
                </a:lnTo>
                <a:lnTo>
                  <a:pt x="84925" y="135922"/>
                </a:lnTo>
                <a:lnTo>
                  <a:pt x="104384" y="135512"/>
                </a:lnTo>
                <a:lnTo>
                  <a:pt x="123854" y="135198"/>
                </a:lnTo>
                <a:lnTo>
                  <a:pt x="143332" y="134960"/>
                </a:lnTo>
                <a:lnTo>
                  <a:pt x="162801" y="134807"/>
                </a:lnTo>
                <a:lnTo>
                  <a:pt x="182280" y="134712"/>
                </a:lnTo>
                <a:lnTo>
                  <a:pt x="201759" y="134693"/>
                </a:lnTo>
                <a:lnTo>
                  <a:pt x="221237" y="134722"/>
                </a:lnTo>
                <a:lnTo>
                  <a:pt x="240706" y="134817"/>
                </a:lnTo>
                <a:lnTo>
                  <a:pt x="260185" y="134950"/>
                </a:lnTo>
                <a:lnTo>
                  <a:pt x="279664" y="135131"/>
                </a:lnTo>
                <a:lnTo>
                  <a:pt x="299133" y="135360"/>
                </a:lnTo>
                <a:lnTo>
                  <a:pt x="318602" y="135626"/>
                </a:lnTo>
                <a:lnTo>
                  <a:pt x="338080" y="135931"/>
                </a:lnTo>
                <a:lnTo>
                  <a:pt x="357549" y="136274"/>
                </a:lnTo>
                <a:lnTo>
                  <a:pt x="377009" y="136636"/>
                </a:lnTo>
                <a:lnTo>
                  <a:pt x="396478" y="137036"/>
                </a:lnTo>
                <a:lnTo>
                  <a:pt x="415947" y="137455"/>
                </a:lnTo>
                <a:lnTo>
                  <a:pt x="435407" y="137903"/>
                </a:lnTo>
                <a:lnTo>
                  <a:pt x="454866" y="138379"/>
                </a:lnTo>
                <a:lnTo>
                  <a:pt x="474335" y="138875"/>
                </a:lnTo>
                <a:lnTo>
                  <a:pt x="493795" y="139379"/>
                </a:lnTo>
                <a:lnTo>
                  <a:pt x="513245" y="139913"/>
                </a:lnTo>
                <a:lnTo>
                  <a:pt x="532705" y="140465"/>
                </a:lnTo>
                <a:lnTo>
                  <a:pt x="552164" y="141018"/>
                </a:lnTo>
                <a:lnTo>
                  <a:pt x="571614" y="141599"/>
                </a:lnTo>
                <a:lnTo>
                  <a:pt x="591074" y="142180"/>
                </a:lnTo>
                <a:lnTo>
                  <a:pt x="610524" y="142780"/>
                </a:lnTo>
                <a:lnTo>
                  <a:pt x="629984" y="143389"/>
                </a:lnTo>
                <a:lnTo>
                  <a:pt x="649434" y="143999"/>
                </a:lnTo>
                <a:lnTo>
                  <a:pt x="668884" y="144618"/>
                </a:lnTo>
                <a:lnTo>
                  <a:pt x="688334" y="145247"/>
                </a:lnTo>
                <a:lnTo>
                  <a:pt x="707784" y="145875"/>
                </a:lnTo>
                <a:lnTo>
                  <a:pt x="727234" y="146514"/>
                </a:lnTo>
                <a:lnTo>
                  <a:pt x="746684" y="147152"/>
                </a:lnTo>
                <a:lnTo>
                  <a:pt x="766134" y="147790"/>
                </a:lnTo>
                <a:lnTo>
                  <a:pt x="785584" y="148428"/>
                </a:lnTo>
                <a:lnTo>
                  <a:pt x="805034" y="149057"/>
                </a:lnTo>
                <a:lnTo>
                  <a:pt x="824484" y="149695"/>
                </a:lnTo>
                <a:lnTo>
                  <a:pt x="843944" y="150324"/>
                </a:lnTo>
                <a:lnTo>
                  <a:pt x="863394" y="150952"/>
                </a:lnTo>
                <a:lnTo>
                  <a:pt x="882844" y="151571"/>
                </a:lnTo>
                <a:lnTo>
                  <a:pt x="902294" y="152181"/>
                </a:lnTo>
                <a:lnTo>
                  <a:pt x="921744" y="152781"/>
                </a:lnTo>
                <a:lnTo>
                  <a:pt x="941203" y="153372"/>
                </a:lnTo>
                <a:lnTo>
                  <a:pt x="960653" y="153962"/>
                </a:lnTo>
                <a:lnTo>
                  <a:pt x="980113" y="154524"/>
                </a:lnTo>
                <a:lnTo>
                  <a:pt x="999573" y="155086"/>
                </a:lnTo>
                <a:lnTo>
                  <a:pt x="1019023" y="155619"/>
                </a:lnTo>
                <a:lnTo>
                  <a:pt x="1038482" y="156143"/>
                </a:lnTo>
                <a:lnTo>
                  <a:pt x="1057942" y="156648"/>
                </a:lnTo>
                <a:lnTo>
                  <a:pt x="1077411" y="157134"/>
                </a:lnTo>
                <a:lnTo>
                  <a:pt x="1096870" y="157591"/>
                </a:lnTo>
                <a:lnTo>
                  <a:pt x="1116330" y="158029"/>
                </a:lnTo>
                <a:lnTo>
                  <a:pt x="1135799" y="158439"/>
                </a:lnTo>
                <a:lnTo>
                  <a:pt x="1155268" y="158820"/>
                </a:lnTo>
                <a:lnTo>
                  <a:pt x="1174737" y="159163"/>
                </a:lnTo>
                <a:lnTo>
                  <a:pt x="1194206" y="159487"/>
                </a:lnTo>
                <a:lnTo>
                  <a:pt x="1213676" y="159763"/>
                </a:lnTo>
                <a:lnTo>
                  <a:pt x="1233154" y="160010"/>
                </a:lnTo>
                <a:lnTo>
                  <a:pt x="1252623" y="160201"/>
                </a:lnTo>
                <a:lnTo>
                  <a:pt x="1272102" y="160353"/>
                </a:lnTo>
                <a:lnTo>
                  <a:pt x="1291580" y="160458"/>
                </a:lnTo>
                <a:lnTo>
                  <a:pt x="1311050" y="160506"/>
                </a:lnTo>
                <a:lnTo>
                  <a:pt x="1330528" y="160496"/>
                </a:lnTo>
                <a:lnTo>
                  <a:pt x="1350007" y="160420"/>
                </a:lnTo>
                <a:lnTo>
                  <a:pt x="1369485" y="160268"/>
                </a:lnTo>
                <a:lnTo>
                  <a:pt x="1388955" y="160039"/>
                </a:lnTo>
                <a:lnTo>
                  <a:pt x="1408424" y="159734"/>
                </a:lnTo>
                <a:lnTo>
                  <a:pt x="1427893" y="159325"/>
                </a:lnTo>
                <a:lnTo>
                  <a:pt x="1447352" y="158810"/>
                </a:lnTo>
                <a:lnTo>
                  <a:pt x="1466802" y="158182"/>
                </a:lnTo>
                <a:lnTo>
                  <a:pt x="1486243" y="157420"/>
                </a:lnTo>
                <a:lnTo>
                  <a:pt x="1505664" y="156505"/>
                </a:lnTo>
                <a:lnTo>
                  <a:pt x="1525067" y="155419"/>
                </a:lnTo>
                <a:lnTo>
                  <a:pt x="1544431" y="154134"/>
                </a:lnTo>
                <a:lnTo>
                  <a:pt x="1563757" y="152629"/>
                </a:lnTo>
                <a:lnTo>
                  <a:pt x="1583026" y="150847"/>
                </a:lnTo>
                <a:lnTo>
                  <a:pt x="1602219" y="148733"/>
                </a:lnTo>
                <a:lnTo>
                  <a:pt x="1621279" y="146228"/>
                </a:lnTo>
                <a:lnTo>
                  <a:pt x="1640157" y="143208"/>
                </a:lnTo>
                <a:lnTo>
                  <a:pt x="1658741" y="139551"/>
                </a:lnTo>
                <a:lnTo>
                  <a:pt x="1676838" y="135007"/>
                </a:lnTo>
                <a:lnTo>
                  <a:pt x="1694012" y="129245"/>
                </a:lnTo>
                <a:lnTo>
                  <a:pt x="1709366" y="121730"/>
                </a:lnTo>
                <a:lnTo>
                  <a:pt x="1720844" y="111890"/>
                </a:lnTo>
                <a:lnTo>
                  <a:pt x="1725463" y="100051"/>
                </a:lnTo>
                <a:lnTo>
                  <a:pt x="1738513" y="93907"/>
                </a:lnTo>
                <a:lnTo>
                  <a:pt x="1756848" y="89754"/>
                </a:lnTo>
                <a:lnTo>
                  <a:pt x="1774927" y="85192"/>
                </a:lnTo>
                <a:lnTo>
                  <a:pt x="1792776" y="80277"/>
                </a:lnTo>
                <a:lnTo>
                  <a:pt x="1810388" y="75047"/>
                </a:lnTo>
                <a:lnTo>
                  <a:pt x="1827771" y="69513"/>
                </a:lnTo>
                <a:lnTo>
                  <a:pt x="1844926" y="63694"/>
                </a:lnTo>
                <a:lnTo>
                  <a:pt x="1861842" y="57607"/>
                </a:lnTo>
                <a:lnTo>
                  <a:pt x="1878511" y="51264"/>
                </a:lnTo>
                <a:lnTo>
                  <a:pt x="1894923" y="44653"/>
                </a:lnTo>
                <a:lnTo>
                  <a:pt x="1911077" y="37795"/>
                </a:lnTo>
                <a:lnTo>
                  <a:pt x="1926974" y="30699"/>
                </a:lnTo>
                <a:lnTo>
                  <a:pt x="1942595" y="23365"/>
                </a:lnTo>
                <a:lnTo>
                  <a:pt x="1957930" y="15802"/>
                </a:lnTo>
                <a:lnTo>
                  <a:pt x="1972980" y="8011"/>
                </a:lnTo>
                <a:lnTo>
                  <a:pt x="1987734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587A7334-274A-4B1B-8257-150659AE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563" y="3955704"/>
            <a:ext cx="1987896" cy="1252985"/>
          </a:xfrm>
          <a:custGeom xmlns:a="http://schemas.openxmlformats.org/drawingml/2006/main">
            <a:pathLst>
              <a:path w="1987896" h="1252985">
                <a:moveTo>
                  <a:pt x="0" y="1252985"/>
                </a:moveTo>
                <a:lnTo>
                  <a:pt x="31918" y="1252985"/>
                </a:lnTo>
                <a:lnTo>
                  <a:pt x="63837" y="1252985"/>
                </a:lnTo>
                <a:lnTo>
                  <a:pt x="95755" y="1252985"/>
                </a:lnTo>
                <a:lnTo>
                  <a:pt x="127673" y="1252985"/>
                </a:lnTo>
                <a:lnTo>
                  <a:pt x="159591" y="1252985"/>
                </a:lnTo>
                <a:lnTo>
                  <a:pt x="191510" y="1252985"/>
                </a:lnTo>
                <a:lnTo>
                  <a:pt x="223428" y="1252985"/>
                </a:lnTo>
                <a:lnTo>
                  <a:pt x="255346" y="1252985"/>
                </a:lnTo>
                <a:lnTo>
                  <a:pt x="287264" y="1252985"/>
                </a:lnTo>
                <a:lnTo>
                  <a:pt x="319183" y="1252985"/>
                </a:lnTo>
                <a:lnTo>
                  <a:pt x="351092" y="1252985"/>
                </a:lnTo>
                <a:lnTo>
                  <a:pt x="383010" y="1252985"/>
                </a:lnTo>
                <a:lnTo>
                  <a:pt x="414928" y="1252985"/>
                </a:lnTo>
                <a:lnTo>
                  <a:pt x="446846" y="1252985"/>
                </a:lnTo>
                <a:lnTo>
                  <a:pt x="478765" y="1252985"/>
                </a:lnTo>
                <a:lnTo>
                  <a:pt x="510683" y="1252985"/>
                </a:lnTo>
                <a:lnTo>
                  <a:pt x="542601" y="1252985"/>
                </a:lnTo>
                <a:lnTo>
                  <a:pt x="574519" y="1252985"/>
                </a:lnTo>
                <a:lnTo>
                  <a:pt x="606438" y="1252985"/>
                </a:lnTo>
                <a:lnTo>
                  <a:pt x="638356" y="1252985"/>
                </a:lnTo>
                <a:lnTo>
                  <a:pt x="670274" y="1252985"/>
                </a:lnTo>
                <a:lnTo>
                  <a:pt x="702193" y="1252985"/>
                </a:lnTo>
                <a:lnTo>
                  <a:pt x="734111" y="1252985"/>
                </a:lnTo>
                <a:lnTo>
                  <a:pt x="766029" y="1252985"/>
                </a:lnTo>
                <a:lnTo>
                  <a:pt x="797947" y="1252985"/>
                </a:lnTo>
                <a:lnTo>
                  <a:pt x="829866" y="1252985"/>
                </a:lnTo>
                <a:lnTo>
                  <a:pt x="861784" y="1252985"/>
                </a:lnTo>
                <a:lnTo>
                  <a:pt x="893702" y="1252985"/>
                </a:lnTo>
                <a:lnTo>
                  <a:pt x="925620" y="1252985"/>
                </a:lnTo>
                <a:lnTo>
                  <a:pt x="957539" y="1252985"/>
                </a:lnTo>
                <a:lnTo>
                  <a:pt x="989457" y="1252985"/>
                </a:lnTo>
                <a:lnTo>
                  <a:pt x="1021375" y="1252985"/>
                </a:lnTo>
                <a:lnTo>
                  <a:pt x="1053284" y="1252985"/>
                </a:lnTo>
                <a:lnTo>
                  <a:pt x="1085202" y="1252985"/>
                </a:lnTo>
                <a:lnTo>
                  <a:pt x="1117121" y="1252985"/>
                </a:lnTo>
                <a:lnTo>
                  <a:pt x="1149039" y="1252985"/>
                </a:lnTo>
                <a:lnTo>
                  <a:pt x="1180957" y="1252985"/>
                </a:lnTo>
                <a:lnTo>
                  <a:pt x="1212875" y="1252985"/>
                </a:lnTo>
                <a:lnTo>
                  <a:pt x="1244794" y="1252985"/>
                </a:lnTo>
                <a:lnTo>
                  <a:pt x="1276712" y="1252985"/>
                </a:lnTo>
                <a:lnTo>
                  <a:pt x="1308630" y="1252985"/>
                </a:lnTo>
                <a:lnTo>
                  <a:pt x="1340234" y="1250718"/>
                </a:lnTo>
                <a:lnTo>
                  <a:pt x="1371657" y="1247204"/>
                </a:lnTo>
                <a:lnTo>
                  <a:pt x="1403090" y="1243689"/>
                </a:lnTo>
                <a:lnTo>
                  <a:pt x="1434513" y="1240174"/>
                </a:lnTo>
                <a:lnTo>
                  <a:pt x="1465945" y="1236659"/>
                </a:lnTo>
                <a:lnTo>
                  <a:pt x="1497368" y="1233145"/>
                </a:lnTo>
                <a:lnTo>
                  <a:pt x="1528791" y="1229630"/>
                </a:lnTo>
                <a:lnTo>
                  <a:pt x="1560224" y="1226115"/>
                </a:lnTo>
                <a:lnTo>
                  <a:pt x="1584208" y="1213809"/>
                </a:lnTo>
                <a:lnTo>
                  <a:pt x="1606363" y="1199321"/>
                </a:lnTo>
                <a:lnTo>
                  <a:pt x="1628508" y="1184834"/>
                </a:lnTo>
                <a:lnTo>
                  <a:pt x="1650654" y="1170346"/>
                </a:lnTo>
                <a:lnTo>
                  <a:pt x="1672800" y="1155859"/>
                </a:lnTo>
                <a:lnTo>
                  <a:pt x="1694955" y="1141381"/>
                </a:lnTo>
                <a:lnTo>
                  <a:pt x="1717100" y="1126893"/>
                </a:lnTo>
                <a:lnTo>
                  <a:pt x="1739246" y="1112406"/>
                </a:lnTo>
                <a:lnTo>
                  <a:pt x="1761392" y="1097918"/>
                </a:lnTo>
                <a:lnTo>
                  <a:pt x="1783537" y="1083431"/>
                </a:lnTo>
                <a:lnTo>
                  <a:pt x="1805692" y="1068943"/>
                </a:lnTo>
                <a:lnTo>
                  <a:pt x="1827838" y="1054456"/>
                </a:lnTo>
                <a:lnTo>
                  <a:pt x="1849984" y="1039968"/>
                </a:lnTo>
                <a:lnTo>
                  <a:pt x="1872129" y="1025481"/>
                </a:lnTo>
                <a:lnTo>
                  <a:pt x="1894275" y="1010993"/>
                </a:lnTo>
                <a:lnTo>
                  <a:pt x="1916430" y="996515"/>
                </a:lnTo>
                <a:lnTo>
                  <a:pt x="1938576" y="982028"/>
                </a:lnTo>
                <a:lnTo>
                  <a:pt x="1960721" y="967540"/>
                </a:lnTo>
                <a:lnTo>
                  <a:pt x="1982867" y="953052"/>
                </a:lnTo>
                <a:lnTo>
                  <a:pt x="1987896" y="934212"/>
                </a:lnTo>
                <a:lnTo>
                  <a:pt x="1987896" y="914095"/>
                </a:lnTo>
                <a:lnTo>
                  <a:pt x="1987896" y="893978"/>
                </a:lnTo>
                <a:lnTo>
                  <a:pt x="1987896" y="873862"/>
                </a:lnTo>
                <a:lnTo>
                  <a:pt x="1987896" y="853735"/>
                </a:lnTo>
                <a:lnTo>
                  <a:pt x="1987896" y="833618"/>
                </a:lnTo>
                <a:lnTo>
                  <a:pt x="1987896" y="813502"/>
                </a:lnTo>
                <a:lnTo>
                  <a:pt x="1987896" y="793385"/>
                </a:lnTo>
                <a:lnTo>
                  <a:pt x="1987896" y="773268"/>
                </a:lnTo>
                <a:lnTo>
                  <a:pt x="1987896" y="753151"/>
                </a:lnTo>
                <a:lnTo>
                  <a:pt x="1987896" y="733034"/>
                </a:lnTo>
                <a:lnTo>
                  <a:pt x="1987896" y="712918"/>
                </a:lnTo>
                <a:lnTo>
                  <a:pt x="1987896" y="692791"/>
                </a:lnTo>
                <a:lnTo>
                  <a:pt x="1987896" y="672675"/>
                </a:lnTo>
                <a:lnTo>
                  <a:pt x="1987896" y="652558"/>
                </a:lnTo>
                <a:lnTo>
                  <a:pt x="1987896" y="632441"/>
                </a:lnTo>
                <a:lnTo>
                  <a:pt x="1987896" y="612324"/>
                </a:lnTo>
                <a:lnTo>
                  <a:pt x="1987896" y="592207"/>
                </a:lnTo>
                <a:lnTo>
                  <a:pt x="1987896" y="572091"/>
                </a:lnTo>
                <a:lnTo>
                  <a:pt x="1987896" y="551974"/>
                </a:lnTo>
                <a:lnTo>
                  <a:pt x="1987896" y="531847"/>
                </a:lnTo>
                <a:lnTo>
                  <a:pt x="1987896" y="511731"/>
                </a:lnTo>
                <a:lnTo>
                  <a:pt x="1987896" y="491614"/>
                </a:lnTo>
                <a:lnTo>
                  <a:pt x="1987896" y="471497"/>
                </a:lnTo>
                <a:lnTo>
                  <a:pt x="1987896" y="451380"/>
                </a:lnTo>
                <a:lnTo>
                  <a:pt x="1987896" y="431263"/>
                </a:lnTo>
                <a:lnTo>
                  <a:pt x="1987896" y="411147"/>
                </a:lnTo>
                <a:lnTo>
                  <a:pt x="1987896" y="391030"/>
                </a:lnTo>
                <a:lnTo>
                  <a:pt x="1987896" y="370904"/>
                </a:lnTo>
                <a:lnTo>
                  <a:pt x="1987896" y="350787"/>
                </a:lnTo>
                <a:lnTo>
                  <a:pt x="1987896" y="330670"/>
                </a:lnTo>
                <a:lnTo>
                  <a:pt x="1987896" y="310553"/>
                </a:lnTo>
                <a:lnTo>
                  <a:pt x="1987896" y="290436"/>
                </a:lnTo>
                <a:lnTo>
                  <a:pt x="1987896" y="270320"/>
                </a:lnTo>
                <a:lnTo>
                  <a:pt x="1987896" y="250203"/>
                </a:lnTo>
                <a:lnTo>
                  <a:pt x="1987896" y="230086"/>
                </a:lnTo>
                <a:lnTo>
                  <a:pt x="1987896" y="209960"/>
                </a:lnTo>
                <a:lnTo>
                  <a:pt x="1987896" y="189843"/>
                </a:lnTo>
                <a:lnTo>
                  <a:pt x="1987896" y="169726"/>
                </a:lnTo>
                <a:lnTo>
                  <a:pt x="1987896" y="149609"/>
                </a:lnTo>
                <a:lnTo>
                  <a:pt x="1987896" y="129492"/>
                </a:lnTo>
                <a:lnTo>
                  <a:pt x="1987896" y="109376"/>
                </a:lnTo>
                <a:lnTo>
                  <a:pt x="1987896" y="89259"/>
                </a:lnTo>
                <a:lnTo>
                  <a:pt x="1987896" y="69142"/>
                </a:lnTo>
                <a:lnTo>
                  <a:pt x="1987896" y="49016"/>
                </a:lnTo>
                <a:lnTo>
                  <a:pt x="1987896" y="28899"/>
                </a:lnTo>
                <a:lnTo>
                  <a:pt x="1987896" y="8782"/>
                </a:lnTo>
                <a:lnTo>
                  <a:pt x="1969913" y="0"/>
                </a:lnTo>
                <a:lnTo>
                  <a:pt x="1937995" y="0"/>
                </a:lnTo>
                <a:lnTo>
                  <a:pt x="1906076" y="0"/>
                </a:lnTo>
                <a:lnTo>
                  <a:pt x="1874158" y="0"/>
                </a:lnTo>
                <a:lnTo>
                  <a:pt x="1842240" y="0"/>
                </a:lnTo>
                <a:lnTo>
                  <a:pt x="1810322" y="0"/>
                </a:lnTo>
                <a:lnTo>
                  <a:pt x="1778403" y="0"/>
                </a:lnTo>
                <a:lnTo>
                  <a:pt x="1746485" y="0"/>
                </a:lnTo>
                <a:lnTo>
                  <a:pt x="1714576" y="0"/>
                </a:lnTo>
                <a:lnTo>
                  <a:pt x="1682658" y="0"/>
                </a:lnTo>
                <a:lnTo>
                  <a:pt x="1650740" y="0"/>
                </a:lnTo>
                <a:lnTo>
                  <a:pt x="1618821" y="0"/>
                </a:lnTo>
                <a:lnTo>
                  <a:pt x="1586903" y="0"/>
                </a:lnTo>
                <a:lnTo>
                  <a:pt x="1554985" y="0"/>
                </a:lnTo>
                <a:lnTo>
                  <a:pt x="1523067" y="0"/>
                </a:lnTo>
                <a:lnTo>
                  <a:pt x="1491148" y="0"/>
                </a:lnTo>
                <a:lnTo>
                  <a:pt x="1459230" y="0"/>
                </a:lnTo>
                <a:lnTo>
                  <a:pt x="1427312" y="0"/>
                </a:lnTo>
                <a:lnTo>
                  <a:pt x="1395393" y="0"/>
                </a:lnTo>
                <a:lnTo>
                  <a:pt x="1363475" y="0"/>
                </a:lnTo>
                <a:lnTo>
                  <a:pt x="1331557" y="0"/>
                </a:lnTo>
                <a:lnTo>
                  <a:pt x="1299639" y="0"/>
                </a:lnTo>
                <a:lnTo>
                  <a:pt x="1267720" y="0"/>
                </a:lnTo>
                <a:lnTo>
                  <a:pt x="1235802" y="0"/>
                </a:lnTo>
                <a:lnTo>
                  <a:pt x="1203884" y="0"/>
                </a:lnTo>
                <a:lnTo>
                  <a:pt x="1171966" y="0"/>
                </a:lnTo>
                <a:lnTo>
                  <a:pt x="1140047" y="0"/>
                </a:lnTo>
                <a:lnTo>
                  <a:pt x="1108129" y="0"/>
                </a:lnTo>
                <a:lnTo>
                  <a:pt x="1076211" y="0"/>
                </a:lnTo>
                <a:lnTo>
                  <a:pt x="1044302" y="0"/>
                </a:lnTo>
                <a:lnTo>
                  <a:pt x="1012384" y="0"/>
                </a:lnTo>
                <a:lnTo>
                  <a:pt x="980465" y="0"/>
                </a:lnTo>
                <a:lnTo>
                  <a:pt x="948547" y="0"/>
                </a:lnTo>
                <a:lnTo>
                  <a:pt x="916629" y="0"/>
                </a:lnTo>
                <a:lnTo>
                  <a:pt x="884711" y="0"/>
                </a:lnTo>
                <a:lnTo>
                  <a:pt x="852792" y="0"/>
                </a:lnTo>
                <a:lnTo>
                  <a:pt x="820874" y="0"/>
                </a:lnTo>
                <a:lnTo>
                  <a:pt x="788956" y="0"/>
                </a:lnTo>
                <a:lnTo>
                  <a:pt x="757037" y="0"/>
                </a:lnTo>
                <a:lnTo>
                  <a:pt x="725119" y="0"/>
                </a:lnTo>
                <a:lnTo>
                  <a:pt x="693201" y="0"/>
                </a:lnTo>
                <a:lnTo>
                  <a:pt x="661283" y="0"/>
                </a:lnTo>
                <a:lnTo>
                  <a:pt x="629364" y="0"/>
                </a:lnTo>
                <a:lnTo>
                  <a:pt x="597446" y="0"/>
                </a:lnTo>
                <a:lnTo>
                  <a:pt x="565528" y="0"/>
                </a:lnTo>
                <a:lnTo>
                  <a:pt x="533610" y="0"/>
                </a:lnTo>
                <a:lnTo>
                  <a:pt x="501691" y="0"/>
                </a:lnTo>
                <a:lnTo>
                  <a:pt x="469773" y="0"/>
                </a:lnTo>
                <a:lnTo>
                  <a:pt x="437855" y="0"/>
                </a:lnTo>
                <a:lnTo>
                  <a:pt x="405936" y="0"/>
                </a:lnTo>
                <a:lnTo>
                  <a:pt x="374018" y="0"/>
                </a:lnTo>
                <a:lnTo>
                  <a:pt x="342109" y="0"/>
                </a:lnTo>
                <a:lnTo>
                  <a:pt x="310191" y="0"/>
                </a:lnTo>
                <a:lnTo>
                  <a:pt x="278273" y="0"/>
                </a:lnTo>
                <a:lnTo>
                  <a:pt x="246355" y="0"/>
                </a:lnTo>
                <a:lnTo>
                  <a:pt x="214436" y="0"/>
                </a:lnTo>
                <a:lnTo>
                  <a:pt x="182518" y="0"/>
                </a:lnTo>
                <a:lnTo>
                  <a:pt x="150600" y="0"/>
                </a:lnTo>
                <a:lnTo>
                  <a:pt x="118682" y="0"/>
                </a:lnTo>
                <a:lnTo>
                  <a:pt x="86763" y="0"/>
                </a:lnTo>
                <a:lnTo>
                  <a:pt x="54845" y="0"/>
                </a:lnTo>
                <a:lnTo>
                  <a:pt x="22927" y="0"/>
                </a:lnTo>
                <a:lnTo>
                  <a:pt x="0" y="5667"/>
                </a:lnTo>
                <a:lnTo>
                  <a:pt x="0" y="25784"/>
                </a:lnTo>
                <a:lnTo>
                  <a:pt x="0" y="45901"/>
                </a:lnTo>
                <a:lnTo>
                  <a:pt x="0" y="66018"/>
                </a:lnTo>
                <a:lnTo>
                  <a:pt x="0" y="86135"/>
                </a:lnTo>
                <a:lnTo>
                  <a:pt x="0" y="106261"/>
                </a:lnTo>
                <a:lnTo>
                  <a:pt x="0" y="126378"/>
                </a:lnTo>
                <a:lnTo>
                  <a:pt x="0" y="146495"/>
                </a:lnTo>
                <a:lnTo>
                  <a:pt x="0" y="166611"/>
                </a:lnTo>
                <a:lnTo>
                  <a:pt x="0" y="186728"/>
                </a:lnTo>
                <a:lnTo>
                  <a:pt x="0" y="206845"/>
                </a:lnTo>
                <a:lnTo>
                  <a:pt x="0" y="226962"/>
                </a:lnTo>
                <a:lnTo>
                  <a:pt x="0" y="247088"/>
                </a:lnTo>
                <a:lnTo>
                  <a:pt x="0" y="267205"/>
                </a:lnTo>
                <a:lnTo>
                  <a:pt x="0" y="287322"/>
                </a:lnTo>
                <a:lnTo>
                  <a:pt x="0" y="307438"/>
                </a:lnTo>
                <a:lnTo>
                  <a:pt x="0" y="327555"/>
                </a:lnTo>
                <a:lnTo>
                  <a:pt x="0" y="347672"/>
                </a:lnTo>
                <a:lnTo>
                  <a:pt x="0" y="367789"/>
                </a:lnTo>
                <a:lnTo>
                  <a:pt x="0" y="387906"/>
                </a:lnTo>
                <a:lnTo>
                  <a:pt x="0" y="408032"/>
                </a:lnTo>
                <a:lnTo>
                  <a:pt x="0" y="428149"/>
                </a:lnTo>
                <a:lnTo>
                  <a:pt x="0" y="448266"/>
                </a:lnTo>
                <a:lnTo>
                  <a:pt x="0" y="468382"/>
                </a:lnTo>
                <a:lnTo>
                  <a:pt x="0" y="488499"/>
                </a:lnTo>
                <a:lnTo>
                  <a:pt x="0" y="508616"/>
                </a:lnTo>
                <a:lnTo>
                  <a:pt x="0" y="528733"/>
                </a:lnTo>
                <a:lnTo>
                  <a:pt x="0" y="548850"/>
                </a:lnTo>
                <a:lnTo>
                  <a:pt x="0" y="568976"/>
                </a:lnTo>
                <a:lnTo>
                  <a:pt x="0" y="589093"/>
                </a:lnTo>
                <a:lnTo>
                  <a:pt x="0" y="609209"/>
                </a:lnTo>
                <a:lnTo>
                  <a:pt x="0" y="629326"/>
                </a:lnTo>
                <a:lnTo>
                  <a:pt x="0" y="649443"/>
                </a:lnTo>
                <a:lnTo>
                  <a:pt x="0" y="669560"/>
                </a:lnTo>
                <a:lnTo>
                  <a:pt x="0" y="689677"/>
                </a:lnTo>
                <a:lnTo>
                  <a:pt x="0" y="709793"/>
                </a:lnTo>
                <a:lnTo>
                  <a:pt x="0" y="729920"/>
                </a:lnTo>
                <a:lnTo>
                  <a:pt x="0" y="750037"/>
                </a:lnTo>
                <a:lnTo>
                  <a:pt x="0" y="770153"/>
                </a:lnTo>
                <a:lnTo>
                  <a:pt x="0" y="790270"/>
                </a:lnTo>
                <a:lnTo>
                  <a:pt x="0" y="810387"/>
                </a:lnTo>
                <a:lnTo>
                  <a:pt x="0" y="830504"/>
                </a:lnTo>
                <a:lnTo>
                  <a:pt x="0" y="850621"/>
                </a:lnTo>
                <a:lnTo>
                  <a:pt x="0" y="870737"/>
                </a:lnTo>
                <a:lnTo>
                  <a:pt x="0" y="890864"/>
                </a:lnTo>
                <a:lnTo>
                  <a:pt x="0" y="910981"/>
                </a:lnTo>
                <a:lnTo>
                  <a:pt x="0" y="931097"/>
                </a:lnTo>
                <a:lnTo>
                  <a:pt x="0" y="951214"/>
                </a:lnTo>
                <a:lnTo>
                  <a:pt x="0" y="971331"/>
                </a:lnTo>
                <a:lnTo>
                  <a:pt x="0" y="991448"/>
                </a:lnTo>
                <a:lnTo>
                  <a:pt x="0" y="1011565"/>
                </a:lnTo>
                <a:lnTo>
                  <a:pt x="0" y="1031681"/>
                </a:lnTo>
                <a:lnTo>
                  <a:pt x="0" y="1051808"/>
                </a:lnTo>
                <a:lnTo>
                  <a:pt x="0" y="1071924"/>
                </a:lnTo>
                <a:lnTo>
                  <a:pt x="0" y="1092041"/>
                </a:lnTo>
                <a:lnTo>
                  <a:pt x="0" y="1112158"/>
                </a:lnTo>
                <a:lnTo>
                  <a:pt x="0" y="1132275"/>
                </a:lnTo>
                <a:lnTo>
                  <a:pt x="0" y="1152392"/>
                </a:lnTo>
                <a:lnTo>
                  <a:pt x="0" y="1172508"/>
                </a:lnTo>
                <a:lnTo>
                  <a:pt x="0" y="1192625"/>
                </a:lnTo>
                <a:lnTo>
                  <a:pt x="0" y="1212752"/>
                </a:lnTo>
                <a:lnTo>
                  <a:pt x="0" y="1232868"/>
                </a:lnTo>
                <a:lnTo>
                  <a:pt x="0" y="12529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099FC251-4799-4BD2-ADAF-228DBA3E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563" y="3955704"/>
            <a:ext cx="1987896" cy="215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55211103-829A-43B5-9FC6-15ED1A14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063" y="4905461"/>
            <a:ext cx="732406" cy="303457"/>
          </a:xfrm>
          <a:custGeom xmlns:a="http://schemas.openxmlformats.org/drawingml/2006/main">
            <a:pathLst>
              <a:path w="732406" h="303457">
                <a:moveTo>
                  <a:pt x="732406" y="0"/>
                </a:moveTo>
                <a:lnTo>
                  <a:pt x="731530" y="5029"/>
                </a:lnTo>
                <a:lnTo>
                  <a:pt x="730387" y="10049"/>
                </a:lnTo>
                <a:lnTo>
                  <a:pt x="729053" y="15040"/>
                </a:lnTo>
                <a:lnTo>
                  <a:pt x="727548" y="20012"/>
                </a:lnTo>
                <a:lnTo>
                  <a:pt x="725891" y="24965"/>
                </a:lnTo>
                <a:lnTo>
                  <a:pt x="724091" y="29899"/>
                </a:lnTo>
                <a:lnTo>
                  <a:pt x="722147" y="34814"/>
                </a:lnTo>
                <a:lnTo>
                  <a:pt x="720080" y="39710"/>
                </a:lnTo>
                <a:lnTo>
                  <a:pt x="717890" y="44577"/>
                </a:lnTo>
                <a:lnTo>
                  <a:pt x="715566" y="49425"/>
                </a:lnTo>
                <a:lnTo>
                  <a:pt x="713118" y="54254"/>
                </a:lnTo>
                <a:lnTo>
                  <a:pt x="710555" y="59045"/>
                </a:lnTo>
                <a:lnTo>
                  <a:pt x="707869" y="63818"/>
                </a:lnTo>
                <a:lnTo>
                  <a:pt x="705069" y="68570"/>
                </a:lnTo>
                <a:lnTo>
                  <a:pt x="702154" y="73285"/>
                </a:lnTo>
                <a:lnTo>
                  <a:pt x="699125" y="77972"/>
                </a:lnTo>
                <a:lnTo>
                  <a:pt x="695982" y="82639"/>
                </a:lnTo>
                <a:lnTo>
                  <a:pt x="692725" y="87268"/>
                </a:lnTo>
                <a:lnTo>
                  <a:pt x="689353" y="91859"/>
                </a:lnTo>
                <a:lnTo>
                  <a:pt x="685876" y="96422"/>
                </a:lnTo>
                <a:lnTo>
                  <a:pt x="682285" y="100955"/>
                </a:lnTo>
                <a:lnTo>
                  <a:pt x="678580" y="105451"/>
                </a:lnTo>
                <a:lnTo>
                  <a:pt x="674770" y="109909"/>
                </a:lnTo>
                <a:lnTo>
                  <a:pt x="670855" y="114329"/>
                </a:lnTo>
                <a:lnTo>
                  <a:pt x="666836" y="118710"/>
                </a:lnTo>
                <a:lnTo>
                  <a:pt x="662702" y="123053"/>
                </a:lnTo>
                <a:lnTo>
                  <a:pt x="658463" y="127359"/>
                </a:lnTo>
                <a:lnTo>
                  <a:pt x="654129" y="131616"/>
                </a:lnTo>
                <a:lnTo>
                  <a:pt x="649681" y="135836"/>
                </a:lnTo>
                <a:lnTo>
                  <a:pt x="645138" y="140008"/>
                </a:lnTo>
                <a:lnTo>
                  <a:pt x="640490" y="144142"/>
                </a:lnTo>
                <a:lnTo>
                  <a:pt x="635737" y="148219"/>
                </a:lnTo>
                <a:lnTo>
                  <a:pt x="630888" y="152257"/>
                </a:lnTo>
                <a:lnTo>
                  <a:pt x="625935" y="156248"/>
                </a:lnTo>
                <a:lnTo>
                  <a:pt x="620897" y="160191"/>
                </a:lnTo>
                <a:lnTo>
                  <a:pt x="615753" y="164078"/>
                </a:lnTo>
                <a:lnTo>
                  <a:pt x="610524" y="167926"/>
                </a:lnTo>
                <a:lnTo>
                  <a:pt x="605190" y="171717"/>
                </a:lnTo>
                <a:lnTo>
                  <a:pt x="599770" y="175451"/>
                </a:lnTo>
                <a:lnTo>
                  <a:pt x="594265" y="179137"/>
                </a:lnTo>
                <a:lnTo>
                  <a:pt x="588664" y="182766"/>
                </a:lnTo>
                <a:lnTo>
                  <a:pt x="582978" y="186338"/>
                </a:lnTo>
                <a:lnTo>
                  <a:pt x="577205" y="189862"/>
                </a:lnTo>
                <a:lnTo>
                  <a:pt x="571348" y="193329"/>
                </a:lnTo>
                <a:lnTo>
                  <a:pt x="565414" y="196739"/>
                </a:lnTo>
                <a:lnTo>
                  <a:pt x="559394" y="200092"/>
                </a:lnTo>
                <a:lnTo>
                  <a:pt x="553298" y="203397"/>
                </a:lnTo>
                <a:lnTo>
                  <a:pt x="547116" y="206635"/>
                </a:lnTo>
                <a:lnTo>
                  <a:pt x="540868" y="209817"/>
                </a:lnTo>
                <a:lnTo>
                  <a:pt x="534543" y="212941"/>
                </a:lnTo>
                <a:lnTo>
                  <a:pt x="528152" y="216008"/>
                </a:lnTo>
                <a:lnTo>
                  <a:pt x="521694" y="219008"/>
                </a:lnTo>
                <a:lnTo>
                  <a:pt x="515160" y="221961"/>
                </a:lnTo>
                <a:lnTo>
                  <a:pt x="508559" y="224847"/>
                </a:lnTo>
                <a:lnTo>
                  <a:pt x="501901" y="227676"/>
                </a:lnTo>
                <a:lnTo>
                  <a:pt x="495176" y="230448"/>
                </a:lnTo>
                <a:lnTo>
                  <a:pt x="488394" y="233162"/>
                </a:lnTo>
                <a:lnTo>
                  <a:pt x="481555" y="235820"/>
                </a:lnTo>
                <a:lnTo>
                  <a:pt x="474650" y="238411"/>
                </a:lnTo>
                <a:lnTo>
                  <a:pt x="467697" y="240944"/>
                </a:lnTo>
                <a:lnTo>
                  <a:pt x="460696" y="243430"/>
                </a:lnTo>
                <a:lnTo>
                  <a:pt x="453638" y="245850"/>
                </a:lnTo>
                <a:lnTo>
                  <a:pt x="446532" y="248202"/>
                </a:lnTo>
                <a:lnTo>
                  <a:pt x="439379" y="250508"/>
                </a:lnTo>
                <a:lnTo>
                  <a:pt x="432178" y="252755"/>
                </a:lnTo>
                <a:lnTo>
                  <a:pt x="424929" y="254946"/>
                </a:lnTo>
                <a:lnTo>
                  <a:pt x="417643" y="257080"/>
                </a:lnTo>
                <a:lnTo>
                  <a:pt x="410318" y="259156"/>
                </a:lnTo>
                <a:lnTo>
                  <a:pt x="402955" y="261176"/>
                </a:lnTo>
                <a:lnTo>
                  <a:pt x="395545" y="263138"/>
                </a:lnTo>
                <a:lnTo>
                  <a:pt x="388106" y="265052"/>
                </a:lnTo>
                <a:lnTo>
                  <a:pt x="380638" y="266910"/>
                </a:lnTo>
                <a:lnTo>
                  <a:pt x="373123" y="268710"/>
                </a:lnTo>
                <a:lnTo>
                  <a:pt x="365589" y="270462"/>
                </a:lnTo>
                <a:lnTo>
                  <a:pt x="358016" y="272158"/>
                </a:lnTo>
                <a:lnTo>
                  <a:pt x="350415" y="273796"/>
                </a:lnTo>
                <a:lnTo>
                  <a:pt x="342795" y="275387"/>
                </a:lnTo>
                <a:lnTo>
                  <a:pt x="335137" y="276930"/>
                </a:lnTo>
                <a:lnTo>
                  <a:pt x="327460" y="278416"/>
                </a:lnTo>
                <a:lnTo>
                  <a:pt x="319764" y="279864"/>
                </a:lnTo>
                <a:lnTo>
                  <a:pt x="312029" y="281254"/>
                </a:lnTo>
                <a:lnTo>
                  <a:pt x="304286" y="282588"/>
                </a:lnTo>
                <a:lnTo>
                  <a:pt x="296523" y="283883"/>
                </a:lnTo>
                <a:lnTo>
                  <a:pt x="288731" y="285131"/>
                </a:lnTo>
                <a:lnTo>
                  <a:pt x="280930" y="286331"/>
                </a:lnTo>
                <a:lnTo>
                  <a:pt x="273110" y="287484"/>
                </a:lnTo>
                <a:lnTo>
                  <a:pt x="265271" y="288588"/>
                </a:lnTo>
                <a:lnTo>
                  <a:pt x="257413" y="289655"/>
                </a:lnTo>
                <a:lnTo>
                  <a:pt x="249545" y="290665"/>
                </a:lnTo>
                <a:lnTo>
                  <a:pt x="241659" y="291646"/>
                </a:lnTo>
                <a:lnTo>
                  <a:pt x="233763" y="292570"/>
                </a:lnTo>
                <a:lnTo>
                  <a:pt x="225857" y="293465"/>
                </a:lnTo>
                <a:lnTo>
                  <a:pt x="217932" y="294303"/>
                </a:lnTo>
                <a:lnTo>
                  <a:pt x="209998" y="295113"/>
                </a:lnTo>
                <a:lnTo>
                  <a:pt x="202054" y="295875"/>
                </a:lnTo>
                <a:lnTo>
                  <a:pt x="194110" y="296599"/>
                </a:lnTo>
                <a:lnTo>
                  <a:pt x="186147" y="297285"/>
                </a:lnTo>
                <a:lnTo>
                  <a:pt x="178175" y="297923"/>
                </a:lnTo>
                <a:lnTo>
                  <a:pt x="170202" y="298533"/>
                </a:lnTo>
                <a:lnTo>
                  <a:pt x="162220" y="299095"/>
                </a:lnTo>
                <a:lnTo>
                  <a:pt x="154229" y="299628"/>
                </a:lnTo>
                <a:lnTo>
                  <a:pt x="146237" y="300123"/>
                </a:lnTo>
                <a:lnTo>
                  <a:pt x="138236" y="300580"/>
                </a:lnTo>
                <a:lnTo>
                  <a:pt x="130226" y="301000"/>
                </a:lnTo>
                <a:lnTo>
                  <a:pt x="122215" y="301390"/>
                </a:lnTo>
                <a:lnTo>
                  <a:pt x="114205" y="301742"/>
                </a:lnTo>
                <a:lnTo>
                  <a:pt x="106185" y="302057"/>
                </a:lnTo>
                <a:lnTo>
                  <a:pt x="98165" y="302343"/>
                </a:lnTo>
                <a:lnTo>
                  <a:pt x="90145" y="302590"/>
                </a:lnTo>
                <a:lnTo>
                  <a:pt x="82115" y="302809"/>
                </a:lnTo>
                <a:lnTo>
                  <a:pt x="74085" y="302990"/>
                </a:lnTo>
                <a:lnTo>
                  <a:pt x="66056" y="303143"/>
                </a:lnTo>
                <a:lnTo>
                  <a:pt x="58026" y="303266"/>
                </a:lnTo>
                <a:lnTo>
                  <a:pt x="49997" y="303362"/>
                </a:lnTo>
                <a:lnTo>
                  <a:pt x="41958" y="303419"/>
                </a:lnTo>
                <a:lnTo>
                  <a:pt x="33928" y="303457"/>
                </a:lnTo>
                <a:lnTo>
                  <a:pt x="25889" y="303457"/>
                </a:lnTo>
                <a:lnTo>
                  <a:pt x="17859" y="303428"/>
                </a:lnTo>
                <a:lnTo>
                  <a:pt x="9830" y="303371"/>
                </a:lnTo>
                <a:lnTo>
                  <a:pt x="1791" y="303286"/>
                </a:lnTo>
                <a:lnTo>
                  <a:pt x="0" y="303209"/>
                </a:lnTo>
                <a:lnTo>
                  <a:pt x="8030" y="303076"/>
                </a:lnTo>
                <a:lnTo>
                  <a:pt x="16059" y="302866"/>
                </a:lnTo>
                <a:lnTo>
                  <a:pt x="24079" y="302590"/>
                </a:lnTo>
                <a:lnTo>
                  <a:pt x="32099" y="302257"/>
                </a:lnTo>
                <a:lnTo>
                  <a:pt x="40100" y="301857"/>
                </a:lnTo>
                <a:lnTo>
                  <a:pt x="48101" y="301400"/>
                </a:lnTo>
                <a:lnTo>
                  <a:pt x="56102" y="300895"/>
                </a:lnTo>
                <a:lnTo>
                  <a:pt x="64084" y="300333"/>
                </a:lnTo>
                <a:lnTo>
                  <a:pt x="72057" y="299723"/>
                </a:lnTo>
                <a:lnTo>
                  <a:pt x="80020" y="299056"/>
                </a:lnTo>
                <a:lnTo>
                  <a:pt x="87973" y="298342"/>
                </a:lnTo>
                <a:lnTo>
                  <a:pt x="95917" y="297571"/>
                </a:lnTo>
                <a:lnTo>
                  <a:pt x="103842" y="296742"/>
                </a:lnTo>
                <a:lnTo>
                  <a:pt x="111747" y="295856"/>
                </a:lnTo>
                <a:lnTo>
                  <a:pt x="119644" y="294923"/>
                </a:lnTo>
                <a:lnTo>
                  <a:pt x="127521" y="293932"/>
                </a:lnTo>
                <a:lnTo>
                  <a:pt x="135379" y="292875"/>
                </a:lnTo>
                <a:lnTo>
                  <a:pt x="143218" y="291770"/>
                </a:lnTo>
                <a:lnTo>
                  <a:pt x="151038" y="290598"/>
                </a:lnTo>
                <a:lnTo>
                  <a:pt x="158829" y="289379"/>
                </a:lnTo>
                <a:lnTo>
                  <a:pt x="166602" y="288084"/>
                </a:lnTo>
                <a:lnTo>
                  <a:pt x="174336" y="286731"/>
                </a:lnTo>
                <a:lnTo>
                  <a:pt x="182051" y="285312"/>
                </a:lnTo>
                <a:lnTo>
                  <a:pt x="189728" y="283826"/>
                </a:lnTo>
                <a:lnTo>
                  <a:pt x="197377" y="282273"/>
                </a:lnTo>
                <a:lnTo>
                  <a:pt x="204988" y="280645"/>
                </a:lnTo>
                <a:lnTo>
                  <a:pt x="212560" y="278949"/>
                </a:lnTo>
                <a:lnTo>
                  <a:pt x="220085" y="277178"/>
                </a:lnTo>
                <a:lnTo>
                  <a:pt x="227562" y="275339"/>
                </a:lnTo>
                <a:lnTo>
                  <a:pt x="235001" y="273415"/>
                </a:lnTo>
                <a:lnTo>
                  <a:pt x="242373" y="271405"/>
                </a:lnTo>
                <a:lnTo>
                  <a:pt x="249698" y="269319"/>
                </a:lnTo>
                <a:lnTo>
                  <a:pt x="256956" y="267157"/>
                </a:lnTo>
                <a:lnTo>
                  <a:pt x="264147" y="264900"/>
                </a:lnTo>
                <a:lnTo>
                  <a:pt x="271262" y="262557"/>
                </a:lnTo>
                <a:lnTo>
                  <a:pt x="278311" y="260118"/>
                </a:lnTo>
                <a:lnTo>
                  <a:pt x="285264" y="257585"/>
                </a:lnTo>
                <a:lnTo>
                  <a:pt x="292141" y="254965"/>
                </a:lnTo>
                <a:lnTo>
                  <a:pt x="298914" y="252241"/>
                </a:lnTo>
                <a:lnTo>
                  <a:pt x="305581" y="249422"/>
                </a:lnTo>
                <a:lnTo>
                  <a:pt x="312144" y="246497"/>
                </a:lnTo>
                <a:lnTo>
                  <a:pt x="318583" y="243469"/>
                </a:lnTo>
                <a:lnTo>
                  <a:pt x="324898" y="240344"/>
                </a:lnTo>
                <a:lnTo>
                  <a:pt x="331079" y="237106"/>
                </a:lnTo>
                <a:lnTo>
                  <a:pt x="337109" y="233763"/>
                </a:lnTo>
                <a:lnTo>
                  <a:pt x="342995" y="230315"/>
                </a:lnTo>
                <a:lnTo>
                  <a:pt x="348710" y="226752"/>
                </a:lnTo>
                <a:lnTo>
                  <a:pt x="354254" y="223095"/>
                </a:lnTo>
                <a:lnTo>
                  <a:pt x="359616" y="219323"/>
                </a:lnTo>
                <a:lnTo>
                  <a:pt x="364779" y="215446"/>
                </a:lnTo>
                <a:lnTo>
                  <a:pt x="369751" y="211465"/>
                </a:lnTo>
                <a:lnTo>
                  <a:pt x="374513" y="207388"/>
                </a:lnTo>
                <a:lnTo>
                  <a:pt x="379047" y="203206"/>
                </a:lnTo>
                <a:lnTo>
                  <a:pt x="383362" y="198939"/>
                </a:lnTo>
                <a:lnTo>
                  <a:pt x="387439" y="194577"/>
                </a:lnTo>
                <a:lnTo>
                  <a:pt x="391287" y="190129"/>
                </a:lnTo>
                <a:lnTo>
                  <a:pt x="394878" y="185604"/>
                </a:lnTo>
                <a:lnTo>
                  <a:pt x="398231" y="180994"/>
                </a:lnTo>
                <a:lnTo>
                  <a:pt x="401326" y="176327"/>
                </a:lnTo>
                <a:lnTo>
                  <a:pt x="404174" y="171593"/>
                </a:lnTo>
                <a:lnTo>
                  <a:pt x="406765" y="166802"/>
                </a:lnTo>
                <a:lnTo>
                  <a:pt x="409099" y="161954"/>
                </a:lnTo>
                <a:lnTo>
                  <a:pt x="411194" y="157067"/>
                </a:lnTo>
                <a:lnTo>
                  <a:pt x="413033" y="152133"/>
                </a:lnTo>
                <a:lnTo>
                  <a:pt x="414623" y="147171"/>
                </a:lnTo>
                <a:lnTo>
                  <a:pt x="415976" y="142180"/>
                </a:lnTo>
                <a:lnTo>
                  <a:pt x="417100" y="137170"/>
                </a:lnTo>
                <a:lnTo>
                  <a:pt x="417986" y="132140"/>
                </a:lnTo>
                <a:lnTo>
                  <a:pt x="418652" y="127092"/>
                </a:lnTo>
                <a:lnTo>
                  <a:pt x="419110" y="122034"/>
                </a:lnTo>
                <a:lnTo>
                  <a:pt x="419348" y="116977"/>
                </a:lnTo>
                <a:lnTo>
                  <a:pt x="419386" y="111909"/>
                </a:lnTo>
                <a:lnTo>
                  <a:pt x="419224" y="106851"/>
                </a:lnTo>
                <a:lnTo>
                  <a:pt x="418871" y="101784"/>
                </a:lnTo>
                <a:lnTo>
                  <a:pt x="418348" y="96736"/>
                </a:lnTo>
                <a:lnTo>
                  <a:pt x="425777" y="95498"/>
                </a:lnTo>
                <a:lnTo>
                  <a:pt x="433607" y="94364"/>
                </a:lnTo>
                <a:lnTo>
                  <a:pt x="441408" y="93155"/>
                </a:lnTo>
                <a:lnTo>
                  <a:pt x="449189" y="91888"/>
                </a:lnTo>
                <a:lnTo>
                  <a:pt x="456943" y="90564"/>
                </a:lnTo>
                <a:lnTo>
                  <a:pt x="464668" y="89183"/>
                </a:lnTo>
                <a:lnTo>
                  <a:pt x="472373" y="87754"/>
                </a:lnTo>
                <a:lnTo>
                  <a:pt x="480060" y="86268"/>
                </a:lnTo>
                <a:lnTo>
                  <a:pt x="487718" y="84744"/>
                </a:lnTo>
                <a:lnTo>
                  <a:pt x="495348" y="83163"/>
                </a:lnTo>
                <a:lnTo>
                  <a:pt x="502958" y="81544"/>
                </a:lnTo>
                <a:lnTo>
                  <a:pt x="510540" y="79867"/>
                </a:lnTo>
                <a:lnTo>
                  <a:pt x="518103" y="78143"/>
                </a:lnTo>
                <a:lnTo>
                  <a:pt x="525628" y="76381"/>
                </a:lnTo>
                <a:lnTo>
                  <a:pt x="533133" y="74571"/>
                </a:lnTo>
                <a:lnTo>
                  <a:pt x="540601" y="72704"/>
                </a:lnTo>
                <a:lnTo>
                  <a:pt x="548040" y="70799"/>
                </a:lnTo>
                <a:lnTo>
                  <a:pt x="555450" y="68847"/>
                </a:lnTo>
                <a:lnTo>
                  <a:pt x="562832" y="66846"/>
                </a:lnTo>
                <a:lnTo>
                  <a:pt x="570176" y="64789"/>
                </a:lnTo>
                <a:lnTo>
                  <a:pt x="577491" y="62694"/>
                </a:lnTo>
                <a:lnTo>
                  <a:pt x="584768" y="60550"/>
                </a:lnTo>
                <a:lnTo>
                  <a:pt x="592007" y="58350"/>
                </a:lnTo>
                <a:lnTo>
                  <a:pt x="599208" y="56112"/>
                </a:lnTo>
                <a:lnTo>
                  <a:pt x="606371" y="53816"/>
                </a:lnTo>
                <a:lnTo>
                  <a:pt x="613486" y="51473"/>
                </a:lnTo>
                <a:lnTo>
                  <a:pt x="620563" y="49073"/>
                </a:lnTo>
                <a:lnTo>
                  <a:pt x="627602" y="46625"/>
                </a:lnTo>
                <a:lnTo>
                  <a:pt x="634584" y="44129"/>
                </a:lnTo>
                <a:lnTo>
                  <a:pt x="641528" y="41577"/>
                </a:lnTo>
                <a:lnTo>
                  <a:pt x="648414" y="38967"/>
                </a:lnTo>
                <a:lnTo>
                  <a:pt x="655253" y="36309"/>
                </a:lnTo>
                <a:lnTo>
                  <a:pt x="662035" y="33595"/>
                </a:lnTo>
                <a:lnTo>
                  <a:pt x="668760" y="30832"/>
                </a:lnTo>
                <a:lnTo>
                  <a:pt x="675427" y="28004"/>
                </a:lnTo>
                <a:lnTo>
                  <a:pt x="682038" y="25127"/>
                </a:lnTo>
                <a:lnTo>
                  <a:pt x="688581" y="22193"/>
                </a:lnTo>
                <a:lnTo>
                  <a:pt x="695058" y="19193"/>
                </a:lnTo>
                <a:lnTo>
                  <a:pt x="701469" y="16145"/>
                </a:lnTo>
                <a:lnTo>
                  <a:pt x="707812" y="13030"/>
                </a:lnTo>
                <a:lnTo>
                  <a:pt x="714080" y="9868"/>
                </a:lnTo>
                <a:lnTo>
                  <a:pt x="720261" y="6639"/>
                </a:lnTo>
                <a:lnTo>
                  <a:pt x="726377" y="3343"/>
                </a:lnTo>
                <a:lnTo>
                  <a:pt x="73240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5B5356A4-F5F4-4816-9197-8A0F528A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2648" y="4876648"/>
            <a:ext cx="1988353" cy="333146"/>
          </a:xfrm>
          <a:custGeom xmlns:a="http://schemas.openxmlformats.org/drawingml/2006/main">
            <a:pathLst>
              <a:path w="1988353" h="333146">
                <a:moveTo>
                  <a:pt x="1987734" y="0"/>
                </a:moveTo>
                <a:lnTo>
                  <a:pt x="1988353" y="12268"/>
                </a:lnTo>
                <a:lnTo>
                  <a:pt x="1988077" y="24546"/>
                </a:lnTo>
                <a:lnTo>
                  <a:pt x="1987115" y="36805"/>
                </a:lnTo>
                <a:lnTo>
                  <a:pt x="1985515" y="49035"/>
                </a:lnTo>
                <a:lnTo>
                  <a:pt x="1983296" y="61236"/>
                </a:lnTo>
                <a:lnTo>
                  <a:pt x="1980467" y="73381"/>
                </a:lnTo>
                <a:lnTo>
                  <a:pt x="1977019" y="85458"/>
                </a:lnTo>
                <a:lnTo>
                  <a:pt x="1972951" y="97469"/>
                </a:lnTo>
                <a:lnTo>
                  <a:pt x="1968256" y="109376"/>
                </a:lnTo>
                <a:lnTo>
                  <a:pt x="1962922" y="121187"/>
                </a:lnTo>
                <a:lnTo>
                  <a:pt x="1956921" y="132864"/>
                </a:lnTo>
                <a:lnTo>
                  <a:pt x="1950244" y="144399"/>
                </a:lnTo>
                <a:lnTo>
                  <a:pt x="1942881" y="155762"/>
                </a:lnTo>
                <a:lnTo>
                  <a:pt x="1934832" y="166935"/>
                </a:lnTo>
                <a:lnTo>
                  <a:pt x="1926060" y="177898"/>
                </a:lnTo>
                <a:lnTo>
                  <a:pt x="1916582" y="188624"/>
                </a:lnTo>
                <a:lnTo>
                  <a:pt x="1906372" y="199073"/>
                </a:lnTo>
                <a:lnTo>
                  <a:pt x="1895446" y="209236"/>
                </a:lnTo>
                <a:lnTo>
                  <a:pt x="1883807" y="219075"/>
                </a:lnTo>
                <a:lnTo>
                  <a:pt x="1871462" y="228571"/>
                </a:lnTo>
                <a:lnTo>
                  <a:pt x="1858432" y="237696"/>
                </a:lnTo>
                <a:lnTo>
                  <a:pt x="1844735" y="246421"/>
                </a:lnTo>
                <a:lnTo>
                  <a:pt x="1830410" y="254727"/>
                </a:lnTo>
                <a:lnTo>
                  <a:pt x="1815465" y="262604"/>
                </a:lnTo>
                <a:lnTo>
                  <a:pt x="1799968" y="270034"/>
                </a:lnTo>
                <a:lnTo>
                  <a:pt x="1783937" y="277006"/>
                </a:lnTo>
                <a:lnTo>
                  <a:pt x="1767421" y="283521"/>
                </a:lnTo>
                <a:lnTo>
                  <a:pt x="1750476" y="289560"/>
                </a:lnTo>
                <a:lnTo>
                  <a:pt x="1733121" y="295142"/>
                </a:lnTo>
                <a:lnTo>
                  <a:pt x="1715424" y="300257"/>
                </a:lnTo>
                <a:lnTo>
                  <a:pt x="1697412" y="304924"/>
                </a:lnTo>
                <a:lnTo>
                  <a:pt x="1679124" y="309153"/>
                </a:lnTo>
                <a:lnTo>
                  <a:pt x="1660608" y="312953"/>
                </a:lnTo>
                <a:lnTo>
                  <a:pt x="1641891" y="316344"/>
                </a:lnTo>
                <a:lnTo>
                  <a:pt x="1623003" y="319326"/>
                </a:lnTo>
                <a:lnTo>
                  <a:pt x="1603962" y="321926"/>
                </a:lnTo>
                <a:lnTo>
                  <a:pt x="1584817" y="324164"/>
                </a:lnTo>
                <a:lnTo>
                  <a:pt x="1565567" y="326050"/>
                </a:lnTo>
                <a:lnTo>
                  <a:pt x="1546250" y="327603"/>
                </a:lnTo>
                <a:lnTo>
                  <a:pt x="1526867" y="328832"/>
                </a:lnTo>
                <a:lnTo>
                  <a:pt x="1507455" y="329746"/>
                </a:lnTo>
                <a:lnTo>
                  <a:pt x="1487986" y="330184"/>
                </a:lnTo>
                <a:lnTo>
                  <a:pt x="1468517" y="330470"/>
                </a:lnTo>
                <a:lnTo>
                  <a:pt x="1449038" y="330698"/>
                </a:lnTo>
                <a:lnTo>
                  <a:pt x="1429569" y="330889"/>
                </a:lnTo>
                <a:lnTo>
                  <a:pt x="1410091" y="331060"/>
                </a:lnTo>
                <a:lnTo>
                  <a:pt x="1390621" y="331213"/>
                </a:lnTo>
                <a:lnTo>
                  <a:pt x="1371143" y="331356"/>
                </a:lnTo>
                <a:lnTo>
                  <a:pt x="1351664" y="331489"/>
                </a:lnTo>
                <a:lnTo>
                  <a:pt x="1332195" y="331603"/>
                </a:lnTo>
                <a:lnTo>
                  <a:pt x="1312716" y="331718"/>
                </a:lnTo>
                <a:lnTo>
                  <a:pt x="1293238" y="331822"/>
                </a:lnTo>
                <a:lnTo>
                  <a:pt x="1273759" y="331918"/>
                </a:lnTo>
                <a:lnTo>
                  <a:pt x="1254290" y="332013"/>
                </a:lnTo>
                <a:lnTo>
                  <a:pt x="1234811" y="332099"/>
                </a:lnTo>
                <a:lnTo>
                  <a:pt x="1215333" y="332184"/>
                </a:lnTo>
                <a:lnTo>
                  <a:pt x="1195864" y="332261"/>
                </a:lnTo>
                <a:lnTo>
                  <a:pt x="1176385" y="332327"/>
                </a:lnTo>
                <a:lnTo>
                  <a:pt x="1156907" y="332403"/>
                </a:lnTo>
                <a:lnTo>
                  <a:pt x="1137428" y="332470"/>
                </a:lnTo>
                <a:lnTo>
                  <a:pt x="1117949" y="332527"/>
                </a:lnTo>
                <a:lnTo>
                  <a:pt x="1098480" y="332584"/>
                </a:lnTo>
                <a:lnTo>
                  <a:pt x="1079002" y="332642"/>
                </a:lnTo>
                <a:lnTo>
                  <a:pt x="1059523" y="332689"/>
                </a:lnTo>
                <a:lnTo>
                  <a:pt x="1040044" y="332746"/>
                </a:lnTo>
                <a:lnTo>
                  <a:pt x="1020575" y="332794"/>
                </a:lnTo>
                <a:lnTo>
                  <a:pt x="1001097" y="332832"/>
                </a:lnTo>
                <a:lnTo>
                  <a:pt x="981618" y="332870"/>
                </a:lnTo>
                <a:lnTo>
                  <a:pt x="962139" y="332908"/>
                </a:lnTo>
                <a:lnTo>
                  <a:pt x="942670" y="332946"/>
                </a:lnTo>
                <a:lnTo>
                  <a:pt x="923192" y="332975"/>
                </a:lnTo>
                <a:lnTo>
                  <a:pt x="903713" y="333004"/>
                </a:lnTo>
                <a:lnTo>
                  <a:pt x="884234" y="333032"/>
                </a:lnTo>
                <a:lnTo>
                  <a:pt x="864756" y="333051"/>
                </a:lnTo>
                <a:lnTo>
                  <a:pt x="845287" y="333080"/>
                </a:lnTo>
                <a:lnTo>
                  <a:pt x="825808" y="333099"/>
                </a:lnTo>
                <a:lnTo>
                  <a:pt x="806329" y="333108"/>
                </a:lnTo>
                <a:lnTo>
                  <a:pt x="786851" y="333127"/>
                </a:lnTo>
                <a:lnTo>
                  <a:pt x="767372" y="333137"/>
                </a:lnTo>
                <a:lnTo>
                  <a:pt x="747903" y="333137"/>
                </a:lnTo>
                <a:lnTo>
                  <a:pt x="728424" y="333146"/>
                </a:lnTo>
                <a:lnTo>
                  <a:pt x="708946" y="333146"/>
                </a:lnTo>
                <a:lnTo>
                  <a:pt x="689467" y="333146"/>
                </a:lnTo>
                <a:lnTo>
                  <a:pt x="669989" y="333137"/>
                </a:lnTo>
                <a:lnTo>
                  <a:pt x="650519" y="333137"/>
                </a:lnTo>
                <a:lnTo>
                  <a:pt x="631041" y="333127"/>
                </a:lnTo>
                <a:lnTo>
                  <a:pt x="611562" y="333108"/>
                </a:lnTo>
                <a:lnTo>
                  <a:pt x="592084" y="333089"/>
                </a:lnTo>
                <a:lnTo>
                  <a:pt x="572614" y="333070"/>
                </a:lnTo>
                <a:lnTo>
                  <a:pt x="553136" y="333051"/>
                </a:lnTo>
                <a:lnTo>
                  <a:pt x="533657" y="333023"/>
                </a:lnTo>
                <a:lnTo>
                  <a:pt x="514179" y="332994"/>
                </a:lnTo>
                <a:lnTo>
                  <a:pt x="494700" y="332956"/>
                </a:lnTo>
                <a:lnTo>
                  <a:pt x="475231" y="332918"/>
                </a:lnTo>
                <a:lnTo>
                  <a:pt x="455752" y="332870"/>
                </a:lnTo>
                <a:lnTo>
                  <a:pt x="436274" y="332823"/>
                </a:lnTo>
                <a:lnTo>
                  <a:pt x="416795" y="332765"/>
                </a:lnTo>
                <a:lnTo>
                  <a:pt x="397326" y="332708"/>
                </a:lnTo>
                <a:lnTo>
                  <a:pt x="377847" y="332651"/>
                </a:lnTo>
                <a:lnTo>
                  <a:pt x="358369" y="332584"/>
                </a:lnTo>
                <a:lnTo>
                  <a:pt x="338890" y="332508"/>
                </a:lnTo>
                <a:lnTo>
                  <a:pt x="319421" y="332432"/>
                </a:lnTo>
                <a:lnTo>
                  <a:pt x="299942" y="332337"/>
                </a:lnTo>
                <a:lnTo>
                  <a:pt x="280464" y="332242"/>
                </a:lnTo>
                <a:lnTo>
                  <a:pt x="260985" y="332137"/>
                </a:lnTo>
                <a:lnTo>
                  <a:pt x="241516" y="332022"/>
                </a:lnTo>
                <a:lnTo>
                  <a:pt x="222037" y="331899"/>
                </a:lnTo>
                <a:lnTo>
                  <a:pt x="202559" y="331765"/>
                </a:lnTo>
                <a:lnTo>
                  <a:pt x="183090" y="331613"/>
                </a:lnTo>
                <a:lnTo>
                  <a:pt x="163611" y="331451"/>
                </a:lnTo>
                <a:lnTo>
                  <a:pt x="144132" y="331270"/>
                </a:lnTo>
                <a:lnTo>
                  <a:pt x="124663" y="331060"/>
                </a:lnTo>
                <a:lnTo>
                  <a:pt x="105194" y="330832"/>
                </a:lnTo>
                <a:lnTo>
                  <a:pt x="85715" y="330565"/>
                </a:lnTo>
                <a:lnTo>
                  <a:pt x="66246" y="330251"/>
                </a:lnTo>
                <a:lnTo>
                  <a:pt x="46777" y="329870"/>
                </a:lnTo>
                <a:lnTo>
                  <a:pt x="27318" y="329365"/>
                </a:lnTo>
                <a:lnTo>
                  <a:pt x="7887" y="328565"/>
                </a:lnTo>
                <a:lnTo>
                  <a:pt x="3610" y="318592"/>
                </a:lnTo>
                <a:lnTo>
                  <a:pt x="3353" y="306314"/>
                </a:lnTo>
                <a:lnTo>
                  <a:pt x="3096" y="294037"/>
                </a:lnTo>
                <a:lnTo>
                  <a:pt x="2838" y="281759"/>
                </a:lnTo>
                <a:lnTo>
                  <a:pt x="2581" y="269491"/>
                </a:lnTo>
                <a:lnTo>
                  <a:pt x="2324" y="257213"/>
                </a:lnTo>
                <a:lnTo>
                  <a:pt x="2067" y="244935"/>
                </a:lnTo>
                <a:lnTo>
                  <a:pt x="1810" y="232658"/>
                </a:lnTo>
                <a:lnTo>
                  <a:pt x="1543" y="220389"/>
                </a:lnTo>
                <a:lnTo>
                  <a:pt x="1286" y="208112"/>
                </a:lnTo>
                <a:lnTo>
                  <a:pt x="1029" y="195834"/>
                </a:lnTo>
                <a:lnTo>
                  <a:pt x="772" y="183566"/>
                </a:lnTo>
                <a:lnTo>
                  <a:pt x="514" y="171288"/>
                </a:lnTo>
                <a:lnTo>
                  <a:pt x="257" y="159010"/>
                </a:lnTo>
                <a:lnTo>
                  <a:pt x="0" y="146733"/>
                </a:lnTo>
                <a:lnTo>
                  <a:pt x="7144" y="138703"/>
                </a:lnTo>
                <a:lnTo>
                  <a:pt x="26575" y="137817"/>
                </a:lnTo>
                <a:lnTo>
                  <a:pt x="46015" y="137065"/>
                </a:lnTo>
                <a:lnTo>
                  <a:pt x="65465" y="136436"/>
                </a:lnTo>
                <a:lnTo>
                  <a:pt x="84925" y="135922"/>
                </a:lnTo>
                <a:lnTo>
                  <a:pt x="104384" y="135512"/>
                </a:lnTo>
                <a:lnTo>
                  <a:pt x="123854" y="135198"/>
                </a:lnTo>
                <a:lnTo>
                  <a:pt x="143332" y="134960"/>
                </a:lnTo>
                <a:lnTo>
                  <a:pt x="162801" y="134807"/>
                </a:lnTo>
                <a:lnTo>
                  <a:pt x="182280" y="134712"/>
                </a:lnTo>
                <a:lnTo>
                  <a:pt x="201759" y="134693"/>
                </a:lnTo>
                <a:lnTo>
                  <a:pt x="221237" y="134722"/>
                </a:lnTo>
                <a:lnTo>
                  <a:pt x="240706" y="134817"/>
                </a:lnTo>
                <a:lnTo>
                  <a:pt x="260185" y="134950"/>
                </a:lnTo>
                <a:lnTo>
                  <a:pt x="279664" y="135131"/>
                </a:lnTo>
                <a:lnTo>
                  <a:pt x="299133" y="135360"/>
                </a:lnTo>
                <a:lnTo>
                  <a:pt x="318602" y="135626"/>
                </a:lnTo>
                <a:lnTo>
                  <a:pt x="338080" y="135931"/>
                </a:lnTo>
                <a:lnTo>
                  <a:pt x="357549" y="136274"/>
                </a:lnTo>
                <a:lnTo>
                  <a:pt x="377009" y="136636"/>
                </a:lnTo>
                <a:lnTo>
                  <a:pt x="396478" y="137036"/>
                </a:lnTo>
                <a:lnTo>
                  <a:pt x="415947" y="137455"/>
                </a:lnTo>
                <a:lnTo>
                  <a:pt x="435407" y="137903"/>
                </a:lnTo>
                <a:lnTo>
                  <a:pt x="454866" y="138379"/>
                </a:lnTo>
                <a:lnTo>
                  <a:pt x="474335" y="138875"/>
                </a:lnTo>
                <a:lnTo>
                  <a:pt x="493795" y="139379"/>
                </a:lnTo>
                <a:lnTo>
                  <a:pt x="513245" y="139913"/>
                </a:lnTo>
                <a:lnTo>
                  <a:pt x="532705" y="140465"/>
                </a:lnTo>
                <a:lnTo>
                  <a:pt x="552164" y="141018"/>
                </a:lnTo>
                <a:lnTo>
                  <a:pt x="571614" y="141599"/>
                </a:lnTo>
                <a:lnTo>
                  <a:pt x="591074" y="142180"/>
                </a:lnTo>
                <a:lnTo>
                  <a:pt x="610524" y="142780"/>
                </a:lnTo>
                <a:lnTo>
                  <a:pt x="629984" y="143389"/>
                </a:lnTo>
                <a:lnTo>
                  <a:pt x="649434" y="143999"/>
                </a:lnTo>
                <a:lnTo>
                  <a:pt x="668884" y="144618"/>
                </a:lnTo>
                <a:lnTo>
                  <a:pt x="688334" y="145247"/>
                </a:lnTo>
                <a:lnTo>
                  <a:pt x="707784" y="145875"/>
                </a:lnTo>
                <a:lnTo>
                  <a:pt x="727234" y="146514"/>
                </a:lnTo>
                <a:lnTo>
                  <a:pt x="746684" y="147152"/>
                </a:lnTo>
                <a:lnTo>
                  <a:pt x="766134" y="147790"/>
                </a:lnTo>
                <a:lnTo>
                  <a:pt x="785584" y="148428"/>
                </a:lnTo>
                <a:lnTo>
                  <a:pt x="805034" y="149057"/>
                </a:lnTo>
                <a:lnTo>
                  <a:pt x="824484" y="149695"/>
                </a:lnTo>
                <a:lnTo>
                  <a:pt x="843944" y="150324"/>
                </a:lnTo>
                <a:lnTo>
                  <a:pt x="863394" y="150952"/>
                </a:lnTo>
                <a:lnTo>
                  <a:pt x="882844" y="151571"/>
                </a:lnTo>
                <a:lnTo>
                  <a:pt x="902294" y="152181"/>
                </a:lnTo>
                <a:lnTo>
                  <a:pt x="921744" y="152781"/>
                </a:lnTo>
                <a:lnTo>
                  <a:pt x="941203" y="153372"/>
                </a:lnTo>
                <a:lnTo>
                  <a:pt x="960653" y="153962"/>
                </a:lnTo>
                <a:lnTo>
                  <a:pt x="980113" y="154524"/>
                </a:lnTo>
                <a:lnTo>
                  <a:pt x="999573" y="155086"/>
                </a:lnTo>
                <a:lnTo>
                  <a:pt x="1019023" y="155619"/>
                </a:lnTo>
                <a:lnTo>
                  <a:pt x="1038482" y="156143"/>
                </a:lnTo>
                <a:lnTo>
                  <a:pt x="1057942" y="156648"/>
                </a:lnTo>
                <a:lnTo>
                  <a:pt x="1077411" y="157134"/>
                </a:lnTo>
                <a:lnTo>
                  <a:pt x="1096870" y="157591"/>
                </a:lnTo>
                <a:lnTo>
                  <a:pt x="1116330" y="158029"/>
                </a:lnTo>
                <a:lnTo>
                  <a:pt x="1135799" y="158439"/>
                </a:lnTo>
                <a:lnTo>
                  <a:pt x="1155268" y="158820"/>
                </a:lnTo>
                <a:lnTo>
                  <a:pt x="1174737" y="159163"/>
                </a:lnTo>
                <a:lnTo>
                  <a:pt x="1194206" y="159487"/>
                </a:lnTo>
                <a:lnTo>
                  <a:pt x="1213676" y="159763"/>
                </a:lnTo>
                <a:lnTo>
                  <a:pt x="1233154" y="160010"/>
                </a:lnTo>
                <a:lnTo>
                  <a:pt x="1252623" y="160201"/>
                </a:lnTo>
                <a:lnTo>
                  <a:pt x="1272102" y="160353"/>
                </a:lnTo>
                <a:lnTo>
                  <a:pt x="1291580" y="160458"/>
                </a:lnTo>
                <a:lnTo>
                  <a:pt x="1311050" y="160506"/>
                </a:lnTo>
                <a:lnTo>
                  <a:pt x="1330528" y="160496"/>
                </a:lnTo>
                <a:lnTo>
                  <a:pt x="1350007" y="160420"/>
                </a:lnTo>
                <a:lnTo>
                  <a:pt x="1369485" y="160268"/>
                </a:lnTo>
                <a:lnTo>
                  <a:pt x="1388955" y="160039"/>
                </a:lnTo>
                <a:lnTo>
                  <a:pt x="1408424" y="159734"/>
                </a:lnTo>
                <a:lnTo>
                  <a:pt x="1427893" y="159325"/>
                </a:lnTo>
                <a:lnTo>
                  <a:pt x="1447352" y="158810"/>
                </a:lnTo>
                <a:lnTo>
                  <a:pt x="1466802" y="158182"/>
                </a:lnTo>
                <a:lnTo>
                  <a:pt x="1486243" y="157420"/>
                </a:lnTo>
                <a:lnTo>
                  <a:pt x="1505664" y="156505"/>
                </a:lnTo>
                <a:lnTo>
                  <a:pt x="1525067" y="155419"/>
                </a:lnTo>
                <a:lnTo>
                  <a:pt x="1544431" y="154134"/>
                </a:lnTo>
                <a:lnTo>
                  <a:pt x="1563757" y="152629"/>
                </a:lnTo>
                <a:lnTo>
                  <a:pt x="1583026" y="150847"/>
                </a:lnTo>
                <a:lnTo>
                  <a:pt x="1602219" y="148733"/>
                </a:lnTo>
                <a:lnTo>
                  <a:pt x="1621279" y="146228"/>
                </a:lnTo>
                <a:lnTo>
                  <a:pt x="1640157" y="143208"/>
                </a:lnTo>
                <a:lnTo>
                  <a:pt x="1658741" y="139551"/>
                </a:lnTo>
                <a:lnTo>
                  <a:pt x="1676838" y="135007"/>
                </a:lnTo>
                <a:lnTo>
                  <a:pt x="1694012" y="129245"/>
                </a:lnTo>
                <a:lnTo>
                  <a:pt x="1709366" y="121730"/>
                </a:lnTo>
                <a:lnTo>
                  <a:pt x="1720844" y="111890"/>
                </a:lnTo>
                <a:lnTo>
                  <a:pt x="1725463" y="100051"/>
                </a:lnTo>
                <a:lnTo>
                  <a:pt x="1738513" y="93907"/>
                </a:lnTo>
                <a:lnTo>
                  <a:pt x="1756848" y="89754"/>
                </a:lnTo>
                <a:lnTo>
                  <a:pt x="1774927" y="85192"/>
                </a:lnTo>
                <a:lnTo>
                  <a:pt x="1792776" y="80277"/>
                </a:lnTo>
                <a:lnTo>
                  <a:pt x="1810388" y="75047"/>
                </a:lnTo>
                <a:lnTo>
                  <a:pt x="1827771" y="69513"/>
                </a:lnTo>
                <a:lnTo>
                  <a:pt x="1844926" y="63694"/>
                </a:lnTo>
                <a:lnTo>
                  <a:pt x="1861842" y="57607"/>
                </a:lnTo>
                <a:lnTo>
                  <a:pt x="1878511" y="51264"/>
                </a:lnTo>
                <a:lnTo>
                  <a:pt x="1894923" y="44653"/>
                </a:lnTo>
                <a:lnTo>
                  <a:pt x="1911077" y="37795"/>
                </a:lnTo>
                <a:lnTo>
                  <a:pt x="1926974" y="30699"/>
                </a:lnTo>
                <a:lnTo>
                  <a:pt x="1942595" y="23365"/>
                </a:lnTo>
                <a:lnTo>
                  <a:pt x="1957930" y="15802"/>
                </a:lnTo>
                <a:lnTo>
                  <a:pt x="1972980" y="8011"/>
                </a:lnTo>
                <a:lnTo>
                  <a:pt x="1987734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CCA05674-E28E-43CB-9548-629DC1BC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2486" y="3955704"/>
            <a:ext cx="1987896" cy="1252985"/>
          </a:xfrm>
          <a:custGeom xmlns:a="http://schemas.openxmlformats.org/drawingml/2006/main">
            <a:pathLst>
              <a:path w="1987896" h="1252985">
                <a:moveTo>
                  <a:pt x="0" y="1252985"/>
                </a:moveTo>
                <a:lnTo>
                  <a:pt x="31918" y="1252985"/>
                </a:lnTo>
                <a:lnTo>
                  <a:pt x="63837" y="1252985"/>
                </a:lnTo>
                <a:lnTo>
                  <a:pt x="95755" y="1252985"/>
                </a:lnTo>
                <a:lnTo>
                  <a:pt x="127673" y="1252985"/>
                </a:lnTo>
                <a:lnTo>
                  <a:pt x="159591" y="1252985"/>
                </a:lnTo>
                <a:lnTo>
                  <a:pt x="191510" y="1252985"/>
                </a:lnTo>
                <a:lnTo>
                  <a:pt x="223428" y="1252985"/>
                </a:lnTo>
                <a:lnTo>
                  <a:pt x="255346" y="1252985"/>
                </a:lnTo>
                <a:lnTo>
                  <a:pt x="287264" y="1252985"/>
                </a:lnTo>
                <a:lnTo>
                  <a:pt x="319183" y="1252985"/>
                </a:lnTo>
                <a:lnTo>
                  <a:pt x="351092" y="1252985"/>
                </a:lnTo>
                <a:lnTo>
                  <a:pt x="383010" y="1252985"/>
                </a:lnTo>
                <a:lnTo>
                  <a:pt x="414928" y="1252985"/>
                </a:lnTo>
                <a:lnTo>
                  <a:pt x="446846" y="1252985"/>
                </a:lnTo>
                <a:lnTo>
                  <a:pt x="478765" y="1252985"/>
                </a:lnTo>
                <a:lnTo>
                  <a:pt x="510683" y="1252985"/>
                </a:lnTo>
                <a:lnTo>
                  <a:pt x="542601" y="1252985"/>
                </a:lnTo>
                <a:lnTo>
                  <a:pt x="574519" y="1252985"/>
                </a:lnTo>
                <a:lnTo>
                  <a:pt x="606438" y="1252985"/>
                </a:lnTo>
                <a:lnTo>
                  <a:pt x="638356" y="1252985"/>
                </a:lnTo>
                <a:lnTo>
                  <a:pt x="670274" y="1252985"/>
                </a:lnTo>
                <a:lnTo>
                  <a:pt x="702193" y="1252985"/>
                </a:lnTo>
                <a:lnTo>
                  <a:pt x="734111" y="1252985"/>
                </a:lnTo>
                <a:lnTo>
                  <a:pt x="766029" y="1252985"/>
                </a:lnTo>
                <a:lnTo>
                  <a:pt x="797947" y="1252985"/>
                </a:lnTo>
                <a:lnTo>
                  <a:pt x="829866" y="1252985"/>
                </a:lnTo>
                <a:lnTo>
                  <a:pt x="861784" y="1252985"/>
                </a:lnTo>
                <a:lnTo>
                  <a:pt x="893702" y="1252985"/>
                </a:lnTo>
                <a:lnTo>
                  <a:pt x="925620" y="1252985"/>
                </a:lnTo>
                <a:lnTo>
                  <a:pt x="957539" y="1252985"/>
                </a:lnTo>
                <a:lnTo>
                  <a:pt x="989457" y="1252985"/>
                </a:lnTo>
                <a:lnTo>
                  <a:pt x="1021375" y="1252985"/>
                </a:lnTo>
                <a:lnTo>
                  <a:pt x="1053284" y="1252985"/>
                </a:lnTo>
                <a:lnTo>
                  <a:pt x="1085202" y="1252985"/>
                </a:lnTo>
                <a:lnTo>
                  <a:pt x="1117121" y="1252985"/>
                </a:lnTo>
                <a:lnTo>
                  <a:pt x="1149039" y="1252985"/>
                </a:lnTo>
                <a:lnTo>
                  <a:pt x="1180957" y="1252985"/>
                </a:lnTo>
                <a:lnTo>
                  <a:pt x="1212875" y="1252985"/>
                </a:lnTo>
                <a:lnTo>
                  <a:pt x="1244794" y="1252985"/>
                </a:lnTo>
                <a:lnTo>
                  <a:pt x="1276712" y="1252985"/>
                </a:lnTo>
                <a:lnTo>
                  <a:pt x="1308630" y="1252985"/>
                </a:lnTo>
                <a:lnTo>
                  <a:pt x="1340234" y="1250718"/>
                </a:lnTo>
                <a:lnTo>
                  <a:pt x="1371657" y="1247204"/>
                </a:lnTo>
                <a:lnTo>
                  <a:pt x="1403090" y="1243689"/>
                </a:lnTo>
                <a:lnTo>
                  <a:pt x="1434513" y="1240174"/>
                </a:lnTo>
                <a:lnTo>
                  <a:pt x="1465945" y="1236659"/>
                </a:lnTo>
                <a:lnTo>
                  <a:pt x="1497368" y="1233145"/>
                </a:lnTo>
                <a:lnTo>
                  <a:pt x="1528791" y="1229630"/>
                </a:lnTo>
                <a:lnTo>
                  <a:pt x="1560224" y="1226115"/>
                </a:lnTo>
                <a:lnTo>
                  <a:pt x="1584208" y="1213809"/>
                </a:lnTo>
                <a:lnTo>
                  <a:pt x="1606363" y="1199321"/>
                </a:lnTo>
                <a:lnTo>
                  <a:pt x="1628508" y="1184834"/>
                </a:lnTo>
                <a:lnTo>
                  <a:pt x="1650654" y="1170346"/>
                </a:lnTo>
                <a:lnTo>
                  <a:pt x="1672800" y="1155859"/>
                </a:lnTo>
                <a:lnTo>
                  <a:pt x="1694955" y="1141381"/>
                </a:lnTo>
                <a:lnTo>
                  <a:pt x="1717100" y="1126893"/>
                </a:lnTo>
                <a:lnTo>
                  <a:pt x="1739246" y="1112406"/>
                </a:lnTo>
                <a:lnTo>
                  <a:pt x="1761392" y="1097918"/>
                </a:lnTo>
                <a:lnTo>
                  <a:pt x="1783537" y="1083431"/>
                </a:lnTo>
                <a:lnTo>
                  <a:pt x="1805692" y="1068943"/>
                </a:lnTo>
                <a:lnTo>
                  <a:pt x="1827838" y="1054456"/>
                </a:lnTo>
                <a:lnTo>
                  <a:pt x="1849984" y="1039968"/>
                </a:lnTo>
                <a:lnTo>
                  <a:pt x="1872129" y="1025481"/>
                </a:lnTo>
                <a:lnTo>
                  <a:pt x="1894275" y="1010993"/>
                </a:lnTo>
                <a:lnTo>
                  <a:pt x="1916430" y="996515"/>
                </a:lnTo>
                <a:lnTo>
                  <a:pt x="1938576" y="982028"/>
                </a:lnTo>
                <a:lnTo>
                  <a:pt x="1960721" y="967540"/>
                </a:lnTo>
                <a:lnTo>
                  <a:pt x="1982867" y="953052"/>
                </a:lnTo>
                <a:lnTo>
                  <a:pt x="1987896" y="934212"/>
                </a:lnTo>
                <a:lnTo>
                  <a:pt x="1987896" y="914095"/>
                </a:lnTo>
                <a:lnTo>
                  <a:pt x="1987896" y="893978"/>
                </a:lnTo>
                <a:lnTo>
                  <a:pt x="1987896" y="873862"/>
                </a:lnTo>
                <a:lnTo>
                  <a:pt x="1987896" y="853735"/>
                </a:lnTo>
                <a:lnTo>
                  <a:pt x="1987896" y="833618"/>
                </a:lnTo>
                <a:lnTo>
                  <a:pt x="1987896" y="813502"/>
                </a:lnTo>
                <a:lnTo>
                  <a:pt x="1987896" y="793385"/>
                </a:lnTo>
                <a:lnTo>
                  <a:pt x="1987896" y="773268"/>
                </a:lnTo>
                <a:lnTo>
                  <a:pt x="1987896" y="753151"/>
                </a:lnTo>
                <a:lnTo>
                  <a:pt x="1987896" y="733034"/>
                </a:lnTo>
                <a:lnTo>
                  <a:pt x="1987896" y="712918"/>
                </a:lnTo>
                <a:lnTo>
                  <a:pt x="1987896" y="692791"/>
                </a:lnTo>
                <a:lnTo>
                  <a:pt x="1987896" y="672675"/>
                </a:lnTo>
                <a:lnTo>
                  <a:pt x="1987896" y="652558"/>
                </a:lnTo>
                <a:lnTo>
                  <a:pt x="1987896" y="632441"/>
                </a:lnTo>
                <a:lnTo>
                  <a:pt x="1987896" y="612324"/>
                </a:lnTo>
                <a:lnTo>
                  <a:pt x="1987896" y="592207"/>
                </a:lnTo>
                <a:lnTo>
                  <a:pt x="1987896" y="572091"/>
                </a:lnTo>
                <a:lnTo>
                  <a:pt x="1987896" y="551974"/>
                </a:lnTo>
                <a:lnTo>
                  <a:pt x="1987896" y="531847"/>
                </a:lnTo>
                <a:lnTo>
                  <a:pt x="1987896" y="511731"/>
                </a:lnTo>
                <a:lnTo>
                  <a:pt x="1987896" y="491614"/>
                </a:lnTo>
                <a:lnTo>
                  <a:pt x="1987896" y="471497"/>
                </a:lnTo>
                <a:lnTo>
                  <a:pt x="1987896" y="451380"/>
                </a:lnTo>
                <a:lnTo>
                  <a:pt x="1987896" y="431263"/>
                </a:lnTo>
                <a:lnTo>
                  <a:pt x="1987896" y="411147"/>
                </a:lnTo>
                <a:lnTo>
                  <a:pt x="1987896" y="391030"/>
                </a:lnTo>
                <a:lnTo>
                  <a:pt x="1987896" y="370904"/>
                </a:lnTo>
                <a:lnTo>
                  <a:pt x="1987896" y="350787"/>
                </a:lnTo>
                <a:lnTo>
                  <a:pt x="1987896" y="330670"/>
                </a:lnTo>
                <a:lnTo>
                  <a:pt x="1987896" y="310553"/>
                </a:lnTo>
                <a:lnTo>
                  <a:pt x="1987896" y="290436"/>
                </a:lnTo>
                <a:lnTo>
                  <a:pt x="1987896" y="270320"/>
                </a:lnTo>
                <a:lnTo>
                  <a:pt x="1987896" y="250203"/>
                </a:lnTo>
                <a:lnTo>
                  <a:pt x="1987896" y="230086"/>
                </a:lnTo>
                <a:lnTo>
                  <a:pt x="1987896" y="209960"/>
                </a:lnTo>
                <a:lnTo>
                  <a:pt x="1987896" y="189843"/>
                </a:lnTo>
                <a:lnTo>
                  <a:pt x="1987896" y="169726"/>
                </a:lnTo>
                <a:lnTo>
                  <a:pt x="1987896" y="149609"/>
                </a:lnTo>
                <a:lnTo>
                  <a:pt x="1987896" y="129492"/>
                </a:lnTo>
                <a:lnTo>
                  <a:pt x="1987896" y="109376"/>
                </a:lnTo>
                <a:lnTo>
                  <a:pt x="1987896" y="89259"/>
                </a:lnTo>
                <a:lnTo>
                  <a:pt x="1987896" y="69142"/>
                </a:lnTo>
                <a:lnTo>
                  <a:pt x="1987896" y="49016"/>
                </a:lnTo>
                <a:lnTo>
                  <a:pt x="1987896" y="28899"/>
                </a:lnTo>
                <a:lnTo>
                  <a:pt x="1987896" y="8782"/>
                </a:lnTo>
                <a:lnTo>
                  <a:pt x="1969913" y="0"/>
                </a:lnTo>
                <a:lnTo>
                  <a:pt x="1937995" y="0"/>
                </a:lnTo>
                <a:lnTo>
                  <a:pt x="1906076" y="0"/>
                </a:lnTo>
                <a:lnTo>
                  <a:pt x="1874158" y="0"/>
                </a:lnTo>
                <a:lnTo>
                  <a:pt x="1842240" y="0"/>
                </a:lnTo>
                <a:lnTo>
                  <a:pt x="1810322" y="0"/>
                </a:lnTo>
                <a:lnTo>
                  <a:pt x="1778403" y="0"/>
                </a:lnTo>
                <a:lnTo>
                  <a:pt x="1746485" y="0"/>
                </a:lnTo>
                <a:lnTo>
                  <a:pt x="1714576" y="0"/>
                </a:lnTo>
                <a:lnTo>
                  <a:pt x="1682658" y="0"/>
                </a:lnTo>
                <a:lnTo>
                  <a:pt x="1650740" y="0"/>
                </a:lnTo>
                <a:lnTo>
                  <a:pt x="1618821" y="0"/>
                </a:lnTo>
                <a:lnTo>
                  <a:pt x="1586903" y="0"/>
                </a:lnTo>
                <a:lnTo>
                  <a:pt x="1554985" y="0"/>
                </a:lnTo>
                <a:lnTo>
                  <a:pt x="1523067" y="0"/>
                </a:lnTo>
                <a:lnTo>
                  <a:pt x="1491148" y="0"/>
                </a:lnTo>
                <a:lnTo>
                  <a:pt x="1459230" y="0"/>
                </a:lnTo>
                <a:lnTo>
                  <a:pt x="1427312" y="0"/>
                </a:lnTo>
                <a:lnTo>
                  <a:pt x="1395393" y="0"/>
                </a:lnTo>
                <a:lnTo>
                  <a:pt x="1363475" y="0"/>
                </a:lnTo>
                <a:lnTo>
                  <a:pt x="1331557" y="0"/>
                </a:lnTo>
                <a:lnTo>
                  <a:pt x="1299639" y="0"/>
                </a:lnTo>
                <a:lnTo>
                  <a:pt x="1267720" y="0"/>
                </a:lnTo>
                <a:lnTo>
                  <a:pt x="1235802" y="0"/>
                </a:lnTo>
                <a:lnTo>
                  <a:pt x="1203884" y="0"/>
                </a:lnTo>
                <a:lnTo>
                  <a:pt x="1171966" y="0"/>
                </a:lnTo>
                <a:lnTo>
                  <a:pt x="1140047" y="0"/>
                </a:lnTo>
                <a:lnTo>
                  <a:pt x="1108129" y="0"/>
                </a:lnTo>
                <a:lnTo>
                  <a:pt x="1076211" y="0"/>
                </a:lnTo>
                <a:lnTo>
                  <a:pt x="1044302" y="0"/>
                </a:lnTo>
                <a:lnTo>
                  <a:pt x="1012384" y="0"/>
                </a:lnTo>
                <a:lnTo>
                  <a:pt x="980465" y="0"/>
                </a:lnTo>
                <a:lnTo>
                  <a:pt x="948547" y="0"/>
                </a:lnTo>
                <a:lnTo>
                  <a:pt x="916629" y="0"/>
                </a:lnTo>
                <a:lnTo>
                  <a:pt x="884711" y="0"/>
                </a:lnTo>
                <a:lnTo>
                  <a:pt x="852792" y="0"/>
                </a:lnTo>
                <a:lnTo>
                  <a:pt x="820874" y="0"/>
                </a:lnTo>
                <a:lnTo>
                  <a:pt x="788956" y="0"/>
                </a:lnTo>
                <a:lnTo>
                  <a:pt x="757037" y="0"/>
                </a:lnTo>
                <a:lnTo>
                  <a:pt x="725119" y="0"/>
                </a:lnTo>
                <a:lnTo>
                  <a:pt x="693201" y="0"/>
                </a:lnTo>
                <a:lnTo>
                  <a:pt x="661283" y="0"/>
                </a:lnTo>
                <a:lnTo>
                  <a:pt x="629364" y="0"/>
                </a:lnTo>
                <a:lnTo>
                  <a:pt x="597446" y="0"/>
                </a:lnTo>
                <a:lnTo>
                  <a:pt x="565528" y="0"/>
                </a:lnTo>
                <a:lnTo>
                  <a:pt x="533610" y="0"/>
                </a:lnTo>
                <a:lnTo>
                  <a:pt x="501691" y="0"/>
                </a:lnTo>
                <a:lnTo>
                  <a:pt x="469773" y="0"/>
                </a:lnTo>
                <a:lnTo>
                  <a:pt x="437855" y="0"/>
                </a:lnTo>
                <a:lnTo>
                  <a:pt x="405936" y="0"/>
                </a:lnTo>
                <a:lnTo>
                  <a:pt x="374018" y="0"/>
                </a:lnTo>
                <a:lnTo>
                  <a:pt x="342109" y="0"/>
                </a:lnTo>
                <a:lnTo>
                  <a:pt x="310191" y="0"/>
                </a:lnTo>
                <a:lnTo>
                  <a:pt x="278273" y="0"/>
                </a:lnTo>
                <a:lnTo>
                  <a:pt x="246355" y="0"/>
                </a:lnTo>
                <a:lnTo>
                  <a:pt x="214436" y="0"/>
                </a:lnTo>
                <a:lnTo>
                  <a:pt x="182518" y="0"/>
                </a:lnTo>
                <a:lnTo>
                  <a:pt x="150600" y="0"/>
                </a:lnTo>
                <a:lnTo>
                  <a:pt x="118682" y="0"/>
                </a:lnTo>
                <a:lnTo>
                  <a:pt x="86763" y="0"/>
                </a:lnTo>
                <a:lnTo>
                  <a:pt x="54845" y="0"/>
                </a:lnTo>
                <a:lnTo>
                  <a:pt x="22927" y="0"/>
                </a:lnTo>
                <a:lnTo>
                  <a:pt x="0" y="5667"/>
                </a:lnTo>
                <a:lnTo>
                  <a:pt x="0" y="25784"/>
                </a:lnTo>
                <a:lnTo>
                  <a:pt x="0" y="45901"/>
                </a:lnTo>
                <a:lnTo>
                  <a:pt x="0" y="66018"/>
                </a:lnTo>
                <a:lnTo>
                  <a:pt x="0" y="86135"/>
                </a:lnTo>
                <a:lnTo>
                  <a:pt x="0" y="106261"/>
                </a:lnTo>
                <a:lnTo>
                  <a:pt x="0" y="126378"/>
                </a:lnTo>
                <a:lnTo>
                  <a:pt x="0" y="146495"/>
                </a:lnTo>
                <a:lnTo>
                  <a:pt x="0" y="166611"/>
                </a:lnTo>
                <a:lnTo>
                  <a:pt x="0" y="186728"/>
                </a:lnTo>
                <a:lnTo>
                  <a:pt x="0" y="206845"/>
                </a:lnTo>
                <a:lnTo>
                  <a:pt x="0" y="226962"/>
                </a:lnTo>
                <a:lnTo>
                  <a:pt x="0" y="247088"/>
                </a:lnTo>
                <a:lnTo>
                  <a:pt x="0" y="267205"/>
                </a:lnTo>
                <a:lnTo>
                  <a:pt x="0" y="287322"/>
                </a:lnTo>
                <a:lnTo>
                  <a:pt x="0" y="307438"/>
                </a:lnTo>
                <a:lnTo>
                  <a:pt x="0" y="327555"/>
                </a:lnTo>
                <a:lnTo>
                  <a:pt x="0" y="347672"/>
                </a:lnTo>
                <a:lnTo>
                  <a:pt x="0" y="367789"/>
                </a:lnTo>
                <a:lnTo>
                  <a:pt x="0" y="387906"/>
                </a:lnTo>
                <a:lnTo>
                  <a:pt x="0" y="408032"/>
                </a:lnTo>
                <a:lnTo>
                  <a:pt x="0" y="428149"/>
                </a:lnTo>
                <a:lnTo>
                  <a:pt x="0" y="448266"/>
                </a:lnTo>
                <a:lnTo>
                  <a:pt x="0" y="468382"/>
                </a:lnTo>
                <a:lnTo>
                  <a:pt x="0" y="488499"/>
                </a:lnTo>
                <a:lnTo>
                  <a:pt x="0" y="508616"/>
                </a:lnTo>
                <a:lnTo>
                  <a:pt x="0" y="528733"/>
                </a:lnTo>
                <a:lnTo>
                  <a:pt x="0" y="548850"/>
                </a:lnTo>
                <a:lnTo>
                  <a:pt x="0" y="568976"/>
                </a:lnTo>
                <a:lnTo>
                  <a:pt x="0" y="589093"/>
                </a:lnTo>
                <a:lnTo>
                  <a:pt x="0" y="609209"/>
                </a:lnTo>
                <a:lnTo>
                  <a:pt x="0" y="629326"/>
                </a:lnTo>
                <a:lnTo>
                  <a:pt x="0" y="649443"/>
                </a:lnTo>
                <a:lnTo>
                  <a:pt x="0" y="669560"/>
                </a:lnTo>
                <a:lnTo>
                  <a:pt x="0" y="689677"/>
                </a:lnTo>
                <a:lnTo>
                  <a:pt x="0" y="709793"/>
                </a:lnTo>
                <a:lnTo>
                  <a:pt x="0" y="729920"/>
                </a:lnTo>
                <a:lnTo>
                  <a:pt x="0" y="750037"/>
                </a:lnTo>
                <a:lnTo>
                  <a:pt x="0" y="770153"/>
                </a:lnTo>
                <a:lnTo>
                  <a:pt x="0" y="790270"/>
                </a:lnTo>
                <a:lnTo>
                  <a:pt x="0" y="810387"/>
                </a:lnTo>
                <a:lnTo>
                  <a:pt x="0" y="830504"/>
                </a:lnTo>
                <a:lnTo>
                  <a:pt x="0" y="850621"/>
                </a:lnTo>
                <a:lnTo>
                  <a:pt x="0" y="870737"/>
                </a:lnTo>
                <a:lnTo>
                  <a:pt x="0" y="890864"/>
                </a:lnTo>
                <a:lnTo>
                  <a:pt x="0" y="910981"/>
                </a:lnTo>
                <a:lnTo>
                  <a:pt x="0" y="931097"/>
                </a:lnTo>
                <a:lnTo>
                  <a:pt x="0" y="951214"/>
                </a:lnTo>
                <a:lnTo>
                  <a:pt x="0" y="971331"/>
                </a:lnTo>
                <a:lnTo>
                  <a:pt x="0" y="991448"/>
                </a:lnTo>
                <a:lnTo>
                  <a:pt x="0" y="1011565"/>
                </a:lnTo>
                <a:lnTo>
                  <a:pt x="0" y="1031681"/>
                </a:lnTo>
                <a:lnTo>
                  <a:pt x="0" y="1051808"/>
                </a:lnTo>
                <a:lnTo>
                  <a:pt x="0" y="1071924"/>
                </a:lnTo>
                <a:lnTo>
                  <a:pt x="0" y="1092041"/>
                </a:lnTo>
                <a:lnTo>
                  <a:pt x="0" y="1112158"/>
                </a:lnTo>
                <a:lnTo>
                  <a:pt x="0" y="1132275"/>
                </a:lnTo>
                <a:lnTo>
                  <a:pt x="0" y="1152392"/>
                </a:lnTo>
                <a:lnTo>
                  <a:pt x="0" y="1172508"/>
                </a:lnTo>
                <a:lnTo>
                  <a:pt x="0" y="1192625"/>
                </a:lnTo>
                <a:lnTo>
                  <a:pt x="0" y="1212752"/>
                </a:lnTo>
                <a:lnTo>
                  <a:pt x="0" y="1232868"/>
                </a:lnTo>
                <a:lnTo>
                  <a:pt x="0" y="12529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7831CF22-5AFD-46F8-BC1A-B22B6C39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2486" y="3955704"/>
            <a:ext cx="1987896" cy="215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4B7108B0-DB6A-4E25-9737-D1D75ABD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7986" y="4905461"/>
            <a:ext cx="732406" cy="303457"/>
          </a:xfrm>
          <a:custGeom xmlns:a="http://schemas.openxmlformats.org/drawingml/2006/main">
            <a:pathLst>
              <a:path w="732406" h="303457">
                <a:moveTo>
                  <a:pt x="732406" y="0"/>
                </a:moveTo>
                <a:lnTo>
                  <a:pt x="731530" y="5029"/>
                </a:lnTo>
                <a:lnTo>
                  <a:pt x="730387" y="10049"/>
                </a:lnTo>
                <a:lnTo>
                  <a:pt x="729053" y="15040"/>
                </a:lnTo>
                <a:lnTo>
                  <a:pt x="727548" y="20012"/>
                </a:lnTo>
                <a:lnTo>
                  <a:pt x="725891" y="24965"/>
                </a:lnTo>
                <a:lnTo>
                  <a:pt x="724091" y="29899"/>
                </a:lnTo>
                <a:lnTo>
                  <a:pt x="722147" y="34814"/>
                </a:lnTo>
                <a:lnTo>
                  <a:pt x="720080" y="39710"/>
                </a:lnTo>
                <a:lnTo>
                  <a:pt x="717890" y="44577"/>
                </a:lnTo>
                <a:lnTo>
                  <a:pt x="715566" y="49425"/>
                </a:lnTo>
                <a:lnTo>
                  <a:pt x="713118" y="54254"/>
                </a:lnTo>
                <a:lnTo>
                  <a:pt x="710555" y="59045"/>
                </a:lnTo>
                <a:lnTo>
                  <a:pt x="707869" y="63818"/>
                </a:lnTo>
                <a:lnTo>
                  <a:pt x="705069" y="68570"/>
                </a:lnTo>
                <a:lnTo>
                  <a:pt x="702154" y="73285"/>
                </a:lnTo>
                <a:lnTo>
                  <a:pt x="699125" y="77972"/>
                </a:lnTo>
                <a:lnTo>
                  <a:pt x="695982" y="82639"/>
                </a:lnTo>
                <a:lnTo>
                  <a:pt x="692725" y="87268"/>
                </a:lnTo>
                <a:lnTo>
                  <a:pt x="689353" y="91859"/>
                </a:lnTo>
                <a:lnTo>
                  <a:pt x="685876" y="96422"/>
                </a:lnTo>
                <a:lnTo>
                  <a:pt x="682285" y="100955"/>
                </a:lnTo>
                <a:lnTo>
                  <a:pt x="678580" y="105451"/>
                </a:lnTo>
                <a:lnTo>
                  <a:pt x="674770" y="109909"/>
                </a:lnTo>
                <a:lnTo>
                  <a:pt x="670855" y="114329"/>
                </a:lnTo>
                <a:lnTo>
                  <a:pt x="666836" y="118710"/>
                </a:lnTo>
                <a:lnTo>
                  <a:pt x="662702" y="123053"/>
                </a:lnTo>
                <a:lnTo>
                  <a:pt x="658463" y="127359"/>
                </a:lnTo>
                <a:lnTo>
                  <a:pt x="654129" y="131616"/>
                </a:lnTo>
                <a:lnTo>
                  <a:pt x="649681" y="135836"/>
                </a:lnTo>
                <a:lnTo>
                  <a:pt x="645138" y="140008"/>
                </a:lnTo>
                <a:lnTo>
                  <a:pt x="640490" y="144142"/>
                </a:lnTo>
                <a:lnTo>
                  <a:pt x="635737" y="148219"/>
                </a:lnTo>
                <a:lnTo>
                  <a:pt x="630888" y="152257"/>
                </a:lnTo>
                <a:lnTo>
                  <a:pt x="625935" y="156248"/>
                </a:lnTo>
                <a:lnTo>
                  <a:pt x="620897" y="160191"/>
                </a:lnTo>
                <a:lnTo>
                  <a:pt x="615753" y="164078"/>
                </a:lnTo>
                <a:lnTo>
                  <a:pt x="610524" y="167926"/>
                </a:lnTo>
                <a:lnTo>
                  <a:pt x="605190" y="171717"/>
                </a:lnTo>
                <a:lnTo>
                  <a:pt x="599770" y="175451"/>
                </a:lnTo>
                <a:lnTo>
                  <a:pt x="594265" y="179137"/>
                </a:lnTo>
                <a:lnTo>
                  <a:pt x="588664" y="182766"/>
                </a:lnTo>
                <a:lnTo>
                  <a:pt x="582978" y="186338"/>
                </a:lnTo>
                <a:lnTo>
                  <a:pt x="577205" y="189862"/>
                </a:lnTo>
                <a:lnTo>
                  <a:pt x="571348" y="193329"/>
                </a:lnTo>
                <a:lnTo>
                  <a:pt x="565414" y="196739"/>
                </a:lnTo>
                <a:lnTo>
                  <a:pt x="559394" y="200092"/>
                </a:lnTo>
                <a:lnTo>
                  <a:pt x="553298" y="203397"/>
                </a:lnTo>
                <a:lnTo>
                  <a:pt x="547116" y="206635"/>
                </a:lnTo>
                <a:lnTo>
                  <a:pt x="540868" y="209817"/>
                </a:lnTo>
                <a:lnTo>
                  <a:pt x="534543" y="212941"/>
                </a:lnTo>
                <a:lnTo>
                  <a:pt x="528152" y="216008"/>
                </a:lnTo>
                <a:lnTo>
                  <a:pt x="521694" y="219008"/>
                </a:lnTo>
                <a:lnTo>
                  <a:pt x="515160" y="221961"/>
                </a:lnTo>
                <a:lnTo>
                  <a:pt x="508559" y="224847"/>
                </a:lnTo>
                <a:lnTo>
                  <a:pt x="501901" y="227676"/>
                </a:lnTo>
                <a:lnTo>
                  <a:pt x="495176" y="230448"/>
                </a:lnTo>
                <a:lnTo>
                  <a:pt x="488394" y="233162"/>
                </a:lnTo>
                <a:lnTo>
                  <a:pt x="481555" y="235820"/>
                </a:lnTo>
                <a:lnTo>
                  <a:pt x="474650" y="238411"/>
                </a:lnTo>
                <a:lnTo>
                  <a:pt x="467697" y="240944"/>
                </a:lnTo>
                <a:lnTo>
                  <a:pt x="460696" y="243430"/>
                </a:lnTo>
                <a:lnTo>
                  <a:pt x="453638" y="245850"/>
                </a:lnTo>
                <a:lnTo>
                  <a:pt x="446532" y="248202"/>
                </a:lnTo>
                <a:lnTo>
                  <a:pt x="439379" y="250508"/>
                </a:lnTo>
                <a:lnTo>
                  <a:pt x="432178" y="252755"/>
                </a:lnTo>
                <a:lnTo>
                  <a:pt x="424929" y="254946"/>
                </a:lnTo>
                <a:lnTo>
                  <a:pt x="417643" y="257080"/>
                </a:lnTo>
                <a:lnTo>
                  <a:pt x="410318" y="259156"/>
                </a:lnTo>
                <a:lnTo>
                  <a:pt x="402955" y="261176"/>
                </a:lnTo>
                <a:lnTo>
                  <a:pt x="395545" y="263138"/>
                </a:lnTo>
                <a:lnTo>
                  <a:pt x="388106" y="265052"/>
                </a:lnTo>
                <a:lnTo>
                  <a:pt x="380638" y="266910"/>
                </a:lnTo>
                <a:lnTo>
                  <a:pt x="373123" y="268710"/>
                </a:lnTo>
                <a:lnTo>
                  <a:pt x="365589" y="270462"/>
                </a:lnTo>
                <a:lnTo>
                  <a:pt x="358016" y="272158"/>
                </a:lnTo>
                <a:lnTo>
                  <a:pt x="350415" y="273796"/>
                </a:lnTo>
                <a:lnTo>
                  <a:pt x="342795" y="275387"/>
                </a:lnTo>
                <a:lnTo>
                  <a:pt x="335137" y="276930"/>
                </a:lnTo>
                <a:lnTo>
                  <a:pt x="327460" y="278416"/>
                </a:lnTo>
                <a:lnTo>
                  <a:pt x="319764" y="279864"/>
                </a:lnTo>
                <a:lnTo>
                  <a:pt x="312029" y="281254"/>
                </a:lnTo>
                <a:lnTo>
                  <a:pt x="304286" y="282588"/>
                </a:lnTo>
                <a:lnTo>
                  <a:pt x="296523" y="283883"/>
                </a:lnTo>
                <a:lnTo>
                  <a:pt x="288731" y="285131"/>
                </a:lnTo>
                <a:lnTo>
                  <a:pt x="280930" y="286331"/>
                </a:lnTo>
                <a:lnTo>
                  <a:pt x="273110" y="287484"/>
                </a:lnTo>
                <a:lnTo>
                  <a:pt x="265271" y="288588"/>
                </a:lnTo>
                <a:lnTo>
                  <a:pt x="257413" y="289655"/>
                </a:lnTo>
                <a:lnTo>
                  <a:pt x="249545" y="290665"/>
                </a:lnTo>
                <a:lnTo>
                  <a:pt x="241659" y="291646"/>
                </a:lnTo>
                <a:lnTo>
                  <a:pt x="233763" y="292570"/>
                </a:lnTo>
                <a:lnTo>
                  <a:pt x="225857" y="293465"/>
                </a:lnTo>
                <a:lnTo>
                  <a:pt x="217932" y="294303"/>
                </a:lnTo>
                <a:lnTo>
                  <a:pt x="209998" y="295113"/>
                </a:lnTo>
                <a:lnTo>
                  <a:pt x="202054" y="295875"/>
                </a:lnTo>
                <a:lnTo>
                  <a:pt x="194110" y="296599"/>
                </a:lnTo>
                <a:lnTo>
                  <a:pt x="186147" y="297285"/>
                </a:lnTo>
                <a:lnTo>
                  <a:pt x="178175" y="297923"/>
                </a:lnTo>
                <a:lnTo>
                  <a:pt x="170202" y="298533"/>
                </a:lnTo>
                <a:lnTo>
                  <a:pt x="162220" y="299095"/>
                </a:lnTo>
                <a:lnTo>
                  <a:pt x="154229" y="299628"/>
                </a:lnTo>
                <a:lnTo>
                  <a:pt x="146237" y="300123"/>
                </a:lnTo>
                <a:lnTo>
                  <a:pt x="138236" y="300580"/>
                </a:lnTo>
                <a:lnTo>
                  <a:pt x="130226" y="301000"/>
                </a:lnTo>
                <a:lnTo>
                  <a:pt x="122215" y="301390"/>
                </a:lnTo>
                <a:lnTo>
                  <a:pt x="114205" y="301742"/>
                </a:lnTo>
                <a:lnTo>
                  <a:pt x="106185" y="302057"/>
                </a:lnTo>
                <a:lnTo>
                  <a:pt x="98165" y="302343"/>
                </a:lnTo>
                <a:lnTo>
                  <a:pt x="90145" y="302590"/>
                </a:lnTo>
                <a:lnTo>
                  <a:pt x="82115" y="302809"/>
                </a:lnTo>
                <a:lnTo>
                  <a:pt x="74085" y="302990"/>
                </a:lnTo>
                <a:lnTo>
                  <a:pt x="66056" y="303143"/>
                </a:lnTo>
                <a:lnTo>
                  <a:pt x="58026" y="303266"/>
                </a:lnTo>
                <a:lnTo>
                  <a:pt x="49997" y="303362"/>
                </a:lnTo>
                <a:lnTo>
                  <a:pt x="41958" y="303419"/>
                </a:lnTo>
                <a:lnTo>
                  <a:pt x="33928" y="303457"/>
                </a:lnTo>
                <a:lnTo>
                  <a:pt x="25889" y="303457"/>
                </a:lnTo>
                <a:lnTo>
                  <a:pt x="17859" y="303428"/>
                </a:lnTo>
                <a:lnTo>
                  <a:pt x="9830" y="303371"/>
                </a:lnTo>
                <a:lnTo>
                  <a:pt x="1791" y="303286"/>
                </a:lnTo>
                <a:lnTo>
                  <a:pt x="0" y="303209"/>
                </a:lnTo>
                <a:lnTo>
                  <a:pt x="8030" y="303076"/>
                </a:lnTo>
                <a:lnTo>
                  <a:pt x="16059" y="302866"/>
                </a:lnTo>
                <a:lnTo>
                  <a:pt x="24079" y="302590"/>
                </a:lnTo>
                <a:lnTo>
                  <a:pt x="32099" y="302257"/>
                </a:lnTo>
                <a:lnTo>
                  <a:pt x="40100" y="301857"/>
                </a:lnTo>
                <a:lnTo>
                  <a:pt x="48101" y="301400"/>
                </a:lnTo>
                <a:lnTo>
                  <a:pt x="56102" y="300895"/>
                </a:lnTo>
                <a:lnTo>
                  <a:pt x="64084" y="300333"/>
                </a:lnTo>
                <a:lnTo>
                  <a:pt x="72057" y="299723"/>
                </a:lnTo>
                <a:lnTo>
                  <a:pt x="80020" y="299056"/>
                </a:lnTo>
                <a:lnTo>
                  <a:pt x="87973" y="298342"/>
                </a:lnTo>
                <a:lnTo>
                  <a:pt x="95917" y="297571"/>
                </a:lnTo>
                <a:lnTo>
                  <a:pt x="103842" y="296742"/>
                </a:lnTo>
                <a:lnTo>
                  <a:pt x="111747" y="295856"/>
                </a:lnTo>
                <a:lnTo>
                  <a:pt x="119644" y="294923"/>
                </a:lnTo>
                <a:lnTo>
                  <a:pt x="127521" y="293932"/>
                </a:lnTo>
                <a:lnTo>
                  <a:pt x="135379" y="292875"/>
                </a:lnTo>
                <a:lnTo>
                  <a:pt x="143218" y="291770"/>
                </a:lnTo>
                <a:lnTo>
                  <a:pt x="151038" y="290598"/>
                </a:lnTo>
                <a:lnTo>
                  <a:pt x="158829" y="289379"/>
                </a:lnTo>
                <a:lnTo>
                  <a:pt x="166602" y="288084"/>
                </a:lnTo>
                <a:lnTo>
                  <a:pt x="174336" y="286731"/>
                </a:lnTo>
                <a:lnTo>
                  <a:pt x="182051" y="285312"/>
                </a:lnTo>
                <a:lnTo>
                  <a:pt x="189728" y="283826"/>
                </a:lnTo>
                <a:lnTo>
                  <a:pt x="197377" y="282273"/>
                </a:lnTo>
                <a:lnTo>
                  <a:pt x="204988" y="280645"/>
                </a:lnTo>
                <a:lnTo>
                  <a:pt x="212560" y="278949"/>
                </a:lnTo>
                <a:lnTo>
                  <a:pt x="220085" y="277178"/>
                </a:lnTo>
                <a:lnTo>
                  <a:pt x="227562" y="275339"/>
                </a:lnTo>
                <a:lnTo>
                  <a:pt x="235001" y="273415"/>
                </a:lnTo>
                <a:lnTo>
                  <a:pt x="242373" y="271405"/>
                </a:lnTo>
                <a:lnTo>
                  <a:pt x="249698" y="269319"/>
                </a:lnTo>
                <a:lnTo>
                  <a:pt x="256956" y="267157"/>
                </a:lnTo>
                <a:lnTo>
                  <a:pt x="264147" y="264900"/>
                </a:lnTo>
                <a:lnTo>
                  <a:pt x="271262" y="262557"/>
                </a:lnTo>
                <a:lnTo>
                  <a:pt x="278311" y="260118"/>
                </a:lnTo>
                <a:lnTo>
                  <a:pt x="285264" y="257585"/>
                </a:lnTo>
                <a:lnTo>
                  <a:pt x="292141" y="254965"/>
                </a:lnTo>
                <a:lnTo>
                  <a:pt x="298914" y="252241"/>
                </a:lnTo>
                <a:lnTo>
                  <a:pt x="305581" y="249422"/>
                </a:lnTo>
                <a:lnTo>
                  <a:pt x="312144" y="246497"/>
                </a:lnTo>
                <a:lnTo>
                  <a:pt x="318583" y="243469"/>
                </a:lnTo>
                <a:lnTo>
                  <a:pt x="324898" y="240344"/>
                </a:lnTo>
                <a:lnTo>
                  <a:pt x="331079" y="237106"/>
                </a:lnTo>
                <a:lnTo>
                  <a:pt x="337109" y="233763"/>
                </a:lnTo>
                <a:lnTo>
                  <a:pt x="342995" y="230315"/>
                </a:lnTo>
                <a:lnTo>
                  <a:pt x="348710" y="226752"/>
                </a:lnTo>
                <a:lnTo>
                  <a:pt x="354254" y="223095"/>
                </a:lnTo>
                <a:lnTo>
                  <a:pt x="359616" y="219323"/>
                </a:lnTo>
                <a:lnTo>
                  <a:pt x="364779" y="215446"/>
                </a:lnTo>
                <a:lnTo>
                  <a:pt x="369751" y="211465"/>
                </a:lnTo>
                <a:lnTo>
                  <a:pt x="374513" y="207388"/>
                </a:lnTo>
                <a:lnTo>
                  <a:pt x="379047" y="203206"/>
                </a:lnTo>
                <a:lnTo>
                  <a:pt x="383362" y="198939"/>
                </a:lnTo>
                <a:lnTo>
                  <a:pt x="387439" y="194577"/>
                </a:lnTo>
                <a:lnTo>
                  <a:pt x="391287" y="190129"/>
                </a:lnTo>
                <a:lnTo>
                  <a:pt x="394878" y="185604"/>
                </a:lnTo>
                <a:lnTo>
                  <a:pt x="398231" y="180994"/>
                </a:lnTo>
                <a:lnTo>
                  <a:pt x="401326" y="176327"/>
                </a:lnTo>
                <a:lnTo>
                  <a:pt x="404174" y="171593"/>
                </a:lnTo>
                <a:lnTo>
                  <a:pt x="406765" y="166802"/>
                </a:lnTo>
                <a:lnTo>
                  <a:pt x="409099" y="161954"/>
                </a:lnTo>
                <a:lnTo>
                  <a:pt x="411194" y="157067"/>
                </a:lnTo>
                <a:lnTo>
                  <a:pt x="413033" y="152133"/>
                </a:lnTo>
                <a:lnTo>
                  <a:pt x="414623" y="147171"/>
                </a:lnTo>
                <a:lnTo>
                  <a:pt x="415976" y="142180"/>
                </a:lnTo>
                <a:lnTo>
                  <a:pt x="417100" y="137170"/>
                </a:lnTo>
                <a:lnTo>
                  <a:pt x="417986" y="132140"/>
                </a:lnTo>
                <a:lnTo>
                  <a:pt x="418652" y="127092"/>
                </a:lnTo>
                <a:lnTo>
                  <a:pt x="419110" y="122034"/>
                </a:lnTo>
                <a:lnTo>
                  <a:pt x="419348" y="116977"/>
                </a:lnTo>
                <a:lnTo>
                  <a:pt x="419386" y="111909"/>
                </a:lnTo>
                <a:lnTo>
                  <a:pt x="419224" y="106851"/>
                </a:lnTo>
                <a:lnTo>
                  <a:pt x="418871" y="101784"/>
                </a:lnTo>
                <a:lnTo>
                  <a:pt x="418348" y="96736"/>
                </a:lnTo>
                <a:lnTo>
                  <a:pt x="425777" y="95498"/>
                </a:lnTo>
                <a:lnTo>
                  <a:pt x="433607" y="94364"/>
                </a:lnTo>
                <a:lnTo>
                  <a:pt x="441408" y="93155"/>
                </a:lnTo>
                <a:lnTo>
                  <a:pt x="449189" y="91888"/>
                </a:lnTo>
                <a:lnTo>
                  <a:pt x="456943" y="90564"/>
                </a:lnTo>
                <a:lnTo>
                  <a:pt x="464668" y="89183"/>
                </a:lnTo>
                <a:lnTo>
                  <a:pt x="472373" y="87754"/>
                </a:lnTo>
                <a:lnTo>
                  <a:pt x="480060" y="86268"/>
                </a:lnTo>
                <a:lnTo>
                  <a:pt x="487718" y="84744"/>
                </a:lnTo>
                <a:lnTo>
                  <a:pt x="495348" y="83163"/>
                </a:lnTo>
                <a:lnTo>
                  <a:pt x="502958" y="81544"/>
                </a:lnTo>
                <a:lnTo>
                  <a:pt x="510540" y="79867"/>
                </a:lnTo>
                <a:lnTo>
                  <a:pt x="518103" y="78143"/>
                </a:lnTo>
                <a:lnTo>
                  <a:pt x="525628" y="76381"/>
                </a:lnTo>
                <a:lnTo>
                  <a:pt x="533133" y="74571"/>
                </a:lnTo>
                <a:lnTo>
                  <a:pt x="540601" y="72704"/>
                </a:lnTo>
                <a:lnTo>
                  <a:pt x="548040" y="70799"/>
                </a:lnTo>
                <a:lnTo>
                  <a:pt x="555450" y="68847"/>
                </a:lnTo>
                <a:lnTo>
                  <a:pt x="562832" y="66846"/>
                </a:lnTo>
                <a:lnTo>
                  <a:pt x="570176" y="64789"/>
                </a:lnTo>
                <a:lnTo>
                  <a:pt x="577491" y="62694"/>
                </a:lnTo>
                <a:lnTo>
                  <a:pt x="584768" y="60550"/>
                </a:lnTo>
                <a:lnTo>
                  <a:pt x="592007" y="58350"/>
                </a:lnTo>
                <a:lnTo>
                  <a:pt x="599208" y="56112"/>
                </a:lnTo>
                <a:lnTo>
                  <a:pt x="606371" y="53816"/>
                </a:lnTo>
                <a:lnTo>
                  <a:pt x="613486" y="51473"/>
                </a:lnTo>
                <a:lnTo>
                  <a:pt x="620563" y="49073"/>
                </a:lnTo>
                <a:lnTo>
                  <a:pt x="627602" y="46625"/>
                </a:lnTo>
                <a:lnTo>
                  <a:pt x="634584" y="44129"/>
                </a:lnTo>
                <a:lnTo>
                  <a:pt x="641528" y="41577"/>
                </a:lnTo>
                <a:lnTo>
                  <a:pt x="648414" y="38967"/>
                </a:lnTo>
                <a:lnTo>
                  <a:pt x="655253" y="36309"/>
                </a:lnTo>
                <a:lnTo>
                  <a:pt x="662035" y="33595"/>
                </a:lnTo>
                <a:lnTo>
                  <a:pt x="668760" y="30832"/>
                </a:lnTo>
                <a:lnTo>
                  <a:pt x="675427" y="28004"/>
                </a:lnTo>
                <a:lnTo>
                  <a:pt x="682038" y="25127"/>
                </a:lnTo>
                <a:lnTo>
                  <a:pt x="688581" y="22193"/>
                </a:lnTo>
                <a:lnTo>
                  <a:pt x="695058" y="19193"/>
                </a:lnTo>
                <a:lnTo>
                  <a:pt x="701469" y="16145"/>
                </a:lnTo>
                <a:lnTo>
                  <a:pt x="707812" y="13030"/>
                </a:lnTo>
                <a:lnTo>
                  <a:pt x="714080" y="9868"/>
                </a:lnTo>
                <a:lnTo>
                  <a:pt x="720261" y="6639"/>
                </a:lnTo>
                <a:lnTo>
                  <a:pt x="726377" y="3343"/>
                </a:lnTo>
                <a:lnTo>
                  <a:pt x="73240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E5D33007-B11C-4896-92F5-BABDF0CE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4663" y="2582313"/>
            <a:ext cx="1330376" cy="210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7493932B-342A-472E-9DFA-E5E06785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1861" y="2877293"/>
            <a:ext cx="1556890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登记申请人与课题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0886E4ED-E58E-48F7-88B7-67045AE6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1586" y="2582313"/>
            <a:ext cx="1330376" cy="210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01A5044D-C4E4-4392-B171-AD10800F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784" y="2877293"/>
            <a:ext cx="1556890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记录责任人与时间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5EA387BB-073D-4DA0-8044-D3AAA335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4663" y="3955704"/>
            <a:ext cx="1330376" cy="210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53119146-BEC4-4ECD-85F2-CCEF0E7D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1861" y="4250684"/>
            <a:ext cx="1556890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关联输出和参数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3B36D629-3D71-4874-866F-ED073EA9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1586" y="3955704"/>
            <a:ext cx="1330376" cy="210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1A09C5C3-F3AF-4EAE-8C63-D9E3BB5E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784" y="4250684"/>
            <a:ext cx="1556890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保留原因、处理结论</a:t>
            </a:r>
          </a:p>
        </p:txBody>
      </p:sp>
      <p:sp>
        <p:nvSpPr>
          <p:cNvPr id="39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5EC89D47-253F-428C-A656-C149363C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563" y="2582313"/>
            <a:ext cx="419100" cy="210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b3e1da73d4d78">
            <a:extLst>
              <a:ext uri="{96DAC541-7B7A-43D3-8B79-37D633B846F1}">
                <asvg:svgBlip xmlns:asvg="http://schemas.microsoft.com/office/drawing/2016/SVG/main" r:embed="R05113a5f218246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20338" y="2589609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1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38D98038-B9F2-434F-9E6C-0CE486E5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2486" y="2582313"/>
            <a:ext cx="419100" cy="210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301036b0f45ef">
            <a:extLst>
              <a:ext uri="{96DAC541-7B7A-43D3-8B79-37D633B846F1}">
                <asvg:svgBlip xmlns:asvg="http://schemas.microsoft.com/office/drawing/2016/SVG/main" r:embed="R9bad14c691c449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7261" y="2589609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3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52C82EB3-6FB2-4043-9E6A-AC8FF303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563" y="3955704"/>
            <a:ext cx="419100" cy="210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078ff9f094670">
            <a:extLst>
              <a:ext uri="{96DAC541-7B7A-43D3-8B79-37D633B846F1}">
                <asvg:svgBlip xmlns:asvg="http://schemas.microsoft.com/office/drawing/2016/SVG/main" r:embed="Rfb08780134e04b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20338" y="3963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BE7A8D41-7011-4C6C-A33C-40EB803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2486" y="3955704"/>
            <a:ext cx="419100" cy="210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ea2f52fc64590">
            <a:extLst>
              <a:ext uri="{96DAC541-7B7A-43D3-8B79-37D633B846F1}">
                <asvg:svgBlip xmlns:asvg="http://schemas.microsoft.com/office/drawing/2016/SVG/main" r:embed="Rf45e75b3a6f94c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7261" y="3963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89247A-168C-4330-B374-9F77D79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62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FDC302-FFFD-454B-ACFE-B898BA40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9621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观﻿察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62FFB2-CF75-4B31-AB3E-6DE73F08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324100"/>
            <a:ext cx="3695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模﻿拟抽﻿查20笔预﻿约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7笔缺审﻿批时﻿间﻿；﻿5笔缺执﻿行记﻿录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两类问﻿题可重﻿叠﻿，﻿不﻿能相加﻿为12笔问﻿题预﻿约。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2CFF99-0434-4E92-96DD-BD20F2AD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600450"/>
            <a:ext cx="369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4CFE5E-8CFD-42DF-9ECF-6CF64CD8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290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A7EB49-95D1-450E-9289-267FDFB5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290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行﻿动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46386F-B811-4143-8B6B-8EA0143B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191000"/>
            <a:ext cx="3695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先在两间自﻿愿实﻿验室执﻿行这份清﻿单﻿，﻿再复﻿核记﻿录完﻿整﻿性。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当﻿前不﻿能据﻿此判﻿断效﻿率提﻿升。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C9CFA4-D4C6-4ADD-9FB5-0E8DC9B0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619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四﻿项为并﻿列要﻿求﻿，﻿不﻿是四﻿步流﻿程。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试点名单应逐轮收敛，先核资格再核责任与记录条件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试点筛选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F53B0D6A-98D2-4A76-ABCE-D115BA25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246965" y="2235584"/>
            <a:ext cx="4745079" cy="337149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16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5CC37E3E-4CCD-4003-BBD9-1A2705E1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9431" y="2760040"/>
            <a:ext cx="3080137" cy="812321"/>
          </a:xfrm>
          <a:custGeom xmlns:a="http://schemas.openxmlformats.org/drawingml/2006/main">
            <a:pathLst>
              <a:path w="3080137" h="812321">
                <a:moveTo>
                  <a:pt x="0" y="0"/>
                </a:moveTo>
                <a:lnTo>
                  <a:pt x="15754" y="24575"/>
                </a:lnTo>
                <a:lnTo>
                  <a:pt x="31509" y="49149"/>
                </a:lnTo>
                <a:lnTo>
                  <a:pt x="47273" y="73714"/>
                </a:lnTo>
                <a:lnTo>
                  <a:pt x="63027" y="98288"/>
                </a:lnTo>
                <a:lnTo>
                  <a:pt x="78781" y="122863"/>
                </a:lnTo>
                <a:lnTo>
                  <a:pt x="94536" y="147437"/>
                </a:lnTo>
                <a:lnTo>
                  <a:pt x="110290" y="172012"/>
                </a:lnTo>
                <a:lnTo>
                  <a:pt x="126054" y="196577"/>
                </a:lnTo>
                <a:lnTo>
                  <a:pt x="141808" y="221151"/>
                </a:lnTo>
                <a:lnTo>
                  <a:pt x="157563" y="245726"/>
                </a:lnTo>
                <a:lnTo>
                  <a:pt x="173317" y="270300"/>
                </a:lnTo>
                <a:lnTo>
                  <a:pt x="189081" y="294875"/>
                </a:lnTo>
                <a:lnTo>
                  <a:pt x="204835" y="319440"/>
                </a:lnTo>
                <a:lnTo>
                  <a:pt x="220589" y="344014"/>
                </a:lnTo>
                <a:lnTo>
                  <a:pt x="236344" y="368589"/>
                </a:lnTo>
                <a:lnTo>
                  <a:pt x="252098" y="393163"/>
                </a:lnTo>
                <a:lnTo>
                  <a:pt x="267862" y="417738"/>
                </a:lnTo>
                <a:lnTo>
                  <a:pt x="283616" y="442303"/>
                </a:lnTo>
                <a:lnTo>
                  <a:pt x="299371" y="466877"/>
                </a:lnTo>
                <a:lnTo>
                  <a:pt x="315125" y="491452"/>
                </a:lnTo>
                <a:lnTo>
                  <a:pt x="330889" y="516026"/>
                </a:lnTo>
                <a:lnTo>
                  <a:pt x="346643" y="540601"/>
                </a:lnTo>
                <a:lnTo>
                  <a:pt x="362398" y="565166"/>
                </a:lnTo>
                <a:lnTo>
                  <a:pt x="378152" y="589740"/>
                </a:lnTo>
                <a:lnTo>
                  <a:pt x="393906" y="614315"/>
                </a:lnTo>
                <a:lnTo>
                  <a:pt x="409670" y="638889"/>
                </a:lnTo>
                <a:lnTo>
                  <a:pt x="425425" y="663464"/>
                </a:lnTo>
                <a:lnTo>
                  <a:pt x="441179" y="688029"/>
                </a:lnTo>
                <a:lnTo>
                  <a:pt x="456933" y="712603"/>
                </a:lnTo>
                <a:lnTo>
                  <a:pt x="472688" y="737178"/>
                </a:lnTo>
                <a:lnTo>
                  <a:pt x="492547" y="756809"/>
                </a:lnTo>
                <a:lnTo>
                  <a:pt x="520513" y="765058"/>
                </a:lnTo>
                <a:lnTo>
                  <a:pt x="549154" y="770668"/>
                </a:lnTo>
                <a:lnTo>
                  <a:pt x="578006" y="775087"/>
                </a:lnTo>
                <a:lnTo>
                  <a:pt x="606962" y="778783"/>
                </a:lnTo>
                <a:lnTo>
                  <a:pt x="635975" y="781964"/>
                </a:lnTo>
                <a:lnTo>
                  <a:pt x="665035" y="784774"/>
                </a:lnTo>
                <a:lnTo>
                  <a:pt x="694115" y="787279"/>
                </a:lnTo>
                <a:lnTo>
                  <a:pt x="723214" y="789546"/>
                </a:lnTo>
                <a:lnTo>
                  <a:pt x="752332" y="791613"/>
                </a:lnTo>
                <a:lnTo>
                  <a:pt x="781469" y="793499"/>
                </a:lnTo>
                <a:lnTo>
                  <a:pt x="810606" y="795242"/>
                </a:lnTo>
                <a:lnTo>
                  <a:pt x="839753" y="796833"/>
                </a:lnTo>
                <a:lnTo>
                  <a:pt x="868899" y="798319"/>
                </a:lnTo>
                <a:lnTo>
                  <a:pt x="898065" y="799690"/>
                </a:lnTo>
                <a:lnTo>
                  <a:pt x="927221" y="800967"/>
                </a:lnTo>
                <a:lnTo>
                  <a:pt x="956386" y="802138"/>
                </a:lnTo>
                <a:lnTo>
                  <a:pt x="985561" y="803234"/>
                </a:lnTo>
                <a:lnTo>
                  <a:pt x="1014736" y="804253"/>
                </a:lnTo>
                <a:lnTo>
                  <a:pt x="1043911" y="805186"/>
                </a:lnTo>
                <a:lnTo>
                  <a:pt x="1073087" y="806053"/>
                </a:lnTo>
                <a:lnTo>
                  <a:pt x="1102262" y="806863"/>
                </a:lnTo>
                <a:lnTo>
                  <a:pt x="1131446" y="807596"/>
                </a:lnTo>
                <a:lnTo>
                  <a:pt x="1160631" y="808272"/>
                </a:lnTo>
                <a:lnTo>
                  <a:pt x="1189815" y="808892"/>
                </a:lnTo>
                <a:lnTo>
                  <a:pt x="1219000" y="809463"/>
                </a:lnTo>
                <a:lnTo>
                  <a:pt x="1248185" y="809968"/>
                </a:lnTo>
                <a:lnTo>
                  <a:pt x="1277369" y="810425"/>
                </a:lnTo>
                <a:lnTo>
                  <a:pt x="1306554" y="810825"/>
                </a:lnTo>
                <a:lnTo>
                  <a:pt x="1335748" y="811178"/>
                </a:lnTo>
                <a:lnTo>
                  <a:pt x="1364933" y="811492"/>
                </a:lnTo>
                <a:lnTo>
                  <a:pt x="1394127" y="811740"/>
                </a:lnTo>
                <a:lnTo>
                  <a:pt x="1423311" y="811949"/>
                </a:lnTo>
                <a:lnTo>
                  <a:pt x="1452505" y="812111"/>
                </a:lnTo>
                <a:lnTo>
                  <a:pt x="1481690" y="812225"/>
                </a:lnTo>
                <a:lnTo>
                  <a:pt x="1510884" y="812302"/>
                </a:lnTo>
                <a:lnTo>
                  <a:pt x="1540069" y="812321"/>
                </a:lnTo>
                <a:lnTo>
                  <a:pt x="1569263" y="812302"/>
                </a:lnTo>
                <a:lnTo>
                  <a:pt x="1598457" y="812225"/>
                </a:lnTo>
                <a:lnTo>
                  <a:pt x="1627642" y="812111"/>
                </a:lnTo>
                <a:lnTo>
                  <a:pt x="1656836" y="811949"/>
                </a:lnTo>
                <a:lnTo>
                  <a:pt x="1686020" y="811740"/>
                </a:lnTo>
                <a:lnTo>
                  <a:pt x="1715214" y="811492"/>
                </a:lnTo>
                <a:lnTo>
                  <a:pt x="1744399" y="811178"/>
                </a:lnTo>
                <a:lnTo>
                  <a:pt x="1773593" y="810825"/>
                </a:lnTo>
                <a:lnTo>
                  <a:pt x="1802778" y="810425"/>
                </a:lnTo>
                <a:lnTo>
                  <a:pt x="1831962" y="809968"/>
                </a:lnTo>
                <a:lnTo>
                  <a:pt x="1861147" y="809463"/>
                </a:lnTo>
                <a:lnTo>
                  <a:pt x="1890332" y="808892"/>
                </a:lnTo>
                <a:lnTo>
                  <a:pt x="1919516" y="808272"/>
                </a:lnTo>
                <a:lnTo>
                  <a:pt x="1948701" y="807596"/>
                </a:lnTo>
                <a:lnTo>
                  <a:pt x="1977885" y="806863"/>
                </a:lnTo>
                <a:lnTo>
                  <a:pt x="2007060" y="806053"/>
                </a:lnTo>
                <a:lnTo>
                  <a:pt x="2036235" y="805186"/>
                </a:lnTo>
                <a:lnTo>
                  <a:pt x="2065411" y="804253"/>
                </a:lnTo>
                <a:lnTo>
                  <a:pt x="2094586" y="803234"/>
                </a:lnTo>
                <a:lnTo>
                  <a:pt x="2123761" y="802138"/>
                </a:lnTo>
                <a:lnTo>
                  <a:pt x="2152926" y="800967"/>
                </a:lnTo>
                <a:lnTo>
                  <a:pt x="2182082" y="799690"/>
                </a:lnTo>
                <a:lnTo>
                  <a:pt x="2211248" y="798319"/>
                </a:lnTo>
                <a:lnTo>
                  <a:pt x="2240394" y="796833"/>
                </a:lnTo>
                <a:lnTo>
                  <a:pt x="2269541" y="795242"/>
                </a:lnTo>
                <a:lnTo>
                  <a:pt x="2298678" y="793499"/>
                </a:lnTo>
                <a:lnTo>
                  <a:pt x="2327815" y="791613"/>
                </a:lnTo>
                <a:lnTo>
                  <a:pt x="2356923" y="789546"/>
                </a:lnTo>
                <a:lnTo>
                  <a:pt x="2386032" y="787279"/>
                </a:lnTo>
                <a:lnTo>
                  <a:pt x="2415111" y="784774"/>
                </a:lnTo>
                <a:lnTo>
                  <a:pt x="2444163" y="781964"/>
                </a:lnTo>
                <a:lnTo>
                  <a:pt x="2473185" y="778774"/>
                </a:lnTo>
                <a:lnTo>
                  <a:pt x="2502141" y="775087"/>
                </a:lnTo>
                <a:lnTo>
                  <a:pt x="2530993" y="770668"/>
                </a:lnTo>
                <a:lnTo>
                  <a:pt x="2559634" y="765048"/>
                </a:lnTo>
                <a:lnTo>
                  <a:pt x="2587600" y="756809"/>
                </a:lnTo>
                <a:lnTo>
                  <a:pt x="2607450" y="737168"/>
                </a:lnTo>
                <a:lnTo>
                  <a:pt x="2623204" y="712594"/>
                </a:lnTo>
                <a:lnTo>
                  <a:pt x="2638958" y="688029"/>
                </a:lnTo>
                <a:lnTo>
                  <a:pt x="2654722" y="663454"/>
                </a:lnTo>
                <a:lnTo>
                  <a:pt x="2670477" y="638880"/>
                </a:lnTo>
                <a:lnTo>
                  <a:pt x="2686231" y="614305"/>
                </a:lnTo>
                <a:lnTo>
                  <a:pt x="2701985" y="589731"/>
                </a:lnTo>
                <a:lnTo>
                  <a:pt x="2717749" y="565166"/>
                </a:lnTo>
                <a:lnTo>
                  <a:pt x="2733504" y="540591"/>
                </a:lnTo>
                <a:lnTo>
                  <a:pt x="2749258" y="516017"/>
                </a:lnTo>
                <a:lnTo>
                  <a:pt x="2765012" y="491442"/>
                </a:lnTo>
                <a:lnTo>
                  <a:pt x="2780767" y="466868"/>
                </a:lnTo>
                <a:lnTo>
                  <a:pt x="2796530" y="442303"/>
                </a:lnTo>
                <a:lnTo>
                  <a:pt x="2812285" y="417728"/>
                </a:lnTo>
                <a:lnTo>
                  <a:pt x="2828039" y="393154"/>
                </a:lnTo>
                <a:lnTo>
                  <a:pt x="2843794" y="368579"/>
                </a:lnTo>
                <a:lnTo>
                  <a:pt x="2859548" y="344005"/>
                </a:lnTo>
                <a:lnTo>
                  <a:pt x="2875312" y="319440"/>
                </a:lnTo>
                <a:lnTo>
                  <a:pt x="2891066" y="294865"/>
                </a:lnTo>
                <a:lnTo>
                  <a:pt x="2906820" y="270291"/>
                </a:lnTo>
                <a:lnTo>
                  <a:pt x="2922575" y="245716"/>
                </a:lnTo>
                <a:lnTo>
                  <a:pt x="2938339" y="221142"/>
                </a:lnTo>
                <a:lnTo>
                  <a:pt x="2954093" y="196577"/>
                </a:lnTo>
                <a:lnTo>
                  <a:pt x="2969847" y="172002"/>
                </a:lnTo>
                <a:lnTo>
                  <a:pt x="2985602" y="147428"/>
                </a:lnTo>
                <a:lnTo>
                  <a:pt x="3001356" y="122853"/>
                </a:lnTo>
                <a:lnTo>
                  <a:pt x="3017120" y="98279"/>
                </a:lnTo>
                <a:lnTo>
                  <a:pt x="3032874" y="73714"/>
                </a:lnTo>
                <a:lnTo>
                  <a:pt x="3048629" y="49139"/>
                </a:lnTo>
                <a:lnTo>
                  <a:pt x="3064383" y="24565"/>
                </a:lnTo>
                <a:lnTo>
                  <a:pt x="3080137" y="10"/>
                </a:lnTo>
                <a:lnTo>
                  <a:pt x="3055715" y="13621"/>
                </a:lnTo>
                <a:lnTo>
                  <a:pt x="3027178" y="19698"/>
                </a:lnTo>
                <a:lnTo>
                  <a:pt x="2998327" y="24127"/>
                </a:lnTo>
                <a:lnTo>
                  <a:pt x="2969352" y="27727"/>
                </a:lnTo>
                <a:lnTo>
                  <a:pt x="2940329" y="30794"/>
                </a:lnTo>
                <a:lnTo>
                  <a:pt x="2911259" y="33480"/>
                </a:lnTo>
                <a:lnTo>
                  <a:pt x="2882170" y="35890"/>
                </a:lnTo>
                <a:lnTo>
                  <a:pt x="2853061" y="38071"/>
                </a:lnTo>
                <a:lnTo>
                  <a:pt x="2823943" y="40062"/>
                </a:lnTo>
                <a:lnTo>
                  <a:pt x="2794806" y="41920"/>
                </a:lnTo>
                <a:lnTo>
                  <a:pt x="2765669" y="43615"/>
                </a:lnTo>
                <a:lnTo>
                  <a:pt x="2736523" y="45206"/>
                </a:lnTo>
                <a:lnTo>
                  <a:pt x="2707367" y="46701"/>
                </a:lnTo>
                <a:lnTo>
                  <a:pt x="2678211" y="48101"/>
                </a:lnTo>
                <a:lnTo>
                  <a:pt x="2649055" y="49416"/>
                </a:lnTo>
                <a:lnTo>
                  <a:pt x="2619889" y="50654"/>
                </a:lnTo>
                <a:lnTo>
                  <a:pt x="2590724" y="51826"/>
                </a:lnTo>
                <a:lnTo>
                  <a:pt x="2561549" y="52930"/>
                </a:lnTo>
                <a:lnTo>
                  <a:pt x="2532383" y="53978"/>
                </a:lnTo>
                <a:lnTo>
                  <a:pt x="2503208" y="54969"/>
                </a:lnTo>
                <a:lnTo>
                  <a:pt x="2474033" y="55912"/>
                </a:lnTo>
                <a:lnTo>
                  <a:pt x="2444858" y="56807"/>
                </a:lnTo>
                <a:lnTo>
                  <a:pt x="2415673" y="57664"/>
                </a:lnTo>
                <a:lnTo>
                  <a:pt x="2386498" y="58464"/>
                </a:lnTo>
                <a:lnTo>
                  <a:pt x="2357314" y="59236"/>
                </a:lnTo>
                <a:lnTo>
                  <a:pt x="2328139" y="59960"/>
                </a:lnTo>
                <a:lnTo>
                  <a:pt x="2298954" y="60655"/>
                </a:lnTo>
                <a:lnTo>
                  <a:pt x="2269769" y="61303"/>
                </a:lnTo>
                <a:lnTo>
                  <a:pt x="2240585" y="61932"/>
                </a:lnTo>
                <a:lnTo>
                  <a:pt x="2211400" y="62513"/>
                </a:lnTo>
                <a:lnTo>
                  <a:pt x="2182216" y="63065"/>
                </a:lnTo>
                <a:lnTo>
                  <a:pt x="2153031" y="63589"/>
                </a:lnTo>
                <a:lnTo>
                  <a:pt x="2123846" y="64084"/>
                </a:lnTo>
                <a:lnTo>
                  <a:pt x="2094662" y="64551"/>
                </a:lnTo>
                <a:lnTo>
                  <a:pt x="2065477" y="64989"/>
                </a:lnTo>
                <a:lnTo>
                  <a:pt x="2036283" y="65408"/>
                </a:lnTo>
                <a:lnTo>
                  <a:pt x="2007098" y="65770"/>
                </a:lnTo>
                <a:lnTo>
                  <a:pt x="1977904" y="66142"/>
                </a:lnTo>
                <a:lnTo>
                  <a:pt x="1948720" y="66465"/>
                </a:lnTo>
                <a:lnTo>
                  <a:pt x="1919535" y="66780"/>
                </a:lnTo>
                <a:lnTo>
                  <a:pt x="1890341" y="67066"/>
                </a:lnTo>
                <a:lnTo>
                  <a:pt x="1861156" y="67313"/>
                </a:lnTo>
                <a:lnTo>
                  <a:pt x="1831962" y="67570"/>
                </a:lnTo>
                <a:lnTo>
                  <a:pt x="1802778" y="67770"/>
                </a:lnTo>
                <a:lnTo>
                  <a:pt x="1773584" y="67961"/>
                </a:lnTo>
                <a:lnTo>
                  <a:pt x="1744399" y="68132"/>
                </a:lnTo>
                <a:lnTo>
                  <a:pt x="1715205" y="68266"/>
                </a:lnTo>
                <a:lnTo>
                  <a:pt x="1686011" y="68399"/>
                </a:lnTo>
                <a:lnTo>
                  <a:pt x="1656826" y="68485"/>
                </a:lnTo>
                <a:lnTo>
                  <a:pt x="1627632" y="68570"/>
                </a:lnTo>
                <a:lnTo>
                  <a:pt x="1598447" y="68628"/>
                </a:lnTo>
                <a:lnTo>
                  <a:pt x="1569253" y="68656"/>
                </a:lnTo>
                <a:lnTo>
                  <a:pt x="1540069" y="68675"/>
                </a:lnTo>
                <a:lnTo>
                  <a:pt x="1510875" y="68656"/>
                </a:lnTo>
                <a:lnTo>
                  <a:pt x="1481680" y="68628"/>
                </a:lnTo>
                <a:lnTo>
                  <a:pt x="1452496" y="68570"/>
                </a:lnTo>
                <a:lnTo>
                  <a:pt x="1423302" y="68485"/>
                </a:lnTo>
                <a:lnTo>
                  <a:pt x="1394108" y="68399"/>
                </a:lnTo>
                <a:lnTo>
                  <a:pt x="1364923" y="68266"/>
                </a:lnTo>
                <a:lnTo>
                  <a:pt x="1335729" y="68132"/>
                </a:lnTo>
                <a:lnTo>
                  <a:pt x="1306544" y="67961"/>
                </a:lnTo>
                <a:lnTo>
                  <a:pt x="1277350" y="67770"/>
                </a:lnTo>
                <a:lnTo>
                  <a:pt x="1248166" y="67570"/>
                </a:lnTo>
                <a:lnTo>
                  <a:pt x="1218971" y="67313"/>
                </a:lnTo>
                <a:lnTo>
                  <a:pt x="1189787" y="67066"/>
                </a:lnTo>
                <a:lnTo>
                  <a:pt x="1160593" y="66780"/>
                </a:lnTo>
                <a:lnTo>
                  <a:pt x="1131408" y="66465"/>
                </a:lnTo>
                <a:lnTo>
                  <a:pt x="1102214" y="66142"/>
                </a:lnTo>
                <a:lnTo>
                  <a:pt x="1073029" y="65770"/>
                </a:lnTo>
                <a:lnTo>
                  <a:pt x="1043845" y="65408"/>
                </a:lnTo>
                <a:lnTo>
                  <a:pt x="1014651" y="64989"/>
                </a:lnTo>
                <a:lnTo>
                  <a:pt x="985466" y="64551"/>
                </a:lnTo>
                <a:lnTo>
                  <a:pt x="956281" y="64084"/>
                </a:lnTo>
                <a:lnTo>
                  <a:pt x="927097" y="63589"/>
                </a:lnTo>
                <a:lnTo>
                  <a:pt x="897912" y="63065"/>
                </a:lnTo>
                <a:lnTo>
                  <a:pt x="868728" y="62513"/>
                </a:lnTo>
                <a:lnTo>
                  <a:pt x="839543" y="61932"/>
                </a:lnTo>
                <a:lnTo>
                  <a:pt x="810358" y="61303"/>
                </a:lnTo>
                <a:lnTo>
                  <a:pt x="781174" y="60655"/>
                </a:lnTo>
                <a:lnTo>
                  <a:pt x="751989" y="59960"/>
                </a:lnTo>
                <a:lnTo>
                  <a:pt x="722805" y="59236"/>
                </a:lnTo>
                <a:lnTo>
                  <a:pt x="693630" y="58464"/>
                </a:lnTo>
                <a:lnTo>
                  <a:pt x="664454" y="57664"/>
                </a:lnTo>
                <a:lnTo>
                  <a:pt x="635270" y="56807"/>
                </a:lnTo>
                <a:lnTo>
                  <a:pt x="606095" y="55912"/>
                </a:lnTo>
                <a:lnTo>
                  <a:pt x="576920" y="54969"/>
                </a:lnTo>
                <a:lnTo>
                  <a:pt x="547745" y="53978"/>
                </a:lnTo>
                <a:lnTo>
                  <a:pt x="518579" y="52930"/>
                </a:lnTo>
                <a:lnTo>
                  <a:pt x="489404" y="51826"/>
                </a:lnTo>
                <a:lnTo>
                  <a:pt x="460238" y="50654"/>
                </a:lnTo>
                <a:lnTo>
                  <a:pt x="431073" y="49416"/>
                </a:lnTo>
                <a:lnTo>
                  <a:pt x="401917" y="48101"/>
                </a:lnTo>
                <a:lnTo>
                  <a:pt x="372761" y="46701"/>
                </a:lnTo>
                <a:lnTo>
                  <a:pt x="343605" y="45206"/>
                </a:lnTo>
                <a:lnTo>
                  <a:pt x="314458" y="43615"/>
                </a:lnTo>
                <a:lnTo>
                  <a:pt x="285321" y="41910"/>
                </a:lnTo>
                <a:lnTo>
                  <a:pt x="256184" y="40062"/>
                </a:lnTo>
                <a:lnTo>
                  <a:pt x="227066" y="38071"/>
                </a:lnTo>
                <a:lnTo>
                  <a:pt x="197958" y="35890"/>
                </a:lnTo>
                <a:lnTo>
                  <a:pt x="168869" y="33480"/>
                </a:lnTo>
                <a:lnTo>
                  <a:pt x="139798" y="30794"/>
                </a:lnTo>
                <a:lnTo>
                  <a:pt x="110766" y="27727"/>
                </a:lnTo>
                <a:lnTo>
                  <a:pt x="81801" y="24127"/>
                </a:lnTo>
                <a:lnTo>
                  <a:pt x="52949" y="19698"/>
                </a:lnTo>
                <a:lnTo>
                  <a:pt x="24413" y="136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C84215F1-B1F4-4BCE-8DC4-8C4F6048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9431" y="2651827"/>
            <a:ext cx="3080137" cy="2164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18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723CCEF5-3382-4D5A-AFF1-6369E75E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6272" y="3661858"/>
            <a:ext cx="2122265" cy="812397"/>
          </a:xfrm>
          <a:custGeom xmlns:a="http://schemas.openxmlformats.org/drawingml/2006/main">
            <a:pathLst>
              <a:path w="2122265" h="812397">
                <a:moveTo>
                  <a:pt x="0" y="0"/>
                </a:moveTo>
                <a:lnTo>
                  <a:pt x="9582" y="19536"/>
                </a:lnTo>
                <a:lnTo>
                  <a:pt x="19174" y="39072"/>
                </a:lnTo>
                <a:lnTo>
                  <a:pt x="28756" y="58607"/>
                </a:lnTo>
                <a:lnTo>
                  <a:pt x="38348" y="78143"/>
                </a:lnTo>
                <a:lnTo>
                  <a:pt x="47930" y="97669"/>
                </a:lnTo>
                <a:lnTo>
                  <a:pt x="57512" y="117205"/>
                </a:lnTo>
                <a:lnTo>
                  <a:pt x="67104" y="136741"/>
                </a:lnTo>
                <a:lnTo>
                  <a:pt x="76686" y="156277"/>
                </a:lnTo>
                <a:lnTo>
                  <a:pt x="86277" y="175812"/>
                </a:lnTo>
                <a:lnTo>
                  <a:pt x="95860" y="195348"/>
                </a:lnTo>
                <a:lnTo>
                  <a:pt x="105442" y="214884"/>
                </a:lnTo>
                <a:lnTo>
                  <a:pt x="115033" y="234420"/>
                </a:lnTo>
                <a:lnTo>
                  <a:pt x="124616" y="253956"/>
                </a:lnTo>
                <a:lnTo>
                  <a:pt x="134207" y="273491"/>
                </a:lnTo>
                <a:lnTo>
                  <a:pt x="143789" y="293018"/>
                </a:lnTo>
                <a:lnTo>
                  <a:pt x="153372" y="312553"/>
                </a:lnTo>
                <a:lnTo>
                  <a:pt x="162963" y="332089"/>
                </a:lnTo>
                <a:lnTo>
                  <a:pt x="172545" y="351625"/>
                </a:lnTo>
                <a:lnTo>
                  <a:pt x="182137" y="371161"/>
                </a:lnTo>
                <a:lnTo>
                  <a:pt x="191719" y="390696"/>
                </a:lnTo>
                <a:lnTo>
                  <a:pt x="201301" y="410232"/>
                </a:lnTo>
                <a:lnTo>
                  <a:pt x="210893" y="429768"/>
                </a:lnTo>
                <a:lnTo>
                  <a:pt x="220475" y="449304"/>
                </a:lnTo>
                <a:lnTo>
                  <a:pt x="230057" y="468840"/>
                </a:lnTo>
                <a:lnTo>
                  <a:pt x="239649" y="488366"/>
                </a:lnTo>
                <a:lnTo>
                  <a:pt x="249231" y="507902"/>
                </a:lnTo>
                <a:lnTo>
                  <a:pt x="258823" y="527437"/>
                </a:lnTo>
                <a:lnTo>
                  <a:pt x="268405" y="546973"/>
                </a:lnTo>
                <a:lnTo>
                  <a:pt x="277987" y="566509"/>
                </a:lnTo>
                <a:lnTo>
                  <a:pt x="287579" y="586045"/>
                </a:lnTo>
                <a:lnTo>
                  <a:pt x="297161" y="605580"/>
                </a:lnTo>
                <a:lnTo>
                  <a:pt x="306753" y="625116"/>
                </a:lnTo>
                <a:lnTo>
                  <a:pt x="316335" y="644652"/>
                </a:lnTo>
                <a:lnTo>
                  <a:pt x="325917" y="664188"/>
                </a:lnTo>
                <a:lnTo>
                  <a:pt x="335509" y="683714"/>
                </a:lnTo>
                <a:lnTo>
                  <a:pt x="345091" y="703250"/>
                </a:lnTo>
                <a:lnTo>
                  <a:pt x="354682" y="722786"/>
                </a:lnTo>
                <a:lnTo>
                  <a:pt x="364265" y="742321"/>
                </a:lnTo>
                <a:lnTo>
                  <a:pt x="377638" y="758266"/>
                </a:lnTo>
                <a:lnTo>
                  <a:pt x="397745" y="766515"/>
                </a:lnTo>
                <a:lnTo>
                  <a:pt x="418709" y="772316"/>
                </a:lnTo>
                <a:lnTo>
                  <a:pt x="439979" y="776916"/>
                </a:lnTo>
                <a:lnTo>
                  <a:pt x="461401" y="780755"/>
                </a:lnTo>
                <a:lnTo>
                  <a:pt x="482898" y="784060"/>
                </a:lnTo>
                <a:lnTo>
                  <a:pt x="504473" y="786965"/>
                </a:lnTo>
                <a:lnTo>
                  <a:pt x="526075" y="789556"/>
                </a:lnTo>
                <a:lnTo>
                  <a:pt x="547707" y="791889"/>
                </a:lnTo>
                <a:lnTo>
                  <a:pt x="569366" y="793994"/>
                </a:lnTo>
                <a:lnTo>
                  <a:pt x="591045" y="795909"/>
                </a:lnTo>
                <a:lnTo>
                  <a:pt x="612734" y="797662"/>
                </a:lnTo>
                <a:lnTo>
                  <a:pt x="634432" y="799271"/>
                </a:lnTo>
                <a:lnTo>
                  <a:pt x="656139" y="800748"/>
                </a:lnTo>
                <a:lnTo>
                  <a:pt x="677856" y="802100"/>
                </a:lnTo>
                <a:lnTo>
                  <a:pt x="699583" y="803348"/>
                </a:lnTo>
                <a:lnTo>
                  <a:pt x="721309" y="804491"/>
                </a:lnTo>
                <a:lnTo>
                  <a:pt x="743045" y="805539"/>
                </a:lnTo>
                <a:lnTo>
                  <a:pt x="764781" y="806491"/>
                </a:lnTo>
                <a:lnTo>
                  <a:pt x="786527" y="807368"/>
                </a:lnTo>
                <a:lnTo>
                  <a:pt x="808272" y="808168"/>
                </a:lnTo>
                <a:lnTo>
                  <a:pt x="830018" y="808882"/>
                </a:lnTo>
                <a:lnTo>
                  <a:pt x="851773" y="809530"/>
                </a:lnTo>
                <a:lnTo>
                  <a:pt x="873528" y="810101"/>
                </a:lnTo>
                <a:lnTo>
                  <a:pt x="895283" y="810606"/>
                </a:lnTo>
                <a:lnTo>
                  <a:pt x="917038" y="811054"/>
                </a:lnTo>
                <a:lnTo>
                  <a:pt x="938794" y="811425"/>
                </a:lnTo>
                <a:lnTo>
                  <a:pt x="960549" y="811740"/>
                </a:lnTo>
                <a:lnTo>
                  <a:pt x="982304" y="811997"/>
                </a:lnTo>
                <a:lnTo>
                  <a:pt x="1004068" y="812187"/>
                </a:lnTo>
                <a:lnTo>
                  <a:pt x="1025823" y="812321"/>
                </a:lnTo>
                <a:lnTo>
                  <a:pt x="1047588" y="812387"/>
                </a:lnTo>
                <a:lnTo>
                  <a:pt x="1069343" y="812397"/>
                </a:lnTo>
                <a:lnTo>
                  <a:pt x="1091108" y="812359"/>
                </a:lnTo>
                <a:lnTo>
                  <a:pt x="1112863" y="812254"/>
                </a:lnTo>
                <a:lnTo>
                  <a:pt x="1134628" y="812082"/>
                </a:lnTo>
                <a:lnTo>
                  <a:pt x="1156383" y="811854"/>
                </a:lnTo>
                <a:lnTo>
                  <a:pt x="1178138" y="811568"/>
                </a:lnTo>
                <a:lnTo>
                  <a:pt x="1199902" y="811216"/>
                </a:lnTo>
                <a:lnTo>
                  <a:pt x="1221657" y="810806"/>
                </a:lnTo>
                <a:lnTo>
                  <a:pt x="1243413" y="810330"/>
                </a:lnTo>
                <a:lnTo>
                  <a:pt x="1265168" y="809787"/>
                </a:lnTo>
                <a:lnTo>
                  <a:pt x="1286913" y="809168"/>
                </a:lnTo>
                <a:lnTo>
                  <a:pt x="1308668" y="808482"/>
                </a:lnTo>
                <a:lnTo>
                  <a:pt x="1330414" y="807720"/>
                </a:lnTo>
                <a:lnTo>
                  <a:pt x="1352150" y="806891"/>
                </a:lnTo>
                <a:lnTo>
                  <a:pt x="1373896" y="805967"/>
                </a:lnTo>
                <a:lnTo>
                  <a:pt x="1395632" y="804958"/>
                </a:lnTo>
                <a:lnTo>
                  <a:pt x="1417368" y="803853"/>
                </a:lnTo>
                <a:lnTo>
                  <a:pt x="1439094" y="802662"/>
                </a:lnTo>
                <a:lnTo>
                  <a:pt x="1460811" y="801357"/>
                </a:lnTo>
                <a:lnTo>
                  <a:pt x="1482528" y="799929"/>
                </a:lnTo>
                <a:lnTo>
                  <a:pt x="1504226" y="798385"/>
                </a:lnTo>
                <a:lnTo>
                  <a:pt x="1525924" y="796700"/>
                </a:lnTo>
                <a:lnTo>
                  <a:pt x="1547603" y="794852"/>
                </a:lnTo>
                <a:lnTo>
                  <a:pt x="1569272" y="792832"/>
                </a:lnTo>
                <a:lnTo>
                  <a:pt x="1590913" y="790604"/>
                </a:lnTo>
                <a:lnTo>
                  <a:pt x="1612535" y="788137"/>
                </a:lnTo>
                <a:lnTo>
                  <a:pt x="1634119" y="785374"/>
                </a:lnTo>
                <a:lnTo>
                  <a:pt x="1655655" y="782260"/>
                </a:lnTo>
                <a:lnTo>
                  <a:pt x="1677114" y="778669"/>
                </a:lnTo>
                <a:lnTo>
                  <a:pt x="1698460" y="774449"/>
                </a:lnTo>
                <a:lnTo>
                  <a:pt x="1719586" y="769258"/>
                </a:lnTo>
                <a:lnTo>
                  <a:pt x="1740208" y="762343"/>
                </a:lnTo>
                <a:lnTo>
                  <a:pt x="1758525" y="750932"/>
                </a:lnTo>
                <a:lnTo>
                  <a:pt x="1767583" y="731339"/>
                </a:lnTo>
                <a:lnTo>
                  <a:pt x="1777165" y="711803"/>
                </a:lnTo>
                <a:lnTo>
                  <a:pt x="1786757" y="692267"/>
                </a:lnTo>
                <a:lnTo>
                  <a:pt x="1796339" y="672741"/>
                </a:lnTo>
                <a:lnTo>
                  <a:pt x="1805930" y="653205"/>
                </a:lnTo>
                <a:lnTo>
                  <a:pt x="1815513" y="633670"/>
                </a:lnTo>
                <a:lnTo>
                  <a:pt x="1825095" y="614134"/>
                </a:lnTo>
                <a:lnTo>
                  <a:pt x="1834686" y="594598"/>
                </a:lnTo>
                <a:lnTo>
                  <a:pt x="1844269" y="575062"/>
                </a:lnTo>
                <a:lnTo>
                  <a:pt x="1853860" y="555527"/>
                </a:lnTo>
                <a:lnTo>
                  <a:pt x="1863442" y="535991"/>
                </a:lnTo>
                <a:lnTo>
                  <a:pt x="1873025" y="516455"/>
                </a:lnTo>
                <a:lnTo>
                  <a:pt x="1882616" y="496919"/>
                </a:lnTo>
                <a:lnTo>
                  <a:pt x="1892198" y="477393"/>
                </a:lnTo>
                <a:lnTo>
                  <a:pt x="1901790" y="457857"/>
                </a:lnTo>
                <a:lnTo>
                  <a:pt x="1911372" y="438321"/>
                </a:lnTo>
                <a:lnTo>
                  <a:pt x="1920954" y="418786"/>
                </a:lnTo>
                <a:lnTo>
                  <a:pt x="1930546" y="399250"/>
                </a:lnTo>
                <a:lnTo>
                  <a:pt x="1940128" y="379714"/>
                </a:lnTo>
                <a:lnTo>
                  <a:pt x="1949720" y="360178"/>
                </a:lnTo>
                <a:lnTo>
                  <a:pt x="1959302" y="340643"/>
                </a:lnTo>
                <a:lnTo>
                  <a:pt x="1968884" y="321107"/>
                </a:lnTo>
                <a:lnTo>
                  <a:pt x="1978476" y="301571"/>
                </a:lnTo>
                <a:lnTo>
                  <a:pt x="1988058" y="282045"/>
                </a:lnTo>
                <a:lnTo>
                  <a:pt x="1997650" y="262509"/>
                </a:lnTo>
                <a:lnTo>
                  <a:pt x="2007232" y="242973"/>
                </a:lnTo>
                <a:lnTo>
                  <a:pt x="2016814" y="223437"/>
                </a:lnTo>
                <a:lnTo>
                  <a:pt x="2026406" y="203902"/>
                </a:lnTo>
                <a:lnTo>
                  <a:pt x="2035988" y="184366"/>
                </a:lnTo>
                <a:lnTo>
                  <a:pt x="2045579" y="164830"/>
                </a:lnTo>
                <a:lnTo>
                  <a:pt x="2055162" y="145294"/>
                </a:lnTo>
                <a:lnTo>
                  <a:pt x="2064744" y="125759"/>
                </a:lnTo>
                <a:lnTo>
                  <a:pt x="2074335" y="106232"/>
                </a:lnTo>
                <a:lnTo>
                  <a:pt x="2083918" y="86697"/>
                </a:lnTo>
                <a:lnTo>
                  <a:pt x="2093509" y="67161"/>
                </a:lnTo>
                <a:lnTo>
                  <a:pt x="2103091" y="47625"/>
                </a:lnTo>
                <a:lnTo>
                  <a:pt x="2112674" y="28089"/>
                </a:lnTo>
                <a:lnTo>
                  <a:pt x="2122265" y="8553"/>
                </a:lnTo>
                <a:lnTo>
                  <a:pt x="2119093" y="9115"/>
                </a:lnTo>
                <a:lnTo>
                  <a:pt x="2098948" y="17212"/>
                </a:lnTo>
                <a:lnTo>
                  <a:pt x="2077850" y="22508"/>
                </a:lnTo>
                <a:lnTo>
                  <a:pt x="2056486" y="26622"/>
                </a:lnTo>
                <a:lnTo>
                  <a:pt x="2034997" y="30061"/>
                </a:lnTo>
                <a:lnTo>
                  <a:pt x="2013442" y="33033"/>
                </a:lnTo>
                <a:lnTo>
                  <a:pt x="1991839" y="35662"/>
                </a:lnTo>
                <a:lnTo>
                  <a:pt x="1970208" y="38024"/>
                </a:lnTo>
                <a:lnTo>
                  <a:pt x="1948558" y="40167"/>
                </a:lnTo>
                <a:lnTo>
                  <a:pt x="1926888" y="42139"/>
                </a:lnTo>
                <a:lnTo>
                  <a:pt x="1905200" y="43958"/>
                </a:lnTo>
                <a:lnTo>
                  <a:pt x="1883512" y="45653"/>
                </a:lnTo>
                <a:lnTo>
                  <a:pt x="1861804" y="47215"/>
                </a:lnTo>
                <a:lnTo>
                  <a:pt x="1840097" y="48682"/>
                </a:lnTo>
                <a:lnTo>
                  <a:pt x="1818380" y="50063"/>
                </a:lnTo>
                <a:lnTo>
                  <a:pt x="1796663" y="51368"/>
                </a:lnTo>
                <a:lnTo>
                  <a:pt x="1774936" y="52588"/>
                </a:lnTo>
                <a:lnTo>
                  <a:pt x="1753200" y="53731"/>
                </a:lnTo>
                <a:lnTo>
                  <a:pt x="1731474" y="54816"/>
                </a:lnTo>
                <a:lnTo>
                  <a:pt x="1709738" y="55836"/>
                </a:lnTo>
                <a:lnTo>
                  <a:pt x="1687992" y="56807"/>
                </a:lnTo>
                <a:lnTo>
                  <a:pt x="1666256" y="57721"/>
                </a:lnTo>
                <a:lnTo>
                  <a:pt x="1644510" y="58588"/>
                </a:lnTo>
                <a:lnTo>
                  <a:pt x="1622765" y="59407"/>
                </a:lnTo>
                <a:lnTo>
                  <a:pt x="1601019" y="60179"/>
                </a:lnTo>
                <a:lnTo>
                  <a:pt x="1579274" y="60912"/>
                </a:lnTo>
                <a:lnTo>
                  <a:pt x="1557528" y="61598"/>
                </a:lnTo>
                <a:lnTo>
                  <a:pt x="1535773" y="62246"/>
                </a:lnTo>
                <a:lnTo>
                  <a:pt x="1514027" y="62865"/>
                </a:lnTo>
                <a:lnTo>
                  <a:pt x="1492272" y="63446"/>
                </a:lnTo>
                <a:lnTo>
                  <a:pt x="1470517" y="63989"/>
                </a:lnTo>
                <a:lnTo>
                  <a:pt x="1448762" y="64494"/>
                </a:lnTo>
                <a:lnTo>
                  <a:pt x="1427007" y="64970"/>
                </a:lnTo>
                <a:lnTo>
                  <a:pt x="1405252" y="65418"/>
                </a:lnTo>
                <a:lnTo>
                  <a:pt x="1383497" y="65827"/>
                </a:lnTo>
                <a:lnTo>
                  <a:pt x="1361742" y="66208"/>
                </a:lnTo>
                <a:lnTo>
                  <a:pt x="1339987" y="66561"/>
                </a:lnTo>
                <a:lnTo>
                  <a:pt x="1318222" y="66885"/>
                </a:lnTo>
                <a:lnTo>
                  <a:pt x="1296467" y="67180"/>
                </a:lnTo>
                <a:lnTo>
                  <a:pt x="1274712" y="67456"/>
                </a:lnTo>
                <a:lnTo>
                  <a:pt x="1252947" y="67694"/>
                </a:lnTo>
                <a:lnTo>
                  <a:pt x="1231192" y="67904"/>
                </a:lnTo>
                <a:lnTo>
                  <a:pt x="1209427" y="68094"/>
                </a:lnTo>
                <a:lnTo>
                  <a:pt x="1187672" y="68256"/>
                </a:lnTo>
                <a:lnTo>
                  <a:pt x="1165917" y="68390"/>
                </a:lnTo>
                <a:lnTo>
                  <a:pt x="1144153" y="68494"/>
                </a:lnTo>
                <a:lnTo>
                  <a:pt x="1122397" y="68580"/>
                </a:lnTo>
                <a:lnTo>
                  <a:pt x="1100633" y="68637"/>
                </a:lnTo>
                <a:lnTo>
                  <a:pt x="1078878" y="68666"/>
                </a:lnTo>
                <a:lnTo>
                  <a:pt x="1057113" y="68675"/>
                </a:lnTo>
                <a:lnTo>
                  <a:pt x="1035348" y="68656"/>
                </a:lnTo>
                <a:lnTo>
                  <a:pt x="1013593" y="68609"/>
                </a:lnTo>
                <a:lnTo>
                  <a:pt x="991838" y="68542"/>
                </a:lnTo>
                <a:lnTo>
                  <a:pt x="970074" y="68437"/>
                </a:lnTo>
                <a:lnTo>
                  <a:pt x="948319" y="68313"/>
                </a:lnTo>
                <a:lnTo>
                  <a:pt x="926554" y="68170"/>
                </a:lnTo>
                <a:lnTo>
                  <a:pt x="904799" y="67989"/>
                </a:lnTo>
                <a:lnTo>
                  <a:pt x="883034" y="67789"/>
                </a:lnTo>
                <a:lnTo>
                  <a:pt x="861279" y="67561"/>
                </a:lnTo>
                <a:lnTo>
                  <a:pt x="839514" y="67313"/>
                </a:lnTo>
                <a:lnTo>
                  <a:pt x="817759" y="67027"/>
                </a:lnTo>
                <a:lnTo>
                  <a:pt x="796004" y="66713"/>
                </a:lnTo>
                <a:lnTo>
                  <a:pt x="774249" y="66370"/>
                </a:lnTo>
                <a:lnTo>
                  <a:pt x="752485" y="65999"/>
                </a:lnTo>
                <a:lnTo>
                  <a:pt x="730729" y="65599"/>
                </a:lnTo>
                <a:lnTo>
                  <a:pt x="708974" y="65170"/>
                </a:lnTo>
                <a:lnTo>
                  <a:pt x="687219" y="64703"/>
                </a:lnTo>
                <a:lnTo>
                  <a:pt x="665464" y="64208"/>
                </a:lnTo>
                <a:lnTo>
                  <a:pt x="643709" y="63684"/>
                </a:lnTo>
                <a:lnTo>
                  <a:pt x="621963" y="63122"/>
                </a:lnTo>
                <a:lnTo>
                  <a:pt x="600208" y="62522"/>
                </a:lnTo>
                <a:lnTo>
                  <a:pt x="578463" y="61893"/>
                </a:lnTo>
                <a:lnTo>
                  <a:pt x="556708" y="61217"/>
                </a:lnTo>
                <a:lnTo>
                  <a:pt x="534962" y="60503"/>
                </a:lnTo>
                <a:lnTo>
                  <a:pt x="513217" y="59750"/>
                </a:lnTo>
                <a:lnTo>
                  <a:pt x="491471" y="58950"/>
                </a:lnTo>
                <a:lnTo>
                  <a:pt x="469725" y="58112"/>
                </a:lnTo>
                <a:lnTo>
                  <a:pt x="447980" y="57217"/>
                </a:lnTo>
                <a:lnTo>
                  <a:pt x="426244" y="56274"/>
                </a:lnTo>
                <a:lnTo>
                  <a:pt x="404508" y="55274"/>
                </a:lnTo>
                <a:lnTo>
                  <a:pt x="382772" y="54216"/>
                </a:lnTo>
                <a:lnTo>
                  <a:pt x="361045" y="53092"/>
                </a:lnTo>
                <a:lnTo>
                  <a:pt x="339309" y="51902"/>
                </a:lnTo>
                <a:lnTo>
                  <a:pt x="317592" y="50644"/>
                </a:lnTo>
                <a:lnTo>
                  <a:pt x="295875" y="49311"/>
                </a:lnTo>
                <a:lnTo>
                  <a:pt x="274158" y="47873"/>
                </a:lnTo>
                <a:lnTo>
                  <a:pt x="252451" y="46349"/>
                </a:lnTo>
                <a:lnTo>
                  <a:pt x="230753" y="44710"/>
                </a:lnTo>
                <a:lnTo>
                  <a:pt x="209064" y="42958"/>
                </a:lnTo>
                <a:lnTo>
                  <a:pt x="187385" y="41053"/>
                </a:lnTo>
                <a:lnTo>
                  <a:pt x="165725" y="38986"/>
                </a:lnTo>
                <a:lnTo>
                  <a:pt x="144085" y="36719"/>
                </a:lnTo>
                <a:lnTo>
                  <a:pt x="122472" y="34214"/>
                </a:lnTo>
                <a:lnTo>
                  <a:pt x="100889" y="31404"/>
                </a:lnTo>
                <a:lnTo>
                  <a:pt x="79372" y="28194"/>
                </a:lnTo>
                <a:lnTo>
                  <a:pt x="57941" y="24413"/>
                </a:lnTo>
                <a:lnTo>
                  <a:pt x="36700" y="19736"/>
                </a:lnTo>
                <a:lnTo>
                  <a:pt x="15935" y="13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F95235A0-7121-4C35-AEAE-15BB9195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6243" y="3553663"/>
            <a:ext cx="2126513" cy="2164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0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D7CB1A72-4AA0-43FA-A869-9F84CB06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1222" y="4563751"/>
            <a:ext cx="1393717" cy="812321"/>
          </a:xfrm>
          <a:custGeom xmlns:a="http://schemas.openxmlformats.org/drawingml/2006/main">
            <a:pathLst>
              <a:path w="1393717" h="812321">
                <a:moveTo>
                  <a:pt x="0" y="0"/>
                </a:moveTo>
                <a:lnTo>
                  <a:pt x="6772" y="15164"/>
                </a:lnTo>
                <a:lnTo>
                  <a:pt x="13535" y="30318"/>
                </a:lnTo>
                <a:lnTo>
                  <a:pt x="20307" y="45482"/>
                </a:lnTo>
                <a:lnTo>
                  <a:pt x="27070" y="60636"/>
                </a:lnTo>
                <a:lnTo>
                  <a:pt x="33842" y="75800"/>
                </a:lnTo>
                <a:lnTo>
                  <a:pt x="40605" y="90954"/>
                </a:lnTo>
                <a:lnTo>
                  <a:pt x="47377" y="106118"/>
                </a:lnTo>
                <a:lnTo>
                  <a:pt x="54140" y="121282"/>
                </a:lnTo>
                <a:lnTo>
                  <a:pt x="60912" y="136436"/>
                </a:lnTo>
                <a:lnTo>
                  <a:pt x="67675" y="151600"/>
                </a:lnTo>
                <a:lnTo>
                  <a:pt x="74447" y="166754"/>
                </a:lnTo>
                <a:lnTo>
                  <a:pt x="81210" y="181918"/>
                </a:lnTo>
                <a:lnTo>
                  <a:pt x="87982" y="197072"/>
                </a:lnTo>
                <a:lnTo>
                  <a:pt x="94745" y="212236"/>
                </a:lnTo>
                <a:lnTo>
                  <a:pt x="101517" y="227400"/>
                </a:lnTo>
                <a:lnTo>
                  <a:pt x="108290" y="242554"/>
                </a:lnTo>
                <a:lnTo>
                  <a:pt x="115052" y="257718"/>
                </a:lnTo>
                <a:lnTo>
                  <a:pt x="121825" y="272872"/>
                </a:lnTo>
                <a:lnTo>
                  <a:pt x="128588" y="288036"/>
                </a:lnTo>
                <a:lnTo>
                  <a:pt x="135360" y="303190"/>
                </a:lnTo>
                <a:lnTo>
                  <a:pt x="142123" y="318354"/>
                </a:lnTo>
                <a:lnTo>
                  <a:pt x="148895" y="333518"/>
                </a:lnTo>
                <a:lnTo>
                  <a:pt x="155658" y="348672"/>
                </a:lnTo>
                <a:lnTo>
                  <a:pt x="162430" y="363836"/>
                </a:lnTo>
                <a:lnTo>
                  <a:pt x="169193" y="378990"/>
                </a:lnTo>
                <a:lnTo>
                  <a:pt x="175965" y="394154"/>
                </a:lnTo>
                <a:lnTo>
                  <a:pt x="182728" y="409308"/>
                </a:lnTo>
                <a:lnTo>
                  <a:pt x="189500" y="424472"/>
                </a:lnTo>
                <a:lnTo>
                  <a:pt x="196263" y="439636"/>
                </a:lnTo>
                <a:lnTo>
                  <a:pt x="203035" y="454790"/>
                </a:lnTo>
                <a:lnTo>
                  <a:pt x="209798" y="469954"/>
                </a:lnTo>
                <a:lnTo>
                  <a:pt x="216570" y="485108"/>
                </a:lnTo>
                <a:lnTo>
                  <a:pt x="223342" y="500272"/>
                </a:lnTo>
                <a:lnTo>
                  <a:pt x="230105" y="515426"/>
                </a:lnTo>
                <a:lnTo>
                  <a:pt x="236877" y="530590"/>
                </a:lnTo>
                <a:lnTo>
                  <a:pt x="243640" y="545754"/>
                </a:lnTo>
                <a:lnTo>
                  <a:pt x="250412" y="560908"/>
                </a:lnTo>
                <a:lnTo>
                  <a:pt x="257175" y="576072"/>
                </a:lnTo>
                <a:lnTo>
                  <a:pt x="263947" y="591226"/>
                </a:lnTo>
                <a:lnTo>
                  <a:pt x="270710" y="606390"/>
                </a:lnTo>
                <a:lnTo>
                  <a:pt x="277482" y="621544"/>
                </a:lnTo>
                <a:lnTo>
                  <a:pt x="284245" y="636708"/>
                </a:lnTo>
                <a:lnTo>
                  <a:pt x="291017" y="651872"/>
                </a:lnTo>
                <a:lnTo>
                  <a:pt x="297780" y="667026"/>
                </a:lnTo>
                <a:lnTo>
                  <a:pt x="304552" y="682190"/>
                </a:lnTo>
                <a:lnTo>
                  <a:pt x="311315" y="697344"/>
                </a:lnTo>
                <a:lnTo>
                  <a:pt x="318087" y="712508"/>
                </a:lnTo>
                <a:lnTo>
                  <a:pt x="324860" y="727662"/>
                </a:lnTo>
                <a:lnTo>
                  <a:pt x="331622" y="742826"/>
                </a:lnTo>
                <a:lnTo>
                  <a:pt x="338166" y="757676"/>
                </a:lnTo>
                <a:lnTo>
                  <a:pt x="351320" y="767705"/>
                </a:lnTo>
                <a:lnTo>
                  <a:pt x="366284" y="774868"/>
                </a:lnTo>
                <a:lnTo>
                  <a:pt x="381914" y="780459"/>
                </a:lnTo>
                <a:lnTo>
                  <a:pt x="397869" y="785051"/>
                </a:lnTo>
                <a:lnTo>
                  <a:pt x="414004" y="788927"/>
                </a:lnTo>
                <a:lnTo>
                  <a:pt x="430263" y="792270"/>
                </a:lnTo>
                <a:lnTo>
                  <a:pt x="446608" y="795176"/>
                </a:lnTo>
                <a:lnTo>
                  <a:pt x="463010" y="797738"/>
                </a:lnTo>
                <a:lnTo>
                  <a:pt x="479460" y="799995"/>
                </a:lnTo>
                <a:lnTo>
                  <a:pt x="495938" y="801995"/>
                </a:lnTo>
                <a:lnTo>
                  <a:pt x="512445" y="803767"/>
                </a:lnTo>
                <a:lnTo>
                  <a:pt x="528980" y="805329"/>
                </a:lnTo>
                <a:lnTo>
                  <a:pt x="545525" y="806710"/>
                </a:lnTo>
                <a:lnTo>
                  <a:pt x="562080" y="807910"/>
                </a:lnTo>
                <a:lnTo>
                  <a:pt x="578644" y="808958"/>
                </a:lnTo>
                <a:lnTo>
                  <a:pt x="595227" y="809844"/>
                </a:lnTo>
                <a:lnTo>
                  <a:pt x="611810" y="810587"/>
                </a:lnTo>
                <a:lnTo>
                  <a:pt x="628402" y="811197"/>
                </a:lnTo>
                <a:lnTo>
                  <a:pt x="644995" y="811673"/>
                </a:lnTo>
                <a:lnTo>
                  <a:pt x="661597" y="812016"/>
                </a:lnTo>
                <a:lnTo>
                  <a:pt x="678199" y="812225"/>
                </a:lnTo>
                <a:lnTo>
                  <a:pt x="694801" y="812321"/>
                </a:lnTo>
                <a:lnTo>
                  <a:pt x="711394" y="812282"/>
                </a:lnTo>
                <a:lnTo>
                  <a:pt x="727996" y="812121"/>
                </a:lnTo>
                <a:lnTo>
                  <a:pt x="744598" y="811825"/>
                </a:lnTo>
                <a:lnTo>
                  <a:pt x="761190" y="811416"/>
                </a:lnTo>
                <a:lnTo>
                  <a:pt x="777783" y="810863"/>
                </a:lnTo>
                <a:lnTo>
                  <a:pt x="794375" y="810177"/>
                </a:lnTo>
                <a:lnTo>
                  <a:pt x="810959" y="809349"/>
                </a:lnTo>
                <a:lnTo>
                  <a:pt x="827532" y="808368"/>
                </a:lnTo>
                <a:lnTo>
                  <a:pt x="844096" y="807234"/>
                </a:lnTo>
                <a:lnTo>
                  <a:pt x="860641" y="805929"/>
                </a:lnTo>
                <a:lnTo>
                  <a:pt x="877176" y="804443"/>
                </a:lnTo>
                <a:lnTo>
                  <a:pt x="893693" y="802767"/>
                </a:lnTo>
                <a:lnTo>
                  <a:pt x="910190" y="800862"/>
                </a:lnTo>
                <a:lnTo>
                  <a:pt x="926649" y="798719"/>
                </a:lnTo>
                <a:lnTo>
                  <a:pt x="943070" y="796290"/>
                </a:lnTo>
                <a:lnTo>
                  <a:pt x="959444" y="793537"/>
                </a:lnTo>
                <a:lnTo>
                  <a:pt x="975741" y="790385"/>
                </a:lnTo>
                <a:lnTo>
                  <a:pt x="991943" y="786746"/>
                </a:lnTo>
                <a:lnTo>
                  <a:pt x="1007983" y="782479"/>
                </a:lnTo>
                <a:lnTo>
                  <a:pt x="1023766" y="777354"/>
                </a:lnTo>
                <a:lnTo>
                  <a:pt x="1039082" y="770954"/>
                </a:lnTo>
                <a:lnTo>
                  <a:pt x="1053255" y="762362"/>
                </a:lnTo>
                <a:lnTo>
                  <a:pt x="1063504" y="749579"/>
                </a:lnTo>
                <a:lnTo>
                  <a:pt x="1068857" y="734016"/>
                </a:lnTo>
                <a:lnTo>
                  <a:pt x="1075630" y="718861"/>
                </a:lnTo>
                <a:lnTo>
                  <a:pt x="1082392" y="703697"/>
                </a:lnTo>
                <a:lnTo>
                  <a:pt x="1089165" y="688543"/>
                </a:lnTo>
                <a:lnTo>
                  <a:pt x="1095927" y="673379"/>
                </a:lnTo>
                <a:lnTo>
                  <a:pt x="1102700" y="658216"/>
                </a:lnTo>
                <a:lnTo>
                  <a:pt x="1109462" y="643061"/>
                </a:lnTo>
                <a:lnTo>
                  <a:pt x="1116235" y="627898"/>
                </a:lnTo>
                <a:lnTo>
                  <a:pt x="1122998" y="612743"/>
                </a:lnTo>
                <a:lnTo>
                  <a:pt x="1129770" y="597579"/>
                </a:lnTo>
                <a:lnTo>
                  <a:pt x="1136542" y="582425"/>
                </a:lnTo>
                <a:lnTo>
                  <a:pt x="1143305" y="567261"/>
                </a:lnTo>
                <a:lnTo>
                  <a:pt x="1150077" y="552107"/>
                </a:lnTo>
                <a:lnTo>
                  <a:pt x="1156840" y="536943"/>
                </a:lnTo>
                <a:lnTo>
                  <a:pt x="1163612" y="521780"/>
                </a:lnTo>
                <a:lnTo>
                  <a:pt x="1170375" y="506625"/>
                </a:lnTo>
                <a:lnTo>
                  <a:pt x="1177147" y="491461"/>
                </a:lnTo>
                <a:lnTo>
                  <a:pt x="1183910" y="476307"/>
                </a:lnTo>
                <a:lnTo>
                  <a:pt x="1190682" y="461143"/>
                </a:lnTo>
                <a:lnTo>
                  <a:pt x="1197445" y="445989"/>
                </a:lnTo>
                <a:lnTo>
                  <a:pt x="1204217" y="430825"/>
                </a:lnTo>
                <a:lnTo>
                  <a:pt x="1210980" y="415661"/>
                </a:lnTo>
                <a:lnTo>
                  <a:pt x="1217752" y="400507"/>
                </a:lnTo>
                <a:lnTo>
                  <a:pt x="1224515" y="385343"/>
                </a:lnTo>
                <a:lnTo>
                  <a:pt x="1231287" y="370189"/>
                </a:lnTo>
                <a:lnTo>
                  <a:pt x="1238060" y="355025"/>
                </a:lnTo>
                <a:lnTo>
                  <a:pt x="1244822" y="339871"/>
                </a:lnTo>
                <a:lnTo>
                  <a:pt x="1251595" y="324707"/>
                </a:lnTo>
                <a:lnTo>
                  <a:pt x="1258357" y="309543"/>
                </a:lnTo>
                <a:lnTo>
                  <a:pt x="1265130" y="294389"/>
                </a:lnTo>
                <a:lnTo>
                  <a:pt x="1271892" y="279225"/>
                </a:lnTo>
                <a:lnTo>
                  <a:pt x="1278665" y="264071"/>
                </a:lnTo>
                <a:lnTo>
                  <a:pt x="1285427" y="248907"/>
                </a:lnTo>
                <a:lnTo>
                  <a:pt x="1292200" y="233753"/>
                </a:lnTo>
                <a:lnTo>
                  <a:pt x="1298962" y="218589"/>
                </a:lnTo>
                <a:lnTo>
                  <a:pt x="1305735" y="203425"/>
                </a:lnTo>
                <a:lnTo>
                  <a:pt x="1312497" y="188271"/>
                </a:lnTo>
                <a:lnTo>
                  <a:pt x="1319270" y="173107"/>
                </a:lnTo>
                <a:lnTo>
                  <a:pt x="1326032" y="157953"/>
                </a:lnTo>
                <a:lnTo>
                  <a:pt x="1332805" y="142789"/>
                </a:lnTo>
                <a:lnTo>
                  <a:pt x="1339567" y="127635"/>
                </a:lnTo>
                <a:lnTo>
                  <a:pt x="1346340" y="112471"/>
                </a:lnTo>
                <a:lnTo>
                  <a:pt x="1353112" y="97307"/>
                </a:lnTo>
                <a:lnTo>
                  <a:pt x="1359875" y="82153"/>
                </a:lnTo>
                <a:lnTo>
                  <a:pt x="1366647" y="66989"/>
                </a:lnTo>
                <a:lnTo>
                  <a:pt x="1373410" y="51835"/>
                </a:lnTo>
                <a:lnTo>
                  <a:pt x="1380182" y="36671"/>
                </a:lnTo>
                <a:lnTo>
                  <a:pt x="1386945" y="21517"/>
                </a:lnTo>
                <a:lnTo>
                  <a:pt x="1393717" y="6353"/>
                </a:lnTo>
                <a:lnTo>
                  <a:pt x="1392422" y="8439"/>
                </a:lnTo>
                <a:lnTo>
                  <a:pt x="1378448" y="17231"/>
                </a:lnTo>
                <a:lnTo>
                  <a:pt x="1362913" y="23060"/>
                </a:lnTo>
                <a:lnTo>
                  <a:pt x="1346940" y="27575"/>
                </a:lnTo>
                <a:lnTo>
                  <a:pt x="1330757" y="31309"/>
                </a:lnTo>
                <a:lnTo>
                  <a:pt x="1314469" y="34519"/>
                </a:lnTo>
                <a:lnTo>
                  <a:pt x="1298115" y="37348"/>
                </a:lnTo>
                <a:lnTo>
                  <a:pt x="1281713" y="39881"/>
                </a:lnTo>
                <a:lnTo>
                  <a:pt x="1265263" y="42167"/>
                </a:lnTo>
                <a:lnTo>
                  <a:pt x="1248794" y="44263"/>
                </a:lnTo>
                <a:lnTo>
                  <a:pt x="1232306" y="46177"/>
                </a:lnTo>
                <a:lnTo>
                  <a:pt x="1215800" y="47949"/>
                </a:lnTo>
                <a:lnTo>
                  <a:pt x="1199274" y="49587"/>
                </a:lnTo>
                <a:lnTo>
                  <a:pt x="1182748" y="51111"/>
                </a:lnTo>
                <a:lnTo>
                  <a:pt x="1166203" y="52540"/>
                </a:lnTo>
                <a:lnTo>
                  <a:pt x="1149658" y="53864"/>
                </a:lnTo>
                <a:lnTo>
                  <a:pt x="1133104" y="55112"/>
                </a:lnTo>
                <a:lnTo>
                  <a:pt x="1116540" y="56274"/>
                </a:lnTo>
                <a:lnTo>
                  <a:pt x="1099976" y="57369"/>
                </a:lnTo>
                <a:lnTo>
                  <a:pt x="1083402" y="58388"/>
                </a:lnTo>
                <a:lnTo>
                  <a:pt x="1066829" y="59341"/>
                </a:lnTo>
                <a:lnTo>
                  <a:pt x="1050255" y="60246"/>
                </a:lnTo>
                <a:lnTo>
                  <a:pt x="1033672" y="61084"/>
                </a:lnTo>
                <a:lnTo>
                  <a:pt x="1017089" y="61874"/>
                </a:lnTo>
                <a:lnTo>
                  <a:pt x="1000506" y="62608"/>
                </a:lnTo>
                <a:lnTo>
                  <a:pt x="983913" y="63294"/>
                </a:lnTo>
                <a:lnTo>
                  <a:pt x="967330" y="63932"/>
                </a:lnTo>
                <a:lnTo>
                  <a:pt x="950738" y="64522"/>
                </a:lnTo>
                <a:lnTo>
                  <a:pt x="934145" y="65065"/>
                </a:lnTo>
                <a:lnTo>
                  <a:pt x="917543" y="65570"/>
                </a:lnTo>
                <a:lnTo>
                  <a:pt x="900951" y="66037"/>
                </a:lnTo>
                <a:lnTo>
                  <a:pt x="884358" y="66456"/>
                </a:lnTo>
                <a:lnTo>
                  <a:pt x="867756" y="66846"/>
                </a:lnTo>
                <a:lnTo>
                  <a:pt x="851164" y="67189"/>
                </a:lnTo>
                <a:lnTo>
                  <a:pt x="834561" y="67494"/>
                </a:lnTo>
                <a:lnTo>
                  <a:pt x="817959" y="67770"/>
                </a:lnTo>
                <a:lnTo>
                  <a:pt x="801367" y="68009"/>
                </a:lnTo>
                <a:lnTo>
                  <a:pt x="784765" y="68209"/>
                </a:lnTo>
                <a:lnTo>
                  <a:pt x="768163" y="68370"/>
                </a:lnTo>
                <a:lnTo>
                  <a:pt x="751561" y="68494"/>
                </a:lnTo>
                <a:lnTo>
                  <a:pt x="734959" y="68590"/>
                </a:lnTo>
                <a:lnTo>
                  <a:pt x="718356" y="68647"/>
                </a:lnTo>
                <a:lnTo>
                  <a:pt x="701754" y="68675"/>
                </a:lnTo>
                <a:lnTo>
                  <a:pt x="685152" y="68666"/>
                </a:lnTo>
                <a:lnTo>
                  <a:pt x="668550" y="68618"/>
                </a:lnTo>
                <a:lnTo>
                  <a:pt x="651948" y="68542"/>
                </a:lnTo>
                <a:lnTo>
                  <a:pt x="635346" y="68428"/>
                </a:lnTo>
                <a:lnTo>
                  <a:pt x="618744" y="68275"/>
                </a:lnTo>
                <a:lnTo>
                  <a:pt x="602142" y="68094"/>
                </a:lnTo>
                <a:lnTo>
                  <a:pt x="585549" y="67875"/>
                </a:lnTo>
                <a:lnTo>
                  <a:pt x="568947" y="67618"/>
                </a:lnTo>
                <a:lnTo>
                  <a:pt x="552345" y="67323"/>
                </a:lnTo>
                <a:lnTo>
                  <a:pt x="535743" y="66999"/>
                </a:lnTo>
                <a:lnTo>
                  <a:pt x="519151" y="66627"/>
                </a:lnTo>
                <a:lnTo>
                  <a:pt x="502549" y="66218"/>
                </a:lnTo>
                <a:lnTo>
                  <a:pt x="485956" y="65770"/>
                </a:lnTo>
                <a:lnTo>
                  <a:pt x="469363" y="65284"/>
                </a:lnTo>
                <a:lnTo>
                  <a:pt x="452771" y="64751"/>
                </a:lnTo>
                <a:lnTo>
                  <a:pt x="436178" y="64179"/>
                </a:lnTo>
                <a:lnTo>
                  <a:pt x="419586" y="63560"/>
                </a:lnTo>
                <a:lnTo>
                  <a:pt x="403003" y="62894"/>
                </a:lnTo>
                <a:lnTo>
                  <a:pt x="386410" y="62179"/>
                </a:lnTo>
                <a:lnTo>
                  <a:pt x="369827" y="61417"/>
                </a:lnTo>
                <a:lnTo>
                  <a:pt x="353244" y="60608"/>
                </a:lnTo>
                <a:lnTo>
                  <a:pt x="336671" y="59731"/>
                </a:lnTo>
                <a:lnTo>
                  <a:pt x="320088" y="58798"/>
                </a:lnTo>
                <a:lnTo>
                  <a:pt x="303524" y="57798"/>
                </a:lnTo>
                <a:lnTo>
                  <a:pt x="286950" y="56740"/>
                </a:lnTo>
                <a:lnTo>
                  <a:pt x="270386" y="55607"/>
                </a:lnTo>
                <a:lnTo>
                  <a:pt x="253832" y="54397"/>
                </a:lnTo>
                <a:lnTo>
                  <a:pt x="237277" y="53102"/>
                </a:lnTo>
                <a:lnTo>
                  <a:pt x="220732" y="51721"/>
                </a:lnTo>
                <a:lnTo>
                  <a:pt x="204197" y="50244"/>
                </a:lnTo>
                <a:lnTo>
                  <a:pt x="187681" y="48644"/>
                </a:lnTo>
                <a:lnTo>
                  <a:pt x="171164" y="46939"/>
                </a:lnTo>
                <a:lnTo>
                  <a:pt x="154667" y="45082"/>
                </a:lnTo>
                <a:lnTo>
                  <a:pt x="138189" y="43072"/>
                </a:lnTo>
                <a:lnTo>
                  <a:pt x="121730" y="40862"/>
                </a:lnTo>
                <a:lnTo>
                  <a:pt x="105308" y="38443"/>
                </a:lnTo>
                <a:lnTo>
                  <a:pt x="88925" y="35747"/>
                </a:lnTo>
                <a:lnTo>
                  <a:pt x="72609" y="32709"/>
                </a:lnTo>
                <a:lnTo>
                  <a:pt x="56378" y="29213"/>
                </a:lnTo>
                <a:lnTo>
                  <a:pt x="40300" y="25070"/>
                </a:lnTo>
                <a:lnTo>
                  <a:pt x="24536" y="19898"/>
                </a:lnTo>
                <a:lnTo>
                  <a:pt x="9592" y="127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AFC7EFFD-9BF1-4D6E-AE73-DEFC8917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1203" y="4455509"/>
            <a:ext cx="1396603" cy="2164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2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966F5691-D529-438B-A39E-C4A02B8A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8667" y="2726741"/>
            <a:ext cx="1601667" cy="2698452"/>
          </a:xfrm>
          <a:custGeom xmlns:a="http://schemas.openxmlformats.org/drawingml/2006/main">
            <a:pathLst>
              <a:path w="1601667" h="2698452">
                <a:moveTo>
                  <a:pt x="0" y="0"/>
                </a:moveTo>
                <a:lnTo>
                  <a:pt x="133" y="33766"/>
                </a:lnTo>
                <a:lnTo>
                  <a:pt x="9382" y="66265"/>
                </a:lnTo>
                <a:lnTo>
                  <a:pt x="18631" y="98765"/>
                </a:lnTo>
                <a:lnTo>
                  <a:pt x="27880" y="131264"/>
                </a:lnTo>
                <a:lnTo>
                  <a:pt x="37119" y="163754"/>
                </a:lnTo>
                <a:lnTo>
                  <a:pt x="46368" y="196253"/>
                </a:lnTo>
                <a:lnTo>
                  <a:pt x="55616" y="228752"/>
                </a:lnTo>
                <a:lnTo>
                  <a:pt x="64865" y="261252"/>
                </a:lnTo>
                <a:lnTo>
                  <a:pt x="74114" y="293751"/>
                </a:lnTo>
                <a:lnTo>
                  <a:pt x="83363" y="326241"/>
                </a:lnTo>
                <a:lnTo>
                  <a:pt x="92612" y="358740"/>
                </a:lnTo>
                <a:lnTo>
                  <a:pt x="101851" y="391239"/>
                </a:lnTo>
                <a:lnTo>
                  <a:pt x="111100" y="423739"/>
                </a:lnTo>
                <a:lnTo>
                  <a:pt x="120348" y="456228"/>
                </a:lnTo>
                <a:lnTo>
                  <a:pt x="129597" y="488728"/>
                </a:lnTo>
                <a:lnTo>
                  <a:pt x="138846" y="521227"/>
                </a:lnTo>
                <a:lnTo>
                  <a:pt x="148095" y="553726"/>
                </a:lnTo>
                <a:lnTo>
                  <a:pt x="157343" y="586226"/>
                </a:lnTo>
                <a:lnTo>
                  <a:pt x="166583" y="618715"/>
                </a:lnTo>
                <a:lnTo>
                  <a:pt x="175832" y="651215"/>
                </a:lnTo>
                <a:lnTo>
                  <a:pt x="185080" y="683714"/>
                </a:lnTo>
                <a:lnTo>
                  <a:pt x="194329" y="716213"/>
                </a:lnTo>
                <a:lnTo>
                  <a:pt x="203578" y="748703"/>
                </a:lnTo>
                <a:lnTo>
                  <a:pt x="212827" y="781202"/>
                </a:lnTo>
                <a:lnTo>
                  <a:pt x="222075" y="813702"/>
                </a:lnTo>
                <a:lnTo>
                  <a:pt x="231315" y="846201"/>
                </a:lnTo>
                <a:lnTo>
                  <a:pt x="240059" y="878824"/>
                </a:lnTo>
                <a:lnTo>
                  <a:pt x="247669" y="911743"/>
                </a:lnTo>
                <a:lnTo>
                  <a:pt x="255137" y="944699"/>
                </a:lnTo>
                <a:lnTo>
                  <a:pt x="262261" y="977722"/>
                </a:lnTo>
                <a:lnTo>
                  <a:pt x="269386" y="1010755"/>
                </a:lnTo>
                <a:lnTo>
                  <a:pt x="276511" y="1043778"/>
                </a:lnTo>
                <a:lnTo>
                  <a:pt x="283626" y="1076811"/>
                </a:lnTo>
                <a:lnTo>
                  <a:pt x="290751" y="1109834"/>
                </a:lnTo>
                <a:lnTo>
                  <a:pt x="297875" y="1142867"/>
                </a:lnTo>
                <a:lnTo>
                  <a:pt x="305000" y="1175890"/>
                </a:lnTo>
                <a:lnTo>
                  <a:pt x="312125" y="1208923"/>
                </a:lnTo>
                <a:lnTo>
                  <a:pt x="319249" y="1241946"/>
                </a:lnTo>
                <a:lnTo>
                  <a:pt x="326365" y="1274978"/>
                </a:lnTo>
                <a:lnTo>
                  <a:pt x="333489" y="1308002"/>
                </a:lnTo>
                <a:lnTo>
                  <a:pt x="340614" y="1341034"/>
                </a:lnTo>
                <a:lnTo>
                  <a:pt x="347739" y="1374057"/>
                </a:lnTo>
                <a:lnTo>
                  <a:pt x="354863" y="1407090"/>
                </a:lnTo>
                <a:lnTo>
                  <a:pt x="361979" y="1440113"/>
                </a:lnTo>
                <a:lnTo>
                  <a:pt x="369103" y="1473146"/>
                </a:lnTo>
                <a:lnTo>
                  <a:pt x="376228" y="1506169"/>
                </a:lnTo>
                <a:lnTo>
                  <a:pt x="383353" y="1539202"/>
                </a:lnTo>
                <a:lnTo>
                  <a:pt x="390477" y="1572225"/>
                </a:lnTo>
                <a:lnTo>
                  <a:pt x="397602" y="1605258"/>
                </a:lnTo>
                <a:lnTo>
                  <a:pt x="404717" y="1638281"/>
                </a:lnTo>
                <a:lnTo>
                  <a:pt x="411842" y="1671314"/>
                </a:lnTo>
                <a:lnTo>
                  <a:pt x="418967" y="1704337"/>
                </a:lnTo>
                <a:lnTo>
                  <a:pt x="426091" y="1737370"/>
                </a:lnTo>
                <a:lnTo>
                  <a:pt x="433216" y="1770393"/>
                </a:lnTo>
                <a:lnTo>
                  <a:pt x="439960" y="1803502"/>
                </a:lnTo>
                <a:lnTo>
                  <a:pt x="446703" y="1836611"/>
                </a:lnTo>
                <a:lnTo>
                  <a:pt x="453323" y="1869738"/>
                </a:lnTo>
                <a:lnTo>
                  <a:pt x="459953" y="1902876"/>
                </a:lnTo>
                <a:lnTo>
                  <a:pt x="466573" y="1936004"/>
                </a:lnTo>
                <a:lnTo>
                  <a:pt x="473192" y="1969141"/>
                </a:lnTo>
                <a:lnTo>
                  <a:pt x="479812" y="2002269"/>
                </a:lnTo>
                <a:lnTo>
                  <a:pt x="486432" y="2035397"/>
                </a:lnTo>
                <a:lnTo>
                  <a:pt x="493052" y="2068535"/>
                </a:lnTo>
                <a:lnTo>
                  <a:pt x="499682" y="2101663"/>
                </a:lnTo>
                <a:lnTo>
                  <a:pt x="506301" y="2134800"/>
                </a:lnTo>
                <a:lnTo>
                  <a:pt x="508635" y="2164423"/>
                </a:lnTo>
                <a:lnTo>
                  <a:pt x="474850" y="2164423"/>
                </a:lnTo>
                <a:lnTo>
                  <a:pt x="441065" y="2164423"/>
                </a:lnTo>
                <a:lnTo>
                  <a:pt x="407279" y="2164423"/>
                </a:lnTo>
                <a:lnTo>
                  <a:pt x="373494" y="2164423"/>
                </a:lnTo>
                <a:lnTo>
                  <a:pt x="339700" y="2164423"/>
                </a:lnTo>
                <a:lnTo>
                  <a:pt x="305914" y="2164423"/>
                </a:lnTo>
                <a:lnTo>
                  <a:pt x="272129" y="2164423"/>
                </a:lnTo>
                <a:lnTo>
                  <a:pt x="265395" y="2175548"/>
                </a:lnTo>
                <a:lnTo>
                  <a:pt x="289408" y="2199313"/>
                </a:lnTo>
                <a:lnTo>
                  <a:pt x="313420" y="2223078"/>
                </a:lnTo>
                <a:lnTo>
                  <a:pt x="337433" y="2246852"/>
                </a:lnTo>
                <a:lnTo>
                  <a:pt x="361445" y="2270617"/>
                </a:lnTo>
                <a:lnTo>
                  <a:pt x="385458" y="2294382"/>
                </a:lnTo>
                <a:lnTo>
                  <a:pt x="409470" y="2318156"/>
                </a:lnTo>
                <a:lnTo>
                  <a:pt x="433483" y="2341921"/>
                </a:lnTo>
                <a:lnTo>
                  <a:pt x="457495" y="2365696"/>
                </a:lnTo>
                <a:lnTo>
                  <a:pt x="481508" y="2389461"/>
                </a:lnTo>
                <a:lnTo>
                  <a:pt x="505530" y="2413225"/>
                </a:lnTo>
                <a:lnTo>
                  <a:pt x="529542" y="2437000"/>
                </a:lnTo>
                <a:lnTo>
                  <a:pt x="553555" y="2460765"/>
                </a:lnTo>
                <a:lnTo>
                  <a:pt x="577567" y="2484530"/>
                </a:lnTo>
                <a:lnTo>
                  <a:pt x="601580" y="2508304"/>
                </a:lnTo>
                <a:lnTo>
                  <a:pt x="625592" y="2532069"/>
                </a:lnTo>
                <a:lnTo>
                  <a:pt x="649605" y="2555843"/>
                </a:lnTo>
                <a:lnTo>
                  <a:pt x="673618" y="2579608"/>
                </a:lnTo>
                <a:lnTo>
                  <a:pt x="697630" y="2603373"/>
                </a:lnTo>
                <a:lnTo>
                  <a:pt x="721643" y="2627147"/>
                </a:lnTo>
                <a:lnTo>
                  <a:pt x="745655" y="2650912"/>
                </a:lnTo>
                <a:lnTo>
                  <a:pt x="769677" y="2674677"/>
                </a:lnTo>
                <a:lnTo>
                  <a:pt x="793690" y="2698452"/>
                </a:lnTo>
                <a:lnTo>
                  <a:pt x="817702" y="2688831"/>
                </a:lnTo>
                <a:lnTo>
                  <a:pt x="841715" y="2665066"/>
                </a:lnTo>
                <a:lnTo>
                  <a:pt x="865727" y="2641302"/>
                </a:lnTo>
                <a:lnTo>
                  <a:pt x="889740" y="2617527"/>
                </a:lnTo>
                <a:lnTo>
                  <a:pt x="913752" y="2593762"/>
                </a:lnTo>
                <a:lnTo>
                  <a:pt x="937765" y="2569988"/>
                </a:lnTo>
                <a:lnTo>
                  <a:pt x="961777" y="2546223"/>
                </a:lnTo>
                <a:lnTo>
                  <a:pt x="985790" y="2522458"/>
                </a:lnTo>
                <a:lnTo>
                  <a:pt x="1009812" y="2498684"/>
                </a:lnTo>
                <a:lnTo>
                  <a:pt x="1033824" y="2474919"/>
                </a:lnTo>
                <a:lnTo>
                  <a:pt x="1057837" y="2451154"/>
                </a:lnTo>
                <a:lnTo>
                  <a:pt x="1081850" y="2427380"/>
                </a:lnTo>
                <a:lnTo>
                  <a:pt x="1105862" y="2403615"/>
                </a:lnTo>
                <a:lnTo>
                  <a:pt x="1129875" y="2379840"/>
                </a:lnTo>
                <a:lnTo>
                  <a:pt x="1153887" y="2356075"/>
                </a:lnTo>
                <a:lnTo>
                  <a:pt x="1177900" y="2332311"/>
                </a:lnTo>
                <a:lnTo>
                  <a:pt x="1201912" y="2308536"/>
                </a:lnTo>
                <a:lnTo>
                  <a:pt x="1225925" y="2284771"/>
                </a:lnTo>
                <a:lnTo>
                  <a:pt x="1249937" y="2261006"/>
                </a:lnTo>
                <a:lnTo>
                  <a:pt x="1273959" y="2237232"/>
                </a:lnTo>
                <a:lnTo>
                  <a:pt x="1297972" y="2213467"/>
                </a:lnTo>
                <a:lnTo>
                  <a:pt x="1321984" y="2189693"/>
                </a:lnTo>
                <a:lnTo>
                  <a:pt x="1345997" y="2165928"/>
                </a:lnTo>
                <a:lnTo>
                  <a:pt x="1315879" y="2164423"/>
                </a:lnTo>
                <a:lnTo>
                  <a:pt x="1282084" y="2164423"/>
                </a:lnTo>
                <a:lnTo>
                  <a:pt x="1248299" y="2164423"/>
                </a:lnTo>
                <a:lnTo>
                  <a:pt x="1214514" y="2164423"/>
                </a:lnTo>
                <a:lnTo>
                  <a:pt x="1180729" y="2164423"/>
                </a:lnTo>
                <a:lnTo>
                  <a:pt x="1146934" y="2164423"/>
                </a:lnTo>
                <a:lnTo>
                  <a:pt x="1113149" y="2164423"/>
                </a:lnTo>
                <a:lnTo>
                  <a:pt x="1091432" y="2154526"/>
                </a:lnTo>
                <a:lnTo>
                  <a:pt x="1098052" y="2121398"/>
                </a:lnTo>
                <a:lnTo>
                  <a:pt x="1104671" y="2088261"/>
                </a:lnTo>
                <a:lnTo>
                  <a:pt x="1111291" y="2055133"/>
                </a:lnTo>
                <a:lnTo>
                  <a:pt x="1117911" y="2021996"/>
                </a:lnTo>
                <a:lnTo>
                  <a:pt x="1124541" y="1988868"/>
                </a:lnTo>
                <a:lnTo>
                  <a:pt x="1131160" y="1955730"/>
                </a:lnTo>
                <a:lnTo>
                  <a:pt x="1137780" y="1922602"/>
                </a:lnTo>
                <a:lnTo>
                  <a:pt x="1144400" y="1889474"/>
                </a:lnTo>
                <a:lnTo>
                  <a:pt x="1151020" y="1856337"/>
                </a:lnTo>
                <a:lnTo>
                  <a:pt x="1157697" y="1823218"/>
                </a:lnTo>
                <a:lnTo>
                  <a:pt x="1164441" y="1790109"/>
                </a:lnTo>
                <a:lnTo>
                  <a:pt x="1171337" y="1757039"/>
                </a:lnTo>
                <a:lnTo>
                  <a:pt x="1178462" y="1724006"/>
                </a:lnTo>
                <a:lnTo>
                  <a:pt x="1185586" y="1690983"/>
                </a:lnTo>
                <a:lnTo>
                  <a:pt x="1192711" y="1657950"/>
                </a:lnTo>
                <a:lnTo>
                  <a:pt x="1199836" y="1624927"/>
                </a:lnTo>
                <a:lnTo>
                  <a:pt x="1206951" y="1591894"/>
                </a:lnTo>
                <a:lnTo>
                  <a:pt x="1214076" y="1558871"/>
                </a:lnTo>
                <a:lnTo>
                  <a:pt x="1221200" y="1525838"/>
                </a:lnTo>
                <a:lnTo>
                  <a:pt x="1228325" y="1492815"/>
                </a:lnTo>
                <a:lnTo>
                  <a:pt x="1235450" y="1459782"/>
                </a:lnTo>
                <a:lnTo>
                  <a:pt x="1242574" y="1426759"/>
                </a:lnTo>
                <a:lnTo>
                  <a:pt x="1249690" y="1393727"/>
                </a:lnTo>
                <a:lnTo>
                  <a:pt x="1256814" y="1360703"/>
                </a:lnTo>
                <a:lnTo>
                  <a:pt x="1263939" y="1327671"/>
                </a:lnTo>
                <a:lnTo>
                  <a:pt x="1271064" y="1294648"/>
                </a:lnTo>
                <a:lnTo>
                  <a:pt x="1278188" y="1261615"/>
                </a:lnTo>
                <a:lnTo>
                  <a:pt x="1285304" y="1228592"/>
                </a:lnTo>
                <a:lnTo>
                  <a:pt x="1292428" y="1195559"/>
                </a:lnTo>
                <a:lnTo>
                  <a:pt x="1299553" y="1162536"/>
                </a:lnTo>
                <a:lnTo>
                  <a:pt x="1306678" y="1129503"/>
                </a:lnTo>
                <a:lnTo>
                  <a:pt x="1313802" y="1096480"/>
                </a:lnTo>
                <a:lnTo>
                  <a:pt x="1320927" y="1063447"/>
                </a:lnTo>
                <a:lnTo>
                  <a:pt x="1328042" y="1030424"/>
                </a:lnTo>
                <a:lnTo>
                  <a:pt x="1335167" y="997391"/>
                </a:lnTo>
                <a:lnTo>
                  <a:pt x="1342292" y="964368"/>
                </a:lnTo>
                <a:lnTo>
                  <a:pt x="1349473" y="931345"/>
                </a:lnTo>
                <a:lnTo>
                  <a:pt x="1357084" y="898427"/>
                </a:lnTo>
                <a:lnTo>
                  <a:pt x="1364847" y="865546"/>
                </a:lnTo>
                <a:lnTo>
                  <a:pt x="1374096" y="833056"/>
                </a:lnTo>
                <a:lnTo>
                  <a:pt x="1383344" y="800557"/>
                </a:lnTo>
                <a:lnTo>
                  <a:pt x="1392584" y="768058"/>
                </a:lnTo>
                <a:lnTo>
                  <a:pt x="1401832" y="735559"/>
                </a:lnTo>
                <a:lnTo>
                  <a:pt x="1411081" y="703059"/>
                </a:lnTo>
                <a:lnTo>
                  <a:pt x="1420330" y="670570"/>
                </a:lnTo>
                <a:lnTo>
                  <a:pt x="1429579" y="638070"/>
                </a:lnTo>
                <a:lnTo>
                  <a:pt x="1438827" y="605571"/>
                </a:lnTo>
                <a:lnTo>
                  <a:pt x="1448076" y="573072"/>
                </a:lnTo>
                <a:lnTo>
                  <a:pt x="1457315" y="540582"/>
                </a:lnTo>
                <a:lnTo>
                  <a:pt x="1466564" y="508083"/>
                </a:lnTo>
                <a:lnTo>
                  <a:pt x="1475813" y="475583"/>
                </a:lnTo>
                <a:lnTo>
                  <a:pt x="1485062" y="443084"/>
                </a:lnTo>
                <a:lnTo>
                  <a:pt x="1494311" y="410585"/>
                </a:lnTo>
                <a:lnTo>
                  <a:pt x="1503559" y="378095"/>
                </a:lnTo>
                <a:lnTo>
                  <a:pt x="1512808" y="345596"/>
                </a:lnTo>
                <a:lnTo>
                  <a:pt x="1522047" y="313096"/>
                </a:lnTo>
                <a:lnTo>
                  <a:pt x="1531296" y="280597"/>
                </a:lnTo>
                <a:lnTo>
                  <a:pt x="1540545" y="248107"/>
                </a:lnTo>
                <a:lnTo>
                  <a:pt x="1549794" y="215608"/>
                </a:lnTo>
                <a:lnTo>
                  <a:pt x="1559042" y="183109"/>
                </a:lnTo>
                <a:lnTo>
                  <a:pt x="1568291" y="150609"/>
                </a:lnTo>
                <a:lnTo>
                  <a:pt x="1577540" y="118110"/>
                </a:lnTo>
                <a:lnTo>
                  <a:pt x="1586779" y="85620"/>
                </a:lnTo>
                <a:lnTo>
                  <a:pt x="1596028" y="53121"/>
                </a:lnTo>
                <a:lnTo>
                  <a:pt x="1601667" y="20117"/>
                </a:lnTo>
                <a:lnTo>
                  <a:pt x="1588008" y="0"/>
                </a:lnTo>
                <a:lnTo>
                  <a:pt x="1554213" y="0"/>
                </a:lnTo>
                <a:lnTo>
                  <a:pt x="1520428" y="0"/>
                </a:lnTo>
                <a:lnTo>
                  <a:pt x="1486643" y="0"/>
                </a:lnTo>
                <a:lnTo>
                  <a:pt x="1452858" y="0"/>
                </a:lnTo>
                <a:lnTo>
                  <a:pt x="1419063" y="0"/>
                </a:lnTo>
                <a:lnTo>
                  <a:pt x="1385278" y="0"/>
                </a:lnTo>
                <a:lnTo>
                  <a:pt x="1351493" y="0"/>
                </a:lnTo>
                <a:lnTo>
                  <a:pt x="1317708" y="0"/>
                </a:lnTo>
                <a:lnTo>
                  <a:pt x="1283913" y="0"/>
                </a:lnTo>
                <a:lnTo>
                  <a:pt x="1250128" y="0"/>
                </a:lnTo>
                <a:lnTo>
                  <a:pt x="1216343" y="0"/>
                </a:lnTo>
                <a:lnTo>
                  <a:pt x="1182557" y="0"/>
                </a:lnTo>
                <a:lnTo>
                  <a:pt x="1148772" y="0"/>
                </a:lnTo>
                <a:lnTo>
                  <a:pt x="1114977" y="0"/>
                </a:lnTo>
                <a:lnTo>
                  <a:pt x="1081192" y="0"/>
                </a:lnTo>
                <a:lnTo>
                  <a:pt x="1047407" y="0"/>
                </a:lnTo>
                <a:lnTo>
                  <a:pt x="1013622" y="0"/>
                </a:lnTo>
                <a:lnTo>
                  <a:pt x="979827" y="0"/>
                </a:lnTo>
                <a:lnTo>
                  <a:pt x="946042" y="0"/>
                </a:lnTo>
                <a:lnTo>
                  <a:pt x="912257" y="0"/>
                </a:lnTo>
                <a:lnTo>
                  <a:pt x="878472" y="0"/>
                </a:lnTo>
                <a:lnTo>
                  <a:pt x="844687" y="0"/>
                </a:lnTo>
                <a:lnTo>
                  <a:pt x="810892" y="0"/>
                </a:lnTo>
                <a:lnTo>
                  <a:pt x="777107" y="0"/>
                </a:lnTo>
                <a:lnTo>
                  <a:pt x="743321" y="0"/>
                </a:lnTo>
                <a:lnTo>
                  <a:pt x="709536" y="0"/>
                </a:lnTo>
                <a:lnTo>
                  <a:pt x="675742" y="0"/>
                </a:lnTo>
                <a:lnTo>
                  <a:pt x="641956" y="0"/>
                </a:lnTo>
                <a:lnTo>
                  <a:pt x="608171" y="0"/>
                </a:lnTo>
                <a:lnTo>
                  <a:pt x="574386" y="0"/>
                </a:lnTo>
                <a:lnTo>
                  <a:pt x="540601" y="0"/>
                </a:lnTo>
                <a:lnTo>
                  <a:pt x="506806" y="0"/>
                </a:lnTo>
                <a:lnTo>
                  <a:pt x="473021" y="0"/>
                </a:lnTo>
                <a:lnTo>
                  <a:pt x="439236" y="0"/>
                </a:lnTo>
                <a:lnTo>
                  <a:pt x="405451" y="0"/>
                </a:lnTo>
                <a:lnTo>
                  <a:pt x="371656" y="0"/>
                </a:lnTo>
                <a:lnTo>
                  <a:pt x="337871" y="0"/>
                </a:lnTo>
                <a:lnTo>
                  <a:pt x="304086" y="0"/>
                </a:lnTo>
                <a:lnTo>
                  <a:pt x="270300" y="0"/>
                </a:lnTo>
                <a:lnTo>
                  <a:pt x="236515" y="0"/>
                </a:lnTo>
                <a:lnTo>
                  <a:pt x="202721" y="0"/>
                </a:lnTo>
                <a:lnTo>
                  <a:pt x="168935" y="0"/>
                </a:lnTo>
                <a:lnTo>
                  <a:pt x="135150" y="0"/>
                </a:lnTo>
                <a:lnTo>
                  <a:pt x="101365" y="0"/>
                </a:lnTo>
                <a:lnTo>
                  <a:pt x="67570" y="0"/>
                </a:lnTo>
                <a:lnTo>
                  <a:pt x="33785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3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7A8D5887-D2F8-4906-A9DB-BE791D4E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1189" y="2793206"/>
            <a:ext cx="2536631" cy="70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24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B1E5CD41-01AA-41AB-A2A0-710780D8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2070" y="3695109"/>
            <a:ext cx="1694859" cy="70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25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B265ABB5-695B-47FF-BF2B-5AB4AE0E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0552" y="4597003"/>
            <a:ext cx="997896" cy="70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F5073AD9-8675-4357-AE6D-4CAD66C6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295" y="2119017"/>
            <a:ext cx="382934" cy="382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48f689b8b4faa">
            <a:extLst>
              <a:ext uri="{96DAC541-7B7A-43D3-8B79-37D633B846F1}">
                <asvg:svgBlip xmlns:asvg="http://schemas.microsoft.com/office/drawing/2016/SVG/main" r:embed="R262e3d351c554f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14536" y="2221259"/>
            <a:ext cx="178441" cy="178441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02A16376-5DEC-474F-8A86-C7648D8C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3032" y="1935804"/>
            <a:ext cx="332927" cy="3329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43365f2184329">
            <a:extLst>
              <a:ext uri="{96DAC541-7B7A-43D3-8B79-37D633B846F1}">
                <asvg:svgBlip xmlns:asvg="http://schemas.microsoft.com/office/drawing/2016/SVG/main" r:embed="Rf1ac260e9dcc46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55282" y="2038055"/>
            <a:ext cx="128435" cy="128435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8AC8704A-2629-4C76-BA77-34C855D4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619" y="2085680"/>
            <a:ext cx="382934" cy="382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fccff6a9a4a70">
            <a:extLst>
              <a:ext uri="{96DAC541-7B7A-43D3-8B79-37D633B846F1}">
                <asvg:svgBlip xmlns:asvg="http://schemas.microsoft.com/office/drawing/2016/SVG/main" r:embed="R1d73c1c7dae348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5870" y="2187921"/>
            <a:ext cx="178441" cy="178441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69917-DD68-4AAE-B12C-A1A77EB5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35434F-057E-4340-A517-0291F4D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4785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候﻿选来﻿源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12DCB1-F6EE-4E75-B11C-C2718AC0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9800"/>
            <a:ext cx="4219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实﻿验室自荐﻿、﻿平﻿台推﻿荐﻿、﻿既﻿有合﻿作汇入同﻿一筛﻿选过﻿程﻿，﻿不﻿是先﻿后阶﻿段。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251F57-1B3D-4655-8766-377D3D6E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421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A93026-7525-4F7B-8938-CDA39B6A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6F09DF-E1CF-40AB-ACFA-3DC17F7C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三轮条﻿件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3E9363-DC63-4D44-A222-FDFD707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42195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资﻿格﻿：﻿设﻿备与任﻿务适配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责﻿任﻿：﻿落﻿实审﻿批与执﻿行负﻿责人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记﻿录﻿：﻿按最﻿小清﻿单登﻿记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三﻿项全满﻿足才入拟﻿议名﻿单﻿；﻿不﻿足项补齐后再申﻿请。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EB01CF-D54B-4110-AFE1-9301C923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81600"/>
            <a:ext cx="421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430FEE-2B78-4887-B24A-4CBF7F09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8F8BB-E1ED-4917-8DD9-BE8A63B4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9115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边﻿界与执﻿行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181C42-D517-4C40-B273-94546DE1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53100"/>
            <a:ext cx="4219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拟﻿议规﻿则﻿，﻿非实测转﻿化率﻿；﻿无每轮人﻿数﻿，﻿不编﻿造比﻿例或淘﻿汰率。</a:t>
            </a:r>
          </a:p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平﻿台负﻿责人维﻿护依﻿据﻿；﻿试点限两间自﻿愿实﻿验室﻿；﻿来﻿源数﻿量不等﻿于入﻿选数﻿量。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能力建设分三层累积，跨实验室复用依赖前两层基础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能力建设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319C0859-3AF9-4F71-8236-7F429993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3618" y="3978593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9853BAA5-5B89-4BA0-A8B2-C7F7D266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3792" y="352866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6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63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7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7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BA5DDCBD-D82C-4B95-AEF9-D60E01DD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042" y="307908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6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63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69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7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9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3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67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4E4D60C6-F311-420F-8859-E1B3C36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7033" y="4498772"/>
            <a:ext cx="375285" cy="588531"/>
          </a:xfrm>
          <a:custGeom xmlns:a="http://schemas.openxmlformats.org/drawingml/2006/main">
            <a:pathLst>
              <a:path w="375285" h="588531">
                <a:moveTo>
                  <a:pt x="0" y="588531"/>
                </a:moveTo>
                <a:lnTo>
                  <a:pt x="0" y="569614"/>
                </a:lnTo>
                <a:lnTo>
                  <a:pt x="0" y="550707"/>
                </a:lnTo>
                <a:lnTo>
                  <a:pt x="0" y="531790"/>
                </a:lnTo>
                <a:lnTo>
                  <a:pt x="0" y="512883"/>
                </a:lnTo>
                <a:lnTo>
                  <a:pt x="0" y="493967"/>
                </a:lnTo>
                <a:lnTo>
                  <a:pt x="0" y="475059"/>
                </a:lnTo>
                <a:lnTo>
                  <a:pt x="0" y="456143"/>
                </a:lnTo>
                <a:lnTo>
                  <a:pt x="0" y="437236"/>
                </a:lnTo>
                <a:lnTo>
                  <a:pt x="0" y="418319"/>
                </a:lnTo>
                <a:lnTo>
                  <a:pt x="0" y="399412"/>
                </a:lnTo>
                <a:lnTo>
                  <a:pt x="0" y="380495"/>
                </a:lnTo>
                <a:lnTo>
                  <a:pt x="0" y="361588"/>
                </a:lnTo>
                <a:lnTo>
                  <a:pt x="0" y="342681"/>
                </a:lnTo>
                <a:lnTo>
                  <a:pt x="0" y="323764"/>
                </a:lnTo>
                <a:lnTo>
                  <a:pt x="0" y="304857"/>
                </a:lnTo>
                <a:lnTo>
                  <a:pt x="0" y="285941"/>
                </a:lnTo>
                <a:lnTo>
                  <a:pt x="0" y="267033"/>
                </a:lnTo>
                <a:lnTo>
                  <a:pt x="0" y="248117"/>
                </a:lnTo>
                <a:lnTo>
                  <a:pt x="0" y="229210"/>
                </a:lnTo>
                <a:lnTo>
                  <a:pt x="0" y="210293"/>
                </a:lnTo>
                <a:lnTo>
                  <a:pt x="0" y="191386"/>
                </a:lnTo>
                <a:lnTo>
                  <a:pt x="0" y="172469"/>
                </a:lnTo>
                <a:lnTo>
                  <a:pt x="0" y="153562"/>
                </a:lnTo>
                <a:lnTo>
                  <a:pt x="0" y="134645"/>
                </a:lnTo>
                <a:lnTo>
                  <a:pt x="8449" y="121787"/>
                </a:lnTo>
                <a:lnTo>
                  <a:pt x="26356" y="115700"/>
                </a:lnTo>
                <a:lnTo>
                  <a:pt x="44263" y="109604"/>
                </a:lnTo>
                <a:lnTo>
                  <a:pt x="62160" y="103518"/>
                </a:lnTo>
                <a:lnTo>
                  <a:pt x="80067" y="97431"/>
                </a:lnTo>
                <a:lnTo>
                  <a:pt x="97974" y="91345"/>
                </a:lnTo>
                <a:lnTo>
                  <a:pt x="115881" y="85249"/>
                </a:lnTo>
                <a:lnTo>
                  <a:pt x="133779" y="79162"/>
                </a:lnTo>
                <a:lnTo>
                  <a:pt x="151686" y="73076"/>
                </a:lnTo>
                <a:lnTo>
                  <a:pt x="169593" y="66980"/>
                </a:lnTo>
                <a:lnTo>
                  <a:pt x="187500" y="60893"/>
                </a:lnTo>
                <a:lnTo>
                  <a:pt x="205397" y="54807"/>
                </a:lnTo>
                <a:lnTo>
                  <a:pt x="223304" y="48711"/>
                </a:lnTo>
                <a:lnTo>
                  <a:pt x="241211" y="42624"/>
                </a:lnTo>
                <a:lnTo>
                  <a:pt x="259118" y="36538"/>
                </a:lnTo>
                <a:lnTo>
                  <a:pt x="277016" y="30451"/>
                </a:lnTo>
                <a:lnTo>
                  <a:pt x="294923" y="24355"/>
                </a:lnTo>
                <a:lnTo>
                  <a:pt x="312830" y="18269"/>
                </a:lnTo>
                <a:lnTo>
                  <a:pt x="330727" y="12182"/>
                </a:lnTo>
                <a:lnTo>
                  <a:pt x="348634" y="6086"/>
                </a:lnTo>
                <a:lnTo>
                  <a:pt x="366541" y="0"/>
                </a:lnTo>
                <a:lnTo>
                  <a:pt x="375285" y="6706"/>
                </a:lnTo>
                <a:lnTo>
                  <a:pt x="375285" y="25613"/>
                </a:lnTo>
                <a:lnTo>
                  <a:pt x="375285" y="44520"/>
                </a:lnTo>
                <a:lnTo>
                  <a:pt x="375285" y="63437"/>
                </a:lnTo>
                <a:lnTo>
                  <a:pt x="375285" y="82344"/>
                </a:lnTo>
                <a:lnTo>
                  <a:pt x="375285" y="101260"/>
                </a:lnTo>
                <a:lnTo>
                  <a:pt x="375285" y="120167"/>
                </a:lnTo>
                <a:lnTo>
                  <a:pt x="375285" y="139084"/>
                </a:lnTo>
                <a:lnTo>
                  <a:pt x="375285" y="157991"/>
                </a:lnTo>
                <a:lnTo>
                  <a:pt x="375285" y="176908"/>
                </a:lnTo>
                <a:lnTo>
                  <a:pt x="375285" y="195815"/>
                </a:lnTo>
                <a:lnTo>
                  <a:pt x="375285" y="214732"/>
                </a:lnTo>
                <a:lnTo>
                  <a:pt x="375285" y="233639"/>
                </a:lnTo>
                <a:lnTo>
                  <a:pt x="375285" y="252555"/>
                </a:lnTo>
                <a:lnTo>
                  <a:pt x="375285" y="271463"/>
                </a:lnTo>
                <a:lnTo>
                  <a:pt x="375285" y="290379"/>
                </a:lnTo>
                <a:lnTo>
                  <a:pt x="375285" y="309286"/>
                </a:lnTo>
                <a:lnTo>
                  <a:pt x="375285" y="328203"/>
                </a:lnTo>
                <a:lnTo>
                  <a:pt x="375285" y="347110"/>
                </a:lnTo>
                <a:lnTo>
                  <a:pt x="375285" y="366027"/>
                </a:lnTo>
                <a:lnTo>
                  <a:pt x="375285" y="384934"/>
                </a:lnTo>
                <a:lnTo>
                  <a:pt x="375285" y="403850"/>
                </a:lnTo>
                <a:lnTo>
                  <a:pt x="375285" y="422758"/>
                </a:lnTo>
                <a:lnTo>
                  <a:pt x="366655" y="435912"/>
                </a:lnTo>
                <a:lnTo>
                  <a:pt x="349196" y="443179"/>
                </a:lnTo>
                <a:lnTo>
                  <a:pt x="331737" y="450447"/>
                </a:lnTo>
                <a:lnTo>
                  <a:pt x="314268" y="457714"/>
                </a:lnTo>
                <a:lnTo>
                  <a:pt x="296809" y="464982"/>
                </a:lnTo>
                <a:lnTo>
                  <a:pt x="279349" y="472250"/>
                </a:lnTo>
                <a:lnTo>
                  <a:pt x="261890" y="479517"/>
                </a:lnTo>
                <a:lnTo>
                  <a:pt x="244431" y="486785"/>
                </a:lnTo>
                <a:lnTo>
                  <a:pt x="226971" y="494052"/>
                </a:lnTo>
                <a:lnTo>
                  <a:pt x="209512" y="501320"/>
                </a:lnTo>
                <a:lnTo>
                  <a:pt x="192053" y="508587"/>
                </a:lnTo>
                <a:lnTo>
                  <a:pt x="174593" y="515855"/>
                </a:lnTo>
                <a:lnTo>
                  <a:pt x="157134" y="523123"/>
                </a:lnTo>
                <a:lnTo>
                  <a:pt x="139675" y="530390"/>
                </a:lnTo>
                <a:lnTo>
                  <a:pt x="122215" y="537658"/>
                </a:lnTo>
                <a:lnTo>
                  <a:pt x="104756" y="544925"/>
                </a:lnTo>
                <a:lnTo>
                  <a:pt x="87297" y="552193"/>
                </a:lnTo>
                <a:lnTo>
                  <a:pt x="69837" y="559460"/>
                </a:lnTo>
                <a:lnTo>
                  <a:pt x="52378" y="566728"/>
                </a:lnTo>
                <a:lnTo>
                  <a:pt x="34919" y="573996"/>
                </a:lnTo>
                <a:lnTo>
                  <a:pt x="17459" y="581263"/>
                </a:lnTo>
                <a:lnTo>
                  <a:pt x="0" y="58853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2D294677-D279-46F5-966F-CD6C55E7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013" y="4931093"/>
            <a:ext cx="2436819" cy="156210"/>
          </a:xfrm>
          <a:custGeom xmlns:a="http://schemas.openxmlformats.org/drawingml/2006/main">
            <a:pathLst>
              <a:path w="2436819" h="156210">
                <a:moveTo>
                  <a:pt x="0" y="156210"/>
                </a:moveTo>
                <a:lnTo>
                  <a:pt x="20564" y="156210"/>
                </a:lnTo>
                <a:lnTo>
                  <a:pt x="41129" y="156210"/>
                </a:lnTo>
                <a:lnTo>
                  <a:pt x="61693" y="156210"/>
                </a:lnTo>
                <a:lnTo>
                  <a:pt x="82258" y="156210"/>
                </a:lnTo>
                <a:lnTo>
                  <a:pt x="102822" y="156210"/>
                </a:lnTo>
                <a:lnTo>
                  <a:pt x="123387" y="156210"/>
                </a:lnTo>
                <a:lnTo>
                  <a:pt x="143951" y="156210"/>
                </a:lnTo>
                <a:lnTo>
                  <a:pt x="164516" y="156210"/>
                </a:lnTo>
                <a:lnTo>
                  <a:pt x="185080" y="156210"/>
                </a:lnTo>
                <a:lnTo>
                  <a:pt x="205645" y="156210"/>
                </a:lnTo>
                <a:lnTo>
                  <a:pt x="226209" y="156210"/>
                </a:lnTo>
                <a:lnTo>
                  <a:pt x="246774" y="156210"/>
                </a:lnTo>
                <a:lnTo>
                  <a:pt x="267338" y="156210"/>
                </a:lnTo>
                <a:lnTo>
                  <a:pt x="287903" y="156210"/>
                </a:lnTo>
                <a:lnTo>
                  <a:pt x="308467" y="156210"/>
                </a:lnTo>
                <a:lnTo>
                  <a:pt x="329032" y="156210"/>
                </a:lnTo>
                <a:lnTo>
                  <a:pt x="349596" y="156210"/>
                </a:lnTo>
                <a:lnTo>
                  <a:pt x="370161" y="156210"/>
                </a:lnTo>
                <a:lnTo>
                  <a:pt x="390725" y="156210"/>
                </a:lnTo>
                <a:lnTo>
                  <a:pt x="411290" y="156210"/>
                </a:lnTo>
                <a:lnTo>
                  <a:pt x="431854" y="156210"/>
                </a:lnTo>
                <a:lnTo>
                  <a:pt x="452418" y="156210"/>
                </a:lnTo>
                <a:lnTo>
                  <a:pt x="472983" y="156210"/>
                </a:lnTo>
                <a:lnTo>
                  <a:pt x="493547" y="156210"/>
                </a:lnTo>
                <a:lnTo>
                  <a:pt x="514112" y="156210"/>
                </a:lnTo>
                <a:lnTo>
                  <a:pt x="534676" y="156210"/>
                </a:lnTo>
                <a:lnTo>
                  <a:pt x="555241" y="156210"/>
                </a:lnTo>
                <a:lnTo>
                  <a:pt x="575805" y="156210"/>
                </a:lnTo>
                <a:lnTo>
                  <a:pt x="596370" y="156210"/>
                </a:lnTo>
                <a:lnTo>
                  <a:pt x="616934" y="156210"/>
                </a:lnTo>
                <a:lnTo>
                  <a:pt x="637499" y="156210"/>
                </a:lnTo>
                <a:lnTo>
                  <a:pt x="658063" y="156210"/>
                </a:lnTo>
                <a:lnTo>
                  <a:pt x="678628" y="156210"/>
                </a:lnTo>
                <a:lnTo>
                  <a:pt x="699192" y="156210"/>
                </a:lnTo>
                <a:lnTo>
                  <a:pt x="719757" y="156210"/>
                </a:lnTo>
                <a:lnTo>
                  <a:pt x="740321" y="156210"/>
                </a:lnTo>
                <a:lnTo>
                  <a:pt x="760886" y="156210"/>
                </a:lnTo>
                <a:lnTo>
                  <a:pt x="781450" y="156210"/>
                </a:lnTo>
                <a:lnTo>
                  <a:pt x="802015" y="156210"/>
                </a:lnTo>
                <a:lnTo>
                  <a:pt x="822579" y="156210"/>
                </a:lnTo>
                <a:lnTo>
                  <a:pt x="843143" y="156210"/>
                </a:lnTo>
                <a:lnTo>
                  <a:pt x="863708" y="156210"/>
                </a:lnTo>
                <a:lnTo>
                  <a:pt x="884272" y="156210"/>
                </a:lnTo>
                <a:lnTo>
                  <a:pt x="904837" y="156210"/>
                </a:lnTo>
                <a:lnTo>
                  <a:pt x="925401" y="156210"/>
                </a:lnTo>
                <a:lnTo>
                  <a:pt x="945966" y="156210"/>
                </a:lnTo>
                <a:lnTo>
                  <a:pt x="966530" y="156210"/>
                </a:lnTo>
                <a:lnTo>
                  <a:pt x="987095" y="156210"/>
                </a:lnTo>
                <a:lnTo>
                  <a:pt x="1007659" y="156210"/>
                </a:lnTo>
                <a:lnTo>
                  <a:pt x="1028224" y="156210"/>
                </a:lnTo>
                <a:lnTo>
                  <a:pt x="1048788" y="156210"/>
                </a:lnTo>
                <a:lnTo>
                  <a:pt x="1069353" y="156210"/>
                </a:lnTo>
                <a:lnTo>
                  <a:pt x="1089917" y="156210"/>
                </a:lnTo>
                <a:lnTo>
                  <a:pt x="1110482" y="156210"/>
                </a:lnTo>
                <a:lnTo>
                  <a:pt x="1131046" y="156210"/>
                </a:lnTo>
                <a:lnTo>
                  <a:pt x="1151611" y="156210"/>
                </a:lnTo>
                <a:lnTo>
                  <a:pt x="1172175" y="156210"/>
                </a:lnTo>
                <a:lnTo>
                  <a:pt x="1192740" y="156210"/>
                </a:lnTo>
                <a:lnTo>
                  <a:pt x="1213304" y="156210"/>
                </a:lnTo>
                <a:lnTo>
                  <a:pt x="1233869" y="156210"/>
                </a:lnTo>
                <a:lnTo>
                  <a:pt x="1254433" y="156210"/>
                </a:lnTo>
                <a:lnTo>
                  <a:pt x="1274997" y="156210"/>
                </a:lnTo>
                <a:lnTo>
                  <a:pt x="1295562" y="156210"/>
                </a:lnTo>
                <a:lnTo>
                  <a:pt x="1316126" y="156210"/>
                </a:lnTo>
                <a:lnTo>
                  <a:pt x="1336691" y="156210"/>
                </a:lnTo>
                <a:lnTo>
                  <a:pt x="1357255" y="156210"/>
                </a:lnTo>
                <a:lnTo>
                  <a:pt x="1377820" y="156210"/>
                </a:lnTo>
                <a:lnTo>
                  <a:pt x="1398384" y="156210"/>
                </a:lnTo>
                <a:lnTo>
                  <a:pt x="1418949" y="156210"/>
                </a:lnTo>
                <a:lnTo>
                  <a:pt x="1439513" y="156210"/>
                </a:lnTo>
                <a:lnTo>
                  <a:pt x="1460078" y="156210"/>
                </a:lnTo>
                <a:lnTo>
                  <a:pt x="1480642" y="156210"/>
                </a:lnTo>
                <a:lnTo>
                  <a:pt x="1501207" y="156210"/>
                </a:lnTo>
                <a:lnTo>
                  <a:pt x="1521771" y="156210"/>
                </a:lnTo>
                <a:lnTo>
                  <a:pt x="1542336" y="156210"/>
                </a:lnTo>
                <a:lnTo>
                  <a:pt x="1562900" y="156210"/>
                </a:lnTo>
                <a:lnTo>
                  <a:pt x="1583465" y="156210"/>
                </a:lnTo>
                <a:lnTo>
                  <a:pt x="1604029" y="156210"/>
                </a:lnTo>
                <a:lnTo>
                  <a:pt x="1624594" y="156210"/>
                </a:lnTo>
                <a:lnTo>
                  <a:pt x="1645158" y="156210"/>
                </a:lnTo>
                <a:lnTo>
                  <a:pt x="1665722" y="156210"/>
                </a:lnTo>
                <a:lnTo>
                  <a:pt x="1686287" y="156210"/>
                </a:lnTo>
                <a:lnTo>
                  <a:pt x="1706851" y="156210"/>
                </a:lnTo>
                <a:lnTo>
                  <a:pt x="1727416" y="156210"/>
                </a:lnTo>
                <a:lnTo>
                  <a:pt x="1747980" y="156210"/>
                </a:lnTo>
                <a:lnTo>
                  <a:pt x="1768545" y="156210"/>
                </a:lnTo>
                <a:lnTo>
                  <a:pt x="1789109" y="156210"/>
                </a:lnTo>
                <a:lnTo>
                  <a:pt x="1809674" y="156210"/>
                </a:lnTo>
                <a:lnTo>
                  <a:pt x="1830238" y="156210"/>
                </a:lnTo>
                <a:lnTo>
                  <a:pt x="1850803" y="156210"/>
                </a:lnTo>
                <a:lnTo>
                  <a:pt x="1871367" y="156210"/>
                </a:lnTo>
                <a:lnTo>
                  <a:pt x="1891932" y="156210"/>
                </a:lnTo>
                <a:lnTo>
                  <a:pt x="1912496" y="156210"/>
                </a:lnTo>
                <a:lnTo>
                  <a:pt x="1933061" y="156210"/>
                </a:lnTo>
                <a:lnTo>
                  <a:pt x="1953625" y="156210"/>
                </a:lnTo>
                <a:lnTo>
                  <a:pt x="1974190" y="156210"/>
                </a:lnTo>
                <a:lnTo>
                  <a:pt x="1994754" y="156210"/>
                </a:lnTo>
                <a:lnTo>
                  <a:pt x="2015319" y="156210"/>
                </a:lnTo>
                <a:lnTo>
                  <a:pt x="2035883" y="156210"/>
                </a:lnTo>
                <a:lnTo>
                  <a:pt x="2056448" y="156210"/>
                </a:lnTo>
                <a:lnTo>
                  <a:pt x="2076098" y="151600"/>
                </a:lnTo>
                <a:lnTo>
                  <a:pt x="2095081" y="143694"/>
                </a:lnTo>
                <a:lnTo>
                  <a:pt x="2114064" y="135798"/>
                </a:lnTo>
                <a:lnTo>
                  <a:pt x="2133048" y="127892"/>
                </a:lnTo>
                <a:lnTo>
                  <a:pt x="2152040" y="119986"/>
                </a:lnTo>
                <a:lnTo>
                  <a:pt x="2171024" y="112090"/>
                </a:lnTo>
                <a:lnTo>
                  <a:pt x="2190007" y="104184"/>
                </a:lnTo>
                <a:lnTo>
                  <a:pt x="2208990" y="96279"/>
                </a:lnTo>
                <a:lnTo>
                  <a:pt x="2227974" y="88382"/>
                </a:lnTo>
                <a:lnTo>
                  <a:pt x="2246967" y="80477"/>
                </a:lnTo>
                <a:lnTo>
                  <a:pt x="2265950" y="72571"/>
                </a:lnTo>
                <a:lnTo>
                  <a:pt x="2284933" y="64675"/>
                </a:lnTo>
                <a:lnTo>
                  <a:pt x="2303917" y="56769"/>
                </a:lnTo>
                <a:lnTo>
                  <a:pt x="2322909" y="48863"/>
                </a:lnTo>
                <a:lnTo>
                  <a:pt x="2341893" y="40967"/>
                </a:lnTo>
                <a:lnTo>
                  <a:pt x="2360876" y="33061"/>
                </a:lnTo>
                <a:lnTo>
                  <a:pt x="2379859" y="25156"/>
                </a:lnTo>
                <a:lnTo>
                  <a:pt x="2398843" y="17259"/>
                </a:lnTo>
                <a:lnTo>
                  <a:pt x="2417836" y="9354"/>
                </a:lnTo>
                <a:lnTo>
                  <a:pt x="2436819" y="1448"/>
                </a:lnTo>
                <a:lnTo>
                  <a:pt x="2423522" y="0"/>
                </a:lnTo>
                <a:lnTo>
                  <a:pt x="2402957" y="0"/>
                </a:lnTo>
                <a:lnTo>
                  <a:pt x="2382393" y="0"/>
                </a:lnTo>
                <a:lnTo>
                  <a:pt x="2361829" y="0"/>
                </a:lnTo>
                <a:lnTo>
                  <a:pt x="2341264" y="0"/>
                </a:lnTo>
                <a:lnTo>
                  <a:pt x="2320700" y="0"/>
                </a:lnTo>
                <a:lnTo>
                  <a:pt x="2300135" y="0"/>
                </a:lnTo>
                <a:lnTo>
                  <a:pt x="2279571" y="0"/>
                </a:lnTo>
                <a:lnTo>
                  <a:pt x="2259006" y="0"/>
                </a:lnTo>
                <a:lnTo>
                  <a:pt x="2238442" y="0"/>
                </a:lnTo>
                <a:lnTo>
                  <a:pt x="2217877" y="0"/>
                </a:lnTo>
                <a:lnTo>
                  <a:pt x="2197313" y="0"/>
                </a:lnTo>
                <a:lnTo>
                  <a:pt x="2176748" y="0"/>
                </a:lnTo>
                <a:lnTo>
                  <a:pt x="2156184" y="0"/>
                </a:lnTo>
                <a:lnTo>
                  <a:pt x="2135619" y="0"/>
                </a:lnTo>
                <a:lnTo>
                  <a:pt x="2115055" y="0"/>
                </a:lnTo>
                <a:lnTo>
                  <a:pt x="2094481" y="0"/>
                </a:lnTo>
                <a:lnTo>
                  <a:pt x="2073916" y="0"/>
                </a:lnTo>
                <a:lnTo>
                  <a:pt x="2053361" y="0"/>
                </a:lnTo>
                <a:lnTo>
                  <a:pt x="2032797" y="0"/>
                </a:lnTo>
                <a:lnTo>
                  <a:pt x="2012223" y="0"/>
                </a:lnTo>
                <a:lnTo>
                  <a:pt x="1991658" y="0"/>
                </a:lnTo>
                <a:lnTo>
                  <a:pt x="1971094" y="0"/>
                </a:lnTo>
                <a:lnTo>
                  <a:pt x="1950530" y="0"/>
                </a:lnTo>
                <a:lnTo>
                  <a:pt x="1929965" y="0"/>
                </a:lnTo>
                <a:lnTo>
                  <a:pt x="1909401" y="0"/>
                </a:lnTo>
                <a:lnTo>
                  <a:pt x="1888836" y="0"/>
                </a:lnTo>
                <a:lnTo>
                  <a:pt x="1868272" y="0"/>
                </a:lnTo>
                <a:lnTo>
                  <a:pt x="1847707" y="0"/>
                </a:lnTo>
                <a:lnTo>
                  <a:pt x="1827143" y="0"/>
                </a:lnTo>
                <a:lnTo>
                  <a:pt x="1806578" y="0"/>
                </a:lnTo>
                <a:lnTo>
                  <a:pt x="1786014" y="0"/>
                </a:lnTo>
                <a:lnTo>
                  <a:pt x="1765449" y="0"/>
                </a:lnTo>
                <a:lnTo>
                  <a:pt x="1744885" y="0"/>
                </a:lnTo>
                <a:lnTo>
                  <a:pt x="1724320" y="0"/>
                </a:lnTo>
                <a:lnTo>
                  <a:pt x="1703756" y="0"/>
                </a:lnTo>
                <a:lnTo>
                  <a:pt x="1683191" y="0"/>
                </a:lnTo>
                <a:lnTo>
                  <a:pt x="1662627" y="0"/>
                </a:lnTo>
                <a:lnTo>
                  <a:pt x="1642062" y="0"/>
                </a:lnTo>
                <a:lnTo>
                  <a:pt x="1621498" y="0"/>
                </a:lnTo>
                <a:lnTo>
                  <a:pt x="1600933" y="0"/>
                </a:lnTo>
                <a:lnTo>
                  <a:pt x="1580369" y="0"/>
                </a:lnTo>
                <a:lnTo>
                  <a:pt x="1559804" y="0"/>
                </a:lnTo>
                <a:lnTo>
                  <a:pt x="1539240" y="0"/>
                </a:lnTo>
                <a:lnTo>
                  <a:pt x="1518676" y="0"/>
                </a:lnTo>
                <a:lnTo>
                  <a:pt x="1498111" y="0"/>
                </a:lnTo>
                <a:lnTo>
                  <a:pt x="1477547" y="0"/>
                </a:lnTo>
                <a:lnTo>
                  <a:pt x="1456982" y="0"/>
                </a:lnTo>
                <a:lnTo>
                  <a:pt x="1436418" y="0"/>
                </a:lnTo>
                <a:lnTo>
                  <a:pt x="1415853" y="0"/>
                </a:lnTo>
                <a:lnTo>
                  <a:pt x="1395289" y="0"/>
                </a:lnTo>
                <a:lnTo>
                  <a:pt x="1374724" y="0"/>
                </a:lnTo>
                <a:lnTo>
                  <a:pt x="1354160" y="0"/>
                </a:lnTo>
                <a:lnTo>
                  <a:pt x="1333595" y="0"/>
                </a:lnTo>
                <a:lnTo>
                  <a:pt x="1313031" y="0"/>
                </a:lnTo>
                <a:lnTo>
                  <a:pt x="1292466" y="0"/>
                </a:lnTo>
                <a:lnTo>
                  <a:pt x="1271902" y="0"/>
                </a:lnTo>
                <a:lnTo>
                  <a:pt x="1251337" y="0"/>
                </a:lnTo>
                <a:lnTo>
                  <a:pt x="1230773" y="0"/>
                </a:lnTo>
                <a:lnTo>
                  <a:pt x="1210208" y="0"/>
                </a:lnTo>
                <a:lnTo>
                  <a:pt x="1189644" y="0"/>
                </a:lnTo>
                <a:lnTo>
                  <a:pt x="1169079" y="0"/>
                </a:lnTo>
                <a:lnTo>
                  <a:pt x="1148515" y="0"/>
                </a:lnTo>
                <a:lnTo>
                  <a:pt x="1127951" y="0"/>
                </a:lnTo>
                <a:lnTo>
                  <a:pt x="1107386" y="0"/>
                </a:lnTo>
                <a:lnTo>
                  <a:pt x="1086822" y="0"/>
                </a:lnTo>
                <a:lnTo>
                  <a:pt x="1066257" y="0"/>
                </a:lnTo>
                <a:lnTo>
                  <a:pt x="1045693" y="0"/>
                </a:lnTo>
                <a:lnTo>
                  <a:pt x="1025128" y="0"/>
                </a:lnTo>
                <a:lnTo>
                  <a:pt x="1004564" y="0"/>
                </a:lnTo>
                <a:lnTo>
                  <a:pt x="983999" y="0"/>
                </a:lnTo>
                <a:lnTo>
                  <a:pt x="963435" y="0"/>
                </a:lnTo>
                <a:lnTo>
                  <a:pt x="942870" y="0"/>
                </a:lnTo>
                <a:lnTo>
                  <a:pt x="922306" y="0"/>
                </a:lnTo>
                <a:lnTo>
                  <a:pt x="901741" y="0"/>
                </a:lnTo>
                <a:lnTo>
                  <a:pt x="881177" y="0"/>
                </a:lnTo>
                <a:lnTo>
                  <a:pt x="860612" y="0"/>
                </a:lnTo>
                <a:lnTo>
                  <a:pt x="840048" y="0"/>
                </a:lnTo>
                <a:lnTo>
                  <a:pt x="819483" y="0"/>
                </a:lnTo>
                <a:lnTo>
                  <a:pt x="798919" y="0"/>
                </a:lnTo>
                <a:lnTo>
                  <a:pt x="778354" y="0"/>
                </a:lnTo>
                <a:lnTo>
                  <a:pt x="757790" y="0"/>
                </a:lnTo>
                <a:lnTo>
                  <a:pt x="737225" y="0"/>
                </a:lnTo>
                <a:lnTo>
                  <a:pt x="716661" y="0"/>
                </a:lnTo>
                <a:lnTo>
                  <a:pt x="696097" y="0"/>
                </a:lnTo>
                <a:lnTo>
                  <a:pt x="675532" y="0"/>
                </a:lnTo>
                <a:lnTo>
                  <a:pt x="654968" y="0"/>
                </a:lnTo>
                <a:lnTo>
                  <a:pt x="634403" y="0"/>
                </a:lnTo>
                <a:lnTo>
                  <a:pt x="613839" y="0"/>
                </a:lnTo>
                <a:lnTo>
                  <a:pt x="593274" y="0"/>
                </a:lnTo>
                <a:lnTo>
                  <a:pt x="572710" y="0"/>
                </a:lnTo>
                <a:lnTo>
                  <a:pt x="552145" y="0"/>
                </a:lnTo>
                <a:lnTo>
                  <a:pt x="531581" y="0"/>
                </a:lnTo>
                <a:lnTo>
                  <a:pt x="511016" y="0"/>
                </a:lnTo>
                <a:lnTo>
                  <a:pt x="491052" y="3972"/>
                </a:lnTo>
                <a:lnTo>
                  <a:pt x="471411" y="10058"/>
                </a:lnTo>
                <a:lnTo>
                  <a:pt x="451771" y="16154"/>
                </a:lnTo>
                <a:lnTo>
                  <a:pt x="432130" y="22241"/>
                </a:lnTo>
                <a:lnTo>
                  <a:pt x="412490" y="28327"/>
                </a:lnTo>
                <a:lnTo>
                  <a:pt x="392849" y="34423"/>
                </a:lnTo>
                <a:lnTo>
                  <a:pt x="373199" y="40510"/>
                </a:lnTo>
                <a:lnTo>
                  <a:pt x="353558" y="46596"/>
                </a:lnTo>
                <a:lnTo>
                  <a:pt x="333918" y="52692"/>
                </a:lnTo>
                <a:lnTo>
                  <a:pt x="314277" y="58779"/>
                </a:lnTo>
                <a:lnTo>
                  <a:pt x="294637" y="64865"/>
                </a:lnTo>
                <a:lnTo>
                  <a:pt x="274987" y="70961"/>
                </a:lnTo>
                <a:lnTo>
                  <a:pt x="255346" y="77048"/>
                </a:lnTo>
                <a:lnTo>
                  <a:pt x="235706" y="83134"/>
                </a:lnTo>
                <a:lnTo>
                  <a:pt x="216065" y="89230"/>
                </a:lnTo>
                <a:lnTo>
                  <a:pt x="196425" y="95317"/>
                </a:lnTo>
                <a:lnTo>
                  <a:pt x="176784" y="101403"/>
                </a:lnTo>
                <a:lnTo>
                  <a:pt x="157134" y="107490"/>
                </a:lnTo>
                <a:lnTo>
                  <a:pt x="137493" y="113586"/>
                </a:lnTo>
                <a:lnTo>
                  <a:pt x="117853" y="119672"/>
                </a:lnTo>
                <a:lnTo>
                  <a:pt x="98212" y="125759"/>
                </a:lnTo>
                <a:lnTo>
                  <a:pt x="78572" y="131855"/>
                </a:lnTo>
                <a:lnTo>
                  <a:pt x="58931" y="137941"/>
                </a:lnTo>
                <a:lnTo>
                  <a:pt x="39281" y="144028"/>
                </a:lnTo>
                <a:lnTo>
                  <a:pt x="19641" y="150124"/>
                </a:lnTo>
                <a:lnTo>
                  <a:pt x="0" y="15621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C0CB5913-677B-4A38-A874-86CC3631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8" y="4931093"/>
            <a:ext cx="2282190" cy="156210"/>
          </a:xfrm>
          <a:custGeom xmlns:a="http://schemas.openxmlformats.org/drawingml/2006/main">
            <a:pathLst>
              <a:path w="2282190" h="156210">
                <a:moveTo>
                  <a:pt x="0" y="156210"/>
                </a:moveTo>
                <a:lnTo>
                  <a:pt x="18955" y="156210"/>
                </a:lnTo>
                <a:lnTo>
                  <a:pt x="37919" y="156210"/>
                </a:lnTo>
                <a:lnTo>
                  <a:pt x="56874" y="156210"/>
                </a:lnTo>
                <a:lnTo>
                  <a:pt x="75838" y="156210"/>
                </a:lnTo>
                <a:lnTo>
                  <a:pt x="94793" y="156210"/>
                </a:lnTo>
                <a:lnTo>
                  <a:pt x="113757" y="156210"/>
                </a:lnTo>
                <a:lnTo>
                  <a:pt x="132712" y="156210"/>
                </a:lnTo>
                <a:lnTo>
                  <a:pt x="151667" y="156210"/>
                </a:lnTo>
                <a:lnTo>
                  <a:pt x="170631" y="156210"/>
                </a:lnTo>
                <a:lnTo>
                  <a:pt x="189586" y="156210"/>
                </a:lnTo>
                <a:lnTo>
                  <a:pt x="208550" y="156210"/>
                </a:lnTo>
                <a:lnTo>
                  <a:pt x="227505" y="156210"/>
                </a:lnTo>
                <a:lnTo>
                  <a:pt x="246459" y="156210"/>
                </a:lnTo>
                <a:lnTo>
                  <a:pt x="265424" y="156210"/>
                </a:lnTo>
                <a:lnTo>
                  <a:pt x="284378" y="156210"/>
                </a:lnTo>
                <a:lnTo>
                  <a:pt x="303343" y="156210"/>
                </a:lnTo>
                <a:lnTo>
                  <a:pt x="322297" y="156210"/>
                </a:lnTo>
                <a:lnTo>
                  <a:pt x="341262" y="156210"/>
                </a:lnTo>
                <a:lnTo>
                  <a:pt x="360216" y="156210"/>
                </a:lnTo>
                <a:lnTo>
                  <a:pt x="379171" y="156210"/>
                </a:lnTo>
                <a:lnTo>
                  <a:pt x="398135" y="156210"/>
                </a:lnTo>
                <a:lnTo>
                  <a:pt x="417090" y="156210"/>
                </a:lnTo>
                <a:lnTo>
                  <a:pt x="436055" y="156210"/>
                </a:lnTo>
                <a:lnTo>
                  <a:pt x="455009" y="156210"/>
                </a:lnTo>
                <a:lnTo>
                  <a:pt x="473974" y="156210"/>
                </a:lnTo>
                <a:lnTo>
                  <a:pt x="492928" y="156210"/>
                </a:lnTo>
                <a:lnTo>
                  <a:pt x="511883" y="156210"/>
                </a:lnTo>
                <a:lnTo>
                  <a:pt x="530847" y="156210"/>
                </a:lnTo>
                <a:lnTo>
                  <a:pt x="549802" y="156210"/>
                </a:lnTo>
                <a:lnTo>
                  <a:pt x="568766" y="156210"/>
                </a:lnTo>
                <a:lnTo>
                  <a:pt x="587721" y="156210"/>
                </a:lnTo>
                <a:lnTo>
                  <a:pt x="606685" y="156210"/>
                </a:lnTo>
                <a:lnTo>
                  <a:pt x="625640" y="156210"/>
                </a:lnTo>
                <a:lnTo>
                  <a:pt x="644595" y="156210"/>
                </a:lnTo>
                <a:lnTo>
                  <a:pt x="663559" y="156210"/>
                </a:lnTo>
                <a:lnTo>
                  <a:pt x="682514" y="156210"/>
                </a:lnTo>
                <a:lnTo>
                  <a:pt x="701478" y="156210"/>
                </a:lnTo>
                <a:lnTo>
                  <a:pt x="720433" y="156210"/>
                </a:lnTo>
                <a:lnTo>
                  <a:pt x="739388" y="156210"/>
                </a:lnTo>
                <a:lnTo>
                  <a:pt x="758352" y="156210"/>
                </a:lnTo>
                <a:lnTo>
                  <a:pt x="777307" y="156210"/>
                </a:lnTo>
                <a:lnTo>
                  <a:pt x="796271" y="156210"/>
                </a:lnTo>
                <a:lnTo>
                  <a:pt x="815226" y="156210"/>
                </a:lnTo>
                <a:lnTo>
                  <a:pt x="834190" y="156210"/>
                </a:lnTo>
                <a:lnTo>
                  <a:pt x="853145" y="156210"/>
                </a:lnTo>
                <a:lnTo>
                  <a:pt x="872099" y="156210"/>
                </a:lnTo>
                <a:lnTo>
                  <a:pt x="891064" y="156210"/>
                </a:lnTo>
                <a:lnTo>
                  <a:pt x="910019" y="156210"/>
                </a:lnTo>
                <a:lnTo>
                  <a:pt x="928983" y="156210"/>
                </a:lnTo>
                <a:lnTo>
                  <a:pt x="947938" y="156210"/>
                </a:lnTo>
                <a:lnTo>
                  <a:pt x="966902" y="156210"/>
                </a:lnTo>
                <a:lnTo>
                  <a:pt x="985857" y="156210"/>
                </a:lnTo>
                <a:lnTo>
                  <a:pt x="1004811" y="156210"/>
                </a:lnTo>
                <a:lnTo>
                  <a:pt x="1023776" y="156210"/>
                </a:lnTo>
                <a:lnTo>
                  <a:pt x="1042730" y="156210"/>
                </a:lnTo>
                <a:lnTo>
                  <a:pt x="1061695" y="156210"/>
                </a:lnTo>
                <a:lnTo>
                  <a:pt x="1080649" y="156210"/>
                </a:lnTo>
                <a:lnTo>
                  <a:pt x="1099604" y="156210"/>
                </a:lnTo>
                <a:lnTo>
                  <a:pt x="1118568" y="156210"/>
                </a:lnTo>
                <a:lnTo>
                  <a:pt x="1137523" y="156210"/>
                </a:lnTo>
                <a:lnTo>
                  <a:pt x="1156487" y="156210"/>
                </a:lnTo>
                <a:lnTo>
                  <a:pt x="1175442" y="156210"/>
                </a:lnTo>
                <a:lnTo>
                  <a:pt x="1194406" y="156210"/>
                </a:lnTo>
                <a:lnTo>
                  <a:pt x="1213361" y="156210"/>
                </a:lnTo>
                <a:lnTo>
                  <a:pt x="1232316" y="156210"/>
                </a:lnTo>
                <a:lnTo>
                  <a:pt x="1251280" y="156210"/>
                </a:lnTo>
                <a:lnTo>
                  <a:pt x="1270235" y="156210"/>
                </a:lnTo>
                <a:lnTo>
                  <a:pt x="1289199" y="156210"/>
                </a:lnTo>
                <a:lnTo>
                  <a:pt x="1308154" y="156210"/>
                </a:lnTo>
                <a:lnTo>
                  <a:pt x="1327118" y="156210"/>
                </a:lnTo>
                <a:lnTo>
                  <a:pt x="1346073" y="156210"/>
                </a:lnTo>
                <a:lnTo>
                  <a:pt x="1365028" y="156210"/>
                </a:lnTo>
                <a:lnTo>
                  <a:pt x="1383992" y="156210"/>
                </a:lnTo>
                <a:lnTo>
                  <a:pt x="1402947" y="156210"/>
                </a:lnTo>
                <a:lnTo>
                  <a:pt x="1421911" y="156210"/>
                </a:lnTo>
                <a:lnTo>
                  <a:pt x="1440866" y="156210"/>
                </a:lnTo>
                <a:lnTo>
                  <a:pt x="1459821" y="156210"/>
                </a:lnTo>
                <a:lnTo>
                  <a:pt x="1478785" y="156210"/>
                </a:lnTo>
                <a:lnTo>
                  <a:pt x="1497740" y="156210"/>
                </a:lnTo>
                <a:lnTo>
                  <a:pt x="1516704" y="156210"/>
                </a:lnTo>
                <a:lnTo>
                  <a:pt x="1535659" y="156210"/>
                </a:lnTo>
                <a:lnTo>
                  <a:pt x="1554623" y="156210"/>
                </a:lnTo>
                <a:lnTo>
                  <a:pt x="1573578" y="156210"/>
                </a:lnTo>
                <a:lnTo>
                  <a:pt x="1592532" y="156210"/>
                </a:lnTo>
                <a:lnTo>
                  <a:pt x="1611497" y="156210"/>
                </a:lnTo>
                <a:lnTo>
                  <a:pt x="1630451" y="156210"/>
                </a:lnTo>
                <a:lnTo>
                  <a:pt x="1649416" y="156210"/>
                </a:lnTo>
                <a:lnTo>
                  <a:pt x="1668370" y="156210"/>
                </a:lnTo>
                <a:lnTo>
                  <a:pt x="1687335" y="156210"/>
                </a:lnTo>
                <a:lnTo>
                  <a:pt x="1706289" y="156210"/>
                </a:lnTo>
                <a:lnTo>
                  <a:pt x="1725244" y="156210"/>
                </a:lnTo>
                <a:lnTo>
                  <a:pt x="1744208" y="156210"/>
                </a:lnTo>
                <a:lnTo>
                  <a:pt x="1763163" y="156210"/>
                </a:lnTo>
                <a:lnTo>
                  <a:pt x="1782128" y="156210"/>
                </a:lnTo>
                <a:lnTo>
                  <a:pt x="1801082" y="156210"/>
                </a:lnTo>
                <a:lnTo>
                  <a:pt x="1820047" y="156210"/>
                </a:lnTo>
                <a:lnTo>
                  <a:pt x="1839001" y="156210"/>
                </a:lnTo>
                <a:lnTo>
                  <a:pt x="1857956" y="156210"/>
                </a:lnTo>
                <a:lnTo>
                  <a:pt x="1876920" y="156210"/>
                </a:lnTo>
                <a:lnTo>
                  <a:pt x="1895875" y="156210"/>
                </a:lnTo>
                <a:lnTo>
                  <a:pt x="1913820" y="151038"/>
                </a:lnTo>
                <a:lnTo>
                  <a:pt x="1931356" y="143837"/>
                </a:lnTo>
                <a:lnTo>
                  <a:pt x="1948901" y="136646"/>
                </a:lnTo>
                <a:lnTo>
                  <a:pt x="1966436" y="129454"/>
                </a:lnTo>
                <a:lnTo>
                  <a:pt x="1983981" y="122263"/>
                </a:lnTo>
                <a:lnTo>
                  <a:pt x="2001526" y="115072"/>
                </a:lnTo>
                <a:lnTo>
                  <a:pt x="2019062" y="107880"/>
                </a:lnTo>
                <a:lnTo>
                  <a:pt x="2036607" y="100689"/>
                </a:lnTo>
                <a:lnTo>
                  <a:pt x="2054152" y="93497"/>
                </a:lnTo>
                <a:lnTo>
                  <a:pt x="2071688" y="86306"/>
                </a:lnTo>
                <a:lnTo>
                  <a:pt x="2089233" y="79115"/>
                </a:lnTo>
                <a:lnTo>
                  <a:pt x="2106778" y="71923"/>
                </a:lnTo>
                <a:lnTo>
                  <a:pt x="2124313" y="64732"/>
                </a:lnTo>
                <a:lnTo>
                  <a:pt x="2141858" y="57541"/>
                </a:lnTo>
                <a:lnTo>
                  <a:pt x="2159403" y="50349"/>
                </a:lnTo>
                <a:lnTo>
                  <a:pt x="2176939" y="43148"/>
                </a:lnTo>
                <a:lnTo>
                  <a:pt x="2194484" y="35957"/>
                </a:lnTo>
                <a:lnTo>
                  <a:pt x="2212019" y="28766"/>
                </a:lnTo>
                <a:lnTo>
                  <a:pt x="2229564" y="21574"/>
                </a:lnTo>
                <a:lnTo>
                  <a:pt x="2247109" y="14383"/>
                </a:lnTo>
                <a:lnTo>
                  <a:pt x="2264645" y="7191"/>
                </a:lnTo>
                <a:lnTo>
                  <a:pt x="2282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BF77D558-A95D-427B-9AAC-F4159FB6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085" y="4931093"/>
            <a:ext cx="1784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2C837704-318C-4962-A44C-A927E417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4063613"/>
            <a:ext cx="247650" cy="559822"/>
          </a:xfrm>
          <a:custGeom xmlns:a="http://schemas.openxmlformats.org/drawingml/2006/main">
            <a:pathLst>
              <a:path w="247650" h="559822">
                <a:moveTo>
                  <a:pt x="0" y="559822"/>
                </a:moveTo>
                <a:lnTo>
                  <a:pt x="0" y="540820"/>
                </a:lnTo>
                <a:lnTo>
                  <a:pt x="0" y="521818"/>
                </a:lnTo>
                <a:lnTo>
                  <a:pt x="0" y="502806"/>
                </a:lnTo>
                <a:lnTo>
                  <a:pt x="0" y="483803"/>
                </a:lnTo>
                <a:lnTo>
                  <a:pt x="0" y="464791"/>
                </a:lnTo>
                <a:lnTo>
                  <a:pt x="0" y="445789"/>
                </a:lnTo>
                <a:lnTo>
                  <a:pt x="0" y="426777"/>
                </a:lnTo>
                <a:lnTo>
                  <a:pt x="0" y="407775"/>
                </a:lnTo>
                <a:lnTo>
                  <a:pt x="0" y="388772"/>
                </a:lnTo>
                <a:lnTo>
                  <a:pt x="0" y="369761"/>
                </a:lnTo>
                <a:lnTo>
                  <a:pt x="0" y="350758"/>
                </a:lnTo>
                <a:lnTo>
                  <a:pt x="0" y="331746"/>
                </a:lnTo>
                <a:lnTo>
                  <a:pt x="0" y="312744"/>
                </a:lnTo>
                <a:lnTo>
                  <a:pt x="0" y="293732"/>
                </a:lnTo>
                <a:lnTo>
                  <a:pt x="0" y="274730"/>
                </a:lnTo>
                <a:lnTo>
                  <a:pt x="0" y="255727"/>
                </a:lnTo>
                <a:lnTo>
                  <a:pt x="0" y="236715"/>
                </a:lnTo>
                <a:lnTo>
                  <a:pt x="0" y="217713"/>
                </a:lnTo>
                <a:lnTo>
                  <a:pt x="0" y="198701"/>
                </a:lnTo>
                <a:lnTo>
                  <a:pt x="0" y="179699"/>
                </a:lnTo>
                <a:lnTo>
                  <a:pt x="0" y="160687"/>
                </a:lnTo>
                <a:lnTo>
                  <a:pt x="0" y="141684"/>
                </a:lnTo>
                <a:lnTo>
                  <a:pt x="0" y="122682"/>
                </a:lnTo>
                <a:lnTo>
                  <a:pt x="0" y="103670"/>
                </a:lnTo>
                <a:lnTo>
                  <a:pt x="10487" y="91764"/>
                </a:lnTo>
                <a:lnTo>
                  <a:pt x="28137" y="84706"/>
                </a:lnTo>
                <a:lnTo>
                  <a:pt x="45777" y="77648"/>
                </a:lnTo>
                <a:lnTo>
                  <a:pt x="63427" y="70590"/>
                </a:lnTo>
                <a:lnTo>
                  <a:pt x="81077" y="63532"/>
                </a:lnTo>
                <a:lnTo>
                  <a:pt x="98727" y="56474"/>
                </a:lnTo>
                <a:lnTo>
                  <a:pt x="116367" y="49416"/>
                </a:lnTo>
                <a:lnTo>
                  <a:pt x="134017" y="42358"/>
                </a:lnTo>
                <a:lnTo>
                  <a:pt x="151667" y="35290"/>
                </a:lnTo>
                <a:lnTo>
                  <a:pt x="169307" y="28232"/>
                </a:lnTo>
                <a:lnTo>
                  <a:pt x="186957" y="21174"/>
                </a:lnTo>
                <a:lnTo>
                  <a:pt x="204607" y="14116"/>
                </a:lnTo>
                <a:lnTo>
                  <a:pt x="222256" y="7058"/>
                </a:lnTo>
                <a:lnTo>
                  <a:pt x="239897" y="0"/>
                </a:lnTo>
                <a:lnTo>
                  <a:pt x="247650" y="7553"/>
                </a:lnTo>
                <a:lnTo>
                  <a:pt x="247650" y="26565"/>
                </a:lnTo>
                <a:lnTo>
                  <a:pt x="247650" y="45568"/>
                </a:lnTo>
                <a:lnTo>
                  <a:pt x="247650" y="64580"/>
                </a:lnTo>
                <a:lnTo>
                  <a:pt x="247650" y="83582"/>
                </a:lnTo>
                <a:lnTo>
                  <a:pt x="247650" y="102594"/>
                </a:lnTo>
                <a:lnTo>
                  <a:pt x="247650" y="121596"/>
                </a:lnTo>
                <a:lnTo>
                  <a:pt x="247650" y="140608"/>
                </a:lnTo>
                <a:lnTo>
                  <a:pt x="247650" y="159610"/>
                </a:lnTo>
                <a:lnTo>
                  <a:pt x="247650" y="178613"/>
                </a:lnTo>
                <a:lnTo>
                  <a:pt x="247650" y="197625"/>
                </a:lnTo>
                <a:lnTo>
                  <a:pt x="247650" y="216627"/>
                </a:lnTo>
                <a:lnTo>
                  <a:pt x="247650" y="235639"/>
                </a:lnTo>
                <a:lnTo>
                  <a:pt x="247650" y="254641"/>
                </a:lnTo>
                <a:lnTo>
                  <a:pt x="247650" y="273653"/>
                </a:lnTo>
                <a:lnTo>
                  <a:pt x="247650" y="292656"/>
                </a:lnTo>
                <a:lnTo>
                  <a:pt x="247650" y="311658"/>
                </a:lnTo>
                <a:lnTo>
                  <a:pt x="247650" y="330670"/>
                </a:lnTo>
                <a:lnTo>
                  <a:pt x="247650" y="349672"/>
                </a:lnTo>
                <a:lnTo>
                  <a:pt x="247650" y="368684"/>
                </a:lnTo>
                <a:lnTo>
                  <a:pt x="247650" y="387687"/>
                </a:lnTo>
                <a:lnTo>
                  <a:pt x="247650" y="406698"/>
                </a:lnTo>
                <a:lnTo>
                  <a:pt x="247650" y="425701"/>
                </a:lnTo>
                <a:lnTo>
                  <a:pt x="236525" y="437921"/>
                </a:lnTo>
                <a:lnTo>
                  <a:pt x="219627" y="446637"/>
                </a:lnTo>
                <a:lnTo>
                  <a:pt x="202740" y="455343"/>
                </a:lnTo>
                <a:lnTo>
                  <a:pt x="185842" y="464048"/>
                </a:lnTo>
                <a:lnTo>
                  <a:pt x="168945" y="472754"/>
                </a:lnTo>
                <a:lnTo>
                  <a:pt x="152048" y="481460"/>
                </a:lnTo>
                <a:lnTo>
                  <a:pt x="135160" y="490166"/>
                </a:lnTo>
                <a:lnTo>
                  <a:pt x="118262" y="498872"/>
                </a:lnTo>
                <a:lnTo>
                  <a:pt x="101365" y="507587"/>
                </a:lnTo>
                <a:lnTo>
                  <a:pt x="84477" y="516293"/>
                </a:lnTo>
                <a:lnTo>
                  <a:pt x="67580" y="524999"/>
                </a:lnTo>
                <a:lnTo>
                  <a:pt x="50683" y="533705"/>
                </a:lnTo>
                <a:lnTo>
                  <a:pt x="33785" y="542411"/>
                </a:lnTo>
                <a:lnTo>
                  <a:pt x="16897" y="551117"/>
                </a:lnTo>
                <a:lnTo>
                  <a:pt x="0" y="559822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375B1BE5-D6B6-4D58-B64F-F4D377E4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7033" y="4495800"/>
            <a:ext cx="2307346" cy="127635"/>
          </a:xfrm>
          <a:custGeom xmlns:a="http://schemas.openxmlformats.org/drawingml/2006/main">
            <a:pathLst>
              <a:path w="2307346" h="127635">
                <a:moveTo>
                  <a:pt x="0" y="127635"/>
                </a:moveTo>
                <a:lnTo>
                  <a:pt x="19479" y="127635"/>
                </a:lnTo>
                <a:lnTo>
                  <a:pt x="38967" y="127635"/>
                </a:lnTo>
                <a:lnTo>
                  <a:pt x="58445" y="127635"/>
                </a:lnTo>
                <a:lnTo>
                  <a:pt x="77924" y="127635"/>
                </a:lnTo>
                <a:lnTo>
                  <a:pt x="97403" y="127635"/>
                </a:lnTo>
                <a:lnTo>
                  <a:pt x="116891" y="127635"/>
                </a:lnTo>
                <a:lnTo>
                  <a:pt x="136369" y="127635"/>
                </a:lnTo>
                <a:lnTo>
                  <a:pt x="155848" y="127635"/>
                </a:lnTo>
                <a:lnTo>
                  <a:pt x="175327" y="127635"/>
                </a:lnTo>
                <a:lnTo>
                  <a:pt x="194815" y="127635"/>
                </a:lnTo>
                <a:lnTo>
                  <a:pt x="214293" y="127635"/>
                </a:lnTo>
                <a:lnTo>
                  <a:pt x="233772" y="127635"/>
                </a:lnTo>
                <a:lnTo>
                  <a:pt x="253260" y="127635"/>
                </a:lnTo>
                <a:lnTo>
                  <a:pt x="272739" y="127635"/>
                </a:lnTo>
                <a:lnTo>
                  <a:pt x="292217" y="127635"/>
                </a:lnTo>
                <a:lnTo>
                  <a:pt x="311696" y="127635"/>
                </a:lnTo>
                <a:lnTo>
                  <a:pt x="331184" y="127635"/>
                </a:lnTo>
                <a:lnTo>
                  <a:pt x="350663" y="127635"/>
                </a:lnTo>
                <a:lnTo>
                  <a:pt x="370142" y="127635"/>
                </a:lnTo>
                <a:lnTo>
                  <a:pt x="389630" y="127635"/>
                </a:lnTo>
                <a:lnTo>
                  <a:pt x="409108" y="127635"/>
                </a:lnTo>
                <a:lnTo>
                  <a:pt x="428587" y="127635"/>
                </a:lnTo>
                <a:lnTo>
                  <a:pt x="448066" y="127635"/>
                </a:lnTo>
                <a:lnTo>
                  <a:pt x="467554" y="127635"/>
                </a:lnTo>
                <a:lnTo>
                  <a:pt x="487032" y="127635"/>
                </a:lnTo>
                <a:lnTo>
                  <a:pt x="506511" y="127635"/>
                </a:lnTo>
                <a:lnTo>
                  <a:pt x="525990" y="127635"/>
                </a:lnTo>
                <a:lnTo>
                  <a:pt x="545478" y="127635"/>
                </a:lnTo>
                <a:lnTo>
                  <a:pt x="564956" y="127635"/>
                </a:lnTo>
                <a:lnTo>
                  <a:pt x="584435" y="127635"/>
                </a:lnTo>
                <a:lnTo>
                  <a:pt x="603923" y="127635"/>
                </a:lnTo>
                <a:lnTo>
                  <a:pt x="623402" y="127635"/>
                </a:lnTo>
                <a:lnTo>
                  <a:pt x="642880" y="127635"/>
                </a:lnTo>
                <a:lnTo>
                  <a:pt x="662359" y="127635"/>
                </a:lnTo>
                <a:lnTo>
                  <a:pt x="681847" y="127635"/>
                </a:lnTo>
                <a:lnTo>
                  <a:pt x="701326" y="127635"/>
                </a:lnTo>
                <a:lnTo>
                  <a:pt x="720804" y="127635"/>
                </a:lnTo>
                <a:lnTo>
                  <a:pt x="740293" y="127635"/>
                </a:lnTo>
                <a:lnTo>
                  <a:pt x="759771" y="127635"/>
                </a:lnTo>
                <a:lnTo>
                  <a:pt x="779250" y="127635"/>
                </a:lnTo>
                <a:lnTo>
                  <a:pt x="798728" y="127635"/>
                </a:lnTo>
                <a:lnTo>
                  <a:pt x="818217" y="127635"/>
                </a:lnTo>
                <a:lnTo>
                  <a:pt x="837695" y="127635"/>
                </a:lnTo>
                <a:lnTo>
                  <a:pt x="857174" y="127635"/>
                </a:lnTo>
                <a:lnTo>
                  <a:pt x="876652" y="127635"/>
                </a:lnTo>
                <a:lnTo>
                  <a:pt x="896141" y="127635"/>
                </a:lnTo>
                <a:lnTo>
                  <a:pt x="915619" y="127635"/>
                </a:lnTo>
                <a:lnTo>
                  <a:pt x="935098" y="127635"/>
                </a:lnTo>
                <a:lnTo>
                  <a:pt x="954586" y="127635"/>
                </a:lnTo>
                <a:lnTo>
                  <a:pt x="974065" y="127635"/>
                </a:lnTo>
                <a:lnTo>
                  <a:pt x="993543" y="127635"/>
                </a:lnTo>
                <a:lnTo>
                  <a:pt x="1013022" y="127635"/>
                </a:lnTo>
                <a:lnTo>
                  <a:pt x="1032510" y="127635"/>
                </a:lnTo>
                <a:lnTo>
                  <a:pt x="1051989" y="127635"/>
                </a:lnTo>
                <a:lnTo>
                  <a:pt x="1071467" y="127635"/>
                </a:lnTo>
                <a:lnTo>
                  <a:pt x="1090946" y="127635"/>
                </a:lnTo>
                <a:lnTo>
                  <a:pt x="1110434" y="127635"/>
                </a:lnTo>
                <a:lnTo>
                  <a:pt x="1129913" y="127635"/>
                </a:lnTo>
                <a:lnTo>
                  <a:pt x="1149391" y="127635"/>
                </a:lnTo>
                <a:lnTo>
                  <a:pt x="1168879" y="127635"/>
                </a:lnTo>
                <a:lnTo>
                  <a:pt x="1188358" y="127635"/>
                </a:lnTo>
                <a:lnTo>
                  <a:pt x="1207837" y="127635"/>
                </a:lnTo>
                <a:lnTo>
                  <a:pt x="1227315" y="127635"/>
                </a:lnTo>
                <a:lnTo>
                  <a:pt x="1246803" y="127635"/>
                </a:lnTo>
                <a:lnTo>
                  <a:pt x="1266282" y="127635"/>
                </a:lnTo>
                <a:lnTo>
                  <a:pt x="1285761" y="127635"/>
                </a:lnTo>
                <a:lnTo>
                  <a:pt x="1305239" y="127635"/>
                </a:lnTo>
                <a:lnTo>
                  <a:pt x="1324727" y="127635"/>
                </a:lnTo>
                <a:lnTo>
                  <a:pt x="1344206" y="127635"/>
                </a:lnTo>
                <a:lnTo>
                  <a:pt x="1363685" y="127635"/>
                </a:lnTo>
                <a:lnTo>
                  <a:pt x="1383173" y="127635"/>
                </a:lnTo>
                <a:lnTo>
                  <a:pt x="1402652" y="127635"/>
                </a:lnTo>
                <a:lnTo>
                  <a:pt x="1422130" y="127635"/>
                </a:lnTo>
                <a:lnTo>
                  <a:pt x="1441609" y="127635"/>
                </a:lnTo>
                <a:lnTo>
                  <a:pt x="1461097" y="127635"/>
                </a:lnTo>
                <a:lnTo>
                  <a:pt x="1480576" y="127635"/>
                </a:lnTo>
                <a:lnTo>
                  <a:pt x="1500054" y="127635"/>
                </a:lnTo>
                <a:lnTo>
                  <a:pt x="1519542" y="127635"/>
                </a:lnTo>
                <a:lnTo>
                  <a:pt x="1539021" y="127635"/>
                </a:lnTo>
                <a:lnTo>
                  <a:pt x="1558500" y="127635"/>
                </a:lnTo>
                <a:lnTo>
                  <a:pt x="1577978" y="127635"/>
                </a:lnTo>
                <a:lnTo>
                  <a:pt x="1597466" y="127635"/>
                </a:lnTo>
                <a:lnTo>
                  <a:pt x="1616945" y="127635"/>
                </a:lnTo>
                <a:lnTo>
                  <a:pt x="1636424" y="127635"/>
                </a:lnTo>
                <a:lnTo>
                  <a:pt x="1655902" y="127635"/>
                </a:lnTo>
                <a:lnTo>
                  <a:pt x="1675390" y="127635"/>
                </a:lnTo>
                <a:lnTo>
                  <a:pt x="1694869" y="127635"/>
                </a:lnTo>
                <a:lnTo>
                  <a:pt x="1714348" y="127635"/>
                </a:lnTo>
                <a:lnTo>
                  <a:pt x="1733836" y="127635"/>
                </a:lnTo>
                <a:lnTo>
                  <a:pt x="1753314" y="127635"/>
                </a:lnTo>
                <a:lnTo>
                  <a:pt x="1772793" y="127635"/>
                </a:lnTo>
                <a:lnTo>
                  <a:pt x="1792272" y="127635"/>
                </a:lnTo>
                <a:lnTo>
                  <a:pt x="1811760" y="127635"/>
                </a:lnTo>
                <a:lnTo>
                  <a:pt x="1831238" y="127635"/>
                </a:lnTo>
                <a:lnTo>
                  <a:pt x="1850717" y="127635"/>
                </a:lnTo>
                <a:lnTo>
                  <a:pt x="1870205" y="127635"/>
                </a:lnTo>
                <a:lnTo>
                  <a:pt x="1889684" y="127635"/>
                </a:lnTo>
                <a:lnTo>
                  <a:pt x="1909162" y="127635"/>
                </a:lnTo>
                <a:lnTo>
                  <a:pt x="1928641" y="127635"/>
                </a:lnTo>
                <a:lnTo>
                  <a:pt x="1948129" y="127635"/>
                </a:lnTo>
                <a:lnTo>
                  <a:pt x="1967608" y="127635"/>
                </a:lnTo>
                <a:lnTo>
                  <a:pt x="1987086" y="127635"/>
                </a:lnTo>
                <a:lnTo>
                  <a:pt x="2006565" y="127635"/>
                </a:lnTo>
                <a:lnTo>
                  <a:pt x="2026053" y="127635"/>
                </a:lnTo>
                <a:lnTo>
                  <a:pt x="2045532" y="127635"/>
                </a:lnTo>
                <a:lnTo>
                  <a:pt x="2064906" y="127206"/>
                </a:lnTo>
                <a:lnTo>
                  <a:pt x="2082222" y="118281"/>
                </a:lnTo>
                <a:lnTo>
                  <a:pt x="2099539" y="109357"/>
                </a:lnTo>
                <a:lnTo>
                  <a:pt x="2116855" y="100432"/>
                </a:lnTo>
                <a:lnTo>
                  <a:pt x="2134172" y="91507"/>
                </a:lnTo>
                <a:lnTo>
                  <a:pt x="2151488" y="82582"/>
                </a:lnTo>
                <a:lnTo>
                  <a:pt x="2168804" y="73657"/>
                </a:lnTo>
                <a:lnTo>
                  <a:pt x="2186121" y="64732"/>
                </a:lnTo>
                <a:lnTo>
                  <a:pt x="2203437" y="55807"/>
                </a:lnTo>
                <a:lnTo>
                  <a:pt x="2220754" y="46882"/>
                </a:lnTo>
                <a:lnTo>
                  <a:pt x="2238070" y="37957"/>
                </a:lnTo>
                <a:lnTo>
                  <a:pt x="2255396" y="29032"/>
                </a:lnTo>
                <a:lnTo>
                  <a:pt x="2272713" y="20107"/>
                </a:lnTo>
                <a:lnTo>
                  <a:pt x="2290029" y="11182"/>
                </a:lnTo>
                <a:lnTo>
                  <a:pt x="2307346" y="2257"/>
                </a:lnTo>
                <a:lnTo>
                  <a:pt x="2297163" y="0"/>
                </a:lnTo>
                <a:lnTo>
                  <a:pt x="2277675" y="0"/>
                </a:lnTo>
                <a:lnTo>
                  <a:pt x="2258197" y="0"/>
                </a:lnTo>
                <a:lnTo>
                  <a:pt x="2238718" y="0"/>
                </a:lnTo>
                <a:lnTo>
                  <a:pt x="2219230" y="0"/>
                </a:lnTo>
                <a:lnTo>
                  <a:pt x="2199751" y="0"/>
                </a:lnTo>
                <a:lnTo>
                  <a:pt x="2180273" y="0"/>
                </a:lnTo>
                <a:lnTo>
                  <a:pt x="2160794" y="0"/>
                </a:lnTo>
                <a:lnTo>
                  <a:pt x="2141306" y="0"/>
                </a:lnTo>
                <a:lnTo>
                  <a:pt x="2121827" y="0"/>
                </a:lnTo>
                <a:lnTo>
                  <a:pt x="2102348" y="0"/>
                </a:lnTo>
                <a:lnTo>
                  <a:pt x="2082870" y="0"/>
                </a:lnTo>
                <a:lnTo>
                  <a:pt x="2063382" y="0"/>
                </a:lnTo>
                <a:lnTo>
                  <a:pt x="2043903" y="0"/>
                </a:lnTo>
                <a:lnTo>
                  <a:pt x="2024424" y="0"/>
                </a:lnTo>
                <a:lnTo>
                  <a:pt x="2004936" y="0"/>
                </a:lnTo>
                <a:lnTo>
                  <a:pt x="1985458" y="0"/>
                </a:lnTo>
                <a:lnTo>
                  <a:pt x="1965979" y="0"/>
                </a:lnTo>
                <a:lnTo>
                  <a:pt x="1946500" y="0"/>
                </a:lnTo>
                <a:lnTo>
                  <a:pt x="1927012" y="0"/>
                </a:lnTo>
                <a:lnTo>
                  <a:pt x="1907534" y="0"/>
                </a:lnTo>
                <a:lnTo>
                  <a:pt x="1888055" y="0"/>
                </a:lnTo>
                <a:lnTo>
                  <a:pt x="1868567" y="0"/>
                </a:lnTo>
                <a:lnTo>
                  <a:pt x="1849088" y="0"/>
                </a:lnTo>
                <a:lnTo>
                  <a:pt x="1829610" y="0"/>
                </a:lnTo>
                <a:lnTo>
                  <a:pt x="1810131" y="0"/>
                </a:lnTo>
                <a:lnTo>
                  <a:pt x="1790643" y="0"/>
                </a:lnTo>
                <a:lnTo>
                  <a:pt x="1771164" y="0"/>
                </a:lnTo>
                <a:lnTo>
                  <a:pt x="1751686" y="0"/>
                </a:lnTo>
                <a:lnTo>
                  <a:pt x="1732207" y="0"/>
                </a:lnTo>
                <a:lnTo>
                  <a:pt x="1712719" y="0"/>
                </a:lnTo>
                <a:lnTo>
                  <a:pt x="1693240" y="0"/>
                </a:lnTo>
                <a:lnTo>
                  <a:pt x="1673762" y="0"/>
                </a:lnTo>
                <a:lnTo>
                  <a:pt x="1654273" y="0"/>
                </a:lnTo>
                <a:lnTo>
                  <a:pt x="1634795" y="0"/>
                </a:lnTo>
                <a:lnTo>
                  <a:pt x="1615316" y="0"/>
                </a:lnTo>
                <a:lnTo>
                  <a:pt x="1595838" y="0"/>
                </a:lnTo>
                <a:lnTo>
                  <a:pt x="1576349" y="0"/>
                </a:lnTo>
                <a:lnTo>
                  <a:pt x="1556871" y="0"/>
                </a:lnTo>
                <a:lnTo>
                  <a:pt x="1537392" y="0"/>
                </a:lnTo>
                <a:lnTo>
                  <a:pt x="1517904" y="0"/>
                </a:lnTo>
                <a:lnTo>
                  <a:pt x="1498425" y="0"/>
                </a:lnTo>
                <a:lnTo>
                  <a:pt x="1478947" y="0"/>
                </a:lnTo>
                <a:lnTo>
                  <a:pt x="1459468" y="0"/>
                </a:lnTo>
                <a:lnTo>
                  <a:pt x="1439980" y="0"/>
                </a:lnTo>
                <a:lnTo>
                  <a:pt x="1420501" y="0"/>
                </a:lnTo>
                <a:lnTo>
                  <a:pt x="1401023" y="0"/>
                </a:lnTo>
                <a:lnTo>
                  <a:pt x="1381544" y="0"/>
                </a:lnTo>
                <a:lnTo>
                  <a:pt x="1362056" y="0"/>
                </a:lnTo>
                <a:lnTo>
                  <a:pt x="1342577" y="0"/>
                </a:lnTo>
                <a:lnTo>
                  <a:pt x="1323099" y="0"/>
                </a:lnTo>
                <a:lnTo>
                  <a:pt x="1303611" y="0"/>
                </a:lnTo>
                <a:lnTo>
                  <a:pt x="1284132" y="0"/>
                </a:lnTo>
                <a:lnTo>
                  <a:pt x="1264653" y="0"/>
                </a:lnTo>
                <a:lnTo>
                  <a:pt x="1245175" y="0"/>
                </a:lnTo>
                <a:lnTo>
                  <a:pt x="1225687" y="0"/>
                </a:lnTo>
                <a:lnTo>
                  <a:pt x="1206208" y="0"/>
                </a:lnTo>
                <a:lnTo>
                  <a:pt x="1186729" y="0"/>
                </a:lnTo>
                <a:lnTo>
                  <a:pt x="1167251" y="0"/>
                </a:lnTo>
                <a:lnTo>
                  <a:pt x="1147763" y="0"/>
                </a:lnTo>
                <a:lnTo>
                  <a:pt x="1128284" y="0"/>
                </a:lnTo>
                <a:lnTo>
                  <a:pt x="1108805" y="0"/>
                </a:lnTo>
                <a:lnTo>
                  <a:pt x="1089317" y="0"/>
                </a:lnTo>
                <a:lnTo>
                  <a:pt x="1069838" y="0"/>
                </a:lnTo>
                <a:lnTo>
                  <a:pt x="1050360" y="0"/>
                </a:lnTo>
                <a:lnTo>
                  <a:pt x="1030881" y="0"/>
                </a:lnTo>
                <a:lnTo>
                  <a:pt x="1011393" y="0"/>
                </a:lnTo>
                <a:lnTo>
                  <a:pt x="991914" y="0"/>
                </a:lnTo>
                <a:lnTo>
                  <a:pt x="972436" y="0"/>
                </a:lnTo>
                <a:lnTo>
                  <a:pt x="952948" y="0"/>
                </a:lnTo>
                <a:lnTo>
                  <a:pt x="933469" y="0"/>
                </a:lnTo>
                <a:lnTo>
                  <a:pt x="913990" y="0"/>
                </a:lnTo>
                <a:lnTo>
                  <a:pt x="894512" y="0"/>
                </a:lnTo>
                <a:lnTo>
                  <a:pt x="875024" y="0"/>
                </a:lnTo>
                <a:lnTo>
                  <a:pt x="855545" y="0"/>
                </a:lnTo>
                <a:lnTo>
                  <a:pt x="836066" y="0"/>
                </a:lnTo>
                <a:lnTo>
                  <a:pt x="816588" y="0"/>
                </a:lnTo>
                <a:lnTo>
                  <a:pt x="797100" y="0"/>
                </a:lnTo>
                <a:lnTo>
                  <a:pt x="777621" y="0"/>
                </a:lnTo>
                <a:lnTo>
                  <a:pt x="758142" y="0"/>
                </a:lnTo>
                <a:lnTo>
                  <a:pt x="738654" y="0"/>
                </a:lnTo>
                <a:lnTo>
                  <a:pt x="719176" y="0"/>
                </a:lnTo>
                <a:lnTo>
                  <a:pt x="699697" y="0"/>
                </a:lnTo>
                <a:lnTo>
                  <a:pt x="680218" y="0"/>
                </a:lnTo>
                <a:lnTo>
                  <a:pt x="660730" y="0"/>
                </a:lnTo>
                <a:lnTo>
                  <a:pt x="641252" y="0"/>
                </a:lnTo>
                <a:lnTo>
                  <a:pt x="621773" y="0"/>
                </a:lnTo>
                <a:lnTo>
                  <a:pt x="602285" y="0"/>
                </a:lnTo>
                <a:lnTo>
                  <a:pt x="582806" y="0"/>
                </a:lnTo>
                <a:lnTo>
                  <a:pt x="563328" y="0"/>
                </a:lnTo>
                <a:lnTo>
                  <a:pt x="543849" y="0"/>
                </a:lnTo>
                <a:lnTo>
                  <a:pt x="524361" y="0"/>
                </a:lnTo>
                <a:lnTo>
                  <a:pt x="504882" y="0"/>
                </a:lnTo>
                <a:lnTo>
                  <a:pt x="485404" y="0"/>
                </a:lnTo>
                <a:lnTo>
                  <a:pt x="465925" y="0"/>
                </a:lnTo>
                <a:lnTo>
                  <a:pt x="446437" y="0"/>
                </a:lnTo>
                <a:lnTo>
                  <a:pt x="426958" y="0"/>
                </a:lnTo>
                <a:lnTo>
                  <a:pt x="407480" y="0"/>
                </a:lnTo>
                <a:lnTo>
                  <a:pt x="387991" y="0"/>
                </a:lnTo>
                <a:lnTo>
                  <a:pt x="368875" y="2181"/>
                </a:lnTo>
                <a:lnTo>
                  <a:pt x="350434" y="8449"/>
                </a:lnTo>
                <a:lnTo>
                  <a:pt x="331984" y="14726"/>
                </a:lnTo>
                <a:lnTo>
                  <a:pt x="313544" y="21003"/>
                </a:lnTo>
                <a:lnTo>
                  <a:pt x="295104" y="27270"/>
                </a:lnTo>
                <a:lnTo>
                  <a:pt x="276654" y="33547"/>
                </a:lnTo>
                <a:lnTo>
                  <a:pt x="258213" y="39815"/>
                </a:lnTo>
                <a:lnTo>
                  <a:pt x="239773" y="46091"/>
                </a:lnTo>
                <a:lnTo>
                  <a:pt x="221323" y="52359"/>
                </a:lnTo>
                <a:lnTo>
                  <a:pt x="202883" y="58636"/>
                </a:lnTo>
                <a:lnTo>
                  <a:pt x="184442" y="64903"/>
                </a:lnTo>
                <a:lnTo>
                  <a:pt x="165992" y="71180"/>
                </a:lnTo>
                <a:lnTo>
                  <a:pt x="147552" y="77457"/>
                </a:lnTo>
                <a:lnTo>
                  <a:pt x="129102" y="83725"/>
                </a:lnTo>
                <a:lnTo>
                  <a:pt x="110661" y="90002"/>
                </a:lnTo>
                <a:lnTo>
                  <a:pt x="92221" y="96269"/>
                </a:lnTo>
                <a:lnTo>
                  <a:pt x="73771" y="102546"/>
                </a:lnTo>
                <a:lnTo>
                  <a:pt x="55331" y="108814"/>
                </a:lnTo>
                <a:lnTo>
                  <a:pt x="36890" y="115091"/>
                </a:lnTo>
                <a:lnTo>
                  <a:pt x="18440" y="121358"/>
                </a:lnTo>
                <a:lnTo>
                  <a:pt x="0" y="12763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3C213C65-9AC2-4C50-9F84-8F003700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7995" y="4495800"/>
            <a:ext cx="2154555" cy="127635"/>
          </a:xfrm>
          <a:custGeom xmlns:a="http://schemas.openxmlformats.org/drawingml/2006/main">
            <a:pathLst>
              <a:path w="2154555" h="127635">
                <a:moveTo>
                  <a:pt x="0" y="127635"/>
                </a:moveTo>
                <a:lnTo>
                  <a:pt x="19002" y="127635"/>
                </a:lnTo>
                <a:lnTo>
                  <a:pt x="37995" y="127635"/>
                </a:lnTo>
                <a:lnTo>
                  <a:pt x="56998" y="127635"/>
                </a:lnTo>
                <a:lnTo>
                  <a:pt x="76000" y="127635"/>
                </a:lnTo>
                <a:lnTo>
                  <a:pt x="95002" y="127635"/>
                </a:lnTo>
                <a:lnTo>
                  <a:pt x="113995" y="127635"/>
                </a:lnTo>
                <a:lnTo>
                  <a:pt x="132998" y="127635"/>
                </a:lnTo>
                <a:lnTo>
                  <a:pt x="152000" y="127635"/>
                </a:lnTo>
                <a:lnTo>
                  <a:pt x="171002" y="127635"/>
                </a:lnTo>
                <a:lnTo>
                  <a:pt x="189995" y="127635"/>
                </a:lnTo>
                <a:lnTo>
                  <a:pt x="208998" y="127635"/>
                </a:lnTo>
                <a:lnTo>
                  <a:pt x="228000" y="127635"/>
                </a:lnTo>
                <a:lnTo>
                  <a:pt x="247002" y="127635"/>
                </a:lnTo>
                <a:lnTo>
                  <a:pt x="265995" y="127635"/>
                </a:lnTo>
                <a:lnTo>
                  <a:pt x="284998" y="127635"/>
                </a:lnTo>
                <a:lnTo>
                  <a:pt x="304000" y="127635"/>
                </a:lnTo>
                <a:lnTo>
                  <a:pt x="323002" y="127635"/>
                </a:lnTo>
                <a:lnTo>
                  <a:pt x="341995" y="127635"/>
                </a:lnTo>
                <a:lnTo>
                  <a:pt x="360998" y="127635"/>
                </a:lnTo>
                <a:lnTo>
                  <a:pt x="380000" y="127635"/>
                </a:lnTo>
                <a:lnTo>
                  <a:pt x="399002" y="127635"/>
                </a:lnTo>
                <a:lnTo>
                  <a:pt x="417995" y="127635"/>
                </a:lnTo>
                <a:lnTo>
                  <a:pt x="436997" y="127635"/>
                </a:lnTo>
                <a:lnTo>
                  <a:pt x="456000" y="127635"/>
                </a:lnTo>
                <a:lnTo>
                  <a:pt x="475002" y="127635"/>
                </a:lnTo>
                <a:lnTo>
                  <a:pt x="493995" y="127635"/>
                </a:lnTo>
                <a:lnTo>
                  <a:pt x="512997" y="127635"/>
                </a:lnTo>
                <a:lnTo>
                  <a:pt x="532000" y="127635"/>
                </a:lnTo>
                <a:lnTo>
                  <a:pt x="551002" y="127635"/>
                </a:lnTo>
                <a:lnTo>
                  <a:pt x="569995" y="127635"/>
                </a:lnTo>
                <a:lnTo>
                  <a:pt x="588997" y="127635"/>
                </a:lnTo>
                <a:lnTo>
                  <a:pt x="608000" y="127635"/>
                </a:lnTo>
                <a:lnTo>
                  <a:pt x="626993" y="127635"/>
                </a:lnTo>
                <a:lnTo>
                  <a:pt x="645995" y="127635"/>
                </a:lnTo>
                <a:lnTo>
                  <a:pt x="664997" y="127635"/>
                </a:lnTo>
                <a:lnTo>
                  <a:pt x="684000" y="127635"/>
                </a:lnTo>
                <a:lnTo>
                  <a:pt x="702993" y="127635"/>
                </a:lnTo>
                <a:lnTo>
                  <a:pt x="721995" y="127635"/>
                </a:lnTo>
                <a:lnTo>
                  <a:pt x="740997" y="127635"/>
                </a:lnTo>
                <a:lnTo>
                  <a:pt x="760000" y="127635"/>
                </a:lnTo>
                <a:lnTo>
                  <a:pt x="778993" y="127635"/>
                </a:lnTo>
                <a:lnTo>
                  <a:pt x="797995" y="127635"/>
                </a:lnTo>
                <a:lnTo>
                  <a:pt x="816997" y="127635"/>
                </a:lnTo>
                <a:lnTo>
                  <a:pt x="836000" y="127635"/>
                </a:lnTo>
                <a:lnTo>
                  <a:pt x="854993" y="127635"/>
                </a:lnTo>
                <a:lnTo>
                  <a:pt x="873995" y="127635"/>
                </a:lnTo>
                <a:lnTo>
                  <a:pt x="892997" y="127635"/>
                </a:lnTo>
                <a:lnTo>
                  <a:pt x="912000" y="127635"/>
                </a:lnTo>
                <a:lnTo>
                  <a:pt x="930993" y="127635"/>
                </a:lnTo>
                <a:lnTo>
                  <a:pt x="949995" y="127635"/>
                </a:lnTo>
                <a:lnTo>
                  <a:pt x="968997" y="127635"/>
                </a:lnTo>
                <a:lnTo>
                  <a:pt x="988000" y="127635"/>
                </a:lnTo>
                <a:lnTo>
                  <a:pt x="1006993" y="127635"/>
                </a:lnTo>
                <a:lnTo>
                  <a:pt x="1025995" y="127635"/>
                </a:lnTo>
                <a:lnTo>
                  <a:pt x="1044997" y="127635"/>
                </a:lnTo>
                <a:lnTo>
                  <a:pt x="1064000" y="127635"/>
                </a:lnTo>
                <a:lnTo>
                  <a:pt x="1082993" y="127635"/>
                </a:lnTo>
                <a:lnTo>
                  <a:pt x="1101995" y="127635"/>
                </a:lnTo>
                <a:lnTo>
                  <a:pt x="1120997" y="127635"/>
                </a:lnTo>
                <a:lnTo>
                  <a:pt x="1140000" y="127635"/>
                </a:lnTo>
                <a:lnTo>
                  <a:pt x="1158992" y="127635"/>
                </a:lnTo>
                <a:lnTo>
                  <a:pt x="1177995" y="127635"/>
                </a:lnTo>
                <a:lnTo>
                  <a:pt x="1196997" y="127635"/>
                </a:lnTo>
                <a:lnTo>
                  <a:pt x="1215990" y="127635"/>
                </a:lnTo>
                <a:lnTo>
                  <a:pt x="1234992" y="127635"/>
                </a:lnTo>
                <a:lnTo>
                  <a:pt x="1253995" y="127635"/>
                </a:lnTo>
                <a:lnTo>
                  <a:pt x="1272997" y="127635"/>
                </a:lnTo>
                <a:lnTo>
                  <a:pt x="1291990" y="127635"/>
                </a:lnTo>
                <a:lnTo>
                  <a:pt x="1310992" y="127635"/>
                </a:lnTo>
                <a:lnTo>
                  <a:pt x="1329995" y="127635"/>
                </a:lnTo>
                <a:lnTo>
                  <a:pt x="1348997" y="127635"/>
                </a:lnTo>
                <a:lnTo>
                  <a:pt x="1367990" y="127635"/>
                </a:lnTo>
                <a:lnTo>
                  <a:pt x="1386992" y="127635"/>
                </a:lnTo>
                <a:lnTo>
                  <a:pt x="1405995" y="127635"/>
                </a:lnTo>
                <a:lnTo>
                  <a:pt x="1424997" y="127635"/>
                </a:lnTo>
                <a:lnTo>
                  <a:pt x="1443990" y="127635"/>
                </a:lnTo>
                <a:lnTo>
                  <a:pt x="1462992" y="127635"/>
                </a:lnTo>
                <a:lnTo>
                  <a:pt x="1481995" y="127635"/>
                </a:lnTo>
                <a:lnTo>
                  <a:pt x="1500997" y="127635"/>
                </a:lnTo>
                <a:lnTo>
                  <a:pt x="1519990" y="127635"/>
                </a:lnTo>
                <a:lnTo>
                  <a:pt x="1538992" y="127635"/>
                </a:lnTo>
                <a:lnTo>
                  <a:pt x="1557995" y="127635"/>
                </a:lnTo>
                <a:lnTo>
                  <a:pt x="1576997" y="127635"/>
                </a:lnTo>
                <a:lnTo>
                  <a:pt x="1595990" y="127635"/>
                </a:lnTo>
                <a:lnTo>
                  <a:pt x="1614992" y="127635"/>
                </a:lnTo>
                <a:lnTo>
                  <a:pt x="1633995" y="127635"/>
                </a:lnTo>
                <a:lnTo>
                  <a:pt x="1652997" y="127635"/>
                </a:lnTo>
                <a:lnTo>
                  <a:pt x="1671990" y="127635"/>
                </a:lnTo>
                <a:lnTo>
                  <a:pt x="1690992" y="127635"/>
                </a:lnTo>
                <a:lnTo>
                  <a:pt x="1709995" y="127635"/>
                </a:lnTo>
                <a:lnTo>
                  <a:pt x="1728988" y="127635"/>
                </a:lnTo>
                <a:lnTo>
                  <a:pt x="1747990" y="127635"/>
                </a:lnTo>
                <a:lnTo>
                  <a:pt x="1766992" y="127635"/>
                </a:lnTo>
                <a:lnTo>
                  <a:pt x="1785995" y="127635"/>
                </a:lnTo>
                <a:lnTo>
                  <a:pt x="1804988" y="127635"/>
                </a:lnTo>
                <a:lnTo>
                  <a:pt x="1823990" y="127635"/>
                </a:lnTo>
                <a:lnTo>
                  <a:pt x="1842992" y="127635"/>
                </a:lnTo>
                <a:lnTo>
                  <a:pt x="1861995" y="127635"/>
                </a:lnTo>
                <a:lnTo>
                  <a:pt x="1880987" y="127635"/>
                </a:lnTo>
                <a:lnTo>
                  <a:pt x="1899990" y="127635"/>
                </a:lnTo>
                <a:lnTo>
                  <a:pt x="1917182" y="120034"/>
                </a:lnTo>
                <a:lnTo>
                  <a:pt x="1934137" y="111462"/>
                </a:lnTo>
                <a:lnTo>
                  <a:pt x="1951091" y="102889"/>
                </a:lnTo>
                <a:lnTo>
                  <a:pt x="1968046" y="94307"/>
                </a:lnTo>
                <a:lnTo>
                  <a:pt x="1985000" y="85735"/>
                </a:lnTo>
                <a:lnTo>
                  <a:pt x="2001955" y="77162"/>
                </a:lnTo>
                <a:lnTo>
                  <a:pt x="2018909" y="68590"/>
                </a:lnTo>
                <a:lnTo>
                  <a:pt x="2035864" y="60017"/>
                </a:lnTo>
                <a:lnTo>
                  <a:pt x="2052818" y="51445"/>
                </a:lnTo>
                <a:lnTo>
                  <a:pt x="2069773" y="42872"/>
                </a:lnTo>
                <a:lnTo>
                  <a:pt x="2086737" y="34300"/>
                </a:lnTo>
                <a:lnTo>
                  <a:pt x="2103692" y="25718"/>
                </a:lnTo>
                <a:lnTo>
                  <a:pt x="2120646" y="17145"/>
                </a:lnTo>
                <a:lnTo>
                  <a:pt x="2137601" y="8573"/>
                </a:lnTo>
                <a:lnTo>
                  <a:pt x="21545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89AD6255-BAAD-460E-BEB2-DF4797E7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8518" y="4495800"/>
            <a:ext cx="1784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0D031E3A-FC58-46C9-A7D2-8678A70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6120" y="4063346"/>
            <a:ext cx="119063" cy="205683"/>
          </a:xfrm>
          <a:custGeom xmlns:a="http://schemas.openxmlformats.org/drawingml/2006/main">
            <a:pathLst>
              <a:path w="119063" h="205683">
                <a:moveTo>
                  <a:pt x="0" y="96222"/>
                </a:moveTo>
                <a:lnTo>
                  <a:pt x="0" y="112938"/>
                </a:lnTo>
                <a:lnTo>
                  <a:pt x="0" y="129654"/>
                </a:lnTo>
                <a:lnTo>
                  <a:pt x="0" y="146361"/>
                </a:lnTo>
                <a:lnTo>
                  <a:pt x="0" y="163078"/>
                </a:lnTo>
                <a:lnTo>
                  <a:pt x="0" y="179794"/>
                </a:lnTo>
                <a:lnTo>
                  <a:pt x="0" y="196510"/>
                </a:lnTo>
                <a:lnTo>
                  <a:pt x="3562" y="205683"/>
                </a:lnTo>
                <a:lnTo>
                  <a:pt x="16459" y="195053"/>
                </a:lnTo>
                <a:lnTo>
                  <a:pt x="29366" y="184423"/>
                </a:lnTo>
                <a:lnTo>
                  <a:pt x="42262" y="173793"/>
                </a:lnTo>
                <a:lnTo>
                  <a:pt x="55159" y="163163"/>
                </a:lnTo>
                <a:lnTo>
                  <a:pt x="68066" y="152533"/>
                </a:lnTo>
                <a:lnTo>
                  <a:pt x="80963" y="141903"/>
                </a:lnTo>
                <a:lnTo>
                  <a:pt x="93859" y="131274"/>
                </a:lnTo>
                <a:lnTo>
                  <a:pt x="106766" y="120644"/>
                </a:lnTo>
                <a:lnTo>
                  <a:pt x="119063" y="109728"/>
                </a:lnTo>
                <a:lnTo>
                  <a:pt x="119063" y="93012"/>
                </a:lnTo>
                <a:lnTo>
                  <a:pt x="119063" y="76295"/>
                </a:lnTo>
                <a:lnTo>
                  <a:pt x="119063" y="59579"/>
                </a:lnTo>
                <a:lnTo>
                  <a:pt x="119063" y="42863"/>
                </a:lnTo>
                <a:lnTo>
                  <a:pt x="119063" y="26146"/>
                </a:lnTo>
                <a:lnTo>
                  <a:pt x="119063" y="9430"/>
                </a:lnTo>
                <a:lnTo>
                  <a:pt x="115643" y="0"/>
                </a:lnTo>
                <a:lnTo>
                  <a:pt x="102794" y="10687"/>
                </a:lnTo>
                <a:lnTo>
                  <a:pt x="89945" y="21384"/>
                </a:lnTo>
                <a:lnTo>
                  <a:pt x="77095" y="32071"/>
                </a:lnTo>
                <a:lnTo>
                  <a:pt x="64246" y="42767"/>
                </a:lnTo>
                <a:lnTo>
                  <a:pt x="51397" y="53454"/>
                </a:lnTo>
                <a:lnTo>
                  <a:pt x="38548" y="64141"/>
                </a:lnTo>
                <a:lnTo>
                  <a:pt x="25698" y="74838"/>
                </a:lnTo>
                <a:lnTo>
                  <a:pt x="12849" y="85525"/>
                </a:lnTo>
                <a:lnTo>
                  <a:pt x="0" y="9622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37331FC6-6BE9-4069-95D7-444E2D3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4060508"/>
            <a:ext cx="2182959" cy="99060"/>
          </a:xfrm>
          <a:custGeom xmlns:a="http://schemas.openxmlformats.org/drawingml/2006/main">
            <a:pathLst>
              <a:path w="2182959" h="99060">
                <a:moveTo>
                  <a:pt x="0" y="99060"/>
                </a:moveTo>
                <a:lnTo>
                  <a:pt x="18983" y="99060"/>
                </a:lnTo>
                <a:lnTo>
                  <a:pt x="37967" y="99060"/>
                </a:lnTo>
                <a:lnTo>
                  <a:pt x="56950" y="99060"/>
                </a:lnTo>
                <a:lnTo>
                  <a:pt x="75933" y="99060"/>
                </a:lnTo>
                <a:lnTo>
                  <a:pt x="94917" y="99060"/>
                </a:lnTo>
                <a:lnTo>
                  <a:pt x="113900" y="99060"/>
                </a:lnTo>
                <a:lnTo>
                  <a:pt x="132883" y="99060"/>
                </a:lnTo>
                <a:lnTo>
                  <a:pt x="151867" y="99060"/>
                </a:lnTo>
                <a:lnTo>
                  <a:pt x="170850" y="99060"/>
                </a:lnTo>
                <a:lnTo>
                  <a:pt x="189833" y="99060"/>
                </a:lnTo>
                <a:lnTo>
                  <a:pt x="208817" y="99060"/>
                </a:lnTo>
                <a:lnTo>
                  <a:pt x="227800" y="99060"/>
                </a:lnTo>
                <a:lnTo>
                  <a:pt x="246783" y="99060"/>
                </a:lnTo>
                <a:lnTo>
                  <a:pt x="265767" y="99060"/>
                </a:lnTo>
                <a:lnTo>
                  <a:pt x="284750" y="99060"/>
                </a:lnTo>
                <a:lnTo>
                  <a:pt x="303733" y="99060"/>
                </a:lnTo>
                <a:lnTo>
                  <a:pt x="322717" y="99060"/>
                </a:lnTo>
                <a:lnTo>
                  <a:pt x="341700" y="99060"/>
                </a:lnTo>
                <a:lnTo>
                  <a:pt x="360683" y="99060"/>
                </a:lnTo>
                <a:lnTo>
                  <a:pt x="379667" y="99060"/>
                </a:lnTo>
                <a:lnTo>
                  <a:pt x="398650" y="99060"/>
                </a:lnTo>
                <a:lnTo>
                  <a:pt x="417624" y="99060"/>
                </a:lnTo>
                <a:lnTo>
                  <a:pt x="436607" y="99060"/>
                </a:lnTo>
                <a:lnTo>
                  <a:pt x="455590" y="99060"/>
                </a:lnTo>
                <a:lnTo>
                  <a:pt x="474574" y="99060"/>
                </a:lnTo>
                <a:lnTo>
                  <a:pt x="493557" y="99060"/>
                </a:lnTo>
                <a:lnTo>
                  <a:pt x="512540" y="99060"/>
                </a:lnTo>
                <a:lnTo>
                  <a:pt x="531524" y="99060"/>
                </a:lnTo>
                <a:lnTo>
                  <a:pt x="550507" y="99060"/>
                </a:lnTo>
                <a:lnTo>
                  <a:pt x="569490" y="99060"/>
                </a:lnTo>
                <a:lnTo>
                  <a:pt x="588474" y="99060"/>
                </a:lnTo>
                <a:lnTo>
                  <a:pt x="607457" y="99060"/>
                </a:lnTo>
                <a:lnTo>
                  <a:pt x="626440" y="99060"/>
                </a:lnTo>
                <a:lnTo>
                  <a:pt x="645424" y="99060"/>
                </a:lnTo>
                <a:lnTo>
                  <a:pt x="664407" y="99060"/>
                </a:lnTo>
                <a:lnTo>
                  <a:pt x="683390" y="99060"/>
                </a:lnTo>
                <a:lnTo>
                  <a:pt x="702374" y="99060"/>
                </a:lnTo>
                <a:lnTo>
                  <a:pt x="721357" y="99060"/>
                </a:lnTo>
                <a:lnTo>
                  <a:pt x="740340" y="99060"/>
                </a:lnTo>
                <a:lnTo>
                  <a:pt x="759323" y="99060"/>
                </a:lnTo>
                <a:lnTo>
                  <a:pt x="778307" y="99060"/>
                </a:lnTo>
                <a:lnTo>
                  <a:pt x="797290" y="99060"/>
                </a:lnTo>
                <a:lnTo>
                  <a:pt x="816273" y="99060"/>
                </a:lnTo>
                <a:lnTo>
                  <a:pt x="835257" y="99060"/>
                </a:lnTo>
                <a:lnTo>
                  <a:pt x="854240" y="99060"/>
                </a:lnTo>
                <a:lnTo>
                  <a:pt x="873223" y="99060"/>
                </a:lnTo>
                <a:lnTo>
                  <a:pt x="892207" y="99060"/>
                </a:lnTo>
                <a:lnTo>
                  <a:pt x="911190" y="99060"/>
                </a:lnTo>
                <a:lnTo>
                  <a:pt x="930173" y="99060"/>
                </a:lnTo>
                <a:lnTo>
                  <a:pt x="949157" y="99060"/>
                </a:lnTo>
                <a:lnTo>
                  <a:pt x="968140" y="99060"/>
                </a:lnTo>
                <a:lnTo>
                  <a:pt x="987123" y="99060"/>
                </a:lnTo>
                <a:lnTo>
                  <a:pt x="1006107" y="99060"/>
                </a:lnTo>
                <a:lnTo>
                  <a:pt x="1025090" y="99060"/>
                </a:lnTo>
                <a:lnTo>
                  <a:pt x="1044073" y="99060"/>
                </a:lnTo>
                <a:lnTo>
                  <a:pt x="1063057" y="99060"/>
                </a:lnTo>
                <a:lnTo>
                  <a:pt x="1082040" y="99060"/>
                </a:lnTo>
                <a:lnTo>
                  <a:pt x="1101023" y="99060"/>
                </a:lnTo>
                <a:lnTo>
                  <a:pt x="1120007" y="99060"/>
                </a:lnTo>
                <a:lnTo>
                  <a:pt x="1138990" y="99060"/>
                </a:lnTo>
                <a:lnTo>
                  <a:pt x="1157973" y="99060"/>
                </a:lnTo>
                <a:lnTo>
                  <a:pt x="1176957" y="99060"/>
                </a:lnTo>
                <a:lnTo>
                  <a:pt x="1195930" y="99060"/>
                </a:lnTo>
                <a:lnTo>
                  <a:pt x="1214914" y="99060"/>
                </a:lnTo>
                <a:lnTo>
                  <a:pt x="1233897" y="99060"/>
                </a:lnTo>
                <a:lnTo>
                  <a:pt x="1252880" y="99060"/>
                </a:lnTo>
                <a:lnTo>
                  <a:pt x="1271864" y="99060"/>
                </a:lnTo>
                <a:lnTo>
                  <a:pt x="1290847" y="99060"/>
                </a:lnTo>
                <a:lnTo>
                  <a:pt x="1309830" y="99060"/>
                </a:lnTo>
                <a:lnTo>
                  <a:pt x="1328814" y="99060"/>
                </a:lnTo>
                <a:lnTo>
                  <a:pt x="1347797" y="99060"/>
                </a:lnTo>
                <a:lnTo>
                  <a:pt x="1366780" y="99060"/>
                </a:lnTo>
                <a:lnTo>
                  <a:pt x="1385764" y="99060"/>
                </a:lnTo>
                <a:lnTo>
                  <a:pt x="1404747" y="99060"/>
                </a:lnTo>
                <a:lnTo>
                  <a:pt x="1423730" y="99060"/>
                </a:lnTo>
                <a:lnTo>
                  <a:pt x="1442714" y="99060"/>
                </a:lnTo>
                <a:lnTo>
                  <a:pt x="1461697" y="99060"/>
                </a:lnTo>
                <a:lnTo>
                  <a:pt x="1480680" y="99060"/>
                </a:lnTo>
                <a:lnTo>
                  <a:pt x="1499664" y="99060"/>
                </a:lnTo>
                <a:lnTo>
                  <a:pt x="1518647" y="99060"/>
                </a:lnTo>
                <a:lnTo>
                  <a:pt x="1537630" y="99060"/>
                </a:lnTo>
                <a:lnTo>
                  <a:pt x="1556614" y="99060"/>
                </a:lnTo>
                <a:lnTo>
                  <a:pt x="1575597" y="99060"/>
                </a:lnTo>
                <a:lnTo>
                  <a:pt x="1594580" y="99060"/>
                </a:lnTo>
                <a:lnTo>
                  <a:pt x="1613564" y="99060"/>
                </a:lnTo>
                <a:lnTo>
                  <a:pt x="1632547" y="99060"/>
                </a:lnTo>
                <a:lnTo>
                  <a:pt x="1651530" y="99060"/>
                </a:lnTo>
                <a:lnTo>
                  <a:pt x="1670514" y="99060"/>
                </a:lnTo>
                <a:lnTo>
                  <a:pt x="1689497" y="99060"/>
                </a:lnTo>
                <a:lnTo>
                  <a:pt x="1708480" y="99060"/>
                </a:lnTo>
                <a:lnTo>
                  <a:pt x="1727464" y="99060"/>
                </a:lnTo>
                <a:lnTo>
                  <a:pt x="1746447" y="99060"/>
                </a:lnTo>
                <a:lnTo>
                  <a:pt x="1765430" y="99060"/>
                </a:lnTo>
                <a:lnTo>
                  <a:pt x="1784414" y="99060"/>
                </a:lnTo>
                <a:lnTo>
                  <a:pt x="1803397" y="99060"/>
                </a:lnTo>
                <a:lnTo>
                  <a:pt x="1822380" y="99060"/>
                </a:lnTo>
                <a:lnTo>
                  <a:pt x="1841363" y="99060"/>
                </a:lnTo>
                <a:lnTo>
                  <a:pt x="1860347" y="99060"/>
                </a:lnTo>
                <a:lnTo>
                  <a:pt x="1879330" y="99060"/>
                </a:lnTo>
                <a:lnTo>
                  <a:pt x="1898313" y="99060"/>
                </a:lnTo>
                <a:lnTo>
                  <a:pt x="1917297" y="99060"/>
                </a:lnTo>
                <a:lnTo>
                  <a:pt x="1936280" y="99060"/>
                </a:lnTo>
                <a:lnTo>
                  <a:pt x="1955263" y="99060"/>
                </a:lnTo>
                <a:lnTo>
                  <a:pt x="1974247" y="99060"/>
                </a:lnTo>
                <a:lnTo>
                  <a:pt x="1993230" y="99060"/>
                </a:lnTo>
                <a:lnTo>
                  <a:pt x="2012204" y="99060"/>
                </a:lnTo>
                <a:lnTo>
                  <a:pt x="2031187" y="99060"/>
                </a:lnTo>
                <a:lnTo>
                  <a:pt x="2050171" y="99060"/>
                </a:lnTo>
                <a:lnTo>
                  <a:pt x="2068201" y="96412"/>
                </a:lnTo>
                <a:lnTo>
                  <a:pt x="2082794" y="84268"/>
                </a:lnTo>
                <a:lnTo>
                  <a:pt x="2097386" y="72133"/>
                </a:lnTo>
                <a:lnTo>
                  <a:pt x="2111978" y="59988"/>
                </a:lnTo>
                <a:lnTo>
                  <a:pt x="2126571" y="47844"/>
                </a:lnTo>
                <a:lnTo>
                  <a:pt x="2141163" y="35709"/>
                </a:lnTo>
                <a:lnTo>
                  <a:pt x="2155755" y="23565"/>
                </a:lnTo>
                <a:lnTo>
                  <a:pt x="2170347" y="11420"/>
                </a:lnTo>
                <a:lnTo>
                  <a:pt x="2182959" y="0"/>
                </a:lnTo>
                <a:lnTo>
                  <a:pt x="2163975" y="0"/>
                </a:lnTo>
                <a:lnTo>
                  <a:pt x="2144992" y="0"/>
                </a:lnTo>
                <a:lnTo>
                  <a:pt x="2126009" y="0"/>
                </a:lnTo>
                <a:lnTo>
                  <a:pt x="2107035" y="0"/>
                </a:lnTo>
                <a:lnTo>
                  <a:pt x="2088051" y="0"/>
                </a:lnTo>
                <a:lnTo>
                  <a:pt x="2069068" y="0"/>
                </a:lnTo>
                <a:lnTo>
                  <a:pt x="2050085" y="0"/>
                </a:lnTo>
                <a:lnTo>
                  <a:pt x="2031101" y="0"/>
                </a:lnTo>
                <a:lnTo>
                  <a:pt x="2012118" y="0"/>
                </a:lnTo>
                <a:lnTo>
                  <a:pt x="1993135" y="0"/>
                </a:lnTo>
                <a:lnTo>
                  <a:pt x="1974152" y="0"/>
                </a:lnTo>
                <a:lnTo>
                  <a:pt x="1955168" y="0"/>
                </a:lnTo>
                <a:lnTo>
                  <a:pt x="1936185" y="0"/>
                </a:lnTo>
                <a:lnTo>
                  <a:pt x="1917202" y="0"/>
                </a:lnTo>
                <a:lnTo>
                  <a:pt x="1898218" y="0"/>
                </a:lnTo>
                <a:lnTo>
                  <a:pt x="1879235" y="0"/>
                </a:lnTo>
                <a:lnTo>
                  <a:pt x="1860252" y="0"/>
                </a:lnTo>
                <a:lnTo>
                  <a:pt x="1841268" y="0"/>
                </a:lnTo>
                <a:lnTo>
                  <a:pt x="1822285" y="0"/>
                </a:lnTo>
                <a:lnTo>
                  <a:pt x="1803302" y="0"/>
                </a:lnTo>
                <a:lnTo>
                  <a:pt x="1784318" y="0"/>
                </a:lnTo>
                <a:lnTo>
                  <a:pt x="1765335" y="0"/>
                </a:lnTo>
                <a:lnTo>
                  <a:pt x="1746352" y="0"/>
                </a:lnTo>
                <a:lnTo>
                  <a:pt x="1727368" y="0"/>
                </a:lnTo>
                <a:lnTo>
                  <a:pt x="1708385" y="0"/>
                </a:lnTo>
                <a:lnTo>
                  <a:pt x="1689402" y="0"/>
                </a:lnTo>
                <a:lnTo>
                  <a:pt x="1670418" y="0"/>
                </a:lnTo>
                <a:lnTo>
                  <a:pt x="1651435" y="0"/>
                </a:lnTo>
                <a:lnTo>
                  <a:pt x="1632452" y="0"/>
                </a:lnTo>
                <a:lnTo>
                  <a:pt x="1613468" y="0"/>
                </a:lnTo>
                <a:lnTo>
                  <a:pt x="1594485" y="0"/>
                </a:lnTo>
                <a:lnTo>
                  <a:pt x="1575502" y="0"/>
                </a:lnTo>
                <a:lnTo>
                  <a:pt x="1556518" y="0"/>
                </a:lnTo>
                <a:lnTo>
                  <a:pt x="1537535" y="0"/>
                </a:lnTo>
                <a:lnTo>
                  <a:pt x="1518552" y="0"/>
                </a:lnTo>
                <a:lnTo>
                  <a:pt x="1499568" y="0"/>
                </a:lnTo>
                <a:lnTo>
                  <a:pt x="1480585" y="0"/>
                </a:lnTo>
                <a:lnTo>
                  <a:pt x="1461602" y="0"/>
                </a:lnTo>
                <a:lnTo>
                  <a:pt x="1442618" y="0"/>
                </a:lnTo>
                <a:lnTo>
                  <a:pt x="1423635" y="0"/>
                </a:lnTo>
                <a:lnTo>
                  <a:pt x="1404652" y="0"/>
                </a:lnTo>
                <a:lnTo>
                  <a:pt x="1385668" y="0"/>
                </a:lnTo>
                <a:lnTo>
                  <a:pt x="1366685" y="0"/>
                </a:lnTo>
                <a:lnTo>
                  <a:pt x="1347702" y="0"/>
                </a:lnTo>
                <a:lnTo>
                  <a:pt x="1328718" y="0"/>
                </a:lnTo>
                <a:lnTo>
                  <a:pt x="1309735" y="0"/>
                </a:lnTo>
                <a:lnTo>
                  <a:pt x="1290761" y="0"/>
                </a:lnTo>
                <a:lnTo>
                  <a:pt x="1271778" y="0"/>
                </a:lnTo>
                <a:lnTo>
                  <a:pt x="1252795" y="0"/>
                </a:lnTo>
                <a:lnTo>
                  <a:pt x="1233811" y="0"/>
                </a:lnTo>
                <a:lnTo>
                  <a:pt x="1214828" y="0"/>
                </a:lnTo>
                <a:lnTo>
                  <a:pt x="1195845" y="0"/>
                </a:lnTo>
                <a:lnTo>
                  <a:pt x="1176861" y="0"/>
                </a:lnTo>
                <a:lnTo>
                  <a:pt x="1157878" y="0"/>
                </a:lnTo>
                <a:lnTo>
                  <a:pt x="1138895" y="0"/>
                </a:lnTo>
                <a:lnTo>
                  <a:pt x="1119911" y="0"/>
                </a:lnTo>
                <a:lnTo>
                  <a:pt x="1100928" y="0"/>
                </a:lnTo>
                <a:lnTo>
                  <a:pt x="1081945" y="0"/>
                </a:lnTo>
                <a:lnTo>
                  <a:pt x="1062961" y="0"/>
                </a:lnTo>
                <a:lnTo>
                  <a:pt x="1043978" y="0"/>
                </a:lnTo>
                <a:lnTo>
                  <a:pt x="1024995" y="0"/>
                </a:lnTo>
                <a:lnTo>
                  <a:pt x="1006011" y="0"/>
                </a:lnTo>
                <a:lnTo>
                  <a:pt x="987028" y="0"/>
                </a:lnTo>
                <a:lnTo>
                  <a:pt x="968045" y="0"/>
                </a:lnTo>
                <a:lnTo>
                  <a:pt x="949061" y="0"/>
                </a:lnTo>
                <a:lnTo>
                  <a:pt x="930078" y="0"/>
                </a:lnTo>
                <a:lnTo>
                  <a:pt x="911095" y="0"/>
                </a:lnTo>
                <a:lnTo>
                  <a:pt x="892112" y="0"/>
                </a:lnTo>
                <a:lnTo>
                  <a:pt x="873128" y="0"/>
                </a:lnTo>
                <a:lnTo>
                  <a:pt x="854145" y="0"/>
                </a:lnTo>
                <a:lnTo>
                  <a:pt x="835162" y="0"/>
                </a:lnTo>
                <a:lnTo>
                  <a:pt x="816178" y="0"/>
                </a:lnTo>
                <a:lnTo>
                  <a:pt x="797195" y="0"/>
                </a:lnTo>
                <a:lnTo>
                  <a:pt x="778212" y="0"/>
                </a:lnTo>
                <a:lnTo>
                  <a:pt x="759228" y="0"/>
                </a:lnTo>
                <a:lnTo>
                  <a:pt x="740245" y="0"/>
                </a:lnTo>
                <a:lnTo>
                  <a:pt x="721262" y="0"/>
                </a:lnTo>
                <a:lnTo>
                  <a:pt x="702278" y="0"/>
                </a:lnTo>
                <a:lnTo>
                  <a:pt x="683295" y="0"/>
                </a:lnTo>
                <a:lnTo>
                  <a:pt x="664312" y="0"/>
                </a:lnTo>
                <a:lnTo>
                  <a:pt x="645328" y="0"/>
                </a:lnTo>
                <a:lnTo>
                  <a:pt x="626345" y="0"/>
                </a:lnTo>
                <a:lnTo>
                  <a:pt x="607362" y="0"/>
                </a:lnTo>
                <a:lnTo>
                  <a:pt x="588378" y="0"/>
                </a:lnTo>
                <a:lnTo>
                  <a:pt x="569395" y="0"/>
                </a:lnTo>
                <a:lnTo>
                  <a:pt x="550412" y="0"/>
                </a:lnTo>
                <a:lnTo>
                  <a:pt x="531428" y="0"/>
                </a:lnTo>
                <a:lnTo>
                  <a:pt x="512445" y="0"/>
                </a:lnTo>
                <a:lnTo>
                  <a:pt x="493462" y="0"/>
                </a:lnTo>
                <a:lnTo>
                  <a:pt x="474488" y="0"/>
                </a:lnTo>
                <a:lnTo>
                  <a:pt x="455505" y="0"/>
                </a:lnTo>
                <a:lnTo>
                  <a:pt x="436521" y="0"/>
                </a:lnTo>
                <a:lnTo>
                  <a:pt x="417538" y="0"/>
                </a:lnTo>
                <a:lnTo>
                  <a:pt x="398555" y="0"/>
                </a:lnTo>
                <a:lnTo>
                  <a:pt x="379571" y="0"/>
                </a:lnTo>
                <a:lnTo>
                  <a:pt x="360588" y="0"/>
                </a:lnTo>
                <a:lnTo>
                  <a:pt x="341605" y="0"/>
                </a:lnTo>
                <a:lnTo>
                  <a:pt x="322621" y="0"/>
                </a:lnTo>
                <a:lnTo>
                  <a:pt x="303638" y="0"/>
                </a:lnTo>
                <a:lnTo>
                  <a:pt x="284655" y="0"/>
                </a:lnTo>
                <a:lnTo>
                  <a:pt x="265671" y="0"/>
                </a:lnTo>
                <a:lnTo>
                  <a:pt x="246755" y="362"/>
                </a:lnTo>
                <a:lnTo>
                  <a:pt x="229133" y="7410"/>
                </a:lnTo>
                <a:lnTo>
                  <a:pt x="211503" y="14459"/>
                </a:lnTo>
                <a:lnTo>
                  <a:pt x="193881" y="21507"/>
                </a:lnTo>
                <a:lnTo>
                  <a:pt x="176251" y="28556"/>
                </a:lnTo>
                <a:lnTo>
                  <a:pt x="158629" y="35604"/>
                </a:lnTo>
                <a:lnTo>
                  <a:pt x="140999" y="42662"/>
                </a:lnTo>
                <a:lnTo>
                  <a:pt x="123377" y="49711"/>
                </a:lnTo>
                <a:lnTo>
                  <a:pt x="105756" y="56759"/>
                </a:lnTo>
                <a:lnTo>
                  <a:pt x="88125" y="63808"/>
                </a:lnTo>
                <a:lnTo>
                  <a:pt x="70504" y="70856"/>
                </a:lnTo>
                <a:lnTo>
                  <a:pt x="52873" y="77905"/>
                </a:lnTo>
                <a:lnTo>
                  <a:pt x="35252" y="84963"/>
                </a:lnTo>
                <a:lnTo>
                  <a:pt x="17621" y="92012"/>
                </a:lnTo>
                <a:lnTo>
                  <a:pt x="0" y="99060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18195A7C-BB1C-46CC-9114-6B77900E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3015" y="4060508"/>
            <a:ext cx="2025968" cy="99060"/>
          </a:xfrm>
          <a:custGeom xmlns:a="http://schemas.openxmlformats.org/drawingml/2006/main">
            <a:pathLst>
              <a:path w="2025968" h="99060">
                <a:moveTo>
                  <a:pt x="0" y="99060"/>
                </a:moveTo>
                <a:lnTo>
                  <a:pt x="18907" y="99060"/>
                </a:lnTo>
                <a:lnTo>
                  <a:pt x="37805" y="99060"/>
                </a:lnTo>
                <a:lnTo>
                  <a:pt x="56712" y="99060"/>
                </a:lnTo>
                <a:lnTo>
                  <a:pt x="75619" y="99060"/>
                </a:lnTo>
                <a:lnTo>
                  <a:pt x="94517" y="99060"/>
                </a:lnTo>
                <a:lnTo>
                  <a:pt x="113424" y="99060"/>
                </a:lnTo>
                <a:lnTo>
                  <a:pt x="132331" y="99060"/>
                </a:lnTo>
                <a:lnTo>
                  <a:pt x="151228" y="99060"/>
                </a:lnTo>
                <a:lnTo>
                  <a:pt x="170136" y="99060"/>
                </a:lnTo>
                <a:lnTo>
                  <a:pt x="189033" y="99060"/>
                </a:lnTo>
                <a:lnTo>
                  <a:pt x="207940" y="99060"/>
                </a:lnTo>
                <a:lnTo>
                  <a:pt x="226847" y="99060"/>
                </a:lnTo>
                <a:lnTo>
                  <a:pt x="245745" y="99060"/>
                </a:lnTo>
                <a:lnTo>
                  <a:pt x="264652" y="99060"/>
                </a:lnTo>
                <a:lnTo>
                  <a:pt x="283559" y="99060"/>
                </a:lnTo>
                <a:lnTo>
                  <a:pt x="302457" y="99060"/>
                </a:lnTo>
                <a:lnTo>
                  <a:pt x="321364" y="99060"/>
                </a:lnTo>
                <a:lnTo>
                  <a:pt x="340271" y="99060"/>
                </a:lnTo>
                <a:lnTo>
                  <a:pt x="359169" y="99060"/>
                </a:lnTo>
                <a:lnTo>
                  <a:pt x="378076" y="99060"/>
                </a:lnTo>
                <a:lnTo>
                  <a:pt x="396983" y="99060"/>
                </a:lnTo>
                <a:lnTo>
                  <a:pt x="415881" y="99060"/>
                </a:lnTo>
                <a:lnTo>
                  <a:pt x="434788" y="99060"/>
                </a:lnTo>
                <a:lnTo>
                  <a:pt x="453695" y="99060"/>
                </a:lnTo>
                <a:lnTo>
                  <a:pt x="472592" y="99060"/>
                </a:lnTo>
                <a:lnTo>
                  <a:pt x="491500" y="99060"/>
                </a:lnTo>
                <a:lnTo>
                  <a:pt x="510397" y="99060"/>
                </a:lnTo>
                <a:lnTo>
                  <a:pt x="529304" y="99060"/>
                </a:lnTo>
                <a:lnTo>
                  <a:pt x="548211" y="99060"/>
                </a:lnTo>
                <a:lnTo>
                  <a:pt x="567109" y="99060"/>
                </a:lnTo>
                <a:lnTo>
                  <a:pt x="586016" y="99060"/>
                </a:lnTo>
                <a:lnTo>
                  <a:pt x="604923" y="99060"/>
                </a:lnTo>
                <a:lnTo>
                  <a:pt x="623821" y="99060"/>
                </a:lnTo>
                <a:lnTo>
                  <a:pt x="642728" y="99060"/>
                </a:lnTo>
                <a:lnTo>
                  <a:pt x="661635" y="99060"/>
                </a:lnTo>
                <a:lnTo>
                  <a:pt x="680533" y="99060"/>
                </a:lnTo>
                <a:lnTo>
                  <a:pt x="699440" y="99060"/>
                </a:lnTo>
                <a:lnTo>
                  <a:pt x="718347" y="99060"/>
                </a:lnTo>
                <a:lnTo>
                  <a:pt x="737245" y="99060"/>
                </a:lnTo>
                <a:lnTo>
                  <a:pt x="756152" y="99060"/>
                </a:lnTo>
                <a:lnTo>
                  <a:pt x="775049" y="99060"/>
                </a:lnTo>
                <a:lnTo>
                  <a:pt x="793956" y="99060"/>
                </a:lnTo>
                <a:lnTo>
                  <a:pt x="812864" y="99060"/>
                </a:lnTo>
                <a:lnTo>
                  <a:pt x="831761" y="99060"/>
                </a:lnTo>
                <a:lnTo>
                  <a:pt x="850668" y="99060"/>
                </a:lnTo>
                <a:lnTo>
                  <a:pt x="869575" y="99060"/>
                </a:lnTo>
                <a:lnTo>
                  <a:pt x="888473" y="99060"/>
                </a:lnTo>
                <a:lnTo>
                  <a:pt x="907380" y="99060"/>
                </a:lnTo>
                <a:lnTo>
                  <a:pt x="926287" y="99060"/>
                </a:lnTo>
                <a:lnTo>
                  <a:pt x="945185" y="99060"/>
                </a:lnTo>
                <a:lnTo>
                  <a:pt x="964092" y="99060"/>
                </a:lnTo>
                <a:lnTo>
                  <a:pt x="982999" y="99060"/>
                </a:lnTo>
                <a:lnTo>
                  <a:pt x="1001897" y="99060"/>
                </a:lnTo>
                <a:lnTo>
                  <a:pt x="1020804" y="99060"/>
                </a:lnTo>
                <a:lnTo>
                  <a:pt x="1039701" y="99060"/>
                </a:lnTo>
                <a:lnTo>
                  <a:pt x="1058609" y="99060"/>
                </a:lnTo>
                <a:lnTo>
                  <a:pt x="1077516" y="99060"/>
                </a:lnTo>
                <a:lnTo>
                  <a:pt x="1096413" y="99060"/>
                </a:lnTo>
                <a:lnTo>
                  <a:pt x="1115320" y="99060"/>
                </a:lnTo>
                <a:lnTo>
                  <a:pt x="1134227" y="99060"/>
                </a:lnTo>
                <a:lnTo>
                  <a:pt x="1153125" y="99060"/>
                </a:lnTo>
                <a:lnTo>
                  <a:pt x="1172032" y="99060"/>
                </a:lnTo>
                <a:lnTo>
                  <a:pt x="1190939" y="99060"/>
                </a:lnTo>
                <a:lnTo>
                  <a:pt x="1209837" y="99060"/>
                </a:lnTo>
                <a:lnTo>
                  <a:pt x="1228744" y="99060"/>
                </a:lnTo>
                <a:lnTo>
                  <a:pt x="1247651" y="99060"/>
                </a:lnTo>
                <a:lnTo>
                  <a:pt x="1266549" y="99060"/>
                </a:lnTo>
                <a:lnTo>
                  <a:pt x="1285456" y="99060"/>
                </a:lnTo>
                <a:lnTo>
                  <a:pt x="1304363" y="99060"/>
                </a:lnTo>
                <a:lnTo>
                  <a:pt x="1323261" y="99060"/>
                </a:lnTo>
                <a:lnTo>
                  <a:pt x="1342168" y="99060"/>
                </a:lnTo>
                <a:lnTo>
                  <a:pt x="1361065" y="99060"/>
                </a:lnTo>
                <a:lnTo>
                  <a:pt x="1379972" y="99060"/>
                </a:lnTo>
                <a:lnTo>
                  <a:pt x="1398880" y="99060"/>
                </a:lnTo>
                <a:lnTo>
                  <a:pt x="1417777" y="99060"/>
                </a:lnTo>
                <a:lnTo>
                  <a:pt x="1436684" y="99060"/>
                </a:lnTo>
                <a:lnTo>
                  <a:pt x="1455591" y="99060"/>
                </a:lnTo>
                <a:lnTo>
                  <a:pt x="1474489" y="99060"/>
                </a:lnTo>
                <a:lnTo>
                  <a:pt x="1493396" y="99060"/>
                </a:lnTo>
                <a:lnTo>
                  <a:pt x="1512303" y="99060"/>
                </a:lnTo>
                <a:lnTo>
                  <a:pt x="1531201" y="99060"/>
                </a:lnTo>
                <a:lnTo>
                  <a:pt x="1550108" y="99060"/>
                </a:lnTo>
                <a:lnTo>
                  <a:pt x="1569015" y="99060"/>
                </a:lnTo>
                <a:lnTo>
                  <a:pt x="1587913" y="99060"/>
                </a:lnTo>
                <a:lnTo>
                  <a:pt x="1606820" y="99060"/>
                </a:lnTo>
                <a:lnTo>
                  <a:pt x="1625717" y="99060"/>
                </a:lnTo>
                <a:lnTo>
                  <a:pt x="1644625" y="99060"/>
                </a:lnTo>
                <a:lnTo>
                  <a:pt x="1663532" y="99060"/>
                </a:lnTo>
                <a:lnTo>
                  <a:pt x="1682429" y="99060"/>
                </a:lnTo>
                <a:lnTo>
                  <a:pt x="1701336" y="99060"/>
                </a:lnTo>
                <a:lnTo>
                  <a:pt x="1720244" y="99060"/>
                </a:lnTo>
                <a:lnTo>
                  <a:pt x="1739141" y="99060"/>
                </a:lnTo>
                <a:lnTo>
                  <a:pt x="1758048" y="99060"/>
                </a:lnTo>
                <a:lnTo>
                  <a:pt x="1776955" y="99060"/>
                </a:lnTo>
                <a:lnTo>
                  <a:pt x="1795853" y="99060"/>
                </a:lnTo>
                <a:lnTo>
                  <a:pt x="1814760" y="99060"/>
                </a:lnTo>
                <a:lnTo>
                  <a:pt x="1833667" y="99060"/>
                </a:lnTo>
                <a:lnTo>
                  <a:pt x="1852565" y="99060"/>
                </a:lnTo>
                <a:lnTo>
                  <a:pt x="1871472" y="99060"/>
                </a:lnTo>
                <a:lnTo>
                  <a:pt x="1890379" y="99060"/>
                </a:lnTo>
                <a:lnTo>
                  <a:pt x="1907524" y="94031"/>
                </a:lnTo>
                <a:lnTo>
                  <a:pt x="1922326" y="82277"/>
                </a:lnTo>
                <a:lnTo>
                  <a:pt x="1937137" y="70523"/>
                </a:lnTo>
                <a:lnTo>
                  <a:pt x="1951939" y="58769"/>
                </a:lnTo>
                <a:lnTo>
                  <a:pt x="1966751" y="47015"/>
                </a:lnTo>
                <a:lnTo>
                  <a:pt x="1981552" y="35262"/>
                </a:lnTo>
                <a:lnTo>
                  <a:pt x="1996354" y="23508"/>
                </a:lnTo>
                <a:lnTo>
                  <a:pt x="2011166" y="11754"/>
                </a:lnTo>
                <a:lnTo>
                  <a:pt x="2025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06050726-A762-4442-8F63-380FAF89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5903" y="4060508"/>
            <a:ext cx="1783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072D2083-A438-45DD-AE51-38AAEEBF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363" y="4108399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0F25C5F6-7CF2-420A-B2BA-50898411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363" y="4367813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每次任务留下最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小台账</a:t>
            </a:r>
          </a:p>
        </p:txBody>
      </p:sp>
      <p:sp>
        <p:nvSpPr>
          <p:cNvPr id="32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5C8D2471-AEEB-4E70-AA4B-270CE86B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4416" y="484896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880A211B-1D24-4DEA-B53E-CFB9FA86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1766" y="365879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4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A68BF743-4200-4D6C-8788-35DB9D5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1766" y="3918194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记录关联来源、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35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F71A5FF5-4C4A-47EC-8F07-40DFF62A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4809" y="4399512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3B93125D-E0E6-4289-9C19-55DD057B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2311" y="3209334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7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BC2CC72D-F243-4155-89F6-222277B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2311" y="3468738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他人能够依据记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录重做关键过程</a:t>
            </a:r>
          </a:p>
        </p:txBody>
      </p:sp>
      <p:sp>
        <p:nvSpPr>
          <p:cNvPr id="38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6EE5B033-0638-4676-B7DF-EDD069D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5211" y="395004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C20EF4-5398-4A88-A31D-06BC866D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768EBD-6B75-489E-A9A4-ACDE9BC2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362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判﻿断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BD87A0-8D95-4C3B-BE54-935114ED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3362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可复用建﻿立在前两层基﻿础上﻿，﻿不﻿是三个互﻿斥方﻿案。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9AF5DD-D451-463D-A403-098510D2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3362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DA876E-FBA1-4B3A-90AD-014BF57D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288C0D-C4D0-417D-B78E-41106C17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3362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首轮目﻿标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2153CC-7194-469B-92B0-F666A1B5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3623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仅将“可记﻿录”作﻿为首轮目﻿标﻿；﻿没﻿有完﻿成度调﻿查﻿，﻿不﻿能暗﻿示已达﻿到某﻿一级。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C434AB-4CEA-4200-BA52-236FBE96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3362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029EFA-2392-457D-904E-17DDDD5B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93F3E3-FF7B-423E-AD1F-1F61A204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95800"/>
            <a:ext cx="3362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验﻿收与边﻿界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D8FDF7-228B-48BD-9710-A6519345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3623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研﻿究人﻿员提﻿交记﻿录﻿；﻿管﻿理员抽﻿查关﻿联﻿；﻿平﻿台负﻿责人处﻿理跨实﻿验室责﻿任争﻿议﻿。﻿三﻿者是分﻿工﻿，﻿不﻿是三级审﻿批。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复用能﻿力需﻿要实﻿际重﻿做验﻿证﻿，﻿文﻿件齐﻿全不﻿足以判﻿定可复用。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2026-09-08T06:48:52.2090000Z</dcterms:created>
  <dcterms:modified xsi:type="dcterms:W3CDTF">2026-09-08T06:48:52.2090000Z</dcterms:modified>
</coreProperties>
</file>