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373c11997b4831" /><Relationship Type="http://schemas.openxmlformats.org/officeDocument/2006/relationships/extended-properties" Target="/docProps/app.xml" Id="R59f61b1528df4e76" /><Relationship Type="http://schemas.openxmlformats.org/officeDocument/2006/relationships/officeDocument" Target="/ppt/presentation.xml" Id="R2c06e84e459543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8c9b14c8894a7d"/>
    <p:sldMasterId xmlns:r="http://schemas.openxmlformats.org/officeDocument/2006/relationships" id="2147483660" r:id="Rbfd3496af6334146"/>
    <p:sldMasterId xmlns:r="http://schemas.openxmlformats.org/officeDocument/2006/relationships" id="2147483663" r:id="R4b3af8f5dc6a4862"/>
  </p:sldMasterIdLst>
  <p:notesMasterIdLst>
    <p:notesMasterId xmlns:r="http://schemas.openxmlformats.org/officeDocument/2006/relationships" r:id="R80f6d8b8d1f845db"/>
  </p:notesMasterIdLst>
  <p:sldIdLst>
    <p:sldId xmlns:r="http://schemas.openxmlformats.org/officeDocument/2006/relationships" id="256" r:id="R8d092d874e3444f0"/>
    <p:sldId xmlns:r="http://schemas.openxmlformats.org/officeDocument/2006/relationships" id="257" r:id="R883cb3fca1fc46c3"/>
    <p:sldId xmlns:r="http://schemas.openxmlformats.org/officeDocument/2006/relationships" id="258" r:id="R1db3e9b0014146a5"/>
    <p:sldId xmlns:r="http://schemas.openxmlformats.org/officeDocument/2006/relationships" id="259" r:id="R1bf1b6f140544f26"/>
    <p:sldId xmlns:r="http://schemas.openxmlformats.org/officeDocument/2006/relationships" id="260" r:id="Rdb21389abe924426"/>
    <p:sldId xmlns:r="http://schemas.openxmlformats.org/officeDocument/2006/relationships" id="261" r:id="R97e4a353138d40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6cce2b8eb3445c" /><Relationship Type="http://schemas.openxmlformats.org/officeDocument/2006/relationships/slideMaster" Target="/ppt/slideMasters/slideMaster1.xml" Id="R158c9b14c8894a7d" /><Relationship Type="http://schemas.openxmlformats.org/officeDocument/2006/relationships/slideMaster" Target="/ppt/slideMasters/slideMaster2.xml" Id="Rbfd3496af6334146" /><Relationship Type="http://schemas.openxmlformats.org/officeDocument/2006/relationships/slideMaster" Target="/ppt/slideMasters/slideMaster3.xml" Id="R4b3af8f5dc6a4862" /><Relationship Type="http://schemas.openxmlformats.org/officeDocument/2006/relationships/notesMaster" Target="/ppt/notesMasters/notesMaster1.xml" Id="R80f6d8b8d1f845db" /><Relationship Type="http://schemas.openxmlformats.org/officeDocument/2006/relationships/presProps" Target="/ppt/presProps.xml" Id="R266738cee0db4fc9" /><Relationship Type="http://schemas.openxmlformats.org/officeDocument/2006/relationships/viewProps" Target="/ppt/viewProps.xml" Id="R94f4a3243df248f8" /><Relationship Type="http://schemas.openxmlformats.org/officeDocument/2006/relationships/tableStyles" Target="/ppt/tableStyles.xml" Id="R43e49d6ca2df4131" /><Relationship Type="http://schemas.openxmlformats.org/officeDocument/2006/relationships/slide" Target="/ppt/slides/slide1.xml" Id="R8d092d874e3444f0" /><Relationship Type="http://schemas.openxmlformats.org/officeDocument/2006/relationships/slide" Target="/ppt/slides/slide2.xml" Id="R883cb3fca1fc46c3" /><Relationship Type="http://schemas.openxmlformats.org/officeDocument/2006/relationships/slide" Target="/ppt/slides/slide3.xml" Id="R1db3e9b0014146a5" /><Relationship Type="http://schemas.openxmlformats.org/officeDocument/2006/relationships/slide" Target="/ppt/slides/slide4.xml" Id="R1bf1b6f140544f26" /><Relationship Type="http://schemas.openxmlformats.org/officeDocument/2006/relationships/slide" Target="/ppt/slides/slide5.xml" Id="Rdb21389abe924426" /><Relationship Type="http://schemas.openxmlformats.org/officeDocument/2006/relationships/slide" Target="/ppt/slides/slide6.xml" Id="R97e4a353138d40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06c80dbe2cac4e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934c2cb23a40b5" /><Relationship Type="http://schemas.openxmlformats.org/officeDocument/2006/relationships/notesMaster" Target="/ppt/notesMasters/notesMaster1.xml" Id="R9c53dcd10eb242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84281df7e24786" /><Relationship Type="http://schemas.openxmlformats.org/officeDocument/2006/relationships/notesMaster" Target="/ppt/notesMasters/notesMaster1.xml" Id="Rae297025943d4b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2d3b340cf747ba" /><Relationship Type="http://schemas.openxmlformats.org/officeDocument/2006/relationships/notesMaster" Target="/ppt/notesMasters/notesMaster1.xml" Id="R80df1c073a4641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6edbbcb57a412a" /><Relationship Type="http://schemas.openxmlformats.org/officeDocument/2006/relationships/notesMaster" Target="/ppt/notesMasters/notesMaster1.xml" Id="Rd3b50fab75cf4f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cee08c3399419d" /><Relationship Type="http://schemas.openxmlformats.org/officeDocument/2006/relationships/notesMaster" Target="/ppt/notesMasters/notesMaster1.xml" Id="Rf054f6a3e82e42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febe6711824ae7" /><Relationship Type="http://schemas.openxmlformats.org/officeDocument/2006/relationships/notesMaster" Target="/ppt/notesMasters/notesMaster1.xml" Id="Rd7c077b7f1204b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内容：experiments/university-template-integration-03/manuscript.txt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PPagenT：cover-intent → northeastern-university-cover-001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内容：experiments/university-template-integration-03/manuscript.txt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PPagenT：agenda-intent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内容：experiments/university-template-integration-03/manuscript.txt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PPagenT：records-intent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内容：experiments/university-template-integration-03/manuscript.txt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PPagenT：selection-intent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内容：experiments/university-template-integration-03/manuscript.txt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PPagenT：capability-intent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内容：experiments/university-template-integration-03/manuscript.txt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PPagenT：closing-intent → northeastern-university-closing-001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0b1908a7964944" /><Relationship Type="http://schemas.openxmlformats.org/officeDocument/2006/relationships/image" Target="/ppt/media/image.jpeg" Id="Rf3c5dda153434c76" /><Relationship Type="http://schemas.openxmlformats.org/officeDocument/2006/relationships/image" Target="/ppt/media/image.png" Id="Rc9e0b00b409f4aac" /><Relationship Type="http://schemas.openxmlformats.org/officeDocument/2006/relationships/image" Target="/ppt/media/image2.png" Id="R406a8bba587348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6d828df634d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40db177754006" /><Relationship Type="http://schemas.openxmlformats.org/officeDocument/2006/relationships/image" Target="/ppt/media/image3.png" Id="Rc38dc048ed8b4e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1b6be2e144267" /><Relationship Type="http://schemas.openxmlformats.org/officeDocument/2006/relationships/image" Target="/ppt/media/image4.png" Id="Rdfc535d6d81e4f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778acd2fb47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e5304ed5a487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c89e5b4c841e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3645070d64c5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22e598380472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32ef8204c457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7863bac454ea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d0ddf79a1846e7" /><Relationship Type="http://schemas.openxmlformats.org/officeDocument/2006/relationships/image" Target="/ppt/media/image5.png" Id="R4762ceeba5f54b1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379865291f422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5a0397eba3e448d" /><Relationship Type="http://schemas.openxmlformats.org/officeDocument/2006/relationships/image" Target="/ppt/media/image5.png" Id="Rbcbdca2fa2514b0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1973984cf0f47c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5dda153434c76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0b00b409f4aac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a8bba587348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dc048ed8b4eb2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535d6d81e4fe4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2ceeba5f54b1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dca2fa2514b0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699a7edece4db5" /><Relationship Type="http://schemas.openxmlformats.org/officeDocument/2006/relationships/slideLayout" Target="/ppt/slideLayouts/slideLayout1.xml" Id="R7c5da48e671c4b4f" /><Relationship Type="http://schemas.openxmlformats.org/officeDocument/2006/relationships/slideLayout" Target="/ppt/slideLayouts/slideLayout2.xml" Id="Rb8dfb7f5cb804087" /><Relationship Type="http://schemas.openxmlformats.org/officeDocument/2006/relationships/slideLayout" Target="/ppt/slideLayouts/slideLayout3.xml" Id="R8eca62d03c3d43ca" /><Relationship Type="http://schemas.openxmlformats.org/officeDocument/2006/relationships/slideLayout" Target="/ppt/slideLayouts/slideLayout4.xml" Id="R1a67019e9300458f" /><Relationship Type="http://schemas.openxmlformats.org/officeDocument/2006/relationships/slideLayout" Target="/ppt/slideLayouts/slideLayout5.xml" Id="R2a635e6b853e461c" /><Relationship Type="http://schemas.openxmlformats.org/officeDocument/2006/relationships/slideLayout" Target="/ppt/slideLayouts/slideLayout6.xml" Id="R5022841dbe2a4249" /><Relationship Type="http://schemas.openxmlformats.org/officeDocument/2006/relationships/slideLayout" Target="/ppt/slideLayouts/slideLayout7.xml" Id="Rad6c22dc2f0542c3" /><Relationship Type="http://schemas.openxmlformats.org/officeDocument/2006/relationships/slideLayout" Target="/ppt/slideLayouts/slideLayout8.xml" Id="Rf10bb2a03d4442d5" /><Relationship Type="http://schemas.openxmlformats.org/officeDocument/2006/relationships/slideLayout" Target="/ppt/slideLayouts/slideLayout9.xml" Id="R6a246fe9989a4a1f" /><Relationship Type="http://schemas.openxmlformats.org/officeDocument/2006/relationships/slideLayout" Target="/ppt/slideLayouts/slideLayout10.xml" Id="Re1bc3c5e4cb3414a" /><Relationship Type="http://schemas.openxmlformats.org/officeDocument/2006/relationships/slideLayout" Target="/ppt/slideLayouts/slideLayout11.xml" Id="R2ebb481c92fb45b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c66ea972d894b0e" /><Relationship Type="http://schemas.openxmlformats.org/officeDocument/2006/relationships/slideLayout" Target="/ppt/slideLayouts/slideLayout12.xml" Id="R5195437530a64db3" /><Relationship Type="http://schemas.openxmlformats.org/officeDocument/2006/relationships/slideLayout" Target="/ppt/slideLayouts/slideLayout13.xml" Id="Rb0808ab91cb547f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3244e03f96c469e" /><Relationship Type="http://schemas.openxmlformats.org/officeDocument/2006/relationships/slideLayout" Target="/ppt/slideLayouts/slideLayout14.xml" Id="Rb2a6d3108bce4533" /><Relationship Type="http://schemas.openxmlformats.org/officeDocument/2006/relationships/slideLayout" Target="/ppt/slideLayouts/slideLayout15.xml" Id="R13446e70dc074cd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5da48e671c4b4f"/>
    <p:sldLayoutId xmlns:r="http://schemas.openxmlformats.org/officeDocument/2006/relationships" id="2147483650" r:id="Rb8dfb7f5cb804087"/>
    <p:sldLayoutId xmlns:r="http://schemas.openxmlformats.org/officeDocument/2006/relationships" id="2147483651" r:id="R8eca62d03c3d43ca"/>
    <p:sldLayoutId xmlns:r="http://schemas.openxmlformats.org/officeDocument/2006/relationships" id="2147483652" r:id="R1a67019e9300458f"/>
    <p:sldLayoutId xmlns:r="http://schemas.openxmlformats.org/officeDocument/2006/relationships" id="2147483653" r:id="R2a635e6b853e461c"/>
    <p:sldLayoutId xmlns:r="http://schemas.openxmlformats.org/officeDocument/2006/relationships" id="2147483654" r:id="R5022841dbe2a4249"/>
    <p:sldLayoutId xmlns:r="http://schemas.openxmlformats.org/officeDocument/2006/relationships" id="2147483655" r:id="Rad6c22dc2f0542c3"/>
    <p:sldLayoutId xmlns:r="http://schemas.openxmlformats.org/officeDocument/2006/relationships" id="2147483656" r:id="Rf10bb2a03d4442d5"/>
    <p:sldLayoutId xmlns:r="http://schemas.openxmlformats.org/officeDocument/2006/relationships" id="2147483657" r:id="R6a246fe9989a4a1f"/>
    <p:sldLayoutId xmlns:r="http://schemas.openxmlformats.org/officeDocument/2006/relationships" id="2147483658" r:id="Re1bc3c5e4cb3414a"/>
    <p:sldLayoutId xmlns:r="http://schemas.openxmlformats.org/officeDocument/2006/relationships" id="2147483659" r:id="R2ebb481c92fb45b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195437530a64db3"/>
    <p:sldLayoutId xmlns:r="http://schemas.openxmlformats.org/officeDocument/2006/relationships" id="2147483662" r:id="Rb0808ab91cb547f0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b2a6d3108bce4533"/>
    <p:sldLayoutId xmlns:r="http://schemas.openxmlformats.org/officeDocument/2006/relationships" id="2147483665" r:id="R13446e70dc074cd7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9306ae8a44874" /><Relationship Type="http://schemas.openxmlformats.org/officeDocument/2006/relationships/notesSlide" Target="/ppt/notesSlides/notesSlide1.xml" Id="Re467cd044e5b4f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b6e15ef3384fd1" /><Relationship Type="http://schemas.openxmlformats.org/officeDocument/2006/relationships/notesSlide" Target="/ppt/notesSlides/notesSlide2.xml" Id="R5a42efd70ade4f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0f23ce1d99142a5" /><Relationship Type="http://schemas.openxmlformats.org/officeDocument/2006/relationships/image" Target="/ppt/media/image6.png" Id="Rc7380ab3055644f0" /><Relationship Type="http://schemas.openxmlformats.org/officeDocument/2006/relationships/image" Target="/ppt/media/image.svg" Id="Rd580ab1e96974f0d" /><Relationship Type="http://schemas.openxmlformats.org/officeDocument/2006/relationships/image" Target="/ppt/media/image7.png" Id="R75a52669e45045f3" /><Relationship Type="http://schemas.openxmlformats.org/officeDocument/2006/relationships/image" Target="/ppt/media/image2.svg" Id="R4cda92286b24491e" /><Relationship Type="http://schemas.openxmlformats.org/officeDocument/2006/relationships/image" Target="/ppt/media/image8.png" Id="R8b931a7ee5354515" /><Relationship Type="http://schemas.openxmlformats.org/officeDocument/2006/relationships/image" Target="/ppt/media/image3.svg" Id="R5613ddbd82874fa6" /><Relationship Type="http://schemas.openxmlformats.org/officeDocument/2006/relationships/image" Target="/ppt/media/image9.png" Id="Rc78cd6cca19e40d3" /><Relationship Type="http://schemas.openxmlformats.org/officeDocument/2006/relationships/image" Target="/ppt/media/image4.svg" Id="R4655014047bb4c6d" /><Relationship Type="http://schemas.openxmlformats.org/officeDocument/2006/relationships/notesSlide" Target="/ppt/notesSlides/notesSlide3.xml" Id="R19be9d4814a34d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794f86d86d34fa6" /><Relationship Type="http://schemas.openxmlformats.org/officeDocument/2006/relationships/image" Target="/ppt/media/image10.png" Id="R3d9b8e03d26f47b7" /><Relationship Type="http://schemas.openxmlformats.org/officeDocument/2006/relationships/image" Target="/ppt/media/image5.svg" Id="R9bb6b12b5f294e94" /><Relationship Type="http://schemas.openxmlformats.org/officeDocument/2006/relationships/image" Target="/ppt/media/image11.png" Id="R177bfa817cea464a" /><Relationship Type="http://schemas.openxmlformats.org/officeDocument/2006/relationships/image" Target="/ppt/media/image6.svg" Id="R3266154f68ba434e" /><Relationship Type="http://schemas.openxmlformats.org/officeDocument/2006/relationships/image" Target="/ppt/media/image12.png" Id="Ra88417e310194323" /><Relationship Type="http://schemas.openxmlformats.org/officeDocument/2006/relationships/image" Target="/ppt/media/image7.svg" Id="R048d90c2c11544cb" /><Relationship Type="http://schemas.openxmlformats.org/officeDocument/2006/relationships/notesSlide" Target="/ppt/notesSlides/notesSlide4.xml" Id="R37c18674823b4d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1374212a3348dd" /><Relationship Type="http://schemas.openxmlformats.org/officeDocument/2006/relationships/notesSlide" Target="/ppt/notesSlides/notesSlide5.xml" Id="R332c9a1500b84d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b9d60ede349e0" /><Relationship Type="http://schemas.openxmlformats.org/officeDocument/2006/relationships/notesSlide" Target="/ppt/notesSlides/notesSlide6.xml" Id="R708e1fd00e3149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250" i="0" u="none" cap="none">
                <a:ln>
                  <a:noFill/>
                </a:ln>
                <a:solidFill>
                  <a:schemeClr val="tx1"/>
                </a:solidFill>
                <a:latin typeface="HYWenRunSongYun U"/>
                <a:ea typeface="HYWenRunSongYun U"/>
                <a:cs typeface="HYWenRunSongYun U"/>
              </a:rPr>
              <a:t>— 记录、筛选与能力建设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汇报人：方案讨论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共享实验平台试点方案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记录规范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试点筛选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能力建设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首轮记录应覆盖四项基本信息，先让异常能够追溯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记录规范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70361-B7BC-4160-83E1-3FE5901B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51A55312-42B1-467B-8F4D-739420EC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563" y="3524479"/>
            <a:ext cx="1880873" cy="315144"/>
          </a:xfrm>
          <a:custGeom xmlns:a="http://schemas.openxmlformats.org/drawingml/2006/main">
            <a:pathLst>
              <a:path w="1880873" h="315144">
                <a:moveTo>
                  <a:pt x="1880292" y="0"/>
                </a:moveTo>
                <a:lnTo>
                  <a:pt x="1880873" y="11601"/>
                </a:lnTo>
                <a:lnTo>
                  <a:pt x="1880616" y="23212"/>
                </a:lnTo>
                <a:lnTo>
                  <a:pt x="1879702" y="34814"/>
                </a:lnTo>
                <a:lnTo>
                  <a:pt x="1878187" y="46387"/>
                </a:lnTo>
                <a:lnTo>
                  <a:pt x="1876092" y="57922"/>
                </a:lnTo>
                <a:lnTo>
                  <a:pt x="1873415" y="69409"/>
                </a:lnTo>
                <a:lnTo>
                  <a:pt x="1870148" y="80839"/>
                </a:lnTo>
                <a:lnTo>
                  <a:pt x="1866309" y="92202"/>
                </a:lnTo>
                <a:lnTo>
                  <a:pt x="1861861" y="103470"/>
                </a:lnTo>
                <a:lnTo>
                  <a:pt x="1856813" y="114633"/>
                </a:lnTo>
                <a:lnTo>
                  <a:pt x="1851136" y="125682"/>
                </a:lnTo>
                <a:lnTo>
                  <a:pt x="1844821" y="136589"/>
                </a:lnTo>
                <a:lnTo>
                  <a:pt x="1837868" y="147342"/>
                </a:lnTo>
                <a:lnTo>
                  <a:pt x="1830248" y="157915"/>
                </a:lnTo>
                <a:lnTo>
                  <a:pt x="1821952" y="168288"/>
                </a:lnTo>
                <a:lnTo>
                  <a:pt x="1812979" y="178422"/>
                </a:lnTo>
                <a:lnTo>
                  <a:pt x="1803330" y="188319"/>
                </a:lnTo>
                <a:lnTo>
                  <a:pt x="1792996" y="197930"/>
                </a:lnTo>
                <a:lnTo>
                  <a:pt x="1781985" y="207235"/>
                </a:lnTo>
                <a:lnTo>
                  <a:pt x="1770307" y="216218"/>
                </a:lnTo>
                <a:lnTo>
                  <a:pt x="1757982" y="224847"/>
                </a:lnTo>
                <a:lnTo>
                  <a:pt x="1745018" y="233105"/>
                </a:lnTo>
                <a:lnTo>
                  <a:pt x="1731464" y="240963"/>
                </a:lnTo>
                <a:lnTo>
                  <a:pt x="1717338" y="248412"/>
                </a:lnTo>
                <a:lnTo>
                  <a:pt x="1702670" y="255441"/>
                </a:lnTo>
                <a:lnTo>
                  <a:pt x="1687506" y="262042"/>
                </a:lnTo>
                <a:lnTo>
                  <a:pt x="1671885" y="268195"/>
                </a:lnTo>
                <a:lnTo>
                  <a:pt x="1655855" y="273910"/>
                </a:lnTo>
                <a:lnTo>
                  <a:pt x="1639443" y="279187"/>
                </a:lnTo>
                <a:lnTo>
                  <a:pt x="1622698" y="284026"/>
                </a:lnTo>
                <a:lnTo>
                  <a:pt x="1605658" y="288446"/>
                </a:lnTo>
                <a:lnTo>
                  <a:pt x="1588360" y="292446"/>
                </a:lnTo>
                <a:lnTo>
                  <a:pt x="1570844" y="296037"/>
                </a:lnTo>
                <a:lnTo>
                  <a:pt x="1553137" y="299247"/>
                </a:lnTo>
                <a:lnTo>
                  <a:pt x="1535268" y="302066"/>
                </a:lnTo>
                <a:lnTo>
                  <a:pt x="1517266" y="304533"/>
                </a:lnTo>
                <a:lnTo>
                  <a:pt x="1499149" y="306648"/>
                </a:lnTo>
                <a:lnTo>
                  <a:pt x="1480947" y="308429"/>
                </a:lnTo>
                <a:lnTo>
                  <a:pt x="1462669" y="309896"/>
                </a:lnTo>
                <a:lnTo>
                  <a:pt x="1444342" y="311058"/>
                </a:lnTo>
                <a:lnTo>
                  <a:pt x="1425969" y="311925"/>
                </a:lnTo>
                <a:lnTo>
                  <a:pt x="1407557" y="312334"/>
                </a:lnTo>
                <a:lnTo>
                  <a:pt x="1389136" y="312611"/>
                </a:lnTo>
                <a:lnTo>
                  <a:pt x="1370714" y="312820"/>
                </a:lnTo>
                <a:lnTo>
                  <a:pt x="1352293" y="313011"/>
                </a:lnTo>
                <a:lnTo>
                  <a:pt x="1333871" y="313172"/>
                </a:lnTo>
                <a:lnTo>
                  <a:pt x="1315450" y="313315"/>
                </a:lnTo>
                <a:lnTo>
                  <a:pt x="1297029" y="313449"/>
                </a:lnTo>
                <a:lnTo>
                  <a:pt x="1278607" y="313573"/>
                </a:lnTo>
                <a:lnTo>
                  <a:pt x="1260177" y="313677"/>
                </a:lnTo>
                <a:lnTo>
                  <a:pt x="1241755" y="313792"/>
                </a:lnTo>
                <a:lnTo>
                  <a:pt x="1223334" y="313887"/>
                </a:lnTo>
                <a:lnTo>
                  <a:pt x="1204913" y="313982"/>
                </a:lnTo>
                <a:lnTo>
                  <a:pt x="1186491" y="314068"/>
                </a:lnTo>
                <a:lnTo>
                  <a:pt x="1168070" y="314144"/>
                </a:lnTo>
                <a:lnTo>
                  <a:pt x="1149639" y="314230"/>
                </a:lnTo>
                <a:lnTo>
                  <a:pt x="1131218" y="314296"/>
                </a:lnTo>
                <a:lnTo>
                  <a:pt x="1112796" y="314373"/>
                </a:lnTo>
                <a:lnTo>
                  <a:pt x="1094375" y="314439"/>
                </a:lnTo>
                <a:lnTo>
                  <a:pt x="1075944" y="314496"/>
                </a:lnTo>
                <a:lnTo>
                  <a:pt x="1057523" y="314554"/>
                </a:lnTo>
                <a:lnTo>
                  <a:pt x="1039101" y="314611"/>
                </a:lnTo>
                <a:lnTo>
                  <a:pt x="1020680" y="314668"/>
                </a:lnTo>
                <a:lnTo>
                  <a:pt x="1002249" y="314716"/>
                </a:lnTo>
                <a:lnTo>
                  <a:pt x="983828" y="314763"/>
                </a:lnTo>
                <a:lnTo>
                  <a:pt x="965406" y="314801"/>
                </a:lnTo>
                <a:lnTo>
                  <a:pt x="946985" y="314839"/>
                </a:lnTo>
                <a:lnTo>
                  <a:pt x="928554" y="314887"/>
                </a:lnTo>
                <a:lnTo>
                  <a:pt x="910133" y="314925"/>
                </a:lnTo>
                <a:lnTo>
                  <a:pt x="891711" y="314954"/>
                </a:lnTo>
                <a:lnTo>
                  <a:pt x="873290" y="314982"/>
                </a:lnTo>
                <a:lnTo>
                  <a:pt x="854859" y="315011"/>
                </a:lnTo>
                <a:lnTo>
                  <a:pt x="836438" y="315030"/>
                </a:lnTo>
                <a:lnTo>
                  <a:pt x="818017" y="315058"/>
                </a:lnTo>
                <a:lnTo>
                  <a:pt x="799595" y="315077"/>
                </a:lnTo>
                <a:lnTo>
                  <a:pt x="781164" y="315097"/>
                </a:lnTo>
                <a:lnTo>
                  <a:pt x="762743" y="315106"/>
                </a:lnTo>
                <a:lnTo>
                  <a:pt x="744322" y="315116"/>
                </a:lnTo>
                <a:lnTo>
                  <a:pt x="725900" y="315135"/>
                </a:lnTo>
                <a:lnTo>
                  <a:pt x="707469" y="315135"/>
                </a:lnTo>
                <a:lnTo>
                  <a:pt x="689048" y="315144"/>
                </a:lnTo>
                <a:lnTo>
                  <a:pt x="670627" y="315144"/>
                </a:lnTo>
                <a:lnTo>
                  <a:pt x="652205" y="315144"/>
                </a:lnTo>
                <a:lnTo>
                  <a:pt x="633774" y="315135"/>
                </a:lnTo>
                <a:lnTo>
                  <a:pt x="615353" y="315125"/>
                </a:lnTo>
                <a:lnTo>
                  <a:pt x="596932" y="315125"/>
                </a:lnTo>
                <a:lnTo>
                  <a:pt x="578510" y="315106"/>
                </a:lnTo>
                <a:lnTo>
                  <a:pt x="560080" y="315087"/>
                </a:lnTo>
                <a:lnTo>
                  <a:pt x="541658" y="315077"/>
                </a:lnTo>
                <a:lnTo>
                  <a:pt x="523237" y="315049"/>
                </a:lnTo>
                <a:lnTo>
                  <a:pt x="504806" y="315020"/>
                </a:lnTo>
                <a:lnTo>
                  <a:pt x="486385" y="314992"/>
                </a:lnTo>
                <a:lnTo>
                  <a:pt x="467963" y="314963"/>
                </a:lnTo>
                <a:lnTo>
                  <a:pt x="449542" y="314925"/>
                </a:lnTo>
                <a:lnTo>
                  <a:pt x="431111" y="314877"/>
                </a:lnTo>
                <a:lnTo>
                  <a:pt x="412690" y="314839"/>
                </a:lnTo>
                <a:lnTo>
                  <a:pt x="394268" y="314782"/>
                </a:lnTo>
                <a:lnTo>
                  <a:pt x="375847" y="314735"/>
                </a:lnTo>
                <a:lnTo>
                  <a:pt x="357426" y="314677"/>
                </a:lnTo>
                <a:lnTo>
                  <a:pt x="338995" y="314611"/>
                </a:lnTo>
                <a:lnTo>
                  <a:pt x="320573" y="314535"/>
                </a:lnTo>
                <a:lnTo>
                  <a:pt x="302152" y="314458"/>
                </a:lnTo>
                <a:lnTo>
                  <a:pt x="283731" y="314382"/>
                </a:lnTo>
                <a:lnTo>
                  <a:pt x="265300" y="314287"/>
                </a:lnTo>
                <a:lnTo>
                  <a:pt x="246878" y="314192"/>
                </a:lnTo>
                <a:lnTo>
                  <a:pt x="228457" y="314077"/>
                </a:lnTo>
                <a:lnTo>
                  <a:pt x="210036" y="313963"/>
                </a:lnTo>
                <a:lnTo>
                  <a:pt x="191614" y="313830"/>
                </a:lnTo>
                <a:lnTo>
                  <a:pt x="173193" y="313696"/>
                </a:lnTo>
                <a:lnTo>
                  <a:pt x="154772" y="313534"/>
                </a:lnTo>
                <a:lnTo>
                  <a:pt x="136350" y="313363"/>
                </a:lnTo>
                <a:lnTo>
                  <a:pt x="117929" y="313172"/>
                </a:lnTo>
                <a:lnTo>
                  <a:pt x="99508" y="312953"/>
                </a:lnTo>
                <a:lnTo>
                  <a:pt x="81086" y="312696"/>
                </a:lnTo>
                <a:lnTo>
                  <a:pt x="62665" y="312401"/>
                </a:lnTo>
                <a:lnTo>
                  <a:pt x="44253" y="312039"/>
                </a:lnTo>
                <a:lnTo>
                  <a:pt x="25841" y="311563"/>
                </a:lnTo>
                <a:lnTo>
                  <a:pt x="7458" y="310810"/>
                </a:lnTo>
                <a:lnTo>
                  <a:pt x="3419" y="301371"/>
                </a:lnTo>
                <a:lnTo>
                  <a:pt x="3172" y="289760"/>
                </a:lnTo>
                <a:lnTo>
                  <a:pt x="2924" y="278149"/>
                </a:lnTo>
                <a:lnTo>
                  <a:pt x="2686" y="266538"/>
                </a:lnTo>
                <a:lnTo>
                  <a:pt x="2438" y="254927"/>
                </a:lnTo>
                <a:lnTo>
                  <a:pt x="2200" y="243316"/>
                </a:lnTo>
                <a:lnTo>
                  <a:pt x="1953" y="231696"/>
                </a:lnTo>
                <a:lnTo>
                  <a:pt x="1705" y="220085"/>
                </a:lnTo>
                <a:lnTo>
                  <a:pt x="1467" y="208474"/>
                </a:lnTo>
                <a:lnTo>
                  <a:pt x="1219" y="196863"/>
                </a:lnTo>
                <a:lnTo>
                  <a:pt x="972" y="185252"/>
                </a:lnTo>
                <a:lnTo>
                  <a:pt x="733" y="173641"/>
                </a:lnTo>
                <a:lnTo>
                  <a:pt x="486" y="162030"/>
                </a:lnTo>
                <a:lnTo>
                  <a:pt x="248" y="150419"/>
                </a:lnTo>
                <a:lnTo>
                  <a:pt x="0" y="138808"/>
                </a:lnTo>
                <a:lnTo>
                  <a:pt x="6763" y="131207"/>
                </a:lnTo>
                <a:lnTo>
                  <a:pt x="25136" y="130369"/>
                </a:lnTo>
                <a:lnTo>
                  <a:pt x="43520" y="129654"/>
                </a:lnTo>
                <a:lnTo>
                  <a:pt x="61922" y="129064"/>
                </a:lnTo>
                <a:lnTo>
                  <a:pt x="80334" y="128578"/>
                </a:lnTo>
                <a:lnTo>
                  <a:pt x="98746" y="128187"/>
                </a:lnTo>
                <a:lnTo>
                  <a:pt x="117158" y="127892"/>
                </a:lnTo>
                <a:lnTo>
                  <a:pt x="135579" y="127673"/>
                </a:lnTo>
                <a:lnTo>
                  <a:pt x="154000" y="127521"/>
                </a:lnTo>
                <a:lnTo>
                  <a:pt x="172431" y="127435"/>
                </a:lnTo>
                <a:lnTo>
                  <a:pt x="190852" y="127416"/>
                </a:lnTo>
                <a:lnTo>
                  <a:pt x="209274" y="127445"/>
                </a:lnTo>
                <a:lnTo>
                  <a:pt x="227695" y="127530"/>
                </a:lnTo>
                <a:lnTo>
                  <a:pt x="246126" y="127654"/>
                </a:lnTo>
                <a:lnTo>
                  <a:pt x="264547" y="127835"/>
                </a:lnTo>
                <a:lnTo>
                  <a:pt x="282969" y="128045"/>
                </a:lnTo>
                <a:lnTo>
                  <a:pt x="301381" y="128302"/>
                </a:lnTo>
                <a:lnTo>
                  <a:pt x="319802" y="128588"/>
                </a:lnTo>
                <a:lnTo>
                  <a:pt x="338223" y="128902"/>
                </a:lnTo>
                <a:lnTo>
                  <a:pt x="356635" y="129254"/>
                </a:lnTo>
                <a:lnTo>
                  <a:pt x="375047" y="129626"/>
                </a:lnTo>
                <a:lnTo>
                  <a:pt x="393459" y="130026"/>
                </a:lnTo>
                <a:lnTo>
                  <a:pt x="411871" y="130454"/>
                </a:lnTo>
                <a:lnTo>
                  <a:pt x="430282" y="130902"/>
                </a:lnTo>
                <a:lnTo>
                  <a:pt x="448694" y="131369"/>
                </a:lnTo>
                <a:lnTo>
                  <a:pt x="467096" y="131855"/>
                </a:lnTo>
                <a:lnTo>
                  <a:pt x="485508" y="132350"/>
                </a:lnTo>
                <a:lnTo>
                  <a:pt x="503911" y="132874"/>
                </a:lnTo>
                <a:lnTo>
                  <a:pt x="522313" y="133398"/>
                </a:lnTo>
                <a:lnTo>
                  <a:pt x="540725" y="133941"/>
                </a:lnTo>
                <a:lnTo>
                  <a:pt x="559127" y="134503"/>
                </a:lnTo>
                <a:lnTo>
                  <a:pt x="577529" y="135065"/>
                </a:lnTo>
                <a:lnTo>
                  <a:pt x="595922" y="135636"/>
                </a:lnTo>
                <a:lnTo>
                  <a:pt x="614324" y="136217"/>
                </a:lnTo>
                <a:lnTo>
                  <a:pt x="632727" y="136808"/>
                </a:lnTo>
                <a:lnTo>
                  <a:pt x="651129" y="137398"/>
                </a:lnTo>
                <a:lnTo>
                  <a:pt x="669531" y="137998"/>
                </a:lnTo>
                <a:lnTo>
                  <a:pt x="687924" y="138598"/>
                </a:lnTo>
                <a:lnTo>
                  <a:pt x="706326" y="139198"/>
                </a:lnTo>
                <a:lnTo>
                  <a:pt x="724719" y="139798"/>
                </a:lnTo>
                <a:lnTo>
                  <a:pt x="743121" y="140399"/>
                </a:lnTo>
                <a:lnTo>
                  <a:pt x="761524" y="140999"/>
                </a:lnTo>
                <a:lnTo>
                  <a:pt x="779926" y="141599"/>
                </a:lnTo>
                <a:lnTo>
                  <a:pt x="798319" y="142199"/>
                </a:lnTo>
                <a:lnTo>
                  <a:pt x="816721" y="142789"/>
                </a:lnTo>
                <a:lnTo>
                  <a:pt x="835123" y="143380"/>
                </a:lnTo>
                <a:lnTo>
                  <a:pt x="853526" y="143951"/>
                </a:lnTo>
                <a:lnTo>
                  <a:pt x="871928" y="144523"/>
                </a:lnTo>
                <a:lnTo>
                  <a:pt x="890330" y="145085"/>
                </a:lnTo>
                <a:lnTo>
                  <a:pt x="908733" y="145637"/>
                </a:lnTo>
                <a:lnTo>
                  <a:pt x="927135" y="146180"/>
                </a:lnTo>
                <a:lnTo>
                  <a:pt x="945537" y="146704"/>
                </a:lnTo>
                <a:lnTo>
                  <a:pt x="963940" y="147209"/>
                </a:lnTo>
                <a:lnTo>
                  <a:pt x="982351" y="147704"/>
                </a:lnTo>
                <a:lnTo>
                  <a:pt x="1000763" y="148180"/>
                </a:lnTo>
                <a:lnTo>
                  <a:pt x="1019165" y="148638"/>
                </a:lnTo>
                <a:lnTo>
                  <a:pt x="1037577" y="149076"/>
                </a:lnTo>
                <a:lnTo>
                  <a:pt x="1055989" y="149485"/>
                </a:lnTo>
                <a:lnTo>
                  <a:pt x="1074410" y="149876"/>
                </a:lnTo>
                <a:lnTo>
                  <a:pt x="1092822" y="150238"/>
                </a:lnTo>
                <a:lnTo>
                  <a:pt x="1111234" y="150562"/>
                </a:lnTo>
                <a:lnTo>
                  <a:pt x="1129655" y="150866"/>
                </a:lnTo>
                <a:lnTo>
                  <a:pt x="1148077" y="151133"/>
                </a:lnTo>
                <a:lnTo>
                  <a:pt x="1166498" y="151362"/>
                </a:lnTo>
                <a:lnTo>
                  <a:pt x="1184920" y="151543"/>
                </a:lnTo>
                <a:lnTo>
                  <a:pt x="1203341" y="151695"/>
                </a:lnTo>
                <a:lnTo>
                  <a:pt x="1221762" y="151790"/>
                </a:lnTo>
                <a:lnTo>
                  <a:pt x="1240184" y="151829"/>
                </a:lnTo>
                <a:lnTo>
                  <a:pt x="1258605" y="151819"/>
                </a:lnTo>
                <a:lnTo>
                  <a:pt x="1277036" y="151743"/>
                </a:lnTo>
                <a:lnTo>
                  <a:pt x="1295457" y="151609"/>
                </a:lnTo>
                <a:lnTo>
                  <a:pt x="1313879" y="151390"/>
                </a:lnTo>
                <a:lnTo>
                  <a:pt x="1332290" y="151095"/>
                </a:lnTo>
                <a:lnTo>
                  <a:pt x="1350712" y="150714"/>
                </a:lnTo>
                <a:lnTo>
                  <a:pt x="1369114" y="150228"/>
                </a:lnTo>
                <a:lnTo>
                  <a:pt x="1387516" y="149628"/>
                </a:lnTo>
                <a:lnTo>
                  <a:pt x="1405900" y="148904"/>
                </a:lnTo>
                <a:lnTo>
                  <a:pt x="1424273" y="148047"/>
                </a:lnTo>
                <a:lnTo>
                  <a:pt x="1442628" y="147018"/>
                </a:lnTo>
                <a:lnTo>
                  <a:pt x="1460954" y="145809"/>
                </a:lnTo>
                <a:lnTo>
                  <a:pt x="1479233" y="144380"/>
                </a:lnTo>
                <a:lnTo>
                  <a:pt x="1497463" y="142694"/>
                </a:lnTo>
                <a:lnTo>
                  <a:pt x="1515608" y="140694"/>
                </a:lnTo>
                <a:lnTo>
                  <a:pt x="1533639" y="138322"/>
                </a:lnTo>
                <a:lnTo>
                  <a:pt x="1551499" y="135474"/>
                </a:lnTo>
                <a:lnTo>
                  <a:pt x="1569082" y="132007"/>
                </a:lnTo>
                <a:lnTo>
                  <a:pt x="1586198" y="127711"/>
                </a:lnTo>
                <a:lnTo>
                  <a:pt x="1602448" y="122263"/>
                </a:lnTo>
                <a:lnTo>
                  <a:pt x="1616964" y="115157"/>
                </a:lnTo>
                <a:lnTo>
                  <a:pt x="1627823" y="105842"/>
                </a:lnTo>
                <a:lnTo>
                  <a:pt x="1632194" y="94650"/>
                </a:lnTo>
                <a:lnTo>
                  <a:pt x="1644539" y="88830"/>
                </a:lnTo>
                <a:lnTo>
                  <a:pt x="1661884" y="84906"/>
                </a:lnTo>
                <a:lnTo>
                  <a:pt x="1678981" y="80591"/>
                </a:lnTo>
                <a:lnTo>
                  <a:pt x="1695869" y="75943"/>
                </a:lnTo>
                <a:lnTo>
                  <a:pt x="1712528" y="70990"/>
                </a:lnTo>
                <a:lnTo>
                  <a:pt x="1728978" y="65751"/>
                </a:lnTo>
                <a:lnTo>
                  <a:pt x="1745199" y="60255"/>
                </a:lnTo>
                <a:lnTo>
                  <a:pt x="1761201" y="54493"/>
                </a:lnTo>
                <a:lnTo>
                  <a:pt x="1776965" y="48492"/>
                </a:lnTo>
                <a:lnTo>
                  <a:pt x="1792491" y="42243"/>
                </a:lnTo>
                <a:lnTo>
                  <a:pt x="1807778" y="35757"/>
                </a:lnTo>
                <a:lnTo>
                  <a:pt x="1822809" y="29042"/>
                </a:lnTo>
                <a:lnTo>
                  <a:pt x="1837592" y="22108"/>
                </a:lnTo>
                <a:lnTo>
                  <a:pt x="1852098" y="14954"/>
                </a:lnTo>
                <a:lnTo>
                  <a:pt x="1866329" y="7582"/>
                </a:lnTo>
                <a:lnTo>
                  <a:pt x="188029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EB1DC73E-C175-4C00-BDA9-9A33E9B2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2653313"/>
            <a:ext cx="1880445" cy="1185262"/>
          </a:xfrm>
          <a:custGeom xmlns:a="http://schemas.openxmlformats.org/drawingml/2006/main">
            <a:pathLst>
              <a:path w="1880445" h="1185262">
                <a:moveTo>
                  <a:pt x="0" y="1185262"/>
                </a:moveTo>
                <a:lnTo>
                  <a:pt x="30194" y="1185262"/>
                </a:lnTo>
                <a:lnTo>
                  <a:pt x="60389" y="1185262"/>
                </a:lnTo>
                <a:lnTo>
                  <a:pt x="90573" y="1185262"/>
                </a:lnTo>
                <a:lnTo>
                  <a:pt x="120767" y="1185262"/>
                </a:lnTo>
                <a:lnTo>
                  <a:pt x="150962" y="1185262"/>
                </a:lnTo>
                <a:lnTo>
                  <a:pt x="181156" y="1185262"/>
                </a:lnTo>
                <a:lnTo>
                  <a:pt x="211350" y="1185262"/>
                </a:lnTo>
                <a:lnTo>
                  <a:pt x="241544" y="1185262"/>
                </a:lnTo>
                <a:lnTo>
                  <a:pt x="271729" y="1185262"/>
                </a:lnTo>
                <a:lnTo>
                  <a:pt x="301923" y="1185262"/>
                </a:lnTo>
                <a:lnTo>
                  <a:pt x="332118" y="1185262"/>
                </a:lnTo>
                <a:lnTo>
                  <a:pt x="362312" y="1185262"/>
                </a:lnTo>
                <a:lnTo>
                  <a:pt x="392506" y="1185262"/>
                </a:lnTo>
                <a:lnTo>
                  <a:pt x="422691" y="1185262"/>
                </a:lnTo>
                <a:lnTo>
                  <a:pt x="452885" y="1185262"/>
                </a:lnTo>
                <a:lnTo>
                  <a:pt x="483079" y="1185262"/>
                </a:lnTo>
                <a:lnTo>
                  <a:pt x="513274" y="1185262"/>
                </a:lnTo>
                <a:lnTo>
                  <a:pt x="543468" y="1185262"/>
                </a:lnTo>
                <a:lnTo>
                  <a:pt x="573662" y="1185262"/>
                </a:lnTo>
                <a:lnTo>
                  <a:pt x="603847" y="1185262"/>
                </a:lnTo>
                <a:lnTo>
                  <a:pt x="634041" y="1185262"/>
                </a:lnTo>
                <a:lnTo>
                  <a:pt x="664235" y="1185262"/>
                </a:lnTo>
                <a:lnTo>
                  <a:pt x="694430" y="1185262"/>
                </a:lnTo>
                <a:lnTo>
                  <a:pt x="724624" y="1185262"/>
                </a:lnTo>
                <a:lnTo>
                  <a:pt x="754818" y="1185262"/>
                </a:lnTo>
                <a:lnTo>
                  <a:pt x="785003" y="1185262"/>
                </a:lnTo>
                <a:lnTo>
                  <a:pt x="815197" y="1185262"/>
                </a:lnTo>
                <a:lnTo>
                  <a:pt x="845391" y="1185262"/>
                </a:lnTo>
                <a:lnTo>
                  <a:pt x="875586" y="1185262"/>
                </a:lnTo>
                <a:lnTo>
                  <a:pt x="905780" y="1185262"/>
                </a:lnTo>
                <a:lnTo>
                  <a:pt x="935965" y="1185262"/>
                </a:lnTo>
                <a:lnTo>
                  <a:pt x="966159" y="1185262"/>
                </a:lnTo>
                <a:lnTo>
                  <a:pt x="996353" y="1185262"/>
                </a:lnTo>
                <a:lnTo>
                  <a:pt x="1026547" y="1185262"/>
                </a:lnTo>
                <a:lnTo>
                  <a:pt x="1056742" y="1185262"/>
                </a:lnTo>
                <a:lnTo>
                  <a:pt x="1086936" y="1185262"/>
                </a:lnTo>
                <a:lnTo>
                  <a:pt x="1117121" y="1185262"/>
                </a:lnTo>
                <a:lnTo>
                  <a:pt x="1147315" y="1185262"/>
                </a:lnTo>
                <a:lnTo>
                  <a:pt x="1177509" y="1185262"/>
                </a:lnTo>
                <a:lnTo>
                  <a:pt x="1207703" y="1185262"/>
                </a:lnTo>
                <a:lnTo>
                  <a:pt x="1237898" y="1185262"/>
                </a:lnTo>
                <a:lnTo>
                  <a:pt x="1267787" y="1183119"/>
                </a:lnTo>
                <a:lnTo>
                  <a:pt x="1297515" y="1179795"/>
                </a:lnTo>
                <a:lnTo>
                  <a:pt x="1327242" y="1176471"/>
                </a:lnTo>
                <a:lnTo>
                  <a:pt x="1356970" y="1173147"/>
                </a:lnTo>
                <a:lnTo>
                  <a:pt x="1386697" y="1169822"/>
                </a:lnTo>
                <a:lnTo>
                  <a:pt x="1416425" y="1166498"/>
                </a:lnTo>
                <a:lnTo>
                  <a:pt x="1446162" y="1163174"/>
                </a:lnTo>
                <a:lnTo>
                  <a:pt x="1475889" y="1159850"/>
                </a:lnTo>
                <a:lnTo>
                  <a:pt x="1498578" y="1148210"/>
                </a:lnTo>
                <a:lnTo>
                  <a:pt x="1519533" y="1134504"/>
                </a:lnTo>
                <a:lnTo>
                  <a:pt x="1540478" y="1120797"/>
                </a:lnTo>
                <a:lnTo>
                  <a:pt x="1561433" y="1107100"/>
                </a:lnTo>
                <a:lnTo>
                  <a:pt x="1582379" y="1093394"/>
                </a:lnTo>
                <a:lnTo>
                  <a:pt x="1603334" y="1079687"/>
                </a:lnTo>
                <a:lnTo>
                  <a:pt x="1624279" y="1065990"/>
                </a:lnTo>
                <a:lnTo>
                  <a:pt x="1645234" y="1052284"/>
                </a:lnTo>
                <a:lnTo>
                  <a:pt x="1666180" y="1038577"/>
                </a:lnTo>
                <a:lnTo>
                  <a:pt x="1687135" y="1024880"/>
                </a:lnTo>
                <a:lnTo>
                  <a:pt x="1708080" y="1011174"/>
                </a:lnTo>
                <a:lnTo>
                  <a:pt x="1729035" y="997468"/>
                </a:lnTo>
                <a:lnTo>
                  <a:pt x="1749981" y="983761"/>
                </a:lnTo>
                <a:lnTo>
                  <a:pt x="1770936" y="970064"/>
                </a:lnTo>
                <a:lnTo>
                  <a:pt x="1791881" y="956358"/>
                </a:lnTo>
                <a:lnTo>
                  <a:pt x="1812836" y="942651"/>
                </a:lnTo>
                <a:lnTo>
                  <a:pt x="1833782" y="928954"/>
                </a:lnTo>
                <a:lnTo>
                  <a:pt x="1854737" y="915248"/>
                </a:lnTo>
                <a:lnTo>
                  <a:pt x="1875682" y="901541"/>
                </a:lnTo>
                <a:lnTo>
                  <a:pt x="1880445" y="883720"/>
                </a:lnTo>
                <a:lnTo>
                  <a:pt x="1880445" y="864689"/>
                </a:lnTo>
                <a:lnTo>
                  <a:pt x="1880445" y="845658"/>
                </a:lnTo>
                <a:lnTo>
                  <a:pt x="1880445" y="826627"/>
                </a:lnTo>
                <a:lnTo>
                  <a:pt x="1880445" y="807596"/>
                </a:lnTo>
                <a:lnTo>
                  <a:pt x="1880445" y="788565"/>
                </a:lnTo>
                <a:lnTo>
                  <a:pt x="1880445" y="769534"/>
                </a:lnTo>
                <a:lnTo>
                  <a:pt x="1880445" y="750503"/>
                </a:lnTo>
                <a:lnTo>
                  <a:pt x="1880445" y="731472"/>
                </a:lnTo>
                <a:lnTo>
                  <a:pt x="1880445" y="712441"/>
                </a:lnTo>
                <a:lnTo>
                  <a:pt x="1880445" y="693420"/>
                </a:lnTo>
                <a:lnTo>
                  <a:pt x="1880445" y="674389"/>
                </a:lnTo>
                <a:lnTo>
                  <a:pt x="1880445" y="655358"/>
                </a:lnTo>
                <a:lnTo>
                  <a:pt x="1880445" y="636327"/>
                </a:lnTo>
                <a:lnTo>
                  <a:pt x="1880445" y="617296"/>
                </a:lnTo>
                <a:lnTo>
                  <a:pt x="1880445" y="598265"/>
                </a:lnTo>
                <a:lnTo>
                  <a:pt x="1880445" y="579234"/>
                </a:lnTo>
                <a:lnTo>
                  <a:pt x="1880445" y="560203"/>
                </a:lnTo>
                <a:lnTo>
                  <a:pt x="1880445" y="541172"/>
                </a:lnTo>
                <a:lnTo>
                  <a:pt x="1880445" y="522141"/>
                </a:lnTo>
                <a:lnTo>
                  <a:pt x="1880445" y="503111"/>
                </a:lnTo>
                <a:lnTo>
                  <a:pt x="1880445" y="484080"/>
                </a:lnTo>
                <a:lnTo>
                  <a:pt x="1880445" y="465049"/>
                </a:lnTo>
                <a:lnTo>
                  <a:pt x="1880445" y="446018"/>
                </a:lnTo>
                <a:lnTo>
                  <a:pt x="1880445" y="426987"/>
                </a:lnTo>
                <a:lnTo>
                  <a:pt x="1880445" y="407956"/>
                </a:lnTo>
                <a:lnTo>
                  <a:pt x="1880445" y="388925"/>
                </a:lnTo>
                <a:lnTo>
                  <a:pt x="1880445" y="369894"/>
                </a:lnTo>
                <a:lnTo>
                  <a:pt x="1880445" y="350863"/>
                </a:lnTo>
                <a:lnTo>
                  <a:pt x="1880445" y="331832"/>
                </a:lnTo>
                <a:lnTo>
                  <a:pt x="1880445" y="312801"/>
                </a:lnTo>
                <a:lnTo>
                  <a:pt x="1880445" y="293770"/>
                </a:lnTo>
                <a:lnTo>
                  <a:pt x="1880445" y="274739"/>
                </a:lnTo>
                <a:lnTo>
                  <a:pt x="1880445" y="255708"/>
                </a:lnTo>
                <a:lnTo>
                  <a:pt x="1880445" y="236677"/>
                </a:lnTo>
                <a:lnTo>
                  <a:pt x="1880445" y="217646"/>
                </a:lnTo>
                <a:lnTo>
                  <a:pt x="1880445" y="198615"/>
                </a:lnTo>
                <a:lnTo>
                  <a:pt x="1880445" y="179584"/>
                </a:lnTo>
                <a:lnTo>
                  <a:pt x="1880445" y="160553"/>
                </a:lnTo>
                <a:lnTo>
                  <a:pt x="1880445" y="141522"/>
                </a:lnTo>
                <a:lnTo>
                  <a:pt x="1880445" y="122492"/>
                </a:lnTo>
                <a:lnTo>
                  <a:pt x="1880445" y="103461"/>
                </a:lnTo>
                <a:lnTo>
                  <a:pt x="1880445" y="84430"/>
                </a:lnTo>
                <a:lnTo>
                  <a:pt x="1880445" y="65399"/>
                </a:lnTo>
                <a:lnTo>
                  <a:pt x="1880445" y="46368"/>
                </a:lnTo>
                <a:lnTo>
                  <a:pt x="1880445" y="27337"/>
                </a:lnTo>
                <a:lnTo>
                  <a:pt x="1880445" y="8306"/>
                </a:lnTo>
                <a:lnTo>
                  <a:pt x="1863433" y="0"/>
                </a:lnTo>
                <a:lnTo>
                  <a:pt x="1833239" y="0"/>
                </a:lnTo>
                <a:lnTo>
                  <a:pt x="1803044" y="0"/>
                </a:lnTo>
                <a:lnTo>
                  <a:pt x="1772850" y="0"/>
                </a:lnTo>
                <a:lnTo>
                  <a:pt x="1742665" y="0"/>
                </a:lnTo>
                <a:lnTo>
                  <a:pt x="1712471" y="0"/>
                </a:lnTo>
                <a:lnTo>
                  <a:pt x="1682277" y="0"/>
                </a:lnTo>
                <a:lnTo>
                  <a:pt x="1652083" y="0"/>
                </a:lnTo>
                <a:lnTo>
                  <a:pt x="1621888" y="0"/>
                </a:lnTo>
                <a:lnTo>
                  <a:pt x="1591704" y="0"/>
                </a:lnTo>
                <a:lnTo>
                  <a:pt x="1561509" y="0"/>
                </a:lnTo>
                <a:lnTo>
                  <a:pt x="1531315" y="0"/>
                </a:lnTo>
                <a:lnTo>
                  <a:pt x="1501121" y="0"/>
                </a:lnTo>
                <a:lnTo>
                  <a:pt x="1470927" y="0"/>
                </a:lnTo>
                <a:lnTo>
                  <a:pt x="1440732" y="0"/>
                </a:lnTo>
                <a:lnTo>
                  <a:pt x="1410548" y="0"/>
                </a:lnTo>
                <a:lnTo>
                  <a:pt x="1380353" y="0"/>
                </a:lnTo>
                <a:lnTo>
                  <a:pt x="1350159" y="0"/>
                </a:lnTo>
                <a:lnTo>
                  <a:pt x="1319965" y="0"/>
                </a:lnTo>
                <a:lnTo>
                  <a:pt x="1289771" y="0"/>
                </a:lnTo>
                <a:lnTo>
                  <a:pt x="1259586" y="0"/>
                </a:lnTo>
                <a:lnTo>
                  <a:pt x="1229392" y="0"/>
                </a:lnTo>
                <a:lnTo>
                  <a:pt x="1199198" y="0"/>
                </a:lnTo>
                <a:lnTo>
                  <a:pt x="1169003" y="0"/>
                </a:lnTo>
                <a:lnTo>
                  <a:pt x="1138809" y="0"/>
                </a:lnTo>
                <a:lnTo>
                  <a:pt x="1108615" y="0"/>
                </a:lnTo>
                <a:lnTo>
                  <a:pt x="1078430" y="0"/>
                </a:lnTo>
                <a:lnTo>
                  <a:pt x="1048236" y="0"/>
                </a:lnTo>
                <a:lnTo>
                  <a:pt x="1018042" y="0"/>
                </a:lnTo>
                <a:lnTo>
                  <a:pt x="987847" y="0"/>
                </a:lnTo>
                <a:lnTo>
                  <a:pt x="957653" y="0"/>
                </a:lnTo>
                <a:lnTo>
                  <a:pt x="927459" y="0"/>
                </a:lnTo>
                <a:lnTo>
                  <a:pt x="897274" y="0"/>
                </a:lnTo>
                <a:lnTo>
                  <a:pt x="867080" y="0"/>
                </a:lnTo>
                <a:lnTo>
                  <a:pt x="836886" y="0"/>
                </a:lnTo>
                <a:lnTo>
                  <a:pt x="806691" y="0"/>
                </a:lnTo>
                <a:lnTo>
                  <a:pt x="776497" y="0"/>
                </a:lnTo>
                <a:lnTo>
                  <a:pt x="746312" y="0"/>
                </a:lnTo>
                <a:lnTo>
                  <a:pt x="716118" y="0"/>
                </a:lnTo>
                <a:lnTo>
                  <a:pt x="685924" y="0"/>
                </a:lnTo>
                <a:lnTo>
                  <a:pt x="655730" y="0"/>
                </a:lnTo>
                <a:lnTo>
                  <a:pt x="625535" y="0"/>
                </a:lnTo>
                <a:lnTo>
                  <a:pt x="595341" y="0"/>
                </a:lnTo>
                <a:lnTo>
                  <a:pt x="565156" y="0"/>
                </a:lnTo>
                <a:lnTo>
                  <a:pt x="534962" y="0"/>
                </a:lnTo>
                <a:lnTo>
                  <a:pt x="504768" y="0"/>
                </a:lnTo>
                <a:lnTo>
                  <a:pt x="474574" y="0"/>
                </a:lnTo>
                <a:lnTo>
                  <a:pt x="444379" y="0"/>
                </a:lnTo>
                <a:lnTo>
                  <a:pt x="414195" y="0"/>
                </a:lnTo>
                <a:lnTo>
                  <a:pt x="384000" y="0"/>
                </a:lnTo>
                <a:lnTo>
                  <a:pt x="353806" y="0"/>
                </a:lnTo>
                <a:lnTo>
                  <a:pt x="323612" y="0"/>
                </a:lnTo>
                <a:lnTo>
                  <a:pt x="293418" y="0"/>
                </a:lnTo>
                <a:lnTo>
                  <a:pt x="263223" y="0"/>
                </a:lnTo>
                <a:lnTo>
                  <a:pt x="233039" y="0"/>
                </a:lnTo>
                <a:lnTo>
                  <a:pt x="202844" y="0"/>
                </a:lnTo>
                <a:lnTo>
                  <a:pt x="172650" y="0"/>
                </a:lnTo>
                <a:lnTo>
                  <a:pt x="142456" y="0"/>
                </a:lnTo>
                <a:lnTo>
                  <a:pt x="112262" y="0"/>
                </a:lnTo>
                <a:lnTo>
                  <a:pt x="82067" y="0"/>
                </a:lnTo>
                <a:lnTo>
                  <a:pt x="51883" y="0"/>
                </a:lnTo>
                <a:lnTo>
                  <a:pt x="21688" y="0"/>
                </a:lnTo>
                <a:lnTo>
                  <a:pt x="0" y="5363"/>
                </a:lnTo>
                <a:lnTo>
                  <a:pt x="0" y="24394"/>
                </a:lnTo>
                <a:lnTo>
                  <a:pt x="0" y="43424"/>
                </a:lnTo>
                <a:lnTo>
                  <a:pt x="0" y="62455"/>
                </a:lnTo>
                <a:lnTo>
                  <a:pt x="0" y="81486"/>
                </a:lnTo>
                <a:lnTo>
                  <a:pt x="0" y="100517"/>
                </a:lnTo>
                <a:lnTo>
                  <a:pt x="0" y="119548"/>
                </a:lnTo>
                <a:lnTo>
                  <a:pt x="0" y="138579"/>
                </a:lnTo>
                <a:lnTo>
                  <a:pt x="0" y="157610"/>
                </a:lnTo>
                <a:lnTo>
                  <a:pt x="0" y="176641"/>
                </a:lnTo>
                <a:lnTo>
                  <a:pt x="0" y="195672"/>
                </a:lnTo>
                <a:lnTo>
                  <a:pt x="0" y="214703"/>
                </a:lnTo>
                <a:lnTo>
                  <a:pt x="0" y="233734"/>
                </a:lnTo>
                <a:lnTo>
                  <a:pt x="0" y="252765"/>
                </a:lnTo>
                <a:lnTo>
                  <a:pt x="0" y="271796"/>
                </a:lnTo>
                <a:lnTo>
                  <a:pt x="0" y="290827"/>
                </a:lnTo>
                <a:lnTo>
                  <a:pt x="0" y="309858"/>
                </a:lnTo>
                <a:lnTo>
                  <a:pt x="0" y="328879"/>
                </a:lnTo>
                <a:lnTo>
                  <a:pt x="0" y="347910"/>
                </a:lnTo>
                <a:lnTo>
                  <a:pt x="0" y="366941"/>
                </a:lnTo>
                <a:lnTo>
                  <a:pt x="0" y="385972"/>
                </a:lnTo>
                <a:lnTo>
                  <a:pt x="0" y="405003"/>
                </a:lnTo>
                <a:lnTo>
                  <a:pt x="0" y="424034"/>
                </a:lnTo>
                <a:lnTo>
                  <a:pt x="0" y="443065"/>
                </a:lnTo>
                <a:lnTo>
                  <a:pt x="0" y="462096"/>
                </a:lnTo>
                <a:lnTo>
                  <a:pt x="0" y="481127"/>
                </a:lnTo>
                <a:lnTo>
                  <a:pt x="0" y="500158"/>
                </a:lnTo>
                <a:lnTo>
                  <a:pt x="0" y="519189"/>
                </a:lnTo>
                <a:lnTo>
                  <a:pt x="0" y="538220"/>
                </a:lnTo>
                <a:lnTo>
                  <a:pt x="0" y="557251"/>
                </a:lnTo>
                <a:lnTo>
                  <a:pt x="0" y="576282"/>
                </a:lnTo>
                <a:lnTo>
                  <a:pt x="0" y="595313"/>
                </a:lnTo>
                <a:lnTo>
                  <a:pt x="0" y="614343"/>
                </a:lnTo>
                <a:lnTo>
                  <a:pt x="0" y="633374"/>
                </a:lnTo>
                <a:lnTo>
                  <a:pt x="0" y="652405"/>
                </a:lnTo>
                <a:lnTo>
                  <a:pt x="0" y="671436"/>
                </a:lnTo>
                <a:lnTo>
                  <a:pt x="0" y="690467"/>
                </a:lnTo>
                <a:lnTo>
                  <a:pt x="0" y="709498"/>
                </a:lnTo>
                <a:lnTo>
                  <a:pt x="0" y="728529"/>
                </a:lnTo>
                <a:lnTo>
                  <a:pt x="0" y="747560"/>
                </a:lnTo>
                <a:lnTo>
                  <a:pt x="0" y="766591"/>
                </a:lnTo>
                <a:lnTo>
                  <a:pt x="0" y="785622"/>
                </a:lnTo>
                <a:lnTo>
                  <a:pt x="0" y="804653"/>
                </a:lnTo>
                <a:lnTo>
                  <a:pt x="0" y="823684"/>
                </a:lnTo>
                <a:lnTo>
                  <a:pt x="0" y="842715"/>
                </a:lnTo>
                <a:lnTo>
                  <a:pt x="0" y="861746"/>
                </a:lnTo>
                <a:lnTo>
                  <a:pt x="0" y="880777"/>
                </a:lnTo>
                <a:lnTo>
                  <a:pt x="0" y="899808"/>
                </a:lnTo>
                <a:lnTo>
                  <a:pt x="0" y="918839"/>
                </a:lnTo>
                <a:lnTo>
                  <a:pt x="0" y="937870"/>
                </a:lnTo>
                <a:lnTo>
                  <a:pt x="0" y="956901"/>
                </a:lnTo>
                <a:lnTo>
                  <a:pt x="0" y="975931"/>
                </a:lnTo>
                <a:lnTo>
                  <a:pt x="0" y="994962"/>
                </a:lnTo>
                <a:lnTo>
                  <a:pt x="0" y="1013993"/>
                </a:lnTo>
                <a:lnTo>
                  <a:pt x="0" y="1033024"/>
                </a:lnTo>
                <a:lnTo>
                  <a:pt x="0" y="1052055"/>
                </a:lnTo>
                <a:lnTo>
                  <a:pt x="0" y="1071086"/>
                </a:lnTo>
                <a:lnTo>
                  <a:pt x="0" y="1090117"/>
                </a:lnTo>
                <a:lnTo>
                  <a:pt x="0" y="1109148"/>
                </a:lnTo>
                <a:lnTo>
                  <a:pt x="0" y="1128179"/>
                </a:lnTo>
                <a:lnTo>
                  <a:pt x="0" y="1147210"/>
                </a:lnTo>
                <a:lnTo>
                  <a:pt x="0" y="1166241"/>
                </a:lnTo>
                <a:lnTo>
                  <a:pt x="0" y="11852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18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1D1C5461-7835-4D1B-9587-BDA96D61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2653313"/>
            <a:ext cx="1880445" cy="203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1A1A8149-8ADD-4471-95E0-4204BE34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036" y="3551739"/>
            <a:ext cx="692810" cy="287055"/>
          </a:xfrm>
          <a:custGeom xmlns:a="http://schemas.openxmlformats.org/drawingml/2006/main">
            <a:pathLst>
              <a:path w="692810" h="287055">
                <a:moveTo>
                  <a:pt x="692810" y="0"/>
                </a:moveTo>
                <a:lnTo>
                  <a:pt x="691991" y="4763"/>
                </a:lnTo>
                <a:lnTo>
                  <a:pt x="690905" y="9506"/>
                </a:lnTo>
                <a:lnTo>
                  <a:pt x="689639" y="14221"/>
                </a:lnTo>
                <a:lnTo>
                  <a:pt x="688219" y="18926"/>
                </a:lnTo>
                <a:lnTo>
                  <a:pt x="686648" y="23622"/>
                </a:lnTo>
                <a:lnTo>
                  <a:pt x="684952" y="28289"/>
                </a:lnTo>
                <a:lnTo>
                  <a:pt x="683114" y="32937"/>
                </a:lnTo>
                <a:lnTo>
                  <a:pt x="681161" y="37567"/>
                </a:lnTo>
                <a:lnTo>
                  <a:pt x="679085" y="42167"/>
                </a:lnTo>
                <a:lnTo>
                  <a:pt x="676885" y="46758"/>
                </a:lnTo>
                <a:lnTo>
                  <a:pt x="674570" y="51321"/>
                </a:lnTo>
                <a:lnTo>
                  <a:pt x="672151" y="55855"/>
                </a:lnTo>
                <a:lnTo>
                  <a:pt x="669608" y="60369"/>
                </a:lnTo>
                <a:lnTo>
                  <a:pt x="666960" y="64865"/>
                </a:lnTo>
                <a:lnTo>
                  <a:pt x="664197" y="69323"/>
                </a:lnTo>
                <a:lnTo>
                  <a:pt x="661330" y="73762"/>
                </a:lnTo>
                <a:lnTo>
                  <a:pt x="658358" y="78172"/>
                </a:lnTo>
                <a:lnTo>
                  <a:pt x="655282" y="82544"/>
                </a:lnTo>
                <a:lnTo>
                  <a:pt x="652091" y="86897"/>
                </a:lnTo>
                <a:lnTo>
                  <a:pt x="648795" y="91211"/>
                </a:lnTo>
                <a:lnTo>
                  <a:pt x="645404" y="95498"/>
                </a:lnTo>
                <a:lnTo>
                  <a:pt x="641899" y="99746"/>
                </a:lnTo>
                <a:lnTo>
                  <a:pt x="638299" y="103965"/>
                </a:lnTo>
                <a:lnTo>
                  <a:pt x="634594" y="108147"/>
                </a:lnTo>
                <a:lnTo>
                  <a:pt x="630784" y="112290"/>
                </a:lnTo>
                <a:lnTo>
                  <a:pt x="626878" y="116405"/>
                </a:lnTo>
                <a:lnTo>
                  <a:pt x="622868" y="120472"/>
                </a:lnTo>
                <a:lnTo>
                  <a:pt x="618763" y="124501"/>
                </a:lnTo>
                <a:lnTo>
                  <a:pt x="614563" y="128492"/>
                </a:lnTo>
                <a:lnTo>
                  <a:pt x="610267" y="132445"/>
                </a:lnTo>
                <a:lnTo>
                  <a:pt x="605866" y="136350"/>
                </a:lnTo>
                <a:lnTo>
                  <a:pt x="601370" y="140208"/>
                </a:lnTo>
                <a:lnTo>
                  <a:pt x="596789" y="144028"/>
                </a:lnTo>
                <a:lnTo>
                  <a:pt x="592103" y="147809"/>
                </a:lnTo>
                <a:lnTo>
                  <a:pt x="587331" y="151533"/>
                </a:lnTo>
                <a:lnTo>
                  <a:pt x="582473" y="155210"/>
                </a:lnTo>
                <a:lnTo>
                  <a:pt x="577520" y="158848"/>
                </a:lnTo>
                <a:lnTo>
                  <a:pt x="572481" y="162430"/>
                </a:lnTo>
                <a:lnTo>
                  <a:pt x="567347" y="165964"/>
                </a:lnTo>
                <a:lnTo>
                  <a:pt x="562137" y="169450"/>
                </a:lnTo>
                <a:lnTo>
                  <a:pt x="556841" y="172888"/>
                </a:lnTo>
                <a:lnTo>
                  <a:pt x="551459" y="176270"/>
                </a:lnTo>
                <a:lnTo>
                  <a:pt x="546002" y="179603"/>
                </a:lnTo>
                <a:lnTo>
                  <a:pt x="540468" y="182880"/>
                </a:lnTo>
                <a:lnTo>
                  <a:pt x="534848" y="186109"/>
                </a:lnTo>
                <a:lnTo>
                  <a:pt x="529152" y="189281"/>
                </a:lnTo>
                <a:lnTo>
                  <a:pt x="523389" y="192405"/>
                </a:lnTo>
                <a:lnTo>
                  <a:pt x="517550" y="195463"/>
                </a:lnTo>
                <a:lnTo>
                  <a:pt x="511635" y="198472"/>
                </a:lnTo>
                <a:lnTo>
                  <a:pt x="505654" y="201435"/>
                </a:lnTo>
                <a:lnTo>
                  <a:pt x="499605" y="204330"/>
                </a:lnTo>
                <a:lnTo>
                  <a:pt x="493490" y="207178"/>
                </a:lnTo>
                <a:lnTo>
                  <a:pt x="487309" y="209960"/>
                </a:lnTo>
                <a:lnTo>
                  <a:pt x="481070" y="212693"/>
                </a:lnTo>
                <a:lnTo>
                  <a:pt x="474774" y="215370"/>
                </a:lnTo>
                <a:lnTo>
                  <a:pt x="468411" y="217999"/>
                </a:lnTo>
                <a:lnTo>
                  <a:pt x="461991" y="220561"/>
                </a:lnTo>
                <a:lnTo>
                  <a:pt x="455524" y="223076"/>
                </a:lnTo>
                <a:lnTo>
                  <a:pt x="448999" y="225523"/>
                </a:lnTo>
                <a:lnTo>
                  <a:pt x="442417" y="227924"/>
                </a:lnTo>
                <a:lnTo>
                  <a:pt x="435788" y="230267"/>
                </a:lnTo>
                <a:lnTo>
                  <a:pt x="429111" y="232562"/>
                </a:lnTo>
                <a:lnTo>
                  <a:pt x="422396" y="234791"/>
                </a:lnTo>
                <a:lnTo>
                  <a:pt x="415623" y="236972"/>
                </a:lnTo>
                <a:lnTo>
                  <a:pt x="408813" y="239097"/>
                </a:lnTo>
                <a:lnTo>
                  <a:pt x="401965" y="241163"/>
                </a:lnTo>
                <a:lnTo>
                  <a:pt x="395068" y="243183"/>
                </a:lnTo>
                <a:lnTo>
                  <a:pt x="388144" y="245145"/>
                </a:lnTo>
                <a:lnTo>
                  <a:pt x="381171" y="247059"/>
                </a:lnTo>
                <a:lnTo>
                  <a:pt x="374171" y="248917"/>
                </a:lnTo>
                <a:lnTo>
                  <a:pt x="367132" y="250727"/>
                </a:lnTo>
                <a:lnTo>
                  <a:pt x="360055" y="252479"/>
                </a:lnTo>
                <a:lnTo>
                  <a:pt x="352958" y="254184"/>
                </a:lnTo>
                <a:lnTo>
                  <a:pt x="345824" y="255842"/>
                </a:lnTo>
                <a:lnTo>
                  <a:pt x="338661" y="257442"/>
                </a:lnTo>
                <a:lnTo>
                  <a:pt x="331480" y="259004"/>
                </a:lnTo>
                <a:lnTo>
                  <a:pt x="324260" y="260509"/>
                </a:lnTo>
                <a:lnTo>
                  <a:pt x="317021" y="261966"/>
                </a:lnTo>
                <a:lnTo>
                  <a:pt x="309763" y="263376"/>
                </a:lnTo>
                <a:lnTo>
                  <a:pt x="302476" y="264738"/>
                </a:lnTo>
                <a:lnTo>
                  <a:pt x="295170" y="266052"/>
                </a:lnTo>
                <a:lnTo>
                  <a:pt x="287836" y="267319"/>
                </a:lnTo>
                <a:lnTo>
                  <a:pt x="280492" y="268548"/>
                </a:lnTo>
                <a:lnTo>
                  <a:pt x="273129" y="269719"/>
                </a:lnTo>
                <a:lnTo>
                  <a:pt x="265748" y="270853"/>
                </a:lnTo>
                <a:lnTo>
                  <a:pt x="258347" y="271948"/>
                </a:lnTo>
                <a:lnTo>
                  <a:pt x="250927" y="272996"/>
                </a:lnTo>
                <a:lnTo>
                  <a:pt x="243497" y="273996"/>
                </a:lnTo>
                <a:lnTo>
                  <a:pt x="236058" y="274958"/>
                </a:lnTo>
                <a:lnTo>
                  <a:pt x="228600" y="275882"/>
                </a:lnTo>
                <a:lnTo>
                  <a:pt x="221123" y="276758"/>
                </a:lnTo>
                <a:lnTo>
                  <a:pt x="213646" y="277606"/>
                </a:lnTo>
                <a:lnTo>
                  <a:pt x="206150" y="278406"/>
                </a:lnTo>
                <a:lnTo>
                  <a:pt x="198653" y="279159"/>
                </a:lnTo>
                <a:lnTo>
                  <a:pt x="191138" y="279883"/>
                </a:lnTo>
                <a:lnTo>
                  <a:pt x="183613" y="280568"/>
                </a:lnTo>
                <a:lnTo>
                  <a:pt x="176089" y="281216"/>
                </a:lnTo>
                <a:lnTo>
                  <a:pt x="168545" y="281826"/>
                </a:lnTo>
                <a:lnTo>
                  <a:pt x="161001" y="282397"/>
                </a:lnTo>
                <a:lnTo>
                  <a:pt x="153448" y="282931"/>
                </a:lnTo>
                <a:lnTo>
                  <a:pt x="145894" y="283435"/>
                </a:lnTo>
                <a:lnTo>
                  <a:pt x="138332" y="283902"/>
                </a:lnTo>
                <a:lnTo>
                  <a:pt x="130759" y="284340"/>
                </a:lnTo>
                <a:lnTo>
                  <a:pt x="123187" y="284731"/>
                </a:lnTo>
                <a:lnTo>
                  <a:pt x="115614" y="285102"/>
                </a:lnTo>
                <a:lnTo>
                  <a:pt x="108033" y="285436"/>
                </a:lnTo>
                <a:lnTo>
                  <a:pt x="100451" y="285731"/>
                </a:lnTo>
                <a:lnTo>
                  <a:pt x="92859" y="285998"/>
                </a:lnTo>
                <a:lnTo>
                  <a:pt x="85268" y="286236"/>
                </a:lnTo>
                <a:lnTo>
                  <a:pt x="77676" y="286445"/>
                </a:lnTo>
                <a:lnTo>
                  <a:pt x="70085" y="286617"/>
                </a:lnTo>
                <a:lnTo>
                  <a:pt x="62484" y="286760"/>
                </a:lnTo>
                <a:lnTo>
                  <a:pt x="54893" y="286874"/>
                </a:lnTo>
                <a:lnTo>
                  <a:pt x="47292" y="286969"/>
                </a:lnTo>
                <a:lnTo>
                  <a:pt x="39691" y="287026"/>
                </a:lnTo>
                <a:lnTo>
                  <a:pt x="32090" y="287055"/>
                </a:lnTo>
                <a:lnTo>
                  <a:pt x="24489" y="287055"/>
                </a:lnTo>
                <a:lnTo>
                  <a:pt x="16897" y="287026"/>
                </a:lnTo>
                <a:lnTo>
                  <a:pt x="9296" y="286979"/>
                </a:lnTo>
                <a:lnTo>
                  <a:pt x="1695" y="286893"/>
                </a:lnTo>
                <a:lnTo>
                  <a:pt x="0" y="286817"/>
                </a:lnTo>
                <a:lnTo>
                  <a:pt x="7601" y="286703"/>
                </a:lnTo>
                <a:lnTo>
                  <a:pt x="15192" y="286502"/>
                </a:lnTo>
                <a:lnTo>
                  <a:pt x="22774" y="286236"/>
                </a:lnTo>
                <a:lnTo>
                  <a:pt x="30356" y="285921"/>
                </a:lnTo>
                <a:lnTo>
                  <a:pt x="37938" y="285540"/>
                </a:lnTo>
                <a:lnTo>
                  <a:pt x="45501" y="285112"/>
                </a:lnTo>
                <a:lnTo>
                  <a:pt x="53064" y="284636"/>
                </a:lnTo>
                <a:lnTo>
                  <a:pt x="60617" y="284102"/>
                </a:lnTo>
                <a:lnTo>
                  <a:pt x="68161" y="283521"/>
                </a:lnTo>
                <a:lnTo>
                  <a:pt x="75695" y="282893"/>
                </a:lnTo>
                <a:lnTo>
                  <a:pt x="83220" y="282216"/>
                </a:lnTo>
                <a:lnTo>
                  <a:pt x="90726" y="281483"/>
                </a:lnTo>
                <a:lnTo>
                  <a:pt x="98222" y="280702"/>
                </a:lnTo>
                <a:lnTo>
                  <a:pt x="105708" y="279873"/>
                </a:lnTo>
                <a:lnTo>
                  <a:pt x="113176" y="278987"/>
                </a:lnTo>
                <a:lnTo>
                  <a:pt x="120634" y="278044"/>
                </a:lnTo>
                <a:lnTo>
                  <a:pt x="128064" y="277054"/>
                </a:lnTo>
                <a:lnTo>
                  <a:pt x="135474" y="276006"/>
                </a:lnTo>
                <a:lnTo>
                  <a:pt x="142875" y="274901"/>
                </a:lnTo>
                <a:lnTo>
                  <a:pt x="150247" y="273739"/>
                </a:lnTo>
                <a:lnTo>
                  <a:pt x="157591" y="272510"/>
                </a:lnTo>
                <a:lnTo>
                  <a:pt x="164916" y="271234"/>
                </a:lnTo>
                <a:lnTo>
                  <a:pt x="172212" y="269891"/>
                </a:lnTo>
                <a:lnTo>
                  <a:pt x="179480" y="268481"/>
                </a:lnTo>
                <a:lnTo>
                  <a:pt x="186709" y="267014"/>
                </a:lnTo>
                <a:lnTo>
                  <a:pt x="193910" y="265481"/>
                </a:lnTo>
                <a:lnTo>
                  <a:pt x="201063" y="263871"/>
                </a:lnTo>
                <a:lnTo>
                  <a:pt x="208188" y="262204"/>
                </a:lnTo>
                <a:lnTo>
                  <a:pt x="215265" y="260452"/>
                </a:lnTo>
                <a:lnTo>
                  <a:pt x="222294" y="258632"/>
                </a:lnTo>
                <a:lnTo>
                  <a:pt x="229276" y="256737"/>
                </a:lnTo>
                <a:lnTo>
                  <a:pt x="236201" y="254765"/>
                </a:lnTo>
                <a:lnTo>
                  <a:pt x="243068" y="252717"/>
                </a:lnTo>
                <a:lnTo>
                  <a:pt x="249869" y="250584"/>
                </a:lnTo>
                <a:lnTo>
                  <a:pt x="256604" y="248364"/>
                </a:lnTo>
                <a:lnTo>
                  <a:pt x="263261" y="246059"/>
                </a:lnTo>
                <a:lnTo>
                  <a:pt x="269853" y="243669"/>
                </a:lnTo>
                <a:lnTo>
                  <a:pt x="276349" y="241183"/>
                </a:lnTo>
                <a:lnTo>
                  <a:pt x="282759" y="238611"/>
                </a:lnTo>
                <a:lnTo>
                  <a:pt x="289065" y="235944"/>
                </a:lnTo>
                <a:lnTo>
                  <a:pt x="295275" y="233172"/>
                </a:lnTo>
                <a:lnTo>
                  <a:pt x="301361" y="230315"/>
                </a:lnTo>
                <a:lnTo>
                  <a:pt x="307334" y="227352"/>
                </a:lnTo>
                <a:lnTo>
                  <a:pt x="313182" y="224295"/>
                </a:lnTo>
                <a:lnTo>
                  <a:pt x="318887" y="221132"/>
                </a:lnTo>
                <a:lnTo>
                  <a:pt x="324450" y="217865"/>
                </a:lnTo>
                <a:lnTo>
                  <a:pt x="329860" y="214503"/>
                </a:lnTo>
                <a:lnTo>
                  <a:pt x="335099" y="211036"/>
                </a:lnTo>
                <a:lnTo>
                  <a:pt x="340176" y="207464"/>
                </a:lnTo>
                <a:lnTo>
                  <a:pt x="345062" y="203797"/>
                </a:lnTo>
                <a:lnTo>
                  <a:pt x="349768" y="200035"/>
                </a:lnTo>
                <a:lnTo>
                  <a:pt x="354263" y="196177"/>
                </a:lnTo>
                <a:lnTo>
                  <a:pt x="358559" y="192224"/>
                </a:lnTo>
                <a:lnTo>
                  <a:pt x="362636" y="188185"/>
                </a:lnTo>
                <a:lnTo>
                  <a:pt x="366503" y="184061"/>
                </a:lnTo>
                <a:lnTo>
                  <a:pt x="370132" y="179851"/>
                </a:lnTo>
                <a:lnTo>
                  <a:pt x="373532" y="175574"/>
                </a:lnTo>
                <a:lnTo>
                  <a:pt x="376704" y="171212"/>
                </a:lnTo>
                <a:lnTo>
                  <a:pt x="379638" y="166792"/>
                </a:lnTo>
                <a:lnTo>
                  <a:pt x="382324" y="162316"/>
                </a:lnTo>
                <a:lnTo>
                  <a:pt x="384781" y="157782"/>
                </a:lnTo>
                <a:lnTo>
                  <a:pt x="386991" y="153200"/>
                </a:lnTo>
                <a:lnTo>
                  <a:pt x="388963" y="148580"/>
                </a:lnTo>
                <a:lnTo>
                  <a:pt x="390706" y="143913"/>
                </a:lnTo>
                <a:lnTo>
                  <a:pt x="392211" y="139217"/>
                </a:lnTo>
                <a:lnTo>
                  <a:pt x="393497" y="134503"/>
                </a:lnTo>
                <a:lnTo>
                  <a:pt x="394554" y="129759"/>
                </a:lnTo>
                <a:lnTo>
                  <a:pt x="395392" y="124997"/>
                </a:lnTo>
                <a:lnTo>
                  <a:pt x="396021" y="120225"/>
                </a:lnTo>
                <a:lnTo>
                  <a:pt x="396450" y="115443"/>
                </a:lnTo>
                <a:lnTo>
                  <a:pt x="396678" y="110652"/>
                </a:lnTo>
                <a:lnTo>
                  <a:pt x="396716" y="105861"/>
                </a:lnTo>
                <a:lnTo>
                  <a:pt x="396564" y="101070"/>
                </a:lnTo>
                <a:lnTo>
                  <a:pt x="396230" y="96288"/>
                </a:lnTo>
                <a:lnTo>
                  <a:pt x="395735" y="91507"/>
                </a:lnTo>
                <a:lnTo>
                  <a:pt x="402765" y="90335"/>
                </a:lnTo>
                <a:lnTo>
                  <a:pt x="410175" y="89259"/>
                </a:lnTo>
                <a:lnTo>
                  <a:pt x="417547" y="88125"/>
                </a:lnTo>
                <a:lnTo>
                  <a:pt x="424910" y="86925"/>
                </a:lnTo>
                <a:lnTo>
                  <a:pt x="432245" y="85668"/>
                </a:lnTo>
                <a:lnTo>
                  <a:pt x="439550" y="84363"/>
                </a:lnTo>
                <a:lnTo>
                  <a:pt x="446846" y="83010"/>
                </a:lnTo>
                <a:lnTo>
                  <a:pt x="454114" y="81610"/>
                </a:lnTo>
                <a:lnTo>
                  <a:pt x="461353" y="80162"/>
                </a:lnTo>
                <a:lnTo>
                  <a:pt x="468573" y="78667"/>
                </a:lnTo>
                <a:lnTo>
                  <a:pt x="475774" y="77133"/>
                </a:lnTo>
                <a:lnTo>
                  <a:pt x="482946" y="75552"/>
                </a:lnTo>
                <a:lnTo>
                  <a:pt x="490090" y="73924"/>
                </a:lnTo>
                <a:lnTo>
                  <a:pt x="497215" y="72257"/>
                </a:lnTo>
                <a:lnTo>
                  <a:pt x="504311" y="70533"/>
                </a:lnTo>
                <a:lnTo>
                  <a:pt x="511378" y="68780"/>
                </a:lnTo>
                <a:lnTo>
                  <a:pt x="518417" y="66970"/>
                </a:lnTo>
                <a:lnTo>
                  <a:pt x="525428" y="65122"/>
                </a:lnTo>
                <a:lnTo>
                  <a:pt x="532409" y="63227"/>
                </a:lnTo>
                <a:lnTo>
                  <a:pt x="539363" y="61293"/>
                </a:lnTo>
                <a:lnTo>
                  <a:pt x="546278" y="59312"/>
                </a:lnTo>
                <a:lnTo>
                  <a:pt x="553155" y="57274"/>
                </a:lnTo>
                <a:lnTo>
                  <a:pt x="560003" y="55197"/>
                </a:lnTo>
                <a:lnTo>
                  <a:pt x="566814" y="53073"/>
                </a:lnTo>
                <a:lnTo>
                  <a:pt x="573596" y="50911"/>
                </a:lnTo>
                <a:lnTo>
                  <a:pt x="580330" y="48692"/>
                </a:lnTo>
                <a:lnTo>
                  <a:pt x="587026" y="46425"/>
                </a:lnTo>
                <a:lnTo>
                  <a:pt x="593674" y="44110"/>
                </a:lnTo>
                <a:lnTo>
                  <a:pt x="600285" y="41739"/>
                </a:lnTo>
                <a:lnTo>
                  <a:pt x="606847" y="39329"/>
                </a:lnTo>
                <a:lnTo>
                  <a:pt x="613362" y="36862"/>
                </a:lnTo>
                <a:lnTo>
                  <a:pt x="619830" y="34347"/>
                </a:lnTo>
                <a:lnTo>
                  <a:pt x="626250" y="31785"/>
                </a:lnTo>
                <a:lnTo>
                  <a:pt x="632612" y="29166"/>
                </a:lnTo>
                <a:lnTo>
                  <a:pt x="638918" y="26489"/>
                </a:lnTo>
                <a:lnTo>
                  <a:pt x="645166" y="23765"/>
                </a:lnTo>
                <a:lnTo>
                  <a:pt x="651358" y="20993"/>
                </a:lnTo>
                <a:lnTo>
                  <a:pt x="657492" y="18155"/>
                </a:lnTo>
                <a:lnTo>
                  <a:pt x="663550" y="15269"/>
                </a:lnTo>
                <a:lnTo>
                  <a:pt x="669550" y="12325"/>
                </a:lnTo>
                <a:lnTo>
                  <a:pt x="675475" y="9335"/>
                </a:lnTo>
                <a:lnTo>
                  <a:pt x="681333" y="6277"/>
                </a:lnTo>
                <a:lnTo>
                  <a:pt x="687114" y="3162"/>
                </a:lnTo>
                <a:lnTo>
                  <a:pt x="692810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0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D51F1C98-697A-4B8A-973E-7EF1C7CE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404" y="3524479"/>
            <a:ext cx="1880873" cy="315144"/>
          </a:xfrm>
          <a:custGeom xmlns:a="http://schemas.openxmlformats.org/drawingml/2006/main">
            <a:pathLst>
              <a:path w="1880873" h="315144">
                <a:moveTo>
                  <a:pt x="1880292" y="0"/>
                </a:moveTo>
                <a:lnTo>
                  <a:pt x="1880873" y="11601"/>
                </a:lnTo>
                <a:lnTo>
                  <a:pt x="1880616" y="23212"/>
                </a:lnTo>
                <a:lnTo>
                  <a:pt x="1879702" y="34814"/>
                </a:lnTo>
                <a:lnTo>
                  <a:pt x="1878187" y="46387"/>
                </a:lnTo>
                <a:lnTo>
                  <a:pt x="1876092" y="57922"/>
                </a:lnTo>
                <a:lnTo>
                  <a:pt x="1873415" y="69409"/>
                </a:lnTo>
                <a:lnTo>
                  <a:pt x="1870148" y="80839"/>
                </a:lnTo>
                <a:lnTo>
                  <a:pt x="1866309" y="92202"/>
                </a:lnTo>
                <a:lnTo>
                  <a:pt x="1861861" y="103470"/>
                </a:lnTo>
                <a:lnTo>
                  <a:pt x="1856813" y="114633"/>
                </a:lnTo>
                <a:lnTo>
                  <a:pt x="1851136" y="125682"/>
                </a:lnTo>
                <a:lnTo>
                  <a:pt x="1844821" y="136589"/>
                </a:lnTo>
                <a:lnTo>
                  <a:pt x="1837868" y="147342"/>
                </a:lnTo>
                <a:lnTo>
                  <a:pt x="1830248" y="157915"/>
                </a:lnTo>
                <a:lnTo>
                  <a:pt x="1821952" y="168288"/>
                </a:lnTo>
                <a:lnTo>
                  <a:pt x="1812979" y="178422"/>
                </a:lnTo>
                <a:lnTo>
                  <a:pt x="1803330" y="188319"/>
                </a:lnTo>
                <a:lnTo>
                  <a:pt x="1792996" y="197930"/>
                </a:lnTo>
                <a:lnTo>
                  <a:pt x="1781985" y="207235"/>
                </a:lnTo>
                <a:lnTo>
                  <a:pt x="1770307" y="216218"/>
                </a:lnTo>
                <a:lnTo>
                  <a:pt x="1757982" y="224847"/>
                </a:lnTo>
                <a:lnTo>
                  <a:pt x="1745018" y="233105"/>
                </a:lnTo>
                <a:lnTo>
                  <a:pt x="1731464" y="240963"/>
                </a:lnTo>
                <a:lnTo>
                  <a:pt x="1717338" y="248412"/>
                </a:lnTo>
                <a:lnTo>
                  <a:pt x="1702670" y="255441"/>
                </a:lnTo>
                <a:lnTo>
                  <a:pt x="1687506" y="262042"/>
                </a:lnTo>
                <a:lnTo>
                  <a:pt x="1671885" y="268195"/>
                </a:lnTo>
                <a:lnTo>
                  <a:pt x="1655855" y="273910"/>
                </a:lnTo>
                <a:lnTo>
                  <a:pt x="1639443" y="279187"/>
                </a:lnTo>
                <a:lnTo>
                  <a:pt x="1622698" y="284026"/>
                </a:lnTo>
                <a:lnTo>
                  <a:pt x="1605658" y="288446"/>
                </a:lnTo>
                <a:lnTo>
                  <a:pt x="1588360" y="292446"/>
                </a:lnTo>
                <a:lnTo>
                  <a:pt x="1570844" y="296037"/>
                </a:lnTo>
                <a:lnTo>
                  <a:pt x="1553137" y="299247"/>
                </a:lnTo>
                <a:lnTo>
                  <a:pt x="1535268" y="302066"/>
                </a:lnTo>
                <a:lnTo>
                  <a:pt x="1517266" y="304533"/>
                </a:lnTo>
                <a:lnTo>
                  <a:pt x="1499149" y="306648"/>
                </a:lnTo>
                <a:lnTo>
                  <a:pt x="1480947" y="308429"/>
                </a:lnTo>
                <a:lnTo>
                  <a:pt x="1462669" y="309896"/>
                </a:lnTo>
                <a:lnTo>
                  <a:pt x="1444342" y="311058"/>
                </a:lnTo>
                <a:lnTo>
                  <a:pt x="1425969" y="311925"/>
                </a:lnTo>
                <a:lnTo>
                  <a:pt x="1407557" y="312334"/>
                </a:lnTo>
                <a:lnTo>
                  <a:pt x="1389136" y="312611"/>
                </a:lnTo>
                <a:lnTo>
                  <a:pt x="1370714" y="312820"/>
                </a:lnTo>
                <a:lnTo>
                  <a:pt x="1352293" y="313011"/>
                </a:lnTo>
                <a:lnTo>
                  <a:pt x="1333871" y="313172"/>
                </a:lnTo>
                <a:lnTo>
                  <a:pt x="1315450" y="313315"/>
                </a:lnTo>
                <a:lnTo>
                  <a:pt x="1297029" y="313449"/>
                </a:lnTo>
                <a:lnTo>
                  <a:pt x="1278607" y="313573"/>
                </a:lnTo>
                <a:lnTo>
                  <a:pt x="1260177" y="313677"/>
                </a:lnTo>
                <a:lnTo>
                  <a:pt x="1241755" y="313792"/>
                </a:lnTo>
                <a:lnTo>
                  <a:pt x="1223334" y="313887"/>
                </a:lnTo>
                <a:lnTo>
                  <a:pt x="1204913" y="313982"/>
                </a:lnTo>
                <a:lnTo>
                  <a:pt x="1186491" y="314068"/>
                </a:lnTo>
                <a:lnTo>
                  <a:pt x="1168070" y="314144"/>
                </a:lnTo>
                <a:lnTo>
                  <a:pt x="1149639" y="314230"/>
                </a:lnTo>
                <a:lnTo>
                  <a:pt x="1131218" y="314296"/>
                </a:lnTo>
                <a:lnTo>
                  <a:pt x="1112796" y="314373"/>
                </a:lnTo>
                <a:lnTo>
                  <a:pt x="1094375" y="314439"/>
                </a:lnTo>
                <a:lnTo>
                  <a:pt x="1075944" y="314496"/>
                </a:lnTo>
                <a:lnTo>
                  <a:pt x="1057523" y="314554"/>
                </a:lnTo>
                <a:lnTo>
                  <a:pt x="1039101" y="314611"/>
                </a:lnTo>
                <a:lnTo>
                  <a:pt x="1020680" y="314668"/>
                </a:lnTo>
                <a:lnTo>
                  <a:pt x="1002249" y="314716"/>
                </a:lnTo>
                <a:lnTo>
                  <a:pt x="983828" y="314763"/>
                </a:lnTo>
                <a:lnTo>
                  <a:pt x="965406" y="314801"/>
                </a:lnTo>
                <a:lnTo>
                  <a:pt x="946985" y="314839"/>
                </a:lnTo>
                <a:lnTo>
                  <a:pt x="928554" y="314887"/>
                </a:lnTo>
                <a:lnTo>
                  <a:pt x="910133" y="314925"/>
                </a:lnTo>
                <a:lnTo>
                  <a:pt x="891711" y="314954"/>
                </a:lnTo>
                <a:lnTo>
                  <a:pt x="873290" y="314982"/>
                </a:lnTo>
                <a:lnTo>
                  <a:pt x="854859" y="315011"/>
                </a:lnTo>
                <a:lnTo>
                  <a:pt x="836438" y="315030"/>
                </a:lnTo>
                <a:lnTo>
                  <a:pt x="818017" y="315058"/>
                </a:lnTo>
                <a:lnTo>
                  <a:pt x="799595" y="315077"/>
                </a:lnTo>
                <a:lnTo>
                  <a:pt x="781164" y="315097"/>
                </a:lnTo>
                <a:lnTo>
                  <a:pt x="762743" y="315106"/>
                </a:lnTo>
                <a:lnTo>
                  <a:pt x="744322" y="315116"/>
                </a:lnTo>
                <a:lnTo>
                  <a:pt x="725900" y="315135"/>
                </a:lnTo>
                <a:lnTo>
                  <a:pt x="707469" y="315135"/>
                </a:lnTo>
                <a:lnTo>
                  <a:pt x="689048" y="315144"/>
                </a:lnTo>
                <a:lnTo>
                  <a:pt x="670627" y="315144"/>
                </a:lnTo>
                <a:lnTo>
                  <a:pt x="652205" y="315144"/>
                </a:lnTo>
                <a:lnTo>
                  <a:pt x="633774" y="315135"/>
                </a:lnTo>
                <a:lnTo>
                  <a:pt x="615353" y="315125"/>
                </a:lnTo>
                <a:lnTo>
                  <a:pt x="596932" y="315125"/>
                </a:lnTo>
                <a:lnTo>
                  <a:pt x="578510" y="315106"/>
                </a:lnTo>
                <a:lnTo>
                  <a:pt x="560080" y="315087"/>
                </a:lnTo>
                <a:lnTo>
                  <a:pt x="541658" y="315077"/>
                </a:lnTo>
                <a:lnTo>
                  <a:pt x="523237" y="315049"/>
                </a:lnTo>
                <a:lnTo>
                  <a:pt x="504806" y="315020"/>
                </a:lnTo>
                <a:lnTo>
                  <a:pt x="486385" y="314992"/>
                </a:lnTo>
                <a:lnTo>
                  <a:pt x="467963" y="314963"/>
                </a:lnTo>
                <a:lnTo>
                  <a:pt x="449542" y="314925"/>
                </a:lnTo>
                <a:lnTo>
                  <a:pt x="431111" y="314877"/>
                </a:lnTo>
                <a:lnTo>
                  <a:pt x="412690" y="314839"/>
                </a:lnTo>
                <a:lnTo>
                  <a:pt x="394268" y="314782"/>
                </a:lnTo>
                <a:lnTo>
                  <a:pt x="375847" y="314735"/>
                </a:lnTo>
                <a:lnTo>
                  <a:pt x="357426" y="314677"/>
                </a:lnTo>
                <a:lnTo>
                  <a:pt x="338995" y="314611"/>
                </a:lnTo>
                <a:lnTo>
                  <a:pt x="320573" y="314535"/>
                </a:lnTo>
                <a:lnTo>
                  <a:pt x="302152" y="314458"/>
                </a:lnTo>
                <a:lnTo>
                  <a:pt x="283731" y="314382"/>
                </a:lnTo>
                <a:lnTo>
                  <a:pt x="265300" y="314287"/>
                </a:lnTo>
                <a:lnTo>
                  <a:pt x="246878" y="314192"/>
                </a:lnTo>
                <a:lnTo>
                  <a:pt x="228457" y="314077"/>
                </a:lnTo>
                <a:lnTo>
                  <a:pt x="210036" y="313963"/>
                </a:lnTo>
                <a:lnTo>
                  <a:pt x="191614" y="313830"/>
                </a:lnTo>
                <a:lnTo>
                  <a:pt x="173193" y="313696"/>
                </a:lnTo>
                <a:lnTo>
                  <a:pt x="154772" y="313534"/>
                </a:lnTo>
                <a:lnTo>
                  <a:pt x="136350" y="313363"/>
                </a:lnTo>
                <a:lnTo>
                  <a:pt x="117929" y="313172"/>
                </a:lnTo>
                <a:lnTo>
                  <a:pt x="99508" y="312953"/>
                </a:lnTo>
                <a:lnTo>
                  <a:pt x="81086" y="312696"/>
                </a:lnTo>
                <a:lnTo>
                  <a:pt x="62665" y="312401"/>
                </a:lnTo>
                <a:lnTo>
                  <a:pt x="44253" y="312039"/>
                </a:lnTo>
                <a:lnTo>
                  <a:pt x="25841" y="311563"/>
                </a:lnTo>
                <a:lnTo>
                  <a:pt x="7458" y="310810"/>
                </a:lnTo>
                <a:lnTo>
                  <a:pt x="3419" y="301371"/>
                </a:lnTo>
                <a:lnTo>
                  <a:pt x="3172" y="289760"/>
                </a:lnTo>
                <a:lnTo>
                  <a:pt x="2924" y="278149"/>
                </a:lnTo>
                <a:lnTo>
                  <a:pt x="2686" y="266538"/>
                </a:lnTo>
                <a:lnTo>
                  <a:pt x="2438" y="254927"/>
                </a:lnTo>
                <a:lnTo>
                  <a:pt x="2200" y="243316"/>
                </a:lnTo>
                <a:lnTo>
                  <a:pt x="1953" y="231696"/>
                </a:lnTo>
                <a:lnTo>
                  <a:pt x="1705" y="220085"/>
                </a:lnTo>
                <a:lnTo>
                  <a:pt x="1467" y="208474"/>
                </a:lnTo>
                <a:lnTo>
                  <a:pt x="1219" y="196863"/>
                </a:lnTo>
                <a:lnTo>
                  <a:pt x="972" y="185252"/>
                </a:lnTo>
                <a:lnTo>
                  <a:pt x="733" y="173641"/>
                </a:lnTo>
                <a:lnTo>
                  <a:pt x="486" y="162030"/>
                </a:lnTo>
                <a:lnTo>
                  <a:pt x="248" y="150419"/>
                </a:lnTo>
                <a:lnTo>
                  <a:pt x="0" y="138808"/>
                </a:lnTo>
                <a:lnTo>
                  <a:pt x="6763" y="131207"/>
                </a:lnTo>
                <a:lnTo>
                  <a:pt x="25136" y="130369"/>
                </a:lnTo>
                <a:lnTo>
                  <a:pt x="43520" y="129654"/>
                </a:lnTo>
                <a:lnTo>
                  <a:pt x="61922" y="129064"/>
                </a:lnTo>
                <a:lnTo>
                  <a:pt x="80334" y="128578"/>
                </a:lnTo>
                <a:lnTo>
                  <a:pt x="98746" y="128187"/>
                </a:lnTo>
                <a:lnTo>
                  <a:pt x="117158" y="127892"/>
                </a:lnTo>
                <a:lnTo>
                  <a:pt x="135579" y="127673"/>
                </a:lnTo>
                <a:lnTo>
                  <a:pt x="154000" y="127521"/>
                </a:lnTo>
                <a:lnTo>
                  <a:pt x="172431" y="127435"/>
                </a:lnTo>
                <a:lnTo>
                  <a:pt x="190852" y="127416"/>
                </a:lnTo>
                <a:lnTo>
                  <a:pt x="209274" y="127445"/>
                </a:lnTo>
                <a:lnTo>
                  <a:pt x="227695" y="127530"/>
                </a:lnTo>
                <a:lnTo>
                  <a:pt x="246126" y="127654"/>
                </a:lnTo>
                <a:lnTo>
                  <a:pt x="264547" y="127835"/>
                </a:lnTo>
                <a:lnTo>
                  <a:pt x="282969" y="128045"/>
                </a:lnTo>
                <a:lnTo>
                  <a:pt x="301381" y="128302"/>
                </a:lnTo>
                <a:lnTo>
                  <a:pt x="319802" y="128588"/>
                </a:lnTo>
                <a:lnTo>
                  <a:pt x="338223" y="128902"/>
                </a:lnTo>
                <a:lnTo>
                  <a:pt x="356635" y="129254"/>
                </a:lnTo>
                <a:lnTo>
                  <a:pt x="375047" y="129626"/>
                </a:lnTo>
                <a:lnTo>
                  <a:pt x="393459" y="130026"/>
                </a:lnTo>
                <a:lnTo>
                  <a:pt x="411871" y="130454"/>
                </a:lnTo>
                <a:lnTo>
                  <a:pt x="430282" y="130902"/>
                </a:lnTo>
                <a:lnTo>
                  <a:pt x="448694" y="131369"/>
                </a:lnTo>
                <a:lnTo>
                  <a:pt x="467096" y="131855"/>
                </a:lnTo>
                <a:lnTo>
                  <a:pt x="485508" y="132350"/>
                </a:lnTo>
                <a:lnTo>
                  <a:pt x="503911" y="132874"/>
                </a:lnTo>
                <a:lnTo>
                  <a:pt x="522313" y="133398"/>
                </a:lnTo>
                <a:lnTo>
                  <a:pt x="540725" y="133941"/>
                </a:lnTo>
                <a:lnTo>
                  <a:pt x="559127" y="134503"/>
                </a:lnTo>
                <a:lnTo>
                  <a:pt x="577529" y="135065"/>
                </a:lnTo>
                <a:lnTo>
                  <a:pt x="595922" y="135636"/>
                </a:lnTo>
                <a:lnTo>
                  <a:pt x="614324" y="136217"/>
                </a:lnTo>
                <a:lnTo>
                  <a:pt x="632727" y="136808"/>
                </a:lnTo>
                <a:lnTo>
                  <a:pt x="651129" y="137398"/>
                </a:lnTo>
                <a:lnTo>
                  <a:pt x="669531" y="137998"/>
                </a:lnTo>
                <a:lnTo>
                  <a:pt x="687924" y="138598"/>
                </a:lnTo>
                <a:lnTo>
                  <a:pt x="706326" y="139198"/>
                </a:lnTo>
                <a:lnTo>
                  <a:pt x="724719" y="139798"/>
                </a:lnTo>
                <a:lnTo>
                  <a:pt x="743121" y="140399"/>
                </a:lnTo>
                <a:lnTo>
                  <a:pt x="761524" y="140999"/>
                </a:lnTo>
                <a:lnTo>
                  <a:pt x="779926" y="141599"/>
                </a:lnTo>
                <a:lnTo>
                  <a:pt x="798319" y="142199"/>
                </a:lnTo>
                <a:lnTo>
                  <a:pt x="816721" y="142789"/>
                </a:lnTo>
                <a:lnTo>
                  <a:pt x="835123" y="143380"/>
                </a:lnTo>
                <a:lnTo>
                  <a:pt x="853526" y="143951"/>
                </a:lnTo>
                <a:lnTo>
                  <a:pt x="871928" y="144523"/>
                </a:lnTo>
                <a:lnTo>
                  <a:pt x="890330" y="145085"/>
                </a:lnTo>
                <a:lnTo>
                  <a:pt x="908733" y="145637"/>
                </a:lnTo>
                <a:lnTo>
                  <a:pt x="927135" y="146180"/>
                </a:lnTo>
                <a:lnTo>
                  <a:pt x="945537" y="146704"/>
                </a:lnTo>
                <a:lnTo>
                  <a:pt x="963940" y="147209"/>
                </a:lnTo>
                <a:lnTo>
                  <a:pt x="982351" y="147704"/>
                </a:lnTo>
                <a:lnTo>
                  <a:pt x="1000763" y="148180"/>
                </a:lnTo>
                <a:lnTo>
                  <a:pt x="1019165" y="148638"/>
                </a:lnTo>
                <a:lnTo>
                  <a:pt x="1037577" y="149076"/>
                </a:lnTo>
                <a:lnTo>
                  <a:pt x="1055989" y="149485"/>
                </a:lnTo>
                <a:lnTo>
                  <a:pt x="1074410" y="149876"/>
                </a:lnTo>
                <a:lnTo>
                  <a:pt x="1092822" y="150238"/>
                </a:lnTo>
                <a:lnTo>
                  <a:pt x="1111234" y="150562"/>
                </a:lnTo>
                <a:lnTo>
                  <a:pt x="1129655" y="150866"/>
                </a:lnTo>
                <a:lnTo>
                  <a:pt x="1148077" y="151133"/>
                </a:lnTo>
                <a:lnTo>
                  <a:pt x="1166498" y="151362"/>
                </a:lnTo>
                <a:lnTo>
                  <a:pt x="1184920" y="151543"/>
                </a:lnTo>
                <a:lnTo>
                  <a:pt x="1203341" y="151695"/>
                </a:lnTo>
                <a:lnTo>
                  <a:pt x="1221762" y="151790"/>
                </a:lnTo>
                <a:lnTo>
                  <a:pt x="1240184" y="151829"/>
                </a:lnTo>
                <a:lnTo>
                  <a:pt x="1258605" y="151819"/>
                </a:lnTo>
                <a:lnTo>
                  <a:pt x="1277036" y="151743"/>
                </a:lnTo>
                <a:lnTo>
                  <a:pt x="1295457" y="151609"/>
                </a:lnTo>
                <a:lnTo>
                  <a:pt x="1313879" y="151390"/>
                </a:lnTo>
                <a:lnTo>
                  <a:pt x="1332290" y="151095"/>
                </a:lnTo>
                <a:lnTo>
                  <a:pt x="1350712" y="150714"/>
                </a:lnTo>
                <a:lnTo>
                  <a:pt x="1369114" y="150228"/>
                </a:lnTo>
                <a:lnTo>
                  <a:pt x="1387516" y="149628"/>
                </a:lnTo>
                <a:lnTo>
                  <a:pt x="1405900" y="148904"/>
                </a:lnTo>
                <a:lnTo>
                  <a:pt x="1424273" y="148047"/>
                </a:lnTo>
                <a:lnTo>
                  <a:pt x="1442628" y="147018"/>
                </a:lnTo>
                <a:lnTo>
                  <a:pt x="1460954" y="145809"/>
                </a:lnTo>
                <a:lnTo>
                  <a:pt x="1479233" y="144380"/>
                </a:lnTo>
                <a:lnTo>
                  <a:pt x="1497463" y="142694"/>
                </a:lnTo>
                <a:lnTo>
                  <a:pt x="1515608" y="140694"/>
                </a:lnTo>
                <a:lnTo>
                  <a:pt x="1533639" y="138322"/>
                </a:lnTo>
                <a:lnTo>
                  <a:pt x="1551499" y="135474"/>
                </a:lnTo>
                <a:lnTo>
                  <a:pt x="1569082" y="132007"/>
                </a:lnTo>
                <a:lnTo>
                  <a:pt x="1586198" y="127711"/>
                </a:lnTo>
                <a:lnTo>
                  <a:pt x="1602448" y="122263"/>
                </a:lnTo>
                <a:lnTo>
                  <a:pt x="1616964" y="115157"/>
                </a:lnTo>
                <a:lnTo>
                  <a:pt x="1627823" y="105842"/>
                </a:lnTo>
                <a:lnTo>
                  <a:pt x="1632194" y="94650"/>
                </a:lnTo>
                <a:lnTo>
                  <a:pt x="1644539" y="88830"/>
                </a:lnTo>
                <a:lnTo>
                  <a:pt x="1661884" y="84906"/>
                </a:lnTo>
                <a:lnTo>
                  <a:pt x="1678981" y="80591"/>
                </a:lnTo>
                <a:lnTo>
                  <a:pt x="1695869" y="75943"/>
                </a:lnTo>
                <a:lnTo>
                  <a:pt x="1712528" y="70990"/>
                </a:lnTo>
                <a:lnTo>
                  <a:pt x="1728978" y="65751"/>
                </a:lnTo>
                <a:lnTo>
                  <a:pt x="1745199" y="60255"/>
                </a:lnTo>
                <a:lnTo>
                  <a:pt x="1761201" y="54493"/>
                </a:lnTo>
                <a:lnTo>
                  <a:pt x="1776965" y="48492"/>
                </a:lnTo>
                <a:lnTo>
                  <a:pt x="1792491" y="42243"/>
                </a:lnTo>
                <a:lnTo>
                  <a:pt x="1807778" y="35757"/>
                </a:lnTo>
                <a:lnTo>
                  <a:pt x="1822809" y="29042"/>
                </a:lnTo>
                <a:lnTo>
                  <a:pt x="1837592" y="22108"/>
                </a:lnTo>
                <a:lnTo>
                  <a:pt x="1852098" y="14954"/>
                </a:lnTo>
                <a:lnTo>
                  <a:pt x="1866329" y="7582"/>
                </a:lnTo>
                <a:lnTo>
                  <a:pt x="188029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BCF15229-DCAE-44F5-BA4B-E1F0C47F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2653313"/>
            <a:ext cx="1880445" cy="1185262"/>
          </a:xfrm>
          <a:custGeom xmlns:a="http://schemas.openxmlformats.org/drawingml/2006/main">
            <a:pathLst>
              <a:path w="1880445" h="1185262">
                <a:moveTo>
                  <a:pt x="0" y="1185262"/>
                </a:moveTo>
                <a:lnTo>
                  <a:pt x="30194" y="1185262"/>
                </a:lnTo>
                <a:lnTo>
                  <a:pt x="60389" y="1185262"/>
                </a:lnTo>
                <a:lnTo>
                  <a:pt x="90573" y="1185262"/>
                </a:lnTo>
                <a:lnTo>
                  <a:pt x="120767" y="1185262"/>
                </a:lnTo>
                <a:lnTo>
                  <a:pt x="150962" y="1185262"/>
                </a:lnTo>
                <a:lnTo>
                  <a:pt x="181156" y="1185262"/>
                </a:lnTo>
                <a:lnTo>
                  <a:pt x="211350" y="1185262"/>
                </a:lnTo>
                <a:lnTo>
                  <a:pt x="241544" y="1185262"/>
                </a:lnTo>
                <a:lnTo>
                  <a:pt x="271729" y="1185262"/>
                </a:lnTo>
                <a:lnTo>
                  <a:pt x="301923" y="1185262"/>
                </a:lnTo>
                <a:lnTo>
                  <a:pt x="332118" y="1185262"/>
                </a:lnTo>
                <a:lnTo>
                  <a:pt x="362312" y="1185262"/>
                </a:lnTo>
                <a:lnTo>
                  <a:pt x="392506" y="1185262"/>
                </a:lnTo>
                <a:lnTo>
                  <a:pt x="422691" y="1185262"/>
                </a:lnTo>
                <a:lnTo>
                  <a:pt x="452885" y="1185262"/>
                </a:lnTo>
                <a:lnTo>
                  <a:pt x="483079" y="1185262"/>
                </a:lnTo>
                <a:lnTo>
                  <a:pt x="513274" y="1185262"/>
                </a:lnTo>
                <a:lnTo>
                  <a:pt x="543468" y="1185262"/>
                </a:lnTo>
                <a:lnTo>
                  <a:pt x="573662" y="1185262"/>
                </a:lnTo>
                <a:lnTo>
                  <a:pt x="603847" y="1185262"/>
                </a:lnTo>
                <a:lnTo>
                  <a:pt x="634041" y="1185262"/>
                </a:lnTo>
                <a:lnTo>
                  <a:pt x="664235" y="1185262"/>
                </a:lnTo>
                <a:lnTo>
                  <a:pt x="694430" y="1185262"/>
                </a:lnTo>
                <a:lnTo>
                  <a:pt x="724624" y="1185262"/>
                </a:lnTo>
                <a:lnTo>
                  <a:pt x="754818" y="1185262"/>
                </a:lnTo>
                <a:lnTo>
                  <a:pt x="785003" y="1185262"/>
                </a:lnTo>
                <a:lnTo>
                  <a:pt x="815197" y="1185262"/>
                </a:lnTo>
                <a:lnTo>
                  <a:pt x="845391" y="1185262"/>
                </a:lnTo>
                <a:lnTo>
                  <a:pt x="875586" y="1185262"/>
                </a:lnTo>
                <a:lnTo>
                  <a:pt x="905780" y="1185262"/>
                </a:lnTo>
                <a:lnTo>
                  <a:pt x="935965" y="1185262"/>
                </a:lnTo>
                <a:lnTo>
                  <a:pt x="966159" y="1185262"/>
                </a:lnTo>
                <a:lnTo>
                  <a:pt x="996353" y="1185262"/>
                </a:lnTo>
                <a:lnTo>
                  <a:pt x="1026547" y="1185262"/>
                </a:lnTo>
                <a:lnTo>
                  <a:pt x="1056742" y="1185262"/>
                </a:lnTo>
                <a:lnTo>
                  <a:pt x="1086936" y="1185262"/>
                </a:lnTo>
                <a:lnTo>
                  <a:pt x="1117121" y="1185262"/>
                </a:lnTo>
                <a:lnTo>
                  <a:pt x="1147315" y="1185262"/>
                </a:lnTo>
                <a:lnTo>
                  <a:pt x="1177509" y="1185262"/>
                </a:lnTo>
                <a:lnTo>
                  <a:pt x="1207703" y="1185262"/>
                </a:lnTo>
                <a:lnTo>
                  <a:pt x="1237898" y="1185262"/>
                </a:lnTo>
                <a:lnTo>
                  <a:pt x="1267787" y="1183119"/>
                </a:lnTo>
                <a:lnTo>
                  <a:pt x="1297515" y="1179795"/>
                </a:lnTo>
                <a:lnTo>
                  <a:pt x="1327242" y="1176471"/>
                </a:lnTo>
                <a:lnTo>
                  <a:pt x="1356970" y="1173147"/>
                </a:lnTo>
                <a:lnTo>
                  <a:pt x="1386697" y="1169822"/>
                </a:lnTo>
                <a:lnTo>
                  <a:pt x="1416425" y="1166498"/>
                </a:lnTo>
                <a:lnTo>
                  <a:pt x="1446162" y="1163174"/>
                </a:lnTo>
                <a:lnTo>
                  <a:pt x="1475889" y="1159850"/>
                </a:lnTo>
                <a:lnTo>
                  <a:pt x="1498578" y="1148210"/>
                </a:lnTo>
                <a:lnTo>
                  <a:pt x="1519533" y="1134504"/>
                </a:lnTo>
                <a:lnTo>
                  <a:pt x="1540478" y="1120797"/>
                </a:lnTo>
                <a:lnTo>
                  <a:pt x="1561433" y="1107100"/>
                </a:lnTo>
                <a:lnTo>
                  <a:pt x="1582379" y="1093394"/>
                </a:lnTo>
                <a:lnTo>
                  <a:pt x="1603334" y="1079687"/>
                </a:lnTo>
                <a:lnTo>
                  <a:pt x="1624279" y="1065990"/>
                </a:lnTo>
                <a:lnTo>
                  <a:pt x="1645234" y="1052284"/>
                </a:lnTo>
                <a:lnTo>
                  <a:pt x="1666180" y="1038577"/>
                </a:lnTo>
                <a:lnTo>
                  <a:pt x="1687135" y="1024880"/>
                </a:lnTo>
                <a:lnTo>
                  <a:pt x="1708080" y="1011174"/>
                </a:lnTo>
                <a:lnTo>
                  <a:pt x="1729035" y="997468"/>
                </a:lnTo>
                <a:lnTo>
                  <a:pt x="1749981" y="983761"/>
                </a:lnTo>
                <a:lnTo>
                  <a:pt x="1770936" y="970064"/>
                </a:lnTo>
                <a:lnTo>
                  <a:pt x="1791881" y="956358"/>
                </a:lnTo>
                <a:lnTo>
                  <a:pt x="1812836" y="942651"/>
                </a:lnTo>
                <a:lnTo>
                  <a:pt x="1833782" y="928954"/>
                </a:lnTo>
                <a:lnTo>
                  <a:pt x="1854737" y="915248"/>
                </a:lnTo>
                <a:lnTo>
                  <a:pt x="1875682" y="901541"/>
                </a:lnTo>
                <a:lnTo>
                  <a:pt x="1880445" y="883720"/>
                </a:lnTo>
                <a:lnTo>
                  <a:pt x="1880445" y="864689"/>
                </a:lnTo>
                <a:lnTo>
                  <a:pt x="1880445" y="845658"/>
                </a:lnTo>
                <a:lnTo>
                  <a:pt x="1880445" y="826627"/>
                </a:lnTo>
                <a:lnTo>
                  <a:pt x="1880445" y="807596"/>
                </a:lnTo>
                <a:lnTo>
                  <a:pt x="1880445" y="788565"/>
                </a:lnTo>
                <a:lnTo>
                  <a:pt x="1880445" y="769534"/>
                </a:lnTo>
                <a:lnTo>
                  <a:pt x="1880445" y="750503"/>
                </a:lnTo>
                <a:lnTo>
                  <a:pt x="1880445" y="731472"/>
                </a:lnTo>
                <a:lnTo>
                  <a:pt x="1880445" y="712441"/>
                </a:lnTo>
                <a:lnTo>
                  <a:pt x="1880445" y="693420"/>
                </a:lnTo>
                <a:lnTo>
                  <a:pt x="1880445" y="674389"/>
                </a:lnTo>
                <a:lnTo>
                  <a:pt x="1880445" y="655358"/>
                </a:lnTo>
                <a:lnTo>
                  <a:pt x="1880445" y="636327"/>
                </a:lnTo>
                <a:lnTo>
                  <a:pt x="1880445" y="617296"/>
                </a:lnTo>
                <a:lnTo>
                  <a:pt x="1880445" y="598265"/>
                </a:lnTo>
                <a:lnTo>
                  <a:pt x="1880445" y="579234"/>
                </a:lnTo>
                <a:lnTo>
                  <a:pt x="1880445" y="560203"/>
                </a:lnTo>
                <a:lnTo>
                  <a:pt x="1880445" y="541172"/>
                </a:lnTo>
                <a:lnTo>
                  <a:pt x="1880445" y="522141"/>
                </a:lnTo>
                <a:lnTo>
                  <a:pt x="1880445" y="503111"/>
                </a:lnTo>
                <a:lnTo>
                  <a:pt x="1880445" y="484080"/>
                </a:lnTo>
                <a:lnTo>
                  <a:pt x="1880445" y="465049"/>
                </a:lnTo>
                <a:lnTo>
                  <a:pt x="1880445" y="446018"/>
                </a:lnTo>
                <a:lnTo>
                  <a:pt x="1880445" y="426987"/>
                </a:lnTo>
                <a:lnTo>
                  <a:pt x="1880445" y="407956"/>
                </a:lnTo>
                <a:lnTo>
                  <a:pt x="1880445" y="388925"/>
                </a:lnTo>
                <a:lnTo>
                  <a:pt x="1880445" y="369894"/>
                </a:lnTo>
                <a:lnTo>
                  <a:pt x="1880445" y="350863"/>
                </a:lnTo>
                <a:lnTo>
                  <a:pt x="1880445" y="331832"/>
                </a:lnTo>
                <a:lnTo>
                  <a:pt x="1880445" y="312801"/>
                </a:lnTo>
                <a:lnTo>
                  <a:pt x="1880445" y="293770"/>
                </a:lnTo>
                <a:lnTo>
                  <a:pt x="1880445" y="274739"/>
                </a:lnTo>
                <a:lnTo>
                  <a:pt x="1880445" y="255708"/>
                </a:lnTo>
                <a:lnTo>
                  <a:pt x="1880445" y="236677"/>
                </a:lnTo>
                <a:lnTo>
                  <a:pt x="1880445" y="217646"/>
                </a:lnTo>
                <a:lnTo>
                  <a:pt x="1880445" y="198615"/>
                </a:lnTo>
                <a:lnTo>
                  <a:pt x="1880445" y="179584"/>
                </a:lnTo>
                <a:lnTo>
                  <a:pt x="1880445" y="160553"/>
                </a:lnTo>
                <a:lnTo>
                  <a:pt x="1880445" y="141522"/>
                </a:lnTo>
                <a:lnTo>
                  <a:pt x="1880445" y="122492"/>
                </a:lnTo>
                <a:lnTo>
                  <a:pt x="1880445" y="103461"/>
                </a:lnTo>
                <a:lnTo>
                  <a:pt x="1880445" y="84430"/>
                </a:lnTo>
                <a:lnTo>
                  <a:pt x="1880445" y="65399"/>
                </a:lnTo>
                <a:lnTo>
                  <a:pt x="1880445" y="46368"/>
                </a:lnTo>
                <a:lnTo>
                  <a:pt x="1880445" y="27337"/>
                </a:lnTo>
                <a:lnTo>
                  <a:pt x="1880445" y="8306"/>
                </a:lnTo>
                <a:lnTo>
                  <a:pt x="1863433" y="0"/>
                </a:lnTo>
                <a:lnTo>
                  <a:pt x="1833239" y="0"/>
                </a:lnTo>
                <a:lnTo>
                  <a:pt x="1803044" y="0"/>
                </a:lnTo>
                <a:lnTo>
                  <a:pt x="1772850" y="0"/>
                </a:lnTo>
                <a:lnTo>
                  <a:pt x="1742665" y="0"/>
                </a:lnTo>
                <a:lnTo>
                  <a:pt x="1712471" y="0"/>
                </a:lnTo>
                <a:lnTo>
                  <a:pt x="1682277" y="0"/>
                </a:lnTo>
                <a:lnTo>
                  <a:pt x="1652083" y="0"/>
                </a:lnTo>
                <a:lnTo>
                  <a:pt x="1621888" y="0"/>
                </a:lnTo>
                <a:lnTo>
                  <a:pt x="1591704" y="0"/>
                </a:lnTo>
                <a:lnTo>
                  <a:pt x="1561509" y="0"/>
                </a:lnTo>
                <a:lnTo>
                  <a:pt x="1531315" y="0"/>
                </a:lnTo>
                <a:lnTo>
                  <a:pt x="1501121" y="0"/>
                </a:lnTo>
                <a:lnTo>
                  <a:pt x="1470927" y="0"/>
                </a:lnTo>
                <a:lnTo>
                  <a:pt x="1440732" y="0"/>
                </a:lnTo>
                <a:lnTo>
                  <a:pt x="1410548" y="0"/>
                </a:lnTo>
                <a:lnTo>
                  <a:pt x="1380353" y="0"/>
                </a:lnTo>
                <a:lnTo>
                  <a:pt x="1350159" y="0"/>
                </a:lnTo>
                <a:lnTo>
                  <a:pt x="1319965" y="0"/>
                </a:lnTo>
                <a:lnTo>
                  <a:pt x="1289771" y="0"/>
                </a:lnTo>
                <a:lnTo>
                  <a:pt x="1259586" y="0"/>
                </a:lnTo>
                <a:lnTo>
                  <a:pt x="1229392" y="0"/>
                </a:lnTo>
                <a:lnTo>
                  <a:pt x="1199198" y="0"/>
                </a:lnTo>
                <a:lnTo>
                  <a:pt x="1169003" y="0"/>
                </a:lnTo>
                <a:lnTo>
                  <a:pt x="1138809" y="0"/>
                </a:lnTo>
                <a:lnTo>
                  <a:pt x="1108615" y="0"/>
                </a:lnTo>
                <a:lnTo>
                  <a:pt x="1078430" y="0"/>
                </a:lnTo>
                <a:lnTo>
                  <a:pt x="1048236" y="0"/>
                </a:lnTo>
                <a:lnTo>
                  <a:pt x="1018042" y="0"/>
                </a:lnTo>
                <a:lnTo>
                  <a:pt x="987847" y="0"/>
                </a:lnTo>
                <a:lnTo>
                  <a:pt x="957653" y="0"/>
                </a:lnTo>
                <a:lnTo>
                  <a:pt x="927459" y="0"/>
                </a:lnTo>
                <a:lnTo>
                  <a:pt x="897274" y="0"/>
                </a:lnTo>
                <a:lnTo>
                  <a:pt x="867080" y="0"/>
                </a:lnTo>
                <a:lnTo>
                  <a:pt x="836886" y="0"/>
                </a:lnTo>
                <a:lnTo>
                  <a:pt x="806691" y="0"/>
                </a:lnTo>
                <a:lnTo>
                  <a:pt x="776497" y="0"/>
                </a:lnTo>
                <a:lnTo>
                  <a:pt x="746312" y="0"/>
                </a:lnTo>
                <a:lnTo>
                  <a:pt x="716118" y="0"/>
                </a:lnTo>
                <a:lnTo>
                  <a:pt x="685924" y="0"/>
                </a:lnTo>
                <a:lnTo>
                  <a:pt x="655730" y="0"/>
                </a:lnTo>
                <a:lnTo>
                  <a:pt x="625535" y="0"/>
                </a:lnTo>
                <a:lnTo>
                  <a:pt x="595341" y="0"/>
                </a:lnTo>
                <a:lnTo>
                  <a:pt x="565156" y="0"/>
                </a:lnTo>
                <a:lnTo>
                  <a:pt x="534962" y="0"/>
                </a:lnTo>
                <a:lnTo>
                  <a:pt x="504768" y="0"/>
                </a:lnTo>
                <a:lnTo>
                  <a:pt x="474574" y="0"/>
                </a:lnTo>
                <a:lnTo>
                  <a:pt x="444379" y="0"/>
                </a:lnTo>
                <a:lnTo>
                  <a:pt x="414195" y="0"/>
                </a:lnTo>
                <a:lnTo>
                  <a:pt x="384000" y="0"/>
                </a:lnTo>
                <a:lnTo>
                  <a:pt x="353806" y="0"/>
                </a:lnTo>
                <a:lnTo>
                  <a:pt x="323612" y="0"/>
                </a:lnTo>
                <a:lnTo>
                  <a:pt x="293418" y="0"/>
                </a:lnTo>
                <a:lnTo>
                  <a:pt x="263223" y="0"/>
                </a:lnTo>
                <a:lnTo>
                  <a:pt x="233039" y="0"/>
                </a:lnTo>
                <a:lnTo>
                  <a:pt x="202844" y="0"/>
                </a:lnTo>
                <a:lnTo>
                  <a:pt x="172650" y="0"/>
                </a:lnTo>
                <a:lnTo>
                  <a:pt x="142456" y="0"/>
                </a:lnTo>
                <a:lnTo>
                  <a:pt x="112262" y="0"/>
                </a:lnTo>
                <a:lnTo>
                  <a:pt x="82067" y="0"/>
                </a:lnTo>
                <a:lnTo>
                  <a:pt x="51883" y="0"/>
                </a:lnTo>
                <a:lnTo>
                  <a:pt x="21688" y="0"/>
                </a:lnTo>
                <a:lnTo>
                  <a:pt x="0" y="5363"/>
                </a:lnTo>
                <a:lnTo>
                  <a:pt x="0" y="24394"/>
                </a:lnTo>
                <a:lnTo>
                  <a:pt x="0" y="43424"/>
                </a:lnTo>
                <a:lnTo>
                  <a:pt x="0" y="62455"/>
                </a:lnTo>
                <a:lnTo>
                  <a:pt x="0" y="81486"/>
                </a:lnTo>
                <a:lnTo>
                  <a:pt x="0" y="100517"/>
                </a:lnTo>
                <a:lnTo>
                  <a:pt x="0" y="119548"/>
                </a:lnTo>
                <a:lnTo>
                  <a:pt x="0" y="138579"/>
                </a:lnTo>
                <a:lnTo>
                  <a:pt x="0" y="157610"/>
                </a:lnTo>
                <a:lnTo>
                  <a:pt x="0" y="176641"/>
                </a:lnTo>
                <a:lnTo>
                  <a:pt x="0" y="195672"/>
                </a:lnTo>
                <a:lnTo>
                  <a:pt x="0" y="214703"/>
                </a:lnTo>
                <a:lnTo>
                  <a:pt x="0" y="233734"/>
                </a:lnTo>
                <a:lnTo>
                  <a:pt x="0" y="252765"/>
                </a:lnTo>
                <a:lnTo>
                  <a:pt x="0" y="271796"/>
                </a:lnTo>
                <a:lnTo>
                  <a:pt x="0" y="290827"/>
                </a:lnTo>
                <a:lnTo>
                  <a:pt x="0" y="309858"/>
                </a:lnTo>
                <a:lnTo>
                  <a:pt x="0" y="328879"/>
                </a:lnTo>
                <a:lnTo>
                  <a:pt x="0" y="347910"/>
                </a:lnTo>
                <a:lnTo>
                  <a:pt x="0" y="366941"/>
                </a:lnTo>
                <a:lnTo>
                  <a:pt x="0" y="385972"/>
                </a:lnTo>
                <a:lnTo>
                  <a:pt x="0" y="405003"/>
                </a:lnTo>
                <a:lnTo>
                  <a:pt x="0" y="424034"/>
                </a:lnTo>
                <a:lnTo>
                  <a:pt x="0" y="443065"/>
                </a:lnTo>
                <a:lnTo>
                  <a:pt x="0" y="462096"/>
                </a:lnTo>
                <a:lnTo>
                  <a:pt x="0" y="481127"/>
                </a:lnTo>
                <a:lnTo>
                  <a:pt x="0" y="500158"/>
                </a:lnTo>
                <a:lnTo>
                  <a:pt x="0" y="519189"/>
                </a:lnTo>
                <a:lnTo>
                  <a:pt x="0" y="538220"/>
                </a:lnTo>
                <a:lnTo>
                  <a:pt x="0" y="557251"/>
                </a:lnTo>
                <a:lnTo>
                  <a:pt x="0" y="576282"/>
                </a:lnTo>
                <a:lnTo>
                  <a:pt x="0" y="595313"/>
                </a:lnTo>
                <a:lnTo>
                  <a:pt x="0" y="614343"/>
                </a:lnTo>
                <a:lnTo>
                  <a:pt x="0" y="633374"/>
                </a:lnTo>
                <a:lnTo>
                  <a:pt x="0" y="652405"/>
                </a:lnTo>
                <a:lnTo>
                  <a:pt x="0" y="671436"/>
                </a:lnTo>
                <a:lnTo>
                  <a:pt x="0" y="690467"/>
                </a:lnTo>
                <a:lnTo>
                  <a:pt x="0" y="709498"/>
                </a:lnTo>
                <a:lnTo>
                  <a:pt x="0" y="728529"/>
                </a:lnTo>
                <a:lnTo>
                  <a:pt x="0" y="747560"/>
                </a:lnTo>
                <a:lnTo>
                  <a:pt x="0" y="766591"/>
                </a:lnTo>
                <a:lnTo>
                  <a:pt x="0" y="785622"/>
                </a:lnTo>
                <a:lnTo>
                  <a:pt x="0" y="804653"/>
                </a:lnTo>
                <a:lnTo>
                  <a:pt x="0" y="823684"/>
                </a:lnTo>
                <a:lnTo>
                  <a:pt x="0" y="842715"/>
                </a:lnTo>
                <a:lnTo>
                  <a:pt x="0" y="861746"/>
                </a:lnTo>
                <a:lnTo>
                  <a:pt x="0" y="880777"/>
                </a:lnTo>
                <a:lnTo>
                  <a:pt x="0" y="899808"/>
                </a:lnTo>
                <a:lnTo>
                  <a:pt x="0" y="918839"/>
                </a:lnTo>
                <a:lnTo>
                  <a:pt x="0" y="937870"/>
                </a:lnTo>
                <a:lnTo>
                  <a:pt x="0" y="956901"/>
                </a:lnTo>
                <a:lnTo>
                  <a:pt x="0" y="975931"/>
                </a:lnTo>
                <a:lnTo>
                  <a:pt x="0" y="994962"/>
                </a:lnTo>
                <a:lnTo>
                  <a:pt x="0" y="1013993"/>
                </a:lnTo>
                <a:lnTo>
                  <a:pt x="0" y="1033024"/>
                </a:lnTo>
                <a:lnTo>
                  <a:pt x="0" y="1052055"/>
                </a:lnTo>
                <a:lnTo>
                  <a:pt x="0" y="1071086"/>
                </a:lnTo>
                <a:lnTo>
                  <a:pt x="0" y="1090117"/>
                </a:lnTo>
                <a:lnTo>
                  <a:pt x="0" y="1109148"/>
                </a:lnTo>
                <a:lnTo>
                  <a:pt x="0" y="1128179"/>
                </a:lnTo>
                <a:lnTo>
                  <a:pt x="0" y="1147210"/>
                </a:lnTo>
                <a:lnTo>
                  <a:pt x="0" y="1166241"/>
                </a:lnTo>
                <a:lnTo>
                  <a:pt x="0" y="11852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2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53B8E639-C328-4888-ABF4-B073E815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2653313"/>
            <a:ext cx="1880445" cy="203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0B5A253F-B3F8-4B39-8FDD-6D7F2B33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876" y="3551739"/>
            <a:ext cx="692810" cy="287055"/>
          </a:xfrm>
          <a:custGeom xmlns:a="http://schemas.openxmlformats.org/drawingml/2006/main">
            <a:pathLst>
              <a:path w="692810" h="287055">
                <a:moveTo>
                  <a:pt x="692810" y="0"/>
                </a:moveTo>
                <a:lnTo>
                  <a:pt x="691991" y="4763"/>
                </a:lnTo>
                <a:lnTo>
                  <a:pt x="690905" y="9506"/>
                </a:lnTo>
                <a:lnTo>
                  <a:pt x="689639" y="14221"/>
                </a:lnTo>
                <a:lnTo>
                  <a:pt x="688219" y="18926"/>
                </a:lnTo>
                <a:lnTo>
                  <a:pt x="686648" y="23622"/>
                </a:lnTo>
                <a:lnTo>
                  <a:pt x="684952" y="28289"/>
                </a:lnTo>
                <a:lnTo>
                  <a:pt x="683114" y="32937"/>
                </a:lnTo>
                <a:lnTo>
                  <a:pt x="681161" y="37567"/>
                </a:lnTo>
                <a:lnTo>
                  <a:pt x="679085" y="42167"/>
                </a:lnTo>
                <a:lnTo>
                  <a:pt x="676885" y="46758"/>
                </a:lnTo>
                <a:lnTo>
                  <a:pt x="674570" y="51321"/>
                </a:lnTo>
                <a:lnTo>
                  <a:pt x="672151" y="55855"/>
                </a:lnTo>
                <a:lnTo>
                  <a:pt x="669608" y="60369"/>
                </a:lnTo>
                <a:lnTo>
                  <a:pt x="666960" y="64865"/>
                </a:lnTo>
                <a:lnTo>
                  <a:pt x="664197" y="69323"/>
                </a:lnTo>
                <a:lnTo>
                  <a:pt x="661330" y="73762"/>
                </a:lnTo>
                <a:lnTo>
                  <a:pt x="658358" y="78172"/>
                </a:lnTo>
                <a:lnTo>
                  <a:pt x="655282" y="82544"/>
                </a:lnTo>
                <a:lnTo>
                  <a:pt x="652091" y="86897"/>
                </a:lnTo>
                <a:lnTo>
                  <a:pt x="648795" y="91211"/>
                </a:lnTo>
                <a:lnTo>
                  <a:pt x="645404" y="95498"/>
                </a:lnTo>
                <a:lnTo>
                  <a:pt x="641899" y="99746"/>
                </a:lnTo>
                <a:lnTo>
                  <a:pt x="638299" y="103965"/>
                </a:lnTo>
                <a:lnTo>
                  <a:pt x="634594" y="108147"/>
                </a:lnTo>
                <a:lnTo>
                  <a:pt x="630784" y="112290"/>
                </a:lnTo>
                <a:lnTo>
                  <a:pt x="626878" y="116405"/>
                </a:lnTo>
                <a:lnTo>
                  <a:pt x="622868" y="120472"/>
                </a:lnTo>
                <a:lnTo>
                  <a:pt x="618763" y="124501"/>
                </a:lnTo>
                <a:lnTo>
                  <a:pt x="614563" y="128492"/>
                </a:lnTo>
                <a:lnTo>
                  <a:pt x="610267" y="132445"/>
                </a:lnTo>
                <a:lnTo>
                  <a:pt x="605866" y="136350"/>
                </a:lnTo>
                <a:lnTo>
                  <a:pt x="601370" y="140208"/>
                </a:lnTo>
                <a:lnTo>
                  <a:pt x="596789" y="144028"/>
                </a:lnTo>
                <a:lnTo>
                  <a:pt x="592103" y="147809"/>
                </a:lnTo>
                <a:lnTo>
                  <a:pt x="587331" y="151533"/>
                </a:lnTo>
                <a:lnTo>
                  <a:pt x="582473" y="155210"/>
                </a:lnTo>
                <a:lnTo>
                  <a:pt x="577520" y="158848"/>
                </a:lnTo>
                <a:lnTo>
                  <a:pt x="572481" y="162430"/>
                </a:lnTo>
                <a:lnTo>
                  <a:pt x="567347" y="165964"/>
                </a:lnTo>
                <a:lnTo>
                  <a:pt x="562137" y="169450"/>
                </a:lnTo>
                <a:lnTo>
                  <a:pt x="556841" y="172888"/>
                </a:lnTo>
                <a:lnTo>
                  <a:pt x="551459" y="176270"/>
                </a:lnTo>
                <a:lnTo>
                  <a:pt x="546002" y="179603"/>
                </a:lnTo>
                <a:lnTo>
                  <a:pt x="540468" y="182880"/>
                </a:lnTo>
                <a:lnTo>
                  <a:pt x="534848" y="186109"/>
                </a:lnTo>
                <a:lnTo>
                  <a:pt x="529152" y="189281"/>
                </a:lnTo>
                <a:lnTo>
                  <a:pt x="523389" y="192405"/>
                </a:lnTo>
                <a:lnTo>
                  <a:pt x="517550" y="195463"/>
                </a:lnTo>
                <a:lnTo>
                  <a:pt x="511635" y="198472"/>
                </a:lnTo>
                <a:lnTo>
                  <a:pt x="505654" y="201435"/>
                </a:lnTo>
                <a:lnTo>
                  <a:pt x="499605" y="204330"/>
                </a:lnTo>
                <a:lnTo>
                  <a:pt x="493490" y="207178"/>
                </a:lnTo>
                <a:lnTo>
                  <a:pt x="487309" y="209960"/>
                </a:lnTo>
                <a:lnTo>
                  <a:pt x="481070" y="212693"/>
                </a:lnTo>
                <a:lnTo>
                  <a:pt x="474774" y="215370"/>
                </a:lnTo>
                <a:lnTo>
                  <a:pt x="468411" y="217999"/>
                </a:lnTo>
                <a:lnTo>
                  <a:pt x="461991" y="220561"/>
                </a:lnTo>
                <a:lnTo>
                  <a:pt x="455524" y="223076"/>
                </a:lnTo>
                <a:lnTo>
                  <a:pt x="448999" y="225523"/>
                </a:lnTo>
                <a:lnTo>
                  <a:pt x="442417" y="227924"/>
                </a:lnTo>
                <a:lnTo>
                  <a:pt x="435788" y="230267"/>
                </a:lnTo>
                <a:lnTo>
                  <a:pt x="429111" y="232562"/>
                </a:lnTo>
                <a:lnTo>
                  <a:pt x="422396" y="234791"/>
                </a:lnTo>
                <a:lnTo>
                  <a:pt x="415623" y="236972"/>
                </a:lnTo>
                <a:lnTo>
                  <a:pt x="408813" y="239097"/>
                </a:lnTo>
                <a:lnTo>
                  <a:pt x="401965" y="241163"/>
                </a:lnTo>
                <a:lnTo>
                  <a:pt x="395068" y="243183"/>
                </a:lnTo>
                <a:lnTo>
                  <a:pt x="388144" y="245145"/>
                </a:lnTo>
                <a:lnTo>
                  <a:pt x="381171" y="247059"/>
                </a:lnTo>
                <a:lnTo>
                  <a:pt x="374171" y="248917"/>
                </a:lnTo>
                <a:lnTo>
                  <a:pt x="367132" y="250727"/>
                </a:lnTo>
                <a:lnTo>
                  <a:pt x="360055" y="252479"/>
                </a:lnTo>
                <a:lnTo>
                  <a:pt x="352958" y="254184"/>
                </a:lnTo>
                <a:lnTo>
                  <a:pt x="345824" y="255842"/>
                </a:lnTo>
                <a:lnTo>
                  <a:pt x="338661" y="257442"/>
                </a:lnTo>
                <a:lnTo>
                  <a:pt x="331480" y="259004"/>
                </a:lnTo>
                <a:lnTo>
                  <a:pt x="324260" y="260509"/>
                </a:lnTo>
                <a:lnTo>
                  <a:pt x="317021" y="261966"/>
                </a:lnTo>
                <a:lnTo>
                  <a:pt x="309763" y="263376"/>
                </a:lnTo>
                <a:lnTo>
                  <a:pt x="302476" y="264738"/>
                </a:lnTo>
                <a:lnTo>
                  <a:pt x="295170" y="266052"/>
                </a:lnTo>
                <a:lnTo>
                  <a:pt x="287836" y="267319"/>
                </a:lnTo>
                <a:lnTo>
                  <a:pt x="280492" y="268548"/>
                </a:lnTo>
                <a:lnTo>
                  <a:pt x="273129" y="269719"/>
                </a:lnTo>
                <a:lnTo>
                  <a:pt x="265748" y="270853"/>
                </a:lnTo>
                <a:lnTo>
                  <a:pt x="258347" y="271948"/>
                </a:lnTo>
                <a:lnTo>
                  <a:pt x="250927" y="272996"/>
                </a:lnTo>
                <a:lnTo>
                  <a:pt x="243497" y="273996"/>
                </a:lnTo>
                <a:lnTo>
                  <a:pt x="236058" y="274958"/>
                </a:lnTo>
                <a:lnTo>
                  <a:pt x="228600" y="275882"/>
                </a:lnTo>
                <a:lnTo>
                  <a:pt x="221123" y="276758"/>
                </a:lnTo>
                <a:lnTo>
                  <a:pt x="213646" y="277606"/>
                </a:lnTo>
                <a:lnTo>
                  <a:pt x="206150" y="278406"/>
                </a:lnTo>
                <a:lnTo>
                  <a:pt x="198653" y="279159"/>
                </a:lnTo>
                <a:lnTo>
                  <a:pt x="191138" y="279883"/>
                </a:lnTo>
                <a:lnTo>
                  <a:pt x="183613" y="280568"/>
                </a:lnTo>
                <a:lnTo>
                  <a:pt x="176089" y="281216"/>
                </a:lnTo>
                <a:lnTo>
                  <a:pt x="168545" y="281826"/>
                </a:lnTo>
                <a:lnTo>
                  <a:pt x="161001" y="282397"/>
                </a:lnTo>
                <a:lnTo>
                  <a:pt x="153448" y="282931"/>
                </a:lnTo>
                <a:lnTo>
                  <a:pt x="145894" y="283435"/>
                </a:lnTo>
                <a:lnTo>
                  <a:pt x="138332" y="283902"/>
                </a:lnTo>
                <a:lnTo>
                  <a:pt x="130759" y="284340"/>
                </a:lnTo>
                <a:lnTo>
                  <a:pt x="123187" y="284731"/>
                </a:lnTo>
                <a:lnTo>
                  <a:pt x="115614" y="285102"/>
                </a:lnTo>
                <a:lnTo>
                  <a:pt x="108033" y="285436"/>
                </a:lnTo>
                <a:lnTo>
                  <a:pt x="100451" y="285731"/>
                </a:lnTo>
                <a:lnTo>
                  <a:pt x="92859" y="285998"/>
                </a:lnTo>
                <a:lnTo>
                  <a:pt x="85268" y="286236"/>
                </a:lnTo>
                <a:lnTo>
                  <a:pt x="77676" y="286445"/>
                </a:lnTo>
                <a:lnTo>
                  <a:pt x="70085" y="286617"/>
                </a:lnTo>
                <a:lnTo>
                  <a:pt x="62484" y="286760"/>
                </a:lnTo>
                <a:lnTo>
                  <a:pt x="54893" y="286874"/>
                </a:lnTo>
                <a:lnTo>
                  <a:pt x="47292" y="286969"/>
                </a:lnTo>
                <a:lnTo>
                  <a:pt x="39691" y="287026"/>
                </a:lnTo>
                <a:lnTo>
                  <a:pt x="32090" y="287055"/>
                </a:lnTo>
                <a:lnTo>
                  <a:pt x="24489" y="287055"/>
                </a:lnTo>
                <a:lnTo>
                  <a:pt x="16897" y="287026"/>
                </a:lnTo>
                <a:lnTo>
                  <a:pt x="9296" y="286979"/>
                </a:lnTo>
                <a:lnTo>
                  <a:pt x="1695" y="286893"/>
                </a:lnTo>
                <a:lnTo>
                  <a:pt x="0" y="286817"/>
                </a:lnTo>
                <a:lnTo>
                  <a:pt x="7601" y="286703"/>
                </a:lnTo>
                <a:lnTo>
                  <a:pt x="15192" y="286502"/>
                </a:lnTo>
                <a:lnTo>
                  <a:pt x="22774" y="286236"/>
                </a:lnTo>
                <a:lnTo>
                  <a:pt x="30356" y="285921"/>
                </a:lnTo>
                <a:lnTo>
                  <a:pt x="37938" y="285540"/>
                </a:lnTo>
                <a:lnTo>
                  <a:pt x="45501" y="285112"/>
                </a:lnTo>
                <a:lnTo>
                  <a:pt x="53064" y="284636"/>
                </a:lnTo>
                <a:lnTo>
                  <a:pt x="60617" y="284102"/>
                </a:lnTo>
                <a:lnTo>
                  <a:pt x="68161" y="283521"/>
                </a:lnTo>
                <a:lnTo>
                  <a:pt x="75695" y="282893"/>
                </a:lnTo>
                <a:lnTo>
                  <a:pt x="83220" y="282216"/>
                </a:lnTo>
                <a:lnTo>
                  <a:pt x="90726" y="281483"/>
                </a:lnTo>
                <a:lnTo>
                  <a:pt x="98222" y="280702"/>
                </a:lnTo>
                <a:lnTo>
                  <a:pt x="105708" y="279873"/>
                </a:lnTo>
                <a:lnTo>
                  <a:pt x="113176" y="278987"/>
                </a:lnTo>
                <a:lnTo>
                  <a:pt x="120634" y="278044"/>
                </a:lnTo>
                <a:lnTo>
                  <a:pt x="128064" y="277054"/>
                </a:lnTo>
                <a:lnTo>
                  <a:pt x="135474" y="276006"/>
                </a:lnTo>
                <a:lnTo>
                  <a:pt x="142875" y="274901"/>
                </a:lnTo>
                <a:lnTo>
                  <a:pt x="150247" y="273739"/>
                </a:lnTo>
                <a:lnTo>
                  <a:pt x="157591" y="272510"/>
                </a:lnTo>
                <a:lnTo>
                  <a:pt x="164916" y="271234"/>
                </a:lnTo>
                <a:lnTo>
                  <a:pt x="172212" y="269891"/>
                </a:lnTo>
                <a:lnTo>
                  <a:pt x="179480" y="268481"/>
                </a:lnTo>
                <a:lnTo>
                  <a:pt x="186709" y="267014"/>
                </a:lnTo>
                <a:lnTo>
                  <a:pt x="193910" y="265481"/>
                </a:lnTo>
                <a:lnTo>
                  <a:pt x="201063" y="263871"/>
                </a:lnTo>
                <a:lnTo>
                  <a:pt x="208188" y="262204"/>
                </a:lnTo>
                <a:lnTo>
                  <a:pt x="215265" y="260452"/>
                </a:lnTo>
                <a:lnTo>
                  <a:pt x="222294" y="258632"/>
                </a:lnTo>
                <a:lnTo>
                  <a:pt x="229276" y="256737"/>
                </a:lnTo>
                <a:lnTo>
                  <a:pt x="236201" y="254765"/>
                </a:lnTo>
                <a:lnTo>
                  <a:pt x="243068" y="252717"/>
                </a:lnTo>
                <a:lnTo>
                  <a:pt x="249869" y="250584"/>
                </a:lnTo>
                <a:lnTo>
                  <a:pt x="256604" y="248364"/>
                </a:lnTo>
                <a:lnTo>
                  <a:pt x="263261" y="246059"/>
                </a:lnTo>
                <a:lnTo>
                  <a:pt x="269853" y="243669"/>
                </a:lnTo>
                <a:lnTo>
                  <a:pt x="276349" y="241183"/>
                </a:lnTo>
                <a:lnTo>
                  <a:pt x="282759" y="238611"/>
                </a:lnTo>
                <a:lnTo>
                  <a:pt x="289065" y="235944"/>
                </a:lnTo>
                <a:lnTo>
                  <a:pt x="295275" y="233172"/>
                </a:lnTo>
                <a:lnTo>
                  <a:pt x="301361" y="230315"/>
                </a:lnTo>
                <a:lnTo>
                  <a:pt x="307334" y="227352"/>
                </a:lnTo>
                <a:lnTo>
                  <a:pt x="313182" y="224295"/>
                </a:lnTo>
                <a:lnTo>
                  <a:pt x="318887" y="221132"/>
                </a:lnTo>
                <a:lnTo>
                  <a:pt x="324450" y="217865"/>
                </a:lnTo>
                <a:lnTo>
                  <a:pt x="329860" y="214503"/>
                </a:lnTo>
                <a:lnTo>
                  <a:pt x="335099" y="211036"/>
                </a:lnTo>
                <a:lnTo>
                  <a:pt x="340176" y="207464"/>
                </a:lnTo>
                <a:lnTo>
                  <a:pt x="345062" y="203797"/>
                </a:lnTo>
                <a:lnTo>
                  <a:pt x="349768" y="200035"/>
                </a:lnTo>
                <a:lnTo>
                  <a:pt x="354263" y="196177"/>
                </a:lnTo>
                <a:lnTo>
                  <a:pt x="358559" y="192224"/>
                </a:lnTo>
                <a:lnTo>
                  <a:pt x="362636" y="188185"/>
                </a:lnTo>
                <a:lnTo>
                  <a:pt x="366503" y="184061"/>
                </a:lnTo>
                <a:lnTo>
                  <a:pt x="370132" y="179851"/>
                </a:lnTo>
                <a:lnTo>
                  <a:pt x="373532" y="175574"/>
                </a:lnTo>
                <a:lnTo>
                  <a:pt x="376704" y="171212"/>
                </a:lnTo>
                <a:lnTo>
                  <a:pt x="379638" y="166792"/>
                </a:lnTo>
                <a:lnTo>
                  <a:pt x="382324" y="162316"/>
                </a:lnTo>
                <a:lnTo>
                  <a:pt x="384781" y="157782"/>
                </a:lnTo>
                <a:lnTo>
                  <a:pt x="386991" y="153200"/>
                </a:lnTo>
                <a:lnTo>
                  <a:pt x="388963" y="148580"/>
                </a:lnTo>
                <a:lnTo>
                  <a:pt x="390706" y="143913"/>
                </a:lnTo>
                <a:lnTo>
                  <a:pt x="392211" y="139217"/>
                </a:lnTo>
                <a:lnTo>
                  <a:pt x="393497" y="134503"/>
                </a:lnTo>
                <a:lnTo>
                  <a:pt x="394554" y="129759"/>
                </a:lnTo>
                <a:lnTo>
                  <a:pt x="395392" y="124997"/>
                </a:lnTo>
                <a:lnTo>
                  <a:pt x="396021" y="120225"/>
                </a:lnTo>
                <a:lnTo>
                  <a:pt x="396450" y="115443"/>
                </a:lnTo>
                <a:lnTo>
                  <a:pt x="396678" y="110652"/>
                </a:lnTo>
                <a:lnTo>
                  <a:pt x="396716" y="105861"/>
                </a:lnTo>
                <a:lnTo>
                  <a:pt x="396564" y="101070"/>
                </a:lnTo>
                <a:lnTo>
                  <a:pt x="396230" y="96288"/>
                </a:lnTo>
                <a:lnTo>
                  <a:pt x="395735" y="91507"/>
                </a:lnTo>
                <a:lnTo>
                  <a:pt x="402765" y="90335"/>
                </a:lnTo>
                <a:lnTo>
                  <a:pt x="410175" y="89259"/>
                </a:lnTo>
                <a:lnTo>
                  <a:pt x="417547" y="88125"/>
                </a:lnTo>
                <a:lnTo>
                  <a:pt x="424910" y="86925"/>
                </a:lnTo>
                <a:lnTo>
                  <a:pt x="432245" y="85668"/>
                </a:lnTo>
                <a:lnTo>
                  <a:pt x="439550" y="84363"/>
                </a:lnTo>
                <a:lnTo>
                  <a:pt x="446846" y="83010"/>
                </a:lnTo>
                <a:lnTo>
                  <a:pt x="454114" y="81610"/>
                </a:lnTo>
                <a:lnTo>
                  <a:pt x="461353" y="80162"/>
                </a:lnTo>
                <a:lnTo>
                  <a:pt x="468573" y="78667"/>
                </a:lnTo>
                <a:lnTo>
                  <a:pt x="475774" y="77133"/>
                </a:lnTo>
                <a:lnTo>
                  <a:pt x="482946" y="75552"/>
                </a:lnTo>
                <a:lnTo>
                  <a:pt x="490090" y="73924"/>
                </a:lnTo>
                <a:lnTo>
                  <a:pt x="497215" y="72257"/>
                </a:lnTo>
                <a:lnTo>
                  <a:pt x="504311" y="70533"/>
                </a:lnTo>
                <a:lnTo>
                  <a:pt x="511378" y="68780"/>
                </a:lnTo>
                <a:lnTo>
                  <a:pt x="518417" y="66970"/>
                </a:lnTo>
                <a:lnTo>
                  <a:pt x="525428" y="65122"/>
                </a:lnTo>
                <a:lnTo>
                  <a:pt x="532409" y="63227"/>
                </a:lnTo>
                <a:lnTo>
                  <a:pt x="539363" y="61293"/>
                </a:lnTo>
                <a:lnTo>
                  <a:pt x="546278" y="59312"/>
                </a:lnTo>
                <a:lnTo>
                  <a:pt x="553155" y="57274"/>
                </a:lnTo>
                <a:lnTo>
                  <a:pt x="560003" y="55197"/>
                </a:lnTo>
                <a:lnTo>
                  <a:pt x="566814" y="53073"/>
                </a:lnTo>
                <a:lnTo>
                  <a:pt x="573596" y="50911"/>
                </a:lnTo>
                <a:lnTo>
                  <a:pt x="580330" y="48692"/>
                </a:lnTo>
                <a:lnTo>
                  <a:pt x="587026" y="46425"/>
                </a:lnTo>
                <a:lnTo>
                  <a:pt x="593674" y="44110"/>
                </a:lnTo>
                <a:lnTo>
                  <a:pt x="600285" y="41739"/>
                </a:lnTo>
                <a:lnTo>
                  <a:pt x="606847" y="39329"/>
                </a:lnTo>
                <a:lnTo>
                  <a:pt x="613362" y="36862"/>
                </a:lnTo>
                <a:lnTo>
                  <a:pt x="619830" y="34347"/>
                </a:lnTo>
                <a:lnTo>
                  <a:pt x="626250" y="31785"/>
                </a:lnTo>
                <a:lnTo>
                  <a:pt x="632612" y="29166"/>
                </a:lnTo>
                <a:lnTo>
                  <a:pt x="638918" y="26489"/>
                </a:lnTo>
                <a:lnTo>
                  <a:pt x="645166" y="23765"/>
                </a:lnTo>
                <a:lnTo>
                  <a:pt x="651358" y="20993"/>
                </a:lnTo>
                <a:lnTo>
                  <a:pt x="657492" y="18155"/>
                </a:lnTo>
                <a:lnTo>
                  <a:pt x="663550" y="15269"/>
                </a:lnTo>
                <a:lnTo>
                  <a:pt x="669550" y="12325"/>
                </a:lnTo>
                <a:lnTo>
                  <a:pt x="675475" y="9335"/>
                </a:lnTo>
                <a:lnTo>
                  <a:pt x="681333" y="6277"/>
                </a:lnTo>
                <a:lnTo>
                  <a:pt x="687114" y="3162"/>
                </a:lnTo>
                <a:lnTo>
                  <a:pt x="692810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4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F46FF620-E803-45E5-B9E8-23B5E79B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563" y="4823603"/>
            <a:ext cx="1880873" cy="315144"/>
          </a:xfrm>
          <a:custGeom xmlns:a="http://schemas.openxmlformats.org/drawingml/2006/main">
            <a:pathLst>
              <a:path w="1880873" h="315144">
                <a:moveTo>
                  <a:pt x="1880292" y="0"/>
                </a:moveTo>
                <a:lnTo>
                  <a:pt x="1880873" y="11601"/>
                </a:lnTo>
                <a:lnTo>
                  <a:pt x="1880616" y="23212"/>
                </a:lnTo>
                <a:lnTo>
                  <a:pt x="1879702" y="34814"/>
                </a:lnTo>
                <a:lnTo>
                  <a:pt x="1878187" y="46387"/>
                </a:lnTo>
                <a:lnTo>
                  <a:pt x="1876092" y="57922"/>
                </a:lnTo>
                <a:lnTo>
                  <a:pt x="1873415" y="69409"/>
                </a:lnTo>
                <a:lnTo>
                  <a:pt x="1870148" y="80839"/>
                </a:lnTo>
                <a:lnTo>
                  <a:pt x="1866309" y="92202"/>
                </a:lnTo>
                <a:lnTo>
                  <a:pt x="1861861" y="103470"/>
                </a:lnTo>
                <a:lnTo>
                  <a:pt x="1856813" y="114633"/>
                </a:lnTo>
                <a:lnTo>
                  <a:pt x="1851136" y="125682"/>
                </a:lnTo>
                <a:lnTo>
                  <a:pt x="1844821" y="136589"/>
                </a:lnTo>
                <a:lnTo>
                  <a:pt x="1837868" y="147342"/>
                </a:lnTo>
                <a:lnTo>
                  <a:pt x="1830248" y="157915"/>
                </a:lnTo>
                <a:lnTo>
                  <a:pt x="1821952" y="168288"/>
                </a:lnTo>
                <a:lnTo>
                  <a:pt x="1812979" y="178422"/>
                </a:lnTo>
                <a:lnTo>
                  <a:pt x="1803330" y="188319"/>
                </a:lnTo>
                <a:lnTo>
                  <a:pt x="1792996" y="197930"/>
                </a:lnTo>
                <a:lnTo>
                  <a:pt x="1781985" y="207235"/>
                </a:lnTo>
                <a:lnTo>
                  <a:pt x="1770307" y="216218"/>
                </a:lnTo>
                <a:lnTo>
                  <a:pt x="1757982" y="224847"/>
                </a:lnTo>
                <a:lnTo>
                  <a:pt x="1745018" y="233105"/>
                </a:lnTo>
                <a:lnTo>
                  <a:pt x="1731464" y="240963"/>
                </a:lnTo>
                <a:lnTo>
                  <a:pt x="1717338" y="248412"/>
                </a:lnTo>
                <a:lnTo>
                  <a:pt x="1702670" y="255441"/>
                </a:lnTo>
                <a:lnTo>
                  <a:pt x="1687506" y="262042"/>
                </a:lnTo>
                <a:lnTo>
                  <a:pt x="1671885" y="268195"/>
                </a:lnTo>
                <a:lnTo>
                  <a:pt x="1655855" y="273910"/>
                </a:lnTo>
                <a:lnTo>
                  <a:pt x="1639443" y="279187"/>
                </a:lnTo>
                <a:lnTo>
                  <a:pt x="1622698" y="284026"/>
                </a:lnTo>
                <a:lnTo>
                  <a:pt x="1605658" y="288446"/>
                </a:lnTo>
                <a:lnTo>
                  <a:pt x="1588360" y="292446"/>
                </a:lnTo>
                <a:lnTo>
                  <a:pt x="1570844" y="296037"/>
                </a:lnTo>
                <a:lnTo>
                  <a:pt x="1553137" y="299247"/>
                </a:lnTo>
                <a:lnTo>
                  <a:pt x="1535268" y="302066"/>
                </a:lnTo>
                <a:lnTo>
                  <a:pt x="1517266" y="304533"/>
                </a:lnTo>
                <a:lnTo>
                  <a:pt x="1499149" y="306648"/>
                </a:lnTo>
                <a:lnTo>
                  <a:pt x="1480947" y="308429"/>
                </a:lnTo>
                <a:lnTo>
                  <a:pt x="1462669" y="309896"/>
                </a:lnTo>
                <a:lnTo>
                  <a:pt x="1444342" y="311058"/>
                </a:lnTo>
                <a:lnTo>
                  <a:pt x="1425969" y="311925"/>
                </a:lnTo>
                <a:lnTo>
                  <a:pt x="1407557" y="312334"/>
                </a:lnTo>
                <a:lnTo>
                  <a:pt x="1389136" y="312611"/>
                </a:lnTo>
                <a:lnTo>
                  <a:pt x="1370714" y="312820"/>
                </a:lnTo>
                <a:lnTo>
                  <a:pt x="1352293" y="313011"/>
                </a:lnTo>
                <a:lnTo>
                  <a:pt x="1333871" y="313172"/>
                </a:lnTo>
                <a:lnTo>
                  <a:pt x="1315450" y="313315"/>
                </a:lnTo>
                <a:lnTo>
                  <a:pt x="1297029" y="313449"/>
                </a:lnTo>
                <a:lnTo>
                  <a:pt x="1278607" y="313573"/>
                </a:lnTo>
                <a:lnTo>
                  <a:pt x="1260177" y="313677"/>
                </a:lnTo>
                <a:lnTo>
                  <a:pt x="1241755" y="313792"/>
                </a:lnTo>
                <a:lnTo>
                  <a:pt x="1223334" y="313887"/>
                </a:lnTo>
                <a:lnTo>
                  <a:pt x="1204913" y="313982"/>
                </a:lnTo>
                <a:lnTo>
                  <a:pt x="1186491" y="314068"/>
                </a:lnTo>
                <a:lnTo>
                  <a:pt x="1168070" y="314144"/>
                </a:lnTo>
                <a:lnTo>
                  <a:pt x="1149639" y="314230"/>
                </a:lnTo>
                <a:lnTo>
                  <a:pt x="1131218" y="314296"/>
                </a:lnTo>
                <a:lnTo>
                  <a:pt x="1112796" y="314373"/>
                </a:lnTo>
                <a:lnTo>
                  <a:pt x="1094375" y="314439"/>
                </a:lnTo>
                <a:lnTo>
                  <a:pt x="1075944" y="314496"/>
                </a:lnTo>
                <a:lnTo>
                  <a:pt x="1057523" y="314554"/>
                </a:lnTo>
                <a:lnTo>
                  <a:pt x="1039101" y="314611"/>
                </a:lnTo>
                <a:lnTo>
                  <a:pt x="1020680" y="314668"/>
                </a:lnTo>
                <a:lnTo>
                  <a:pt x="1002249" y="314716"/>
                </a:lnTo>
                <a:lnTo>
                  <a:pt x="983828" y="314763"/>
                </a:lnTo>
                <a:lnTo>
                  <a:pt x="965406" y="314801"/>
                </a:lnTo>
                <a:lnTo>
                  <a:pt x="946985" y="314839"/>
                </a:lnTo>
                <a:lnTo>
                  <a:pt x="928554" y="314887"/>
                </a:lnTo>
                <a:lnTo>
                  <a:pt x="910133" y="314925"/>
                </a:lnTo>
                <a:lnTo>
                  <a:pt x="891711" y="314954"/>
                </a:lnTo>
                <a:lnTo>
                  <a:pt x="873290" y="314982"/>
                </a:lnTo>
                <a:lnTo>
                  <a:pt x="854859" y="315011"/>
                </a:lnTo>
                <a:lnTo>
                  <a:pt x="836438" y="315030"/>
                </a:lnTo>
                <a:lnTo>
                  <a:pt x="818017" y="315058"/>
                </a:lnTo>
                <a:lnTo>
                  <a:pt x="799595" y="315077"/>
                </a:lnTo>
                <a:lnTo>
                  <a:pt x="781164" y="315097"/>
                </a:lnTo>
                <a:lnTo>
                  <a:pt x="762743" y="315106"/>
                </a:lnTo>
                <a:lnTo>
                  <a:pt x="744322" y="315116"/>
                </a:lnTo>
                <a:lnTo>
                  <a:pt x="725900" y="315135"/>
                </a:lnTo>
                <a:lnTo>
                  <a:pt x="707469" y="315135"/>
                </a:lnTo>
                <a:lnTo>
                  <a:pt x="689048" y="315144"/>
                </a:lnTo>
                <a:lnTo>
                  <a:pt x="670627" y="315144"/>
                </a:lnTo>
                <a:lnTo>
                  <a:pt x="652205" y="315144"/>
                </a:lnTo>
                <a:lnTo>
                  <a:pt x="633774" y="315135"/>
                </a:lnTo>
                <a:lnTo>
                  <a:pt x="615353" y="315125"/>
                </a:lnTo>
                <a:lnTo>
                  <a:pt x="596932" y="315125"/>
                </a:lnTo>
                <a:lnTo>
                  <a:pt x="578510" y="315106"/>
                </a:lnTo>
                <a:lnTo>
                  <a:pt x="560080" y="315087"/>
                </a:lnTo>
                <a:lnTo>
                  <a:pt x="541658" y="315077"/>
                </a:lnTo>
                <a:lnTo>
                  <a:pt x="523237" y="315049"/>
                </a:lnTo>
                <a:lnTo>
                  <a:pt x="504806" y="315020"/>
                </a:lnTo>
                <a:lnTo>
                  <a:pt x="486385" y="314992"/>
                </a:lnTo>
                <a:lnTo>
                  <a:pt x="467963" y="314963"/>
                </a:lnTo>
                <a:lnTo>
                  <a:pt x="449542" y="314925"/>
                </a:lnTo>
                <a:lnTo>
                  <a:pt x="431111" y="314877"/>
                </a:lnTo>
                <a:lnTo>
                  <a:pt x="412690" y="314839"/>
                </a:lnTo>
                <a:lnTo>
                  <a:pt x="394268" y="314782"/>
                </a:lnTo>
                <a:lnTo>
                  <a:pt x="375847" y="314735"/>
                </a:lnTo>
                <a:lnTo>
                  <a:pt x="357426" y="314677"/>
                </a:lnTo>
                <a:lnTo>
                  <a:pt x="338995" y="314611"/>
                </a:lnTo>
                <a:lnTo>
                  <a:pt x="320573" y="314535"/>
                </a:lnTo>
                <a:lnTo>
                  <a:pt x="302152" y="314458"/>
                </a:lnTo>
                <a:lnTo>
                  <a:pt x="283731" y="314382"/>
                </a:lnTo>
                <a:lnTo>
                  <a:pt x="265300" y="314287"/>
                </a:lnTo>
                <a:lnTo>
                  <a:pt x="246878" y="314192"/>
                </a:lnTo>
                <a:lnTo>
                  <a:pt x="228457" y="314077"/>
                </a:lnTo>
                <a:lnTo>
                  <a:pt x="210036" y="313963"/>
                </a:lnTo>
                <a:lnTo>
                  <a:pt x="191614" y="313830"/>
                </a:lnTo>
                <a:lnTo>
                  <a:pt x="173193" y="313696"/>
                </a:lnTo>
                <a:lnTo>
                  <a:pt x="154772" y="313534"/>
                </a:lnTo>
                <a:lnTo>
                  <a:pt x="136350" y="313363"/>
                </a:lnTo>
                <a:lnTo>
                  <a:pt x="117929" y="313172"/>
                </a:lnTo>
                <a:lnTo>
                  <a:pt x="99508" y="312953"/>
                </a:lnTo>
                <a:lnTo>
                  <a:pt x="81086" y="312696"/>
                </a:lnTo>
                <a:lnTo>
                  <a:pt x="62665" y="312401"/>
                </a:lnTo>
                <a:lnTo>
                  <a:pt x="44253" y="312039"/>
                </a:lnTo>
                <a:lnTo>
                  <a:pt x="25841" y="311563"/>
                </a:lnTo>
                <a:lnTo>
                  <a:pt x="7458" y="310810"/>
                </a:lnTo>
                <a:lnTo>
                  <a:pt x="3419" y="301371"/>
                </a:lnTo>
                <a:lnTo>
                  <a:pt x="3172" y="289760"/>
                </a:lnTo>
                <a:lnTo>
                  <a:pt x="2924" y="278149"/>
                </a:lnTo>
                <a:lnTo>
                  <a:pt x="2686" y="266538"/>
                </a:lnTo>
                <a:lnTo>
                  <a:pt x="2438" y="254927"/>
                </a:lnTo>
                <a:lnTo>
                  <a:pt x="2200" y="243316"/>
                </a:lnTo>
                <a:lnTo>
                  <a:pt x="1953" y="231696"/>
                </a:lnTo>
                <a:lnTo>
                  <a:pt x="1705" y="220085"/>
                </a:lnTo>
                <a:lnTo>
                  <a:pt x="1467" y="208474"/>
                </a:lnTo>
                <a:lnTo>
                  <a:pt x="1219" y="196863"/>
                </a:lnTo>
                <a:lnTo>
                  <a:pt x="972" y="185252"/>
                </a:lnTo>
                <a:lnTo>
                  <a:pt x="733" y="173641"/>
                </a:lnTo>
                <a:lnTo>
                  <a:pt x="486" y="162030"/>
                </a:lnTo>
                <a:lnTo>
                  <a:pt x="248" y="150419"/>
                </a:lnTo>
                <a:lnTo>
                  <a:pt x="0" y="138808"/>
                </a:lnTo>
                <a:lnTo>
                  <a:pt x="6763" y="131207"/>
                </a:lnTo>
                <a:lnTo>
                  <a:pt x="25136" y="130369"/>
                </a:lnTo>
                <a:lnTo>
                  <a:pt x="43520" y="129654"/>
                </a:lnTo>
                <a:lnTo>
                  <a:pt x="61922" y="129064"/>
                </a:lnTo>
                <a:lnTo>
                  <a:pt x="80334" y="128578"/>
                </a:lnTo>
                <a:lnTo>
                  <a:pt x="98746" y="128187"/>
                </a:lnTo>
                <a:lnTo>
                  <a:pt x="117158" y="127892"/>
                </a:lnTo>
                <a:lnTo>
                  <a:pt x="135579" y="127673"/>
                </a:lnTo>
                <a:lnTo>
                  <a:pt x="154000" y="127521"/>
                </a:lnTo>
                <a:lnTo>
                  <a:pt x="172431" y="127435"/>
                </a:lnTo>
                <a:lnTo>
                  <a:pt x="190852" y="127416"/>
                </a:lnTo>
                <a:lnTo>
                  <a:pt x="209274" y="127445"/>
                </a:lnTo>
                <a:lnTo>
                  <a:pt x="227695" y="127530"/>
                </a:lnTo>
                <a:lnTo>
                  <a:pt x="246126" y="127654"/>
                </a:lnTo>
                <a:lnTo>
                  <a:pt x="264547" y="127835"/>
                </a:lnTo>
                <a:lnTo>
                  <a:pt x="282969" y="128045"/>
                </a:lnTo>
                <a:lnTo>
                  <a:pt x="301381" y="128302"/>
                </a:lnTo>
                <a:lnTo>
                  <a:pt x="319802" y="128588"/>
                </a:lnTo>
                <a:lnTo>
                  <a:pt x="338223" y="128902"/>
                </a:lnTo>
                <a:lnTo>
                  <a:pt x="356635" y="129254"/>
                </a:lnTo>
                <a:lnTo>
                  <a:pt x="375047" y="129626"/>
                </a:lnTo>
                <a:lnTo>
                  <a:pt x="393459" y="130026"/>
                </a:lnTo>
                <a:lnTo>
                  <a:pt x="411871" y="130454"/>
                </a:lnTo>
                <a:lnTo>
                  <a:pt x="430282" y="130902"/>
                </a:lnTo>
                <a:lnTo>
                  <a:pt x="448694" y="131369"/>
                </a:lnTo>
                <a:lnTo>
                  <a:pt x="467096" y="131855"/>
                </a:lnTo>
                <a:lnTo>
                  <a:pt x="485508" y="132350"/>
                </a:lnTo>
                <a:lnTo>
                  <a:pt x="503911" y="132874"/>
                </a:lnTo>
                <a:lnTo>
                  <a:pt x="522313" y="133398"/>
                </a:lnTo>
                <a:lnTo>
                  <a:pt x="540725" y="133941"/>
                </a:lnTo>
                <a:lnTo>
                  <a:pt x="559127" y="134503"/>
                </a:lnTo>
                <a:lnTo>
                  <a:pt x="577529" y="135065"/>
                </a:lnTo>
                <a:lnTo>
                  <a:pt x="595922" y="135636"/>
                </a:lnTo>
                <a:lnTo>
                  <a:pt x="614324" y="136217"/>
                </a:lnTo>
                <a:lnTo>
                  <a:pt x="632727" y="136808"/>
                </a:lnTo>
                <a:lnTo>
                  <a:pt x="651129" y="137398"/>
                </a:lnTo>
                <a:lnTo>
                  <a:pt x="669531" y="137998"/>
                </a:lnTo>
                <a:lnTo>
                  <a:pt x="687924" y="138598"/>
                </a:lnTo>
                <a:lnTo>
                  <a:pt x="706326" y="139198"/>
                </a:lnTo>
                <a:lnTo>
                  <a:pt x="724719" y="139798"/>
                </a:lnTo>
                <a:lnTo>
                  <a:pt x="743121" y="140399"/>
                </a:lnTo>
                <a:lnTo>
                  <a:pt x="761524" y="140999"/>
                </a:lnTo>
                <a:lnTo>
                  <a:pt x="779926" y="141599"/>
                </a:lnTo>
                <a:lnTo>
                  <a:pt x="798319" y="142199"/>
                </a:lnTo>
                <a:lnTo>
                  <a:pt x="816721" y="142789"/>
                </a:lnTo>
                <a:lnTo>
                  <a:pt x="835123" y="143380"/>
                </a:lnTo>
                <a:lnTo>
                  <a:pt x="853526" y="143951"/>
                </a:lnTo>
                <a:lnTo>
                  <a:pt x="871928" y="144523"/>
                </a:lnTo>
                <a:lnTo>
                  <a:pt x="890330" y="145085"/>
                </a:lnTo>
                <a:lnTo>
                  <a:pt x="908733" y="145637"/>
                </a:lnTo>
                <a:lnTo>
                  <a:pt x="927135" y="146180"/>
                </a:lnTo>
                <a:lnTo>
                  <a:pt x="945537" y="146704"/>
                </a:lnTo>
                <a:lnTo>
                  <a:pt x="963940" y="147209"/>
                </a:lnTo>
                <a:lnTo>
                  <a:pt x="982351" y="147704"/>
                </a:lnTo>
                <a:lnTo>
                  <a:pt x="1000763" y="148180"/>
                </a:lnTo>
                <a:lnTo>
                  <a:pt x="1019165" y="148638"/>
                </a:lnTo>
                <a:lnTo>
                  <a:pt x="1037577" y="149076"/>
                </a:lnTo>
                <a:lnTo>
                  <a:pt x="1055989" y="149485"/>
                </a:lnTo>
                <a:lnTo>
                  <a:pt x="1074410" y="149876"/>
                </a:lnTo>
                <a:lnTo>
                  <a:pt x="1092822" y="150238"/>
                </a:lnTo>
                <a:lnTo>
                  <a:pt x="1111234" y="150562"/>
                </a:lnTo>
                <a:lnTo>
                  <a:pt x="1129655" y="150866"/>
                </a:lnTo>
                <a:lnTo>
                  <a:pt x="1148077" y="151133"/>
                </a:lnTo>
                <a:lnTo>
                  <a:pt x="1166498" y="151362"/>
                </a:lnTo>
                <a:lnTo>
                  <a:pt x="1184920" y="151543"/>
                </a:lnTo>
                <a:lnTo>
                  <a:pt x="1203341" y="151695"/>
                </a:lnTo>
                <a:lnTo>
                  <a:pt x="1221762" y="151790"/>
                </a:lnTo>
                <a:lnTo>
                  <a:pt x="1240184" y="151829"/>
                </a:lnTo>
                <a:lnTo>
                  <a:pt x="1258605" y="151819"/>
                </a:lnTo>
                <a:lnTo>
                  <a:pt x="1277036" y="151743"/>
                </a:lnTo>
                <a:lnTo>
                  <a:pt x="1295457" y="151609"/>
                </a:lnTo>
                <a:lnTo>
                  <a:pt x="1313879" y="151390"/>
                </a:lnTo>
                <a:lnTo>
                  <a:pt x="1332290" y="151095"/>
                </a:lnTo>
                <a:lnTo>
                  <a:pt x="1350712" y="150714"/>
                </a:lnTo>
                <a:lnTo>
                  <a:pt x="1369114" y="150228"/>
                </a:lnTo>
                <a:lnTo>
                  <a:pt x="1387516" y="149628"/>
                </a:lnTo>
                <a:lnTo>
                  <a:pt x="1405900" y="148904"/>
                </a:lnTo>
                <a:lnTo>
                  <a:pt x="1424273" y="148047"/>
                </a:lnTo>
                <a:lnTo>
                  <a:pt x="1442628" y="147018"/>
                </a:lnTo>
                <a:lnTo>
                  <a:pt x="1460954" y="145809"/>
                </a:lnTo>
                <a:lnTo>
                  <a:pt x="1479233" y="144380"/>
                </a:lnTo>
                <a:lnTo>
                  <a:pt x="1497463" y="142694"/>
                </a:lnTo>
                <a:lnTo>
                  <a:pt x="1515608" y="140694"/>
                </a:lnTo>
                <a:lnTo>
                  <a:pt x="1533639" y="138322"/>
                </a:lnTo>
                <a:lnTo>
                  <a:pt x="1551499" y="135474"/>
                </a:lnTo>
                <a:lnTo>
                  <a:pt x="1569082" y="132007"/>
                </a:lnTo>
                <a:lnTo>
                  <a:pt x="1586198" y="127711"/>
                </a:lnTo>
                <a:lnTo>
                  <a:pt x="1602448" y="122263"/>
                </a:lnTo>
                <a:lnTo>
                  <a:pt x="1616964" y="115157"/>
                </a:lnTo>
                <a:lnTo>
                  <a:pt x="1627823" y="105842"/>
                </a:lnTo>
                <a:lnTo>
                  <a:pt x="1632194" y="94650"/>
                </a:lnTo>
                <a:lnTo>
                  <a:pt x="1644539" y="88830"/>
                </a:lnTo>
                <a:lnTo>
                  <a:pt x="1661884" y="84906"/>
                </a:lnTo>
                <a:lnTo>
                  <a:pt x="1678981" y="80591"/>
                </a:lnTo>
                <a:lnTo>
                  <a:pt x="1695869" y="75943"/>
                </a:lnTo>
                <a:lnTo>
                  <a:pt x="1712528" y="70990"/>
                </a:lnTo>
                <a:lnTo>
                  <a:pt x="1728978" y="65751"/>
                </a:lnTo>
                <a:lnTo>
                  <a:pt x="1745199" y="60255"/>
                </a:lnTo>
                <a:lnTo>
                  <a:pt x="1761201" y="54493"/>
                </a:lnTo>
                <a:lnTo>
                  <a:pt x="1776965" y="48492"/>
                </a:lnTo>
                <a:lnTo>
                  <a:pt x="1792491" y="42243"/>
                </a:lnTo>
                <a:lnTo>
                  <a:pt x="1807778" y="35757"/>
                </a:lnTo>
                <a:lnTo>
                  <a:pt x="1822809" y="29042"/>
                </a:lnTo>
                <a:lnTo>
                  <a:pt x="1837592" y="22108"/>
                </a:lnTo>
                <a:lnTo>
                  <a:pt x="1852098" y="14954"/>
                </a:lnTo>
                <a:lnTo>
                  <a:pt x="1866329" y="7582"/>
                </a:lnTo>
                <a:lnTo>
                  <a:pt x="188029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06499F75-F3EF-4209-A882-0B9AB351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3952427"/>
            <a:ext cx="1880445" cy="1185262"/>
          </a:xfrm>
          <a:custGeom xmlns:a="http://schemas.openxmlformats.org/drawingml/2006/main">
            <a:pathLst>
              <a:path w="1880445" h="1185262">
                <a:moveTo>
                  <a:pt x="0" y="1185262"/>
                </a:moveTo>
                <a:lnTo>
                  <a:pt x="30194" y="1185262"/>
                </a:lnTo>
                <a:lnTo>
                  <a:pt x="60389" y="1185262"/>
                </a:lnTo>
                <a:lnTo>
                  <a:pt x="90573" y="1185262"/>
                </a:lnTo>
                <a:lnTo>
                  <a:pt x="120767" y="1185262"/>
                </a:lnTo>
                <a:lnTo>
                  <a:pt x="150962" y="1185262"/>
                </a:lnTo>
                <a:lnTo>
                  <a:pt x="181156" y="1185262"/>
                </a:lnTo>
                <a:lnTo>
                  <a:pt x="211350" y="1185262"/>
                </a:lnTo>
                <a:lnTo>
                  <a:pt x="241544" y="1185262"/>
                </a:lnTo>
                <a:lnTo>
                  <a:pt x="271729" y="1185262"/>
                </a:lnTo>
                <a:lnTo>
                  <a:pt x="301923" y="1185262"/>
                </a:lnTo>
                <a:lnTo>
                  <a:pt x="332118" y="1185262"/>
                </a:lnTo>
                <a:lnTo>
                  <a:pt x="362312" y="1185262"/>
                </a:lnTo>
                <a:lnTo>
                  <a:pt x="392506" y="1185262"/>
                </a:lnTo>
                <a:lnTo>
                  <a:pt x="422691" y="1185262"/>
                </a:lnTo>
                <a:lnTo>
                  <a:pt x="452885" y="1185262"/>
                </a:lnTo>
                <a:lnTo>
                  <a:pt x="483079" y="1185262"/>
                </a:lnTo>
                <a:lnTo>
                  <a:pt x="513274" y="1185262"/>
                </a:lnTo>
                <a:lnTo>
                  <a:pt x="543468" y="1185262"/>
                </a:lnTo>
                <a:lnTo>
                  <a:pt x="573662" y="1185262"/>
                </a:lnTo>
                <a:lnTo>
                  <a:pt x="603847" y="1185262"/>
                </a:lnTo>
                <a:lnTo>
                  <a:pt x="634041" y="1185262"/>
                </a:lnTo>
                <a:lnTo>
                  <a:pt x="664235" y="1185262"/>
                </a:lnTo>
                <a:lnTo>
                  <a:pt x="694430" y="1185262"/>
                </a:lnTo>
                <a:lnTo>
                  <a:pt x="724624" y="1185262"/>
                </a:lnTo>
                <a:lnTo>
                  <a:pt x="754818" y="1185262"/>
                </a:lnTo>
                <a:lnTo>
                  <a:pt x="785003" y="1185262"/>
                </a:lnTo>
                <a:lnTo>
                  <a:pt x="815197" y="1185262"/>
                </a:lnTo>
                <a:lnTo>
                  <a:pt x="845391" y="1185262"/>
                </a:lnTo>
                <a:lnTo>
                  <a:pt x="875586" y="1185262"/>
                </a:lnTo>
                <a:lnTo>
                  <a:pt x="905780" y="1185262"/>
                </a:lnTo>
                <a:lnTo>
                  <a:pt x="935965" y="1185262"/>
                </a:lnTo>
                <a:lnTo>
                  <a:pt x="966159" y="1185262"/>
                </a:lnTo>
                <a:lnTo>
                  <a:pt x="996353" y="1185262"/>
                </a:lnTo>
                <a:lnTo>
                  <a:pt x="1026547" y="1185262"/>
                </a:lnTo>
                <a:lnTo>
                  <a:pt x="1056742" y="1185262"/>
                </a:lnTo>
                <a:lnTo>
                  <a:pt x="1086936" y="1185262"/>
                </a:lnTo>
                <a:lnTo>
                  <a:pt x="1117121" y="1185262"/>
                </a:lnTo>
                <a:lnTo>
                  <a:pt x="1147315" y="1185262"/>
                </a:lnTo>
                <a:lnTo>
                  <a:pt x="1177509" y="1185262"/>
                </a:lnTo>
                <a:lnTo>
                  <a:pt x="1207703" y="1185262"/>
                </a:lnTo>
                <a:lnTo>
                  <a:pt x="1237898" y="1185262"/>
                </a:lnTo>
                <a:lnTo>
                  <a:pt x="1267787" y="1183119"/>
                </a:lnTo>
                <a:lnTo>
                  <a:pt x="1297515" y="1179795"/>
                </a:lnTo>
                <a:lnTo>
                  <a:pt x="1327242" y="1176471"/>
                </a:lnTo>
                <a:lnTo>
                  <a:pt x="1356970" y="1173147"/>
                </a:lnTo>
                <a:lnTo>
                  <a:pt x="1386697" y="1169822"/>
                </a:lnTo>
                <a:lnTo>
                  <a:pt x="1416425" y="1166498"/>
                </a:lnTo>
                <a:lnTo>
                  <a:pt x="1446162" y="1163174"/>
                </a:lnTo>
                <a:lnTo>
                  <a:pt x="1475889" y="1159850"/>
                </a:lnTo>
                <a:lnTo>
                  <a:pt x="1498578" y="1148210"/>
                </a:lnTo>
                <a:lnTo>
                  <a:pt x="1519533" y="1134504"/>
                </a:lnTo>
                <a:lnTo>
                  <a:pt x="1540478" y="1120797"/>
                </a:lnTo>
                <a:lnTo>
                  <a:pt x="1561433" y="1107100"/>
                </a:lnTo>
                <a:lnTo>
                  <a:pt x="1582379" y="1093394"/>
                </a:lnTo>
                <a:lnTo>
                  <a:pt x="1603334" y="1079687"/>
                </a:lnTo>
                <a:lnTo>
                  <a:pt x="1624279" y="1065990"/>
                </a:lnTo>
                <a:lnTo>
                  <a:pt x="1645234" y="1052284"/>
                </a:lnTo>
                <a:lnTo>
                  <a:pt x="1666180" y="1038577"/>
                </a:lnTo>
                <a:lnTo>
                  <a:pt x="1687135" y="1024880"/>
                </a:lnTo>
                <a:lnTo>
                  <a:pt x="1708080" y="1011174"/>
                </a:lnTo>
                <a:lnTo>
                  <a:pt x="1729035" y="997468"/>
                </a:lnTo>
                <a:lnTo>
                  <a:pt x="1749981" y="983761"/>
                </a:lnTo>
                <a:lnTo>
                  <a:pt x="1770936" y="970064"/>
                </a:lnTo>
                <a:lnTo>
                  <a:pt x="1791881" y="956358"/>
                </a:lnTo>
                <a:lnTo>
                  <a:pt x="1812836" y="942651"/>
                </a:lnTo>
                <a:lnTo>
                  <a:pt x="1833782" y="928954"/>
                </a:lnTo>
                <a:lnTo>
                  <a:pt x="1854737" y="915248"/>
                </a:lnTo>
                <a:lnTo>
                  <a:pt x="1875682" y="901541"/>
                </a:lnTo>
                <a:lnTo>
                  <a:pt x="1880445" y="883720"/>
                </a:lnTo>
                <a:lnTo>
                  <a:pt x="1880445" y="864689"/>
                </a:lnTo>
                <a:lnTo>
                  <a:pt x="1880445" y="845658"/>
                </a:lnTo>
                <a:lnTo>
                  <a:pt x="1880445" y="826627"/>
                </a:lnTo>
                <a:lnTo>
                  <a:pt x="1880445" y="807596"/>
                </a:lnTo>
                <a:lnTo>
                  <a:pt x="1880445" y="788565"/>
                </a:lnTo>
                <a:lnTo>
                  <a:pt x="1880445" y="769534"/>
                </a:lnTo>
                <a:lnTo>
                  <a:pt x="1880445" y="750503"/>
                </a:lnTo>
                <a:lnTo>
                  <a:pt x="1880445" y="731472"/>
                </a:lnTo>
                <a:lnTo>
                  <a:pt x="1880445" y="712441"/>
                </a:lnTo>
                <a:lnTo>
                  <a:pt x="1880445" y="693420"/>
                </a:lnTo>
                <a:lnTo>
                  <a:pt x="1880445" y="674389"/>
                </a:lnTo>
                <a:lnTo>
                  <a:pt x="1880445" y="655358"/>
                </a:lnTo>
                <a:lnTo>
                  <a:pt x="1880445" y="636327"/>
                </a:lnTo>
                <a:lnTo>
                  <a:pt x="1880445" y="617296"/>
                </a:lnTo>
                <a:lnTo>
                  <a:pt x="1880445" y="598265"/>
                </a:lnTo>
                <a:lnTo>
                  <a:pt x="1880445" y="579234"/>
                </a:lnTo>
                <a:lnTo>
                  <a:pt x="1880445" y="560203"/>
                </a:lnTo>
                <a:lnTo>
                  <a:pt x="1880445" y="541172"/>
                </a:lnTo>
                <a:lnTo>
                  <a:pt x="1880445" y="522141"/>
                </a:lnTo>
                <a:lnTo>
                  <a:pt x="1880445" y="503111"/>
                </a:lnTo>
                <a:lnTo>
                  <a:pt x="1880445" y="484080"/>
                </a:lnTo>
                <a:lnTo>
                  <a:pt x="1880445" y="465049"/>
                </a:lnTo>
                <a:lnTo>
                  <a:pt x="1880445" y="446018"/>
                </a:lnTo>
                <a:lnTo>
                  <a:pt x="1880445" y="426987"/>
                </a:lnTo>
                <a:lnTo>
                  <a:pt x="1880445" y="407956"/>
                </a:lnTo>
                <a:lnTo>
                  <a:pt x="1880445" y="388925"/>
                </a:lnTo>
                <a:lnTo>
                  <a:pt x="1880445" y="369894"/>
                </a:lnTo>
                <a:lnTo>
                  <a:pt x="1880445" y="350863"/>
                </a:lnTo>
                <a:lnTo>
                  <a:pt x="1880445" y="331832"/>
                </a:lnTo>
                <a:lnTo>
                  <a:pt x="1880445" y="312801"/>
                </a:lnTo>
                <a:lnTo>
                  <a:pt x="1880445" y="293770"/>
                </a:lnTo>
                <a:lnTo>
                  <a:pt x="1880445" y="274739"/>
                </a:lnTo>
                <a:lnTo>
                  <a:pt x="1880445" y="255708"/>
                </a:lnTo>
                <a:lnTo>
                  <a:pt x="1880445" y="236677"/>
                </a:lnTo>
                <a:lnTo>
                  <a:pt x="1880445" y="217646"/>
                </a:lnTo>
                <a:lnTo>
                  <a:pt x="1880445" y="198615"/>
                </a:lnTo>
                <a:lnTo>
                  <a:pt x="1880445" y="179584"/>
                </a:lnTo>
                <a:lnTo>
                  <a:pt x="1880445" y="160553"/>
                </a:lnTo>
                <a:lnTo>
                  <a:pt x="1880445" y="141522"/>
                </a:lnTo>
                <a:lnTo>
                  <a:pt x="1880445" y="122492"/>
                </a:lnTo>
                <a:lnTo>
                  <a:pt x="1880445" y="103461"/>
                </a:lnTo>
                <a:lnTo>
                  <a:pt x="1880445" y="84430"/>
                </a:lnTo>
                <a:lnTo>
                  <a:pt x="1880445" y="65399"/>
                </a:lnTo>
                <a:lnTo>
                  <a:pt x="1880445" y="46368"/>
                </a:lnTo>
                <a:lnTo>
                  <a:pt x="1880445" y="27337"/>
                </a:lnTo>
                <a:lnTo>
                  <a:pt x="1880445" y="8306"/>
                </a:lnTo>
                <a:lnTo>
                  <a:pt x="1863433" y="0"/>
                </a:lnTo>
                <a:lnTo>
                  <a:pt x="1833239" y="0"/>
                </a:lnTo>
                <a:lnTo>
                  <a:pt x="1803044" y="0"/>
                </a:lnTo>
                <a:lnTo>
                  <a:pt x="1772850" y="0"/>
                </a:lnTo>
                <a:lnTo>
                  <a:pt x="1742665" y="0"/>
                </a:lnTo>
                <a:lnTo>
                  <a:pt x="1712471" y="0"/>
                </a:lnTo>
                <a:lnTo>
                  <a:pt x="1682277" y="0"/>
                </a:lnTo>
                <a:lnTo>
                  <a:pt x="1652083" y="0"/>
                </a:lnTo>
                <a:lnTo>
                  <a:pt x="1621888" y="0"/>
                </a:lnTo>
                <a:lnTo>
                  <a:pt x="1591704" y="0"/>
                </a:lnTo>
                <a:lnTo>
                  <a:pt x="1561509" y="0"/>
                </a:lnTo>
                <a:lnTo>
                  <a:pt x="1531315" y="0"/>
                </a:lnTo>
                <a:lnTo>
                  <a:pt x="1501121" y="0"/>
                </a:lnTo>
                <a:lnTo>
                  <a:pt x="1470927" y="0"/>
                </a:lnTo>
                <a:lnTo>
                  <a:pt x="1440732" y="0"/>
                </a:lnTo>
                <a:lnTo>
                  <a:pt x="1410548" y="0"/>
                </a:lnTo>
                <a:lnTo>
                  <a:pt x="1380353" y="0"/>
                </a:lnTo>
                <a:lnTo>
                  <a:pt x="1350159" y="0"/>
                </a:lnTo>
                <a:lnTo>
                  <a:pt x="1319965" y="0"/>
                </a:lnTo>
                <a:lnTo>
                  <a:pt x="1289771" y="0"/>
                </a:lnTo>
                <a:lnTo>
                  <a:pt x="1259586" y="0"/>
                </a:lnTo>
                <a:lnTo>
                  <a:pt x="1229392" y="0"/>
                </a:lnTo>
                <a:lnTo>
                  <a:pt x="1199198" y="0"/>
                </a:lnTo>
                <a:lnTo>
                  <a:pt x="1169003" y="0"/>
                </a:lnTo>
                <a:lnTo>
                  <a:pt x="1138809" y="0"/>
                </a:lnTo>
                <a:lnTo>
                  <a:pt x="1108615" y="0"/>
                </a:lnTo>
                <a:lnTo>
                  <a:pt x="1078430" y="0"/>
                </a:lnTo>
                <a:lnTo>
                  <a:pt x="1048236" y="0"/>
                </a:lnTo>
                <a:lnTo>
                  <a:pt x="1018042" y="0"/>
                </a:lnTo>
                <a:lnTo>
                  <a:pt x="987847" y="0"/>
                </a:lnTo>
                <a:lnTo>
                  <a:pt x="957653" y="0"/>
                </a:lnTo>
                <a:lnTo>
                  <a:pt x="927459" y="0"/>
                </a:lnTo>
                <a:lnTo>
                  <a:pt x="897274" y="0"/>
                </a:lnTo>
                <a:lnTo>
                  <a:pt x="867080" y="0"/>
                </a:lnTo>
                <a:lnTo>
                  <a:pt x="836886" y="0"/>
                </a:lnTo>
                <a:lnTo>
                  <a:pt x="806691" y="0"/>
                </a:lnTo>
                <a:lnTo>
                  <a:pt x="776497" y="0"/>
                </a:lnTo>
                <a:lnTo>
                  <a:pt x="746312" y="0"/>
                </a:lnTo>
                <a:lnTo>
                  <a:pt x="716118" y="0"/>
                </a:lnTo>
                <a:lnTo>
                  <a:pt x="685924" y="0"/>
                </a:lnTo>
                <a:lnTo>
                  <a:pt x="655730" y="0"/>
                </a:lnTo>
                <a:lnTo>
                  <a:pt x="625535" y="0"/>
                </a:lnTo>
                <a:lnTo>
                  <a:pt x="595341" y="0"/>
                </a:lnTo>
                <a:lnTo>
                  <a:pt x="565156" y="0"/>
                </a:lnTo>
                <a:lnTo>
                  <a:pt x="534962" y="0"/>
                </a:lnTo>
                <a:lnTo>
                  <a:pt x="504768" y="0"/>
                </a:lnTo>
                <a:lnTo>
                  <a:pt x="474574" y="0"/>
                </a:lnTo>
                <a:lnTo>
                  <a:pt x="444379" y="0"/>
                </a:lnTo>
                <a:lnTo>
                  <a:pt x="414195" y="0"/>
                </a:lnTo>
                <a:lnTo>
                  <a:pt x="384000" y="0"/>
                </a:lnTo>
                <a:lnTo>
                  <a:pt x="353806" y="0"/>
                </a:lnTo>
                <a:lnTo>
                  <a:pt x="323612" y="0"/>
                </a:lnTo>
                <a:lnTo>
                  <a:pt x="293418" y="0"/>
                </a:lnTo>
                <a:lnTo>
                  <a:pt x="263223" y="0"/>
                </a:lnTo>
                <a:lnTo>
                  <a:pt x="233039" y="0"/>
                </a:lnTo>
                <a:lnTo>
                  <a:pt x="202844" y="0"/>
                </a:lnTo>
                <a:lnTo>
                  <a:pt x="172650" y="0"/>
                </a:lnTo>
                <a:lnTo>
                  <a:pt x="142456" y="0"/>
                </a:lnTo>
                <a:lnTo>
                  <a:pt x="112262" y="0"/>
                </a:lnTo>
                <a:lnTo>
                  <a:pt x="82067" y="0"/>
                </a:lnTo>
                <a:lnTo>
                  <a:pt x="51883" y="0"/>
                </a:lnTo>
                <a:lnTo>
                  <a:pt x="21688" y="0"/>
                </a:lnTo>
                <a:lnTo>
                  <a:pt x="0" y="5363"/>
                </a:lnTo>
                <a:lnTo>
                  <a:pt x="0" y="24394"/>
                </a:lnTo>
                <a:lnTo>
                  <a:pt x="0" y="43424"/>
                </a:lnTo>
                <a:lnTo>
                  <a:pt x="0" y="62455"/>
                </a:lnTo>
                <a:lnTo>
                  <a:pt x="0" y="81486"/>
                </a:lnTo>
                <a:lnTo>
                  <a:pt x="0" y="100517"/>
                </a:lnTo>
                <a:lnTo>
                  <a:pt x="0" y="119548"/>
                </a:lnTo>
                <a:lnTo>
                  <a:pt x="0" y="138579"/>
                </a:lnTo>
                <a:lnTo>
                  <a:pt x="0" y="157610"/>
                </a:lnTo>
                <a:lnTo>
                  <a:pt x="0" y="176641"/>
                </a:lnTo>
                <a:lnTo>
                  <a:pt x="0" y="195672"/>
                </a:lnTo>
                <a:lnTo>
                  <a:pt x="0" y="214703"/>
                </a:lnTo>
                <a:lnTo>
                  <a:pt x="0" y="233734"/>
                </a:lnTo>
                <a:lnTo>
                  <a:pt x="0" y="252765"/>
                </a:lnTo>
                <a:lnTo>
                  <a:pt x="0" y="271796"/>
                </a:lnTo>
                <a:lnTo>
                  <a:pt x="0" y="290827"/>
                </a:lnTo>
                <a:lnTo>
                  <a:pt x="0" y="309858"/>
                </a:lnTo>
                <a:lnTo>
                  <a:pt x="0" y="328879"/>
                </a:lnTo>
                <a:lnTo>
                  <a:pt x="0" y="347910"/>
                </a:lnTo>
                <a:lnTo>
                  <a:pt x="0" y="366941"/>
                </a:lnTo>
                <a:lnTo>
                  <a:pt x="0" y="385972"/>
                </a:lnTo>
                <a:lnTo>
                  <a:pt x="0" y="405003"/>
                </a:lnTo>
                <a:lnTo>
                  <a:pt x="0" y="424034"/>
                </a:lnTo>
                <a:lnTo>
                  <a:pt x="0" y="443065"/>
                </a:lnTo>
                <a:lnTo>
                  <a:pt x="0" y="462096"/>
                </a:lnTo>
                <a:lnTo>
                  <a:pt x="0" y="481127"/>
                </a:lnTo>
                <a:lnTo>
                  <a:pt x="0" y="500158"/>
                </a:lnTo>
                <a:lnTo>
                  <a:pt x="0" y="519189"/>
                </a:lnTo>
                <a:lnTo>
                  <a:pt x="0" y="538220"/>
                </a:lnTo>
                <a:lnTo>
                  <a:pt x="0" y="557251"/>
                </a:lnTo>
                <a:lnTo>
                  <a:pt x="0" y="576282"/>
                </a:lnTo>
                <a:lnTo>
                  <a:pt x="0" y="595313"/>
                </a:lnTo>
                <a:lnTo>
                  <a:pt x="0" y="614343"/>
                </a:lnTo>
                <a:lnTo>
                  <a:pt x="0" y="633374"/>
                </a:lnTo>
                <a:lnTo>
                  <a:pt x="0" y="652405"/>
                </a:lnTo>
                <a:lnTo>
                  <a:pt x="0" y="671436"/>
                </a:lnTo>
                <a:lnTo>
                  <a:pt x="0" y="690467"/>
                </a:lnTo>
                <a:lnTo>
                  <a:pt x="0" y="709498"/>
                </a:lnTo>
                <a:lnTo>
                  <a:pt x="0" y="728529"/>
                </a:lnTo>
                <a:lnTo>
                  <a:pt x="0" y="747560"/>
                </a:lnTo>
                <a:lnTo>
                  <a:pt x="0" y="766591"/>
                </a:lnTo>
                <a:lnTo>
                  <a:pt x="0" y="785622"/>
                </a:lnTo>
                <a:lnTo>
                  <a:pt x="0" y="804653"/>
                </a:lnTo>
                <a:lnTo>
                  <a:pt x="0" y="823684"/>
                </a:lnTo>
                <a:lnTo>
                  <a:pt x="0" y="842715"/>
                </a:lnTo>
                <a:lnTo>
                  <a:pt x="0" y="861746"/>
                </a:lnTo>
                <a:lnTo>
                  <a:pt x="0" y="880777"/>
                </a:lnTo>
                <a:lnTo>
                  <a:pt x="0" y="899808"/>
                </a:lnTo>
                <a:lnTo>
                  <a:pt x="0" y="918839"/>
                </a:lnTo>
                <a:lnTo>
                  <a:pt x="0" y="937870"/>
                </a:lnTo>
                <a:lnTo>
                  <a:pt x="0" y="956901"/>
                </a:lnTo>
                <a:lnTo>
                  <a:pt x="0" y="975931"/>
                </a:lnTo>
                <a:lnTo>
                  <a:pt x="0" y="994962"/>
                </a:lnTo>
                <a:lnTo>
                  <a:pt x="0" y="1013993"/>
                </a:lnTo>
                <a:lnTo>
                  <a:pt x="0" y="1033024"/>
                </a:lnTo>
                <a:lnTo>
                  <a:pt x="0" y="1052055"/>
                </a:lnTo>
                <a:lnTo>
                  <a:pt x="0" y="1071086"/>
                </a:lnTo>
                <a:lnTo>
                  <a:pt x="0" y="1090117"/>
                </a:lnTo>
                <a:lnTo>
                  <a:pt x="0" y="1109148"/>
                </a:lnTo>
                <a:lnTo>
                  <a:pt x="0" y="1128179"/>
                </a:lnTo>
                <a:lnTo>
                  <a:pt x="0" y="1147210"/>
                </a:lnTo>
                <a:lnTo>
                  <a:pt x="0" y="1166241"/>
                </a:lnTo>
                <a:lnTo>
                  <a:pt x="0" y="11852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6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738CC0DF-6BE0-4DE3-BF05-906C3625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3952427"/>
            <a:ext cx="1880445" cy="203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8341C935-C007-4F0C-B492-C84451C9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036" y="4850863"/>
            <a:ext cx="692810" cy="287055"/>
          </a:xfrm>
          <a:custGeom xmlns:a="http://schemas.openxmlformats.org/drawingml/2006/main">
            <a:pathLst>
              <a:path w="692810" h="287055">
                <a:moveTo>
                  <a:pt x="692810" y="0"/>
                </a:moveTo>
                <a:lnTo>
                  <a:pt x="691991" y="4763"/>
                </a:lnTo>
                <a:lnTo>
                  <a:pt x="690905" y="9506"/>
                </a:lnTo>
                <a:lnTo>
                  <a:pt x="689639" y="14221"/>
                </a:lnTo>
                <a:lnTo>
                  <a:pt x="688219" y="18926"/>
                </a:lnTo>
                <a:lnTo>
                  <a:pt x="686648" y="23622"/>
                </a:lnTo>
                <a:lnTo>
                  <a:pt x="684952" y="28289"/>
                </a:lnTo>
                <a:lnTo>
                  <a:pt x="683114" y="32937"/>
                </a:lnTo>
                <a:lnTo>
                  <a:pt x="681161" y="37567"/>
                </a:lnTo>
                <a:lnTo>
                  <a:pt x="679085" y="42167"/>
                </a:lnTo>
                <a:lnTo>
                  <a:pt x="676885" y="46758"/>
                </a:lnTo>
                <a:lnTo>
                  <a:pt x="674570" y="51321"/>
                </a:lnTo>
                <a:lnTo>
                  <a:pt x="672151" y="55855"/>
                </a:lnTo>
                <a:lnTo>
                  <a:pt x="669608" y="60369"/>
                </a:lnTo>
                <a:lnTo>
                  <a:pt x="666960" y="64865"/>
                </a:lnTo>
                <a:lnTo>
                  <a:pt x="664197" y="69323"/>
                </a:lnTo>
                <a:lnTo>
                  <a:pt x="661330" y="73762"/>
                </a:lnTo>
                <a:lnTo>
                  <a:pt x="658358" y="78172"/>
                </a:lnTo>
                <a:lnTo>
                  <a:pt x="655282" y="82544"/>
                </a:lnTo>
                <a:lnTo>
                  <a:pt x="652091" y="86897"/>
                </a:lnTo>
                <a:lnTo>
                  <a:pt x="648795" y="91211"/>
                </a:lnTo>
                <a:lnTo>
                  <a:pt x="645404" y="95498"/>
                </a:lnTo>
                <a:lnTo>
                  <a:pt x="641899" y="99746"/>
                </a:lnTo>
                <a:lnTo>
                  <a:pt x="638299" y="103965"/>
                </a:lnTo>
                <a:lnTo>
                  <a:pt x="634594" y="108147"/>
                </a:lnTo>
                <a:lnTo>
                  <a:pt x="630784" y="112290"/>
                </a:lnTo>
                <a:lnTo>
                  <a:pt x="626878" y="116405"/>
                </a:lnTo>
                <a:lnTo>
                  <a:pt x="622868" y="120472"/>
                </a:lnTo>
                <a:lnTo>
                  <a:pt x="618763" y="124501"/>
                </a:lnTo>
                <a:lnTo>
                  <a:pt x="614563" y="128492"/>
                </a:lnTo>
                <a:lnTo>
                  <a:pt x="610267" y="132445"/>
                </a:lnTo>
                <a:lnTo>
                  <a:pt x="605866" y="136350"/>
                </a:lnTo>
                <a:lnTo>
                  <a:pt x="601370" y="140208"/>
                </a:lnTo>
                <a:lnTo>
                  <a:pt x="596789" y="144028"/>
                </a:lnTo>
                <a:lnTo>
                  <a:pt x="592103" y="147809"/>
                </a:lnTo>
                <a:lnTo>
                  <a:pt x="587331" y="151533"/>
                </a:lnTo>
                <a:lnTo>
                  <a:pt x="582473" y="155210"/>
                </a:lnTo>
                <a:lnTo>
                  <a:pt x="577520" y="158848"/>
                </a:lnTo>
                <a:lnTo>
                  <a:pt x="572481" y="162430"/>
                </a:lnTo>
                <a:lnTo>
                  <a:pt x="567347" y="165964"/>
                </a:lnTo>
                <a:lnTo>
                  <a:pt x="562137" y="169450"/>
                </a:lnTo>
                <a:lnTo>
                  <a:pt x="556841" y="172888"/>
                </a:lnTo>
                <a:lnTo>
                  <a:pt x="551459" y="176270"/>
                </a:lnTo>
                <a:lnTo>
                  <a:pt x="546002" y="179603"/>
                </a:lnTo>
                <a:lnTo>
                  <a:pt x="540468" y="182880"/>
                </a:lnTo>
                <a:lnTo>
                  <a:pt x="534848" y="186109"/>
                </a:lnTo>
                <a:lnTo>
                  <a:pt x="529152" y="189281"/>
                </a:lnTo>
                <a:lnTo>
                  <a:pt x="523389" y="192405"/>
                </a:lnTo>
                <a:lnTo>
                  <a:pt x="517550" y="195463"/>
                </a:lnTo>
                <a:lnTo>
                  <a:pt x="511635" y="198472"/>
                </a:lnTo>
                <a:lnTo>
                  <a:pt x="505654" y="201435"/>
                </a:lnTo>
                <a:lnTo>
                  <a:pt x="499605" y="204330"/>
                </a:lnTo>
                <a:lnTo>
                  <a:pt x="493490" y="207178"/>
                </a:lnTo>
                <a:lnTo>
                  <a:pt x="487309" y="209960"/>
                </a:lnTo>
                <a:lnTo>
                  <a:pt x="481070" y="212693"/>
                </a:lnTo>
                <a:lnTo>
                  <a:pt x="474774" y="215370"/>
                </a:lnTo>
                <a:lnTo>
                  <a:pt x="468411" y="217999"/>
                </a:lnTo>
                <a:lnTo>
                  <a:pt x="461991" y="220561"/>
                </a:lnTo>
                <a:lnTo>
                  <a:pt x="455524" y="223076"/>
                </a:lnTo>
                <a:lnTo>
                  <a:pt x="448999" y="225523"/>
                </a:lnTo>
                <a:lnTo>
                  <a:pt x="442417" y="227924"/>
                </a:lnTo>
                <a:lnTo>
                  <a:pt x="435788" y="230267"/>
                </a:lnTo>
                <a:lnTo>
                  <a:pt x="429111" y="232562"/>
                </a:lnTo>
                <a:lnTo>
                  <a:pt x="422396" y="234791"/>
                </a:lnTo>
                <a:lnTo>
                  <a:pt x="415623" y="236972"/>
                </a:lnTo>
                <a:lnTo>
                  <a:pt x="408813" y="239097"/>
                </a:lnTo>
                <a:lnTo>
                  <a:pt x="401965" y="241163"/>
                </a:lnTo>
                <a:lnTo>
                  <a:pt x="395068" y="243183"/>
                </a:lnTo>
                <a:lnTo>
                  <a:pt x="388144" y="245145"/>
                </a:lnTo>
                <a:lnTo>
                  <a:pt x="381171" y="247059"/>
                </a:lnTo>
                <a:lnTo>
                  <a:pt x="374171" y="248917"/>
                </a:lnTo>
                <a:lnTo>
                  <a:pt x="367132" y="250727"/>
                </a:lnTo>
                <a:lnTo>
                  <a:pt x="360055" y="252479"/>
                </a:lnTo>
                <a:lnTo>
                  <a:pt x="352958" y="254184"/>
                </a:lnTo>
                <a:lnTo>
                  <a:pt x="345824" y="255842"/>
                </a:lnTo>
                <a:lnTo>
                  <a:pt x="338661" y="257442"/>
                </a:lnTo>
                <a:lnTo>
                  <a:pt x="331480" y="259004"/>
                </a:lnTo>
                <a:lnTo>
                  <a:pt x="324260" y="260509"/>
                </a:lnTo>
                <a:lnTo>
                  <a:pt x="317021" y="261966"/>
                </a:lnTo>
                <a:lnTo>
                  <a:pt x="309763" y="263376"/>
                </a:lnTo>
                <a:lnTo>
                  <a:pt x="302476" y="264738"/>
                </a:lnTo>
                <a:lnTo>
                  <a:pt x="295170" y="266052"/>
                </a:lnTo>
                <a:lnTo>
                  <a:pt x="287836" y="267319"/>
                </a:lnTo>
                <a:lnTo>
                  <a:pt x="280492" y="268548"/>
                </a:lnTo>
                <a:lnTo>
                  <a:pt x="273129" y="269719"/>
                </a:lnTo>
                <a:lnTo>
                  <a:pt x="265748" y="270853"/>
                </a:lnTo>
                <a:lnTo>
                  <a:pt x="258347" y="271948"/>
                </a:lnTo>
                <a:lnTo>
                  <a:pt x="250927" y="272996"/>
                </a:lnTo>
                <a:lnTo>
                  <a:pt x="243497" y="273996"/>
                </a:lnTo>
                <a:lnTo>
                  <a:pt x="236058" y="274958"/>
                </a:lnTo>
                <a:lnTo>
                  <a:pt x="228600" y="275882"/>
                </a:lnTo>
                <a:lnTo>
                  <a:pt x="221123" y="276758"/>
                </a:lnTo>
                <a:lnTo>
                  <a:pt x="213646" y="277606"/>
                </a:lnTo>
                <a:lnTo>
                  <a:pt x="206150" y="278406"/>
                </a:lnTo>
                <a:lnTo>
                  <a:pt x="198653" y="279159"/>
                </a:lnTo>
                <a:lnTo>
                  <a:pt x="191138" y="279883"/>
                </a:lnTo>
                <a:lnTo>
                  <a:pt x="183613" y="280568"/>
                </a:lnTo>
                <a:lnTo>
                  <a:pt x="176089" y="281216"/>
                </a:lnTo>
                <a:lnTo>
                  <a:pt x="168545" y="281826"/>
                </a:lnTo>
                <a:lnTo>
                  <a:pt x="161001" y="282397"/>
                </a:lnTo>
                <a:lnTo>
                  <a:pt x="153448" y="282931"/>
                </a:lnTo>
                <a:lnTo>
                  <a:pt x="145894" y="283435"/>
                </a:lnTo>
                <a:lnTo>
                  <a:pt x="138332" y="283902"/>
                </a:lnTo>
                <a:lnTo>
                  <a:pt x="130759" y="284340"/>
                </a:lnTo>
                <a:lnTo>
                  <a:pt x="123187" y="284731"/>
                </a:lnTo>
                <a:lnTo>
                  <a:pt x="115614" y="285102"/>
                </a:lnTo>
                <a:lnTo>
                  <a:pt x="108033" y="285436"/>
                </a:lnTo>
                <a:lnTo>
                  <a:pt x="100451" y="285731"/>
                </a:lnTo>
                <a:lnTo>
                  <a:pt x="92859" y="285998"/>
                </a:lnTo>
                <a:lnTo>
                  <a:pt x="85268" y="286236"/>
                </a:lnTo>
                <a:lnTo>
                  <a:pt x="77676" y="286445"/>
                </a:lnTo>
                <a:lnTo>
                  <a:pt x="70085" y="286617"/>
                </a:lnTo>
                <a:lnTo>
                  <a:pt x="62484" y="286760"/>
                </a:lnTo>
                <a:lnTo>
                  <a:pt x="54893" y="286874"/>
                </a:lnTo>
                <a:lnTo>
                  <a:pt x="47292" y="286969"/>
                </a:lnTo>
                <a:lnTo>
                  <a:pt x="39691" y="287026"/>
                </a:lnTo>
                <a:lnTo>
                  <a:pt x="32090" y="287055"/>
                </a:lnTo>
                <a:lnTo>
                  <a:pt x="24489" y="287055"/>
                </a:lnTo>
                <a:lnTo>
                  <a:pt x="16897" y="287026"/>
                </a:lnTo>
                <a:lnTo>
                  <a:pt x="9296" y="286979"/>
                </a:lnTo>
                <a:lnTo>
                  <a:pt x="1695" y="286893"/>
                </a:lnTo>
                <a:lnTo>
                  <a:pt x="0" y="286817"/>
                </a:lnTo>
                <a:lnTo>
                  <a:pt x="7601" y="286703"/>
                </a:lnTo>
                <a:lnTo>
                  <a:pt x="15192" y="286502"/>
                </a:lnTo>
                <a:lnTo>
                  <a:pt x="22774" y="286236"/>
                </a:lnTo>
                <a:lnTo>
                  <a:pt x="30356" y="285921"/>
                </a:lnTo>
                <a:lnTo>
                  <a:pt x="37938" y="285540"/>
                </a:lnTo>
                <a:lnTo>
                  <a:pt x="45501" y="285112"/>
                </a:lnTo>
                <a:lnTo>
                  <a:pt x="53064" y="284636"/>
                </a:lnTo>
                <a:lnTo>
                  <a:pt x="60617" y="284102"/>
                </a:lnTo>
                <a:lnTo>
                  <a:pt x="68161" y="283521"/>
                </a:lnTo>
                <a:lnTo>
                  <a:pt x="75695" y="282893"/>
                </a:lnTo>
                <a:lnTo>
                  <a:pt x="83220" y="282216"/>
                </a:lnTo>
                <a:lnTo>
                  <a:pt x="90726" y="281483"/>
                </a:lnTo>
                <a:lnTo>
                  <a:pt x="98222" y="280702"/>
                </a:lnTo>
                <a:lnTo>
                  <a:pt x="105708" y="279873"/>
                </a:lnTo>
                <a:lnTo>
                  <a:pt x="113176" y="278987"/>
                </a:lnTo>
                <a:lnTo>
                  <a:pt x="120634" y="278044"/>
                </a:lnTo>
                <a:lnTo>
                  <a:pt x="128064" y="277054"/>
                </a:lnTo>
                <a:lnTo>
                  <a:pt x="135474" y="276006"/>
                </a:lnTo>
                <a:lnTo>
                  <a:pt x="142875" y="274901"/>
                </a:lnTo>
                <a:lnTo>
                  <a:pt x="150247" y="273739"/>
                </a:lnTo>
                <a:lnTo>
                  <a:pt x="157591" y="272510"/>
                </a:lnTo>
                <a:lnTo>
                  <a:pt x="164916" y="271234"/>
                </a:lnTo>
                <a:lnTo>
                  <a:pt x="172212" y="269891"/>
                </a:lnTo>
                <a:lnTo>
                  <a:pt x="179480" y="268481"/>
                </a:lnTo>
                <a:lnTo>
                  <a:pt x="186709" y="267014"/>
                </a:lnTo>
                <a:lnTo>
                  <a:pt x="193910" y="265481"/>
                </a:lnTo>
                <a:lnTo>
                  <a:pt x="201063" y="263871"/>
                </a:lnTo>
                <a:lnTo>
                  <a:pt x="208188" y="262204"/>
                </a:lnTo>
                <a:lnTo>
                  <a:pt x="215265" y="260452"/>
                </a:lnTo>
                <a:lnTo>
                  <a:pt x="222294" y="258632"/>
                </a:lnTo>
                <a:lnTo>
                  <a:pt x="229276" y="256737"/>
                </a:lnTo>
                <a:lnTo>
                  <a:pt x="236201" y="254765"/>
                </a:lnTo>
                <a:lnTo>
                  <a:pt x="243068" y="252717"/>
                </a:lnTo>
                <a:lnTo>
                  <a:pt x="249869" y="250584"/>
                </a:lnTo>
                <a:lnTo>
                  <a:pt x="256604" y="248364"/>
                </a:lnTo>
                <a:lnTo>
                  <a:pt x="263261" y="246059"/>
                </a:lnTo>
                <a:lnTo>
                  <a:pt x="269853" y="243669"/>
                </a:lnTo>
                <a:lnTo>
                  <a:pt x="276349" y="241183"/>
                </a:lnTo>
                <a:lnTo>
                  <a:pt x="282759" y="238611"/>
                </a:lnTo>
                <a:lnTo>
                  <a:pt x="289065" y="235944"/>
                </a:lnTo>
                <a:lnTo>
                  <a:pt x="295275" y="233172"/>
                </a:lnTo>
                <a:lnTo>
                  <a:pt x="301361" y="230315"/>
                </a:lnTo>
                <a:lnTo>
                  <a:pt x="307334" y="227352"/>
                </a:lnTo>
                <a:lnTo>
                  <a:pt x="313182" y="224295"/>
                </a:lnTo>
                <a:lnTo>
                  <a:pt x="318887" y="221132"/>
                </a:lnTo>
                <a:lnTo>
                  <a:pt x="324450" y="217865"/>
                </a:lnTo>
                <a:lnTo>
                  <a:pt x="329860" y="214503"/>
                </a:lnTo>
                <a:lnTo>
                  <a:pt x="335099" y="211036"/>
                </a:lnTo>
                <a:lnTo>
                  <a:pt x="340176" y="207464"/>
                </a:lnTo>
                <a:lnTo>
                  <a:pt x="345062" y="203797"/>
                </a:lnTo>
                <a:lnTo>
                  <a:pt x="349768" y="200035"/>
                </a:lnTo>
                <a:lnTo>
                  <a:pt x="354263" y="196177"/>
                </a:lnTo>
                <a:lnTo>
                  <a:pt x="358559" y="192224"/>
                </a:lnTo>
                <a:lnTo>
                  <a:pt x="362636" y="188185"/>
                </a:lnTo>
                <a:lnTo>
                  <a:pt x="366503" y="184061"/>
                </a:lnTo>
                <a:lnTo>
                  <a:pt x="370132" y="179851"/>
                </a:lnTo>
                <a:lnTo>
                  <a:pt x="373532" y="175574"/>
                </a:lnTo>
                <a:lnTo>
                  <a:pt x="376704" y="171212"/>
                </a:lnTo>
                <a:lnTo>
                  <a:pt x="379638" y="166792"/>
                </a:lnTo>
                <a:lnTo>
                  <a:pt x="382324" y="162316"/>
                </a:lnTo>
                <a:lnTo>
                  <a:pt x="384781" y="157782"/>
                </a:lnTo>
                <a:lnTo>
                  <a:pt x="386991" y="153200"/>
                </a:lnTo>
                <a:lnTo>
                  <a:pt x="388963" y="148580"/>
                </a:lnTo>
                <a:lnTo>
                  <a:pt x="390706" y="143913"/>
                </a:lnTo>
                <a:lnTo>
                  <a:pt x="392211" y="139217"/>
                </a:lnTo>
                <a:lnTo>
                  <a:pt x="393497" y="134503"/>
                </a:lnTo>
                <a:lnTo>
                  <a:pt x="394554" y="129759"/>
                </a:lnTo>
                <a:lnTo>
                  <a:pt x="395392" y="124997"/>
                </a:lnTo>
                <a:lnTo>
                  <a:pt x="396021" y="120225"/>
                </a:lnTo>
                <a:lnTo>
                  <a:pt x="396450" y="115443"/>
                </a:lnTo>
                <a:lnTo>
                  <a:pt x="396678" y="110652"/>
                </a:lnTo>
                <a:lnTo>
                  <a:pt x="396716" y="105861"/>
                </a:lnTo>
                <a:lnTo>
                  <a:pt x="396564" y="101070"/>
                </a:lnTo>
                <a:lnTo>
                  <a:pt x="396230" y="96288"/>
                </a:lnTo>
                <a:lnTo>
                  <a:pt x="395735" y="91507"/>
                </a:lnTo>
                <a:lnTo>
                  <a:pt x="402765" y="90335"/>
                </a:lnTo>
                <a:lnTo>
                  <a:pt x="410175" y="89259"/>
                </a:lnTo>
                <a:lnTo>
                  <a:pt x="417547" y="88125"/>
                </a:lnTo>
                <a:lnTo>
                  <a:pt x="424910" y="86925"/>
                </a:lnTo>
                <a:lnTo>
                  <a:pt x="432245" y="85668"/>
                </a:lnTo>
                <a:lnTo>
                  <a:pt x="439550" y="84363"/>
                </a:lnTo>
                <a:lnTo>
                  <a:pt x="446846" y="83010"/>
                </a:lnTo>
                <a:lnTo>
                  <a:pt x="454114" y="81610"/>
                </a:lnTo>
                <a:lnTo>
                  <a:pt x="461353" y="80162"/>
                </a:lnTo>
                <a:lnTo>
                  <a:pt x="468573" y="78667"/>
                </a:lnTo>
                <a:lnTo>
                  <a:pt x="475774" y="77133"/>
                </a:lnTo>
                <a:lnTo>
                  <a:pt x="482946" y="75552"/>
                </a:lnTo>
                <a:lnTo>
                  <a:pt x="490090" y="73924"/>
                </a:lnTo>
                <a:lnTo>
                  <a:pt x="497215" y="72257"/>
                </a:lnTo>
                <a:lnTo>
                  <a:pt x="504311" y="70533"/>
                </a:lnTo>
                <a:lnTo>
                  <a:pt x="511378" y="68780"/>
                </a:lnTo>
                <a:lnTo>
                  <a:pt x="518417" y="66970"/>
                </a:lnTo>
                <a:lnTo>
                  <a:pt x="525428" y="65122"/>
                </a:lnTo>
                <a:lnTo>
                  <a:pt x="532409" y="63227"/>
                </a:lnTo>
                <a:lnTo>
                  <a:pt x="539363" y="61293"/>
                </a:lnTo>
                <a:lnTo>
                  <a:pt x="546278" y="59312"/>
                </a:lnTo>
                <a:lnTo>
                  <a:pt x="553155" y="57274"/>
                </a:lnTo>
                <a:lnTo>
                  <a:pt x="560003" y="55197"/>
                </a:lnTo>
                <a:lnTo>
                  <a:pt x="566814" y="53073"/>
                </a:lnTo>
                <a:lnTo>
                  <a:pt x="573596" y="50911"/>
                </a:lnTo>
                <a:lnTo>
                  <a:pt x="580330" y="48692"/>
                </a:lnTo>
                <a:lnTo>
                  <a:pt x="587026" y="46425"/>
                </a:lnTo>
                <a:lnTo>
                  <a:pt x="593674" y="44110"/>
                </a:lnTo>
                <a:lnTo>
                  <a:pt x="600285" y="41739"/>
                </a:lnTo>
                <a:lnTo>
                  <a:pt x="606847" y="39329"/>
                </a:lnTo>
                <a:lnTo>
                  <a:pt x="613362" y="36862"/>
                </a:lnTo>
                <a:lnTo>
                  <a:pt x="619830" y="34347"/>
                </a:lnTo>
                <a:lnTo>
                  <a:pt x="626250" y="31785"/>
                </a:lnTo>
                <a:lnTo>
                  <a:pt x="632612" y="29166"/>
                </a:lnTo>
                <a:lnTo>
                  <a:pt x="638918" y="26489"/>
                </a:lnTo>
                <a:lnTo>
                  <a:pt x="645166" y="23765"/>
                </a:lnTo>
                <a:lnTo>
                  <a:pt x="651358" y="20993"/>
                </a:lnTo>
                <a:lnTo>
                  <a:pt x="657492" y="18155"/>
                </a:lnTo>
                <a:lnTo>
                  <a:pt x="663550" y="15269"/>
                </a:lnTo>
                <a:lnTo>
                  <a:pt x="669550" y="12325"/>
                </a:lnTo>
                <a:lnTo>
                  <a:pt x="675475" y="9335"/>
                </a:lnTo>
                <a:lnTo>
                  <a:pt x="681333" y="6277"/>
                </a:lnTo>
                <a:lnTo>
                  <a:pt x="687114" y="3162"/>
                </a:lnTo>
                <a:lnTo>
                  <a:pt x="692810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8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FBE2AAF6-F7B3-4835-9ED6-BCBD9577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404" y="4823603"/>
            <a:ext cx="1880873" cy="315144"/>
          </a:xfrm>
          <a:custGeom xmlns:a="http://schemas.openxmlformats.org/drawingml/2006/main">
            <a:pathLst>
              <a:path w="1880873" h="315144">
                <a:moveTo>
                  <a:pt x="1880292" y="0"/>
                </a:moveTo>
                <a:lnTo>
                  <a:pt x="1880873" y="11601"/>
                </a:lnTo>
                <a:lnTo>
                  <a:pt x="1880616" y="23212"/>
                </a:lnTo>
                <a:lnTo>
                  <a:pt x="1879702" y="34814"/>
                </a:lnTo>
                <a:lnTo>
                  <a:pt x="1878187" y="46387"/>
                </a:lnTo>
                <a:lnTo>
                  <a:pt x="1876092" y="57922"/>
                </a:lnTo>
                <a:lnTo>
                  <a:pt x="1873415" y="69409"/>
                </a:lnTo>
                <a:lnTo>
                  <a:pt x="1870148" y="80839"/>
                </a:lnTo>
                <a:lnTo>
                  <a:pt x="1866309" y="92202"/>
                </a:lnTo>
                <a:lnTo>
                  <a:pt x="1861861" y="103470"/>
                </a:lnTo>
                <a:lnTo>
                  <a:pt x="1856813" y="114633"/>
                </a:lnTo>
                <a:lnTo>
                  <a:pt x="1851136" y="125682"/>
                </a:lnTo>
                <a:lnTo>
                  <a:pt x="1844821" y="136589"/>
                </a:lnTo>
                <a:lnTo>
                  <a:pt x="1837868" y="147342"/>
                </a:lnTo>
                <a:lnTo>
                  <a:pt x="1830248" y="157915"/>
                </a:lnTo>
                <a:lnTo>
                  <a:pt x="1821952" y="168288"/>
                </a:lnTo>
                <a:lnTo>
                  <a:pt x="1812979" y="178422"/>
                </a:lnTo>
                <a:lnTo>
                  <a:pt x="1803330" y="188319"/>
                </a:lnTo>
                <a:lnTo>
                  <a:pt x="1792996" y="197930"/>
                </a:lnTo>
                <a:lnTo>
                  <a:pt x="1781985" y="207235"/>
                </a:lnTo>
                <a:lnTo>
                  <a:pt x="1770307" y="216218"/>
                </a:lnTo>
                <a:lnTo>
                  <a:pt x="1757982" y="224847"/>
                </a:lnTo>
                <a:lnTo>
                  <a:pt x="1745018" y="233105"/>
                </a:lnTo>
                <a:lnTo>
                  <a:pt x="1731464" y="240963"/>
                </a:lnTo>
                <a:lnTo>
                  <a:pt x="1717338" y="248412"/>
                </a:lnTo>
                <a:lnTo>
                  <a:pt x="1702670" y="255441"/>
                </a:lnTo>
                <a:lnTo>
                  <a:pt x="1687506" y="262042"/>
                </a:lnTo>
                <a:lnTo>
                  <a:pt x="1671885" y="268195"/>
                </a:lnTo>
                <a:lnTo>
                  <a:pt x="1655855" y="273910"/>
                </a:lnTo>
                <a:lnTo>
                  <a:pt x="1639443" y="279187"/>
                </a:lnTo>
                <a:lnTo>
                  <a:pt x="1622698" y="284026"/>
                </a:lnTo>
                <a:lnTo>
                  <a:pt x="1605658" y="288446"/>
                </a:lnTo>
                <a:lnTo>
                  <a:pt x="1588360" y="292446"/>
                </a:lnTo>
                <a:lnTo>
                  <a:pt x="1570844" y="296037"/>
                </a:lnTo>
                <a:lnTo>
                  <a:pt x="1553137" y="299247"/>
                </a:lnTo>
                <a:lnTo>
                  <a:pt x="1535268" y="302066"/>
                </a:lnTo>
                <a:lnTo>
                  <a:pt x="1517266" y="304533"/>
                </a:lnTo>
                <a:lnTo>
                  <a:pt x="1499149" y="306648"/>
                </a:lnTo>
                <a:lnTo>
                  <a:pt x="1480947" y="308429"/>
                </a:lnTo>
                <a:lnTo>
                  <a:pt x="1462669" y="309896"/>
                </a:lnTo>
                <a:lnTo>
                  <a:pt x="1444342" y="311058"/>
                </a:lnTo>
                <a:lnTo>
                  <a:pt x="1425969" y="311925"/>
                </a:lnTo>
                <a:lnTo>
                  <a:pt x="1407557" y="312334"/>
                </a:lnTo>
                <a:lnTo>
                  <a:pt x="1389136" y="312611"/>
                </a:lnTo>
                <a:lnTo>
                  <a:pt x="1370714" y="312820"/>
                </a:lnTo>
                <a:lnTo>
                  <a:pt x="1352293" y="313011"/>
                </a:lnTo>
                <a:lnTo>
                  <a:pt x="1333871" y="313172"/>
                </a:lnTo>
                <a:lnTo>
                  <a:pt x="1315450" y="313315"/>
                </a:lnTo>
                <a:lnTo>
                  <a:pt x="1297029" y="313449"/>
                </a:lnTo>
                <a:lnTo>
                  <a:pt x="1278607" y="313573"/>
                </a:lnTo>
                <a:lnTo>
                  <a:pt x="1260177" y="313677"/>
                </a:lnTo>
                <a:lnTo>
                  <a:pt x="1241755" y="313792"/>
                </a:lnTo>
                <a:lnTo>
                  <a:pt x="1223334" y="313887"/>
                </a:lnTo>
                <a:lnTo>
                  <a:pt x="1204913" y="313982"/>
                </a:lnTo>
                <a:lnTo>
                  <a:pt x="1186491" y="314068"/>
                </a:lnTo>
                <a:lnTo>
                  <a:pt x="1168070" y="314144"/>
                </a:lnTo>
                <a:lnTo>
                  <a:pt x="1149639" y="314230"/>
                </a:lnTo>
                <a:lnTo>
                  <a:pt x="1131218" y="314296"/>
                </a:lnTo>
                <a:lnTo>
                  <a:pt x="1112796" y="314373"/>
                </a:lnTo>
                <a:lnTo>
                  <a:pt x="1094375" y="314439"/>
                </a:lnTo>
                <a:lnTo>
                  <a:pt x="1075944" y="314496"/>
                </a:lnTo>
                <a:lnTo>
                  <a:pt x="1057523" y="314554"/>
                </a:lnTo>
                <a:lnTo>
                  <a:pt x="1039101" y="314611"/>
                </a:lnTo>
                <a:lnTo>
                  <a:pt x="1020680" y="314668"/>
                </a:lnTo>
                <a:lnTo>
                  <a:pt x="1002249" y="314716"/>
                </a:lnTo>
                <a:lnTo>
                  <a:pt x="983828" y="314763"/>
                </a:lnTo>
                <a:lnTo>
                  <a:pt x="965406" y="314801"/>
                </a:lnTo>
                <a:lnTo>
                  <a:pt x="946985" y="314839"/>
                </a:lnTo>
                <a:lnTo>
                  <a:pt x="928554" y="314887"/>
                </a:lnTo>
                <a:lnTo>
                  <a:pt x="910133" y="314925"/>
                </a:lnTo>
                <a:lnTo>
                  <a:pt x="891711" y="314954"/>
                </a:lnTo>
                <a:lnTo>
                  <a:pt x="873290" y="314982"/>
                </a:lnTo>
                <a:lnTo>
                  <a:pt x="854859" y="315011"/>
                </a:lnTo>
                <a:lnTo>
                  <a:pt x="836438" y="315030"/>
                </a:lnTo>
                <a:lnTo>
                  <a:pt x="818017" y="315058"/>
                </a:lnTo>
                <a:lnTo>
                  <a:pt x="799595" y="315077"/>
                </a:lnTo>
                <a:lnTo>
                  <a:pt x="781164" y="315097"/>
                </a:lnTo>
                <a:lnTo>
                  <a:pt x="762743" y="315106"/>
                </a:lnTo>
                <a:lnTo>
                  <a:pt x="744322" y="315116"/>
                </a:lnTo>
                <a:lnTo>
                  <a:pt x="725900" y="315135"/>
                </a:lnTo>
                <a:lnTo>
                  <a:pt x="707469" y="315135"/>
                </a:lnTo>
                <a:lnTo>
                  <a:pt x="689048" y="315144"/>
                </a:lnTo>
                <a:lnTo>
                  <a:pt x="670627" y="315144"/>
                </a:lnTo>
                <a:lnTo>
                  <a:pt x="652205" y="315144"/>
                </a:lnTo>
                <a:lnTo>
                  <a:pt x="633774" y="315135"/>
                </a:lnTo>
                <a:lnTo>
                  <a:pt x="615353" y="315125"/>
                </a:lnTo>
                <a:lnTo>
                  <a:pt x="596932" y="315125"/>
                </a:lnTo>
                <a:lnTo>
                  <a:pt x="578510" y="315106"/>
                </a:lnTo>
                <a:lnTo>
                  <a:pt x="560080" y="315087"/>
                </a:lnTo>
                <a:lnTo>
                  <a:pt x="541658" y="315077"/>
                </a:lnTo>
                <a:lnTo>
                  <a:pt x="523237" y="315049"/>
                </a:lnTo>
                <a:lnTo>
                  <a:pt x="504806" y="315020"/>
                </a:lnTo>
                <a:lnTo>
                  <a:pt x="486385" y="314992"/>
                </a:lnTo>
                <a:lnTo>
                  <a:pt x="467963" y="314963"/>
                </a:lnTo>
                <a:lnTo>
                  <a:pt x="449542" y="314925"/>
                </a:lnTo>
                <a:lnTo>
                  <a:pt x="431111" y="314877"/>
                </a:lnTo>
                <a:lnTo>
                  <a:pt x="412690" y="314839"/>
                </a:lnTo>
                <a:lnTo>
                  <a:pt x="394268" y="314782"/>
                </a:lnTo>
                <a:lnTo>
                  <a:pt x="375847" y="314735"/>
                </a:lnTo>
                <a:lnTo>
                  <a:pt x="357426" y="314677"/>
                </a:lnTo>
                <a:lnTo>
                  <a:pt x="338995" y="314611"/>
                </a:lnTo>
                <a:lnTo>
                  <a:pt x="320573" y="314535"/>
                </a:lnTo>
                <a:lnTo>
                  <a:pt x="302152" y="314458"/>
                </a:lnTo>
                <a:lnTo>
                  <a:pt x="283731" y="314382"/>
                </a:lnTo>
                <a:lnTo>
                  <a:pt x="265300" y="314287"/>
                </a:lnTo>
                <a:lnTo>
                  <a:pt x="246878" y="314192"/>
                </a:lnTo>
                <a:lnTo>
                  <a:pt x="228457" y="314077"/>
                </a:lnTo>
                <a:lnTo>
                  <a:pt x="210036" y="313963"/>
                </a:lnTo>
                <a:lnTo>
                  <a:pt x="191614" y="313830"/>
                </a:lnTo>
                <a:lnTo>
                  <a:pt x="173193" y="313696"/>
                </a:lnTo>
                <a:lnTo>
                  <a:pt x="154772" y="313534"/>
                </a:lnTo>
                <a:lnTo>
                  <a:pt x="136350" y="313363"/>
                </a:lnTo>
                <a:lnTo>
                  <a:pt x="117929" y="313172"/>
                </a:lnTo>
                <a:lnTo>
                  <a:pt x="99508" y="312953"/>
                </a:lnTo>
                <a:lnTo>
                  <a:pt x="81086" y="312696"/>
                </a:lnTo>
                <a:lnTo>
                  <a:pt x="62665" y="312401"/>
                </a:lnTo>
                <a:lnTo>
                  <a:pt x="44253" y="312039"/>
                </a:lnTo>
                <a:lnTo>
                  <a:pt x="25841" y="311563"/>
                </a:lnTo>
                <a:lnTo>
                  <a:pt x="7458" y="310810"/>
                </a:lnTo>
                <a:lnTo>
                  <a:pt x="3419" y="301371"/>
                </a:lnTo>
                <a:lnTo>
                  <a:pt x="3172" y="289760"/>
                </a:lnTo>
                <a:lnTo>
                  <a:pt x="2924" y="278149"/>
                </a:lnTo>
                <a:lnTo>
                  <a:pt x="2686" y="266538"/>
                </a:lnTo>
                <a:lnTo>
                  <a:pt x="2438" y="254927"/>
                </a:lnTo>
                <a:lnTo>
                  <a:pt x="2200" y="243316"/>
                </a:lnTo>
                <a:lnTo>
                  <a:pt x="1953" y="231696"/>
                </a:lnTo>
                <a:lnTo>
                  <a:pt x="1705" y="220085"/>
                </a:lnTo>
                <a:lnTo>
                  <a:pt x="1467" y="208474"/>
                </a:lnTo>
                <a:lnTo>
                  <a:pt x="1219" y="196863"/>
                </a:lnTo>
                <a:lnTo>
                  <a:pt x="972" y="185252"/>
                </a:lnTo>
                <a:lnTo>
                  <a:pt x="733" y="173641"/>
                </a:lnTo>
                <a:lnTo>
                  <a:pt x="486" y="162030"/>
                </a:lnTo>
                <a:lnTo>
                  <a:pt x="248" y="150419"/>
                </a:lnTo>
                <a:lnTo>
                  <a:pt x="0" y="138808"/>
                </a:lnTo>
                <a:lnTo>
                  <a:pt x="6763" y="131207"/>
                </a:lnTo>
                <a:lnTo>
                  <a:pt x="25136" y="130369"/>
                </a:lnTo>
                <a:lnTo>
                  <a:pt x="43520" y="129654"/>
                </a:lnTo>
                <a:lnTo>
                  <a:pt x="61922" y="129064"/>
                </a:lnTo>
                <a:lnTo>
                  <a:pt x="80334" y="128578"/>
                </a:lnTo>
                <a:lnTo>
                  <a:pt x="98746" y="128187"/>
                </a:lnTo>
                <a:lnTo>
                  <a:pt x="117158" y="127892"/>
                </a:lnTo>
                <a:lnTo>
                  <a:pt x="135579" y="127673"/>
                </a:lnTo>
                <a:lnTo>
                  <a:pt x="154000" y="127521"/>
                </a:lnTo>
                <a:lnTo>
                  <a:pt x="172431" y="127435"/>
                </a:lnTo>
                <a:lnTo>
                  <a:pt x="190852" y="127416"/>
                </a:lnTo>
                <a:lnTo>
                  <a:pt x="209274" y="127445"/>
                </a:lnTo>
                <a:lnTo>
                  <a:pt x="227695" y="127530"/>
                </a:lnTo>
                <a:lnTo>
                  <a:pt x="246126" y="127654"/>
                </a:lnTo>
                <a:lnTo>
                  <a:pt x="264547" y="127835"/>
                </a:lnTo>
                <a:lnTo>
                  <a:pt x="282969" y="128045"/>
                </a:lnTo>
                <a:lnTo>
                  <a:pt x="301381" y="128302"/>
                </a:lnTo>
                <a:lnTo>
                  <a:pt x="319802" y="128588"/>
                </a:lnTo>
                <a:lnTo>
                  <a:pt x="338223" y="128902"/>
                </a:lnTo>
                <a:lnTo>
                  <a:pt x="356635" y="129254"/>
                </a:lnTo>
                <a:lnTo>
                  <a:pt x="375047" y="129626"/>
                </a:lnTo>
                <a:lnTo>
                  <a:pt x="393459" y="130026"/>
                </a:lnTo>
                <a:lnTo>
                  <a:pt x="411871" y="130454"/>
                </a:lnTo>
                <a:lnTo>
                  <a:pt x="430282" y="130902"/>
                </a:lnTo>
                <a:lnTo>
                  <a:pt x="448694" y="131369"/>
                </a:lnTo>
                <a:lnTo>
                  <a:pt x="467096" y="131855"/>
                </a:lnTo>
                <a:lnTo>
                  <a:pt x="485508" y="132350"/>
                </a:lnTo>
                <a:lnTo>
                  <a:pt x="503911" y="132874"/>
                </a:lnTo>
                <a:lnTo>
                  <a:pt x="522313" y="133398"/>
                </a:lnTo>
                <a:lnTo>
                  <a:pt x="540725" y="133941"/>
                </a:lnTo>
                <a:lnTo>
                  <a:pt x="559127" y="134503"/>
                </a:lnTo>
                <a:lnTo>
                  <a:pt x="577529" y="135065"/>
                </a:lnTo>
                <a:lnTo>
                  <a:pt x="595922" y="135636"/>
                </a:lnTo>
                <a:lnTo>
                  <a:pt x="614324" y="136217"/>
                </a:lnTo>
                <a:lnTo>
                  <a:pt x="632727" y="136808"/>
                </a:lnTo>
                <a:lnTo>
                  <a:pt x="651129" y="137398"/>
                </a:lnTo>
                <a:lnTo>
                  <a:pt x="669531" y="137998"/>
                </a:lnTo>
                <a:lnTo>
                  <a:pt x="687924" y="138598"/>
                </a:lnTo>
                <a:lnTo>
                  <a:pt x="706326" y="139198"/>
                </a:lnTo>
                <a:lnTo>
                  <a:pt x="724719" y="139798"/>
                </a:lnTo>
                <a:lnTo>
                  <a:pt x="743121" y="140399"/>
                </a:lnTo>
                <a:lnTo>
                  <a:pt x="761524" y="140999"/>
                </a:lnTo>
                <a:lnTo>
                  <a:pt x="779926" y="141599"/>
                </a:lnTo>
                <a:lnTo>
                  <a:pt x="798319" y="142199"/>
                </a:lnTo>
                <a:lnTo>
                  <a:pt x="816721" y="142789"/>
                </a:lnTo>
                <a:lnTo>
                  <a:pt x="835123" y="143380"/>
                </a:lnTo>
                <a:lnTo>
                  <a:pt x="853526" y="143951"/>
                </a:lnTo>
                <a:lnTo>
                  <a:pt x="871928" y="144523"/>
                </a:lnTo>
                <a:lnTo>
                  <a:pt x="890330" y="145085"/>
                </a:lnTo>
                <a:lnTo>
                  <a:pt x="908733" y="145637"/>
                </a:lnTo>
                <a:lnTo>
                  <a:pt x="927135" y="146180"/>
                </a:lnTo>
                <a:lnTo>
                  <a:pt x="945537" y="146704"/>
                </a:lnTo>
                <a:lnTo>
                  <a:pt x="963940" y="147209"/>
                </a:lnTo>
                <a:lnTo>
                  <a:pt x="982351" y="147704"/>
                </a:lnTo>
                <a:lnTo>
                  <a:pt x="1000763" y="148180"/>
                </a:lnTo>
                <a:lnTo>
                  <a:pt x="1019165" y="148638"/>
                </a:lnTo>
                <a:lnTo>
                  <a:pt x="1037577" y="149076"/>
                </a:lnTo>
                <a:lnTo>
                  <a:pt x="1055989" y="149485"/>
                </a:lnTo>
                <a:lnTo>
                  <a:pt x="1074410" y="149876"/>
                </a:lnTo>
                <a:lnTo>
                  <a:pt x="1092822" y="150238"/>
                </a:lnTo>
                <a:lnTo>
                  <a:pt x="1111234" y="150562"/>
                </a:lnTo>
                <a:lnTo>
                  <a:pt x="1129655" y="150866"/>
                </a:lnTo>
                <a:lnTo>
                  <a:pt x="1148077" y="151133"/>
                </a:lnTo>
                <a:lnTo>
                  <a:pt x="1166498" y="151362"/>
                </a:lnTo>
                <a:lnTo>
                  <a:pt x="1184920" y="151543"/>
                </a:lnTo>
                <a:lnTo>
                  <a:pt x="1203341" y="151695"/>
                </a:lnTo>
                <a:lnTo>
                  <a:pt x="1221762" y="151790"/>
                </a:lnTo>
                <a:lnTo>
                  <a:pt x="1240184" y="151829"/>
                </a:lnTo>
                <a:lnTo>
                  <a:pt x="1258605" y="151819"/>
                </a:lnTo>
                <a:lnTo>
                  <a:pt x="1277036" y="151743"/>
                </a:lnTo>
                <a:lnTo>
                  <a:pt x="1295457" y="151609"/>
                </a:lnTo>
                <a:lnTo>
                  <a:pt x="1313879" y="151390"/>
                </a:lnTo>
                <a:lnTo>
                  <a:pt x="1332290" y="151095"/>
                </a:lnTo>
                <a:lnTo>
                  <a:pt x="1350712" y="150714"/>
                </a:lnTo>
                <a:lnTo>
                  <a:pt x="1369114" y="150228"/>
                </a:lnTo>
                <a:lnTo>
                  <a:pt x="1387516" y="149628"/>
                </a:lnTo>
                <a:lnTo>
                  <a:pt x="1405900" y="148904"/>
                </a:lnTo>
                <a:lnTo>
                  <a:pt x="1424273" y="148047"/>
                </a:lnTo>
                <a:lnTo>
                  <a:pt x="1442628" y="147018"/>
                </a:lnTo>
                <a:lnTo>
                  <a:pt x="1460954" y="145809"/>
                </a:lnTo>
                <a:lnTo>
                  <a:pt x="1479233" y="144380"/>
                </a:lnTo>
                <a:lnTo>
                  <a:pt x="1497463" y="142694"/>
                </a:lnTo>
                <a:lnTo>
                  <a:pt x="1515608" y="140694"/>
                </a:lnTo>
                <a:lnTo>
                  <a:pt x="1533639" y="138322"/>
                </a:lnTo>
                <a:lnTo>
                  <a:pt x="1551499" y="135474"/>
                </a:lnTo>
                <a:lnTo>
                  <a:pt x="1569082" y="132007"/>
                </a:lnTo>
                <a:lnTo>
                  <a:pt x="1586198" y="127711"/>
                </a:lnTo>
                <a:lnTo>
                  <a:pt x="1602448" y="122263"/>
                </a:lnTo>
                <a:lnTo>
                  <a:pt x="1616964" y="115157"/>
                </a:lnTo>
                <a:lnTo>
                  <a:pt x="1627823" y="105842"/>
                </a:lnTo>
                <a:lnTo>
                  <a:pt x="1632194" y="94650"/>
                </a:lnTo>
                <a:lnTo>
                  <a:pt x="1644539" y="88830"/>
                </a:lnTo>
                <a:lnTo>
                  <a:pt x="1661884" y="84906"/>
                </a:lnTo>
                <a:lnTo>
                  <a:pt x="1678981" y="80591"/>
                </a:lnTo>
                <a:lnTo>
                  <a:pt x="1695869" y="75943"/>
                </a:lnTo>
                <a:lnTo>
                  <a:pt x="1712528" y="70990"/>
                </a:lnTo>
                <a:lnTo>
                  <a:pt x="1728978" y="65751"/>
                </a:lnTo>
                <a:lnTo>
                  <a:pt x="1745199" y="60255"/>
                </a:lnTo>
                <a:lnTo>
                  <a:pt x="1761201" y="54493"/>
                </a:lnTo>
                <a:lnTo>
                  <a:pt x="1776965" y="48492"/>
                </a:lnTo>
                <a:lnTo>
                  <a:pt x="1792491" y="42243"/>
                </a:lnTo>
                <a:lnTo>
                  <a:pt x="1807778" y="35757"/>
                </a:lnTo>
                <a:lnTo>
                  <a:pt x="1822809" y="29042"/>
                </a:lnTo>
                <a:lnTo>
                  <a:pt x="1837592" y="22108"/>
                </a:lnTo>
                <a:lnTo>
                  <a:pt x="1852098" y="14954"/>
                </a:lnTo>
                <a:lnTo>
                  <a:pt x="1866329" y="7582"/>
                </a:lnTo>
                <a:lnTo>
                  <a:pt x="188029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DDF4B538-CB9F-48A4-AE97-28D73340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3952427"/>
            <a:ext cx="1880445" cy="1185262"/>
          </a:xfrm>
          <a:custGeom xmlns:a="http://schemas.openxmlformats.org/drawingml/2006/main">
            <a:pathLst>
              <a:path w="1880445" h="1185262">
                <a:moveTo>
                  <a:pt x="0" y="1185262"/>
                </a:moveTo>
                <a:lnTo>
                  <a:pt x="30194" y="1185262"/>
                </a:lnTo>
                <a:lnTo>
                  <a:pt x="60389" y="1185262"/>
                </a:lnTo>
                <a:lnTo>
                  <a:pt x="90573" y="1185262"/>
                </a:lnTo>
                <a:lnTo>
                  <a:pt x="120767" y="1185262"/>
                </a:lnTo>
                <a:lnTo>
                  <a:pt x="150962" y="1185262"/>
                </a:lnTo>
                <a:lnTo>
                  <a:pt x="181156" y="1185262"/>
                </a:lnTo>
                <a:lnTo>
                  <a:pt x="211350" y="1185262"/>
                </a:lnTo>
                <a:lnTo>
                  <a:pt x="241544" y="1185262"/>
                </a:lnTo>
                <a:lnTo>
                  <a:pt x="271729" y="1185262"/>
                </a:lnTo>
                <a:lnTo>
                  <a:pt x="301923" y="1185262"/>
                </a:lnTo>
                <a:lnTo>
                  <a:pt x="332118" y="1185262"/>
                </a:lnTo>
                <a:lnTo>
                  <a:pt x="362312" y="1185262"/>
                </a:lnTo>
                <a:lnTo>
                  <a:pt x="392506" y="1185262"/>
                </a:lnTo>
                <a:lnTo>
                  <a:pt x="422691" y="1185262"/>
                </a:lnTo>
                <a:lnTo>
                  <a:pt x="452885" y="1185262"/>
                </a:lnTo>
                <a:lnTo>
                  <a:pt x="483079" y="1185262"/>
                </a:lnTo>
                <a:lnTo>
                  <a:pt x="513274" y="1185262"/>
                </a:lnTo>
                <a:lnTo>
                  <a:pt x="543468" y="1185262"/>
                </a:lnTo>
                <a:lnTo>
                  <a:pt x="573662" y="1185262"/>
                </a:lnTo>
                <a:lnTo>
                  <a:pt x="603847" y="1185262"/>
                </a:lnTo>
                <a:lnTo>
                  <a:pt x="634041" y="1185262"/>
                </a:lnTo>
                <a:lnTo>
                  <a:pt x="664235" y="1185262"/>
                </a:lnTo>
                <a:lnTo>
                  <a:pt x="694430" y="1185262"/>
                </a:lnTo>
                <a:lnTo>
                  <a:pt x="724624" y="1185262"/>
                </a:lnTo>
                <a:lnTo>
                  <a:pt x="754818" y="1185262"/>
                </a:lnTo>
                <a:lnTo>
                  <a:pt x="785003" y="1185262"/>
                </a:lnTo>
                <a:lnTo>
                  <a:pt x="815197" y="1185262"/>
                </a:lnTo>
                <a:lnTo>
                  <a:pt x="845391" y="1185262"/>
                </a:lnTo>
                <a:lnTo>
                  <a:pt x="875586" y="1185262"/>
                </a:lnTo>
                <a:lnTo>
                  <a:pt x="905780" y="1185262"/>
                </a:lnTo>
                <a:lnTo>
                  <a:pt x="935965" y="1185262"/>
                </a:lnTo>
                <a:lnTo>
                  <a:pt x="966159" y="1185262"/>
                </a:lnTo>
                <a:lnTo>
                  <a:pt x="996353" y="1185262"/>
                </a:lnTo>
                <a:lnTo>
                  <a:pt x="1026547" y="1185262"/>
                </a:lnTo>
                <a:lnTo>
                  <a:pt x="1056742" y="1185262"/>
                </a:lnTo>
                <a:lnTo>
                  <a:pt x="1086936" y="1185262"/>
                </a:lnTo>
                <a:lnTo>
                  <a:pt x="1117121" y="1185262"/>
                </a:lnTo>
                <a:lnTo>
                  <a:pt x="1147315" y="1185262"/>
                </a:lnTo>
                <a:lnTo>
                  <a:pt x="1177509" y="1185262"/>
                </a:lnTo>
                <a:lnTo>
                  <a:pt x="1207703" y="1185262"/>
                </a:lnTo>
                <a:lnTo>
                  <a:pt x="1237898" y="1185262"/>
                </a:lnTo>
                <a:lnTo>
                  <a:pt x="1267787" y="1183119"/>
                </a:lnTo>
                <a:lnTo>
                  <a:pt x="1297515" y="1179795"/>
                </a:lnTo>
                <a:lnTo>
                  <a:pt x="1327242" y="1176471"/>
                </a:lnTo>
                <a:lnTo>
                  <a:pt x="1356970" y="1173147"/>
                </a:lnTo>
                <a:lnTo>
                  <a:pt x="1386697" y="1169822"/>
                </a:lnTo>
                <a:lnTo>
                  <a:pt x="1416425" y="1166498"/>
                </a:lnTo>
                <a:lnTo>
                  <a:pt x="1446162" y="1163174"/>
                </a:lnTo>
                <a:lnTo>
                  <a:pt x="1475889" y="1159850"/>
                </a:lnTo>
                <a:lnTo>
                  <a:pt x="1498578" y="1148210"/>
                </a:lnTo>
                <a:lnTo>
                  <a:pt x="1519533" y="1134504"/>
                </a:lnTo>
                <a:lnTo>
                  <a:pt x="1540478" y="1120797"/>
                </a:lnTo>
                <a:lnTo>
                  <a:pt x="1561433" y="1107100"/>
                </a:lnTo>
                <a:lnTo>
                  <a:pt x="1582379" y="1093394"/>
                </a:lnTo>
                <a:lnTo>
                  <a:pt x="1603334" y="1079687"/>
                </a:lnTo>
                <a:lnTo>
                  <a:pt x="1624279" y="1065990"/>
                </a:lnTo>
                <a:lnTo>
                  <a:pt x="1645234" y="1052284"/>
                </a:lnTo>
                <a:lnTo>
                  <a:pt x="1666180" y="1038577"/>
                </a:lnTo>
                <a:lnTo>
                  <a:pt x="1687135" y="1024880"/>
                </a:lnTo>
                <a:lnTo>
                  <a:pt x="1708080" y="1011174"/>
                </a:lnTo>
                <a:lnTo>
                  <a:pt x="1729035" y="997468"/>
                </a:lnTo>
                <a:lnTo>
                  <a:pt x="1749981" y="983761"/>
                </a:lnTo>
                <a:lnTo>
                  <a:pt x="1770936" y="970064"/>
                </a:lnTo>
                <a:lnTo>
                  <a:pt x="1791881" y="956358"/>
                </a:lnTo>
                <a:lnTo>
                  <a:pt x="1812836" y="942651"/>
                </a:lnTo>
                <a:lnTo>
                  <a:pt x="1833782" y="928954"/>
                </a:lnTo>
                <a:lnTo>
                  <a:pt x="1854737" y="915248"/>
                </a:lnTo>
                <a:lnTo>
                  <a:pt x="1875682" y="901541"/>
                </a:lnTo>
                <a:lnTo>
                  <a:pt x="1880445" y="883720"/>
                </a:lnTo>
                <a:lnTo>
                  <a:pt x="1880445" y="864689"/>
                </a:lnTo>
                <a:lnTo>
                  <a:pt x="1880445" y="845658"/>
                </a:lnTo>
                <a:lnTo>
                  <a:pt x="1880445" y="826627"/>
                </a:lnTo>
                <a:lnTo>
                  <a:pt x="1880445" y="807596"/>
                </a:lnTo>
                <a:lnTo>
                  <a:pt x="1880445" y="788565"/>
                </a:lnTo>
                <a:lnTo>
                  <a:pt x="1880445" y="769534"/>
                </a:lnTo>
                <a:lnTo>
                  <a:pt x="1880445" y="750503"/>
                </a:lnTo>
                <a:lnTo>
                  <a:pt x="1880445" y="731472"/>
                </a:lnTo>
                <a:lnTo>
                  <a:pt x="1880445" y="712441"/>
                </a:lnTo>
                <a:lnTo>
                  <a:pt x="1880445" y="693420"/>
                </a:lnTo>
                <a:lnTo>
                  <a:pt x="1880445" y="674389"/>
                </a:lnTo>
                <a:lnTo>
                  <a:pt x="1880445" y="655358"/>
                </a:lnTo>
                <a:lnTo>
                  <a:pt x="1880445" y="636327"/>
                </a:lnTo>
                <a:lnTo>
                  <a:pt x="1880445" y="617296"/>
                </a:lnTo>
                <a:lnTo>
                  <a:pt x="1880445" y="598265"/>
                </a:lnTo>
                <a:lnTo>
                  <a:pt x="1880445" y="579234"/>
                </a:lnTo>
                <a:lnTo>
                  <a:pt x="1880445" y="560203"/>
                </a:lnTo>
                <a:lnTo>
                  <a:pt x="1880445" y="541172"/>
                </a:lnTo>
                <a:lnTo>
                  <a:pt x="1880445" y="522141"/>
                </a:lnTo>
                <a:lnTo>
                  <a:pt x="1880445" y="503111"/>
                </a:lnTo>
                <a:lnTo>
                  <a:pt x="1880445" y="484080"/>
                </a:lnTo>
                <a:lnTo>
                  <a:pt x="1880445" y="465049"/>
                </a:lnTo>
                <a:lnTo>
                  <a:pt x="1880445" y="446018"/>
                </a:lnTo>
                <a:lnTo>
                  <a:pt x="1880445" y="426987"/>
                </a:lnTo>
                <a:lnTo>
                  <a:pt x="1880445" y="407956"/>
                </a:lnTo>
                <a:lnTo>
                  <a:pt x="1880445" y="388925"/>
                </a:lnTo>
                <a:lnTo>
                  <a:pt x="1880445" y="369894"/>
                </a:lnTo>
                <a:lnTo>
                  <a:pt x="1880445" y="350863"/>
                </a:lnTo>
                <a:lnTo>
                  <a:pt x="1880445" y="331832"/>
                </a:lnTo>
                <a:lnTo>
                  <a:pt x="1880445" y="312801"/>
                </a:lnTo>
                <a:lnTo>
                  <a:pt x="1880445" y="293770"/>
                </a:lnTo>
                <a:lnTo>
                  <a:pt x="1880445" y="274739"/>
                </a:lnTo>
                <a:lnTo>
                  <a:pt x="1880445" y="255708"/>
                </a:lnTo>
                <a:lnTo>
                  <a:pt x="1880445" y="236677"/>
                </a:lnTo>
                <a:lnTo>
                  <a:pt x="1880445" y="217646"/>
                </a:lnTo>
                <a:lnTo>
                  <a:pt x="1880445" y="198615"/>
                </a:lnTo>
                <a:lnTo>
                  <a:pt x="1880445" y="179584"/>
                </a:lnTo>
                <a:lnTo>
                  <a:pt x="1880445" y="160553"/>
                </a:lnTo>
                <a:lnTo>
                  <a:pt x="1880445" y="141522"/>
                </a:lnTo>
                <a:lnTo>
                  <a:pt x="1880445" y="122492"/>
                </a:lnTo>
                <a:lnTo>
                  <a:pt x="1880445" y="103461"/>
                </a:lnTo>
                <a:lnTo>
                  <a:pt x="1880445" y="84430"/>
                </a:lnTo>
                <a:lnTo>
                  <a:pt x="1880445" y="65399"/>
                </a:lnTo>
                <a:lnTo>
                  <a:pt x="1880445" y="46368"/>
                </a:lnTo>
                <a:lnTo>
                  <a:pt x="1880445" y="27337"/>
                </a:lnTo>
                <a:lnTo>
                  <a:pt x="1880445" y="8306"/>
                </a:lnTo>
                <a:lnTo>
                  <a:pt x="1863433" y="0"/>
                </a:lnTo>
                <a:lnTo>
                  <a:pt x="1833239" y="0"/>
                </a:lnTo>
                <a:lnTo>
                  <a:pt x="1803044" y="0"/>
                </a:lnTo>
                <a:lnTo>
                  <a:pt x="1772850" y="0"/>
                </a:lnTo>
                <a:lnTo>
                  <a:pt x="1742665" y="0"/>
                </a:lnTo>
                <a:lnTo>
                  <a:pt x="1712471" y="0"/>
                </a:lnTo>
                <a:lnTo>
                  <a:pt x="1682277" y="0"/>
                </a:lnTo>
                <a:lnTo>
                  <a:pt x="1652083" y="0"/>
                </a:lnTo>
                <a:lnTo>
                  <a:pt x="1621888" y="0"/>
                </a:lnTo>
                <a:lnTo>
                  <a:pt x="1591704" y="0"/>
                </a:lnTo>
                <a:lnTo>
                  <a:pt x="1561509" y="0"/>
                </a:lnTo>
                <a:lnTo>
                  <a:pt x="1531315" y="0"/>
                </a:lnTo>
                <a:lnTo>
                  <a:pt x="1501121" y="0"/>
                </a:lnTo>
                <a:lnTo>
                  <a:pt x="1470927" y="0"/>
                </a:lnTo>
                <a:lnTo>
                  <a:pt x="1440732" y="0"/>
                </a:lnTo>
                <a:lnTo>
                  <a:pt x="1410548" y="0"/>
                </a:lnTo>
                <a:lnTo>
                  <a:pt x="1380353" y="0"/>
                </a:lnTo>
                <a:lnTo>
                  <a:pt x="1350159" y="0"/>
                </a:lnTo>
                <a:lnTo>
                  <a:pt x="1319965" y="0"/>
                </a:lnTo>
                <a:lnTo>
                  <a:pt x="1289771" y="0"/>
                </a:lnTo>
                <a:lnTo>
                  <a:pt x="1259586" y="0"/>
                </a:lnTo>
                <a:lnTo>
                  <a:pt x="1229392" y="0"/>
                </a:lnTo>
                <a:lnTo>
                  <a:pt x="1199198" y="0"/>
                </a:lnTo>
                <a:lnTo>
                  <a:pt x="1169003" y="0"/>
                </a:lnTo>
                <a:lnTo>
                  <a:pt x="1138809" y="0"/>
                </a:lnTo>
                <a:lnTo>
                  <a:pt x="1108615" y="0"/>
                </a:lnTo>
                <a:lnTo>
                  <a:pt x="1078430" y="0"/>
                </a:lnTo>
                <a:lnTo>
                  <a:pt x="1048236" y="0"/>
                </a:lnTo>
                <a:lnTo>
                  <a:pt x="1018042" y="0"/>
                </a:lnTo>
                <a:lnTo>
                  <a:pt x="987847" y="0"/>
                </a:lnTo>
                <a:lnTo>
                  <a:pt x="957653" y="0"/>
                </a:lnTo>
                <a:lnTo>
                  <a:pt x="927459" y="0"/>
                </a:lnTo>
                <a:lnTo>
                  <a:pt x="897274" y="0"/>
                </a:lnTo>
                <a:lnTo>
                  <a:pt x="867080" y="0"/>
                </a:lnTo>
                <a:lnTo>
                  <a:pt x="836886" y="0"/>
                </a:lnTo>
                <a:lnTo>
                  <a:pt x="806691" y="0"/>
                </a:lnTo>
                <a:lnTo>
                  <a:pt x="776497" y="0"/>
                </a:lnTo>
                <a:lnTo>
                  <a:pt x="746312" y="0"/>
                </a:lnTo>
                <a:lnTo>
                  <a:pt x="716118" y="0"/>
                </a:lnTo>
                <a:lnTo>
                  <a:pt x="685924" y="0"/>
                </a:lnTo>
                <a:lnTo>
                  <a:pt x="655730" y="0"/>
                </a:lnTo>
                <a:lnTo>
                  <a:pt x="625535" y="0"/>
                </a:lnTo>
                <a:lnTo>
                  <a:pt x="595341" y="0"/>
                </a:lnTo>
                <a:lnTo>
                  <a:pt x="565156" y="0"/>
                </a:lnTo>
                <a:lnTo>
                  <a:pt x="534962" y="0"/>
                </a:lnTo>
                <a:lnTo>
                  <a:pt x="504768" y="0"/>
                </a:lnTo>
                <a:lnTo>
                  <a:pt x="474574" y="0"/>
                </a:lnTo>
                <a:lnTo>
                  <a:pt x="444379" y="0"/>
                </a:lnTo>
                <a:lnTo>
                  <a:pt x="414195" y="0"/>
                </a:lnTo>
                <a:lnTo>
                  <a:pt x="384000" y="0"/>
                </a:lnTo>
                <a:lnTo>
                  <a:pt x="353806" y="0"/>
                </a:lnTo>
                <a:lnTo>
                  <a:pt x="323612" y="0"/>
                </a:lnTo>
                <a:lnTo>
                  <a:pt x="293418" y="0"/>
                </a:lnTo>
                <a:lnTo>
                  <a:pt x="263223" y="0"/>
                </a:lnTo>
                <a:lnTo>
                  <a:pt x="233039" y="0"/>
                </a:lnTo>
                <a:lnTo>
                  <a:pt x="202844" y="0"/>
                </a:lnTo>
                <a:lnTo>
                  <a:pt x="172650" y="0"/>
                </a:lnTo>
                <a:lnTo>
                  <a:pt x="142456" y="0"/>
                </a:lnTo>
                <a:lnTo>
                  <a:pt x="112262" y="0"/>
                </a:lnTo>
                <a:lnTo>
                  <a:pt x="82067" y="0"/>
                </a:lnTo>
                <a:lnTo>
                  <a:pt x="51883" y="0"/>
                </a:lnTo>
                <a:lnTo>
                  <a:pt x="21688" y="0"/>
                </a:lnTo>
                <a:lnTo>
                  <a:pt x="0" y="5363"/>
                </a:lnTo>
                <a:lnTo>
                  <a:pt x="0" y="24394"/>
                </a:lnTo>
                <a:lnTo>
                  <a:pt x="0" y="43424"/>
                </a:lnTo>
                <a:lnTo>
                  <a:pt x="0" y="62455"/>
                </a:lnTo>
                <a:lnTo>
                  <a:pt x="0" y="81486"/>
                </a:lnTo>
                <a:lnTo>
                  <a:pt x="0" y="100517"/>
                </a:lnTo>
                <a:lnTo>
                  <a:pt x="0" y="119548"/>
                </a:lnTo>
                <a:lnTo>
                  <a:pt x="0" y="138579"/>
                </a:lnTo>
                <a:lnTo>
                  <a:pt x="0" y="157610"/>
                </a:lnTo>
                <a:lnTo>
                  <a:pt x="0" y="176641"/>
                </a:lnTo>
                <a:lnTo>
                  <a:pt x="0" y="195672"/>
                </a:lnTo>
                <a:lnTo>
                  <a:pt x="0" y="214703"/>
                </a:lnTo>
                <a:lnTo>
                  <a:pt x="0" y="233734"/>
                </a:lnTo>
                <a:lnTo>
                  <a:pt x="0" y="252765"/>
                </a:lnTo>
                <a:lnTo>
                  <a:pt x="0" y="271796"/>
                </a:lnTo>
                <a:lnTo>
                  <a:pt x="0" y="290827"/>
                </a:lnTo>
                <a:lnTo>
                  <a:pt x="0" y="309858"/>
                </a:lnTo>
                <a:lnTo>
                  <a:pt x="0" y="328879"/>
                </a:lnTo>
                <a:lnTo>
                  <a:pt x="0" y="347910"/>
                </a:lnTo>
                <a:lnTo>
                  <a:pt x="0" y="366941"/>
                </a:lnTo>
                <a:lnTo>
                  <a:pt x="0" y="385972"/>
                </a:lnTo>
                <a:lnTo>
                  <a:pt x="0" y="405003"/>
                </a:lnTo>
                <a:lnTo>
                  <a:pt x="0" y="424034"/>
                </a:lnTo>
                <a:lnTo>
                  <a:pt x="0" y="443065"/>
                </a:lnTo>
                <a:lnTo>
                  <a:pt x="0" y="462096"/>
                </a:lnTo>
                <a:lnTo>
                  <a:pt x="0" y="481127"/>
                </a:lnTo>
                <a:lnTo>
                  <a:pt x="0" y="500158"/>
                </a:lnTo>
                <a:lnTo>
                  <a:pt x="0" y="519189"/>
                </a:lnTo>
                <a:lnTo>
                  <a:pt x="0" y="538220"/>
                </a:lnTo>
                <a:lnTo>
                  <a:pt x="0" y="557251"/>
                </a:lnTo>
                <a:lnTo>
                  <a:pt x="0" y="576282"/>
                </a:lnTo>
                <a:lnTo>
                  <a:pt x="0" y="595313"/>
                </a:lnTo>
                <a:lnTo>
                  <a:pt x="0" y="614343"/>
                </a:lnTo>
                <a:lnTo>
                  <a:pt x="0" y="633374"/>
                </a:lnTo>
                <a:lnTo>
                  <a:pt x="0" y="652405"/>
                </a:lnTo>
                <a:lnTo>
                  <a:pt x="0" y="671436"/>
                </a:lnTo>
                <a:lnTo>
                  <a:pt x="0" y="690467"/>
                </a:lnTo>
                <a:lnTo>
                  <a:pt x="0" y="709498"/>
                </a:lnTo>
                <a:lnTo>
                  <a:pt x="0" y="728529"/>
                </a:lnTo>
                <a:lnTo>
                  <a:pt x="0" y="747560"/>
                </a:lnTo>
                <a:lnTo>
                  <a:pt x="0" y="766591"/>
                </a:lnTo>
                <a:lnTo>
                  <a:pt x="0" y="785622"/>
                </a:lnTo>
                <a:lnTo>
                  <a:pt x="0" y="804653"/>
                </a:lnTo>
                <a:lnTo>
                  <a:pt x="0" y="823684"/>
                </a:lnTo>
                <a:lnTo>
                  <a:pt x="0" y="842715"/>
                </a:lnTo>
                <a:lnTo>
                  <a:pt x="0" y="861746"/>
                </a:lnTo>
                <a:lnTo>
                  <a:pt x="0" y="880777"/>
                </a:lnTo>
                <a:lnTo>
                  <a:pt x="0" y="899808"/>
                </a:lnTo>
                <a:lnTo>
                  <a:pt x="0" y="918839"/>
                </a:lnTo>
                <a:lnTo>
                  <a:pt x="0" y="937870"/>
                </a:lnTo>
                <a:lnTo>
                  <a:pt x="0" y="956901"/>
                </a:lnTo>
                <a:lnTo>
                  <a:pt x="0" y="975931"/>
                </a:lnTo>
                <a:lnTo>
                  <a:pt x="0" y="994962"/>
                </a:lnTo>
                <a:lnTo>
                  <a:pt x="0" y="1013993"/>
                </a:lnTo>
                <a:lnTo>
                  <a:pt x="0" y="1033024"/>
                </a:lnTo>
                <a:lnTo>
                  <a:pt x="0" y="1052055"/>
                </a:lnTo>
                <a:lnTo>
                  <a:pt x="0" y="1071086"/>
                </a:lnTo>
                <a:lnTo>
                  <a:pt x="0" y="1090117"/>
                </a:lnTo>
                <a:lnTo>
                  <a:pt x="0" y="1109148"/>
                </a:lnTo>
                <a:lnTo>
                  <a:pt x="0" y="1128179"/>
                </a:lnTo>
                <a:lnTo>
                  <a:pt x="0" y="1147210"/>
                </a:lnTo>
                <a:lnTo>
                  <a:pt x="0" y="1166241"/>
                </a:lnTo>
                <a:lnTo>
                  <a:pt x="0" y="11852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30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58F84B20-5461-410E-B8EB-E927DB41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3952427"/>
            <a:ext cx="1880445" cy="203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933CCB77-1CEB-426A-8F63-DF04D4F4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876" y="4850863"/>
            <a:ext cx="692810" cy="287055"/>
          </a:xfrm>
          <a:custGeom xmlns:a="http://schemas.openxmlformats.org/drawingml/2006/main">
            <a:pathLst>
              <a:path w="692810" h="287055">
                <a:moveTo>
                  <a:pt x="692810" y="0"/>
                </a:moveTo>
                <a:lnTo>
                  <a:pt x="691991" y="4763"/>
                </a:lnTo>
                <a:lnTo>
                  <a:pt x="690905" y="9506"/>
                </a:lnTo>
                <a:lnTo>
                  <a:pt x="689639" y="14221"/>
                </a:lnTo>
                <a:lnTo>
                  <a:pt x="688219" y="18926"/>
                </a:lnTo>
                <a:lnTo>
                  <a:pt x="686648" y="23622"/>
                </a:lnTo>
                <a:lnTo>
                  <a:pt x="684952" y="28289"/>
                </a:lnTo>
                <a:lnTo>
                  <a:pt x="683114" y="32937"/>
                </a:lnTo>
                <a:lnTo>
                  <a:pt x="681161" y="37567"/>
                </a:lnTo>
                <a:lnTo>
                  <a:pt x="679085" y="42167"/>
                </a:lnTo>
                <a:lnTo>
                  <a:pt x="676885" y="46758"/>
                </a:lnTo>
                <a:lnTo>
                  <a:pt x="674570" y="51321"/>
                </a:lnTo>
                <a:lnTo>
                  <a:pt x="672151" y="55855"/>
                </a:lnTo>
                <a:lnTo>
                  <a:pt x="669608" y="60369"/>
                </a:lnTo>
                <a:lnTo>
                  <a:pt x="666960" y="64865"/>
                </a:lnTo>
                <a:lnTo>
                  <a:pt x="664197" y="69323"/>
                </a:lnTo>
                <a:lnTo>
                  <a:pt x="661330" y="73762"/>
                </a:lnTo>
                <a:lnTo>
                  <a:pt x="658358" y="78172"/>
                </a:lnTo>
                <a:lnTo>
                  <a:pt x="655282" y="82544"/>
                </a:lnTo>
                <a:lnTo>
                  <a:pt x="652091" y="86897"/>
                </a:lnTo>
                <a:lnTo>
                  <a:pt x="648795" y="91211"/>
                </a:lnTo>
                <a:lnTo>
                  <a:pt x="645404" y="95498"/>
                </a:lnTo>
                <a:lnTo>
                  <a:pt x="641899" y="99746"/>
                </a:lnTo>
                <a:lnTo>
                  <a:pt x="638299" y="103965"/>
                </a:lnTo>
                <a:lnTo>
                  <a:pt x="634594" y="108147"/>
                </a:lnTo>
                <a:lnTo>
                  <a:pt x="630784" y="112290"/>
                </a:lnTo>
                <a:lnTo>
                  <a:pt x="626878" y="116405"/>
                </a:lnTo>
                <a:lnTo>
                  <a:pt x="622868" y="120472"/>
                </a:lnTo>
                <a:lnTo>
                  <a:pt x="618763" y="124501"/>
                </a:lnTo>
                <a:lnTo>
                  <a:pt x="614563" y="128492"/>
                </a:lnTo>
                <a:lnTo>
                  <a:pt x="610267" y="132445"/>
                </a:lnTo>
                <a:lnTo>
                  <a:pt x="605866" y="136350"/>
                </a:lnTo>
                <a:lnTo>
                  <a:pt x="601370" y="140208"/>
                </a:lnTo>
                <a:lnTo>
                  <a:pt x="596789" y="144028"/>
                </a:lnTo>
                <a:lnTo>
                  <a:pt x="592103" y="147809"/>
                </a:lnTo>
                <a:lnTo>
                  <a:pt x="587331" y="151533"/>
                </a:lnTo>
                <a:lnTo>
                  <a:pt x="582473" y="155210"/>
                </a:lnTo>
                <a:lnTo>
                  <a:pt x="577520" y="158848"/>
                </a:lnTo>
                <a:lnTo>
                  <a:pt x="572481" y="162430"/>
                </a:lnTo>
                <a:lnTo>
                  <a:pt x="567347" y="165964"/>
                </a:lnTo>
                <a:lnTo>
                  <a:pt x="562137" y="169450"/>
                </a:lnTo>
                <a:lnTo>
                  <a:pt x="556841" y="172888"/>
                </a:lnTo>
                <a:lnTo>
                  <a:pt x="551459" y="176270"/>
                </a:lnTo>
                <a:lnTo>
                  <a:pt x="546002" y="179603"/>
                </a:lnTo>
                <a:lnTo>
                  <a:pt x="540468" y="182880"/>
                </a:lnTo>
                <a:lnTo>
                  <a:pt x="534848" y="186109"/>
                </a:lnTo>
                <a:lnTo>
                  <a:pt x="529152" y="189281"/>
                </a:lnTo>
                <a:lnTo>
                  <a:pt x="523389" y="192405"/>
                </a:lnTo>
                <a:lnTo>
                  <a:pt x="517550" y="195463"/>
                </a:lnTo>
                <a:lnTo>
                  <a:pt x="511635" y="198472"/>
                </a:lnTo>
                <a:lnTo>
                  <a:pt x="505654" y="201435"/>
                </a:lnTo>
                <a:lnTo>
                  <a:pt x="499605" y="204330"/>
                </a:lnTo>
                <a:lnTo>
                  <a:pt x="493490" y="207178"/>
                </a:lnTo>
                <a:lnTo>
                  <a:pt x="487309" y="209960"/>
                </a:lnTo>
                <a:lnTo>
                  <a:pt x="481070" y="212693"/>
                </a:lnTo>
                <a:lnTo>
                  <a:pt x="474774" y="215370"/>
                </a:lnTo>
                <a:lnTo>
                  <a:pt x="468411" y="217999"/>
                </a:lnTo>
                <a:lnTo>
                  <a:pt x="461991" y="220561"/>
                </a:lnTo>
                <a:lnTo>
                  <a:pt x="455524" y="223076"/>
                </a:lnTo>
                <a:lnTo>
                  <a:pt x="448999" y="225523"/>
                </a:lnTo>
                <a:lnTo>
                  <a:pt x="442417" y="227924"/>
                </a:lnTo>
                <a:lnTo>
                  <a:pt x="435788" y="230267"/>
                </a:lnTo>
                <a:lnTo>
                  <a:pt x="429111" y="232562"/>
                </a:lnTo>
                <a:lnTo>
                  <a:pt x="422396" y="234791"/>
                </a:lnTo>
                <a:lnTo>
                  <a:pt x="415623" y="236972"/>
                </a:lnTo>
                <a:lnTo>
                  <a:pt x="408813" y="239097"/>
                </a:lnTo>
                <a:lnTo>
                  <a:pt x="401965" y="241163"/>
                </a:lnTo>
                <a:lnTo>
                  <a:pt x="395068" y="243183"/>
                </a:lnTo>
                <a:lnTo>
                  <a:pt x="388144" y="245145"/>
                </a:lnTo>
                <a:lnTo>
                  <a:pt x="381171" y="247059"/>
                </a:lnTo>
                <a:lnTo>
                  <a:pt x="374171" y="248917"/>
                </a:lnTo>
                <a:lnTo>
                  <a:pt x="367132" y="250727"/>
                </a:lnTo>
                <a:lnTo>
                  <a:pt x="360055" y="252479"/>
                </a:lnTo>
                <a:lnTo>
                  <a:pt x="352958" y="254184"/>
                </a:lnTo>
                <a:lnTo>
                  <a:pt x="345824" y="255842"/>
                </a:lnTo>
                <a:lnTo>
                  <a:pt x="338661" y="257442"/>
                </a:lnTo>
                <a:lnTo>
                  <a:pt x="331480" y="259004"/>
                </a:lnTo>
                <a:lnTo>
                  <a:pt x="324260" y="260509"/>
                </a:lnTo>
                <a:lnTo>
                  <a:pt x="317021" y="261966"/>
                </a:lnTo>
                <a:lnTo>
                  <a:pt x="309763" y="263376"/>
                </a:lnTo>
                <a:lnTo>
                  <a:pt x="302476" y="264738"/>
                </a:lnTo>
                <a:lnTo>
                  <a:pt x="295170" y="266052"/>
                </a:lnTo>
                <a:lnTo>
                  <a:pt x="287836" y="267319"/>
                </a:lnTo>
                <a:lnTo>
                  <a:pt x="280492" y="268548"/>
                </a:lnTo>
                <a:lnTo>
                  <a:pt x="273129" y="269719"/>
                </a:lnTo>
                <a:lnTo>
                  <a:pt x="265748" y="270853"/>
                </a:lnTo>
                <a:lnTo>
                  <a:pt x="258347" y="271948"/>
                </a:lnTo>
                <a:lnTo>
                  <a:pt x="250927" y="272996"/>
                </a:lnTo>
                <a:lnTo>
                  <a:pt x="243497" y="273996"/>
                </a:lnTo>
                <a:lnTo>
                  <a:pt x="236058" y="274958"/>
                </a:lnTo>
                <a:lnTo>
                  <a:pt x="228600" y="275882"/>
                </a:lnTo>
                <a:lnTo>
                  <a:pt x="221123" y="276758"/>
                </a:lnTo>
                <a:lnTo>
                  <a:pt x="213646" y="277606"/>
                </a:lnTo>
                <a:lnTo>
                  <a:pt x="206150" y="278406"/>
                </a:lnTo>
                <a:lnTo>
                  <a:pt x="198653" y="279159"/>
                </a:lnTo>
                <a:lnTo>
                  <a:pt x="191138" y="279883"/>
                </a:lnTo>
                <a:lnTo>
                  <a:pt x="183613" y="280568"/>
                </a:lnTo>
                <a:lnTo>
                  <a:pt x="176089" y="281216"/>
                </a:lnTo>
                <a:lnTo>
                  <a:pt x="168545" y="281826"/>
                </a:lnTo>
                <a:lnTo>
                  <a:pt x="161001" y="282397"/>
                </a:lnTo>
                <a:lnTo>
                  <a:pt x="153448" y="282931"/>
                </a:lnTo>
                <a:lnTo>
                  <a:pt x="145894" y="283435"/>
                </a:lnTo>
                <a:lnTo>
                  <a:pt x="138332" y="283902"/>
                </a:lnTo>
                <a:lnTo>
                  <a:pt x="130759" y="284340"/>
                </a:lnTo>
                <a:lnTo>
                  <a:pt x="123187" y="284731"/>
                </a:lnTo>
                <a:lnTo>
                  <a:pt x="115614" y="285102"/>
                </a:lnTo>
                <a:lnTo>
                  <a:pt x="108033" y="285436"/>
                </a:lnTo>
                <a:lnTo>
                  <a:pt x="100451" y="285731"/>
                </a:lnTo>
                <a:lnTo>
                  <a:pt x="92859" y="285998"/>
                </a:lnTo>
                <a:lnTo>
                  <a:pt x="85268" y="286236"/>
                </a:lnTo>
                <a:lnTo>
                  <a:pt x="77676" y="286445"/>
                </a:lnTo>
                <a:lnTo>
                  <a:pt x="70085" y="286617"/>
                </a:lnTo>
                <a:lnTo>
                  <a:pt x="62484" y="286760"/>
                </a:lnTo>
                <a:lnTo>
                  <a:pt x="54893" y="286874"/>
                </a:lnTo>
                <a:lnTo>
                  <a:pt x="47292" y="286969"/>
                </a:lnTo>
                <a:lnTo>
                  <a:pt x="39691" y="287026"/>
                </a:lnTo>
                <a:lnTo>
                  <a:pt x="32090" y="287055"/>
                </a:lnTo>
                <a:lnTo>
                  <a:pt x="24489" y="287055"/>
                </a:lnTo>
                <a:lnTo>
                  <a:pt x="16897" y="287026"/>
                </a:lnTo>
                <a:lnTo>
                  <a:pt x="9296" y="286979"/>
                </a:lnTo>
                <a:lnTo>
                  <a:pt x="1695" y="286893"/>
                </a:lnTo>
                <a:lnTo>
                  <a:pt x="0" y="286817"/>
                </a:lnTo>
                <a:lnTo>
                  <a:pt x="7601" y="286703"/>
                </a:lnTo>
                <a:lnTo>
                  <a:pt x="15192" y="286502"/>
                </a:lnTo>
                <a:lnTo>
                  <a:pt x="22774" y="286236"/>
                </a:lnTo>
                <a:lnTo>
                  <a:pt x="30356" y="285921"/>
                </a:lnTo>
                <a:lnTo>
                  <a:pt x="37938" y="285540"/>
                </a:lnTo>
                <a:lnTo>
                  <a:pt x="45501" y="285112"/>
                </a:lnTo>
                <a:lnTo>
                  <a:pt x="53064" y="284636"/>
                </a:lnTo>
                <a:lnTo>
                  <a:pt x="60617" y="284102"/>
                </a:lnTo>
                <a:lnTo>
                  <a:pt x="68161" y="283521"/>
                </a:lnTo>
                <a:lnTo>
                  <a:pt x="75695" y="282893"/>
                </a:lnTo>
                <a:lnTo>
                  <a:pt x="83220" y="282216"/>
                </a:lnTo>
                <a:lnTo>
                  <a:pt x="90726" y="281483"/>
                </a:lnTo>
                <a:lnTo>
                  <a:pt x="98222" y="280702"/>
                </a:lnTo>
                <a:lnTo>
                  <a:pt x="105708" y="279873"/>
                </a:lnTo>
                <a:lnTo>
                  <a:pt x="113176" y="278987"/>
                </a:lnTo>
                <a:lnTo>
                  <a:pt x="120634" y="278044"/>
                </a:lnTo>
                <a:lnTo>
                  <a:pt x="128064" y="277054"/>
                </a:lnTo>
                <a:lnTo>
                  <a:pt x="135474" y="276006"/>
                </a:lnTo>
                <a:lnTo>
                  <a:pt x="142875" y="274901"/>
                </a:lnTo>
                <a:lnTo>
                  <a:pt x="150247" y="273739"/>
                </a:lnTo>
                <a:lnTo>
                  <a:pt x="157591" y="272510"/>
                </a:lnTo>
                <a:lnTo>
                  <a:pt x="164916" y="271234"/>
                </a:lnTo>
                <a:lnTo>
                  <a:pt x="172212" y="269891"/>
                </a:lnTo>
                <a:lnTo>
                  <a:pt x="179480" y="268481"/>
                </a:lnTo>
                <a:lnTo>
                  <a:pt x="186709" y="267014"/>
                </a:lnTo>
                <a:lnTo>
                  <a:pt x="193910" y="265481"/>
                </a:lnTo>
                <a:lnTo>
                  <a:pt x="201063" y="263871"/>
                </a:lnTo>
                <a:lnTo>
                  <a:pt x="208188" y="262204"/>
                </a:lnTo>
                <a:lnTo>
                  <a:pt x="215265" y="260452"/>
                </a:lnTo>
                <a:lnTo>
                  <a:pt x="222294" y="258632"/>
                </a:lnTo>
                <a:lnTo>
                  <a:pt x="229276" y="256737"/>
                </a:lnTo>
                <a:lnTo>
                  <a:pt x="236201" y="254765"/>
                </a:lnTo>
                <a:lnTo>
                  <a:pt x="243068" y="252717"/>
                </a:lnTo>
                <a:lnTo>
                  <a:pt x="249869" y="250584"/>
                </a:lnTo>
                <a:lnTo>
                  <a:pt x="256604" y="248364"/>
                </a:lnTo>
                <a:lnTo>
                  <a:pt x="263261" y="246059"/>
                </a:lnTo>
                <a:lnTo>
                  <a:pt x="269853" y="243669"/>
                </a:lnTo>
                <a:lnTo>
                  <a:pt x="276349" y="241183"/>
                </a:lnTo>
                <a:lnTo>
                  <a:pt x="282759" y="238611"/>
                </a:lnTo>
                <a:lnTo>
                  <a:pt x="289065" y="235944"/>
                </a:lnTo>
                <a:lnTo>
                  <a:pt x="295275" y="233172"/>
                </a:lnTo>
                <a:lnTo>
                  <a:pt x="301361" y="230315"/>
                </a:lnTo>
                <a:lnTo>
                  <a:pt x="307334" y="227352"/>
                </a:lnTo>
                <a:lnTo>
                  <a:pt x="313182" y="224295"/>
                </a:lnTo>
                <a:lnTo>
                  <a:pt x="318887" y="221132"/>
                </a:lnTo>
                <a:lnTo>
                  <a:pt x="324450" y="217865"/>
                </a:lnTo>
                <a:lnTo>
                  <a:pt x="329860" y="214503"/>
                </a:lnTo>
                <a:lnTo>
                  <a:pt x="335099" y="211036"/>
                </a:lnTo>
                <a:lnTo>
                  <a:pt x="340176" y="207464"/>
                </a:lnTo>
                <a:lnTo>
                  <a:pt x="345062" y="203797"/>
                </a:lnTo>
                <a:lnTo>
                  <a:pt x="349768" y="200035"/>
                </a:lnTo>
                <a:lnTo>
                  <a:pt x="354263" y="196177"/>
                </a:lnTo>
                <a:lnTo>
                  <a:pt x="358559" y="192224"/>
                </a:lnTo>
                <a:lnTo>
                  <a:pt x="362636" y="188185"/>
                </a:lnTo>
                <a:lnTo>
                  <a:pt x="366503" y="184061"/>
                </a:lnTo>
                <a:lnTo>
                  <a:pt x="370132" y="179851"/>
                </a:lnTo>
                <a:lnTo>
                  <a:pt x="373532" y="175574"/>
                </a:lnTo>
                <a:lnTo>
                  <a:pt x="376704" y="171212"/>
                </a:lnTo>
                <a:lnTo>
                  <a:pt x="379638" y="166792"/>
                </a:lnTo>
                <a:lnTo>
                  <a:pt x="382324" y="162316"/>
                </a:lnTo>
                <a:lnTo>
                  <a:pt x="384781" y="157782"/>
                </a:lnTo>
                <a:lnTo>
                  <a:pt x="386991" y="153200"/>
                </a:lnTo>
                <a:lnTo>
                  <a:pt x="388963" y="148580"/>
                </a:lnTo>
                <a:lnTo>
                  <a:pt x="390706" y="143913"/>
                </a:lnTo>
                <a:lnTo>
                  <a:pt x="392211" y="139217"/>
                </a:lnTo>
                <a:lnTo>
                  <a:pt x="393497" y="134503"/>
                </a:lnTo>
                <a:lnTo>
                  <a:pt x="394554" y="129759"/>
                </a:lnTo>
                <a:lnTo>
                  <a:pt x="395392" y="124997"/>
                </a:lnTo>
                <a:lnTo>
                  <a:pt x="396021" y="120225"/>
                </a:lnTo>
                <a:lnTo>
                  <a:pt x="396450" y="115443"/>
                </a:lnTo>
                <a:lnTo>
                  <a:pt x="396678" y="110652"/>
                </a:lnTo>
                <a:lnTo>
                  <a:pt x="396716" y="105861"/>
                </a:lnTo>
                <a:lnTo>
                  <a:pt x="396564" y="101070"/>
                </a:lnTo>
                <a:lnTo>
                  <a:pt x="396230" y="96288"/>
                </a:lnTo>
                <a:lnTo>
                  <a:pt x="395735" y="91507"/>
                </a:lnTo>
                <a:lnTo>
                  <a:pt x="402765" y="90335"/>
                </a:lnTo>
                <a:lnTo>
                  <a:pt x="410175" y="89259"/>
                </a:lnTo>
                <a:lnTo>
                  <a:pt x="417547" y="88125"/>
                </a:lnTo>
                <a:lnTo>
                  <a:pt x="424910" y="86925"/>
                </a:lnTo>
                <a:lnTo>
                  <a:pt x="432245" y="85668"/>
                </a:lnTo>
                <a:lnTo>
                  <a:pt x="439550" y="84363"/>
                </a:lnTo>
                <a:lnTo>
                  <a:pt x="446846" y="83010"/>
                </a:lnTo>
                <a:lnTo>
                  <a:pt x="454114" y="81610"/>
                </a:lnTo>
                <a:lnTo>
                  <a:pt x="461353" y="80162"/>
                </a:lnTo>
                <a:lnTo>
                  <a:pt x="468573" y="78667"/>
                </a:lnTo>
                <a:lnTo>
                  <a:pt x="475774" y="77133"/>
                </a:lnTo>
                <a:lnTo>
                  <a:pt x="482946" y="75552"/>
                </a:lnTo>
                <a:lnTo>
                  <a:pt x="490090" y="73924"/>
                </a:lnTo>
                <a:lnTo>
                  <a:pt x="497215" y="72257"/>
                </a:lnTo>
                <a:lnTo>
                  <a:pt x="504311" y="70533"/>
                </a:lnTo>
                <a:lnTo>
                  <a:pt x="511378" y="68780"/>
                </a:lnTo>
                <a:lnTo>
                  <a:pt x="518417" y="66970"/>
                </a:lnTo>
                <a:lnTo>
                  <a:pt x="525428" y="65122"/>
                </a:lnTo>
                <a:lnTo>
                  <a:pt x="532409" y="63227"/>
                </a:lnTo>
                <a:lnTo>
                  <a:pt x="539363" y="61293"/>
                </a:lnTo>
                <a:lnTo>
                  <a:pt x="546278" y="59312"/>
                </a:lnTo>
                <a:lnTo>
                  <a:pt x="553155" y="57274"/>
                </a:lnTo>
                <a:lnTo>
                  <a:pt x="560003" y="55197"/>
                </a:lnTo>
                <a:lnTo>
                  <a:pt x="566814" y="53073"/>
                </a:lnTo>
                <a:lnTo>
                  <a:pt x="573596" y="50911"/>
                </a:lnTo>
                <a:lnTo>
                  <a:pt x="580330" y="48692"/>
                </a:lnTo>
                <a:lnTo>
                  <a:pt x="587026" y="46425"/>
                </a:lnTo>
                <a:lnTo>
                  <a:pt x="593674" y="44110"/>
                </a:lnTo>
                <a:lnTo>
                  <a:pt x="600285" y="41739"/>
                </a:lnTo>
                <a:lnTo>
                  <a:pt x="606847" y="39329"/>
                </a:lnTo>
                <a:lnTo>
                  <a:pt x="613362" y="36862"/>
                </a:lnTo>
                <a:lnTo>
                  <a:pt x="619830" y="34347"/>
                </a:lnTo>
                <a:lnTo>
                  <a:pt x="626250" y="31785"/>
                </a:lnTo>
                <a:lnTo>
                  <a:pt x="632612" y="29166"/>
                </a:lnTo>
                <a:lnTo>
                  <a:pt x="638918" y="26489"/>
                </a:lnTo>
                <a:lnTo>
                  <a:pt x="645166" y="23765"/>
                </a:lnTo>
                <a:lnTo>
                  <a:pt x="651358" y="20993"/>
                </a:lnTo>
                <a:lnTo>
                  <a:pt x="657492" y="18155"/>
                </a:lnTo>
                <a:lnTo>
                  <a:pt x="663550" y="15269"/>
                </a:lnTo>
                <a:lnTo>
                  <a:pt x="669550" y="12325"/>
                </a:lnTo>
                <a:lnTo>
                  <a:pt x="675475" y="9335"/>
                </a:lnTo>
                <a:lnTo>
                  <a:pt x="681333" y="6277"/>
                </a:lnTo>
                <a:lnTo>
                  <a:pt x="687114" y="3162"/>
                </a:lnTo>
                <a:lnTo>
                  <a:pt x="692810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32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2F67927B-4924-4FFE-B505-D559CFDF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9511" y="2653313"/>
            <a:ext cx="1235716" cy="199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33" name="note-body-0">
            <a:extLst xmlns:a="http://schemas.openxmlformats.org/drawingml/2006/main">
              <a:ext uri="{FF2B5EF4-FFF2-40B4-BE49-F238E27FC236}">
                <a16:creationId xmlns:a16="http://schemas.microsoft.com/office/drawing/2014/main" id="{E32D5FD9-9B31-49B3-BDE0-A0D5C26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1489" y="2932509"/>
            <a:ext cx="1472651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登记申请人与课题</a:t>
            </a:r>
          </a:p>
        </p:txBody>
      </p:sp>
      <p:sp>
        <p:nvSpPr>
          <p:cNvPr id="34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134EA2B9-A9FF-44CA-A35E-4B9C6600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3352" y="2653313"/>
            <a:ext cx="1235716" cy="199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35" name="note-body-1">
            <a:extLst xmlns:a="http://schemas.openxmlformats.org/drawingml/2006/main">
              <a:ext uri="{FF2B5EF4-FFF2-40B4-BE49-F238E27FC236}">
                <a16:creationId xmlns:a16="http://schemas.microsoft.com/office/drawing/2014/main" id="{83B91472-7BE6-4B34-8AE5-235EE1F6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5330" y="2932509"/>
            <a:ext cx="1472651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记录责任人与时间</a:t>
            </a:r>
          </a:p>
        </p:txBody>
      </p:sp>
      <p:sp>
        <p:nvSpPr>
          <p:cNvPr id="36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763DF45C-4D7F-4048-81BA-509F6449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9511" y="3952427"/>
            <a:ext cx="1235716" cy="199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37" name="note-body-2">
            <a:extLst xmlns:a="http://schemas.openxmlformats.org/drawingml/2006/main">
              <a:ext uri="{FF2B5EF4-FFF2-40B4-BE49-F238E27FC236}">
                <a16:creationId xmlns:a16="http://schemas.microsoft.com/office/drawing/2014/main" id="{C09776F0-CC7D-4E05-B522-659083B1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1489" y="4231634"/>
            <a:ext cx="1472651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关联输出和参数</a:t>
            </a:r>
          </a:p>
        </p:txBody>
      </p:sp>
      <p:sp>
        <p:nvSpPr>
          <p:cNvPr id="38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69C27B17-5C60-4942-B9E6-73AE10AE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3352" y="3952427"/>
            <a:ext cx="1235716" cy="199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9" name="note-body-3">
            <a:extLst xmlns:a="http://schemas.openxmlformats.org/drawingml/2006/main">
              <a:ext uri="{FF2B5EF4-FFF2-40B4-BE49-F238E27FC236}">
                <a16:creationId xmlns:a16="http://schemas.microsoft.com/office/drawing/2014/main" id="{2F062908-9406-4155-B1EF-B402E65E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5330" y="4231634"/>
            <a:ext cx="1472651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保留原因与处理结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论</a:t>
            </a:r>
          </a:p>
        </p:txBody>
      </p:sp>
      <p:sp>
        <p:nvSpPr>
          <p:cNvPr id="40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01FFE625-1D15-4AA1-8A8B-038EF544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2653313"/>
            <a:ext cx="419100" cy="1994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80ab3055644f0">
            <a:extLst>
              <a:ext uri="{96DAC541-7B7A-43D3-8B79-37D633B846F1}">
                <asvg:svgBlip xmlns:asvg="http://schemas.microsoft.com/office/drawing/2016/SVG/main" r:embed="Rd580ab1e96974f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45186" y="2654941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2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CDF3EC15-092A-4E98-ACDE-E4D7897B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2653313"/>
            <a:ext cx="419100" cy="1994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52669e45045f3">
            <a:extLst>
              <a:ext uri="{96DAC541-7B7A-43D3-8B79-37D633B846F1}">
                <asvg:svgBlip xmlns:asvg="http://schemas.microsoft.com/office/drawing/2016/SVG/main" r:embed="R4cda92286b2449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99027" y="2654941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4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21FC6F00-E265-4D6B-9C2C-6B618CA5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3952427"/>
            <a:ext cx="419100" cy="1994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31a7ee5354515">
            <a:extLst>
              <a:ext uri="{96DAC541-7B7A-43D3-8B79-37D633B846F1}">
                <asvg:svgBlip xmlns:asvg="http://schemas.microsoft.com/office/drawing/2016/SVG/main" r:embed="R5613ddbd82874f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45186" y="395406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6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9503EAE1-B256-4928-A2A2-E0F6E86E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3952427"/>
            <a:ext cx="419100" cy="1994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cd6cca19e40d3">
            <a:extLst>
              <a:ext uri="{96DAC541-7B7A-43D3-8B79-37D633B846F1}">
                <asvg:svgBlip xmlns:asvg="http://schemas.microsoft.com/office/drawing/2016/SVG/main" r:embed="R4655014047bb4c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99027" y="395406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EC32FF-945B-420C-A34C-21F9B272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62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75D524-A181-4B8E-BD0B-C2DA9E80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96215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观﻿察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0D2250-FA93-429F-B882-F9B149F8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24100"/>
            <a:ext cx="3981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模﻿拟抽﻿查20笔预﻿约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7笔缺审﻿批时﻿间﻿；﻿5笔缺执﻿行记﻿录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两类问﻿题可重﻿叠﻿，﻿不﻿能相加﻿为12笔问﻿题预﻿约。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87BDAB-3409-4C42-84DE-8A53FB93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00450"/>
            <a:ext cx="398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9FC8CF-740B-4A07-8CE6-A2A6A711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290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D1162A-267F-45FE-B940-C078B7B2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82905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行﻿动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F4F5B9-27D6-4917-A903-2D30A80D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191000"/>
            <a:ext cx="3981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先在两间自﻿愿实﻿验室执﻿行这份清﻿单﻿，﻿再复﻿核记﻿录完﻿整﻿性。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当﻿前不﻿能据﻿此判﻿断效﻿率提﻿升。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AE3F50-2A51-4A80-9D8A-E48BBDA3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619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四﻿项为并﻿列要﻿求﻿，﻿不﻿是四﻿步流﻿程。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试点名单应逐轮收敛，先核资格再核责任与记录条件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试点筛选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1BEF324B-A35D-48F8-B395-13D0A427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1246965" y="2235584"/>
            <a:ext cx="4745079" cy="337149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>
                <a:alpha val="12000"/>
              </a:srgbClr>
            </a:solidFill>
            <a:prstDash val="solid"/>
          </a:ln>
        </p:spPr>
      </p:sp>
      <p:sp>
        <p:nvSpPr>
          <p:cNvPr id="16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06960042-3C76-4071-A95B-174E7380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9431" y="2760040"/>
            <a:ext cx="3080137" cy="812321"/>
          </a:xfrm>
          <a:custGeom xmlns:a="http://schemas.openxmlformats.org/drawingml/2006/main">
            <a:pathLst>
              <a:path w="3080137" h="812321">
                <a:moveTo>
                  <a:pt x="0" y="0"/>
                </a:moveTo>
                <a:lnTo>
                  <a:pt x="15754" y="24575"/>
                </a:lnTo>
                <a:lnTo>
                  <a:pt x="31509" y="49149"/>
                </a:lnTo>
                <a:lnTo>
                  <a:pt x="47273" y="73714"/>
                </a:lnTo>
                <a:lnTo>
                  <a:pt x="63027" y="98288"/>
                </a:lnTo>
                <a:lnTo>
                  <a:pt x="78781" y="122863"/>
                </a:lnTo>
                <a:lnTo>
                  <a:pt x="94536" y="147437"/>
                </a:lnTo>
                <a:lnTo>
                  <a:pt x="110290" y="172012"/>
                </a:lnTo>
                <a:lnTo>
                  <a:pt x="126054" y="196577"/>
                </a:lnTo>
                <a:lnTo>
                  <a:pt x="141808" y="221151"/>
                </a:lnTo>
                <a:lnTo>
                  <a:pt x="157563" y="245726"/>
                </a:lnTo>
                <a:lnTo>
                  <a:pt x="173317" y="270300"/>
                </a:lnTo>
                <a:lnTo>
                  <a:pt x="189081" y="294875"/>
                </a:lnTo>
                <a:lnTo>
                  <a:pt x="204835" y="319440"/>
                </a:lnTo>
                <a:lnTo>
                  <a:pt x="220589" y="344014"/>
                </a:lnTo>
                <a:lnTo>
                  <a:pt x="236344" y="368589"/>
                </a:lnTo>
                <a:lnTo>
                  <a:pt x="252098" y="393163"/>
                </a:lnTo>
                <a:lnTo>
                  <a:pt x="267862" y="417738"/>
                </a:lnTo>
                <a:lnTo>
                  <a:pt x="283616" y="442303"/>
                </a:lnTo>
                <a:lnTo>
                  <a:pt x="299371" y="466877"/>
                </a:lnTo>
                <a:lnTo>
                  <a:pt x="315125" y="491452"/>
                </a:lnTo>
                <a:lnTo>
                  <a:pt x="330889" y="516026"/>
                </a:lnTo>
                <a:lnTo>
                  <a:pt x="346643" y="540601"/>
                </a:lnTo>
                <a:lnTo>
                  <a:pt x="362398" y="565166"/>
                </a:lnTo>
                <a:lnTo>
                  <a:pt x="378152" y="589740"/>
                </a:lnTo>
                <a:lnTo>
                  <a:pt x="393906" y="614315"/>
                </a:lnTo>
                <a:lnTo>
                  <a:pt x="409670" y="638889"/>
                </a:lnTo>
                <a:lnTo>
                  <a:pt x="425425" y="663464"/>
                </a:lnTo>
                <a:lnTo>
                  <a:pt x="441179" y="688029"/>
                </a:lnTo>
                <a:lnTo>
                  <a:pt x="456933" y="712603"/>
                </a:lnTo>
                <a:lnTo>
                  <a:pt x="472688" y="737178"/>
                </a:lnTo>
                <a:lnTo>
                  <a:pt x="492547" y="756809"/>
                </a:lnTo>
                <a:lnTo>
                  <a:pt x="520513" y="765058"/>
                </a:lnTo>
                <a:lnTo>
                  <a:pt x="549154" y="770668"/>
                </a:lnTo>
                <a:lnTo>
                  <a:pt x="578006" y="775087"/>
                </a:lnTo>
                <a:lnTo>
                  <a:pt x="606962" y="778783"/>
                </a:lnTo>
                <a:lnTo>
                  <a:pt x="635975" y="781964"/>
                </a:lnTo>
                <a:lnTo>
                  <a:pt x="665035" y="784774"/>
                </a:lnTo>
                <a:lnTo>
                  <a:pt x="694115" y="787279"/>
                </a:lnTo>
                <a:lnTo>
                  <a:pt x="723214" y="789546"/>
                </a:lnTo>
                <a:lnTo>
                  <a:pt x="752332" y="791613"/>
                </a:lnTo>
                <a:lnTo>
                  <a:pt x="781469" y="793499"/>
                </a:lnTo>
                <a:lnTo>
                  <a:pt x="810606" y="795242"/>
                </a:lnTo>
                <a:lnTo>
                  <a:pt x="839753" y="796833"/>
                </a:lnTo>
                <a:lnTo>
                  <a:pt x="868899" y="798319"/>
                </a:lnTo>
                <a:lnTo>
                  <a:pt x="898065" y="799690"/>
                </a:lnTo>
                <a:lnTo>
                  <a:pt x="927221" y="800967"/>
                </a:lnTo>
                <a:lnTo>
                  <a:pt x="956386" y="802138"/>
                </a:lnTo>
                <a:lnTo>
                  <a:pt x="985561" y="803234"/>
                </a:lnTo>
                <a:lnTo>
                  <a:pt x="1014736" y="804253"/>
                </a:lnTo>
                <a:lnTo>
                  <a:pt x="1043911" y="805186"/>
                </a:lnTo>
                <a:lnTo>
                  <a:pt x="1073087" y="806053"/>
                </a:lnTo>
                <a:lnTo>
                  <a:pt x="1102262" y="806863"/>
                </a:lnTo>
                <a:lnTo>
                  <a:pt x="1131446" y="807596"/>
                </a:lnTo>
                <a:lnTo>
                  <a:pt x="1160631" y="808272"/>
                </a:lnTo>
                <a:lnTo>
                  <a:pt x="1189815" y="808892"/>
                </a:lnTo>
                <a:lnTo>
                  <a:pt x="1219000" y="809463"/>
                </a:lnTo>
                <a:lnTo>
                  <a:pt x="1248185" y="809968"/>
                </a:lnTo>
                <a:lnTo>
                  <a:pt x="1277369" y="810425"/>
                </a:lnTo>
                <a:lnTo>
                  <a:pt x="1306554" y="810825"/>
                </a:lnTo>
                <a:lnTo>
                  <a:pt x="1335748" y="811178"/>
                </a:lnTo>
                <a:lnTo>
                  <a:pt x="1364933" y="811492"/>
                </a:lnTo>
                <a:lnTo>
                  <a:pt x="1394127" y="811740"/>
                </a:lnTo>
                <a:lnTo>
                  <a:pt x="1423311" y="811949"/>
                </a:lnTo>
                <a:lnTo>
                  <a:pt x="1452505" y="812111"/>
                </a:lnTo>
                <a:lnTo>
                  <a:pt x="1481690" y="812225"/>
                </a:lnTo>
                <a:lnTo>
                  <a:pt x="1510884" y="812302"/>
                </a:lnTo>
                <a:lnTo>
                  <a:pt x="1540069" y="812321"/>
                </a:lnTo>
                <a:lnTo>
                  <a:pt x="1569263" y="812302"/>
                </a:lnTo>
                <a:lnTo>
                  <a:pt x="1598457" y="812225"/>
                </a:lnTo>
                <a:lnTo>
                  <a:pt x="1627642" y="812111"/>
                </a:lnTo>
                <a:lnTo>
                  <a:pt x="1656836" y="811949"/>
                </a:lnTo>
                <a:lnTo>
                  <a:pt x="1686020" y="811740"/>
                </a:lnTo>
                <a:lnTo>
                  <a:pt x="1715214" y="811492"/>
                </a:lnTo>
                <a:lnTo>
                  <a:pt x="1744399" y="811178"/>
                </a:lnTo>
                <a:lnTo>
                  <a:pt x="1773593" y="810825"/>
                </a:lnTo>
                <a:lnTo>
                  <a:pt x="1802778" y="810425"/>
                </a:lnTo>
                <a:lnTo>
                  <a:pt x="1831962" y="809968"/>
                </a:lnTo>
                <a:lnTo>
                  <a:pt x="1861147" y="809463"/>
                </a:lnTo>
                <a:lnTo>
                  <a:pt x="1890332" y="808892"/>
                </a:lnTo>
                <a:lnTo>
                  <a:pt x="1919516" y="808272"/>
                </a:lnTo>
                <a:lnTo>
                  <a:pt x="1948701" y="807596"/>
                </a:lnTo>
                <a:lnTo>
                  <a:pt x="1977885" y="806863"/>
                </a:lnTo>
                <a:lnTo>
                  <a:pt x="2007060" y="806053"/>
                </a:lnTo>
                <a:lnTo>
                  <a:pt x="2036235" y="805186"/>
                </a:lnTo>
                <a:lnTo>
                  <a:pt x="2065411" y="804253"/>
                </a:lnTo>
                <a:lnTo>
                  <a:pt x="2094586" y="803234"/>
                </a:lnTo>
                <a:lnTo>
                  <a:pt x="2123761" y="802138"/>
                </a:lnTo>
                <a:lnTo>
                  <a:pt x="2152926" y="800967"/>
                </a:lnTo>
                <a:lnTo>
                  <a:pt x="2182082" y="799690"/>
                </a:lnTo>
                <a:lnTo>
                  <a:pt x="2211248" y="798319"/>
                </a:lnTo>
                <a:lnTo>
                  <a:pt x="2240394" y="796833"/>
                </a:lnTo>
                <a:lnTo>
                  <a:pt x="2269541" y="795242"/>
                </a:lnTo>
                <a:lnTo>
                  <a:pt x="2298678" y="793499"/>
                </a:lnTo>
                <a:lnTo>
                  <a:pt x="2327815" y="791613"/>
                </a:lnTo>
                <a:lnTo>
                  <a:pt x="2356923" y="789546"/>
                </a:lnTo>
                <a:lnTo>
                  <a:pt x="2386032" y="787279"/>
                </a:lnTo>
                <a:lnTo>
                  <a:pt x="2415111" y="784774"/>
                </a:lnTo>
                <a:lnTo>
                  <a:pt x="2444163" y="781964"/>
                </a:lnTo>
                <a:lnTo>
                  <a:pt x="2473185" y="778774"/>
                </a:lnTo>
                <a:lnTo>
                  <a:pt x="2502141" y="775087"/>
                </a:lnTo>
                <a:lnTo>
                  <a:pt x="2530993" y="770668"/>
                </a:lnTo>
                <a:lnTo>
                  <a:pt x="2559634" y="765048"/>
                </a:lnTo>
                <a:lnTo>
                  <a:pt x="2587600" y="756809"/>
                </a:lnTo>
                <a:lnTo>
                  <a:pt x="2607450" y="737168"/>
                </a:lnTo>
                <a:lnTo>
                  <a:pt x="2623204" y="712594"/>
                </a:lnTo>
                <a:lnTo>
                  <a:pt x="2638958" y="688029"/>
                </a:lnTo>
                <a:lnTo>
                  <a:pt x="2654722" y="663454"/>
                </a:lnTo>
                <a:lnTo>
                  <a:pt x="2670477" y="638880"/>
                </a:lnTo>
                <a:lnTo>
                  <a:pt x="2686231" y="614305"/>
                </a:lnTo>
                <a:lnTo>
                  <a:pt x="2701985" y="589731"/>
                </a:lnTo>
                <a:lnTo>
                  <a:pt x="2717749" y="565166"/>
                </a:lnTo>
                <a:lnTo>
                  <a:pt x="2733504" y="540591"/>
                </a:lnTo>
                <a:lnTo>
                  <a:pt x="2749258" y="516017"/>
                </a:lnTo>
                <a:lnTo>
                  <a:pt x="2765012" y="491442"/>
                </a:lnTo>
                <a:lnTo>
                  <a:pt x="2780767" y="466868"/>
                </a:lnTo>
                <a:lnTo>
                  <a:pt x="2796530" y="442303"/>
                </a:lnTo>
                <a:lnTo>
                  <a:pt x="2812285" y="417728"/>
                </a:lnTo>
                <a:lnTo>
                  <a:pt x="2828039" y="393154"/>
                </a:lnTo>
                <a:lnTo>
                  <a:pt x="2843794" y="368579"/>
                </a:lnTo>
                <a:lnTo>
                  <a:pt x="2859548" y="344005"/>
                </a:lnTo>
                <a:lnTo>
                  <a:pt x="2875312" y="319440"/>
                </a:lnTo>
                <a:lnTo>
                  <a:pt x="2891066" y="294865"/>
                </a:lnTo>
                <a:lnTo>
                  <a:pt x="2906820" y="270291"/>
                </a:lnTo>
                <a:lnTo>
                  <a:pt x="2922575" y="245716"/>
                </a:lnTo>
                <a:lnTo>
                  <a:pt x="2938339" y="221142"/>
                </a:lnTo>
                <a:lnTo>
                  <a:pt x="2954093" y="196577"/>
                </a:lnTo>
                <a:lnTo>
                  <a:pt x="2969847" y="172002"/>
                </a:lnTo>
                <a:lnTo>
                  <a:pt x="2985602" y="147428"/>
                </a:lnTo>
                <a:lnTo>
                  <a:pt x="3001356" y="122853"/>
                </a:lnTo>
                <a:lnTo>
                  <a:pt x="3017120" y="98279"/>
                </a:lnTo>
                <a:lnTo>
                  <a:pt x="3032874" y="73714"/>
                </a:lnTo>
                <a:lnTo>
                  <a:pt x="3048629" y="49139"/>
                </a:lnTo>
                <a:lnTo>
                  <a:pt x="3064383" y="24565"/>
                </a:lnTo>
                <a:lnTo>
                  <a:pt x="3080137" y="10"/>
                </a:lnTo>
                <a:lnTo>
                  <a:pt x="3055715" y="13621"/>
                </a:lnTo>
                <a:lnTo>
                  <a:pt x="3027178" y="19698"/>
                </a:lnTo>
                <a:lnTo>
                  <a:pt x="2998327" y="24127"/>
                </a:lnTo>
                <a:lnTo>
                  <a:pt x="2969352" y="27727"/>
                </a:lnTo>
                <a:lnTo>
                  <a:pt x="2940329" y="30794"/>
                </a:lnTo>
                <a:lnTo>
                  <a:pt x="2911259" y="33480"/>
                </a:lnTo>
                <a:lnTo>
                  <a:pt x="2882170" y="35890"/>
                </a:lnTo>
                <a:lnTo>
                  <a:pt x="2853061" y="38071"/>
                </a:lnTo>
                <a:lnTo>
                  <a:pt x="2823943" y="40062"/>
                </a:lnTo>
                <a:lnTo>
                  <a:pt x="2794806" y="41920"/>
                </a:lnTo>
                <a:lnTo>
                  <a:pt x="2765669" y="43615"/>
                </a:lnTo>
                <a:lnTo>
                  <a:pt x="2736523" y="45206"/>
                </a:lnTo>
                <a:lnTo>
                  <a:pt x="2707367" y="46701"/>
                </a:lnTo>
                <a:lnTo>
                  <a:pt x="2678211" y="48101"/>
                </a:lnTo>
                <a:lnTo>
                  <a:pt x="2649055" y="49416"/>
                </a:lnTo>
                <a:lnTo>
                  <a:pt x="2619889" y="50654"/>
                </a:lnTo>
                <a:lnTo>
                  <a:pt x="2590724" y="51826"/>
                </a:lnTo>
                <a:lnTo>
                  <a:pt x="2561549" y="52930"/>
                </a:lnTo>
                <a:lnTo>
                  <a:pt x="2532383" y="53978"/>
                </a:lnTo>
                <a:lnTo>
                  <a:pt x="2503208" y="54969"/>
                </a:lnTo>
                <a:lnTo>
                  <a:pt x="2474033" y="55912"/>
                </a:lnTo>
                <a:lnTo>
                  <a:pt x="2444858" y="56807"/>
                </a:lnTo>
                <a:lnTo>
                  <a:pt x="2415673" y="57664"/>
                </a:lnTo>
                <a:lnTo>
                  <a:pt x="2386498" y="58464"/>
                </a:lnTo>
                <a:lnTo>
                  <a:pt x="2357314" y="59236"/>
                </a:lnTo>
                <a:lnTo>
                  <a:pt x="2328139" y="59960"/>
                </a:lnTo>
                <a:lnTo>
                  <a:pt x="2298954" y="60655"/>
                </a:lnTo>
                <a:lnTo>
                  <a:pt x="2269769" y="61303"/>
                </a:lnTo>
                <a:lnTo>
                  <a:pt x="2240585" y="61932"/>
                </a:lnTo>
                <a:lnTo>
                  <a:pt x="2211400" y="62513"/>
                </a:lnTo>
                <a:lnTo>
                  <a:pt x="2182216" y="63065"/>
                </a:lnTo>
                <a:lnTo>
                  <a:pt x="2153031" y="63589"/>
                </a:lnTo>
                <a:lnTo>
                  <a:pt x="2123846" y="64084"/>
                </a:lnTo>
                <a:lnTo>
                  <a:pt x="2094662" y="64551"/>
                </a:lnTo>
                <a:lnTo>
                  <a:pt x="2065477" y="64989"/>
                </a:lnTo>
                <a:lnTo>
                  <a:pt x="2036283" y="65408"/>
                </a:lnTo>
                <a:lnTo>
                  <a:pt x="2007098" y="65770"/>
                </a:lnTo>
                <a:lnTo>
                  <a:pt x="1977904" y="66142"/>
                </a:lnTo>
                <a:lnTo>
                  <a:pt x="1948720" y="66465"/>
                </a:lnTo>
                <a:lnTo>
                  <a:pt x="1919535" y="66780"/>
                </a:lnTo>
                <a:lnTo>
                  <a:pt x="1890341" y="67066"/>
                </a:lnTo>
                <a:lnTo>
                  <a:pt x="1861156" y="67313"/>
                </a:lnTo>
                <a:lnTo>
                  <a:pt x="1831962" y="67570"/>
                </a:lnTo>
                <a:lnTo>
                  <a:pt x="1802778" y="67770"/>
                </a:lnTo>
                <a:lnTo>
                  <a:pt x="1773584" y="67961"/>
                </a:lnTo>
                <a:lnTo>
                  <a:pt x="1744399" y="68132"/>
                </a:lnTo>
                <a:lnTo>
                  <a:pt x="1715205" y="68266"/>
                </a:lnTo>
                <a:lnTo>
                  <a:pt x="1686011" y="68399"/>
                </a:lnTo>
                <a:lnTo>
                  <a:pt x="1656826" y="68485"/>
                </a:lnTo>
                <a:lnTo>
                  <a:pt x="1627632" y="68570"/>
                </a:lnTo>
                <a:lnTo>
                  <a:pt x="1598447" y="68628"/>
                </a:lnTo>
                <a:lnTo>
                  <a:pt x="1569253" y="68656"/>
                </a:lnTo>
                <a:lnTo>
                  <a:pt x="1540069" y="68675"/>
                </a:lnTo>
                <a:lnTo>
                  <a:pt x="1510875" y="68656"/>
                </a:lnTo>
                <a:lnTo>
                  <a:pt x="1481680" y="68628"/>
                </a:lnTo>
                <a:lnTo>
                  <a:pt x="1452496" y="68570"/>
                </a:lnTo>
                <a:lnTo>
                  <a:pt x="1423302" y="68485"/>
                </a:lnTo>
                <a:lnTo>
                  <a:pt x="1394108" y="68399"/>
                </a:lnTo>
                <a:lnTo>
                  <a:pt x="1364923" y="68266"/>
                </a:lnTo>
                <a:lnTo>
                  <a:pt x="1335729" y="68132"/>
                </a:lnTo>
                <a:lnTo>
                  <a:pt x="1306544" y="67961"/>
                </a:lnTo>
                <a:lnTo>
                  <a:pt x="1277350" y="67770"/>
                </a:lnTo>
                <a:lnTo>
                  <a:pt x="1248166" y="67570"/>
                </a:lnTo>
                <a:lnTo>
                  <a:pt x="1218971" y="67313"/>
                </a:lnTo>
                <a:lnTo>
                  <a:pt x="1189787" y="67066"/>
                </a:lnTo>
                <a:lnTo>
                  <a:pt x="1160593" y="66780"/>
                </a:lnTo>
                <a:lnTo>
                  <a:pt x="1131408" y="66465"/>
                </a:lnTo>
                <a:lnTo>
                  <a:pt x="1102214" y="66142"/>
                </a:lnTo>
                <a:lnTo>
                  <a:pt x="1073029" y="65770"/>
                </a:lnTo>
                <a:lnTo>
                  <a:pt x="1043845" y="65408"/>
                </a:lnTo>
                <a:lnTo>
                  <a:pt x="1014651" y="64989"/>
                </a:lnTo>
                <a:lnTo>
                  <a:pt x="985466" y="64551"/>
                </a:lnTo>
                <a:lnTo>
                  <a:pt x="956281" y="64084"/>
                </a:lnTo>
                <a:lnTo>
                  <a:pt x="927097" y="63589"/>
                </a:lnTo>
                <a:lnTo>
                  <a:pt x="897912" y="63065"/>
                </a:lnTo>
                <a:lnTo>
                  <a:pt x="868728" y="62513"/>
                </a:lnTo>
                <a:lnTo>
                  <a:pt x="839543" y="61932"/>
                </a:lnTo>
                <a:lnTo>
                  <a:pt x="810358" y="61303"/>
                </a:lnTo>
                <a:lnTo>
                  <a:pt x="781174" y="60655"/>
                </a:lnTo>
                <a:lnTo>
                  <a:pt x="751989" y="59960"/>
                </a:lnTo>
                <a:lnTo>
                  <a:pt x="722805" y="59236"/>
                </a:lnTo>
                <a:lnTo>
                  <a:pt x="693630" y="58464"/>
                </a:lnTo>
                <a:lnTo>
                  <a:pt x="664454" y="57664"/>
                </a:lnTo>
                <a:lnTo>
                  <a:pt x="635270" y="56807"/>
                </a:lnTo>
                <a:lnTo>
                  <a:pt x="606095" y="55912"/>
                </a:lnTo>
                <a:lnTo>
                  <a:pt x="576920" y="54969"/>
                </a:lnTo>
                <a:lnTo>
                  <a:pt x="547745" y="53978"/>
                </a:lnTo>
                <a:lnTo>
                  <a:pt x="518579" y="52930"/>
                </a:lnTo>
                <a:lnTo>
                  <a:pt x="489404" y="51826"/>
                </a:lnTo>
                <a:lnTo>
                  <a:pt x="460238" y="50654"/>
                </a:lnTo>
                <a:lnTo>
                  <a:pt x="431073" y="49416"/>
                </a:lnTo>
                <a:lnTo>
                  <a:pt x="401917" y="48101"/>
                </a:lnTo>
                <a:lnTo>
                  <a:pt x="372761" y="46701"/>
                </a:lnTo>
                <a:lnTo>
                  <a:pt x="343605" y="45206"/>
                </a:lnTo>
                <a:lnTo>
                  <a:pt x="314458" y="43615"/>
                </a:lnTo>
                <a:lnTo>
                  <a:pt x="285321" y="41910"/>
                </a:lnTo>
                <a:lnTo>
                  <a:pt x="256184" y="40062"/>
                </a:lnTo>
                <a:lnTo>
                  <a:pt x="227066" y="38071"/>
                </a:lnTo>
                <a:lnTo>
                  <a:pt x="197958" y="35890"/>
                </a:lnTo>
                <a:lnTo>
                  <a:pt x="168869" y="33480"/>
                </a:lnTo>
                <a:lnTo>
                  <a:pt x="139798" y="30794"/>
                </a:lnTo>
                <a:lnTo>
                  <a:pt x="110766" y="27727"/>
                </a:lnTo>
                <a:lnTo>
                  <a:pt x="81801" y="24127"/>
                </a:lnTo>
                <a:lnTo>
                  <a:pt x="52949" y="19698"/>
                </a:lnTo>
                <a:lnTo>
                  <a:pt x="24413" y="136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7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A31A6E3C-F16E-4064-852E-C437D17B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9431" y="2651827"/>
            <a:ext cx="3080137" cy="2164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18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30162C1B-A10C-4774-AD42-E47A50F6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6272" y="3661858"/>
            <a:ext cx="2122265" cy="812397"/>
          </a:xfrm>
          <a:custGeom xmlns:a="http://schemas.openxmlformats.org/drawingml/2006/main">
            <a:pathLst>
              <a:path w="2122265" h="812397">
                <a:moveTo>
                  <a:pt x="0" y="0"/>
                </a:moveTo>
                <a:lnTo>
                  <a:pt x="9582" y="19536"/>
                </a:lnTo>
                <a:lnTo>
                  <a:pt x="19174" y="39072"/>
                </a:lnTo>
                <a:lnTo>
                  <a:pt x="28756" y="58607"/>
                </a:lnTo>
                <a:lnTo>
                  <a:pt x="38348" y="78143"/>
                </a:lnTo>
                <a:lnTo>
                  <a:pt x="47930" y="97669"/>
                </a:lnTo>
                <a:lnTo>
                  <a:pt x="57512" y="117205"/>
                </a:lnTo>
                <a:lnTo>
                  <a:pt x="67104" y="136741"/>
                </a:lnTo>
                <a:lnTo>
                  <a:pt x="76686" y="156277"/>
                </a:lnTo>
                <a:lnTo>
                  <a:pt x="86277" y="175812"/>
                </a:lnTo>
                <a:lnTo>
                  <a:pt x="95860" y="195348"/>
                </a:lnTo>
                <a:lnTo>
                  <a:pt x="105442" y="214884"/>
                </a:lnTo>
                <a:lnTo>
                  <a:pt x="115033" y="234420"/>
                </a:lnTo>
                <a:lnTo>
                  <a:pt x="124616" y="253956"/>
                </a:lnTo>
                <a:lnTo>
                  <a:pt x="134207" y="273491"/>
                </a:lnTo>
                <a:lnTo>
                  <a:pt x="143789" y="293018"/>
                </a:lnTo>
                <a:lnTo>
                  <a:pt x="153372" y="312553"/>
                </a:lnTo>
                <a:lnTo>
                  <a:pt x="162963" y="332089"/>
                </a:lnTo>
                <a:lnTo>
                  <a:pt x="172545" y="351625"/>
                </a:lnTo>
                <a:lnTo>
                  <a:pt x="182137" y="371161"/>
                </a:lnTo>
                <a:lnTo>
                  <a:pt x="191719" y="390696"/>
                </a:lnTo>
                <a:lnTo>
                  <a:pt x="201301" y="410232"/>
                </a:lnTo>
                <a:lnTo>
                  <a:pt x="210893" y="429768"/>
                </a:lnTo>
                <a:lnTo>
                  <a:pt x="220475" y="449304"/>
                </a:lnTo>
                <a:lnTo>
                  <a:pt x="230057" y="468840"/>
                </a:lnTo>
                <a:lnTo>
                  <a:pt x="239649" y="488366"/>
                </a:lnTo>
                <a:lnTo>
                  <a:pt x="249231" y="507902"/>
                </a:lnTo>
                <a:lnTo>
                  <a:pt x="258823" y="527437"/>
                </a:lnTo>
                <a:lnTo>
                  <a:pt x="268405" y="546973"/>
                </a:lnTo>
                <a:lnTo>
                  <a:pt x="277987" y="566509"/>
                </a:lnTo>
                <a:lnTo>
                  <a:pt x="287579" y="586045"/>
                </a:lnTo>
                <a:lnTo>
                  <a:pt x="297161" y="605580"/>
                </a:lnTo>
                <a:lnTo>
                  <a:pt x="306753" y="625116"/>
                </a:lnTo>
                <a:lnTo>
                  <a:pt x="316335" y="644652"/>
                </a:lnTo>
                <a:lnTo>
                  <a:pt x="325917" y="664188"/>
                </a:lnTo>
                <a:lnTo>
                  <a:pt x="335509" y="683714"/>
                </a:lnTo>
                <a:lnTo>
                  <a:pt x="345091" y="703250"/>
                </a:lnTo>
                <a:lnTo>
                  <a:pt x="354682" y="722786"/>
                </a:lnTo>
                <a:lnTo>
                  <a:pt x="364265" y="742321"/>
                </a:lnTo>
                <a:lnTo>
                  <a:pt x="377638" y="758266"/>
                </a:lnTo>
                <a:lnTo>
                  <a:pt x="397745" y="766515"/>
                </a:lnTo>
                <a:lnTo>
                  <a:pt x="418709" y="772316"/>
                </a:lnTo>
                <a:lnTo>
                  <a:pt x="439979" y="776916"/>
                </a:lnTo>
                <a:lnTo>
                  <a:pt x="461401" y="780755"/>
                </a:lnTo>
                <a:lnTo>
                  <a:pt x="482898" y="784060"/>
                </a:lnTo>
                <a:lnTo>
                  <a:pt x="504473" y="786965"/>
                </a:lnTo>
                <a:lnTo>
                  <a:pt x="526075" y="789556"/>
                </a:lnTo>
                <a:lnTo>
                  <a:pt x="547707" y="791889"/>
                </a:lnTo>
                <a:lnTo>
                  <a:pt x="569366" y="793994"/>
                </a:lnTo>
                <a:lnTo>
                  <a:pt x="591045" y="795909"/>
                </a:lnTo>
                <a:lnTo>
                  <a:pt x="612734" y="797662"/>
                </a:lnTo>
                <a:lnTo>
                  <a:pt x="634432" y="799271"/>
                </a:lnTo>
                <a:lnTo>
                  <a:pt x="656139" y="800748"/>
                </a:lnTo>
                <a:lnTo>
                  <a:pt x="677856" y="802100"/>
                </a:lnTo>
                <a:lnTo>
                  <a:pt x="699583" y="803348"/>
                </a:lnTo>
                <a:lnTo>
                  <a:pt x="721309" y="804491"/>
                </a:lnTo>
                <a:lnTo>
                  <a:pt x="743045" y="805539"/>
                </a:lnTo>
                <a:lnTo>
                  <a:pt x="764781" y="806491"/>
                </a:lnTo>
                <a:lnTo>
                  <a:pt x="786527" y="807368"/>
                </a:lnTo>
                <a:lnTo>
                  <a:pt x="808272" y="808168"/>
                </a:lnTo>
                <a:lnTo>
                  <a:pt x="830018" y="808882"/>
                </a:lnTo>
                <a:lnTo>
                  <a:pt x="851773" y="809530"/>
                </a:lnTo>
                <a:lnTo>
                  <a:pt x="873528" y="810101"/>
                </a:lnTo>
                <a:lnTo>
                  <a:pt x="895283" y="810606"/>
                </a:lnTo>
                <a:lnTo>
                  <a:pt x="917038" y="811054"/>
                </a:lnTo>
                <a:lnTo>
                  <a:pt x="938794" y="811425"/>
                </a:lnTo>
                <a:lnTo>
                  <a:pt x="960549" y="811740"/>
                </a:lnTo>
                <a:lnTo>
                  <a:pt x="982304" y="811997"/>
                </a:lnTo>
                <a:lnTo>
                  <a:pt x="1004068" y="812187"/>
                </a:lnTo>
                <a:lnTo>
                  <a:pt x="1025823" y="812321"/>
                </a:lnTo>
                <a:lnTo>
                  <a:pt x="1047588" y="812387"/>
                </a:lnTo>
                <a:lnTo>
                  <a:pt x="1069343" y="812397"/>
                </a:lnTo>
                <a:lnTo>
                  <a:pt x="1091108" y="812359"/>
                </a:lnTo>
                <a:lnTo>
                  <a:pt x="1112863" y="812254"/>
                </a:lnTo>
                <a:lnTo>
                  <a:pt x="1134628" y="812082"/>
                </a:lnTo>
                <a:lnTo>
                  <a:pt x="1156383" y="811854"/>
                </a:lnTo>
                <a:lnTo>
                  <a:pt x="1178138" y="811568"/>
                </a:lnTo>
                <a:lnTo>
                  <a:pt x="1199902" y="811216"/>
                </a:lnTo>
                <a:lnTo>
                  <a:pt x="1221657" y="810806"/>
                </a:lnTo>
                <a:lnTo>
                  <a:pt x="1243413" y="810330"/>
                </a:lnTo>
                <a:lnTo>
                  <a:pt x="1265168" y="809787"/>
                </a:lnTo>
                <a:lnTo>
                  <a:pt x="1286913" y="809168"/>
                </a:lnTo>
                <a:lnTo>
                  <a:pt x="1308668" y="808482"/>
                </a:lnTo>
                <a:lnTo>
                  <a:pt x="1330414" y="807720"/>
                </a:lnTo>
                <a:lnTo>
                  <a:pt x="1352150" y="806891"/>
                </a:lnTo>
                <a:lnTo>
                  <a:pt x="1373896" y="805967"/>
                </a:lnTo>
                <a:lnTo>
                  <a:pt x="1395632" y="804958"/>
                </a:lnTo>
                <a:lnTo>
                  <a:pt x="1417368" y="803853"/>
                </a:lnTo>
                <a:lnTo>
                  <a:pt x="1439094" y="802662"/>
                </a:lnTo>
                <a:lnTo>
                  <a:pt x="1460811" y="801357"/>
                </a:lnTo>
                <a:lnTo>
                  <a:pt x="1482528" y="799929"/>
                </a:lnTo>
                <a:lnTo>
                  <a:pt x="1504226" y="798385"/>
                </a:lnTo>
                <a:lnTo>
                  <a:pt x="1525924" y="796700"/>
                </a:lnTo>
                <a:lnTo>
                  <a:pt x="1547603" y="794852"/>
                </a:lnTo>
                <a:lnTo>
                  <a:pt x="1569272" y="792832"/>
                </a:lnTo>
                <a:lnTo>
                  <a:pt x="1590913" y="790604"/>
                </a:lnTo>
                <a:lnTo>
                  <a:pt x="1612535" y="788137"/>
                </a:lnTo>
                <a:lnTo>
                  <a:pt x="1634119" y="785374"/>
                </a:lnTo>
                <a:lnTo>
                  <a:pt x="1655655" y="782260"/>
                </a:lnTo>
                <a:lnTo>
                  <a:pt x="1677114" y="778669"/>
                </a:lnTo>
                <a:lnTo>
                  <a:pt x="1698460" y="774449"/>
                </a:lnTo>
                <a:lnTo>
                  <a:pt x="1719586" y="769258"/>
                </a:lnTo>
                <a:lnTo>
                  <a:pt x="1740208" y="762343"/>
                </a:lnTo>
                <a:lnTo>
                  <a:pt x="1758525" y="750932"/>
                </a:lnTo>
                <a:lnTo>
                  <a:pt x="1767583" y="731339"/>
                </a:lnTo>
                <a:lnTo>
                  <a:pt x="1777165" y="711803"/>
                </a:lnTo>
                <a:lnTo>
                  <a:pt x="1786757" y="692267"/>
                </a:lnTo>
                <a:lnTo>
                  <a:pt x="1796339" y="672741"/>
                </a:lnTo>
                <a:lnTo>
                  <a:pt x="1805930" y="653205"/>
                </a:lnTo>
                <a:lnTo>
                  <a:pt x="1815513" y="633670"/>
                </a:lnTo>
                <a:lnTo>
                  <a:pt x="1825095" y="614134"/>
                </a:lnTo>
                <a:lnTo>
                  <a:pt x="1834686" y="594598"/>
                </a:lnTo>
                <a:lnTo>
                  <a:pt x="1844269" y="575062"/>
                </a:lnTo>
                <a:lnTo>
                  <a:pt x="1853860" y="555527"/>
                </a:lnTo>
                <a:lnTo>
                  <a:pt x="1863442" y="535991"/>
                </a:lnTo>
                <a:lnTo>
                  <a:pt x="1873025" y="516455"/>
                </a:lnTo>
                <a:lnTo>
                  <a:pt x="1882616" y="496919"/>
                </a:lnTo>
                <a:lnTo>
                  <a:pt x="1892198" y="477393"/>
                </a:lnTo>
                <a:lnTo>
                  <a:pt x="1901790" y="457857"/>
                </a:lnTo>
                <a:lnTo>
                  <a:pt x="1911372" y="438321"/>
                </a:lnTo>
                <a:lnTo>
                  <a:pt x="1920954" y="418786"/>
                </a:lnTo>
                <a:lnTo>
                  <a:pt x="1930546" y="399250"/>
                </a:lnTo>
                <a:lnTo>
                  <a:pt x="1940128" y="379714"/>
                </a:lnTo>
                <a:lnTo>
                  <a:pt x="1949720" y="360178"/>
                </a:lnTo>
                <a:lnTo>
                  <a:pt x="1959302" y="340643"/>
                </a:lnTo>
                <a:lnTo>
                  <a:pt x="1968884" y="321107"/>
                </a:lnTo>
                <a:lnTo>
                  <a:pt x="1978476" y="301571"/>
                </a:lnTo>
                <a:lnTo>
                  <a:pt x="1988058" y="282045"/>
                </a:lnTo>
                <a:lnTo>
                  <a:pt x="1997650" y="262509"/>
                </a:lnTo>
                <a:lnTo>
                  <a:pt x="2007232" y="242973"/>
                </a:lnTo>
                <a:lnTo>
                  <a:pt x="2016814" y="223437"/>
                </a:lnTo>
                <a:lnTo>
                  <a:pt x="2026406" y="203902"/>
                </a:lnTo>
                <a:lnTo>
                  <a:pt x="2035988" y="184366"/>
                </a:lnTo>
                <a:lnTo>
                  <a:pt x="2045579" y="164830"/>
                </a:lnTo>
                <a:lnTo>
                  <a:pt x="2055162" y="145294"/>
                </a:lnTo>
                <a:lnTo>
                  <a:pt x="2064744" y="125759"/>
                </a:lnTo>
                <a:lnTo>
                  <a:pt x="2074335" y="106232"/>
                </a:lnTo>
                <a:lnTo>
                  <a:pt x="2083918" y="86697"/>
                </a:lnTo>
                <a:lnTo>
                  <a:pt x="2093509" y="67161"/>
                </a:lnTo>
                <a:lnTo>
                  <a:pt x="2103091" y="47625"/>
                </a:lnTo>
                <a:lnTo>
                  <a:pt x="2112674" y="28089"/>
                </a:lnTo>
                <a:lnTo>
                  <a:pt x="2122265" y="8553"/>
                </a:lnTo>
                <a:lnTo>
                  <a:pt x="2119093" y="9115"/>
                </a:lnTo>
                <a:lnTo>
                  <a:pt x="2098948" y="17212"/>
                </a:lnTo>
                <a:lnTo>
                  <a:pt x="2077850" y="22508"/>
                </a:lnTo>
                <a:lnTo>
                  <a:pt x="2056486" y="26622"/>
                </a:lnTo>
                <a:lnTo>
                  <a:pt x="2034997" y="30061"/>
                </a:lnTo>
                <a:lnTo>
                  <a:pt x="2013442" y="33033"/>
                </a:lnTo>
                <a:lnTo>
                  <a:pt x="1991839" y="35662"/>
                </a:lnTo>
                <a:lnTo>
                  <a:pt x="1970208" y="38024"/>
                </a:lnTo>
                <a:lnTo>
                  <a:pt x="1948558" y="40167"/>
                </a:lnTo>
                <a:lnTo>
                  <a:pt x="1926888" y="42139"/>
                </a:lnTo>
                <a:lnTo>
                  <a:pt x="1905200" y="43958"/>
                </a:lnTo>
                <a:lnTo>
                  <a:pt x="1883512" y="45653"/>
                </a:lnTo>
                <a:lnTo>
                  <a:pt x="1861804" y="47215"/>
                </a:lnTo>
                <a:lnTo>
                  <a:pt x="1840097" y="48682"/>
                </a:lnTo>
                <a:lnTo>
                  <a:pt x="1818380" y="50063"/>
                </a:lnTo>
                <a:lnTo>
                  <a:pt x="1796663" y="51368"/>
                </a:lnTo>
                <a:lnTo>
                  <a:pt x="1774936" y="52588"/>
                </a:lnTo>
                <a:lnTo>
                  <a:pt x="1753200" y="53731"/>
                </a:lnTo>
                <a:lnTo>
                  <a:pt x="1731474" y="54816"/>
                </a:lnTo>
                <a:lnTo>
                  <a:pt x="1709738" y="55836"/>
                </a:lnTo>
                <a:lnTo>
                  <a:pt x="1687992" y="56807"/>
                </a:lnTo>
                <a:lnTo>
                  <a:pt x="1666256" y="57721"/>
                </a:lnTo>
                <a:lnTo>
                  <a:pt x="1644510" y="58588"/>
                </a:lnTo>
                <a:lnTo>
                  <a:pt x="1622765" y="59407"/>
                </a:lnTo>
                <a:lnTo>
                  <a:pt x="1601019" y="60179"/>
                </a:lnTo>
                <a:lnTo>
                  <a:pt x="1579274" y="60912"/>
                </a:lnTo>
                <a:lnTo>
                  <a:pt x="1557528" y="61598"/>
                </a:lnTo>
                <a:lnTo>
                  <a:pt x="1535773" y="62246"/>
                </a:lnTo>
                <a:lnTo>
                  <a:pt x="1514027" y="62865"/>
                </a:lnTo>
                <a:lnTo>
                  <a:pt x="1492272" y="63446"/>
                </a:lnTo>
                <a:lnTo>
                  <a:pt x="1470517" y="63989"/>
                </a:lnTo>
                <a:lnTo>
                  <a:pt x="1448762" y="64494"/>
                </a:lnTo>
                <a:lnTo>
                  <a:pt x="1427007" y="64970"/>
                </a:lnTo>
                <a:lnTo>
                  <a:pt x="1405252" y="65418"/>
                </a:lnTo>
                <a:lnTo>
                  <a:pt x="1383497" y="65827"/>
                </a:lnTo>
                <a:lnTo>
                  <a:pt x="1361742" y="66208"/>
                </a:lnTo>
                <a:lnTo>
                  <a:pt x="1339987" y="66561"/>
                </a:lnTo>
                <a:lnTo>
                  <a:pt x="1318222" y="66885"/>
                </a:lnTo>
                <a:lnTo>
                  <a:pt x="1296467" y="67180"/>
                </a:lnTo>
                <a:lnTo>
                  <a:pt x="1274712" y="67456"/>
                </a:lnTo>
                <a:lnTo>
                  <a:pt x="1252947" y="67694"/>
                </a:lnTo>
                <a:lnTo>
                  <a:pt x="1231192" y="67904"/>
                </a:lnTo>
                <a:lnTo>
                  <a:pt x="1209427" y="68094"/>
                </a:lnTo>
                <a:lnTo>
                  <a:pt x="1187672" y="68256"/>
                </a:lnTo>
                <a:lnTo>
                  <a:pt x="1165917" y="68390"/>
                </a:lnTo>
                <a:lnTo>
                  <a:pt x="1144153" y="68494"/>
                </a:lnTo>
                <a:lnTo>
                  <a:pt x="1122397" y="68580"/>
                </a:lnTo>
                <a:lnTo>
                  <a:pt x="1100633" y="68637"/>
                </a:lnTo>
                <a:lnTo>
                  <a:pt x="1078878" y="68666"/>
                </a:lnTo>
                <a:lnTo>
                  <a:pt x="1057113" y="68675"/>
                </a:lnTo>
                <a:lnTo>
                  <a:pt x="1035348" y="68656"/>
                </a:lnTo>
                <a:lnTo>
                  <a:pt x="1013593" y="68609"/>
                </a:lnTo>
                <a:lnTo>
                  <a:pt x="991838" y="68542"/>
                </a:lnTo>
                <a:lnTo>
                  <a:pt x="970074" y="68437"/>
                </a:lnTo>
                <a:lnTo>
                  <a:pt x="948319" y="68313"/>
                </a:lnTo>
                <a:lnTo>
                  <a:pt x="926554" y="68170"/>
                </a:lnTo>
                <a:lnTo>
                  <a:pt x="904799" y="67989"/>
                </a:lnTo>
                <a:lnTo>
                  <a:pt x="883034" y="67789"/>
                </a:lnTo>
                <a:lnTo>
                  <a:pt x="861279" y="67561"/>
                </a:lnTo>
                <a:lnTo>
                  <a:pt x="839514" y="67313"/>
                </a:lnTo>
                <a:lnTo>
                  <a:pt x="817759" y="67027"/>
                </a:lnTo>
                <a:lnTo>
                  <a:pt x="796004" y="66713"/>
                </a:lnTo>
                <a:lnTo>
                  <a:pt x="774249" y="66370"/>
                </a:lnTo>
                <a:lnTo>
                  <a:pt x="752485" y="65999"/>
                </a:lnTo>
                <a:lnTo>
                  <a:pt x="730729" y="65599"/>
                </a:lnTo>
                <a:lnTo>
                  <a:pt x="708974" y="65170"/>
                </a:lnTo>
                <a:lnTo>
                  <a:pt x="687219" y="64703"/>
                </a:lnTo>
                <a:lnTo>
                  <a:pt x="665464" y="64208"/>
                </a:lnTo>
                <a:lnTo>
                  <a:pt x="643709" y="63684"/>
                </a:lnTo>
                <a:lnTo>
                  <a:pt x="621963" y="63122"/>
                </a:lnTo>
                <a:lnTo>
                  <a:pt x="600208" y="62522"/>
                </a:lnTo>
                <a:lnTo>
                  <a:pt x="578463" y="61893"/>
                </a:lnTo>
                <a:lnTo>
                  <a:pt x="556708" y="61217"/>
                </a:lnTo>
                <a:lnTo>
                  <a:pt x="534962" y="60503"/>
                </a:lnTo>
                <a:lnTo>
                  <a:pt x="513217" y="59750"/>
                </a:lnTo>
                <a:lnTo>
                  <a:pt x="491471" y="58950"/>
                </a:lnTo>
                <a:lnTo>
                  <a:pt x="469725" y="58112"/>
                </a:lnTo>
                <a:lnTo>
                  <a:pt x="447980" y="57217"/>
                </a:lnTo>
                <a:lnTo>
                  <a:pt x="426244" y="56274"/>
                </a:lnTo>
                <a:lnTo>
                  <a:pt x="404508" y="55274"/>
                </a:lnTo>
                <a:lnTo>
                  <a:pt x="382772" y="54216"/>
                </a:lnTo>
                <a:lnTo>
                  <a:pt x="361045" y="53092"/>
                </a:lnTo>
                <a:lnTo>
                  <a:pt x="339309" y="51902"/>
                </a:lnTo>
                <a:lnTo>
                  <a:pt x="317592" y="50644"/>
                </a:lnTo>
                <a:lnTo>
                  <a:pt x="295875" y="49311"/>
                </a:lnTo>
                <a:lnTo>
                  <a:pt x="274158" y="47873"/>
                </a:lnTo>
                <a:lnTo>
                  <a:pt x="252451" y="46349"/>
                </a:lnTo>
                <a:lnTo>
                  <a:pt x="230753" y="44710"/>
                </a:lnTo>
                <a:lnTo>
                  <a:pt x="209064" y="42958"/>
                </a:lnTo>
                <a:lnTo>
                  <a:pt x="187385" y="41053"/>
                </a:lnTo>
                <a:lnTo>
                  <a:pt x="165725" y="38986"/>
                </a:lnTo>
                <a:lnTo>
                  <a:pt x="144085" y="36719"/>
                </a:lnTo>
                <a:lnTo>
                  <a:pt x="122472" y="34214"/>
                </a:lnTo>
                <a:lnTo>
                  <a:pt x="100889" y="31404"/>
                </a:lnTo>
                <a:lnTo>
                  <a:pt x="79372" y="28194"/>
                </a:lnTo>
                <a:lnTo>
                  <a:pt x="57941" y="24413"/>
                </a:lnTo>
                <a:lnTo>
                  <a:pt x="36700" y="19736"/>
                </a:lnTo>
                <a:lnTo>
                  <a:pt x="15935" y="132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97D0160D-C59E-4F1E-BC38-571AA43F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6243" y="3553663"/>
            <a:ext cx="2126513" cy="2164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0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C422BB41-5FC7-4292-B70D-A069E698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1222" y="4563751"/>
            <a:ext cx="1393717" cy="812321"/>
          </a:xfrm>
          <a:custGeom xmlns:a="http://schemas.openxmlformats.org/drawingml/2006/main">
            <a:pathLst>
              <a:path w="1393717" h="812321">
                <a:moveTo>
                  <a:pt x="0" y="0"/>
                </a:moveTo>
                <a:lnTo>
                  <a:pt x="6772" y="15164"/>
                </a:lnTo>
                <a:lnTo>
                  <a:pt x="13535" y="30318"/>
                </a:lnTo>
                <a:lnTo>
                  <a:pt x="20307" y="45482"/>
                </a:lnTo>
                <a:lnTo>
                  <a:pt x="27070" y="60636"/>
                </a:lnTo>
                <a:lnTo>
                  <a:pt x="33842" y="75800"/>
                </a:lnTo>
                <a:lnTo>
                  <a:pt x="40605" y="90954"/>
                </a:lnTo>
                <a:lnTo>
                  <a:pt x="47377" y="106118"/>
                </a:lnTo>
                <a:lnTo>
                  <a:pt x="54140" y="121282"/>
                </a:lnTo>
                <a:lnTo>
                  <a:pt x="60912" y="136436"/>
                </a:lnTo>
                <a:lnTo>
                  <a:pt x="67675" y="151600"/>
                </a:lnTo>
                <a:lnTo>
                  <a:pt x="74447" y="166754"/>
                </a:lnTo>
                <a:lnTo>
                  <a:pt x="81210" y="181918"/>
                </a:lnTo>
                <a:lnTo>
                  <a:pt x="87982" y="197072"/>
                </a:lnTo>
                <a:lnTo>
                  <a:pt x="94745" y="212236"/>
                </a:lnTo>
                <a:lnTo>
                  <a:pt x="101517" y="227400"/>
                </a:lnTo>
                <a:lnTo>
                  <a:pt x="108290" y="242554"/>
                </a:lnTo>
                <a:lnTo>
                  <a:pt x="115052" y="257718"/>
                </a:lnTo>
                <a:lnTo>
                  <a:pt x="121825" y="272872"/>
                </a:lnTo>
                <a:lnTo>
                  <a:pt x="128588" y="288036"/>
                </a:lnTo>
                <a:lnTo>
                  <a:pt x="135360" y="303190"/>
                </a:lnTo>
                <a:lnTo>
                  <a:pt x="142123" y="318354"/>
                </a:lnTo>
                <a:lnTo>
                  <a:pt x="148895" y="333518"/>
                </a:lnTo>
                <a:lnTo>
                  <a:pt x="155658" y="348672"/>
                </a:lnTo>
                <a:lnTo>
                  <a:pt x="162430" y="363836"/>
                </a:lnTo>
                <a:lnTo>
                  <a:pt x="169193" y="378990"/>
                </a:lnTo>
                <a:lnTo>
                  <a:pt x="175965" y="394154"/>
                </a:lnTo>
                <a:lnTo>
                  <a:pt x="182728" y="409308"/>
                </a:lnTo>
                <a:lnTo>
                  <a:pt x="189500" y="424472"/>
                </a:lnTo>
                <a:lnTo>
                  <a:pt x="196263" y="439636"/>
                </a:lnTo>
                <a:lnTo>
                  <a:pt x="203035" y="454790"/>
                </a:lnTo>
                <a:lnTo>
                  <a:pt x="209798" y="469954"/>
                </a:lnTo>
                <a:lnTo>
                  <a:pt x="216570" y="485108"/>
                </a:lnTo>
                <a:lnTo>
                  <a:pt x="223342" y="500272"/>
                </a:lnTo>
                <a:lnTo>
                  <a:pt x="230105" y="515426"/>
                </a:lnTo>
                <a:lnTo>
                  <a:pt x="236877" y="530590"/>
                </a:lnTo>
                <a:lnTo>
                  <a:pt x="243640" y="545754"/>
                </a:lnTo>
                <a:lnTo>
                  <a:pt x="250412" y="560908"/>
                </a:lnTo>
                <a:lnTo>
                  <a:pt x="257175" y="576072"/>
                </a:lnTo>
                <a:lnTo>
                  <a:pt x="263947" y="591226"/>
                </a:lnTo>
                <a:lnTo>
                  <a:pt x="270710" y="606390"/>
                </a:lnTo>
                <a:lnTo>
                  <a:pt x="277482" y="621544"/>
                </a:lnTo>
                <a:lnTo>
                  <a:pt x="284245" y="636708"/>
                </a:lnTo>
                <a:lnTo>
                  <a:pt x="291017" y="651872"/>
                </a:lnTo>
                <a:lnTo>
                  <a:pt x="297780" y="667026"/>
                </a:lnTo>
                <a:lnTo>
                  <a:pt x="304552" y="682190"/>
                </a:lnTo>
                <a:lnTo>
                  <a:pt x="311315" y="697344"/>
                </a:lnTo>
                <a:lnTo>
                  <a:pt x="318087" y="712508"/>
                </a:lnTo>
                <a:lnTo>
                  <a:pt x="324860" y="727662"/>
                </a:lnTo>
                <a:lnTo>
                  <a:pt x="331622" y="742826"/>
                </a:lnTo>
                <a:lnTo>
                  <a:pt x="338166" y="757676"/>
                </a:lnTo>
                <a:lnTo>
                  <a:pt x="351320" y="767705"/>
                </a:lnTo>
                <a:lnTo>
                  <a:pt x="366284" y="774868"/>
                </a:lnTo>
                <a:lnTo>
                  <a:pt x="381914" y="780459"/>
                </a:lnTo>
                <a:lnTo>
                  <a:pt x="397869" y="785051"/>
                </a:lnTo>
                <a:lnTo>
                  <a:pt x="414004" y="788927"/>
                </a:lnTo>
                <a:lnTo>
                  <a:pt x="430263" y="792270"/>
                </a:lnTo>
                <a:lnTo>
                  <a:pt x="446608" y="795176"/>
                </a:lnTo>
                <a:lnTo>
                  <a:pt x="463010" y="797738"/>
                </a:lnTo>
                <a:lnTo>
                  <a:pt x="479460" y="799995"/>
                </a:lnTo>
                <a:lnTo>
                  <a:pt x="495938" y="801995"/>
                </a:lnTo>
                <a:lnTo>
                  <a:pt x="512445" y="803767"/>
                </a:lnTo>
                <a:lnTo>
                  <a:pt x="528980" y="805329"/>
                </a:lnTo>
                <a:lnTo>
                  <a:pt x="545525" y="806710"/>
                </a:lnTo>
                <a:lnTo>
                  <a:pt x="562080" y="807910"/>
                </a:lnTo>
                <a:lnTo>
                  <a:pt x="578644" y="808958"/>
                </a:lnTo>
                <a:lnTo>
                  <a:pt x="595227" y="809844"/>
                </a:lnTo>
                <a:lnTo>
                  <a:pt x="611810" y="810587"/>
                </a:lnTo>
                <a:lnTo>
                  <a:pt x="628402" y="811197"/>
                </a:lnTo>
                <a:lnTo>
                  <a:pt x="644995" y="811673"/>
                </a:lnTo>
                <a:lnTo>
                  <a:pt x="661597" y="812016"/>
                </a:lnTo>
                <a:lnTo>
                  <a:pt x="678199" y="812225"/>
                </a:lnTo>
                <a:lnTo>
                  <a:pt x="694801" y="812321"/>
                </a:lnTo>
                <a:lnTo>
                  <a:pt x="711394" y="812282"/>
                </a:lnTo>
                <a:lnTo>
                  <a:pt x="727996" y="812121"/>
                </a:lnTo>
                <a:lnTo>
                  <a:pt x="744598" y="811825"/>
                </a:lnTo>
                <a:lnTo>
                  <a:pt x="761190" y="811416"/>
                </a:lnTo>
                <a:lnTo>
                  <a:pt x="777783" y="810863"/>
                </a:lnTo>
                <a:lnTo>
                  <a:pt x="794375" y="810177"/>
                </a:lnTo>
                <a:lnTo>
                  <a:pt x="810959" y="809349"/>
                </a:lnTo>
                <a:lnTo>
                  <a:pt x="827532" y="808368"/>
                </a:lnTo>
                <a:lnTo>
                  <a:pt x="844096" y="807234"/>
                </a:lnTo>
                <a:lnTo>
                  <a:pt x="860641" y="805929"/>
                </a:lnTo>
                <a:lnTo>
                  <a:pt x="877176" y="804443"/>
                </a:lnTo>
                <a:lnTo>
                  <a:pt x="893693" y="802767"/>
                </a:lnTo>
                <a:lnTo>
                  <a:pt x="910190" y="800862"/>
                </a:lnTo>
                <a:lnTo>
                  <a:pt x="926649" y="798719"/>
                </a:lnTo>
                <a:lnTo>
                  <a:pt x="943070" y="796290"/>
                </a:lnTo>
                <a:lnTo>
                  <a:pt x="959444" y="793537"/>
                </a:lnTo>
                <a:lnTo>
                  <a:pt x="975741" y="790385"/>
                </a:lnTo>
                <a:lnTo>
                  <a:pt x="991943" y="786746"/>
                </a:lnTo>
                <a:lnTo>
                  <a:pt x="1007983" y="782479"/>
                </a:lnTo>
                <a:lnTo>
                  <a:pt x="1023766" y="777354"/>
                </a:lnTo>
                <a:lnTo>
                  <a:pt x="1039082" y="770954"/>
                </a:lnTo>
                <a:lnTo>
                  <a:pt x="1053255" y="762362"/>
                </a:lnTo>
                <a:lnTo>
                  <a:pt x="1063504" y="749579"/>
                </a:lnTo>
                <a:lnTo>
                  <a:pt x="1068857" y="734016"/>
                </a:lnTo>
                <a:lnTo>
                  <a:pt x="1075630" y="718861"/>
                </a:lnTo>
                <a:lnTo>
                  <a:pt x="1082392" y="703697"/>
                </a:lnTo>
                <a:lnTo>
                  <a:pt x="1089165" y="688543"/>
                </a:lnTo>
                <a:lnTo>
                  <a:pt x="1095927" y="673379"/>
                </a:lnTo>
                <a:lnTo>
                  <a:pt x="1102700" y="658216"/>
                </a:lnTo>
                <a:lnTo>
                  <a:pt x="1109462" y="643061"/>
                </a:lnTo>
                <a:lnTo>
                  <a:pt x="1116235" y="627898"/>
                </a:lnTo>
                <a:lnTo>
                  <a:pt x="1122998" y="612743"/>
                </a:lnTo>
                <a:lnTo>
                  <a:pt x="1129770" y="597579"/>
                </a:lnTo>
                <a:lnTo>
                  <a:pt x="1136542" y="582425"/>
                </a:lnTo>
                <a:lnTo>
                  <a:pt x="1143305" y="567261"/>
                </a:lnTo>
                <a:lnTo>
                  <a:pt x="1150077" y="552107"/>
                </a:lnTo>
                <a:lnTo>
                  <a:pt x="1156840" y="536943"/>
                </a:lnTo>
                <a:lnTo>
                  <a:pt x="1163612" y="521780"/>
                </a:lnTo>
                <a:lnTo>
                  <a:pt x="1170375" y="506625"/>
                </a:lnTo>
                <a:lnTo>
                  <a:pt x="1177147" y="491461"/>
                </a:lnTo>
                <a:lnTo>
                  <a:pt x="1183910" y="476307"/>
                </a:lnTo>
                <a:lnTo>
                  <a:pt x="1190682" y="461143"/>
                </a:lnTo>
                <a:lnTo>
                  <a:pt x="1197445" y="445989"/>
                </a:lnTo>
                <a:lnTo>
                  <a:pt x="1204217" y="430825"/>
                </a:lnTo>
                <a:lnTo>
                  <a:pt x="1210980" y="415661"/>
                </a:lnTo>
                <a:lnTo>
                  <a:pt x="1217752" y="400507"/>
                </a:lnTo>
                <a:lnTo>
                  <a:pt x="1224515" y="385343"/>
                </a:lnTo>
                <a:lnTo>
                  <a:pt x="1231287" y="370189"/>
                </a:lnTo>
                <a:lnTo>
                  <a:pt x="1238060" y="355025"/>
                </a:lnTo>
                <a:lnTo>
                  <a:pt x="1244822" y="339871"/>
                </a:lnTo>
                <a:lnTo>
                  <a:pt x="1251595" y="324707"/>
                </a:lnTo>
                <a:lnTo>
                  <a:pt x="1258357" y="309543"/>
                </a:lnTo>
                <a:lnTo>
                  <a:pt x="1265130" y="294389"/>
                </a:lnTo>
                <a:lnTo>
                  <a:pt x="1271892" y="279225"/>
                </a:lnTo>
                <a:lnTo>
                  <a:pt x="1278665" y="264071"/>
                </a:lnTo>
                <a:lnTo>
                  <a:pt x="1285427" y="248907"/>
                </a:lnTo>
                <a:lnTo>
                  <a:pt x="1292200" y="233753"/>
                </a:lnTo>
                <a:lnTo>
                  <a:pt x="1298962" y="218589"/>
                </a:lnTo>
                <a:lnTo>
                  <a:pt x="1305735" y="203425"/>
                </a:lnTo>
                <a:lnTo>
                  <a:pt x="1312497" y="188271"/>
                </a:lnTo>
                <a:lnTo>
                  <a:pt x="1319270" y="173107"/>
                </a:lnTo>
                <a:lnTo>
                  <a:pt x="1326032" y="157953"/>
                </a:lnTo>
                <a:lnTo>
                  <a:pt x="1332805" y="142789"/>
                </a:lnTo>
                <a:lnTo>
                  <a:pt x="1339567" y="127635"/>
                </a:lnTo>
                <a:lnTo>
                  <a:pt x="1346340" y="112471"/>
                </a:lnTo>
                <a:lnTo>
                  <a:pt x="1353112" y="97307"/>
                </a:lnTo>
                <a:lnTo>
                  <a:pt x="1359875" y="82153"/>
                </a:lnTo>
                <a:lnTo>
                  <a:pt x="1366647" y="66989"/>
                </a:lnTo>
                <a:lnTo>
                  <a:pt x="1373410" y="51835"/>
                </a:lnTo>
                <a:lnTo>
                  <a:pt x="1380182" y="36671"/>
                </a:lnTo>
                <a:lnTo>
                  <a:pt x="1386945" y="21517"/>
                </a:lnTo>
                <a:lnTo>
                  <a:pt x="1393717" y="6353"/>
                </a:lnTo>
                <a:lnTo>
                  <a:pt x="1392422" y="8439"/>
                </a:lnTo>
                <a:lnTo>
                  <a:pt x="1378448" y="17231"/>
                </a:lnTo>
                <a:lnTo>
                  <a:pt x="1362913" y="23060"/>
                </a:lnTo>
                <a:lnTo>
                  <a:pt x="1346940" y="27575"/>
                </a:lnTo>
                <a:lnTo>
                  <a:pt x="1330757" y="31309"/>
                </a:lnTo>
                <a:lnTo>
                  <a:pt x="1314469" y="34519"/>
                </a:lnTo>
                <a:lnTo>
                  <a:pt x="1298115" y="37348"/>
                </a:lnTo>
                <a:lnTo>
                  <a:pt x="1281713" y="39881"/>
                </a:lnTo>
                <a:lnTo>
                  <a:pt x="1265263" y="42167"/>
                </a:lnTo>
                <a:lnTo>
                  <a:pt x="1248794" y="44263"/>
                </a:lnTo>
                <a:lnTo>
                  <a:pt x="1232306" y="46177"/>
                </a:lnTo>
                <a:lnTo>
                  <a:pt x="1215800" y="47949"/>
                </a:lnTo>
                <a:lnTo>
                  <a:pt x="1199274" y="49587"/>
                </a:lnTo>
                <a:lnTo>
                  <a:pt x="1182748" y="51111"/>
                </a:lnTo>
                <a:lnTo>
                  <a:pt x="1166203" y="52540"/>
                </a:lnTo>
                <a:lnTo>
                  <a:pt x="1149658" y="53864"/>
                </a:lnTo>
                <a:lnTo>
                  <a:pt x="1133104" y="55112"/>
                </a:lnTo>
                <a:lnTo>
                  <a:pt x="1116540" y="56274"/>
                </a:lnTo>
                <a:lnTo>
                  <a:pt x="1099976" y="57369"/>
                </a:lnTo>
                <a:lnTo>
                  <a:pt x="1083402" y="58388"/>
                </a:lnTo>
                <a:lnTo>
                  <a:pt x="1066829" y="59341"/>
                </a:lnTo>
                <a:lnTo>
                  <a:pt x="1050255" y="60246"/>
                </a:lnTo>
                <a:lnTo>
                  <a:pt x="1033672" y="61084"/>
                </a:lnTo>
                <a:lnTo>
                  <a:pt x="1017089" y="61874"/>
                </a:lnTo>
                <a:lnTo>
                  <a:pt x="1000506" y="62608"/>
                </a:lnTo>
                <a:lnTo>
                  <a:pt x="983913" y="63294"/>
                </a:lnTo>
                <a:lnTo>
                  <a:pt x="967330" y="63932"/>
                </a:lnTo>
                <a:lnTo>
                  <a:pt x="950738" y="64522"/>
                </a:lnTo>
                <a:lnTo>
                  <a:pt x="934145" y="65065"/>
                </a:lnTo>
                <a:lnTo>
                  <a:pt x="917543" y="65570"/>
                </a:lnTo>
                <a:lnTo>
                  <a:pt x="900951" y="66037"/>
                </a:lnTo>
                <a:lnTo>
                  <a:pt x="884358" y="66456"/>
                </a:lnTo>
                <a:lnTo>
                  <a:pt x="867756" y="66846"/>
                </a:lnTo>
                <a:lnTo>
                  <a:pt x="851164" y="67189"/>
                </a:lnTo>
                <a:lnTo>
                  <a:pt x="834561" y="67494"/>
                </a:lnTo>
                <a:lnTo>
                  <a:pt x="817959" y="67770"/>
                </a:lnTo>
                <a:lnTo>
                  <a:pt x="801367" y="68009"/>
                </a:lnTo>
                <a:lnTo>
                  <a:pt x="784765" y="68209"/>
                </a:lnTo>
                <a:lnTo>
                  <a:pt x="768163" y="68370"/>
                </a:lnTo>
                <a:lnTo>
                  <a:pt x="751561" y="68494"/>
                </a:lnTo>
                <a:lnTo>
                  <a:pt x="734959" y="68590"/>
                </a:lnTo>
                <a:lnTo>
                  <a:pt x="718356" y="68647"/>
                </a:lnTo>
                <a:lnTo>
                  <a:pt x="701754" y="68675"/>
                </a:lnTo>
                <a:lnTo>
                  <a:pt x="685152" y="68666"/>
                </a:lnTo>
                <a:lnTo>
                  <a:pt x="668550" y="68618"/>
                </a:lnTo>
                <a:lnTo>
                  <a:pt x="651948" y="68542"/>
                </a:lnTo>
                <a:lnTo>
                  <a:pt x="635346" y="68428"/>
                </a:lnTo>
                <a:lnTo>
                  <a:pt x="618744" y="68275"/>
                </a:lnTo>
                <a:lnTo>
                  <a:pt x="602142" y="68094"/>
                </a:lnTo>
                <a:lnTo>
                  <a:pt x="585549" y="67875"/>
                </a:lnTo>
                <a:lnTo>
                  <a:pt x="568947" y="67618"/>
                </a:lnTo>
                <a:lnTo>
                  <a:pt x="552345" y="67323"/>
                </a:lnTo>
                <a:lnTo>
                  <a:pt x="535743" y="66999"/>
                </a:lnTo>
                <a:lnTo>
                  <a:pt x="519151" y="66627"/>
                </a:lnTo>
                <a:lnTo>
                  <a:pt x="502549" y="66218"/>
                </a:lnTo>
                <a:lnTo>
                  <a:pt x="485956" y="65770"/>
                </a:lnTo>
                <a:lnTo>
                  <a:pt x="469363" y="65284"/>
                </a:lnTo>
                <a:lnTo>
                  <a:pt x="452771" y="64751"/>
                </a:lnTo>
                <a:lnTo>
                  <a:pt x="436178" y="64179"/>
                </a:lnTo>
                <a:lnTo>
                  <a:pt x="419586" y="63560"/>
                </a:lnTo>
                <a:lnTo>
                  <a:pt x="403003" y="62894"/>
                </a:lnTo>
                <a:lnTo>
                  <a:pt x="386410" y="62179"/>
                </a:lnTo>
                <a:lnTo>
                  <a:pt x="369827" y="61417"/>
                </a:lnTo>
                <a:lnTo>
                  <a:pt x="353244" y="60608"/>
                </a:lnTo>
                <a:lnTo>
                  <a:pt x="336671" y="59731"/>
                </a:lnTo>
                <a:lnTo>
                  <a:pt x="320088" y="58798"/>
                </a:lnTo>
                <a:lnTo>
                  <a:pt x="303524" y="57798"/>
                </a:lnTo>
                <a:lnTo>
                  <a:pt x="286950" y="56740"/>
                </a:lnTo>
                <a:lnTo>
                  <a:pt x="270386" y="55607"/>
                </a:lnTo>
                <a:lnTo>
                  <a:pt x="253832" y="54397"/>
                </a:lnTo>
                <a:lnTo>
                  <a:pt x="237277" y="53102"/>
                </a:lnTo>
                <a:lnTo>
                  <a:pt x="220732" y="51721"/>
                </a:lnTo>
                <a:lnTo>
                  <a:pt x="204197" y="50244"/>
                </a:lnTo>
                <a:lnTo>
                  <a:pt x="187681" y="48644"/>
                </a:lnTo>
                <a:lnTo>
                  <a:pt x="171164" y="46939"/>
                </a:lnTo>
                <a:lnTo>
                  <a:pt x="154667" y="45082"/>
                </a:lnTo>
                <a:lnTo>
                  <a:pt x="138189" y="43072"/>
                </a:lnTo>
                <a:lnTo>
                  <a:pt x="121730" y="40862"/>
                </a:lnTo>
                <a:lnTo>
                  <a:pt x="105308" y="38443"/>
                </a:lnTo>
                <a:lnTo>
                  <a:pt x="88925" y="35747"/>
                </a:lnTo>
                <a:lnTo>
                  <a:pt x="72609" y="32709"/>
                </a:lnTo>
                <a:lnTo>
                  <a:pt x="56378" y="29213"/>
                </a:lnTo>
                <a:lnTo>
                  <a:pt x="40300" y="25070"/>
                </a:lnTo>
                <a:lnTo>
                  <a:pt x="24536" y="19898"/>
                </a:lnTo>
                <a:lnTo>
                  <a:pt x="9592" y="127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1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C0C52C7A-E821-4E7F-9961-B0F9671B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1203" y="4455509"/>
            <a:ext cx="1396603" cy="2164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2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4404CCF2-1D6A-474A-A3F0-2308531C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8667" y="2726741"/>
            <a:ext cx="1601667" cy="2698452"/>
          </a:xfrm>
          <a:custGeom xmlns:a="http://schemas.openxmlformats.org/drawingml/2006/main">
            <a:pathLst>
              <a:path w="1601667" h="2698452">
                <a:moveTo>
                  <a:pt x="0" y="0"/>
                </a:moveTo>
                <a:lnTo>
                  <a:pt x="133" y="33766"/>
                </a:lnTo>
                <a:lnTo>
                  <a:pt x="9382" y="66265"/>
                </a:lnTo>
                <a:lnTo>
                  <a:pt x="18631" y="98765"/>
                </a:lnTo>
                <a:lnTo>
                  <a:pt x="27880" y="131264"/>
                </a:lnTo>
                <a:lnTo>
                  <a:pt x="37119" y="163754"/>
                </a:lnTo>
                <a:lnTo>
                  <a:pt x="46368" y="196253"/>
                </a:lnTo>
                <a:lnTo>
                  <a:pt x="55616" y="228752"/>
                </a:lnTo>
                <a:lnTo>
                  <a:pt x="64865" y="261252"/>
                </a:lnTo>
                <a:lnTo>
                  <a:pt x="74114" y="293751"/>
                </a:lnTo>
                <a:lnTo>
                  <a:pt x="83363" y="326241"/>
                </a:lnTo>
                <a:lnTo>
                  <a:pt x="92612" y="358740"/>
                </a:lnTo>
                <a:lnTo>
                  <a:pt x="101851" y="391239"/>
                </a:lnTo>
                <a:lnTo>
                  <a:pt x="111100" y="423739"/>
                </a:lnTo>
                <a:lnTo>
                  <a:pt x="120348" y="456228"/>
                </a:lnTo>
                <a:lnTo>
                  <a:pt x="129597" y="488728"/>
                </a:lnTo>
                <a:lnTo>
                  <a:pt x="138846" y="521227"/>
                </a:lnTo>
                <a:lnTo>
                  <a:pt x="148095" y="553726"/>
                </a:lnTo>
                <a:lnTo>
                  <a:pt x="157343" y="586226"/>
                </a:lnTo>
                <a:lnTo>
                  <a:pt x="166583" y="618715"/>
                </a:lnTo>
                <a:lnTo>
                  <a:pt x="175832" y="651215"/>
                </a:lnTo>
                <a:lnTo>
                  <a:pt x="185080" y="683714"/>
                </a:lnTo>
                <a:lnTo>
                  <a:pt x="194329" y="716213"/>
                </a:lnTo>
                <a:lnTo>
                  <a:pt x="203578" y="748703"/>
                </a:lnTo>
                <a:lnTo>
                  <a:pt x="212827" y="781202"/>
                </a:lnTo>
                <a:lnTo>
                  <a:pt x="222075" y="813702"/>
                </a:lnTo>
                <a:lnTo>
                  <a:pt x="231315" y="846201"/>
                </a:lnTo>
                <a:lnTo>
                  <a:pt x="240059" y="878824"/>
                </a:lnTo>
                <a:lnTo>
                  <a:pt x="247669" y="911743"/>
                </a:lnTo>
                <a:lnTo>
                  <a:pt x="255137" y="944699"/>
                </a:lnTo>
                <a:lnTo>
                  <a:pt x="262261" y="977722"/>
                </a:lnTo>
                <a:lnTo>
                  <a:pt x="269386" y="1010755"/>
                </a:lnTo>
                <a:lnTo>
                  <a:pt x="276511" y="1043778"/>
                </a:lnTo>
                <a:lnTo>
                  <a:pt x="283626" y="1076811"/>
                </a:lnTo>
                <a:lnTo>
                  <a:pt x="290751" y="1109834"/>
                </a:lnTo>
                <a:lnTo>
                  <a:pt x="297875" y="1142867"/>
                </a:lnTo>
                <a:lnTo>
                  <a:pt x="305000" y="1175890"/>
                </a:lnTo>
                <a:lnTo>
                  <a:pt x="312125" y="1208923"/>
                </a:lnTo>
                <a:lnTo>
                  <a:pt x="319249" y="1241946"/>
                </a:lnTo>
                <a:lnTo>
                  <a:pt x="326365" y="1274978"/>
                </a:lnTo>
                <a:lnTo>
                  <a:pt x="333489" y="1308002"/>
                </a:lnTo>
                <a:lnTo>
                  <a:pt x="340614" y="1341034"/>
                </a:lnTo>
                <a:lnTo>
                  <a:pt x="347739" y="1374057"/>
                </a:lnTo>
                <a:lnTo>
                  <a:pt x="354863" y="1407090"/>
                </a:lnTo>
                <a:lnTo>
                  <a:pt x="361979" y="1440113"/>
                </a:lnTo>
                <a:lnTo>
                  <a:pt x="369103" y="1473146"/>
                </a:lnTo>
                <a:lnTo>
                  <a:pt x="376228" y="1506169"/>
                </a:lnTo>
                <a:lnTo>
                  <a:pt x="383353" y="1539202"/>
                </a:lnTo>
                <a:lnTo>
                  <a:pt x="390477" y="1572225"/>
                </a:lnTo>
                <a:lnTo>
                  <a:pt x="397602" y="1605258"/>
                </a:lnTo>
                <a:lnTo>
                  <a:pt x="404717" y="1638281"/>
                </a:lnTo>
                <a:lnTo>
                  <a:pt x="411842" y="1671314"/>
                </a:lnTo>
                <a:lnTo>
                  <a:pt x="418967" y="1704337"/>
                </a:lnTo>
                <a:lnTo>
                  <a:pt x="426091" y="1737370"/>
                </a:lnTo>
                <a:lnTo>
                  <a:pt x="433216" y="1770393"/>
                </a:lnTo>
                <a:lnTo>
                  <a:pt x="439960" y="1803502"/>
                </a:lnTo>
                <a:lnTo>
                  <a:pt x="446703" y="1836611"/>
                </a:lnTo>
                <a:lnTo>
                  <a:pt x="453323" y="1869738"/>
                </a:lnTo>
                <a:lnTo>
                  <a:pt x="459953" y="1902876"/>
                </a:lnTo>
                <a:lnTo>
                  <a:pt x="466573" y="1936004"/>
                </a:lnTo>
                <a:lnTo>
                  <a:pt x="473192" y="1969141"/>
                </a:lnTo>
                <a:lnTo>
                  <a:pt x="479812" y="2002269"/>
                </a:lnTo>
                <a:lnTo>
                  <a:pt x="486432" y="2035397"/>
                </a:lnTo>
                <a:lnTo>
                  <a:pt x="493052" y="2068535"/>
                </a:lnTo>
                <a:lnTo>
                  <a:pt x="499682" y="2101663"/>
                </a:lnTo>
                <a:lnTo>
                  <a:pt x="506301" y="2134800"/>
                </a:lnTo>
                <a:lnTo>
                  <a:pt x="508635" y="2164423"/>
                </a:lnTo>
                <a:lnTo>
                  <a:pt x="474850" y="2164423"/>
                </a:lnTo>
                <a:lnTo>
                  <a:pt x="441065" y="2164423"/>
                </a:lnTo>
                <a:lnTo>
                  <a:pt x="407279" y="2164423"/>
                </a:lnTo>
                <a:lnTo>
                  <a:pt x="373494" y="2164423"/>
                </a:lnTo>
                <a:lnTo>
                  <a:pt x="339700" y="2164423"/>
                </a:lnTo>
                <a:lnTo>
                  <a:pt x="305914" y="2164423"/>
                </a:lnTo>
                <a:lnTo>
                  <a:pt x="272129" y="2164423"/>
                </a:lnTo>
                <a:lnTo>
                  <a:pt x="265395" y="2175548"/>
                </a:lnTo>
                <a:lnTo>
                  <a:pt x="289408" y="2199313"/>
                </a:lnTo>
                <a:lnTo>
                  <a:pt x="313420" y="2223078"/>
                </a:lnTo>
                <a:lnTo>
                  <a:pt x="337433" y="2246852"/>
                </a:lnTo>
                <a:lnTo>
                  <a:pt x="361445" y="2270617"/>
                </a:lnTo>
                <a:lnTo>
                  <a:pt x="385458" y="2294382"/>
                </a:lnTo>
                <a:lnTo>
                  <a:pt x="409470" y="2318156"/>
                </a:lnTo>
                <a:lnTo>
                  <a:pt x="433483" y="2341921"/>
                </a:lnTo>
                <a:lnTo>
                  <a:pt x="457495" y="2365696"/>
                </a:lnTo>
                <a:lnTo>
                  <a:pt x="481508" y="2389461"/>
                </a:lnTo>
                <a:lnTo>
                  <a:pt x="505530" y="2413225"/>
                </a:lnTo>
                <a:lnTo>
                  <a:pt x="529542" y="2437000"/>
                </a:lnTo>
                <a:lnTo>
                  <a:pt x="553555" y="2460765"/>
                </a:lnTo>
                <a:lnTo>
                  <a:pt x="577567" y="2484530"/>
                </a:lnTo>
                <a:lnTo>
                  <a:pt x="601580" y="2508304"/>
                </a:lnTo>
                <a:lnTo>
                  <a:pt x="625592" y="2532069"/>
                </a:lnTo>
                <a:lnTo>
                  <a:pt x="649605" y="2555843"/>
                </a:lnTo>
                <a:lnTo>
                  <a:pt x="673618" y="2579608"/>
                </a:lnTo>
                <a:lnTo>
                  <a:pt x="697630" y="2603373"/>
                </a:lnTo>
                <a:lnTo>
                  <a:pt x="721643" y="2627147"/>
                </a:lnTo>
                <a:lnTo>
                  <a:pt x="745655" y="2650912"/>
                </a:lnTo>
                <a:lnTo>
                  <a:pt x="769677" y="2674677"/>
                </a:lnTo>
                <a:lnTo>
                  <a:pt x="793690" y="2698452"/>
                </a:lnTo>
                <a:lnTo>
                  <a:pt x="817702" y="2688831"/>
                </a:lnTo>
                <a:lnTo>
                  <a:pt x="841715" y="2665066"/>
                </a:lnTo>
                <a:lnTo>
                  <a:pt x="865727" y="2641302"/>
                </a:lnTo>
                <a:lnTo>
                  <a:pt x="889740" y="2617527"/>
                </a:lnTo>
                <a:lnTo>
                  <a:pt x="913752" y="2593762"/>
                </a:lnTo>
                <a:lnTo>
                  <a:pt x="937765" y="2569988"/>
                </a:lnTo>
                <a:lnTo>
                  <a:pt x="961777" y="2546223"/>
                </a:lnTo>
                <a:lnTo>
                  <a:pt x="985790" y="2522458"/>
                </a:lnTo>
                <a:lnTo>
                  <a:pt x="1009812" y="2498684"/>
                </a:lnTo>
                <a:lnTo>
                  <a:pt x="1033824" y="2474919"/>
                </a:lnTo>
                <a:lnTo>
                  <a:pt x="1057837" y="2451154"/>
                </a:lnTo>
                <a:lnTo>
                  <a:pt x="1081850" y="2427380"/>
                </a:lnTo>
                <a:lnTo>
                  <a:pt x="1105862" y="2403615"/>
                </a:lnTo>
                <a:lnTo>
                  <a:pt x="1129875" y="2379840"/>
                </a:lnTo>
                <a:lnTo>
                  <a:pt x="1153887" y="2356075"/>
                </a:lnTo>
                <a:lnTo>
                  <a:pt x="1177900" y="2332311"/>
                </a:lnTo>
                <a:lnTo>
                  <a:pt x="1201912" y="2308536"/>
                </a:lnTo>
                <a:lnTo>
                  <a:pt x="1225925" y="2284771"/>
                </a:lnTo>
                <a:lnTo>
                  <a:pt x="1249937" y="2261006"/>
                </a:lnTo>
                <a:lnTo>
                  <a:pt x="1273959" y="2237232"/>
                </a:lnTo>
                <a:lnTo>
                  <a:pt x="1297972" y="2213467"/>
                </a:lnTo>
                <a:lnTo>
                  <a:pt x="1321984" y="2189693"/>
                </a:lnTo>
                <a:lnTo>
                  <a:pt x="1345997" y="2165928"/>
                </a:lnTo>
                <a:lnTo>
                  <a:pt x="1315879" y="2164423"/>
                </a:lnTo>
                <a:lnTo>
                  <a:pt x="1282084" y="2164423"/>
                </a:lnTo>
                <a:lnTo>
                  <a:pt x="1248299" y="2164423"/>
                </a:lnTo>
                <a:lnTo>
                  <a:pt x="1214514" y="2164423"/>
                </a:lnTo>
                <a:lnTo>
                  <a:pt x="1180729" y="2164423"/>
                </a:lnTo>
                <a:lnTo>
                  <a:pt x="1146934" y="2164423"/>
                </a:lnTo>
                <a:lnTo>
                  <a:pt x="1113149" y="2164423"/>
                </a:lnTo>
                <a:lnTo>
                  <a:pt x="1091432" y="2154526"/>
                </a:lnTo>
                <a:lnTo>
                  <a:pt x="1098052" y="2121398"/>
                </a:lnTo>
                <a:lnTo>
                  <a:pt x="1104671" y="2088261"/>
                </a:lnTo>
                <a:lnTo>
                  <a:pt x="1111291" y="2055133"/>
                </a:lnTo>
                <a:lnTo>
                  <a:pt x="1117911" y="2021996"/>
                </a:lnTo>
                <a:lnTo>
                  <a:pt x="1124541" y="1988868"/>
                </a:lnTo>
                <a:lnTo>
                  <a:pt x="1131160" y="1955730"/>
                </a:lnTo>
                <a:lnTo>
                  <a:pt x="1137780" y="1922602"/>
                </a:lnTo>
                <a:lnTo>
                  <a:pt x="1144400" y="1889474"/>
                </a:lnTo>
                <a:lnTo>
                  <a:pt x="1151020" y="1856337"/>
                </a:lnTo>
                <a:lnTo>
                  <a:pt x="1157697" y="1823218"/>
                </a:lnTo>
                <a:lnTo>
                  <a:pt x="1164441" y="1790109"/>
                </a:lnTo>
                <a:lnTo>
                  <a:pt x="1171337" y="1757039"/>
                </a:lnTo>
                <a:lnTo>
                  <a:pt x="1178462" y="1724006"/>
                </a:lnTo>
                <a:lnTo>
                  <a:pt x="1185586" y="1690983"/>
                </a:lnTo>
                <a:lnTo>
                  <a:pt x="1192711" y="1657950"/>
                </a:lnTo>
                <a:lnTo>
                  <a:pt x="1199836" y="1624927"/>
                </a:lnTo>
                <a:lnTo>
                  <a:pt x="1206951" y="1591894"/>
                </a:lnTo>
                <a:lnTo>
                  <a:pt x="1214076" y="1558871"/>
                </a:lnTo>
                <a:lnTo>
                  <a:pt x="1221200" y="1525838"/>
                </a:lnTo>
                <a:lnTo>
                  <a:pt x="1228325" y="1492815"/>
                </a:lnTo>
                <a:lnTo>
                  <a:pt x="1235450" y="1459782"/>
                </a:lnTo>
                <a:lnTo>
                  <a:pt x="1242574" y="1426759"/>
                </a:lnTo>
                <a:lnTo>
                  <a:pt x="1249690" y="1393727"/>
                </a:lnTo>
                <a:lnTo>
                  <a:pt x="1256814" y="1360703"/>
                </a:lnTo>
                <a:lnTo>
                  <a:pt x="1263939" y="1327671"/>
                </a:lnTo>
                <a:lnTo>
                  <a:pt x="1271064" y="1294648"/>
                </a:lnTo>
                <a:lnTo>
                  <a:pt x="1278188" y="1261615"/>
                </a:lnTo>
                <a:lnTo>
                  <a:pt x="1285304" y="1228592"/>
                </a:lnTo>
                <a:lnTo>
                  <a:pt x="1292428" y="1195559"/>
                </a:lnTo>
                <a:lnTo>
                  <a:pt x="1299553" y="1162536"/>
                </a:lnTo>
                <a:lnTo>
                  <a:pt x="1306678" y="1129503"/>
                </a:lnTo>
                <a:lnTo>
                  <a:pt x="1313802" y="1096480"/>
                </a:lnTo>
                <a:lnTo>
                  <a:pt x="1320927" y="1063447"/>
                </a:lnTo>
                <a:lnTo>
                  <a:pt x="1328042" y="1030424"/>
                </a:lnTo>
                <a:lnTo>
                  <a:pt x="1335167" y="997391"/>
                </a:lnTo>
                <a:lnTo>
                  <a:pt x="1342292" y="964368"/>
                </a:lnTo>
                <a:lnTo>
                  <a:pt x="1349473" y="931345"/>
                </a:lnTo>
                <a:lnTo>
                  <a:pt x="1357084" y="898427"/>
                </a:lnTo>
                <a:lnTo>
                  <a:pt x="1364847" y="865546"/>
                </a:lnTo>
                <a:lnTo>
                  <a:pt x="1374096" y="833056"/>
                </a:lnTo>
                <a:lnTo>
                  <a:pt x="1383344" y="800557"/>
                </a:lnTo>
                <a:lnTo>
                  <a:pt x="1392584" y="768058"/>
                </a:lnTo>
                <a:lnTo>
                  <a:pt x="1401832" y="735559"/>
                </a:lnTo>
                <a:lnTo>
                  <a:pt x="1411081" y="703059"/>
                </a:lnTo>
                <a:lnTo>
                  <a:pt x="1420330" y="670570"/>
                </a:lnTo>
                <a:lnTo>
                  <a:pt x="1429579" y="638070"/>
                </a:lnTo>
                <a:lnTo>
                  <a:pt x="1438827" y="605571"/>
                </a:lnTo>
                <a:lnTo>
                  <a:pt x="1448076" y="573072"/>
                </a:lnTo>
                <a:lnTo>
                  <a:pt x="1457315" y="540582"/>
                </a:lnTo>
                <a:lnTo>
                  <a:pt x="1466564" y="508083"/>
                </a:lnTo>
                <a:lnTo>
                  <a:pt x="1475813" y="475583"/>
                </a:lnTo>
                <a:lnTo>
                  <a:pt x="1485062" y="443084"/>
                </a:lnTo>
                <a:lnTo>
                  <a:pt x="1494311" y="410585"/>
                </a:lnTo>
                <a:lnTo>
                  <a:pt x="1503559" y="378095"/>
                </a:lnTo>
                <a:lnTo>
                  <a:pt x="1512808" y="345596"/>
                </a:lnTo>
                <a:lnTo>
                  <a:pt x="1522047" y="313096"/>
                </a:lnTo>
                <a:lnTo>
                  <a:pt x="1531296" y="280597"/>
                </a:lnTo>
                <a:lnTo>
                  <a:pt x="1540545" y="248107"/>
                </a:lnTo>
                <a:lnTo>
                  <a:pt x="1549794" y="215608"/>
                </a:lnTo>
                <a:lnTo>
                  <a:pt x="1559042" y="183109"/>
                </a:lnTo>
                <a:lnTo>
                  <a:pt x="1568291" y="150609"/>
                </a:lnTo>
                <a:lnTo>
                  <a:pt x="1577540" y="118110"/>
                </a:lnTo>
                <a:lnTo>
                  <a:pt x="1586779" y="85620"/>
                </a:lnTo>
                <a:lnTo>
                  <a:pt x="1596028" y="53121"/>
                </a:lnTo>
                <a:lnTo>
                  <a:pt x="1601667" y="20117"/>
                </a:lnTo>
                <a:lnTo>
                  <a:pt x="1588008" y="0"/>
                </a:lnTo>
                <a:lnTo>
                  <a:pt x="1554213" y="0"/>
                </a:lnTo>
                <a:lnTo>
                  <a:pt x="1520428" y="0"/>
                </a:lnTo>
                <a:lnTo>
                  <a:pt x="1486643" y="0"/>
                </a:lnTo>
                <a:lnTo>
                  <a:pt x="1452858" y="0"/>
                </a:lnTo>
                <a:lnTo>
                  <a:pt x="1419063" y="0"/>
                </a:lnTo>
                <a:lnTo>
                  <a:pt x="1385278" y="0"/>
                </a:lnTo>
                <a:lnTo>
                  <a:pt x="1351493" y="0"/>
                </a:lnTo>
                <a:lnTo>
                  <a:pt x="1317708" y="0"/>
                </a:lnTo>
                <a:lnTo>
                  <a:pt x="1283913" y="0"/>
                </a:lnTo>
                <a:lnTo>
                  <a:pt x="1250128" y="0"/>
                </a:lnTo>
                <a:lnTo>
                  <a:pt x="1216343" y="0"/>
                </a:lnTo>
                <a:lnTo>
                  <a:pt x="1182557" y="0"/>
                </a:lnTo>
                <a:lnTo>
                  <a:pt x="1148772" y="0"/>
                </a:lnTo>
                <a:lnTo>
                  <a:pt x="1114977" y="0"/>
                </a:lnTo>
                <a:lnTo>
                  <a:pt x="1081192" y="0"/>
                </a:lnTo>
                <a:lnTo>
                  <a:pt x="1047407" y="0"/>
                </a:lnTo>
                <a:lnTo>
                  <a:pt x="1013622" y="0"/>
                </a:lnTo>
                <a:lnTo>
                  <a:pt x="979827" y="0"/>
                </a:lnTo>
                <a:lnTo>
                  <a:pt x="946042" y="0"/>
                </a:lnTo>
                <a:lnTo>
                  <a:pt x="912257" y="0"/>
                </a:lnTo>
                <a:lnTo>
                  <a:pt x="878472" y="0"/>
                </a:lnTo>
                <a:lnTo>
                  <a:pt x="844687" y="0"/>
                </a:lnTo>
                <a:lnTo>
                  <a:pt x="810892" y="0"/>
                </a:lnTo>
                <a:lnTo>
                  <a:pt x="777107" y="0"/>
                </a:lnTo>
                <a:lnTo>
                  <a:pt x="743321" y="0"/>
                </a:lnTo>
                <a:lnTo>
                  <a:pt x="709536" y="0"/>
                </a:lnTo>
                <a:lnTo>
                  <a:pt x="675742" y="0"/>
                </a:lnTo>
                <a:lnTo>
                  <a:pt x="641956" y="0"/>
                </a:lnTo>
                <a:lnTo>
                  <a:pt x="608171" y="0"/>
                </a:lnTo>
                <a:lnTo>
                  <a:pt x="574386" y="0"/>
                </a:lnTo>
                <a:lnTo>
                  <a:pt x="540601" y="0"/>
                </a:lnTo>
                <a:lnTo>
                  <a:pt x="506806" y="0"/>
                </a:lnTo>
                <a:lnTo>
                  <a:pt x="473021" y="0"/>
                </a:lnTo>
                <a:lnTo>
                  <a:pt x="439236" y="0"/>
                </a:lnTo>
                <a:lnTo>
                  <a:pt x="405451" y="0"/>
                </a:lnTo>
                <a:lnTo>
                  <a:pt x="371656" y="0"/>
                </a:lnTo>
                <a:lnTo>
                  <a:pt x="337871" y="0"/>
                </a:lnTo>
                <a:lnTo>
                  <a:pt x="304086" y="0"/>
                </a:lnTo>
                <a:lnTo>
                  <a:pt x="270300" y="0"/>
                </a:lnTo>
                <a:lnTo>
                  <a:pt x="236515" y="0"/>
                </a:lnTo>
                <a:lnTo>
                  <a:pt x="202721" y="0"/>
                </a:lnTo>
                <a:lnTo>
                  <a:pt x="168935" y="0"/>
                </a:lnTo>
                <a:lnTo>
                  <a:pt x="135150" y="0"/>
                </a:lnTo>
                <a:lnTo>
                  <a:pt x="101365" y="0"/>
                </a:lnTo>
                <a:lnTo>
                  <a:pt x="67570" y="0"/>
                </a:lnTo>
                <a:lnTo>
                  <a:pt x="33785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16000"/>
                </a:srgbClr>
              </a:gs>
              <a:gs pos="76000">
                <a:srgbClr val="B7C7D9">
                  <a:alpha val="32000"/>
                </a:srgbClr>
              </a:gs>
              <a:gs pos="100000">
                <a:srgbClr val="7795B6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3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DCFCE42C-75C7-4C7B-9C39-F2ED1069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1189" y="2793206"/>
            <a:ext cx="2536631" cy="702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24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E883D94C-3881-442F-81A2-346AC4EA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2070" y="3695109"/>
            <a:ext cx="1694859" cy="702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25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D1F07C99-898F-4B3E-A883-38395967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0552" y="4597003"/>
            <a:ext cx="997896" cy="702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26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EDAFEEC7-005F-4E12-B420-64363804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2295" y="2119017"/>
            <a:ext cx="382934" cy="3829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b8e03d26f47b7">
            <a:extLst>
              <a:ext uri="{96DAC541-7B7A-43D3-8B79-37D633B846F1}">
                <asvg:svgBlip xmlns:asvg="http://schemas.microsoft.com/office/drawing/2016/SVG/main" r:embed="R9bb6b12b5f294e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14536" y="2221259"/>
            <a:ext cx="178441" cy="178441"/>
          </a:xfrm>
          <a:prstGeom xmlns:a="http://schemas.openxmlformats.org/drawingml/2006/main" prst="rect">
            <a:avLst/>
          </a:prstGeom>
        </p:spPr>
      </p:pic>
      <p:sp>
        <p:nvSpPr>
          <p:cNvPr id="28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9D48E301-1F37-4A65-9D13-0B96EEAD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3032" y="1935804"/>
            <a:ext cx="332927" cy="3329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bfa817cea464a">
            <a:extLst>
              <a:ext uri="{96DAC541-7B7A-43D3-8B79-37D633B846F1}">
                <asvg:svgBlip xmlns:asvg="http://schemas.microsoft.com/office/drawing/2016/SVG/main" r:embed="R3266154f68ba43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55282" y="2038055"/>
            <a:ext cx="128435" cy="128435"/>
          </a:xfrm>
          <a:prstGeom xmlns:a="http://schemas.openxmlformats.org/drawingml/2006/main" prst="rect">
            <a:avLst/>
          </a:prstGeom>
        </p:spPr>
      </p:pic>
      <p:sp>
        <p:nvSpPr>
          <p:cNvPr id="30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ED71809B-89C2-461B-BB76-CFE6E98B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619" y="2085680"/>
            <a:ext cx="382934" cy="3829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417e310194323">
            <a:extLst>
              <a:ext uri="{96DAC541-7B7A-43D3-8B79-37D633B846F1}">
                <asvg:svgBlip xmlns:asvg="http://schemas.microsoft.com/office/drawing/2016/SVG/main" r:embed="R048d90c2c11544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45870" y="2187921"/>
            <a:ext cx="178441" cy="178441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A556B4-180A-4659-B9BB-F0988D50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478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DE52F3-D0C5-4E13-B272-FE328C4D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47850"/>
            <a:ext cx="421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入﻿选口﻿径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CEA140-D927-423A-A267-B465FCD6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9800"/>
            <a:ext cx="42195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候﻿选来﻿源﻿：﻿实﻿验室自荐﻿、﻿平﻿台推﻿荐﻿、﻿既﻿有合﻿作。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三﻿者汇入同﻿一筛﻿选过﻿程﻿，﻿不﻿是先﻿后阶﻿段。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资﻿格﻿、﻿责﻿任﻿、﻿最﻿小清﻿单均满﻿足﻿，﻿才进﻿入拟﻿议试点名﻿单。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B19966-8E95-4F55-90DA-AD5C5092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4219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6C4680-150F-4430-BBE9-8570EEA8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6BBC51-6C09-48A6-8D33-C7A54876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421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证﻿据边﻿界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7BD86-2B9A-4D17-BE4F-2D682914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76700"/>
            <a:ext cx="4219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这是拟﻿议筛﻿选规﻿则﻿，﻿不﻿是实测转﻿化率﻿；﻿没﻿有每轮人﻿数﻿，﻿不编﻿造比﻿例或淘﻿汰率。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CCDC9A-E5FD-48E2-91F0-929DB6CE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72050"/>
            <a:ext cx="4219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A83341-82AB-4317-B4BD-76C1B4F7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006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05EB03-2AEA-4928-9A3B-87329B91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00650"/>
            <a:ext cx="421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执﻿行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3BC051-1667-424B-B5D3-D33FB28E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62600"/>
            <a:ext cx="4219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平﻿台负﻿责人维﻿护入﻿选依﻿据﻿；﻿试点暂限两间自﻿愿实﻿验室﻿。﻿候﻿选来﻿源数﻿量不等﻿于入﻿选数﻿量。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能力建设分三层累积，跨实验室复用依赖前两层基础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能力建设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353F28BE-37B7-4860-87CC-EEA12D38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3618" y="3978593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21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2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225D026D-0841-48F7-B0D9-8CA20561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3792" y="3528660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6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63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81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7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7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301841ED-9629-4678-A24A-E29F421A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4042" y="3079080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6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63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81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69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7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9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3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67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41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6C4BD36F-6202-4DEE-90A6-13639B2B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7033" y="4498772"/>
            <a:ext cx="375285" cy="588531"/>
          </a:xfrm>
          <a:custGeom xmlns:a="http://schemas.openxmlformats.org/drawingml/2006/main">
            <a:pathLst>
              <a:path w="375285" h="588531">
                <a:moveTo>
                  <a:pt x="0" y="588531"/>
                </a:moveTo>
                <a:lnTo>
                  <a:pt x="0" y="569614"/>
                </a:lnTo>
                <a:lnTo>
                  <a:pt x="0" y="550707"/>
                </a:lnTo>
                <a:lnTo>
                  <a:pt x="0" y="531790"/>
                </a:lnTo>
                <a:lnTo>
                  <a:pt x="0" y="512883"/>
                </a:lnTo>
                <a:lnTo>
                  <a:pt x="0" y="493967"/>
                </a:lnTo>
                <a:lnTo>
                  <a:pt x="0" y="475059"/>
                </a:lnTo>
                <a:lnTo>
                  <a:pt x="0" y="456143"/>
                </a:lnTo>
                <a:lnTo>
                  <a:pt x="0" y="437236"/>
                </a:lnTo>
                <a:lnTo>
                  <a:pt x="0" y="418319"/>
                </a:lnTo>
                <a:lnTo>
                  <a:pt x="0" y="399412"/>
                </a:lnTo>
                <a:lnTo>
                  <a:pt x="0" y="380495"/>
                </a:lnTo>
                <a:lnTo>
                  <a:pt x="0" y="361588"/>
                </a:lnTo>
                <a:lnTo>
                  <a:pt x="0" y="342681"/>
                </a:lnTo>
                <a:lnTo>
                  <a:pt x="0" y="323764"/>
                </a:lnTo>
                <a:lnTo>
                  <a:pt x="0" y="304857"/>
                </a:lnTo>
                <a:lnTo>
                  <a:pt x="0" y="285941"/>
                </a:lnTo>
                <a:lnTo>
                  <a:pt x="0" y="267033"/>
                </a:lnTo>
                <a:lnTo>
                  <a:pt x="0" y="248117"/>
                </a:lnTo>
                <a:lnTo>
                  <a:pt x="0" y="229210"/>
                </a:lnTo>
                <a:lnTo>
                  <a:pt x="0" y="210293"/>
                </a:lnTo>
                <a:lnTo>
                  <a:pt x="0" y="191386"/>
                </a:lnTo>
                <a:lnTo>
                  <a:pt x="0" y="172469"/>
                </a:lnTo>
                <a:lnTo>
                  <a:pt x="0" y="153562"/>
                </a:lnTo>
                <a:lnTo>
                  <a:pt x="0" y="134645"/>
                </a:lnTo>
                <a:lnTo>
                  <a:pt x="8449" y="121787"/>
                </a:lnTo>
                <a:lnTo>
                  <a:pt x="26356" y="115700"/>
                </a:lnTo>
                <a:lnTo>
                  <a:pt x="44263" y="109604"/>
                </a:lnTo>
                <a:lnTo>
                  <a:pt x="62160" y="103518"/>
                </a:lnTo>
                <a:lnTo>
                  <a:pt x="80067" y="97431"/>
                </a:lnTo>
                <a:lnTo>
                  <a:pt x="97974" y="91345"/>
                </a:lnTo>
                <a:lnTo>
                  <a:pt x="115881" y="85249"/>
                </a:lnTo>
                <a:lnTo>
                  <a:pt x="133779" y="79162"/>
                </a:lnTo>
                <a:lnTo>
                  <a:pt x="151686" y="73076"/>
                </a:lnTo>
                <a:lnTo>
                  <a:pt x="169593" y="66980"/>
                </a:lnTo>
                <a:lnTo>
                  <a:pt x="187500" y="60893"/>
                </a:lnTo>
                <a:lnTo>
                  <a:pt x="205397" y="54807"/>
                </a:lnTo>
                <a:lnTo>
                  <a:pt x="223304" y="48711"/>
                </a:lnTo>
                <a:lnTo>
                  <a:pt x="241211" y="42624"/>
                </a:lnTo>
                <a:lnTo>
                  <a:pt x="259118" y="36538"/>
                </a:lnTo>
                <a:lnTo>
                  <a:pt x="277016" y="30451"/>
                </a:lnTo>
                <a:lnTo>
                  <a:pt x="294923" y="24355"/>
                </a:lnTo>
                <a:lnTo>
                  <a:pt x="312830" y="18269"/>
                </a:lnTo>
                <a:lnTo>
                  <a:pt x="330727" y="12182"/>
                </a:lnTo>
                <a:lnTo>
                  <a:pt x="348634" y="6086"/>
                </a:lnTo>
                <a:lnTo>
                  <a:pt x="366541" y="0"/>
                </a:lnTo>
                <a:lnTo>
                  <a:pt x="375285" y="6706"/>
                </a:lnTo>
                <a:lnTo>
                  <a:pt x="375285" y="25613"/>
                </a:lnTo>
                <a:lnTo>
                  <a:pt x="375285" y="44520"/>
                </a:lnTo>
                <a:lnTo>
                  <a:pt x="375285" y="63437"/>
                </a:lnTo>
                <a:lnTo>
                  <a:pt x="375285" y="82344"/>
                </a:lnTo>
                <a:lnTo>
                  <a:pt x="375285" y="101260"/>
                </a:lnTo>
                <a:lnTo>
                  <a:pt x="375285" y="120167"/>
                </a:lnTo>
                <a:lnTo>
                  <a:pt x="375285" y="139084"/>
                </a:lnTo>
                <a:lnTo>
                  <a:pt x="375285" y="157991"/>
                </a:lnTo>
                <a:lnTo>
                  <a:pt x="375285" y="176908"/>
                </a:lnTo>
                <a:lnTo>
                  <a:pt x="375285" y="195815"/>
                </a:lnTo>
                <a:lnTo>
                  <a:pt x="375285" y="214732"/>
                </a:lnTo>
                <a:lnTo>
                  <a:pt x="375285" y="233639"/>
                </a:lnTo>
                <a:lnTo>
                  <a:pt x="375285" y="252555"/>
                </a:lnTo>
                <a:lnTo>
                  <a:pt x="375285" y="271463"/>
                </a:lnTo>
                <a:lnTo>
                  <a:pt x="375285" y="290379"/>
                </a:lnTo>
                <a:lnTo>
                  <a:pt x="375285" y="309286"/>
                </a:lnTo>
                <a:lnTo>
                  <a:pt x="375285" y="328203"/>
                </a:lnTo>
                <a:lnTo>
                  <a:pt x="375285" y="347110"/>
                </a:lnTo>
                <a:lnTo>
                  <a:pt x="375285" y="366027"/>
                </a:lnTo>
                <a:lnTo>
                  <a:pt x="375285" y="384934"/>
                </a:lnTo>
                <a:lnTo>
                  <a:pt x="375285" y="403850"/>
                </a:lnTo>
                <a:lnTo>
                  <a:pt x="375285" y="422758"/>
                </a:lnTo>
                <a:lnTo>
                  <a:pt x="366655" y="435912"/>
                </a:lnTo>
                <a:lnTo>
                  <a:pt x="349196" y="443179"/>
                </a:lnTo>
                <a:lnTo>
                  <a:pt x="331737" y="450447"/>
                </a:lnTo>
                <a:lnTo>
                  <a:pt x="314268" y="457714"/>
                </a:lnTo>
                <a:lnTo>
                  <a:pt x="296809" y="464982"/>
                </a:lnTo>
                <a:lnTo>
                  <a:pt x="279349" y="472250"/>
                </a:lnTo>
                <a:lnTo>
                  <a:pt x="261890" y="479517"/>
                </a:lnTo>
                <a:lnTo>
                  <a:pt x="244431" y="486785"/>
                </a:lnTo>
                <a:lnTo>
                  <a:pt x="226971" y="494052"/>
                </a:lnTo>
                <a:lnTo>
                  <a:pt x="209512" y="501320"/>
                </a:lnTo>
                <a:lnTo>
                  <a:pt x="192053" y="508587"/>
                </a:lnTo>
                <a:lnTo>
                  <a:pt x="174593" y="515855"/>
                </a:lnTo>
                <a:lnTo>
                  <a:pt x="157134" y="523123"/>
                </a:lnTo>
                <a:lnTo>
                  <a:pt x="139675" y="530390"/>
                </a:lnTo>
                <a:lnTo>
                  <a:pt x="122215" y="537658"/>
                </a:lnTo>
                <a:lnTo>
                  <a:pt x="104756" y="544925"/>
                </a:lnTo>
                <a:lnTo>
                  <a:pt x="87297" y="552193"/>
                </a:lnTo>
                <a:lnTo>
                  <a:pt x="69837" y="559460"/>
                </a:lnTo>
                <a:lnTo>
                  <a:pt x="52378" y="566728"/>
                </a:lnTo>
                <a:lnTo>
                  <a:pt x="34919" y="573996"/>
                </a:lnTo>
                <a:lnTo>
                  <a:pt x="17459" y="581263"/>
                </a:lnTo>
                <a:lnTo>
                  <a:pt x="0" y="588531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EF2A1401-37B9-40DF-8FB7-A371F43F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013" y="4931093"/>
            <a:ext cx="2436819" cy="156210"/>
          </a:xfrm>
          <a:custGeom xmlns:a="http://schemas.openxmlformats.org/drawingml/2006/main">
            <a:pathLst>
              <a:path w="2436819" h="156210">
                <a:moveTo>
                  <a:pt x="0" y="156210"/>
                </a:moveTo>
                <a:lnTo>
                  <a:pt x="20564" y="156210"/>
                </a:lnTo>
                <a:lnTo>
                  <a:pt x="41129" y="156210"/>
                </a:lnTo>
                <a:lnTo>
                  <a:pt x="61693" y="156210"/>
                </a:lnTo>
                <a:lnTo>
                  <a:pt x="82258" y="156210"/>
                </a:lnTo>
                <a:lnTo>
                  <a:pt x="102822" y="156210"/>
                </a:lnTo>
                <a:lnTo>
                  <a:pt x="123387" y="156210"/>
                </a:lnTo>
                <a:lnTo>
                  <a:pt x="143951" y="156210"/>
                </a:lnTo>
                <a:lnTo>
                  <a:pt x="164516" y="156210"/>
                </a:lnTo>
                <a:lnTo>
                  <a:pt x="185080" y="156210"/>
                </a:lnTo>
                <a:lnTo>
                  <a:pt x="205645" y="156210"/>
                </a:lnTo>
                <a:lnTo>
                  <a:pt x="226209" y="156210"/>
                </a:lnTo>
                <a:lnTo>
                  <a:pt x="246774" y="156210"/>
                </a:lnTo>
                <a:lnTo>
                  <a:pt x="267338" y="156210"/>
                </a:lnTo>
                <a:lnTo>
                  <a:pt x="287903" y="156210"/>
                </a:lnTo>
                <a:lnTo>
                  <a:pt x="308467" y="156210"/>
                </a:lnTo>
                <a:lnTo>
                  <a:pt x="329032" y="156210"/>
                </a:lnTo>
                <a:lnTo>
                  <a:pt x="349596" y="156210"/>
                </a:lnTo>
                <a:lnTo>
                  <a:pt x="370161" y="156210"/>
                </a:lnTo>
                <a:lnTo>
                  <a:pt x="390725" y="156210"/>
                </a:lnTo>
                <a:lnTo>
                  <a:pt x="411290" y="156210"/>
                </a:lnTo>
                <a:lnTo>
                  <a:pt x="431854" y="156210"/>
                </a:lnTo>
                <a:lnTo>
                  <a:pt x="452418" y="156210"/>
                </a:lnTo>
                <a:lnTo>
                  <a:pt x="472983" y="156210"/>
                </a:lnTo>
                <a:lnTo>
                  <a:pt x="493547" y="156210"/>
                </a:lnTo>
                <a:lnTo>
                  <a:pt x="514112" y="156210"/>
                </a:lnTo>
                <a:lnTo>
                  <a:pt x="534676" y="156210"/>
                </a:lnTo>
                <a:lnTo>
                  <a:pt x="555241" y="156210"/>
                </a:lnTo>
                <a:lnTo>
                  <a:pt x="575805" y="156210"/>
                </a:lnTo>
                <a:lnTo>
                  <a:pt x="596370" y="156210"/>
                </a:lnTo>
                <a:lnTo>
                  <a:pt x="616934" y="156210"/>
                </a:lnTo>
                <a:lnTo>
                  <a:pt x="637499" y="156210"/>
                </a:lnTo>
                <a:lnTo>
                  <a:pt x="658063" y="156210"/>
                </a:lnTo>
                <a:lnTo>
                  <a:pt x="678628" y="156210"/>
                </a:lnTo>
                <a:lnTo>
                  <a:pt x="699192" y="156210"/>
                </a:lnTo>
                <a:lnTo>
                  <a:pt x="719757" y="156210"/>
                </a:lnTo>
                <a:lnTo>
                  <a:pt x="740321" y="156210"/>
                </a:lnTo>
                <a:lnTo>
                  <a:pt x="760886" y="156210"/>
                </a:lnTo>
                <a:lnTo>
                  <a:pt x="781450" y="156210"/>
                </a:lnTo>
                <a:lnTo>
                  <a:pt x="802015" y="156210"/>
                </a:lnTo>
                <a:lnTo>
                  <a:pt x="822579" y="156210"/>
                </a:lnTo>
                <a:lnTo>
                  <a:pt x="843143" y="156210"/>
                </a:lnTo>
                <a:lnTo>
                  <a:pt x="863708" y="156210"/>
                </a:lnTo>
                <a:lnTo>
                  <a:pt x="884272" y="156210"/>
                </a:lnTo>
                <a:lnTo>
                  <a:pt x="904837" y="156210"/>
                </a:lnTo>
                <a:lnTo>
                  <a:pt x="925401" y="156210"/>
                </a:lnTo>
                <a:lnTo>
                  <a:pt x="945966" y="156210"/>
                </a:lnTo>
                <a:lnTo>
                  <a:pt x="966530" y="156210"/>
                </a:lnTo>
                <a:lnTo>
                  <a:pt x="987095" y="156210"/>
                </a:lnTo>
                <a:lnTo>
                  <a:pt x="1007659" y="156210"/>
                </a:lnTo>
                <a:lnTo>
                  <a:pt x="1028224" y="156210"/>
                </a:lnTo>
                <a:lnTo>
                  <a:pt x="1048788" y="156210"/>
                </a:lnTo>
                <a:lnTo>
                  <a:pt x="1069353" y="156210"/>
                </a:lnTo>
                <a:lnTo>
                  <a:pt x="1089917" y="156210"/>
                </a:lnTo>
                <a:lnTo>
                  <a:pt x="1110482" y="156210"/>
                </a:lnTo>
                <a:lnTo>
                  <a:pt x="1131046" y="156210"/>
                </a:lnTo>
                <a:lnTo>
                  <a:pt x="1151611" y="156210"/>
                </a:lnTo>
                <a:lnTo>
                  <a:pt x="1172175" y="156210"/>
                </a:lnTo>
                <a:lnTo>
                  <a:pt x="1192740" y="156210"/>
                </a:lnTo>
                <a:lnTo>
                  <a:pt x="1213304" y="156210"/>
                </a:lnTo>
                <a:lnTo>
                  <a:pt x="1233869" y="156210"/>
                </a:lnTo>
                <a:lnTo>
                  <a:pt x="1254433" y="156210"/>
                </a:lnTo>
                <a:lnTo>
                  <a:pt x="1274997" y="156210"/>
                </a:lnTo>
                <a:lnTo>
                  <a:pt x="1295562" y="156210"/>
                </a:lnTo>
                <a:lnTo>
                  <a:pt x="1316126" y="156210"/>
                </a:lnTo>
                <a:lnTo>
                  <a:pt x="1336691" y="156210"/>
                </a:lnTo>
                <a:lnTo>
                  <a:pt x="1357255" y="156210"/>
                </a:lnTo>
                <a:lnTo>
                  <a:pt x="1377820" y="156210"/>
                </a:lnTo>
                <a:lnTo>
                  <a:pt x="1398384" y="156210"/>
                </a:lnTo>
                <a:lnTo>
                  <a:pt x="1418949" y="156210"/>
                </a:lnTo>
                <a:lnTo>
                  <a:pt x="1439513" y="156210"/>
                </a:lnTo>
                <a:lnTo>
                  <a:pt x="1460078" y="156210"/>
                </a:lnTo>
                <a:lnTo>
                  <a:pt x="1480642" y="156210"/>
                </a:lnTo>
                <a:lnTo>
                  <a:pt x="1501207" y="156210"/>
                </a:lnTo>
                <a:lnTo>
                  <a:pt x="1521771" y="156210"/>
                </a:lnTo>
                <a:lnTo>
                  <a:pt x="1542336" y="156210"/>
                </a:lnTo>
                <a:lnTo>
                  <a:pt x="1562900" y="156210"/>
                </a:lnTo>
                <a:lnTo>
                  <a:pt x="1583465" y="156210"/>
                </a:lnTo>
                <a:lnTo>
                  <a:pt x="1604029" y="156210"/>
                </a:lnTo>
                <a:lnTo>
                  <a:pt x="1624594" y="156210"/>
                </a:lnTo>
                <a:lnTo>
                  <a:pt x="1645158" y="156210"/>
                </a:lnTo>
                <a:lnTo>
                  <a:pt x="1665722" y="156210"/>
                </a:lnTo>
                <a:lnTo>
                  <a:pt x="1686287" y="156210"/>
                </a:lnTo>
                <a:lnTo>
                  <a:pt x="1706851" y="156210"/>
                </a:lnTo>
                <a:lnTo>
                  <a:pt x="1727416" y="156210"/>
                </a:lnTo>
                <a:lnTo>
                  <a:pt x="1747980" y="156210"/>
                </a:lnTo>
                <a:lnTo>
                  <a:pt x="1768545" y="156210"/>
                </a:lnTo>
                <a:lnTo>
                  <a:pt x="1789109" y="156210"/>
                </a:lnTo>
                <a:lnTo>
                  <a:pt x="1809674" y="156210"/>
                </a:lnTo>
                <a:lnTo>
                  <a:pt x="1830238" y="156210"/>
                </a:lnTo>
                <a:lnTo>
                  <a:pt x="1850803" y="156210"/>
                </a:lnTo>
                <a:lnTo>
                  <a:pt x="1871367" y="156210"/>
                </a:lnTo>
                <a:lnTo>
                  <a:pt x="1891932" y="156210"/>
                </a:lnTo>
                <a:lnTo>
                  <a:pt x="1912496" y="156210"/>
                </a:lnTo>
                <a:lnTo>
                  <a:pt x="1933061" y="156210"/>
                </a:lnTo>
                <a:lnTo>
                  <a:pt x="1953625" y="156210"/>
                </a:lnTo>
                <a:lnTo>
                  <a:pt x="1974190" y="156210"/>
                </a:lnTo>
                <a:lnTo>
                  <a:pt x="1994754" y="156210"/>
                </a:lnTo>
                <a:lnTo>
                  <a:pt x="2015319" y="156210"/>
                </a:lnTo>
                <a:lnTo>
                  <a:pt x="2035883" y="156210"/>
                </a:lnTo>
                <a:lnTo>
                  <a:pt x="2056448" y="156210"/>
                </a:lnTo>
                <a:lnTo>
                  <a:pt x="2076098" y="151600"/>
                </a:lnTo>
                <a:lnTo>
                  <a:pt x="2095081" y="143694"/>
                </a:lnTo>
                <a:lnTo>
                  <a:pt x="2114064" y="135798"/>
                </a:lnTo>
                <a:lnTo>
                  <a:pt x="2133048" y="127892"/>
                </a:lnTo>
                <a:lnTo>
                  <a:pt x="2152040" y="119986"/>
                </a:lnTo>
                <a:lnTo>
                  <a:pt x="2171024" y="112090"/>
                </a:lnTo>
                <a:lnTo>
                  <a:pt x="2190007" y="104184"/>
                </a:lnTo>
                <a:lnTo>
                  <a:pt x="2208990" y="96279"/>
                </a:lnTo>
                <a:lnTo>
                  <a:pt x="2227974" y="88382"/>
                </a:lnTo>
                <a:lnTo>
                  <a:pt x="2246967" y="80477"/>
                </a:lnTo>
                <a:lnTo>
                  <a:pt x="2265950" y="72571"/>
                </a:lnTo>
                <a:lnTo>
                  <a:pt x="2284933" y="64675"/>
                </a:lnTo>
                <a:lnTo>
                  <a:pt x="2303917" y="56769"/>
                </a:lnTo>
                <a:lnTo>
                  <a:pt x="2322909" y="48863"/>
                </a:lnTo>
                <a:lnTo>
                  <a:pt x="2341893" y="40967"/>
                </a:lnTo>
                <a:lnTo>
                  <a:pt x="2360876" y="33061"/>
                </a:lnTo>
                <a:lnTo>
                  <a:pt x="2379859" y="25156"/>
                </a:lnTo>
                <a:lnTo>
                  <a:pt x="2398843" y="17259"/>
                </a:lnTo>
                <a:lnTo>
                  <a:pt x="2417836" y="9354"/>
                </a:lnTo>
                <a:lnTo>
                  <a:pt x="2436819" y="1448"/>
                </a:lnTo>
                <a:lnTo>
                  <a:pt x="2423522" y="0"/>
                </a:lnTo>
                <a:lnTo>
                  <a:pt x="2402957" y="0"/>
                </a:lnTo>
                <a:lnTo>
                  <a:pt x="2382393" y="0"/>
                </a:lnTo>
                <a:lnTo>
                  <a:pt x="2361829" y="0"/>
                </a:lnTo>
                <a:lnTo>
                  <a:pt x="2341264" y="0"/>
                </a:lnTo>
                <a:lnTo>
                  <a:pt x="2320700" y="0"/>
                </a:lnTo>
                <a:lnTo>
                  <a:pt x="2300135" y="0"/>
                </a:lnTo>
                <a:lnTo>
                  <a:pt x="2279571" y="0"/>
                </a:lnTo>
                <a:lnTo>
                  <a:pt x="2259006" y="0"/>
                </a:lnTo>
                <a:lnTo>
                  <a:pt x="2238442" y="0"/>
                </a:lnTo>
                <a:lnTo>
                  <a:pt x="2217877" y="0"/>
                </a:lnTo>
                <a:lnTo>
                  <a:pt x="2197313" y="0"/>
                </a:lnTo>
                <a:lnTo>
                  <a:pt x="2176748" y="0"/>
                </a:lnTo>
                <a:lnTo>
                  <a:pt x="2156184" y="0"/>
                </a:lnTo>
                <a:lnTo>
                  <a:pt x="2135619" y="0"/>
                </a:lnTo>
                <a:lnTo>
                  <a:pt x="2115055" y="0"/>
                </a:lnTo>
                <a:lnTo>
                  <a:pt x="2094481" y="0"/>
                </a:lnTo>
                <a:lnTo>
                  <a:pt x="2073916" y="0"/>
                </a:lnTo>
                <a:lnTo>
                  <a:pt x="2053361" y="0"/>
                </a:lnTo>
                <a:lnTo>
                  <a:pt x="2032797" y="0"/>
                </a:lnTo>
                <a:lnTo>
                  <a:pt x="2012223" y="0"/>
                </a:lnTo>
                <a:lnTo>
                  <a:pt x="1991658" y="0"/>
                </a:lnTo>
                <a:lnTo>
                  <a:pt x="1971094" y="0"/>
                </a:lnTo>
                <a:lnTo>
                  <a:pt x="1950530" y="0"/>
                </a:lnTo>
                <a:lnTo>
                  <a:pt x="1929965" y="0"/>
                </a:lnTo>
                <a:lnTo>
                  <a:pt x="1909401" y="0"/>
                </a:lnTo>
                <a:lnTo>
                  <a:pt x="1888836" y="0"/>
                </a:lnTo>
                <a:lnTo>
                  <a:pt x="1868272" y="0"/>
                </a:lnTo>
                <a:lnTo>
                  <a:pt x="1847707" y="0"/>
                </a:lnTo>
                <a:lnTo>
                  <a:pt x="1827143" y="0"/>
                </a:lnTo>
                <a:lnTo>
                  <a:pt x="1806578" y="0"/>
                </a:lnTo>
                <a:lnTo>
                  <a:pt x="1786014" y="0"/>
                </a:lnTo>
                <a:lnTo>
                  <a:pt x="1765449" y="0"/>
                </a:lnTo>
                <a:lnTo>
                  <a:pt x="1744885" y="0"/>
                </a:lnTo>
                <a:lnTo>
                  <a:pt x="1724320" y="0"/>
                </a:lnTo>
                <a:lnTo>
                  <a:pt x="1703756" y="0"/>
                </a:lnTo>
                <a:lnTo>
                  <a:pt x="1683191" y="0"/>
                </a:lnTo>
                <a:lnTo>
                  <a:pt x="1662627" y="0"/>
                </a:lnTo>
                <a:lnTo>
                  <a:pt x="1642062" y="0"/>
                </a:lnTo>
                <a:lnTo>
                  <a:pt x="1621498" y="0"/>
                </a:lnTo>
                <a:lnTo>
                  <a:pt x="1600933" y="0"/>
                </a:lnTo>
                <a:lnTo>
                  <a:pt x="1580369" y="0"/>
                </a:lnTo>
                <a:lnTo>
                  <a:pt x="1559804" y="0"/>
                </a:lnTo>
                <a:lnTo>
                  <a:pt x="1539240" y="0"/>
                </a:lnTo>
                <a:lnTo>
                  <a:pt x="1518676" y="0"/>
                </a:lnTo>
                <a:lnTo>
                  <a:pt x="1498111" y="0"/>
                </a:lnTo>
                <a:lnTo>
                  <a:pt x="1477547" y="0"/>
                </a:lnTo>
                <a:lnTo>
                  <a:pt x="1456982" y="0"/>
                </a:lnTo>
                <a:lnTo>
                  <a:pt x="1436418" y="0"/>
                </a:lnTo>
                <a:lnTo>
                  <a:pt x="1415853" y="0"/>
                </a:lnTo>
                <a:lnTo>
                  <a:pt x="1395289" y="0"/>
                </a:lnTo>
                <a:lnTo>
                  <a:pt x="1374724" y="0"/>
                </a:lnTo>
                <a:lnTo>
                  <a:pt x="1354160" y="0"/>
                </a:lnTo>
                <a:lnTo>
                  <a:pt x="1333595" y="0"/>
                </a:lnTo>
                <a:lnTo>
                  <a:pt x="1313031" y="0"/>
                </a:lnTo>
                <a:lnTo>
                  <a:pt x="1292466" y="0"/>
                </a:lnTo>
                <a:lnTo>
                  <a:pt x="1271902" y="0"/>
                </a:lnTo>
                <a:lnTo>
                  <a:pt x="1251337" y="0"/>
                </a:lnTo>
                <a:lnTo>
                  <a:pt x="1230773" y="0"/>
                </a:lnTo>
                <a:lnTo>
                  <a:pt x="1210208" y="0"/>
                </a:lnTo>
                <a:lnTo>
                  <a:pt x="1189644" y="0"/>
                </a:lnTo>
                <a:lnTo>
                  <a:pt x="1169079" y="0"/>
                </a:lnTo>
                <a:lnTo>
                  <a:pt x="1148515" y="0"/>
                </a:lnTo>
                <a:lnTo>
                  <a:pt x="1127951" y="0"/>
                </a:lnTo>
                <a:lnTo>
                  <a:pt x="1107386" y="0"/>
                </a:lnTo>
                <a:lnTo>
                  <a:pt x="1086822" y="0"/>
                </a:lnTo>
                <a:lnTo>
                  <a:pt x="1066257" y="0"/>
                </a:lnTo>
                <a:lnTo>
                  <a:pt x="1045693" y="0"/>
                </a:lnTo>
                <a:lnTo>
                  <a:pt x="1025128" y="0"/>
                </a:lnTo>
                <a:lnTo>
                  <a:pt x="1004564" y="0"/>
                </a:lnTo>
                <a:lnTo>
                  <a:pt x="983999" y="0"/>
                </a:lnTo>
                <a:lnTo>
                  <a:pt x="963435" y="0"/>
                </a:lnTo>
                <a:lnTo>
                  <a:pt x="942870" y="0"/>
                </a:lnTo>
                <a:lnTo>
                  <a:pt x="922306" y="0"/>
                </a:lnTo>
                <a:lnTo>
                  <a:pt x="901741" y="0"/>
                </a:lnTo>
                <a:lnTo>
                  <a:pt x="881177" y="0"/>
                </a:lnTo>
                <a:lnTo>
                  <a:pt x="860612" y="0"/>
                </a:lnTo>
                <a:lnTo>
                  <a:pt x="840048" y="0"/>
                </a:lnTo>
                <a:lnTo>
                  <a:pt x="819483" y="0"/>
                </a:lnTo>
                <a:lnTo>
                  <a:pt x="798919" y="0"/>
                </a:lnTo>
                <a:lnTo>
                  <a:pt x="778354" y="0"/>
                </a:lnTo>
                <a:lnTo>
                  <a:pt x="757790" y="0"/>
                </a:lnTo>
                <a:lnTo>
                  <a:pt x="737225" y="0"/>
                </a:lnTo>
                <a:lnTo>
                  <a:pt x="716661" y="0"/>
                </a:lnTo>
                <a:lnTo>
                  <a:pt x="696097" y="0"/>
                </a:lnTo>
                <a:lnTo>
                  <a:pt x="675532" y="0"/>
                </a:lnTo>
                <a:lnTo>
                  <a:pt x="654968" y="0"/>
                </a:lnTo>
                <a:lnTo>
                  <a:pt x="634403" y="0"/>
                </a:lnTo>
                <a:lnTo>
                  <a:pt x="613839" y="0"/>
                </a:lnTo>
                <a:lnTo>
                  <a:pt x="593274" y="0"/>
                </a:lnTo>
                <a:lnTo>
                  <a:pt x="572710" y="0"/>
                </a:lnTo>
                <a:lnTo>
                  <a:pt x="552145" y="0"/>
                </a:lnTo>
                <a:lnTo>
                  <a:pt x="531581" y="0"/>
                </a:lnTo>
                <a:lnTo>
                  <a:pt x="511016" y="0"/>
                </a:lnTo>
                <a:lnTo>
                  <a:pt x="491052" y="3972"/>
                </a:lnTo>
                <a:lnTo>
                  <a:pt x="471411" y="10058"/>
                </a:lnTo>
                <a:lnTo>
                  <a:pt x="451771" y="16154"/>
                </a:lnTo>
                <a:lnTo>
                  <a:pt x="432130" y="22241"/>
                </a:lnTo>
                <a:lnTo>
                  <a:pt x="412490" y="28327"/>
                </a:lnTo>
                <a:lnTo>
                  <a:pt x="392849" y="34423"/>
                </a:lnTo>
                <a:lnTo>
                  <a:pt x="373199" y="40510"/>
                </a:lnTo>
                <a:lnTo>
                  <a:pt x="353558" y="46596"/>
                </a:lnTo>
                <a:lnTo>
                  <a:pt x="333918" y="52692"/>
                </a:lnTo>
                <a:lnTo>
                  <a:pt x="314277" y="58779"/>
                </a:lnTo>
                <a:lnTo>
                  <a:pt x="294637" y="64865"/>
                </a:lnTo>
                <a:lnTo>
                  <a:pt x="274987" y="70961"/>
                </a:lnTo>
                <a:lnTo>
                  <a:pt x="255346" y="77048"/>
                </a:lnTo>
                <a:lnTo>
                  <a:pt x="235706" y="83134"/>
                </a:lnTo>
                <a:lnTo>
                  <a:pt x="216065" y="89230"/>
                </a:lnTo>
                <a:lnTo>
                  <a:pt x="196425" y="95317"/>
                </a:lnTo>
                <a:lnTo>
                  <a:pt x="176784" y="101403"/>
                </a:lnTo>
                <a:lnTo>
                  <a:pt x="157134" y="107490"/>
                </a:lnTo>
                <a:lnTo>
                  <a:pt x="137493" y="113586"/>
                </a:lnTo>
                <a:lnTo>
                  <a:pt x="117853" y="119672"/>
                </a:lnTo>
                <a:lnTo>
                  <a:pt x="98212" y="125759"/>
                </a:lnTo>
                <a:lnTo>
                  <a:pt x="78572" y="131855"/>
                </a:lnTo>
                <a:lnTo>
                  <a:pt x="58931" y="137941"/>
                </a:lnTo>
                <a:lnTo>
                  <a:pt x="39281" y="144028"/>
                </a:lnTo>
                <a:lnTo>
                  <a:pt x="19641" y="150124"/>
                </a:lnTo>
                <a:lnTo>
                  <a:pt x="0" y="156210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70A1191F-A0A6-444A-94B9-98802639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928" y="4931093"/>
            <a:ext cx="2282190" cy="156210"/>
          </a:xfrm>
          <a:custGeom xmlns:a="http://schemas.openxmlformats.org/drawingml/2006/main">
            <a:pathLst>
              <a:path w="2282190" h="156210">
                <a:moveTo>
                  <a:pt x="0" y="156210"/>
                </a:moveTo>
                <a:lnTo>
                  <a:pt x="18955" y="156210"/>
                </a:lnTo>
                <a:lnTo>
                  <a:pt x="37919" y="156210"/>
                </a:lnTo>
                <a:lnTo>
                  <a:pt x="56874" y="156210"/>
                </a:lnTo>
                <a:lnTo>
                  <a:pt x="75838" y="156210"/>
                </a:lnTo>
                <a:lnTo>
                  <a:pt x="94793" y="156210"/>
                </a:lnTo>
                <a:lnTo>
                  <a:pt x="113757" y="156210"/>
                </a:lnTo>
                <a:lnTo>
                  <a:pt x="132712" y="156210"/>
                </a:lnTo>
                <a:lnTo>
                  <a:pt x="151667" y="156210"/>
                </a:lnTo>
                <a:lnTo>
                  <a:pt x="170631" y="156210"/>
                </a:lnTo>
                <a:lnTo>
                  <a:pt x="189586" y="156210"/>
                </a:lnTo>
                <a:lnTo>
                  <a:pt x="208550" y="156210"/>
                </a:lnTo>
                <a:lnTo>
                  <a:pt x="227505" y="156210"/>
                </a:lnTo>
                <a:lnTo>
                  <a:pt x="246459" y="156210"/>
                </a:lnTo>
                <a:lnTo>
                  <a:pt x="265424" y="156210"/>
                </a:lnTo>
                <a:lnTo>
                  <a:pt x="284378" y="156210"/>
                </a:lnTo>
                <a:lnTo>
                  <a:pt x="303343" y="156210"/>
                </a:lnTo>
                <a:lnTo>
                  <a:pt x="322297" y="156210"/>
                </a:lnTo>
                <a:lnTo>
                  <a:pt x="341262" y="156210"/>
                </a:lnTo>
                <a:lnTo>
                  <a:pt x="360216" y="156210"/>
                </a:lnTo>
                <a:lnTo>
                  <a:pt x="379171" y="156210"/>
                </a:lnTo>
                <a:lnTo>
                  <a:pt x="398135" y="156210"/>
                </a:lnTo>
                <a:lnTo>
                  <a:pt x="417090" y="156210"/>
                </a:lnTo>
                <a:lnTo>
                  <a:pt x="436055" y="156210"/>
                </a:lnTo>
                <a:lnTo>
                  <a:pt x="455009" y="156210"/>
                </a:lnTo>
                <a:lnTo>
                  <a:pt x="473974" y="156210"/>
                </a:lnTo>
                <a:lnTo>
                  <a:pt x="492928" y="156210"/>
                </a:lnTo>
                <a:lnTo>
                  <a:pt x="511883" y="156210"/>
                </a:lnTo>
                <a:lnTo>
                  <a:pt x="530847" y="156210"/>
                </a:lnTo>
                <a:lnTo>
                  <a:pt x="549802" y="156210"/>
                </a:lnTo>
                <a:lnTo>
                  <a:pt x="568766" y="156210"/>
                </a:lnTo>
                <a:lnTo>
                  <a:pt x="587721" y="156210"/>
                </a:lnTo>
                <a:lnTo>
                  <a:pt x="606685" y="156210"/>
                </a:lnTo>
                <a:lnTo>
                  <a:pt x="625640" y="156210"/>
                </a:lnTo>
                <a:lnTo>
                  <a:pt x="644595" y="156210"/>
                </a:lnTo>
                <a:lnTo>
                  <a:pt x="663559" y="156210"/>
                </a:lnTo>
                <a:lnTo>
                  <a:pt x="682514" y="156210"/>
                </a:lnTo>
                <a:lnTo>
                  <a:pt x="701478" y="156210"/>
                </a:lnTo>
                <a:lnTo>
                  <a:pt x="720433" y="156210"/>
                </a:lnTo>
                <a:lnTo>
                  <a:pt x="739388" y="156210"/>
                </a:lnTo>
                <a:lnTo>
                  <a:pt x="758352" y="156210"/>
                </a:lnTo>
                <a:lnTo>
                  <a:pt x="777307" y="156210"/>
                </a:lnTo>
                <a:lnTo>
                  <a:pt x="796271" y="156210"/>
                </a:lnTo>
                <a:lnTo>
                  <a:pt x="815226" y="156210"/>
                </a:lnTo>
                <a:lnTo>
                  <a:pt x="834190" y="156210"/>
                </a:lnTo>
                <a:lnTo>
                  <a:pt x="853145" y="156210"/>
                </a:lnTo>
                <a:lnTo>
                  <a:pt x="872099" y="156210"/>
                </a:lnTo>
                <a:lnTo>
                  <a:pt x="891064" y="156210"/>
                </a:lnTo>
                <a:lnTo>
                  <a:pt x="910019" y="156210"/>
                </a:lnTo>
                <a:lnTo>
                  <a:pt x="928983" y="156210"/>
                </a:lnTo>
                <a:lnTo>
                  <a:pt x="947938" y="156210"/>
                </a:lnTo>
                <a:lnTo>
                  <a:pt x="966902" y="156210"/>
                </a:lnTo>
                <a:lnTo>
                  <a:pt x="985857" y="156210"/>
                </a:lnTo>
                <a:lnTo>
                  <a:pt x="1004811" y="156210"/>
                </a:lnTo>
                <a:lnTo>
                  <a:pt x="1023776" y="156210"/>
                </a:lnTo>
                <a:lnTo>
                  <a:pt x="1042730" y="156210"/>
                </a:lnTo>
                <a:lnTo>
                  <a:pt x="1061695" y="156210"/>
                </a:lnTo>
                <a:lnTo>
                  <a:pt x="1080649" y="156210"/>
                </a:lnTo>
                <a:lnTo>
                  <a:pt x="1099604" y="156210"/>
                </a:lnTo>
                <a:lnTo>
                  <a:pt x="1118568" y="156210"/>
                </a:lnTo>
                <a:lnTo>
                  <a:pt x="1137523" y="156210"/>
                </a:lnTo>
                <a:lnTo>
                  <a:pt x="1156487" y="156210"/>
                </a:lnTo>
                <a:lnTo>
                  <a:pt x="1175442" y="156210"/>
                </a:lnTo>
                <a:lnTo>
                  <a:pt x="1194406" y="156210"/>
                </a:lnTo>
                <a:lnTo>
                  <a:pt x="1213361" y="156210"/>
                </a:lnTo>
                <a:lnTo>
                  <a:pt x="1232316" y="156210"/>
                </a:lnTo>
                <a:lnTo>
                  <a:pt x="1251280" y="156210"/>
                </a:lnTo>
                <a:lnTo>
                  <a:pt x="1270235" y="156210"/>
                </a:lnTo>
                <a:lnTo>
                  <a:pt x="1289199" y="156210"/>
                </a:lnTo>
                <a:lnTo>
                  <a:pt x="1308154" y="156210"/>
                </a:lnTo>
                <a:lnTo>
                  <a:pt x="1327118" y="156210"/>
                </a:lnTo>
                <a:lnTo>
                  <a:pt x="1346073" y="156210"/>
                </a:lnTo>
                <a:lnTo>
                  <a:pt x="1365028" y="156210"/>
                </a:lnTo>
                <a:lnTo>
                  <a:pt x="1383992" y="156210"/>
                </a:lnTo>
                <a:lnTo>
                  <a:pt x="1402947" y="156210"/>
                </a:lnTo>
                <a:lnTo>
                  <a:pt x="1421911" y="156210"/>
                </a:lnTo>
                <a:lnTo>
                  <a:pt x="1440866" y="156210"/>
                </a:lnTo>
                <a:lnTo>
                  <a:pt x="1459821" y="156210"/>
                </a:lnTo>
                <a:lnTo>
                  <a:pt x="1478785" y="156210"/>
                </a:lnTo>
                <a:lnTo>
                  <a:pt x="1497740" y="156210"/>
                </a:lnTo>
                <a:lnTo>
                  <a:pt x="1516704" y="156210"/>
                </a:lnTo>
                <a:lnTo>
                  <a:pt x="1535659" y="156210"/>
                </a:lnTo>
                <a:lnTo>
                  <a:pt x="1554623" y="156210"/>
                </a:lnTo>
                <a:lnTo>
                  <a:pt x="1573578" y="156210"/>
                </a:lnTo>
                <a:lnTo>
                  <a:pt x="1592532" y="156210"/>
                </a:lnTo>
                <a:lnTo>
                  <a:pt x="1611497" y="156210"/>
                </a:lnTo>
                <a:lnTo>
                  <a:pt x="1630451" y="156210"/>
                </a:lnTo>
                <a:lnTo>
                  <a:pt x="1649416" y="156210"/>
                </a:lnTo>
                <a:lnTo>
                  <a:pt x="1668370" y="156210"/>
                </a:lnTo>
                <a:lnTo>
                  <a:pt x="1687335" y="156210"/>
                </a:lnTo>
                <a:lnTo>
                  <a:pt x="1706289" y="156210"/>
                </a:lnTo>
                <a:lnTo>
                  <a:pt x="1725244" y="156210"/>
                </a:lnTo>
                <a:lnTo>
                  <a:pt x="1744208" y="156210"/>
                </a:lnTo>
                <a:lnTo>
                  <a:pt x="1763163" y="156210"/>
                </a:lnTo>
                <a:lnTo>
                  <a:pt x="1782128" y="156210"/>
                </a:lnTo>
                <a:lnTo>
                  <a:pt x="1801082" y="156210"/>
                </a:lnTo>
                <a:lnTo>
                  <a:pt x="1820047" y="156210"/>
                </a:lnTo>
                <a:lnTo>
                  <a:pt x="1839001" y="156210"/>
                </a:lnTo>
                <a:lnTo>
                  <a:pt x="1857956" y="156210"/>
                </a:lnTo>
                <a:lnTo>
                  <a:pt x="1876920" y="156210"/>
                </a:lnTo>
                <a:lnTo>
                  <a:pt x="1895875" y="156210"/>
                </a:lnTo>
                <a:lnTo>
                  <a:pt x="1913820" y="151038"/>
                </a:lnTo>
                <a:lnTo>
                  <a:pt x="1931356" y="143837"/>
                </a:lnTo>
                <a:lnTo>
                  <a:pt x="1948901" y="136646"/>
                </a:lnTo>
                <a:lnTo>
                  <a:pt x="1966436" y="129454"/>
                </a:lnTo>
                <a:lnTo>
                  <a:pt x="1983981" y="122263"/>
                </a:lnTo>
                <a:lnTo>
                  <a:pt x="2001526" y="115072"/>
                </a:lnTo>
                <a:lnTo>
                  <a:pt x="2019062" y="107880"/>
                </a:lnTo>
                <a:lnTo>
                  <a:pt x="2036607" y="100689"/>
                </a:lnTo>
                <a:lnTo>
                  <a:pt x="2054152" y="93497"/>
                </a:lnTo>
                <a:lnTo>
                  <a:pt x="2071688" y="86306"/>
                </a:lnTo>
                <a:lnTo>
                  <a:pt x="2089233" y="79115"/>
                </a:lnTo>
                <a:lnTo>
                  <a:pt x="2106778" y="71923"/>
                </a:lnTo>
                <a:lnTo>
                  <a:pt x="2124313" y="64732"/>
                </a:lnTo>
                <a:lnTo>
                  <a:pt x="2141858" y="57541"/>
                </a:lnTo>
                <a:lnTo>
                  <a:pt x="2159403" y="50349"/>
                </a:lnTo>
                <a:lnTo>
                  <a:pt x="2176939" y="43148"/>
                </a:lnTo>
                <a:lnTo>
                  <a:pt x="2194484" y="35957"/>
                </a:lnTo>
                <a:lnTo>
                  <a:pt x="2212019" y="28766"/>
                </a:lnTo>
                <a:lnTo>
                  <a:pt x="2229564" y="21574"/>
                </a:lnTo>
                <a:lnTo>
                  <a:pt x="2247109" y="14383"/>
                </a:lnTo>
                <a:lnTo>
                  <a:pt x="2264645" y="7191"/>
                </a:lnTo>
                <a:lnTo>
                  <a:pt x="2282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C5C2CD9A-FD98-4289-A8AD-DB80DE1D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085" y="4931093"/>
            <a:ext cx="1784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FC29D083-6939-4767-864D-EC8B49D7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4063613"/>
            <a:ext cx="247650" cy="559822"/>
          </a:xfrm>
          <a:custGeom xmlns:a="http://schemas.openxmlformats.org/drawingml/2006/main">
            <a:pathLst>
              <a:path w="247650" h="559822">
                <a:moveTo>
                  <a:pt x="0" y="559822"/>
                </a:moveTo>
                <a:lnTo>
                  <a:pt x="0" y="540820"/>
                </a:lnTo>
                <a:lnTo>
                  <a:pt x="0" y="521818"/>
                </a:lnTo>
                <a:lnTo>
                  <a:pt x="0" y="502806"/>
                </a:lnTo>
                <a:lnTo>
                  <a:pt x="0" y="483803"/>
                </a:lnTo>
                <a:lnTo>
                  <a:pt x="0" y="464791"/>
                </a:lnTo>
                <a:lnTo>
                  <a:pt x="0" y="445789"/>
                </a:lnTo>
                <a:lnTo>
                  <a:pt x="0" y="426777"/>
                </a:lnTo>
                <a:lnTo>
                  <a:pt x="0" y="407775"/>
                </a:lnTo>
                <a:lnTo>
                  <a:pt x="0" y="388772"/>
                </a:lnTo>
                <a:lnTo>
                  <a:pt x="0" y="369761"/>
                </a:lnTo>
                <a:lnTo>
                  <a:pt x="0" y="350758"/>
                </a:lnTo>
                <a:lnTo>
                  <a:pt x="0" y="331746"/>
                </a:lnTo>
                <a:lnTo>
                  <a:pt x="0" y="312744"/>
                </a:lnTo>
                <a:lnTo>
                  <a:pt x="0" y="293732"/>
                </a:lnTo>
                <a:lnTo>
                  <a:pt x="0" y="274730"/>
                </a:lnTo>
                <a:lnTo>
                  <a:pt x="0" y="255727"/>
                </a:lnTo>
                <a:lnTo>
                  <a:pt x="0" y="236715"/>
                </a:lnTo>
                <a:lnTo>
                  <a:pt x="0" y="217713"/>
                </a:lnTo>
                <a:lnTo>
                  <a:pt x="0" y="198701"/>
                </a:lnTo>
                <a:lnTo>
                  <a:pt x="0" y="179699"/>
                </a:lnTo>
                <a:lnTo>
                  <a:pt x="0" y="160687"/>
                </a:lnTo>
                <a:lnTo>
                  <a:pt x="0" y="141684"/>
                </a:lnTo>
                <a:lnTo>
                  <a:pt x="0" y="122682"/>
                </a:lnTo>
                <a:lnTo>
                  <a:pt x="0" y="103670"/>
                </a:lnTo>
                <a:lnTo>
                  <a:pt x="10487" y="91764"/>
                </a:lnTo>
                <a:lnTo>
                  <a:pt x="28137" y="84706"/>
                </a:lnTo>
                <a:lnTo>
                  <a:pt x="45777" y="77648"/>
                </a:lnTo>
                <a:lnTo>
                  <a:pt x="63427" y="70590"/>
                </a:lnTo>
                <a:lnTo>
                  <a:pt x="81077" y="63532"/>
                </a:lnTo>
                <a:lnTo>
                  <a:pt x="98727" y="56474"/>
                </a:lnTo>
                <a:lnTo>
                  <a:pt x="116367" y="49416"/>
                </a:lnTo>
                <a:lnTo>
                  <a:pt x="134017" y="42358"/>
                </a:lnTo>
                <a:lnTo>
                  <a:pt x="151667" y="35290"/>
                </a:lnTo>
                <a:lnTo>
                  <a:pt x="169307" y="28232"/>
                </a:lnTo>
                <a:lnTo>
                  <a:pt x="186957" y="21174"/>
                </a:lnTo>
                <a:lnTo>
                  <a:pt x="204607" y="14116"/>
                </a:lnTo>
                <a:lnTo>
                  <a:pt x="222256" y="7058"/>
                </a:lnTo>
                <a:lnTo>
                  <a:pt x="239897" y="0"/>
                </a:lnTo>
                <a:lnTo>
                  <a:pt x="247650" y="7553"/>
                </a:lnTo>
                <a:lnTo>
                  <a:pt x="247650" y="26565"/>
                </a:lnTo>
                <a:lnTo>
                  <a:pt x="247650" y="45568"/>
                </a:lnTo>
                <a:lnTo>
                  <a:pt x="247650" y="64580"/>
                </a:lnTo>
                <a:lnTo>
                  <a:pt x="247650" y="83582"/>
                </a:lnTo>
                <a:lnTo>
                  <a:pt x="247650" y="102594"/>
                </a:lnTo>
                <a:lnTo>
                  <a:pt x="247650" y="121596"/>
                </a:lnTo>
                <a:lnTo>
                  <a:pt x="247650" y="140608"/>
                </a:lnTo>
                <a:lnTo>
                  <a:pt x="247650" y="159610"/>
                </a:lnTo>
                <a:lnTo>
                  <a:pt x="247650" y="178613"/>
                </a:lnTo>
                <a:lnTo>
                  <a:pt x="247650" y="197625"/>
                </a:lnTo>
                <a:lnTo>
                  <a:pt x="247650" y="216627"/>
                </a:lnTo>
                <a:lnTo>
                  <a:pt x="247650" y="235639"/>
                </a:lnTo>
                <a:lnTo>
                  <a:pt x="247650" y="254641"/>
                </a:lnTo>
                <a:lnTo>
                  <a:pt x="247650" y="273653"/>
                </a:lnTo>
                <a:lnTo>
                  <a:pt x="247650" y="292656"/>
                </a:lnTo>
                <a:lnTo>
                  <a:pt x="247650" y="311658"/>
                </a:lnTo>
                <a:lnTo>
                  <a:pt x="247650" y="330670"/>
                </a:lnTo>
                <a:lnTo>
                  <a:pt x="247650" y="349672"/>
                </a:lnTo>
                <a:lnTo>
                  <a:pt x="247650" y="368684"/>
                </a:lnTo>
                <a:lnTo>
                  <a:pt x="247650" y="387687"/>
                </a:lnTo>
                <a:lnTo>
                  <a:pt x="247650" y="406698"/>
                </a:lnTo>
                <a:lnTo>
                  <a:pt x="247650" y="425701"/>
                </a:lnTo>
                <a:lnTo>
                  <a:pt x="236525" y="437921"/>
                </a:lnTo>
                <a:lnTo>
                  <a:pt x="219627" y="446637"/>
                </a:lnTo>
                <a:lnTo>
                  <a:pt x="202740" y="455343"/>
                </a:lnTo>
                <a:lnTo>
                  <a:pt x="185842" y="464048"/>
                </a:lnTo>
                <a:lnTo>
                  <a:pt x="168945" y="472754"/>
                </a:lnTo>
                <a:lnTo>
                  <a:pt x="152048" y="481460"/>
                </a:lnTo>
                <a:lnTo>
                  <a:pt x="135160" y="490166"/>
                </a:lnTo>
                <a:lnTo>
                  <a:pt x="118262" y="498872"/>
                </a:lnTo>
                <a:lnTo>
                  <a:pt x="101365" y="507587"/>
                </a:lnTo>
                <a:lnTo>
                  <a:pt x="84477" y="516293"/>
                </a:lnTo>
                <a:lnTo>
                  <a:pt x="67580" y="524999"/>
                </a:lnTo>
                <a:lnTo>
                  <a:pt x="50683" y="533705"/>
                </a:lnTo>
                <a:lnTo>
                  <a:pt x="33785" y="542411"/>
                </a:lnTo>
                <a:lnTo>
                  <a:pt x="16897" y="551117"/>
                </a:lnTo>
                <a:lnTo>
                  <a:pt x="0" y="559822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24C34879-BBB0-40BE-A5B2-BDC6CD6E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7033" y="4495800"/>
            <a:ext cx="2307346" cy="127635"/>
          </a:xfrm>
          <a:custGeom xmlns:a="http://schemas.openxmlformats.org/drawingml/2006/main">
            <a:pathLst>
              <a:path w="2307346" h="127635">
                <a:moveTo>
                  <a:pt x="0" y="127635"/>
                </a:moveTo>
                <a:lnTo>
                  <a:pt x="19479" y="127635"/>
                </a:lnTo>
                <a:lnTo>
                  <a:pt x="38967" y="127635"/>
                </a:lnTo>
                <a:lnTo>
                  <a:pt x="58445" y="127635"/>
                </a:lnTo>
                <a:lnTo>
                  <a:pt x="77924" y="127635"/>
                </a:lnTo>
                <a:lnTo>
                  <a:pt x="97403" y="127635"/>
                </a:lnTo>
                <a:lnTo>
                  <a:pt x="116891" y="127635"/>
                </a:lnTo>
                <a:lnTo>
                  <a:pt x="136369" y="127635"/>
                </a:lnTo>
                <a:lnTo>
                  <a:pt x="155848" y="127635"/>
                </a:lnTo>
                <a:lnTo>
                  <a:pt x="175327" y="127635"/>
                </a:lnTo>
                <a:lnTo>
                  <a:pt x="194815" y="127635"/>
                </a:lnTo>
                <a:lnTo>
                  <a:pt x="214293" y="127635"/>
                </a:lnTo>
                <a:lnTo>
                  <a:pt x="233772" y="127635"/>
                </a:lnTo>
                <a:lnTo>
                  <a:pt x="253260" y="127635"/>
                </a:lnTo>
                <a:lnTo>
                  <a:pt x="272739" y="127635"/>
                </a:lnTo>
                <a:lnTo>
                  <a:pt x="292217" y="127635"/>
                </a:lnTo>
                <a:lnTo>
                  <a:pt x="311696" y="127635"/>
                </a:lnTo>
                <a:lnTo>
                  <a:pt x="331184" y="127635"/>
                </a:lnTo>
                <a:lnTo>
                  <a:pt x="350663" y="127635"/>
                </a:lnTo>
                <a:lnTo>
                  <a:pt x="370142" y="127635"/>
                </a:lnTo>
                <a:lnTo>
                  <a:pt x="389630" y="127635"/>
                </a:lnTo>
                <a:lnTo>
                  <a:pt x="409108" y="127635"/>
                </a:lnTo>
                <a:lnTo>
                  <a:pt x="428587" y="127635"/>
                </a:lnTo>
                <a:lnTo>
                  <a:pt x="448066" y="127635"/>
                </a:lnTo>
                <a:lnTo>
                  <a:pt x="467554" y="127635"/>
                </a:lnTo>
                <a:lnTo>
                  <a:pt x="487032" y="127635"/>
                </a:lnTo>
                <a:lnTo>
                  <a:pt x="506511" y="127635"/>
                </a:lnTo>
                <a:lnTo>
                  <a:pt x="525990" y="127635"/>
                </a:lnTo>
                <a:lnTo>
                  <a:pt x="545478" y="127635"/>
                </a:lnTo>
                <a:lnTo>
                  <a:pt x="564956" y="127635"/>
                </a:lnTo>
                <a:lnTo>
                  <a:pt x="584435" y="127635"/>
                </a:lnTo>
                <a:lnTo>
                  <a:pt x="603923" y="127635"/>
                </a:lnTo>
                <a:lnTo>
                  <a:pt x="623402" y="127635"/>
                </a:lnTo>
                <a:lnTo>
                  <a:pt x="642880" y="127635"/>
                </a:lnTo>
                <a:lnTo>
                  <a:pt x="662359" y="127635"/>
                </a:lnTo>
                <a:lnTo>
                  <a:pt x="681847" y="127635"/>
                </a:lnTo>
                <a:lnTo>
                  <a:pt x="701326" y="127635"/>
                </a:lnTo>
                <a:lnTo>
                  <a:pt x="720804" y="127635"/>
                </a:lnTo>
                <a:lnTo>
                  <a:pt x="740293" y="127635"/>
                </a:lnTo>
                <a:lnTo>
                  <a:pt x="759771" y="127635"/>
                </a:lnTo>
                <a:lnTo>
                  <a:pt x="779250" y="127635"/>
                </a:lnTo>
                <a:lnTo>
                  <a:pt x="798728" y="127635"/>
                </a:lnTo>
                <a:lnTo>
                  <a:pt x="818217" y="127635"/>
                </a:lnTo>
                <a:lnTo>
                  <a:pt x="837695" y="127635"/>
                </a:lnTo>
                <a:lnTo>
                  <a:pt x="857174" y="127635"/>
                </a:lnTo>
                <a:lnTo>
                  <a:pt x="876652" y="127635"/>
                </a:lnTo>
                <a:lnTo>
                  <a:pt x="896141" y="127635"/>
                </a:lnTo>
                <a:lnTo>
                  <a:pt x="915619" y="127635"/>
                </a:lnTo>
                <a:lnTo>
                  <a:pt x="935098" y="127635"/>
                </a:lnTo>
                <a:lnTo>
                  <a:pt x="954586" y="127635"/>
                </a:lnTo>
                <a:lnTo>
                  <a:pt x="974065" y="127635"/>
                </a:lnTo>
                <a:lnTo>
                  <a:pt x="993543" y="127635"/>
                </a:lnTo>
                <a:lnTo>
                  <a:pt x="1013022" y="127635"/>
                </a:lnTo>
                <a:lnTo>
                  <a:pt x="1032510" y="127635"/>
                </a:lnTo>
                <a:lnTo>
                  <a:pt x="1051989" y="127635"/>
                </a:lnTo>
                <a:lnTo>
                  <a:pt x="1071467" y="127635"/>
                </a:lnTo>
                <a:lnTo>
                  <a:pt x="1090946" y="127635"/>
                </a:lnTo>
                <a:lnTo>
                  <a:pt x="1110434" y="127635"/>
                </a:lnTo>
                <a:lnTo>
                  <a:pt x="1129913" y="127635"/>
                </a:lnTo>
                <a:lnTo>
                  <a:pt x="1149391" y="127635"/>
                </a:lnTo>
                <a:lnTo>
                  <a:pt x="1168879" y="127635"/>
                </a:lnTo>
                <a:lnTo>
                  <a:pt x="1188358" y="127635"/>
                </a:lnTo>
                <a:lnTo>
                  <a:pt x="1207837" y="127635"/>
                </a:lnTo>
                <a:lnTo>
                  <a:pt x="1227315" y="127635"/>
                </a:lnTo>
                <a:lnTo>
                  <a:pt x="1246803" y="127635"/>
                </a:lnTo>
                <a:lnTo>
                  <a:pt x="1266282" y="127635"/>
                </a:lnTo>
                <a:lnTo>
                  <a:pt x="1285761" y="127635"/>
                </a:lnTo>
                <a:lnTo>
                  <a:pt x="1305239" y="127635"/>
                </a:lnTo>
                <a:lnTo>
                  <a:pt x="1324727" y="127635"/>
                </a:lnTo>
                <a:lnTo>
                  <a:pt x="1344206" y="127635"/>
                </a:lnTo>
                <a:lnTo>
                  <a:pt x="1363685" y="127635"/>
                </a:lnTo>
                <a:lnTo>
                  <a:pt x="1383173" y="127635"/>
                </a:lnTo>
                <a:lnTo>
                  <a:pt x="1402652" y="127635"/>
                </a:lnTo>
                <a:lnTo>
                  <a:pt x="1422130" y="127635"/>
                </a:lnTo>
                <a:lnTo>
                  <a:pt x="1441609" y="127635"/>
                </a:lnTo>
                <a:lnTo>
                  <a:pt x="1461097" y="127635"/>
                </a:lnTo>
                <a:lnTo>
                  <a:pt x="1480576" y="127635"/>
                </a:lnTo>
                <a:lnTo>
                  <a:pt x="1500054" y="127635"/>
                </a:lnTo>
                <a:lnTo>
                  <a:pt x="1519542" y="127635"/>
                </a:lnTo>
                <a:lnTo>
                  <a:pt x="1539021" y="127635"/>
                </a:lnTo>
                <a:lnTo>
                  <a:pt x="1558500" y="127635"/>
                </a:lnTo>
                <a:lnTo>
                  <a:pt x="1577978" y="127635"/>
                </a:lnTo>
                <a:lnTo>
                  <a:pt x="1597466" y="127635"/>
                </a:lnTo>
                <a:lnTo>
                  <a:pt x="1616945" y="127635"/>
                </a:lnTo>
                <a:lnTo>
                  <a:pt x="1636424" y="127635"/>
                </a:lnTo>
                <a:lnTo>
                  <a:pt x="1655902" y="127635"/>
                </a:lnTo>
                <a:lnTo>
                  <a:pt x="1675390" y="127635"/>
                </a:lnTo>
                <a:lnTo>
                  <a:pt x="1694869" y="127635"/>
                </a:lnTo>
                <a:lnTo>
                  <a:pt x="1714348" y="127635"/>
                </a:lnTo>
                <a:lnTo>
                  <a:pt x="1733836" y="127635"/>
                </a:lnTo>
                <a:lnTo>
                  <a:pt x="1753314" y="127635"/>
                </a:lnTo>
                <a:lnTo>
                  <a:pt x="1772793" y="127635"/>
                </a:lnTo>
                <a:lnTo>
                  <a:pt x="1792272" y="127635"/>
                </a:lnTo>
                <a:lnTo>
                  <a:pt x="1811760" y="127635"/>
                </a:lnTo>
                <a:lnTo>
                  <a:pt x="1831238" y="127635"/>
                </a:lnTo>
                <a:lnTo>
                  <a:pt x="1850717" y="127635"/>
                </a:lnTo>
                <a:lnTo>
                  <a:pt x="1870205" y="127635"/>
                </a:lnTo>
                <a:lnTo>
                  <a:pt x="1889684" y="127635"/>
                </a:lnTo>
                <a:lnTo>
                  <a:pt x="1909162" y="127635"/>
                </a:lnTo>
                <a:lnTo>
                  <a:pt x="1928641" y="127635"/>
                </a:lnTo>
                <a:lnTo>
                  <a:pt x="1948129" y="127635"/>
                </a:lnTo>
                <a:lnTo>
                  <a:pt x="1967608" y="127635"/>
                </a:lnTo>
                <a:lnTo>
                  <a:pt x="1987086" y="127635"/>
                </a:lnTo>
                <a:lnTo>
                  <a:pt x="2006565" y="127635"/>
                </a:lnTo>
                <a:lnTo>
                  <a:pt x="2026053" y="127635"/>
                </a:lnTo>
                <a:lnTo>
                  <a:pt x="2045532" y="127635"/>
                </a:lnTo>
                <a:lnTo>
                  <a:pt x="2064906" y="127206"/>
                </a:lnTo>
                <a:lnTo>
                  <a:pt x="2082222" y="118281"/>
                </a:lnTo>
                <a:lnTo>
                  <a:pt x="2099539" y="109357"/>
                </a:lnTo>
                <a:lnTo>
                  <a:pt x="2116855" y="100432"/>
                </a:lnTo>
                <a:lnTo>
                  <a:pt x="2134172" y="91507"/>
                </a:lnTo>
                <a:lnTo>
                  <a:pt x="2151488" y="82582"/>
                </a:lnTo>
                <a:lnTo>
                  <a:pt x="2168804" y="73657"/>
                </a:lnTo>
                <a:lnTo>
                  <a:pt x="2186121" y="64732"/>
                </a:lnTo>
                <a:lnTo>
                  <a:pt x="2203437" y="55807"/>
                </a:lnTo>
                <a:lnTo>
                  <a:pt x="2220754" y="46882"/>
                </a:lnTo>
                <a:lnTo>
                  <a:pt x="2238070" y="37957"/>
                </a:lnTo>
                <a:lnTo>
                  <a:pt x="2255396" y="29032"/>
                </a:lnTo>
                <a:lnTo>
                  <a:pt x="2272713" y="20107"/>
                </a:lnTo>
                <a:lnTo>
                  <a:pt x="2290029" y="11182"/>
                </a:lnTo>
                <a:lnTo>
                  <a:pt x="2307346" y="2257"/>
                </a:lnTo>
                <a:lnTo>
                  <a:pt x="2297163" y="0"/>
                </a:lnTo>
                <a:lnTo>
                  <a:pt x="2277675" y="0"/>
                </a:lnTo>
                <a:lnTo>
                  <a:pt x="2258197" y="0"/>
                </a:lnTo>
                <a:lnTo>
                  <a:pt x="2238718" y="0"/>
                </a:lnTo>
                <a:lnTo>
                  <a:pt x="2219230" y="0"/>
                </a:lnTo>
                <a:lnTo>
                  <a:pt x="2199751" y="0"/>
                </a:lnTo>
                <a:lnTo>
                  <a:pt x="2180273" y="0"/>
                </a:lnTo>
                <a:lnTo>
                  <a:pt x="2160794" y="0"/>
                </a:lnTo>
                <a:lnTo>
                  <a:pt x="2141306" y="0"/>
                </a:lnTo>
                <a:lnTo>
                  <a:pt x="2121827" y="0"/>
                </a:lnTo>
                <a:lnTo>
                  <a:pt x="2102348" y="0"/>
                </a:lnTo>
                <a:lnTo>
                  <a:pt x="2082870" y="0"/>
                </a:lnTo>
                <a:lnTo>
                  <a:pt x="2063382" y="0"/>
                </a:lnTo>
                <a:lnTo>
                  <a:pt x="2043903" y="0"/>
                </a:lnTo>
                <a:lnTo>
                  <a:pt x="2024424" y="0"/>
                </a:lnTo>
                <a:lnTo>
                  <a:pt x="2004936" y="0"/>
                </a:lnTo>
                <a:lnTo>
                  <a:pt x="1985458" y="0"/>
                </a:lnTo>
                <a:lnTo>
                  <a:pt x="1965979" y="0"/>
                </a:lnTo>
                <a:lnTo>
                  <a:pt x="1946500" y="0"/>
                </a:lnTo>
                <a:lnTo>
                  <a:pt x="1927012" y="0"/>
                </a:lnTo>
                <a:lnTo>
                  <a:pt x="1907534" y="0"/>
                </a:lnTo>
                <a:lnTo>
                  <a:pt x="1888055" y="0"/>
                </a:lnTo>
                <a:lnTo>
                  <a:pt x="1868567" y="0"/>
                </a:lnTo>
                <a:lnTo>
                  <a:pt x="1849088" y="0"/>
                </a:lnTo>
                <a:lnTo>
                  <a:pt x="1829610" y="0"/>
                </a:lnTo>
                <a:lnTo>
                  <a:pt x="1810131" y="0"/>
                </a:lnTo>
                <a:lnTo>
                  <a:pt x="1790643" y="0"/>
                </a:lnTo>
                <a:lnTo>
                  <a:pt x="1771164" y="0"/>
                </a:lnTo>
                <a:lnTo>
                  <a:pt x="1751686" y="0"/>
                </a:lnTo>
                <a:lnTo>
                  <a:pt x="1732207" y="0"/>
                </a:lnTo>
                <a:lnTo>
                  <a:pt x="1712719" y="0"/>
                </a:lnTo>
                <a:lnTo>
                  <a:pt x="1693240" y="0"/>
                </a:lnTo>
                <a:lnTo>
                  <a:pt x="1673762" y="0"/>
                </a:lnTo>
                <a:lnTo>
                  <a:pt x="1654273" y="0"/>
                </a:lnTo>
                <a:lnTo>
                  <a:pt x="1634795" y="0"/>
                </a:lnTo>
                <a:lnTo>
                  <a:pt x="1615316" y="0"/>
                </a:lnTo>
                <a:lnTo>
                  <a:pt x="1595838" y="0"/>
                </a:lnTo>
                <a:lnTo>
                  <a:pt x="1576349" y="0"/>
                </a:lnTo>
                <a:lnTo>
                  <a:pt x="1556871" y="0"/>
                </a:lnTo>
                <a:lnTo>
                  <a:pt x="1537392" y="0"/>
                </a:lnTo>
                <a:lnTo>
                  <a:pt x="1517904" y="0"/>
                </a:lnTo>
                <a:lnTo>
                  <a:pt x="1498425" y="0"/>
                </a:lnTo>
                <a:lnTo>
                  <a:pt x="1478947" y="0"/>
                </a:lnTo>
                <a:lnTo>
                  <a:pt x="1459468" y="0"/>
                </a:lnTo>
                <a:lnTo>
                  <a:pt x="1439980" y="0"/>
                </a:lnTo>
                <a:lnTo>
                  <a:pt x="1420501" y="0"/>
                </a:lnTo>
                <a:lnTo>
                  <a:pt x="1401023" y="0"/>
                </a:lnTo>
                <a:lnTo>
                  <a:pt x="1381544" y="0"/>
                </a:lnTo>
                <a:lnTo>
                  <a:pt x="1362056" y="0"/>
                </a:lnTo>
                <a:lnTo>
                  <a:pt x="1342577" y="0"/>
                </a:lnTo>
                <a:lnTo>
                  <a:pt x="1323099" y="0"/>
                </a:lnTo>
                <a:lnTo>
                  <a:pt x="1303611" y="0"/>
                </a:lnTo>
                <a:lnTo>
                  <a:pt x="1284132" y="0"/>
                </a:lnTo>
                <a:lnTo>
                  <a:pt x="1264653" y="0"/>
                </a:lnTo>
                <a:lnTo>
                  <a:pt x="1245175" y="0"/>
                </a:lnTo>
                <a:lnTo>
                  <a:pt x="1225687" y="0"/>
                </a:lnTo>
                <a:lnTo>
                  <a:pt x="1206208" y="0"/>
                </a:lnTo>
                <a:lnTo>
                  <a:pt x="1186729" y="0"/>
                </a:lnTo>
                <a:lnTo>
                  <a:pt x="1167251" y="0"/>
                </a:lnTo>
                <a:lnTo>
                  <a:pt x="1147763" y="0"/>
                </a:lnTo>
                <a:lnTo>
                  <a:pt x="1128284" y="0"/>
                </a:lnTo>
                <a:lnTo>
                  <a:pt x="1108805" y="0"/>
                </a:lnTo>
                <a:lnTo>
                  <a:pt x="1089317" y="0"/>
                </a:lnTo>
                <a:lnTo>
                  <a:pt x="1069838" y="0"/>
                </a:lnTo>
                <a:lnTo>
                  <a:pt x="1050360" y="0"/>
                </a:lnTo>
                <a:lnTo>
                  <a:pt x="1030881" y="0"/>
                </a:lnTo>
                <a:lnTo>
                  <a:pt x="1011393" y="0"/>
                </a:lnTo>
                <a:lnTo>
                  <a:pt x="991914" y="0"/>
                </a:lnTo>
                <a:lnTo>
                  <a:pt x="972436" y="0"/>
                </a:lnTo>
                <a:lnTo>
                  <a:pt x="952948" y="0"/>
                </a:lnTo>
                <a:lnTo>
                  <a:pt x="933469" y="0"/>
                </a:lnTo>
                <a:lnTo>
                  <a:pt x="913990" y="0"/>
                </a:lnTo>
                <a:lnTo>
                  <a:pt x="894512" y="0"/>
                </a:lnTo>
                <a:lnTo>
                  <a:pt x="875024" y="0"/>
                </a:lnTo>
                <a:lnTo>
                  <a:pt x="855545" y="0"/>
                </a:lnTo>
                <a:lnTo>
                  <a:pt x="836066" y="0"/>
                </a:lnTo>
                <a:lnTo>
                  <a:pt x="816588" y="0"/>
                </a:lnTo>
                <a:lnTo>
                  <a:pt x="797100" y="0"/>
                </a:lnTo>
                <a:lnTo>
                  <a:pt x="777621" y="0"/>
                </a:lnTo>
                <a:lnTo>
                  <a:pt x="758142" y="0"/>
                </a:lnTo>
                <a:lnTo>
                  <a:pt x="738654" y="0"/>
                </a:lnTo>
                <a:lnTo>
                  <a:pt x="719176" y="0"/>
                </a:lnTo>
                <a:lnTo>
                  <a:pt x="699697" y="0"/>
                </a:lnTo>
                <a:lnTo>
                  <a:pt x="680218" y="0"/>
                </a:lnTo>
                <a:lnTo>
                  <a:pt x="660730" y="0"/>
                </a:lnTo>
                <a:lnTo>
                  <a:pt x="641252" y="0"/>
                </a:lnTo>
                <a:lnTo>
                  <a:pt x="621773" y="0"/>
                </a:lnTo>
                <a:lnTo>
                  <a:pt x="602285" y="0"/>
                </a:lnTo>
                <a:lnTo>
                  <a:pt x="582806" y="0"/>
                </a:lnTo>
                <a:lnTo>
                  <a:pt x="563328" y="0"/>
                </a:lnTo>
                <a:lnTo>
                  <a:pt x="543849" y="0"/>
                </a:lnTo>
                <a:lnTo>
                  <a:pt x="524361" y="0"/>
                </a:lnTo>
                <a:lnTo>
                  <a:pt x="504882" y="0"/>
                </a:lnTo>
                <a:lnTo>
                  <a:pt x="485404" y="0"/>
                </a:lnTo>
                <a:lnTo>
                  <a:pt x="465925" y="0"/>
                </a:lnTo>
                <a:lnTo>
                  <a:pt x="446437" y="0"/>
                </a:lnTo>
                <a:lnTo>
                  <a:pt x="426958" y="0"/>
                </a:lnTo>
                <a:lnTo>
                  <a:pt x="407480" y="0"/>
                </a:lnTo>
                <a:lnTo>
                  <a:pt x="387991" y="0"/>
                </a:lnTo>
                <a:lnTo>
                  <a:pt x="368875" y="2181"/>
                </a:lnTo>
                <a:lnTo>
                  <a:pt x="350434" y="8449"/>
                </a:lnTo>
                <a:lnTo>
                  <a:pt x="331984" y="14726"/>
                </a:lnTo>
                <a:lnTo>
                  <a:pt x="313544" y="21003"/>
                </a:lnTo>
                <a:lnTo>
                  <a:pt x="295104" y="27270"/>
                </a:lnTo>
                <a:lnTo>
                  <a:pt x="276654" y="33547"/>
                </a:lnTo>
                <a:lnTo>
                  <a:pt x="258213" y="39815"/>
                </a:lnTo>
                <a:lnTo>
                  <a:pt x="239773" y="46091"/>
                </a:lnTo>
                <a:lnTo>
                  <a:pt x="221323" y="52359"/>
                </a:lnTo>
                <a:lnTo>
                  <a:pt x="202883" y="58636"/>
                </a:lnTo>
                <a:lnTo>
                  <a:pt x="184442" y="64903"/>
                </a:lnTo>
                <a:lnTo>
                  <a:pt x="165992" y="71180"/>
                </a:lnTo>
                <a:lnTo>
                  <a:pt x="147552" y="77457"/>
                </a:lnTo>
                <a:lnTo>
                  <a:pt x="129102" y="83725"/>
                </a:lnTo>
                <a:lnTo>
                  <a:pt x="110661" y="90002"/>
                </a:lnTo>
                <a:lnTo>
                  <a:pt x="92221" y="96269"/>
                </a:lnTo>
                <a:lnTo>
                  <a:pt x="73771" y="102546"/>
                </a:lnTo>
                <a:lnTo>
                  <a:pt x="55331" y="108814"/>
                </a:lnTo>
                <a:lnTo>
                  <a:pt x="36890" y="115091"/>
                </a:lnTo>
                <a:lnTo>
                  <a:pt x="18440" y="121358"/>
                </a:lnTo>
                <a:lnTo>
                  <a:pt x="0" y="127635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6A4C504C-113B-4289-839A-FF1D4967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7995" y="4495800"/>
            <a:ext cx="2154555" cy="127635"/>
          </a:xfrm>
          <a:custGeom xmlns:a="http://schemas.openxmlformats.org/drawingml/2006/main">
            <a:pathLst>
              <a:path w="2154555" h="127635">
                <a:moveTo>
                  <a:pt x="0" y="127635"/>
                </a:moveTo>
                <a:lnTo>
                  <a:pt x="19002" y="127635"/>
                </a:lnTo>
                <a:lnTo>
                  <a:pt x="37995" y="127635"/>
                </a:lnTo>
                <a:lnTo>
                  <a:pt x="56998" y="127635"/>
                </a:lnTo>
                <a:lnTo>
                  <a:pt x="76000" y="127635"/>
                </a:lnTo>
                <a:lnTo>
                  <a:pt x="95002" y="127635"/>
                </a:lnTo>
                <a:lnTo>
                  <a:pt x="113995" y="127635"/>
                </a:lnTo>
                <a:lnTo>
                  <a:pt x="132998" y="127635"/>
                </a:lnTo>
                <a:lnTo>
                  <a:pt x="152000" y="127635"/>
                </a:lnTo>
                <a:lnTo>
                  <a:pt x="171002" y="127635"/>
                </a:lnTo>
                <a:lnTo>
                  <a:pt x="189995" y="127635"/>
                </a:lnTo>
                <a:lnTo>
                  <a:pt x="208998" y="127635"/>
                </a:lnTo>
                <a:lnTo>
                  <a:pt x="228000" y="127635"/>
                </a:lnTo>
                <a:lnTo>
                  <a:pt x="247002" y="127635"/>
                </a:lnTo>
                <a:lnTo>
                  <a:pt x="265995" y="127635"/>
                </a:lnTo>
                <a:lnTo>
                  <a:pt x="284998" y="127635"/>
                </a:lnTo>
                <a:lnTo>
                  <a:pt x="304000" y="127635"/>
                </a:lnTo>
                <a:lnTo>
                  <a:pt x="323002" y="127635"/>
                </a:lnTo>
                <a:lnTo>
                  <a:pt x="341995" y="127635"/>
                </a:lnTo>
                <a:lnTo>
                  <a:pt x="360998" y="127635"/>
                </a:lnTo>
                <a:lnTo>
                  <a:pt x="380000" y="127635"/>
                </a:lnTo>
                <a:lnTo>
                  <a:pt x="399002" y="127635"/>
                </a:lnTo>
                <a:lnTo>
                  <a:pt x="417995" y="127635"/>
                </a:lnTo>
                <a:lnTo>
                  <a:pt x="436997" y="127635"/>
                </a:lnTo>
                <a:lnTo>
                  <a:pt x="456000" y="127635"/>
                </a:lnTo>
                <a:lnTo>
                  <a:pt x="475002" y="127635"/>
                </a:lnTo>
                <a:lnTo>
                  <a:pt x="493995" y="127635"/>
                </a:lnTo>
                <a:lnTo>
                  <a:pt x="512997" y="127635"/>
                </a:lnTo>
                <a:lnTo>
                  <a:pt x="532000" y="127635"/>
                </a:lnTo>
                <a:lnTo>
                  <a:pt x="551002" y="127635"/>
                </a:lnTo>
                <a:lnTo>
                  <a:pt x="569995" y="127635"/>
                </a:lnTo>
                <a:lnTo>
                  <a:pt x="588997" y="127635"/>
                </a:lnTo>
                <a:lnTo>
                  <a:pt x="608000" y="127635"/>
                </a:lnTo>
                <a:lnTo>
                  <a:pt x="626993" y="127635"/>
                </a:lnTo>
                <a:lnTo>
                  <a:pt x="645995" y="127635"/>
                </a:lnTo>
                <a:lnTo>
                  <a:pt x="664997" y="127635"/>
                </a:lnTo>
                <a:lnTo>
                  <a:pt x="684000" y="127635"/>
                </a:lnTo>
                <a:lnTo>
                  <a:pt x="702993" y="127635"/>
                </a:lnTo>
                <a:lnTo>
                  <a:pt x="721995" y="127635"/>
                </a:lnTo>
                <a:lnTo>
                  <a:pt x="740997" y="127635"/>
                </a:lnTo>
                <a:lnTo>
                  <a:pt x="760000" y="127635"/>
                </a:lnTo>
                <a:lnTo>
                  <a:pt x="778993" y="127635"/>
                </a:lnTo>
                <a:lnTo>
                  <a:pt x="797995" y="127635"/>
                </a:lnTo>
                <a:lnTo>
                  <a:pt x="816997" y="127635"/>
                </a:lnTo>
                <a:lnTo>
                  <a:pt x="836000" y="127635"/>
                </a:lnTo>
                <a:lnTo>
                  <a:pt x="854993" y="127635"/>
                </a:lnTo>
                <a:lnTo>
                  <a:pt x="873995" y="127635"/>
                </a:lnTo>
                <a:lnTo>
                  <a:pt x="892997" y="127635"/>
                </a:lnTo>
                <a:lnTo>
                  <a:pt x="912000" y="127635"/>
                </a:lnTo>
                <a:lnTo>
                  <a:pt x="930993" y="127635"/>
                </a:lnTo>
                <a:lnTo>
                  <a:pt x="949995" y="127635"/>
                </a:lnTo>
                <a:lnTo>
                  <a:pt x="968997" y="127635"/>
                </a:lnTo>
                <a:lnTo>
                  <a:pt x="988000" y="127635"/>
                </a:lnTo>
                <a:lnTo>
                  <a:pt x="1006993" y="127635"/>
                </a:lnTo>
                <a:lnTo>
                  <a:pt x="1025995" y="127635"/>
                </a:lnTo>
                <a:lnTo>
                  <a:pt x="1044997" y="127635"/>
                </a:lnTo>
                <a:lnTo>
                  <a:pt x="1064000" y="127635"/>
                </a:lnTo>
                <a:lnTo>
                  <a:pt x="1082993" y="127635"/>
                </a:lnTo>
                <a:lnTo>
                  <a:pt x="1101995" y="127635"/>
                </a:lnTo>
                <a:lnTo>
                  <a:pt x="1120997" y="127635"/>
                </a:lnTo>
                <a:lnTo>
                  <a:pt x="1140000" y="127635"/>
                </a:lnTo>
                <a:lnTo>
                  <a:pt x="1158992" y="127635"/>
                </a:lnTo>
                <a:lnTo>
                  <a:pt x="1177995" y="127635"/>
                </a:lnTo>
                <a:lnTo>
                  <a:pt x="1196997" y="127635"/>
                </a:lnTo>
                <a:lnTo>
                  <a:pt x="1215990" y="127635"/>
                </a:lnTo>
                <a:lnTo>
                  <a:pt x="1234992" y="127635"/>
                </a:lnTo>
                <a:lnTo>
                  <a:pt x="1253995" y="127635"/>
                </a:lnTo>
                <a:lnTo>
                  <a:pt x="1272997" y="127635"/>
                </a:lnTo>
                <a:lnTo>
                  <a:pt x="1291990" y="127635"/>
                </a:lnTo>
                <a:lnTo>
                  <a:pt x="1310992" y="127635"/>
                </a:lnTo>
                <a:lnTo>
                  <a:pt x="1329995" y="127635"/>
                </a:lnTo>
                <a:lnTo>
                  <a:pt x="1348997" y="127635"/>
                </a:lnTo>
                <a:lnTo>
                  <a:pt x="1367990" y="127635"/>
                </a:lnTo>
                <a:lnTo>
                  <a:pt x="1386992" y="127635"/>
                </a:lnTo>
                <a:lnTo>
                  <a:pt x="1405995" y="127635"/>
                </a:lnTo>
                <a:lnTo>
                  <a:pt x="1424997" y="127635"/>
                </a:lnTo>
                <a:lnTo>
                  <a:pt x="1443990" y="127635"/>
                </a:lnTo>
                <a:lnTo>
                  <a:pt x="1462992" y="127635"/>
                </a:lnTo>
                <a:lnTo>
                  <a:pt x="1481995" y="127635"/>
                </a:lnTo>
                <a:lnTo>
                  <a:pt x="1500997" y="127635"/>
                </a:lnTo>
                <a:lnTo>
                  <a:pt x="1519990" y="127635"/>
                </a:lnTo>
                <a:lnTo>
                  <a:pt x="1538992" y="127635"/>
                </a:lnTo>
                <a:lnTo>
                  <a:pt x="1557995" y="127635"/>
                </a:lnTo>
                <a:lnTo>
                  <a:pt x="1576997" y="127635"/>
                </a:lnTo>
                <a:lnTo>
                  <a:pt x="1595990" y="127635"/>
                </a:lnTo>
                <a:lnTo>
                  <a:pt x="1614992" y="127635"/>
                </a:lnTo>
                <a:lnTo>
                  <a:pt x="1633995" y="127635"/>
                </a:lnTo>
                <a:lnTo>
                  <a:pt x="1652997" y="127635"/>
                </a:lnTo>
                <a:lnTo>
                  <a:pt x="1671990" y="127635"/>
                </a:lnTo>
                <a:lnTo>
                  <a:pt x="1690992" y="127635"/>
                </a:lnTo>
                <a:lnTo>
                  <a:pt x="1709995" y="127635"/>
                </a:lnTo>
                <a:lnTo>
                  <a:pt x="1728988" y="127635"/>
                </a:lnTo>
                <a:lnTo>
                  <a:pt x="1747990" y="127635"/>
                </a:lnTo>
                <a:lnTo>
                  <a:pt x="1766992" y="127635"/>
                </a:lnTo>
                <a:lnTo>
                  <a:pt x="1785995" y="127635"/>
                </a:lnTo>
                <a:lnTo>
                  <a:pt x="1804988" y="127635"/>
                </a:lnTo>
                <a:lnTo>
                  <a:pt x="1823990" y="127635"/>
                </a:lnTo>
                <a:lnTo>
                  <a:pt x="1842992" y="127635"/>
                </a:lnTo>
                <a:lnTo>
                  <a:pt x="1861995" y="127635"/>
                </a:lnTo>
                <a:lnTo>
                  <a:pt x="1880987" y="127635"/>
                </a:lnTo>
                <a:lnTo>
                  <a:pt x="1899990" y="127635"/>
                </a:lnTo>
                <a:lnTo>
                  <a:pt x="1917182" y="120034"/>
                </a:lnTo>
                <a:lnTo>
                  <a:pt x="1934137" y="111462"/>
                </a:lnTo>
                <a:lnTo>
                  <a:pt x="1951091" y="102889"/>
                </a:lnTo>
                <a:lnTo>
                  <a:pt x="1968046" y="94307"/>
                </a:lnTo>
                <a:lnTo>
                  <a:pt x="1985000" y="85735"/>
                </a:lnTo>
                <a:lnTo>
                  <a:pt x="2001955" y="77162"/>
                </a:lnTo>
                <a:lnTo>
                  <a:pt x="2018909" y="68590"/>
                </a:lnTo>
                <a:lnTo>
                  <a:pt x="2035864" y="60017"/>
                </a:lnTo>
                <a:lnTo>
                  <a:pt x="2052818" y="51445"/>
                </a:lnTo>
                <a:lnTo>
                  <a:pt x="2069773" y="42872"/>
                </a:lnTo>
                <a:lnTo>
                  <a:pt x="2086737" y="34300"/>
                </a:lnTo>
                <a:lnTo>
                  <a:pt x="2103692" y="25718"/>
                </a:lnTo>
                <a:lnTo>
                  <a:pt x="2120646" y="17145"/>
                </a:lnTo>
                <a:lnTo>
                  <a:pt x="2137601" y="8573"/>
                </a:lnTo>
                <a:lnTo>
                  <a:pt x="21545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254318D3-B67B-4B5E-AAE3-6144FF38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8518" y="4495800"/>
            <a:ext cx="1784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68EEC48C-023D-4854-B461-A3BD36C9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6120" y="4063346"/>
            <a:ext cx="119063" cy="205683"/>
          </a:xfrm>
          <a:custGeom xmlns:a="http://schemas.openxmlformats.org/drawingml/2006/main">
            <a:pathLst>
              <a:path w="119063" h="205683">
                <a:moveTo>
                  <a:pt x="0" y="96222"/>
                </a:moveTo>
                <a:lnTo>
                  <a:pt x="0" y="112938"/>
                </a:lnTo>
                <a:lnTo>
                  <a:pt x="0" y="129654"/>
                </a:lnTo>
                <a:lnTo>
                  <a:pt x="0" y="146361"/>
                </a:lnTo>
                <a:lnTo>
                  <a:pt x="0" y="163078"/>
                </a:lnTo>
                <a:lnTo>
                  <a:pt x="0" y="179794"/>
                </a:lnTo>
                <a:lnTo>
                  <a:pt x="0" y="196510"/>
                </a:lnTo>
                <a:lnTo>
                  <a:pt x="3562" y="205683"/>
                </a:lnTo>
                <a:lnTo>
                  <a:pt x="16459" y="195053"/>
                </a:lnTo>
                <a:lnTo>
                  <a:pt x="29366" y="184423"/>
                </a:lnTo>
                <a:lnTo>
                  <a:pt x="42262" y="173793"/>
                </a:lnTo>
                <a:lnTo>
                  <a:pt x="55159" y="163163"/>
                </a:lnTo>
                <a:lnTo>
                  <a:pt x="68066" y="152533"/>
                </a:lnTo>
                <a:lnTo>
                  <a:pt x="80963" y="141903"/>
                </a:lnTo>
                <a:lnTo>
                  <a:pt x="93859" y="131274"/>
                </a:lnTo>
                <a:lnTo>
                  <a:pt x="106766" y="120644"/>
                </a:lnTo>
                <a:lnTo>
                  <a:pt x="119063" y="109728"/>
                </a:lnTo>
                <a:lnTo>
                  <a:pt x="119063" y="93012"/>
                </a:lnTo>
                <a:lnTo>
                  <a:pt x="119063" y="76295"/>
                </a:lnTo>
                <a:lnTo>
                  <a:pt x="119063" y="59579"/>
                </a:lnTo>
                <a:lnTo>
                  <a:pt x="119063" y="42863"/>
                </a:lnTo>
                <a:lnTo>
                  <a:pt x="119063" y="26146"/>
                </a:lnTo>
                <a:lnTo>
                  <a:pt x="119063" y="9430"/>
                </a:lnTo>
                <a:lnTo>
                  <a:pt x="115643" y="0"/>
                </a:lnTo>
                <a:lnTo>
                  <a:pt x="102794" y="10687"/>
                </a:lnTo>
                <a:lnTo>
                  <a:pt x="89945" y="21384"/>
                </a:lnTo>
                <a:lnTo>
                  <a:pt x="77095" y="32071"/>
                </a:lnTo>
                <a:lnTo>
                  <a:pt x="64246" y="42767"/>
                </a:lnTo>
                <a:lnTo>
                  <a:pt x="51397" y="53454"/>
                </a:lnTo>
                <a:lnTo>
                  <a:pt x="38548" y="64141"/>
                </a:lnTo>
                <a:lnTo>
                  <a:pt x="25698" y="74838"/>
                </a:lnTo>
                <a:lnTo>
                  <a:pt x="12849" y="85525"/>
                </a:lnTo>
                <a:lnTo>
                  <a:pt x="0" y="9622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00AF0D01-0D26-4BD9-91A6-C23A86F7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4060508"/>
            <a:ext cx="2182959" cy="99060"/>
          </a:xfrm>
          <a:custGeom xmlns:a="http://schemas.openxmlformats.org/drawingml/2006/main">
            <a:pathLst>
              <a:path w="2182959" h="99060">
                <a:moveTo>
                  <a:pt x="0" y="99060"/>
                </a:moveTo>
                <a:lnTo>
                  <a:pt x="18983" y="99060"/>
                </a:lnTo>
                <a:lnTo>
                  <a:pt x="37967" y="99060"/>
                </a:lnTo>
                <a:lnTo>
                  <a:pt x="56950" y="99060"/>
                </a:lnTo>
                <a:lnTo>
                  <a:pt x="75933" y="99060"/>
                </a:lnTo>
                <a:lnTo>
                  <a:pt x="94917" y="99060"/>
                </a:lnTo>
                <a:lnTo>
                  <a:pt x="113900" y="99060"/>
                </a:lnTo>
                <a:lnTo>
                  <a:pt x="132883" y="99060"/>
                </a:lnTo>
                <a:lnTo>
                  <a:pt x="151867" y="99060"/>
                </a:lnTo>
                <a:lnTo>
                  <a:pt x="170850" y="99060"/>
                </a:lnTo>
                <a:lnTo>
                  <a:pt x="189833" y="99060"/>
                </a:lnTo>
                <a:lnTo>
                  <a:pt x="208817" y="99060"/>
                </a:lnTo>
                <a:lnTo>
                  <a:pt x="227800" y="99060"/>
                </a:lnTo>
                <a:lnTo>
                  <a:pt x="246783" y="99060"/>
                </a:lnTo>
                <a:lnTo>
                  <a:pt x="265767" y="99060"/>
                </a:lnTo>
                <a:lnTo>
                  <a:pt x="284750" y="99060"/>
                </a:lnTo>
                <a:lnTo>
                  <a:pt x="303733" y="99060"/>
                </a:lnTo>
                <a:lnTo>
                  <a:pt x="322717" y="99060"/>
                </a:lnTo>
                <a:lnTo>
                  <a:pt x="341700" y="99060"/>
                </a:lnTo>
                <a:lnTo>
                  <a:pt x="360683" y="99060"/>
                </a:lnTo>
                <a:lnTo>
                  <a:pt x="379667" y="99060"/>
                </a:lnTo>
                <a:lnTo>
                  <a:pt x="398650" y="99060"/>
                </a:lnTo>
                <a:lnTo>
                  <a:pt x="417624" y="99060"/>
                </a:lnTo>
                <a:lnTo>
                  <a:pt x="436607" y="99060"/>
                </a:lnTo>
                <a:lnTo>
                  <a:pt x="455590" y="99060"/>
                </a:lnTo>
                <a:lnTo>
                  <a:pt x="474574" y="99060"/>
                </a:lnTo>
                <a:lnTo>
                  <a:pt x="493557" y="99060"/>
                </a:lnTo>
                <a:lnTo>
                  <a:pt x="512540" y="99060"/>
                </a:lnTo>
                <a:lnTo>
                  <a:pt x="531524" y="99060"/>
                </a:lnTo>
                <a:lnTo>
                  <a:pt x="550507" y="99060"/>
                </a:lnTo>
                <a:lnTo>
                  <a:pt x="569490" y="99060"/>
                </a:lnTo>
                <a:lnTo>
                  <a:pt x="588474" y="99060"/>
                </a:lnTo>
                <a:lnTo>
                  <a:pt x="607457" y="99060"/>
                </a:lnTo>
                <a:lnTo>
                  <a:pt x="626440" y="99060"/>
                </a:lnTo>
                <a:lnTo>
                  <a:pt x="645424" y="99060"/>
                </a:lnTo>
                <a:lnTo>
                  <a:pt x="664407" y="99060"/>
                </a:lnTo>
                <a:lnTo>
                  <a:pt x="683390" y="99060"/>
                </a:lnTo>
                <a:lnTo>
                  <a:pt x="702374" y="99060"/>
                </a:lnTo>
                <a:lnTo>
                  <a:pt x="721357" y="99060"/>
                </a:lnTo>
                <a:lnTo>
                  <a:pt x="740340" y="99060"/>
                </a:lnTo>
                <a:lnTo>
                  <a:pt x="759323" y="99060"/>
                </a:lnTo>
                <a:lnTo>
                  <a:pt x="778307" y="99060"/>
                </a:lnTo>
                <a:lnTo>
                  <a:pt x="797290" y="99060"/>
                </a:lnTo>
                <a:lnTo>
                  <a:pt x="816273" y="99060"/>
                </a:lnTo>
                <a:lnTo>
                  <a:pt x="835257" y="99060"/>
                </a:lnTo>
                <a:lnTo>
                  <a:pt x="854240" y="99060"/>
                </a:lnTo>
                <a:lnTo>
                  <a:pt x="873223" y="99060"/>
                </a:lnTo>
                <a:lnTo>
                  <a:pt x="892207" y="99060"/>
                </a:lnTo>
                <a:lnTo>
                  <a:pt x="911190" y="99060"/>
                </a:lnTo>
                <a:lnTo>
                  <a:pt x="930173" y="99060"/>
                </a:lnTo>
                <a:lnTo>
                  <a:pt x="949157" y="99060"/>
                </a:lnTo>
                <a:lnTo>
                  <a:pt x="968140" y="99060"/>
                </a:lnTo>
                <a:lnTo>
                  <a:pt x="987123" y="99060"/>
                </a:lnTo>
                <a:lnTo>
                  <a:pt x="1006107" y="99060"/>
                </a:lnTo>
                <a:lnTo>
                  <a:pt x="1025090" y="99060"/>
                </a:lnTo>
                <a:lnTo>
                  <a:pt x="1044073" y="99060"/>
                </a:lnTo>
                <a:lnTo>
                  <a:pt x="1063057" y="99060"/>
                </a:lnTo>
                <a:lnTo>
                  <a:pt x="1082040" y="99060"/>
                </a:lnTo>
                <a:lnTo>
                  <a:pt x="1101023" y="99060"/>
                </a:lnTo>
                <a:lnTo>
                  <a:pt x="1120007" y="99060"/>
                </a:lnTo>
                <a:lnTo>
                  <a:pt x="1138990" y="99060"/>
                </a:lnTo>
                <a:lnTo>
                  <a:pt x="1157973" y="99060"/>
                </a:lnTo>
                <a:lnTo>
                  <a:pt x="1176957" y="99060"/>
                </a:lnTo>
                <a:lnTo>
                  <a:pt x="1195930" y="99060"/>
                </a:lnTo>
                <a:lnTo>
                  <a:pt x="1214914" y="99060"/>
                </a:lnTo>
                <a:lnTo>
                  <a:pt x="1233897" y="99060"/>
                </a:lnTo>
                <a:lnTo>
                  <a:pt x="1252880" y="99060"/>
                </a:lnTo>
                <a:lnTo>
                  <a:pt x="1271864" y="99060"/>
                </a:lnTo>
                <a:lnTo>
                  <a:pt x="1290847" y="99060"/>
                </a:lnTo>
                <a:lnTo>
                  <a:pt x="1309830" y="99060"/>
                </a:lnTo>
                <a:lnTo>
                  <a:pt x="1328814" y="99060"/>
                </a:lnTo>
                <a:lnTo>
                  <a:pt x="1347797" y="99060"/>
                </a:lnTo>
                <a:lnTo>
                  <a:pt x="1366780" y="99060"/>
                </a:lnTo>
                <a:lnTo>
                  <a:pt x="1385764" y="99060"/>
                </a:lnTo>
                <a:lnTo>
                  <a:pt x="1404747" y="99060"/>
                </a:lnTo>
                <a:lnTo>
                  <a:pt x="1423730" y="99060"/>
                </a:lnTo>
                <a:lnTo>
                  <a:pt x="1442714" y="99060"/>
                </a:lnTo>
                <a:lnTo>
                  <a:pt x="1461697" y="99060"/>
                </a:lnTo>
                <a:lnTo>
                  <a:pt x="1480680" y="99060"/>
                </a:lnTo>
                <a:lnTo>
                  <a:pt x="1499664" y="99060"/>
                </a:lnTo>
                <a:lnTo>
                  <a:pt x="1518647" y="99060"/>
                </a:lnTo>
                <a:lnTo>
                  <a:pt x="1537630" y="99060"/>
                </a:lnTo>
                <a:lnTo>
                  <a:pt x="1556614" y="99060"/>
                </a:lnTo>
                <a:lnTo>
                  <a:pt x="1575597" y="99060"/>
                </a:lnTo>
                <a:lnTo>
                  <a:pt x="1594580" y="99060"/>
                </a:lnTo>
                <a:lnTo>
                  <a:pt x="1613564" y="99060"/>
                </a:lnTo>
                <a:lnTo>
                  <a:pt x="1632547" y="99060"/>
                </a:lnTo>
                <a:lnTo>
                  <a:pt x="1651530" y="99060"/>
                </a:lnTo>
                <a:lnTo>
                  <a:pt x="1670514" y="99060"/>
                </a:lnTo>
                <a:lnTo>
                  <a:pt x="1689497" y="99060"/>
                </a:lnTo>
                <a:lnTo>
                  <a:pt x="1708480" y="99060"/>
                </a:lnTo>
                <a:lnTo>
                  <a:pt x="1727464" y="99060"/>
                </a:lnTo>
                <a:lnTo>
                  <a:pt x="1746447" y="99060"/>
                </a:lnTo>
                <a:lnTo>
                  <a:pt x="1765430" y="99060"/>
                </a:lnTo>
                <a:lnTo>
                  <a:pt x="1784414" y="99060"/>
                </a:lnTo>
                <a:lnTo>
                  <a:pt x="1803397" y="99060"/>
                </a:lnTo>
                <a:lnTo>
                  <a:pt x="1822380" y="99060"/>
                </a:lnTo>
                <a:lnTo>
                  <a:pt x="1841363" y="99060"/>
                </a:lnTo>
                <a:lnTo>
                  <a:pt x="1860347" y="99060"/>
                </a:lnTo>
                <a:lnTo>
                  <a:pt x="1879330" y="99060"/>
                </a:lnTo>
                <a:lnTo>
                  <a:pt x="1898313" y="99060"/>
                </a:lnTo>
                <a:lnTo>
                  <a:pt x="1917297" y="99060"/>
                </a:lnTo>
                <a:lnTo>
                  <a:pt x="1936280" y="99060"/>
                </a:lnTo>
                <a:lnTo>
                  <a:pt x="1955263" y="99060"/>
                </a:lnTo>
                <a:lnTo>
                  <a:pt x="1974247" y="99060"/>
                </a:lnTo>
                <a:lnTo>
                  <a:pt x="1993230" y="99060"/>
                </a:lnTo>
                <a:lnTo>
                  <a:pt x="2012204" y="99060"/>
                </a:lnTo>
                <a:lnTo>
                  <a:pt x="2031187" y="99060"/>
                </a:lnTo>
                <a:lnTo>
                  <a:pt x="2050171" y="99060"/>
                </a:lnTo>
                <a:lnTo>
                  <a:pt x="2068201" y="96412"/>
                </a:lnTo>
                <a:lnTo>
                  <a:pt x="2082794" y="84268"/>
                </a:lnTo>
                <a:lnTo>
                  <a:pt x="2097386" y="72133"/>
                </a:lnTo>
                <a:lnTo>
                  <a:pt x="2111978" y="59988"/>
                </a:lnTo>
                <a:lnTo>
                  <a:pt x="2126571" y="47844"/>
                </a:lnTo>
                <a:lnTo>
                  <a:pt x="2141163" y="35709"/>
                </a:lnTo>
                <a:lnTo>
                  <a:pt x="2155755" y="23565"/>
                </a:lnTo>
                <a:lnTo>
                  <a:pt x="2170347" y="11420"/>
                </a:lnTo>
                <a:lnTo>
                  <a:pt x="2182959" y="0"/>
                </a:lnTo>
                <a:lnTo>
                  <a:pt x="2163975" y="0"/>
                </a:lnTo>
                <a:lnTo>
                  <a:pt x="2144992" y="0"/>
                </a:lnTo>
                <a:lnTo>
                  <a:pt x="2126009" y="0"/>
                </a:lnTo>
                <a:lnTo>
                  <a:pt x="2107035" y="0"/>
                </a:lnTo>
                <a:lnTo>
                  <a:pt x="2088051" y="0"/>
                </a:lnTo>
                <a:lnTo>
                  <a:pt x="2069068" y="0"/>
                </a:lnTo>
                <a:lnTo>
                  <a:pt x="2050085" y="0"/>
                </a:lnTo>
                <a:lnTo>
                  <a:pt x="2031101" y="0"/>
                </a:lnTo>
                <a:lnTo>
                  <a:pt x="2012118" y="0"/>
                </a:lnTo>
                <a:lnTo>
                  <a:pt x="1993135" y="0"/>
                </a:lnTo>
                <a:lnTo>
                  <a:pt x="1974152" y="0"/>
                </a:lnTo>
                <a:lnTo>
                  <a:pt x="1955168" y="0"/>
                </a:lnTo>
                <a:lnTo>
                  <a:pt x="1936185" y="0"/>
                </a:lnTo>
                <a:lnTo>
                  <a:pt x="1917202" y="0"/>
                </a:lnTo>
                <a:lnTo>
                  <a:pt x="1898218" y="0"/>
                </a:lnTo>
                <a:lnTo>
                  <a:pt x="1879235" y="0"/>
                </a:lnTo>
                <a:lnTo>
                  <a:pt x="1860252" y="0"/>
                </a:lnTo>
                <a:lnTo>
                  <a:pt x="1841268" y="0"/>
                </a:lnTo>
                <a:lnTo>
                  <a:pt x="1822285" y="0"/>
                </a:lnTo>
                <a:lnTo>
                  <a:pt x="1803302" y="0"/>
                </a:lnTo>
                <a:lnTo>
                  <a:pt x="1784318" y="0"/>
                </a:lnTo>
                <a:lnTo>
                  <a:pt x="1765335" y="0"/>
                </a:lnTo>
                <a:lnTo>
                  <a:pt x="1746352" y="0"/>
                </a:lnTo>
                <a:lnTo>
                  <a:pt x="1727368" y="0"/>
                </a:lnTo>
                <a:lnTo>
                  <a:pt x="1708385" y="0"/>
                </a:lnTo>
                <a:lnTo>
                  <a:pt x="1689402" y="0"/>
                </a:lnTo>
                <a:lnTo>
                  <a:pt x="1670418" y="0"/>
                </a:lnTo>
                <a:lnTo>
                  <a:pt x="1651435" y="0"/>
                </a:lnTo>
                <a:lnTo>
                  <a:pt x="1632452" y="0"/>
                </a:lnTo>
                <a:lnTo>
                  <a:pt x="1613468" y="0"/>
                </a:lnTo>
                <a:lnTo>
                  <a:pt x="1594485" y="0"/>
                </a:lnTo>
                <a:lnTo>
                  <a:pt x="1575502" y="0"/>
                </a:lnTo>
                <a:lnTo>
                  <a:pt x="1556518" y="0"/>
                </a:lnTo>
                <a:lnTo>
                  <a:pt x="1537535" y="0"/>
                </a:lnTo>
                <a:lnTo>
                  <a:pt x="1518552" y="0"/>
                </a:lnTo>
                <a:lnTo>
                  <a:pt x="1499568" y="0"/>
                </a:lnTo>
                <a:lnTo>
                  <a:pt x="1480585" y="0"/>
                </a:lnTo>
                <a:lnTo>
                  <a:pt x="1461602" y="0"/>
                </a:lnTo>
                <a:lnTo>
                  <a:pt x="1442618" y="0"/>
                </a:lnTo>
                <a:lnTo>
                  <a:pt x="1423635" y="0"/>
                </a:lnTo>
                <a:lnTo>
                  <a:pt x="1404652" y="0"/>
                </a:lnTo>
                <a:lnTo>
                  <a:pt x="1385668" y="0"/>
                </a:lnTo>
                <a:lnTo>
                  <a:pt x="1366685" y="0"/>
                </a:lnTo>
                <a:lnTo>
                  <a:pt x="1347702" y="0"/>
                </a:lnTo>
                <a:lnTo>
                  <a:pt x="1328718" y="0"/>
                </a:lnTo>
                <a:lnTo>
                  <a:pt x="1309735" y="0"/>
                </a:lnTo>
                <a:lnTo>
                  <a:pt x="1290761" y="0"/>
                </a:lnTo>
                <a:lnTo>
                  <a:pt x="1271778" y="0"/>
                </a:lnTo>
                <a:lnTo>
                  <a:pt x="1252795" y="0"/>
                </a:lnTo>
                <a:lnTo>
                  <a:pt x="1233811" y="0"/>
                </a:lnTo>
                <a:lnTo>
                  <a:pt x="1214828" y="0"/>
                </a:lnTo>
                <a:lnTo>
                  <a:pt x="1195845" y="0"/>
                </a:lnTo>
                <a:lnTo>
                  <a:pt x="1176861" y="0"/>
                </a:lnTo>
                <a:lnTo>
                  <a:pt x="1157878" y="0"/>
                </a:lnTo>
                <a:lnTo>
                  <a:pt x="1138895" y="0"/>
                </a:lnTo>
                <a:lnTo>
                  <a:pt x="1119911" y="0"/>
                </a:lnTo>
                <a:lnTo>
                  <a:pt x="1100928" y="0"/>
                </a:lnTo>
                <a:lnTo>
                  <a:pt x="1081945" y="0"/>
                </a:lnTo>
                <a:lnTo>
                  <a:pt x="1062961" y="0"/>
                </a:lnTo>
                <a:lnTo>
                  <a:pt x="1043978" y="0"/>
                </a:lnTo>
                <a:lnTo>
                  <a:pt x="1024995" y="0"/>
                </a:lnTo>
                <a:lnTo>
                  <a:pt x="1006011" y="0"/>
                </a:lnTo>
                <a:lnTo>
                  <a:pt x="987028" y="0"/>
                </a:lnTo>
                <a:lnTo>
                  <a:pt x="968045" y="0"/>
                </a:lnTo>
                <a:lnTo>
                  <a:pt x="949061" y="0"/>
                </a:lnTo>
                <a:lnTo>
                  <a:pt x="930078" y="0"/>
                </a:lnTo>
                <a:lnTo>
                  <a:pt x="911095" y="0"/>
                </a:lnTo>
                <a:lnTo>
                  <a:pt x="892112" y="0"/>
                </a:lnTo>
                <a:lnTo>
                  <a:pt x="873128" y="0"/>
                </a:lnTo>
                <a:lnTo>
                  <a:pt x="854145" y="0"/>
                </a:lnTo>
                <a:lnTo>
                  <a:pt x="835162" y="0"/>
                </a:lnTo>
                <a:lnTo>
                  <a:pt x="816178" y="0"/>
                </a:lnTo>
                <a:lnTo>
                  <a:pt x="797195" y="0"/>
                </a:lnTo>
                <a:lnTo>
                  <a:pt x="778212" y="0"/>
                </a:lnTo>
                <a:lnTo>
                  <a:pt x="759228" y="0"/>
                </a:lnTo>
                <a:lnTo>
                  <a:pt x="740245" y="0"/>
                </a:lnTo>
                <a:lnTo>
                  <a:pt x="721262" y="0"/>
                </a:lnTo>
                <a:lnTo>
                  <a:pt x="702278" y="0"/>
                </a:lnTo>
                <a:lnTo>
                  <a:pt x="683295" y="0"/>
                </a:lnTo>
                <a:lnTo>
                  <a:pt x="664312" y="0"/>
                </a:lnTo>
                <a:lnTo>
                  <a:pt x="645328" y="0"/>
                </a:lnTo>
                <a:lnTo>
                  <a:pt x="626345" y="0"/>
                </a:lnTo>
                <a:lnTo>
                  <a:pt x="607362" y="0"/>
                </a:lnTo>
                <a:lnTo>
                  <a:pt x="588378" y="0"/>
                </a:lnTo>
                <a:lnTo>
                  <a:pt x="569395" y="0"/>
                </a:lnTo>
                <a:lnTo>
                  <a:pt x="550412" y="0"/>
                </a:lnTo>
                <a:lnTo>
                  <a:pt x="531428" y="0"/>
                </a:lnTo>
                <a:lnTo>
                  <a:pt x="512445" y="0"/>
                </a:lnTo>
                <a:lnTo>
                  <a:pt x="493462" y="0"/>
                </a:lnTo>
                <a:lnTo>
                  <a:pt x="474488" y="0"/>
                </a:lnTo>
                <a:lnTo>
                  <a:pt x="455505" y="0"/>
                </a:lnTo>
                <a:lnTo>
                  <a:pt x="436521" y="0"/>
                </a:lnTo>
                <a:lnTo>
                  <a:pt x="417538" y="0"/>
                </a:lnTo>
                <a:lnTo>
                  <a:pt x="398555" y="0"/>
                </a:lnTo>
                <a:lnTo>
                  <a:pt x="379571" y="0"/>
                </a:lnTo>
                <a:lnTo>
                  <a:pt x="360588" y="0"/>
                </a:lnTo>
                <a:lnTo>
                  <a:pt x="341605" y="0"/>
                </a:lnTo>
                <a:lnTo>
                  <a:pt x="322621" y="0"/>
                </a:lnTo>
                <a:lnTo>
                  <a:pt x="303638" y="0"/>
                </a:lnTo>
                <a:lnTo>
                  <a:pt x="284655" y="0"/>
                </a:lnTo>
                <a:lnTo>
                  <a:pt x="265671" y="0"/>
                </a:lnTo>
                <a:lnTo>
                  <a:pt x="246755" y="362"/>
                </a:lnTo>
                <a:lnTo>
                  <a:pt x="229133" y="7410"/>
                </a:lnTo>
                <a:lnTo>
                  <a:pt x="211503" y="14459"/>
                </a:lnTo>
                <a:lnTo>
                  <a:pt x="193881" y="21507"/>
                </a:lnTo>
                <a:lnTo>
                  <a:pt x="176251" y="28556"/>
                </a:lnTo>
                <a:lnTo>
                  <a:pt x="158629" y="35604"/>
                </a:lnTo>
                <a:lnTo>
                  <a:pt x="140999" y="42662"/>
                </a:lnTo>
                <a:lnTo>
                  <a:pt x="123377" y="49711"/>
                </a:lnTo>
                <a:lnTo>
                  <a:pt x="105756" y="56759"/>
                </a:lnTo>
                <a:lnTo>
                  <a:pt x="88125" y="63808"/>
                </a:lnTo>
                <a:lnTo>
                  <a:pt x="70504" y="70856"/>
                </a:lnTo>
                <a:lnTo>
                  <a:pt x="52873" y="77905"/>
                </a:lnTo>
                <a:lnTo>
                  <a:pt x="35252" y="84963"/>
                </a:lnTo>
                <a:lnTo>
                  <a:pt x="17621" y="92012"/>
                </a:lnTo>
                <a:lnTo>
                  <a:pt x="0" y="99060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AE512EDD-01C3-4B42-A4F4-FD689248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3015" y="4060508"/>
            <a:ext cx="2025968" cy="99060"/>
          </a:xfrm>
          <a:custGeom xmlns:a="http://schemas.openxmlformats.org/drawingml/2006/main">
            <a:pathLst>
              <a:path w="2025968" h="99060">
                <a:moveTo>
                  <a:pt x="0" y="99060"/>
                </a:moveTo>
                <a:lnTo>
                  <a:pt x="18907" y="99060"/>
                </a:lnTo>
                <a:lnTo>
                  <a:pt x="37805" y="99060"/>
                </a:lnTo>
                <a:lnTo>
                  <a:pt x="56712" y="99060"/>
                </a:lnTo>
                <a:lnTo>
                  <a:pt x="75619" y="99060"/>
                </a:lnTo>
                <a:lnTo>
                  <a:pt x="94517" y="99060"/>
                </a:lnTo>
                <a:lnTo>
                  <a:pt x="113424" y="99060"/>
                </a:lnTo>
                <a:lnTo>
                  <a:pt x="132331" y="99060"/>
                </a:lnTo>
                <a:lnTo>
                  <a:pt x="151228" y="99060"/>
                </a:lnTo>
                <a:lnTo>
                  <a:pt x="170136" y="99060"/>
                </a:lnTo>
                <a:lnTo>
                  <a:pt x="189033" y="99060"/>
                </a:lnTo>
                <a:lnTo>
                  <a:pt x="207940" y="99060"/>
                </a:lnTo>
                <a:lnTo>
                  <a:pt x="226847" y="99060"/>
                </a:lnTo>
                <a:lnTo>
                  <a:pt x="245745" y="99060"/>
                </a:lnTo>
                <a:lnTo>
                  <a:pt x="264652" y="99060"/>
                </a:lnTo>
                <a:lnTo>
                  <a:pt x="283559" y="99060"/>
                </a:lnTo>
                <a:lnTo>
                  <a:pt x="302457" y="99060"/>
                </a:lnTo>
                <a:lnTo>
                  <a:pt x="321364" y="99060"/>
                </a:lnTo>
                <a:lnTo>
                  <a:pt x="340271" y="99060"/>
                </a:lnTo>
                <a:lnTo>
                  <a:pt x="359169" y="99060"/>
                </a:lnTo>
                <a:lnTo>
                  <a:pt x="378076" y="99060"/>
                </a:lnTo>
                <a:lnTo>
                  <a:pt x="396983" y="99060"/>
                </a:lnTo>
                <a:lnTo>
                  <a:pt x="415881" y="99060"/>
                </a:lnTo>
                <a:lnTo>
                  <a:pt x="434788" y="99060"/>
                </a:lnTo>
                <a:lnTo>
                  <a:pt x="453695" y="99060"/>
                </a:lnTo>
                <a:lnTo>
                  <a:pt x="472592" y="99060"/>
                </a:lnTo>
                <a:lnTo>
                  <a:pt x="491500" y="99060"/>
                </a:lnTo>
                <a:lnTo>
                  <a:pt x="510397" y="99060"/>
                </a:lnTo>
                <a:lnTo>
                  <a:pt x="529304" y="99060"/>
                </a:lnTo>
                <a:lnTo>
                  <a:pt x="548211" y="99060"/>
                </a:lnTo>
                <a:lnTo>
                  <a:pt x="567109" y="99060"/>
                </a:lnTo>
                <a:lnTo>
                  <a:pt x="586016" y="99060"/>
                </a:lnTo>
                <a:lnTo>
                  <a:pt x="604923" y="99060"/>
                </a:lnTo>
                <a:lnTo>
                  <a:pt x="623821" y="99060"/>
                </a:lnTo>
                <a:lnTo>
                  <a:pt x="642728" y="99060"/>
                </a:lnTo>
                <a:lnTo>
                  <a:pt x="661635" y="99060"/>
                </a:lnTo>
                <a:lnTo>
                  <a:pt x="680533" y="99060"/>
                </a:lnTo>
                <a:lnTo>
                  <a:pt x="699440" y="99060"/>
                </a:lnTo>
                <a:lnTo>
                  <a:pt x="718347" y="99060"/>
                </a:lnTo>
                <a:lnTo>
                  <a:pt x="737245" y="99060"/>
                </a:lnTo>
                <a:lnTo>
                  <a:pt x="756152" y="99060"/>
                </a:lnTo>
                <a:lnTo>
                  <a:pt x="775049" y="99060"/>
                </a:lnTo>
                <a:lnTo>
                  <a:pt x="793956" y="99060"/>
                </a:lnTo>
                <a:lnTo>
                  <a:pt x="812864" y="99060"/>
                </a:lnTo>
                <a:lnTo>
                  <a:pt x="831761" y="99060"/>
                </a:lnTo>
                <a:lnTo>
                  <a:pt x="850668" y="99060"/>
                </a:lnTo>
                <a:lnTo>
                  <a:pt x="869575" y="99060"/>
                </a:lnTo>
                <a:lnTo>
                  <a:pt x="888473" y="99060"/>
                </a:lnTo>
                <a:lnTo>
                  <a:pt x="907380" y="99060"/>
                </a:lnTo>
                <a:lnTo>
                  <a:pt x="926287" y="99060"/>
                </a:lnTo>
                <a:lnTo>
                  <a:pt x="945185" y="99060"/>
                </a:lnTo>
                <a:lnTo>
                  <a:pt x="964092" y="99060"/>
                </a:lnTo>
                <a:lnTo>
                  <a:pt x="982999" y="99060"/>
                </a:lnTo>
                <a:lnTo>
                  <a:pt x="1001897" y="99060"/>
                </a:lnTo>
                <a:lnTo>
                  <a:pt x="1020804" y="99060"/>
                </a:lnTo>
                <a:lnTo>
                  <a:pt x="1039701" y="99060"/>
                </a:lnTo>
                <a:lnTo>
                  <a:pt x="1058609" y="99060"/>
                </a:lnTo>
                <a:lnTo>
                  <a:pt x="1077516" y="99060"/>
                </a:lnTo>
                <a:lnTo>
                  <a:pt x="1096413" y="99060"/>
                </a:lnTo>
                <a:lnTo>
                  <a:pt x="1115320" y="99060"/>
                </a:lnTo>
                <a:lnTo>
                  <a:pt x="1134227" y="99060"/>
                </a:lnTo>
                <a:lnTo>
                  <a:pt x="1153125" y="99060"/>
                </a:lnTo>
                <a:lnTo>
                  <a:pt x="1172032" y="99060"/>
                </a:lnTo>
                <a:lnTo>
                  <a:pt x="1190939" y="99060"/>
                </a:lnTo>
                <a:lnTo>
                  <a:pt x="1209837" y="99060"/>
                </a:lnTo>
                <a:lnTo>
                  <a:pt x="1228744" y="99060"/>
                </a:lnTo>
                <a:lnTo>
                  <a:pt x="1247651" y="99060"/>
                </a:lnTo>
                <a:lnTo>
                  <a:pt x="1266549" y="99060"/>
                </a:lnTo>
                <a:lnTo>
                  <a:pt x="1285456" y="99060"/>
                </a:lnTo>
                <a:lnTo>
                  <a:pt x="1304363" y="99060"/>
                </a:lnTo>
                <a:lnTo>
                  <a:pt x="1323261" y="99060"/>
                </a:lnTo>
                <a:lnTo>
                  <a:pt x="1342168" y="99060"/>
                </a:lnTo>
                <a:lnTo>
                  <a:pt x="1361065" y="99060"/>
                </a:lnTo>
                <a:lnTo>
                  <a:pt x="1379972" y="99060"/>
                </a:lnTo>
                <a:lnTo>
                  <a:pt x="1398880" y="99060"/>
                </a:lnTo>
                <a:lnTo>
                  <a:pt x="1417777" y="99060"/>
                </a:lnTo>
                <a:lnTo>
                  <a:pt x="1436684" y="99060"/>
                </a:lnTo>
                <a:lnTo>
                  <a:pt x="1455591" y="99060"/>
                </a:lnTo>
                <a:lnTo>
                  <a:pt x="1474489" y="99060"/>
                </a:lnTo>
                <a:lnTo>
                  <a:pt x="1493396" y="99060"/>
                </a:lnTo>
                <a:lnTo>
                  <a:pt x="1512303" y="99060"/>
                </a:lnTo>
                <a:lnTo>
                  <a:pt x="1531201" y="99060"/>
                </a:lnTo>
                <a:lnTo>
                  <a:pt x="1550108" y="99060"/>
                </a:lnTo>
                <a:lnTo>
                  <a:pt x="1569015" y="99060"/>
                </a:lnTo>
                <a:lnTo>
                  <a:pt x="1587913" y="99060"/>
                </a:lnTo>
                <a:lnTo>
                  <a:pt x="1606820" y="99060"/>
                </a:lnTo>
                <a:lnTo>
                  <a:pt x="1625717" y="99060"/>
                </a:lnTo>
                <a:lnTo>
                  <a:pt x="1644625" y="99060"/>
                </a:lnTo>
                <a:lnTo>
                  <a:pt x="1663532" y="99060"/>
                </a:lnTo>
                <a:lnTo>
                  <a:pt x="1682429" y="99060"/>
                </a:lnTo>
                <a:lnTo>
                  <a:pt x="1701336" y="99060"/>
                </a:lnTo>
                <a:lnTo>
                  <a:pt x="1720244" y="99060"/>
                </a:lnTo>
                <a:lnTo>
                  <a:pt x="1739141" y="99060"/>
                </a:lnTo>
                <a:lnTo>
                  <a:pt x="1758048" y="99060"/>
                </a:lnTo>
                <a:lnTo>
                  <a:pt x="1776955" y="99060"/>
                </a:lnTo>
                <a:lnTo>
                  <a:pt x="1795853" y="99060"/>
                </a:lnTo>
                <a:lnTo>
                  <a:pt x="1814760" y="99060"/>
                </a:lnTo>
                <a:lnTo>
                  <a:pt x="1833667" y="99060"/>
                </a:lnTo>
                <a:lnTo>
                  <a:pt x="1852565" y="99060"/>
                </a:lnTo>
                <a:lnTo>
                  <a:pt x="1871472" y="99060"/>
                </a:lnTo>
                <a:lnTo>
                  <a:pt x="1890379" y="99060"/>
                </a:lnTo>
                <a:lnTo>
                  <a:pt x="1907524" y="94031"/>
                </a:lnTo>
                <a:lnTo>
                  <a:pt x="1922326" y="82277"/>
                </a:lnTo>
                <a:lnTo>
                  <a:pt x="1937137" y="70523"/>
                </a:lnTo>
                <a:lnTo>
                  <a:pt x="1951939" y="58769"/>
                </a:lnTo>
                <a:lnTo>
                  <a:pt x="1966751" y="47015"/>
                </a:lnTo>
                <a:lnTo>
                  <a:pt x="1981552" y="35262"/>
                </a:lnTo>
                <a:lnTo>
                  <a:pt x="1996354" y="23508"/>
                </a:lnTo>
                <a:lnTo>
                  <a:pt x="2011166" y="11754"/>
                </a:lnTo>
                <a:lnTo>
                  <a:pt x="2025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BEB60E4D-BCA2-4D54-8466-DD66B189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5903" y="4060508"/>
            <a:ext cx="1783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73510012-7B2B-4EE7-9B23-A0DCE768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363" y="4108399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recordable-text-body">
            <a:extLst xmlns:a="http://schemas.openxmlformats.org/drawingml/2006/main">
              <a:ext uri="{FF2B5EF4-FFF2-40B4-BE49-F238E27FC236}">
                <a16:creationId xmlns:a16="http://schemas.microsoft.com/office/drawing/2014/main" id="{A77E61E0-8345-44FC-AA7F-6A3C274A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363" y="4367813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每次任务留下最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小台账</a:t>
            </a:r>
          </a:p>
        </p:txBody>
      </p:sp>
      <p:sp>
        <p:nvSpPr>
          <p:cNvPr id="32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B71E6A54-4ADC-410F-A5FE-233E03B3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4416" y="484896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3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199F1AFC-1ADA-4CFC-BD1C-AAAF1AD9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1766" y="3658791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4" name="traceable-text-body">
            <a:extLst xmlns:a="http://schemas.openxmlformats.org/drawingml/2006/main">
              <a:ext uri="{FF2B5EF4-FFF2-40B4-BE49-F238E27FC236}">
                <a16:creationId xmlns:a16="http://schemas.microsoft.com/office/drawing/2014/main" id="{0DCB5C3D-4E84-41A8-9305-7E5A3BE8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1766" y="3918194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记录关联来源、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35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F3CEE390-0964-4F16-AD37-056A3194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4809" y="4399512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D83EBDAD-48CC-4D61-BCF4-AA119731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2311" y="3209334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7" name="reusable-text-body">
            <a:extLst xmlns:a="http://schemas.openxmlformats.org/drawingml/2006/main">
              <a:ext uri="{FF2B5EF4-FFF2-40B4-BE49-F238E27FC236}">
                <a16:creationId xmlns:a16="http://schemas.microsoft.com/office/drawing/2014/main" id="{85D0C150-A3EC-41C1-B48F-50D047E7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2311" y="3468738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他人能够依据记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录重做关键过程</a:t>
            </a:r>
          </a:p>
        </p:txBody>
      </p:sp>
      <p:sp>
        <p:nvSpPr>
          <p:cNvPr id="38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8E27DA1A-5E45-4D32-B218-C216B813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5211" y="395004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AE9F87-AE50-4241-AA0D-640D383F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1AD143-77DB-4B6A-8211-5EE454FE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3362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判﻿断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7B29BB-050F-4471-93BF-95962C31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3623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可复用建﻿立在前两层基﻿础上﻿，﻿不﻿是三个互﻿斥方﻿案。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1A818A-486E-4B75-978C-E86CE79D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3362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A98BDE-A8BF-48E2-8CAE-9ED9D3F5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3E6633-C198-4F3E-97CD-661ECCA6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24200"/>
            <a:ext cx="3362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首轮目﻿标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6F985B-CE3C-4E3A-B1D6-F27AC99C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86150"/>
            <a:ext cx="3362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仅将“可记﻿录”作﻿为首轮目﻿标﻿；﻿没﻿有完﻿成度调﻿查﻿，﻿不﻿能暗﻿示已达﻿到某﻿一级。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5C10DB-CC95-44A1-8969-B7F5DBB0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14850"/>
            <a:ext cx="3362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6C7FFB-7700-4318-A208-72D27716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4345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0F7DA4-82F7-41D4-9ACD-9637C0CF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43450"/>
            <a:ext cx="3362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验﻿收与边﻿界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5FB1C9-749C-4FBE-A18E-7BD2425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05400"/>
            <a:ext cx="3362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研﻿究人﻿员提﻿交记﻿录﻿；﻿管﻿理员抽﻿查关﻿联是﻿否齐﻿全﻿；﻿平﻿台负﻿责人处﻿理跨实﻿验室责﻿任争﻿议﻿。﻿三﻿者是分﻿工﻿，﻿不﻿是三级审﻿批。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复用能﻿力需﻿要实﻿际重﻿做验﻿证﻿，﻿仅有文﻿件齐﻿全不﻿能判﻿定可复用。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2026-09-08T06:44:09.2740000Z</dcterms:created>
  <dcterms:modified xsi:type="dcterms:W3CDTF">2026-09-08T06:44:09.2740000Z</dcterms:modified>
</coreProperties>
</file>