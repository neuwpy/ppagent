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01cbc6e797475e" /><Relationship Type="http://schemas.openxmlformats.org/officeDocument/2006/relationships/extended-properties" Target="/docProps/app.xml" Id="R6036672cdef64470" /><Relationship Type="http://schemas.openxmlformats.org/officeDocument/2006/relationships/officeDocument" Target="/ppt/presentation.xml" Id="Rf4555f728c3347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31e43d19084562"/>
    <p:sldMasterId xmlns:r="http://schemas.openxmlformats.org/officeDocument/2006/relationships" id="2147483660" r:id="Rfe76582ed2004695"/>
    <p:sldMasterId xmlns:r="http://schemas.openxmlformats.org/officeDocument/2006/relationships" id="2147483663" r:id="R93c81c9763dd4812"/>
  </p:sldMasterIdLst>
  <p:notesMasterIdLst>
    <p:notesMasterId xmlns:r="http://schemas.openxmlformats.org/officeDocument/2006/relationships" r:id="R389807c86b394001"/>
  </p:notesMasterIdLst>
  <p:sldIdLst>
    <p:sldId xmlns:r="http://schemas.openxmlformats.org/officeDocument/2006/relationships" id="256" r:id="Re26bc2807a31485a"/>
    <p:sldId xmlns:r="http://schemas.openxmlformats.org/officeDocument/2006/relationships" id="257" r:id="R0ee3739a691548bb"/>
    <p:sldId xmlns:r="http://schemas.openxmlformats.org/officeDocument/2006/relationships" id="258" r:id="R56ce61fa0e0540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d047ff32c4c5d" /><Relationship Type="http://schemas.openxmlformats.org/officeDocument/2006/relationships/slideMaster" Target="/ppt/slideMasters/slideMaster1.xml" Id="R0e31e43d19084562" /><Relationship Type="http://schemas.openxmlformats.org/officeDocument/2006/relationships/slideMaster" Target="/ppt/slideMasters/slideMaster2.xml" Id="Rfe76582ed2004695" /><Relationship Type="http://schemas.openxmlformats.org/officeDocument/2006/relationships/slideMaster" Target="/ppt/slideMasters/slideMaster3.xml" Id="R93c81c9763dd4812" /><Relationship Type="http://schemas.openxmlformats.org/officeDocument/2006/relationships/notesMaster" Target="/ppt/notesMasters/notesMaster1.xml" Id="R389807c86b394001" /><Relationship Type="http://schemas.openxmlformats.org/officeDocument/2006/relationships/presProps" Target="/ppt/presProps.xml" Id="Rb4d982dcf51d458a" /><Relationship Type="http://schemas.openxmlformats.org/officeDocument/2006/relationships/viewProps" Target="/ppt/viewProps.xml" Id="R1468fdbceae3482b" /><Relationship Type="http://schemas.openxmlformats.org/officeDocument/2006/relationships/tableStyles" Target="/ppt/tableStyles.xml" Id="Re7b24a671f2040cf" /><Relationship Type="http://schemas.openxmlformats.org/officeDocument/2006/relationships/slide" Target="/ppt/slides/slide1.xml" Id="Re26bc2807a31485a" /><Relationship Type="http://schemas.openxmlformats.org/officeDocument/2006/relationships/slide" Target="/ppt/slides/slide2.xml" Id="R0ee3739a691548bb" /><Relationship Type="http://schemas.openxmlformats.org/officeDocument/2006/relationships/slide" Target="/ppt/slides/slide3.xml" Id="R56ce61fa0e0540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19a4040f30249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8e9181ce0d4acc" /><Relationship Type="http://schemas.openxmlformats.org/officeDocument/2006/relationships/notesMaster" Target="/ppt/notesMasters/notesMaster1.xml" Id="R8666f827f68b43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23528446394d73" /><Relationship Type="http://schemas.openxmlformats.org/officeDocument/2006/relationships/notesMaster" Target="/ppt/notesMasters/notesMaster1.xml" Id="R3e98aff9e8a440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05af50070b450c" /><Relationship Type="http://schemas.openxmlformats.org/officeDocument/2006/relationships/notesMaster" Target="/ppt/notesMasters/notesMaster1.xml" Id="Rca0976fa32fb47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结构调用：本页按稿件关系自主原生编排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结构调用：本页按稿件关系自主原生编排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结构调用：success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6c7d98b4b43ce" /><Relationship Type="http://schemas.openxmlformats.org/officeDocument/2006/relationships/image" Target="/ppt/media/image.jpeg" Id="R61f02e88f3884718" /><Relationship Type="http://schemas.openxmlformats.org/officeDocument/2006/relationships/image" Target="/ppt/media/image.png" Id="Rbf501c0af1e24640" /><Relationship Type="http://schemas.openxmlformats.org/officeDocument/2006/relationships/image" Target="/ppt/media/image2.png" Id="Re7be235d66bb43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2138c616645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1da0ae78c4124" /><Relationship Type="http://schemas.openxmlformats.org/officeDocument/2006/relationships/image" Target="/ppt/media/image3.png" Id="Rd90d186681444c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b7c550bd448e3" /><Relationship Type="http://schemas.openxmlformats.org/officeDocument/2006/relationships/image" Target="/ppt/media/image4.png" Id="R91c1af31ce734d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c3fa0bf494b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1c0ed3c7d4f6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0754589f04f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c9162c31e479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7f4ab31bb47c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ad33ff2164c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cca6446fe4b6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4fd622525c41f7" /><Relationship Type="http://schemas.openxmlformats.org/officeDocument/2006/relationships/image" Target="/ppt/media/image5.png" Id="Rcd67e562ac0c4b3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c096e2318d483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77e9e766788498a" /><Relationship Type="http://schemas.openxmlformats.org/officeDocument/2006/relationships/image" Target="/ppt/media/image5.png" Id="R28cc9aaefb3c410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7acbfdad5d34bb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02e88f388471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01c0af1e2464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e235d66bb4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d186681444c7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1af31ce734d8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7e562ac0c4b3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c9aaefb3c410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3f1653d7404cad" /><Relationship Type="http://schemas.openxmlformats.org/officeDocument/2006/relationships/slideLayout" Target="/ppt/slideLayouts/slideLayout1.xml" Id="R6c0cd7ec0d2c4cea" /><Relationship Type="http://schemas.openxmlformats.org/officeDocument/2006/relationships/slideLayout" Target="/ppt/slideLayouts/slideLayout2.xml" Id="R26747ebc4b1a40ad" /><Relationship Type="http://schemas.openxmlformats.org/officeDocument/2006/relationships/slideLayout" Target="/ppt/slideLayouts/slideLayout3.xml" Id="R1d5f1f042b0443ab" /><Relationship Type="http://schemas.openxmlformats.org/officeDocument/2006/relationships/slideLayout" Target="/ppt/slideLayouts/slideLayout4.xml" Id="Rfc7f158de8264832" /><Relationship Type="http://schemas.openxmlformats.org/officeDocument/2006/relationships/slideLayout" Target="/ppt/slideLayouts/slideLayout5.xml" Id="R765536953a834d3b" /><Relationship Type="http://schemas.openxmlformats.org/officeDocument/2006/relationships/slideLayout" Target="/ppt/slideLayouts/slideLayout6.xml" Id="Rfb5ec6497c444836" /><Relationship Type="http://schemas.openxmlformats.org/officeDocument/2006/relationships/slideLayout" Target="/ppt/slideLayouts/slideLayout7.xml" Id="R6f74e78f989a4dd2" /><Relationship Type="http://schemas.openxmlformats.org/officeDocument/2006/relationships/slideLayout" Target="/ppt/slideLayouts/slideLayout8.xml" Id="R176b2cb52cf04215" /><Relationship Type="http://schemas.openxmlformats.org/officeDocument/2006/relationships/slideLayout" Target="/ppt/slideLayouts/slideLayout9.xml" Id="Rae9ca0821a9a46f4" /><Relationship Type="http://schemas.openxmlformats.org/officeDocument/2006/relationships/slideLayout" Target="/ppt/slideLayouts/slideLayout10.xml" Id="Rbec02f4f344440ac" /><Relationship Type="http://schemas.openxmlformats.org/officeDocument/2006/relationships/slideLayout" Target="/ppt/slideLayouts/slideLayout11.xml" Id="R63e79a1e0b2f48b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3fd6ffe1c854e26" /><Relationship Type="http://schemas.openxmlformats.org/officeDocument/2006/relationships/slideLayout" Target="/ppt/slideLayouts/slideLayout12.xml" Id="R690bfea9b4634de4" /><Relationship Type="http://schemas.openxmlformats.org/officeDocument/2006/relationships/slideLayout" Target="/ppt/slideLayouts/slideLayout13.xml" Id="R241a6c5173ac4ee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adf7cd1b4284517" /><Relationship Type="http://schemas.openxmlformats.org/officeDocument/2006/relationships/slideLayout" Target="/ppt/slideLayouts/slideLayout14.xml" Id="Rc3d7565ea2d14913" /><Relationship Type="http://schemas.openxmlformats.org/officeDocument/2006/relationships/slideLayout" Target="/ppt/slideLayouts/slideLayout15.xml" Id="R12d1360830ec43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0cd7ec0d2c4cea"/>
    <p:sldLayoutId xmlns:r="http://schemas.openxmlformats.org/officeDocument/2006/relationships" id="2147483650" r:id="R26747ebc4b1a40ad"/>
    <p:sldLayoutId xmlns:r="http://schemas.openxmlformats.org/officeDocument/2006/relationships" id="2147483651" r:id="R1d5f1f042b0443ab"/>
    <p:sldLayoutId xmlns:r="http://schemas.openxmlformats.org/officeDocument/2006/relationships" id="2147483652" r:id="Rfc7f158de8264832"/>
    <p:sldLayoutId xmlns:r="http://schemas.openxmlformats.org/officeDocument/2006/relationships" id="2147483653" r:id="R765536953a834d3b"/>
    <p:sldLayoutId xmlns:r="http://schemas.openxmlformats.org/officeDocument/2006/relationships" id="2147483654" r:id="Rfb5ec6497c444836"/>
    <p:sldLayoutId xmlns:r="http://schemas.openxmlformats.org/officeDocument/2006/relationships" id="2147483655" r:id="R6f74e78f989a4dd2"/>
    <p:sldLayoutId xmlns:r="http://schemas.openxmlformats.org/officeDocument/2006/relationships" id="2147483656" r:id="R176b2cb52cf04215"/>
    <p:sldLayoutId xmlns:r="http://schemas.openxmlformats.org/officeDocument/2006/relationships" id="2147483657" r:id="Rae9ca0821a9a46f4"/>
    <p:sldLayoutId xmlns:r="http://schemas.openxmlformats.org/officeDocument/2006/relationships" id="2147483658" r:id="Rbec02f4f344440ac"/>
    <p:sldLayoutId xmlns:r="http://schemas.openxmlformats.org/officeDocument/2006/relationships" id="2147483659" r:id="R63e79a1e0b2f48b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90bfea9b4634de4"/>
    <p:sldLayoutId xmlns:r="http://schemas.openxmlformats.org/officeDocument/2006/relationships" id="2147483662" r:id="R241a6c5173ac4ee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3d7565ea2d14913"/>
    <p:sldLayoutId xmlns:r="http://schemas.openxmlformats.org/officeDocument/2006/relationships" id="2147483665" r:id="R12d1360830ec430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a5b3f03fa24bbd" /><Relationship Type="http://schemas.openxmlformats.org/officeDocument/2006/relationships/notesSlide" Target="/ppt/notesSlides/notesSlide1.xml" Id="Rbfde10540e444c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bdde8365684281" /><Relationship Type="http://schemas.openxmlformats.org/officeDocument/2006/relationships/notesSlide" Target="/ppt/notesSlides/notesSlide2.xml" Id="R8e26f531328a43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af570c647b469e" /><Relationship Type="http://schemas.openxmlformats.org/officeDocument/2006/relationships/notesSlide" Target="/ppt/notesSlides/notesSlide3.xml" Id="R66008cb9406b4f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先筛出可追溯项目，再小步扩大开放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准入与推进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26DD5-A4AA-4067-A30B-82517386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准入核对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B5A3A-42B0-48FD-B023-37FBDA74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三类申请来源共享同一进入标准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15C98-9C43-4392-BF9A-04238713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158115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14288">
            <a:solidFill>
              <a:srgbClr val="4C88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课题自荐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2B877-A1D8-4226-BE84-098323C8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28900"/>
            <a:ext cx="158115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14288">
            <a:solidFill>
              <a:srgbClr val="4C88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平台推荐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8D9C4-514C-4987-98F6-E0D2FFF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28900"/>
            <a:ext cx="158115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C"/>
          </a:solidFill>
          <a:ln xmlns:a="http://schemas.openxmlformats.org/drawingml/2006/main" w="14288">
            <a:solidFill>
              <a:srgbClr val="4C88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合作项目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135CF-4897-4A6E-99C4-F6CCEAF1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6220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4288">
            <a:solidFill>
              <a:srgbClr val="2F5E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0FD31-E5FB-4DF8-9A0B-205A14A4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765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进入标准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823D0-2551-4CA4-9902-09504A58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575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资格：设备使用条件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5D496-B532-4580-8FE9-A7A9BEE9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00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责任：明确负责人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37EE4-E4AB-41E0-BC48-BE3370AC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433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记录：来源、参数、输出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3DA277-3D19-4D82-BA1B-E72522F5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6475" y="2914650"/>
            <a:ext cx="405765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FC6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33068E-3D09-4D07-A943-2568C1F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62425" y="2914650"/>
            <a:ext cx="217170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FC6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26295-7B73-4187-A86B-3FFCC46E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48375" y="2914650"/>
            <a:ext cx="28575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FC6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46DA1-7280-43A8-BBA1-0B05D39D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5353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88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42B610-751E-4DF8-9F56-93BDFB2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814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任一项缺失，先暂缓进入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15BF4-94A1-48FE-B1E5-254724A1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95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进入后的证据递进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8AE31C-5A52-4C44-BCF5-8E5EDD4D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38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筛选解决谁能进入，阶梯解决如何推进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13BC5E-BDD0-4E21-B635-2877CD7B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14600"/>
            <a:ext cx="2781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876024-C856-4E6B-8AC4-69731A69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908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AB3362-AA28-4F69-9FCC-A00F324E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00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先留台账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C1C1C3-F871-4596-A29C-9D50FD86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77475" y="3105150"/>
            <a:ext cx="1143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D9BFD0-1943-4FDB-975A-1A145525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14700"/>
            <a:ext cx="2552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DF9FA4-E9CC-4014-8653-EDE66A0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3909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1DD8F4-E957-4229-B50D-EBEC5F2C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4004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关联来源、参数与输出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6AE0CE-7BB1-411C-961C-577012FE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77475" y="3905250"/>
            <a:ext cx="1143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369A00-FA02-41C7-985C-0CD2BCAF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14800"/>
            <a:ext cx="2324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11430">
            <a:solidFill>
              <a:srgbClr val="2F5EA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E90449-C827-40DE-828E-FB1D0F6F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910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D540AD-D7DD-42BC-8980-04434F74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2005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复核后沉淀复用方法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3FEA76-566E-4673-8F31-D8D2D383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43550"/>
            <a:ext cx="11144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0B3A71-2317-4018-A9DE-D035694D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4832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只有前一阶段的证据具备，才进入下一阶段；通过筛选不等于立即全面开放。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完整记录与分级处置共同防止异常失去责任归属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94538-BC21-42D2-BF14-E3861B4A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四类记录必须并列保留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80E7D-3BE1-408F-BAFB-748B9F99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四类信息互相补足，不能用一类替代另一类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D0904-7843-42E0-A2E9-04C9416C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3219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1B164-FBEF-4ED2-A8D2-E9685A51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90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C4AAB-0222-4D04-B117-F3958C33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718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34757-0070-4811-8398-31FD861F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57450"/>
            <a:ext cx="3219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14F9A-A214-423C-B8B2-C2979410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90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D8605-5BE4-4C1E-B901-E3A35D04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718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87F1E-7F1D-4EE5-B6E3-F5BD6BA9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3219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618F7-C104-47A0-9E46-D4FA43C1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862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B4E529-C739-461B-BC32-D1CE930F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67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927A7-B550-495D-BF3B-3121A673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752850"/>
            <a:ext cx="32194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6DBCF-B57F-4704-A027-2D274E28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DF5F0-2B4D-44E1-B6C1-C134A2CC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67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682DCA-9B13-4CE4-BFF3-A79B7FF7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24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记录内容保证有据可查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64F99E-015A-4158-A6CC-AF238A99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95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异常分级处置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EE8620-BEB4-4403-90A9-44E8F0A0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三道关口决定是否可以关闭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F8A672-4136-4FF2-A2FD-0E165EEA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342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A532D4-6B2A-4C9A-9BE0-5129A2BA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90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EC888B-1041-4976-ACC7-A483A5B3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52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B186F5-2EA3-4ECE-ABD8-3CC1EC7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缺项先补齐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93B901-5F86-421C-8DAC-393F02F0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00400"/>
            <a:ext cx="342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DCCCFC-0554-4957-973F-E8253BD5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5196F1-93A5-4FEB-AF6F-3951C954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76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301579-7EFE-476F-B799-5003624A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05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确认归属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9A9505-8897-418C-A05D-ED5EE43B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24300"/>
            <a:ext cx="342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11430">
            <a:solidFill>
              <a:srgbClr val="2F5EA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F879BD-C64E-47B7-95D1-DBE83408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7C9FAF-BDC5-4B58-B609-9100C399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00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2CBD8E-D9B8-4B71-8C86-F2DABD8C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29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确认结论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F29911-2EBA-4666-88EC-57F5B9F2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244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1430">
            <a:solidFill>
              <a:srgbClr val="4C88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79A47D-EC2A-49A3-A91A-134F0B54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482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任一关口不满足：补齐后再提交，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不直接关闭异常。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2C2A24-25FE-4178-8058-1D2F8D51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11144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B7399C-EB83-4526-AB08-C9DBB925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　　平台管理者复核处理结论　　意见不一致时保留异常状态并提交协调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扩围应以能力达标为门槛，并保留明确的暂停条件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6AF91DFC-D62F-4412-A020-55598474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449" y="3941616"/>
            <a:ext cx="1203027" cy="867518"/>
          </a:xfrm>
          <a:custGeom xmlns:a="http://schemas.openxmlformats.org/drawingml/2006/main">
            <a:pathLst>
              <a:path w="1203027" h="867518">
                <a:moveTo>
                  <a:pt x="70514" y="121749"/>
                </a:moveTo>
                <a:lnTo>
                  <a:pt x="89392" y="119720"/>
                </a:lnTo>
                <a:lnTo>
                  <a:pt x="108271" y="117691"/>
                </a:lnTo>
                <a:lnTo>
                  <a:pt x="127149" y="115653"/>
                </a:lnTo>
                <a:lnTo>
                  <a:pt x="146028" y="113624"/>
                </a:lnTo>
                <a:lnTo>
                  <a:pt x="164906" y="111595"/>
                </a:lnTo>
                <a:lnTo>
                  <a:pt x="183785" y="109557"/>
                </a:lnTo>
                <a:lnTo>
                  <a:pt x="202663" y="107528"/>
                </a:lnTo>
                <a:lnTo>
                  <a:pt x="221542" y="105489"/>
                </a:lnTo>
                <a:lnTo>
                  <a:pt x="240421" y="103461"/>
                </a:lnTo>
                <a:lnTo>
                  <a:pt x="259299" y="101432"/>
                </a:lnTo>
                <a:lnTo>
                  <a:pt x="278178" y="99393"/>
                </a:lnTo>
                <a:lnTo>
                  <a:pt x="297056" y="97365"/>
                </a:lnTo>
                <a:lnTo>
                  <a:pt x="315935" y="95336"/>
                </a:lnTo>
                <a:lnTo>
                  <a:pt x="334813" y="93297"/>
                </a:lnTo>
                <a:lnTo>
                  <a:pt x="353692" y="91269"/>
                </a:lnTo>
                <a:lnTo>
                  <a:pt x="372570" y="89240"/>
                </a:lnTo>
                <a:lnTo>
                  <a:pt x="391449" y="87201"/>
                </a:lnTo>
                <a:lnTo>
                  <a:pt x="410327" y="85173"/>
                </a:lnTo>
                <a:lnTo>
                  <a:pt x="429206" y="83134"/>
                </a:lnTo>
                <a:lnTo>
                  <a:pt x="448085" y="81105"/>
                </a:lnTo>
                <a:lnTo>
                  <a:pt x="466963" y="79077"/>
                </a:lnTo>
                <a:lnTo>
                  <a:pt x="485832" y="77038"/>
                </a:lnTo>
                <a:lnTo>
                  <a:pt x="504711" y="75009"/>
                </a:lnTo>
                <a:lnTo>
                  <a:pt x="523589" y="72981"/>
                </a:lnTo>
                <a:lnTo>
                  <a:pt x="542468" y="70942"/>
                </a:lnTo>
                <a:lnTo>
                  <a:pt x="561346" y="68913"/>
                </a:lnTo>
                <a:lnTo>
                  <a:pt x="580225" y="66885"/>
                </a:lnTo>
                <a:lnTo>
                  <a:pt x="599103" y="64846"/>
                </a:lnTo>
                <a:lnTo>
                  <a:pt x="617982" y="62817"/>
                </a:lnTo>
                <a:lnTo>
                  <a:pt x="636861" y="60779"/>
                </a:lnTo>
                <a:lnTo>
                  <a:pt x="655739" y="58750"/>
                </a:lnTo>
                <a:lnTo>
                  <a:pt x="674618" y="56721"/>
                </a:lnTo>
                <a:lnTo>
                  <a:pt x="693496" y="54683"/>
                </a:lnTo>
                <a:lnTo>
                  <a:pt x="712375" y="52654"/>
                </a:lnTo>
                <a:lnTo>
                  <a:pt x="731253" y="50625"/>
                </a:lnTo>
                <a:lnTo>
                  <a:pt x="750132" y="48587"/>
                </a:lnTo>
                <a:lnTo>
                  <a:pt x="769010" y="46558"/>
                </a:lnTo>
                <a:lnTo>
                  <a:pt x="787889" y="44529"/>
                </a:lnTo>
                <a:lnTo>
                  <a:pt x="806768" y="42491"/>
                </a:lnTo>
                <a:lnTo>
                  <a:pt x="825646" y="40462"/>
                </a:lnTo>
                <a:lnTo>
                  <a:pt x="844525" y="38424"/>
                </a:lnTo>
                <a:lnTo>
                  <a:pt x="863403" y="36395"/>
                </a:lnTo>
                <a:lnTo>
                  <a:pt x="882282" y="34366"/>
                </a:lnTo>
                <a:lnTo>
                  <a:pt x="901160" y="32328"/>
                </a:lnTo>
                <a:lnTo>
                  <a:pt x="920039" y="30299"/>
                </a:lnTo>
                <a:lnTo>
                  <a:pt x="938908" y="28270"/>
                </a:lnTo>
                <a:lnTo>
                  <a:pt x="957786" y="26232"/>
                </a:lnTo>
                <a:lnTo>
                  <a:pt x="976665" y="24203"/>
                </a:lnTo>
                <a:lnTo>
                  <a:pt x="995543" y="22174"/>
                </a:lnTo>
                <a:lnTo>
                  <a:pt x="1014422" y="20136"/>
                </a:lnTo>
                <a:lnTo>
                  <a:pt x="1033301" y="18107"/>
                </a:lnTo>
                <a:lnTo>
                  <a:pt x="1052179" y="16069"/>
                </a:lnTo>
                <a:lnTo>
                  <a:pt x="1071058" y="14040"/>
                </a:lnTo>
                <a:lnTo>
                  <a:pt x="1089936" y="12011"/>
                </a:lnTo>
                <a:lnTo>
                  <a:pt x="1108815" y="9973"/>
                </a:lnTo>
                <a:lnTo>
                  <a:pt x="1127693" y="7944"/>
                </a:lnTo>
                <a:lnTo>
                  <a:pt x="1146572" y="5915"/>
                </a:lnTo>
                <a:lnTo>
                  <a:pt x="1165450" y="3877"/>
                </a:lnTo>
                <a:lnTo>
                  <a:pt x="1184329" y="1848"/>
                </a:lnTo>
                <a:lnTo>
                  <a:pt x="1203027" y="0"/>
                </a:lnTo>
                <a:lnTo>
                  <a:pt x="1201198" y="18898"/>
                </a:lnTo>
                <a:lnTo>
                  <a:pt x="1199359" y="37795"/>
                </a:lnTo>
                <a:lnTo>
                  <a:pt x="1197531" y="56693"/>
                </a:lnTo>
                <a:lnTo>
                  <a:pt x="1195702" y="75600"/>
                </a:lnTo>
                <a:lnTo>
                  <a:pt x="1193873" y="94498"/>
                </a:lnTo>
                <a:lnTo>
                  <a:pt x="1192044" y="113395"/>
                </a:lnTo>
                <a:lnTo>
                  <a:pt x="1190215" y="132293"/>
                </a:lnTo>
                <a:lnTo>
                  <a:pt x="1188387" y="151190"/>
                </a:lnTo>
                <a:lnTo>
                  <a:pt x="1186558" y="170088"/>
                </a:lnTo>
                <a:lnTo>
                  <a:pt x="1184729" y="188986"/>
                </a:lnTo>
                <a:lnTo>
                  <a:pt x="1182900" y="207883"/>
                </a:lnTo>
                <a:lnTo>
                  <a:pt x="1181071" y="226790"/>
                </a:lnTo>
                <a:lnTo>
                  <a:pt x="1179233" y="245688"/>
                </a:lnTo>
                <a:lnTo>
                  <a:pt x="1177404" y="264585"/>
                </a:lnTo>
                <a:lnTo>
                  <a:pt x="1175576" y="283483"/>
                </a:lnTo>
                <a:lnTo>
                  <a:pt x="1173747" y="302381"/>
                </a:lnTo>
                <a:lnTo>
                  <a:pt x="1171918" y="321278"/>
                </a:lnTo>
                <a:lnTo>
                  <a:pt x="1170089" y="340176"/>
                </a:lnTo>
                <a:lnTo>
                  <a:pt x="1168260" y="359083"/>
                </a:lnTo>
                <a:lnTo>
                  <a:pt x="1166432" y="377981"/>
                </a:lnTo>
                <a:lnTo>
                  <a:pt x="1164603" y="396878"/>
                </a:lnTo>
                <a:lnTo>
                  <a:pt x="1162774" y="415776"/>
                </a:lnTo>
                <a:lnTo>
                  <a:pt x="1160936" y="434673"/>
                </a:lnTo>
                <a:lnTo>
                  <a:pt x="1159107" y="453571"/>
                </a:lnTo>
                <a:lnTo>
                  <a:pt x="1157278" y="472469"/>
                </a:lnTo>
                <a:lnTo>
                  <a:pt x="1155449" y="491366"/>
                </a:lnTo>
                <a:lnTo>
                  <a:pt x="1153620" y="510273"/>
                </a:lnTo>
                <a:lnTo>
                  <a:pt x="1151792" y="529171"/>
                </a:lnTo>
                <a:lnTo>
                  <a:pt x="1149963" y="548069"/>
                </a:lnTo>
                <a:lnTo>
                  <a:pt x="1148134" y="566966"/>
                </a:lnTo>
                <a:lnTo>
                  <a:pt x="1146305" y="585864"/>
                </a:lnTo>
                <a:lnTo>
                  <a:pt x="1144476" y="604761"/>
                </a:lnTo>
                <a:lnTo>
                  <a:pt x="1142648" y="623659"/>
                </a:lnTo>
                <a:lnTo>
                  <a:pt x="1140809" y="642566"/>
                </a:lnTo>
                <a:lnTo>
                  <a:pt x="1138980" y="661464"/>
                </a:lnTo>
                <a:lnTo>
                  <a:pt x="1137152" y="680361"/>
                </a:lnTo>
                <a:lnTo>
                  <a:pt x="1135323" y="699259"/>
                </a:lnTo>
                <a:lnTo>
                  <a:pt x="1133494" y="718156"/>
                </a:lnTo>
                <a:lnTo>
                  <a:pt x="1131665" y="737054"/>
                </a:lnTo>
                <a:lnTo>
                  <a:pt x="1122245" y="748446"/>
                </a:lnTo>
                <a:lnTo>
                  <a:pt x="1103366" y="750465"/>
                </a:lnTo>
                <a:lnTo>
                  <a:pt x="1084488" y="752475"/>
                </a:lnTo>
                <a:lnTo>
                  <a:pt x="1065609" y="754494"/>
                </a:lnTo>
                <a:lnTo>
                  <a:pt x="1046731" y="756514"/>
                </a:lnTo>
                <a:lnTo>
                  <a:pt x="1027852" y="758533"/>
                </a:lnTo>
                <a:lnTo>
                  <a:pt x="1008974" y="760552"/>
                </a:lnTo>
                <a:lnTo>
                  <a:pt x="990086" y="762572"/>
                </a:lnTo>
                <a:lnTo>
                  <a:pt x="971207" y="764591"/>
                </a:lnTo>
                <a:lnTo>
                  <a:pt x="952329" y="766610"/>
                </a:lnTo>
                <a:lnTo>
                  <a:pt x="933450" y="768629"/>
                </a:lnTo>
                <a:lnTo>
                  <a:pt x="914571" y="770649"/>
                </a:lnTo>
                <a:lnTo>
                  <a:pt x="895693" y="772658"/>
                </a:lnTo>
                <a:lnTo>
                  <a:pt x="876814" y="774678"/>
                </a:lnTo>
                <a:lnTo>
                  <a:pt x="857936" y="776697"/>
                </a:lnTo>
                <a:lnTo>
                  <a:pt x="839057" y="778716"/>
                </a:lnTo>
                <a:lnTo>
                  <a:pt x="820169" y="780736"/>
                </a:lnTo>
                <a:lnTo>
                  <a:pt x="801291" y="782755"/>
                </a:lnTo>
                <a:lnTo>
                  <a:pt x="782412" y="784774"/>
                </a:lnTo>
                <a:lnTo>
                  <a:pt x="763534" y="786794"/>
                </a:lnTo>
                <a:lnTo>
                  <a:pt x="744655" y="788813"/>
                </a:lnTo>
                <a:lnTo>
                  <a:pt x="725776" y="790823"/>
                </a:lnTo>
                <a:lnTo>
                  <a:pt x="706898" y="792842"/>
                </a:lnTo>
                <a:lnTo>
                  <a:pt x="688019" y="794861"/>
                </a:lnTo>
                <a:lnTo>
                  <a:pt x="669131" y="796881"/>
                </a:lnTo>
                <a:lnTo>
                  <a:pt x="650253" y="798900"/>
                </a:lnTo>
                <a:lnTo>
                  <a:pt x="631374" y="800919"/>
                </a:lnTo>
                <a:lnTo>
                  <a:pt x="612496" y="802938"/>
                </a:lnTo>
                <a:lnTo>
                  <a:pt x="593617" y="804958"/>
                </a:lnTo>
                <a:lnTo>
                  <a:pt x="574739" y="806977"/>
                </a:lnTo>
                <a:lnTo>
                  <a:pt x="555860" y="808987"/>
                </a:lnTo>
                <a:lnTo>
                  <a:pt x="536981" y="811006"/>
                </a:lnTo>
                <a:lnTo>
                  <a:pt x="518103" y="813025"/>
                </a:lnTo>
                <a:lnTo>
                  <a:pt x="499215" y="815045"/>
                </a:lnTo>
                <a:lnTo>
                  <a:pt x="480336" y="817064"/>
                </a:lnTo>
                <a:lnTo>
                  <a:pt x="461458" y="819083"/>
                </a:lnTo>
                <a:lnTo>
                  <a:pt x="442579" y="821103"/>
                </a:lnTo>
                <a:lnTo>
                  <a:pt x="423701" y="823122"/>
                </a:lnTo>
                <a:lnTo>
                  <a:pt x="404822" y="825141"/>
                </a:lnTo>
                <a:lnTo>
                  <a:pt x="385943" y="827161"/>
                </a:lnTo>
                <a:lnTo>
                  <a:pt x="367065" y="829170"/>
                </a:lnTo>
                <a:lnTo>
                  <a:pt x="348177" y="831190"/>
                </a:lnTo>
                <a:lnTo>
                  <a:pt x="329298" y="833209"/>
                </a:lnTo>
                <a:lnTo>
                  <a:pt x="310420" y="835228"/>
                </a:lnTo>
                <a:lnTo>
                  <a:pt x="291541" y="837248"/>
                </a:lnTo>
                <a:lnTo>
                  <a:pt x="272663" y="839267"/>
                </a:lnTo>
                <a:lnTo>
                  <a:pt x="253784" y="841286"/>
                </a:lnTo>
                <a:lnTo>
                  <a:pt x="234906" y="843305"/>
                </a:lnTo>
                <a:lnTo>
                  <a:pt x="216027" y="845325"/>
                </a:lnTo>
                <a:lnTo>
                  <a:pt x="197148" y="847334"/>
                </a:lnTo>
                <a:lnTo>
                  <a:pt x="178260" y="849354"/>
                </a:lnTo>
                <a:lnTo>
                  <a:pt x="159382" y="851373"/>
                </a:lnTo>
                <a:lnTo>
                  <a:pt x="140503" y="853392"/>
                </a:lnTo>
                <a:lnTo>
                  <a:pt x="121625" y="855412"/>
                </a:lnTo>
                <a:lnTo>
                  <a:pt x="102746" y="857431"/>
                </a:lnTo>
                <a:lnTo>
                  <a:pt x="83868" y="859450"/>
                </a:lnTo>
                <a:lnTo>
                  <a:pt x="64989" y="861470"/>
                </a:lnTo>
                <a:lnTo>
                  <a:pt x="46111" y="863489"/>
                </a:lnTo>
                <a:lnTo>
                  <a:pt x="27222" y="865499"/>
                </a:lnTo>
                <a:lnTo>
                  <a:pt x="8344" y="867518"/>
                </a:lnTo>
                <a:lnTo>
                  <a:pt x="0" y="858888"/>
                </a:lnTo>
                <a:lnTo>
                  <a:pt x="1810" y="839991"/>
                </a:lnTo>
                <a:lnTo>
                  <a:pt x="3620" y="821084"/>
                </a:lnTo>
                <a:lnTo>
                  <a:pt x="5420" y="802186"/>
                </a:lnTo>
                <a:lnTo>
                  <a:pt x="7229" y="783288"/>
                </a:lnTo>
                <a:lnTo>
                  <a:pt x="9039" y="764381"/>
                </a:lnTo>
                <a:lnTo>
                  <a:pt x="10849" y="745484"/>
                </a:lnTo>
                <a:lnTo>
                  <a:pt x="12659" y="726586"/>
                </a:lnTo>
                <a:lnTo>
                  <a:pt x="14468" y="707679"/>
                </a:lnTo>
                <a:lnTo>
                  <a:pt x="16269" y="688781"/>
                </a:lnTo>
                <a:lnTo>
                  <a:pt x="18078" y="669884"/>
                </a:lnTo>
                <a:lnTo>
                  <a:pt x="19888" y="650977"/>
                </a:lnTo>
                <a:lnTo>
                  <a:pt x="21698" y="632079"/>
                </a:lnTo>
                <a:lnTo>
                  <a:pt x="23508" y="613181"/>
                </a:lnTo>
                <a:lnTo>
                  <a:pt x="25317" y="594274"/>
                </a:lnTo>
                <a:lnTo>
                  <a:pt x="27118" y="575377"/>
                </a:lnTo>
                <a:lnTo>
                  <a:pt x="28927" y="556479"/>
                </a:lnTo>
                <a:lnTo>
                  <a:pt x="30737" y="537572"/>
                </a:lnTo>
                <a:lnTo>
                  <a:pt x="32547" y="518674"/>
                </a:lnTo>
                <a:lnTo>
                  <a:pt x="34357" y="499767"/>
                </a:lnTo>
                <a:lnTo>
                  <a:pt x="36166" y="480870"/>
                </a:lnTo>
                <a:lnTo>
                  <a:pt x="37967" y="461972"/>
                </a:lnTo>
                <a:lnTo>
                  <a:pt x="39776" y="443065"/>
                </a:lnTo>
                <a:lnTo>
                  <a:pt x="41586" y="424167"/>
                </a:lnTo>
                <a:lnTo>
                  <a:pt x="43396" y="405270"/>
                </a:lnTo>
                <a:lnTo>
                  <a:pt x="45206" y="386363"/>
                </a:lnTo>
                <a:lnTo>
                  <a:pt x="47015" y="367465"/>
                </a:lnTo>
                <a:lnTo>
                  <a:pt x="48816" y="348567"/>
                </a:lnTo>
                <a:lnTo>
                  <a:pt x="50625" y="329660"/>
                </a:lnTo>
                <a:lnTo>
                  <a:pt x="52435" y="310763"/>
                </a:lnTo>
                <a:lnTo>
                  <a:pt x="54245" y="291865"/>
                </a:lnTo>
                <a:lnTo>
                  <a:pt x="56055" y="272958"/>
                </a:lnTo>
                <a:lnTo>
                  <a:pt x="57864" y="254060"/>
                </a:lnTo>
                <a:lnTo>
                  <a:pt x="59665" y="235163"/>
                </a:lnTo>
                <a:lnTo>
                  <a:pt x="61474" y="216256"/>
                </a:lnTo>
                <a:lnTo>
                  <a:pt x="63284" y="197358"/>
                </a:lnTo>
                <a:lnTo>
                  <a:pt x="65094" y="178451"/>
                </a:lnTo>
                <a:lnTo>
                  <a:pt x="66904" y="159553"/>
                </a:lnTo>
                <a:lnTo>
                  <a:pt x="68713" y="140656"/>
                </a:lnTo>
                <a:lnTo>
                  <a:pt x="70514" y="121749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51754B06-6858-463E-8561-4EAF3BB2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0455" y="3487007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3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39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34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9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7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1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14EAE2BF-69E3-4D2B-AA5B-BFC5AD60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346" y="3030865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15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5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BCEE7090-6FB3-4293-B8D5-4D4B5029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8465" y="4455824"/>
            <a:ext cx="380048" cy="599094"/>
          </a:xfrm>
          <a:custGeom xmlns:a="http://schemas.openxmlformats.org/drawingml/2006/main">
            <a:pathLst>
              <a:path w="380048" h="599094">
                <a:moveTo>
                  <a:pt x="0" y="599094"/>
                </a:moveTo>
                <a:lnTo>
                  <a:pt x="0" y="580149"/>
                </a:lnTo>
                <a:lnTo>
                  <a:pt x="0" y="561194"/>
                </a:lnTo>
                <a:lnTo>
                  <a:pt x="0" y="542249"/>
                </a:lnTo>
                <a:lnTo>
                  <a:pt x="0" y="523304"/>
                </a:lnTo>
                <a:lnTo>
                  <a:pt x="0" y="504349"/>
                </a:lnTo>
                <a:lnTo>
                  <a:pt x="0" y="485404"/>
                </a:lnTo>
                <a:lnTo>
                  <a:pt x="0" y="466449"/>
                </a:lnTo>
                <a:lnTo>
                  <a:pt x="0" y="447504"/>
                </a:lnTo>
                <a:lnTo>
                  <a:pt x="0" y="428549"/>
                </a:lnTo>
                <a:lnTo>
                  <a:pt x="0" y="409604"/>
                </a:lnTo>
                <a:lnTo>
                  <a:pt x="0" y="390658"/>
                </a:lnTo>
                <a:lnTo>
                  <a:pt x="0" y="371704"/>
                </a:lnTo>
                <a:lnTo>
                  <a:pt x="0" y="352758"/>
                </a:lnTo>
                <a:lnTo>
                  <a:pt x="0" y="333804"/>
                </a:lnTo>
                <a:lnTo>
                  <a:pt x="0" y="314858"/>
                </a:lnTo>
                <a:lnTo>
                  <a:pt x="0" y="295913"/>
                </a:lnTo>
                <a:lnTo>
                  <a:pt x="0" y="276958"/>
                </a:lnTo>
                <a:lnTo>
                  <a:pt x="0" y="258013"/>
                </a:lnTo>
                <a:lnTo>
                  <a:pt x="0" y="239058"/>
                </a:lnTo>
                <a:lnTo>
                  <a:pt x="0" y="220113"/>
                </a:lnTo>
                <a:lnTo>
                  <a:pt x="0" y="201158"/>
                </a:lnTo>
                <a:lnTo>
                  <a:pt x="0" y="182213"/>
                </a:lnTo>
                <a:lnTo>
                  <a:pt x="0" y="163268"/>
                </a:lnTo>
                <a:lnTo>
                  <a:pt x="0" y="144313"/>
                </a:lnTo>
                <a:lnTo>
                  <a:pt x="3029" y="127540"/>
                </a:lnTo>
                <a:lnTo>
                  <a:pt x="20974" y="121463"/>
                </a:lnTo>
                <a:lnTo>
                  <a:pt x="38929" y="115395"/>
                </a:lnTo>
                <a:lnTo>
                  <a:pt x="56874" y="109318"/>
                </a:lnTo>
                <a:lnTo>
                  <a:pt x="74828" y="103241"/>
                </a:lnTo>
                <a:lnTo>
                  <a:pt x="92774" y="97174"/>
                </a:lnTo>
                <a:lnTo>
                  <a:pt x="110728" y="91097"/>
                </a:lnTo>
                <a:lnTo>
                  <a:pt x="128673" y="85020"/>
                </a:lnTo>
                <a:lnTo>
                  <a:pt x="146628" y="78953"/>
                </a:lnTo>
                <a:lnTo>
                  <a:pt x="164573" y="72876"/>
                </a:lnTo>
                <a:lnTo>
                  <a:pt x="182528" y="66808"/>
                </a:lnTo>
                <a:lnTo>
                  <a:pt x="200473" y="60731"/>
                </a:lnTo>
                <a:lnTo>
                  <a:pt x="218427" y="54654"/>
                </a:lnTo>
                <a:lnTo>
                  <a:pt x="236372" y="48587"/>
                </a:lnTo>
                <a:lnTo>
                  <a:pt x="254327" y="42510"/>
                </a:lnTo>
                <a:lnTo>
                  <a:pt x="272272" y="36443"/>
                </a:lnTo>
                <a:lnTo>
                  <a:pt x="290217" y="30366"/>
                </a:lnTo>
                <a:lnTo>
                  <a:pt x="308172" y="24289"/>
                </a:lnTo>
                <a:lnTo>
                  <a:pt x="326117" y="18221"/>
                </a:lnTo>
                <a:lnTo>
                  <a:pt x="344072" y="12144"/>
                </a:lnTo>
                <a:lnTo>
                  <a:pt x="362017" y="6077"/>
                </a:lnTo>
                <a:lnTo>
                  <a:pt x="379971" y="0"/>
                </a:lnTo>
                <a:lnTo>
                  <a:pt x="380048" y="18840"/>
                </a:lnTo>
                <a:lnTo>
                  <a:pt x="380048" y="37795"/>
                </a:lnTo>
                <a:lnTo>
                  <a:pt x="380048" y="56740"/>
                </a:lnTo>
                <a:lnTo>
                  <a:pt x="380048" y="75686"/>
                </a:lnTo>
                <a:lnTo>
                  <a:pt x="380048" y="94640"/>
                </a:lnTo>
                <a:lnTo>
                  <a:pt x="380048" y="113586"/>
                </a:lnTo>
                <a:lnTo>
                  <a:pt x="380048" y="132540"/>
                </a:lnTo>
                <a:lnTo>
                  <a:pt x="380048" y="151486"/>
                </a:lnTo>
                <a:lnTo>
                  <a:pt x="380048" y="170431"/>
                </a:lnTo>
                <a:lnTo>
                  <a:pt x="380048" y="189386"/>
                </a:lnTo>
                <a:lnTo>
                  <a:pt x="380048" y="208331"/>
                </a:lnTo>
                <a:lnTo>
                  <a:pt x="380048" y="227286"/>
                </a:lnTo>
                <a:lnTo>
                  <a:pt x="380048" y="246231"/>
                </a:lnTo>
                <a:lnTo>
                  <a:pt x="380048" y="265186"/>
                </a:lnTo>
                <a:lnTo>
                  <a:pt x="380048" y="284131"/>
                </a:lnTo>
                <a:lnTo>
                  <a:pt x="380048" y="303076"/>
                </a:lnTo>
                <a:lnTo>
                  <a:pt x="380048" y="322031"/>
                </a:lnTo>
                <a:lnTo>
                  <a:pt x="380048" y="340976"/>
                </a:lnTo>
                <a:lnTo>
                  <a:pt x="380048" y="359931"/>
                </a:lnTo>
                <a:lnTo>
                  <a:pt x="380048" y="378876"/>
                </a:lnTo>
                <a:lnTo>
                  <a:pt x="380048" y="397831"/>
                </a:lnTo>
                <a:lnTo>
                  <a:pt x="380048" y="416776"/>
                </a:lnTo>
                <a:lnTo>
                  <a:pt x="380048" y="435721"/>
                </a:lnTo>
                <a:lnTo>
                  <a:pt x="367408" y="446237"/>
                </a:lnTo>
                <a:lnTo>
                  <a:pt x="349910" y="453523"/>
                </a:lnTo>
                <a:lnTo>
                  <a:pt x="332413" y="460800"/>
                </a:lnTo>
                <a:lnTo>
                  <a:pt x="314916" y="468078"/>
                </a:lnTo>
                <a:lnTo>
                  <a:pt x="297428" y="475355"/>
                </a:lnTo>
                <a:lnTo>
                  <a:pt x="279930" y="482632"/>
                </a:lnTo>
                <a:lnTo>
                  <a:pt x="262433" y="489918"/>
                </a:lnTo>
                <a:lnTo>
                  <a:pt x="244935" y="497195"/>
                </a:lnTo>
                <a:lnTo>
                  <a:pt x="227438" y="504473"/>
                </a:lnTo>
                <a:lnTo>
                  <a:pt x="209950" y="511750"/>
                </a:lnTo>
                <a:lnTo>
                  <a:pt x="192453" y="519027"/>
                </a:lnTo>
                <a:lnTo>
                  <a:pt x="174955" y="526304"/>
                </a:lnTo>
                <a:lnTo>
                  <a:pt x="157458" y="533591"/>
                </a:lnTo>
                <a:lnTo>
                  <a:pt x="139960" y="540868"/>
                </a:lnTo>
                <a:lnTo>
                  <a:pt x="122472" y="548145"/>
                </a:lnTo>
                <a:lnTo>
                  <a:pt x="104975" y="555422"/>
                </a:lnTo>
                <a:lnTo>
                  <a:pt x="87478" y="562699"/>
                </a:lnTo>
                <a:lnTo>
                  <a:pt x="69980" y="569986"/>
                </a:lnTo>
                <a:lnTo>
                  <a:pt x="52483" y="577263"/>
                </a:lnTo>
                <a:lnTo>
                  <a:pt x="34995" y="584540"/>
                </a:lnTo>
                <a:lnTo>
                  <a:pt x="17497" y="591817"/>
                </a:lnTo>
                <a:lnTo>
                  <a:pt x="0" y="599094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92FB365A-D602-4A04-AB98-6A13578A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4896803"/>
            <a:ext cx="2468204" cy="158115"/>
          </a:xfrm>
          <a:custGeom xmlns:a="http://schemas.openxmlformats.org/drawingml/2006/main">
            <a:pathLst>
              <a:path w="2468204" h="158115">
                <a:moveTo>
                  <a:pt x="0" y="158115"/>
                </a:moveTo>
                <a:lnTo>
                  <a:pt x="20831" y="158115"/>
                </a:lnTo>
                <a:lnTo>
                  <a:pt x="41662" y="158115"/>
                </a:lnTo>
                <a:lnTo>
                  <a:pt x="62484" y="158115"/>
                </a:lnTo>
                <a:lnTo>
                  <a:pt x="83315" y="158115"/>
                </a:lnTo>
                <a:lnTo>
                  <a:pt x="104146" y="158115"/>
                </a:lnTo>
                <a:lnTo>
                  <a:pt x="124978" y="158115"/>
                </a:lnTo>
                <a:lnTo>
                  <a:pt x="145799" y="158115"/>
                </a:lnTo>
                <a:lnTo>
                  <a:pt x="166630" y="158115"/>
                </a:lnTo>
                <a:lnTo>
                  <a:pt x="187462" y="158115"/>
                </a:lnTo>
                <a:lnTo>
                  <a:pt x="208293" y="158115"/>
                </a:lnTo>
                <a:lnTo>
                  <a:pt x="229124" y="158115"/>
                </a:lnTo>
                <a:lnTo>
                  <a:pt x="249946" y="158115"/>
                </a:lnTo>
                <a:lnTo>
                  <a:pt x="270777" y="158115"/>
                </a:lnTo>
                <a:lnTo>
                  <a:pt x="291608" y="158115"/>
                </a:lnTo>
                <a:lnTo>
                  <a:pt x="312439" y="158115"/>
                </a:lnTo>
                <a:lnTo>
                  <a:pt x="333261" y="158115"/>
                </a:lnTo>
                <a:lnTo>
                  <a:pt x="354092" y="158115"/>
                </a:lnTo>
                <a:lnTo>
                  <a:pt x="374923" y="158115"/>
                </a:lnTo>
                <a:lnTo>
                  <a:pt x="395754" y="158115"/>
                </a:lnTo>
                <a:lnTo>
                  <a:pt x="416585" y="158115"/>
                </a:lnTo>
                <a:lnTo>
                  <a:pt x="437407" y="158115"/>
                </a:lnTo>
                <a:lnTo>
                  <a:pt x="458238" y="158115"/>
                </a:lnTo>
                <a:lnTo>
                  <a:pt x="479069" y="158115"/>
                </a:lnTo>
                <a:lnTo>
                  <a:pt x="499901" y="158115"/>
                </a:lnTo>
                <a:lnTo>
                  <a:pt x="520722" y="158115"/>
                </a:lnTo>
                <a:lnTo>
                  <a:pt x="541553" y="158115"/>
                </a:lnTo>
                <a:lnTo>
                  <a:pt x="562385" y="158115"/>
                </a:lnTo>
                <a:lnTo>
                  <a:pt x="583216" y="158115"/>
                </a:lnTo>
                <a:lnTo>
                  <a:pt x="604047" y="158115"/>
                </a:lnTo>
                <a:lnTo>
                  <a:pt x="624869" y="158115"/>
                </a:lnTo>
                <a:lnTo>
                  <a:pt x="645700" y="158115"/>
                </a:lnTo>
                <a:lnTo>
                  <a:pt x="666531" y="158115"/>
                </a:lnTo>
                <a:lnTo>
                  <a:pt x="687362" y="158115"/>
                </a:lnTo>
                <a:lnTo>
                  <a:pt x="708193" y="158115"/>
                </a:lnTo>
                <a:lnTo>
                  <a:pt x="729015" y="158115"/>
                </a:lnTo>
                <a:lnTo>
                  <a:pt x="749846" y="158115"/>
                </a:lnTo>
                <a:lnTo>
                  <a:pt x="770677" y="158115"/>
                </a:lnTo>
                <a:lnTo>
                  <a:pt x="791508" y="158115"/>
                </a:lnTo>
                <a:lnTo>
                  <a:pt x="812330" y="158115"/>
                </a:lnTo>
                <a:lnTo>
                  <a:pt x="833161" y="158115"/>
                </a:lnTo>
                <a:lnTo>
                  <a:pt x="853992" y="158115"/>
                </a:lnTo>
                <a:lnTo>
                  <a:pt x="874824" y="158115"/>
                </a:lnTo>
                <a:lnTo>
                  <a:pt x="895655" y="158115"/>
                </a:lnTo>
                <a:lnTo>
                  <a:pt x="916476" y="158115"/>
                </a:lnTo>
                <a:lnTo>
                  <a:pt x="937308" y="158115"/>
                </a:lnTo>
                <a:lnTo>
                  <a:pt x="958139" y="158115"/>
                </a:lnTo>
                <a:lnTo>
                  <a:pt x="978970" y="158115"/>
                </a:lnTo>
                <a:lnTo>
                  <a:pt x="999792" y="158115"/>
                </a:lnTo>
                <a:lnTo>
                  <a:pt x="1020623" y="158115"/>
                </a:lnTo>
                <a:lnTo>
                  <a:pt x="1041454" y="158115"/>
                </a:lnTo>
                <a:lnTo>
                  <a:pt x="1062285" y="158115"/>
                </a:lnTo>
                <a:lnTo>
                  <a:pt x="1083116" y="158115"/>
                </a:lnTo>
                <a:lnTo>
                  <a:pt x="1103938" y="158115"/>
                </a:lnTo>
                <a:lnTo>
                  <a:pt x="1124769" y="158115"/>
                </a:lnTo>
                <a:lnTo>
                  <a:pt x="1145600" y="158115"/>
                </a:lnTo>
                <a:lnTo>
                  <a:pt x="1166432" y="158115"/>
                </a:lnTo>
                <a:lnTo>
                  <a:pt x="1187253" y="158115"/>
                </a:lnTo>
                <a:lnTo>
                  <a:pt x="1208084" y="158115"/>
                </a:lnTo>
                <a:lnTo>
                  <a:pt x="1228916" y="158115"/>
                </a:lnTo>
                <a:lnTo>
                  <a:pt x="1249747" y="158115"/>
                </a:lnTo>
                <a:lnTo>
                  <a:pt x="1270578" y="158115"/>
                </a:lnTo>
                <a:lnTo>
                  <a:pt x="1291400" y="158115"/>
                </a:lnTo>
                <a:lnTo>
                  <a:pt x="1312231" y="158115"/>
                </a:lnTo>
                <a:lnTo>
                  <a:pt x="1333062" y="158115"/>
                </a:lnTo>
                <a:lnTo>
                  <a:pt x="1353893" y="158115"/>
                </a:lnTo>
                <a:lnTo>
                  <a:pt x="1374715" y="158115"/>
                </a:lnTo>
                <a:lnTo>
                  <a:pt x="1395546" y="158115"/>
                </a:lnTo>
                <a:lnTo>
                  <a:pt x="1416377" y="158115"/>
                </a:lnTo>
                <a:lnTo>
                  <a:pt x="1437208" y="158115"/>
                </a:lnTo>
                <a:lnTo>
                  <a:pt x="1458039" y="158115"/>
                </a:lnTo>
                <a:lnTo>
                  <a:pt x="1478861" y="158115"/>
                </a:lnTo>
                <a:lnTo>
                  <a:pt x="1499692" y="158115"/>
                </a:lnTo>
                <a:lnTo>
                  <a:pt x="1520523" y="158115"/>
                </a:lnTo>
                <a:lnTo>
                  <a:pt x="1541355" y="158115"/>
                </a:lnTo>
                <a:lnTo>
                  <a:pt x="1562176" y="158115"/>
                </a:lnTo>
                <a:lnTo>
                  <a:pt x="1583007" y="158115"/>
                </a:lnTo>
                <a:lnTo>
                  <a:pt x="1603839" y="158115"/>
                </a:lnTo>
                <a:lnTo>
                  <a:pt x="1624670" y="158115"/>
                </a:lnTo>
                <a:lnTo>
                  <a:pt x="1645501" y="158115"/>
                </a:lnTo>
                <a:lnTo>
                  <a:pt x="1666323" y="158115"/>
                </a:lnTo>
                <a:lnTo>
                  <a:pt x="1687154" y="158115"/>
                </a:lnTo>
                <a:lnTo>
                  <a:pt x="1707985" y="158115"/>
                </a:lnTo>
                <a:lnTo>
                  <a:pt x="1728816" y="158115"/>
                </a:lnTo>
                <a:lnTo>
                  <a:pt x="1749638" y="158115"/>
                </a:lnTo>
                <a:lnTo>
                  <a:pt x="1770469" y="158115"/>
                </a:lnTo>
                <a:lnTo>
                  <a:pt x="1791300" y="158115"/>
                </a:lnTo>
                <a:lnTo>
                  <a:pt x="1812131" y="158115"/>
                </a:lnTo>
                <a:lnTo>
                  <a:pt x="1832962" y="158115"/>
                </a:lnTo>
                <a:lnTo>
                  <a:pt x="1853784" y="158115"/>
                </a:lnTo>
                <a:lnTo>
                  <a:pt x="1874615" y="158115"/>
                </a:lnTo>
                <a:lnTo>
                  <a:pt x="1895446" y="158115"/>
                </a:lnTo>
                <a:lnTo>
                  <a:pt x="1916278" y="158115"/>
                </a:lnTo>
                <a:lnTo>
                  <a:pt x="1937099" y="158115"/>
                </a:lnTo>
                <a:lnTo>
                  <a:pt x="1957930" y="158115"/>
                </a:lnTo>
                <a:lnTo>
                  <a:pt x="1978762" y="158115"/>
                </a:lnTo>
                <a:lnTo>
                  <a:pt x="1999593" y="158115"/>
                </a:lnTo>
                <a:lnTo>
                  <a:pt x="2020424" y="158115"/>
                </a:lnTo>
                <a:lnTo>
                  <a:pt x="2041246" y="158115"/>
                </a:lnTo>
                <a:lnTo>
                  <a:pt x="2062077" y="158115"/>
                </a:lnTo>
                <a:lnTo>
                  <a:pt x="2082908" y="158115"/>
                </a:lnTo>
                <a:lnTo>
                  <a:pt x="2102815" y="153486"/>
                </a:lnTo>
                <a:lnTo>
                  <a:pt x="2122046" y="145485"/>
                </a:lnTo>
                <a:lnTo>
                  <a:pt x="2141277" y="137484"/>
                </a:lnTo>
                <a:lnTo>
                  <a:pt x="2160508" y="129483"/>
                </a:lnTo>
                <a:lnTo>
                  <a:pt x="2179739" y="121482"/>
                </a:lnTo>
                <a:lnTo>
                  <a:pt x="2198970" y="113481"/>
                </a:lnTo>
                <a:lnTo>
                  <a:pt x="2218201" y="105480"/>
                </a:lnTo>
                <a:lnTo>
                  <a:pt x="2237432" y="97479"/>
                </a:lnTo>
                <a:lnTo>
                  <a:pt x="2256663" y="89478"/>
                </a:lnTo>
                <a:lnTo>
                  <a:pt x="2275894" y="81477"/>
                </a:lnTo>
                <a:lnTo>
                  <a:pt x="2295125" y="73476"/>
                </a:lnTo>
                <a:lnTo>
                  <a:pt x="2314356" y="65475"/>
                </a:lnTo>
                <a:lnTo>
                  <a:pt x="2333587" y="57474"/>
                </a:lnTo>
                <a:lnTo>
                  <a:pt x="2352818" y="49473"/>
                </a:lnTo>
                <a:lnTo>
                  <a:pt x="2372049" y="41472"/>
                </a:lnTo>
                <a:lnTo>
                  <a:pt x="2391280" y="33471"/>
                </a:lnTo>
                <a:lnTo>
                  <a:pt x="2410511" y="25470"/>
                </a:lnTo>
                <a:lnTo>
                  <a:pt x="2429742" y="17469"/>
                </a:lnTo>
                <a:lnTo>
                  <a:pt x="2448973" y="9468"/>
                </a:lnTo>
                <a:lnTo>
                  <a:pt x="2468204" y="1467"/>
                </a:lnTo>
                <a:lnTo>
                  <a:pt x="2454735" y="0"/>
                </a:lnTo>
                <a:lnTo>
                  <a:pt x="2433904" y="0"/>
                </a:lnTo>
                <a:lnTo>
                  <a:pt x="2413083" y="0"/>
                </a:lnTo>
                <a:lnTo>
                  <a:pt x="2392251" y="0"/>
                </a:lnTo>
                <a:lnTo>
                  <a:pt x="2371420" y="0"/>
                </a:lnTo>
                <a:lnTo>
                  <a:pt x="2350589" y="0"/>
                </a:lnTo>
                <a:lnTo>
                  <a:pt x="2329758" y="0"/>
                </a:lnTo>
                <a:lnTo>
                  <a:pt x="2308936" y="0"/>
                </a:lnTo>
                <a:lnTo>
                  <a:pt x="2288105" y="0"/>
                </a:lnTo>
                <a:lnTo>
                  <a:pt x="2267274" y="0"/>
                </a:lnTo>
                <a:lnTo>
                  <a:pt x="2246443" y="0"/>
                </a:lnTo>
                <a:lnTo>
                  <a:pt x="2225612" y="0"/>
                </a:lnTo>
                <a:lnTo>
                  <a:pt x="2204790" y="0"/>
                </a:lnTo>
                <a:lnTo>
                  <a:pt x="2183959" y="0"/>
                </a:lnTo>
                <a:lnTo>
                  <a:pt x="2163128" y="0"/>
                </a:lnTo>
                <a:lnTo>
                  <a:pt x="2142296" y="0"/>
                </a:lnTo>
                <a:lnTo>
                  <a:pt x="2121475" y="0"/>
                </a:lnTo>
                <a:lnTo>
                  <a:pt x="2100644" y="0"/>
                </a:lnTo>
                <a:lnTo>
                  <a:pt x="2079812" y="0"/>
                </a:lnTo>
                <a:lnTo>
                  <a:pt x="2058981" y="0"/>
                </a:lnTo>
                <a:lnTo>
                  <a:pt x="2038150" y="0"/>
                </a:lnTo>
                <a:lnTo>
                  <a:pt x="2017328" y="0"/>
                </a:lnTo>
                <a:lnTo>
                  <a:pt x="1996497" y="0"/>
                </a:lnTo>
                <a:lnTo>
                  <a:pt x="1975666" y="0"/>
                </a:lnTo>
                <a:lnTo>
                  <a:pt x="1954835" y="0"/>
                </a:lnTo>
                <a:lnTo>
                  <a:pt x="1934013" y="0"/>
                </a:lnTo>
                <a:lnTo>
                  <a:pt x="1913182" y="0"/>
                </a:lnTo>
                <a:lnTo>
                  <a:pt x="1892351" y="0"/>
                </a:lnTo>
                <a:lnTo>
                  <a:pt x="1871520" y="0"/>
                </a:lnTo>
                <a:lnTo>
                  <a:pt x="1850688" y="0"/>
                </a:lnTo>
                <a:lnTo>
                  <a:pt x="1829867" y="0"/>
                </a:lnTo>
                <a:lnTo>
                  <a:pt x="1809036" y="0"/>
                </a:lnTo>
                <a:lnTo>
                  <a:pt x="1788204" y="0"/>
                </a:lnTo>
                <a:lnTo>
                  <a:pt x="1767373" y="0"/>
                </a:lnTo>
                <a:lnTo>
                  <a:pt x="1746552" y="0"/>
                </a:lnTo>
                <a:lnTo>
                  <a:pt x="1725720" y="0"/>
                </a:lnTo>
                <a:lnTo>
                  <a:pt x="1704889" y="0"/>
                </a:lnTo>
                <a:lnTo>
                  <a:pt x="1684058" y="0"/>
                </a:lnTo>
                <a:lnTo>
                  <a:pt x="1663227" y="0"/>
                </a:lnTo>
                <a:lnTo>
                  <a:pt x="1642405" y="0"/>
                </a:lnTo>
                <a:lnTo>
                  <a:pt x="1621574" y="0"/>
                </a:lnTo>
                <a:lnTo>
                  <a:pt x="1600743" y="0"/>
                </a:lnTo>
                <a:lnTo>
                  <a:pt x="1579912" y="0"/>
                </a:lnTo>
                <a:lnTo>
                  <a:pt x="1559090" y="0"/>
                </a:lnTo>
                <a:lnTo>
                  <a:pt x="1538259" y="0"/>
                </a:lnTo>
                <a:lnTo>
                  <a:pt x="1517428" y="0"/>
                </a:lnTo>
                <a:lnTo>
                  <a:pt x="1496597" y="0"/>
                </a:lnTo>
                <a:lnTo>
                  <a:pt x="1475765" y="0"/>
                </a:lnTo>
                <a:lnTo>
                  <a:pt x="1454944" y="0"/>
                </a:lnTo>
                <a:lnTo>
                  <a:pt x="1434113" y="0"/>
                </a:lnTo>
                <a:lnTo>
                  <a:pt x="1413281" y="0"/>
                </a:lnTo>
                <a:lnTo>
                  <a:pt x="1392450" y="0"/>
                </a:lnTo>
                <a:lnTo>
                  <a:pt x="1371629" y="0"/>
                </a:lnTo>
                <a:lnTo>
                  <a:pt x="1350797" y="0"/>
                </a:lnTo>
                <a:lnTo>
                  <a:pt x="1329966" y="0"/>
                </a:lnTo>
                <a:lnTo>
                  <a:pt x="1309135" y="0"/>
                </a:lnTo>
                <a:lnTo>
                  <a:pt x="1288304" y="0"/>
                </a:lnTo>
                <a:lnTo>
                  <a:pt x="1267482" y="0"/>
                </a:lnTo>
                <a:lnTo>
                  <a:pt x="1246651" y="0"/>
                </a:lnTo>
                <a:lnTo>
                  <a:pt x="1225820" y="0"/>
                </a:lnTo>
                <a:lnTo>
                  <a:pt x="1204989" y="0"/>
                </a:lnTo>
                <a:lnTo>
                  <a:pt x="1184167" y="0"/>
                </a:lnTo>
                <a:lnTo>
                  <a:pt x="1163336" y="0"/>
                </a:lnTo>
                <a:lnTo>
                  <a:pt x="1142505" y="0"/>
                </a:lnTo>
                <a:lnTo>
                  <a:pt x="1121674" y="0"/>
                </a:lnTo>
                <a:lnTo>
                  <a:pt x="1100842" y="0"/>
                </a:lnTo>
                <a:lnTo>
                  <a:pt x="1080021" y="0"/>
                </a:lnTo>
                <a:lnTo>
                  <a:pt x="1059190" y="0"/>
                </a:lnTo>
                <a:lnTo>
                  <a:pt x="1038358" y="0"/>
                </a:lnTo>
                <a:lnTo>
                  <a:pt x="1017527" y="0"/>
                </a:lnTo>
                <a:lnTo>
                  <a:pt x="996706" y="0"/>
                </a:lnTo>
                <a:lnTo>
                  <a:pt x="975874" y="0"/>
                </a:lnTo>
                <a:lnTo>
                  <a:pt x="955043" y="0"/>
                </a:lnTo>
                <a:lnTo>
                  <a:pt x="934212" y="0"/>
                </a:lnTo>
                <a:lnTo>
                  <a:pt x="913381" y="0"/>
                </a:lnTo>
                <a:lnTo>
                  <a:pt x="892559" y="0"/>
                </a:lnTo>
                <a:lnTo>
                  <a:pt x="871728" y="0"/>
                </a:lnTo>
                <a:lnTo>
                  <a:pt x="850897" y="0"/>
                </a:lnTo>
                <a:lnTo>
                  <a:pt x="830066" y="0"/>
                </a:lnTo>
                <a:lnTo>
                  <a:pt x="809244" y="0"/>
                </a:lnTo>
                <a:lnTo>
                  <a:pt x="788413" y="0"/>
                </a:lnTo>
                <a:lnTo>
                  <a:pt x="767582" y="0"/>
                </a:lnTo>
                <a:lnTo>
                  <a:pt x="746750" y="0"/>
                </a:lnTo>
                <a:lnTo>
                  <a:pt x="725919" y="0"/>
                </a:lnTo>
                <a:lnTo>
                  <a:pt x="705098" y="0"/>
                </a:lnTo>
                <a:lnTo>
                  <a:pt x="684266" y="0"/>
                </a:lnTo>
                <a:lnTo>
                  <a:pt x="663435" y="0"/>
                </a:lnTo>
                <a:lnTo>
                  <a:pt x="642604" y="0"/>
                </a:lnTo>
                <a:lnTo>
                  <a:pt x="621773" y="0"/>
                </a:lnTo>
                <a:lnTo>
                  <a:pt x="600951" y="0"/>
                </a:lnTo>
                <a:lnTo>
                  <a:pt x="580120" y="0"/>
                </a:lnTo>
                <a:lnTo>
                  <a:pt x="559289" y="0"/>
                </a:lnTo>
                <a:lnTo>
                  <a:pt x="538458" y="0"/>
                </a:lnTo>
                <a:lnTo>
                  <a:pt x="517636" y="0"/>
                </a:lnTo>
                <a:lnTo>
                  <a:pt x="497415" y="4067"/>
                </a:lnTo>
                <a:lnTo>
                  <a:pt x="477517" y="10230"/>
                </a:lnTo>
                <a:lnTo>
                  <a:pt x="457629" y="16393"/>
                </a:lnTo>
                <a:lnTo>
                  <a:pt x="437731" y="22546"/>
                </a:lnTo>
                <a:lnTo>
                  <a:pt x="417833" y="28708"/>
                </a:lnTo>
                <a:lnTo>
                  <a:pt x="397935" y="34871"/>
                </a:lnTo>
                <a:lnTo>
                  <a:pt x="378038" y="41034"/>
                </a:lnTo>
                <a:lnTo>
                  <a:pt x="358140" y="47196"/>
                </a:lnTo>
                <a:lnTo>
                  <a:pt x="338242" y="53359"/>
                </a:lnTo>
                <a:lnTo>
                  <a:pt x="318345" y="59522"/>
                </a:lnTo>
                <a:lnTo>
                  <a:pt x="298447" y="65684"/>
                </a:lnTo>
                <a:lnTo>
                  <a:pt x="278549" y="71847"/>
                </a:lnTo>
                <a:lnTo>
                  <a:pt x="258661" y="78010"/>
                </a:lnTo>
                <a:lnTo>
                  <a:pt x="238763" y="84172"/>
                </a:lnTo>
                <a:lnTo>
                  <a:pt x="218865" y="90335"/>
                </a:lnTo>
                <a:lnTo>
                  <a:pt x="198968" y="96498"/>
                </a:lnTo>
                <a:lnTo>
                  <a:pt x="179070" y="102660"/>
                </a:lnTo>
                <a:lnTo>
                  <a:pt x="159172" y="108823"/>
                </a:lnTo>
                <a:lnTo>
                  <a:pt x="139275" y="114976"/>
                </a:lnTo>
                <a:lnTo>
                  <a:pt x="119377" y="121139"/>
                </a:lnTo>
                <a:lnTo>
                  <a:pt x="99479" y="127302"/>
                </a:lnTo>
                <a:lnTo>
                  <a:pt x="79591" y="133464"/>
                </a:lnTo>
                <a:lnTo>
                  <a:pt x="59693" y="139627"/>
                </a:lnTo>
                <a:lnTo>
                  <a:pt x="39795" y="145790"/>
                </a:lnTo>
                <a:lnTo>
                  <a:pt x="19898" y="151952"/>
                </a:lnTo>
                <a:lnTo>
                  <a:pt x="0" y="15811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5B6796E7-CEE2-4BD1-AAB8-C4D8C231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3" y="4896803"/>
            <a:ext cx="2311718" cy="158115"/>
          </a:xfrm>
          <a:custGeom xmlns:a="http://schemas.openxmlformats.org/drawingml/2006/main">
            <a:pathLst>
              <a:path w="2311718" h="158115">
                <a:moveTo>
                  <a:pt x="0" y="158115"/>
                </a:moveTo>
                <a:lnTo>
                  <a:pt x="19050" y="158115"/>
                </a:lnTo>
                <a:lnTo>
                  <a:pt x="38100" y="158115"/>
                </a:lnTo>
                <a:lnTo>
                  <a:pt x="57140" y="158115"/>
                </a:lnTo>
                <a:lnTo>
                  <a:pt x="76190" y="158115"/>
                </a:lnTo>
                <a:lnTo>
                  <a:pt x="95240" y="158115"/>
                </a:lnTo>
                <a:lnTo>
                  <a:pt x="114290" y="158115"/>
                </a:lnTo>
                <a:lnTo>
                  <a:pt x="133331" y="158115"/>
                </a:lnTo>
                <a:lnTo>
                  <a:pt x="152381" y="158115"/>
                </a:lnTo>
                <a:lnTo>
                  <a:pt x="171431" y="158115"/>
                </a:lnTo>
                <a:lnTo>
                  <a:pt x="190481" y="158115"/>
                </a:lnTo>
                <a:lnTo>
                  <a:pt x="209521" y="158115"/>
                </a:lnTo>
                <a:lnTo>
                  <a:pt x="228571" y="158115"/>
                </a:lnTo>
                <a:lnTo>
                  <a:pt x="247621" y="158115"/>
                </a:lnTo>
                <a:lnTo>
                  <a:pt x="266671" y="158115"/>
                </a:lnTo>
                <a:lnTo>
                  <a:pt x="285712" y="158115"/>
                </a:lnTo>
                <a:lnTo>
                  <a:pt x="304762" y="158115"/>
                </a:lnTo>
                <a:lnTo>
                  <a:pt x="323812" y="158115"/>
                </a:lnTo>
                <a:lnTo>
                  <a:pt x="342862" y="158115"/>
                </a:lnTo>
                <a:lnTo>
                  <a:pt x="361902" y="158115"/>
                </a:lnTo>
                <a:lnTo>
                  <a:pt x="380952" y="158115"/>
                </a:lnTo>
                <a:lnTo>
                  <a:pt x="400002" y="158115"/>
                </a:lnTo>
                <a:lnTo>
                  <a:pt x="419052" y="158115"/>
                </a:lnTo>
                <a:lnTo>
                  <a:pt x="438093" y="158115"/>
                </a:lnTo>
                <a:lnTo>
                  <a:pt x="457143" y="158115"/>
                </a:lnTo>
                <a:lnTo>
                  <a:pt x="476193" y="158115"/>
                </a:lnTo>
                <a:lnTo>
                  <a:pt x="495243" y="158115"/>
                </a:lnTo>
                <a:lnTo>
                  <a:pt x="514283" y="158115"/>
                </a:lnTo>
                <a:lnTo>
                  <a:pt x="533333" y="158115"/>
                </a:lnTo>
                <a:lnTo>
                  <a:pt x="552383" y="158115"/>
                </a:lnTo>
                <a:lnTo>
                  <a:pt x="571433" y="158115"/>
                </a:lnTo>
                <a:lnTo>
                  <a:pt x="590474" y="158115"/>
                </a:lnTo>
                <a:lnTo>
                  <a:pt x="609524" y="158115"/>
                </a:lnTo>
                <a:lnTo>
                  <a:pt x="628574" y="158115"/>
                </a:lnTo>
                <a:lnTo>
                  <a:pt x="647624" y="158115"/>
                </a:lnTo>
                <a:lnTo>
                  <a:pt x="666664" y="158115"/>
                </a:lnTo>
                <a:lnTo>
                  <a:pt x="685714" y="158115"/>
                </a:lnTo>
                <a:lnTo>
                  <a:pt x="704764" y="158115"/>
                </a:lnTo>
                <a:lnTo>
                  <a:pt x="723814" y="158115"/>
                </a:lnTo>
                <a:lnTo>
                  <a:pt x="742855" y="158115"/>
                </a:lnTo>
                <a:lnTo>
                  <a:pt x="761905" y="158115"/>
                </a:lnTo>
                <a:lnTo>
                  <a:pt x="780955" y="158115"/>
                </a:lnTo>
                <a:lnTo>
                  <a:pt x="800005" y="158115"/>
                </a:lnTo>
                <a:lnTo>
                  <a:pt x="819045" y="158115"/>
                </a:lnTo>
                <a:lnTo>
                  <a:pt x="838095" y="158115"/>
                </a:lnTo>
                <a:lnTo>
                  <a:pt x="857145" y="158115"/>
                </a:lnTo>
                <a:lnTo>
                  <a:pt x="876195" y="158115"/>
                </a:lnTo>
                <a:lnTo>
                  <a:pt x="895245" y="158115"/>
                </a:lnTo>
                <a:lnTo>
                  <a:pt x="914286" y="158115"/>
                </a:lnTo>
                <a:lnTo>
                  <a:pt x="933336" y="158115"/>
                </a:lnTo>
                <a:lnTo>
                  <a:pt x="952386" y="158115"/>
                </a:lnTo>
                <a:lnTo>
                  <a:pt x="971436" y="158115"/>
                </a:lnTo>
                <a:lnTo>
                  <a:pt x="990476" y="158115"/>
                </a:lnTo>
                <a:lnTo>
                  <a:pt x="1009526" y="158115"/>
                </a:lnTo>
                <a:lnTo>
                  <a:pt x="1028576" y="158115"/>
                </a:lnTo>
                <a:lnTo>
                  <a:pt x="1047626" y="158115"/>
                </a:lnTo>
                <a:lnTo>
                  <a:pt x="1066667" y="158115"/>
                </a:lnTo>
                <a:lnTo>
                  <a:pt x="1085717" y="158115"/>
                </a:lnTo>
                <a:lnTo>
                  <a:pt x="1104767" y="158115"/>
                </a:lnTo>
                <a:lnTo>
                  <a:pt x="1123817" y="158115"/>
                </a:lnTo>
                <a:lnTo>
                  <a:pt x="1142857" y="158115"/>
                </a:lnTo>
                <a:lnTo>
                  <a:pt x="1161907" y="158115"/>
                </a:lnTo>
                <a:lnTo>
                  <a:pt x="1180957" y="158115"/>
                </a:lnTo>
                <a:lnTo>
                  <a:pt x="1200007" y="158115"/>
                </a:lnTo>
                <a:lnTo>
                  <a:pt x="1219048" y="158115"/>
                </a:lnTo>
                <a:lnTo>
                  <a:pt x="1238098" y="158115"/>
                </a:lnTo>
                <a:lnTo>
                  <a:pt x="1257148" y="158115"/>
                </a:lnTo>
                <a:lnTo>
                  <a:pt x="1276198" y="158115"/>
                </a:lnTo>
                <a:lnTo>
                  <a:pt x="1295238" y="158115"/>
                </a:lnTo>
                <a:lnTo>
                  <a:pt x="1314288" y="158115"/>
                </a:lnTo>
                <a:lnTo>
                  <a:pt x="1333338" y="158115"/>
                </a:lnTo>
                <a:lnTo>
                  <a:pt x="1352388" y="158115"/>
                </a:lnTo>
                <a:lnTo>
                  <a:pt x="1371429" y="158115"/>
                </a:lnTo>
                <a:lnTo>
                  <a:pt x="1390479" y="158115"/>
                </a:lnTo>
                <a:lnTo>
                  <a:pt x="1409529" y="158115"/>
                </a:lnTo>
                <a:lnTo>
                  <a:pt x="1428579" y="158115"/>
                </a:lnTo>
                <a:lnTo>
                  <a:pt x="1447619" y="158115"/>
                </a:lnTo>
                <a:lnTo>
                  <a:pt x="1466669" y="158115"/>
                </a:lnTo>
                <a:lnTo>
                  <a:pt x="1485719" y="158115"/>
                </a:lnTo>
                <a:lnTo>
                  <a:pt x="1504769" y="158115"/>
                </a:lnTo>
                <a:lnTo>
                  <a:pt x="1523810" y="158115"/>
                </a:lnTo>
                <a:lnTo>
                  <a:pt x="1542860" y="158115"/>
                </a:lnTo>
                <a:lnTo>
                  <a:pt x="1561910" y="158115"/>
                </a:lnTo>
                <a:lnTo>
                  <a:pt x="1580960" y="158115"/>
                </a:lnTo>
                <a:lnTo>
                  <a:pt x="1600000" y="158115"/>
                </a:lnTo>
                <a:lnTo>
                  <a:pt x="1619050" y="158115"/>
                </a:lnTo>
                <a:lnTo>
                  <a:pt x="1638100" y="158115"/>
                </a:lnTo>
                <a:lnTo>
                  <a:pt x="1657150" y="158115"/>
                </a:lnTo>
                <a:lnTo>
                  <a:pt x="1676200" y="158115"/>
                </a:lnTo>
                <a:lnTo>
                  <a:pt x="1695240" y="158115"/>
                </a:lnTo>
                <a:lnTo>
                  <a:pt x="1714290" y="158115"/>
                </a:lnTo>
                <a:lnTo>
                  <a:pt x="1733340" y="158115"/>
                </a:lnTo>
                <a:lnTo>
                  <a:pt x="1752390" y="158115"/>
                </a:lnTo>
                <a:lnTo>
                  <a:pt x="1771431" y="158115"/>
                </a:lnTo>
                <a:lnTo>
                  <a:pt x="1790481" y="158115"/>
                </a:lnTo>
                <a:lnTo>
                  <a:pt x="1809531" y="158115"/>
                </a:lnTo>
                <a:lnTo>
                  <a:pt x="1828581" y="158115"/>
                </a:lnTo>
                <a:lnTo>
                  <a:pt x="1847621" y="158115"/>
                </a:lnTo>
                <a:lnTo>
                  <a:pt x="1866671" y="158115"/>
                </a:lnTo>
                <a:lnTo>
                  <a:pt x="1885721" y="158115"/>
                </a:lnTo>
                <a:lnTo>
                  <a:pt x="1904771" y="158115"/>
                </a:lnTo>
                <a:lnTo>
                  <a:pt x="1923812" y="158115"/>
                </a:lnTo>
                <a:lnTo>
                  <a:pt x="1941595" y="151705"/>
                </a:lnTo>
                <a:lnTo>
                  <a:pt x="1959226" y="144475"/>
                </a:lnTo>
                <a:lnTo>
                  <a:pt x="1976847" y="137255"/>
                </a:lnTo>
                <a:lnTo>
                  <a:pt x="1994478" y="130035"/>
                </a:lnTo>
                <a:lnTo>
                  <a:pt x="2012099" y="122806"/>
                </a:lnTo>
                <a:lnTo>
                  <a:pt x="2029720" y="115586"/>
                </a:lnTo>
                <a:lnTo>
                  <a:pt x="2047351" y="108356"/>
                </a:lnTo>
                <a:lnTo>
                  <a:pt x="2064972" y="101136"/>
                </a:lnTo>
                <a:lnTo>
                  <a:pt x="2082594" y="93907"/>
                </a:lnTo>
                <a:lnTo>
                  <a:pt x="2100224" y="86687"/>
                </a:lnTo>
                <a:lnTo>
                  <a:pt x="2117846" y="79467"/>
                </a:lnTo>
                <a:lnTo>
                  <a:pt x="2135467" y="72238"/>
                </a:lnTo>
                <a:lnTo>
                  <a:pt x="2153098" y="65018"/>
                </a:lnTo>
                <a:lnTo>
                  <a:pt x="2170719" y="57788"/>
                </a:lnTo>
                <a:lnTo>
                  <a:pt x="2188340" y="50568"/>
                </a:lnTo>
                <a:lnTo>
                  <a:pt x="2205971" y="43348"/>
                </a:lnTo>
                <a:lnTo>
                  <a:pt x="2223592" y="36119"/>
                </a:lnTo>
                <a:lnTo>
                  <a:pt x="2241223" y="28899"/>
                </a:lnTo>
                <a:lnTo>
                  <a:pt x="2258844" y="21669"/>
                </a:lnTo>
                <a:lnTo>
                  <a:pt x="2276465" y="14449"/>
                </a:lnTo>
                <a:lnTo>
                  <a:pt x="2294096" y="7220"/>
                </a:lnTo>
                <a:lnTo>
                  <a:pt x="23117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C8920E55-CD4B-4568-AB23-FA6DBD5B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468" y="4896803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FF41607-63BB-48F7-A9E9-93372B06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015911"/>
            <a:ext cx="251460" cy="568471"/>
          </a:xfrm>
          <a:custGeom xmlns:a="http://schemas.openxmlformats.org/drawingml/2006/main">
            <a:pathLst>
              <a:path w="251460" h="568471">
                <a:moveTo>
                  <a:pt x="0" y="568471"/>
                </a:moveTo>
                <a:lnTo>
                  <a:pt x="0" y="549469"/>
                </a:lnTo>
                <a:lnTo>
                  <a:pt x="0" y="530457"/>
                </a:lnTo>
                <a:lnTo>
                  <a:pt x="0" y="511445"/>
                </a:lnTo>
                <a:lnTo>
                  <a:pt x="0" y="492443"/>
                </a:lnTo>
                <a:lnTo>
                  <a:pt x="0" y="473431"/>
                </a:lnTo>
                <a:lnTo>
                  <a:pt x="0" y="454419"/>
                </a:lnTo>
                <a:lnTo>
                  <a:pt x="0" y="435416"/>
                </a:lnTo>
                <a:lnTo>
                  <a:pt x="0" y="416404"/>
                </a:lnTo>
                <a:lnTo>
                  <a:pt x="0" y="397402"/>
                </a:lnTo>
                <a:lnTo>
                  <a:pt x="0" y="378390"/>
                </a:lnTo>
                <a:lnTo>
                  <a:pt x="0" y="359378"/>
                </a:lnTo>
                <a:lnTo>
                  <a:pt x="0" y="340376"/>
                </a:lnTo>
                <a:lnTo>
                  <a:pt x="0" y="321364"/>
                </a:lnTo>
                <a:lnTo>
                  <a:pt x="0" y="302352"/>
                </a:lnTo>
                <a:lnTo>
                  <a:pt x="0" y="283350"/>
                </a:lnTo>
                <a:lnTo>
                  <a:pt x="0" y="264338"/>
                </a:lnTo>
                <a:lnTo>
                  <a:pt x="0" y="245335"/>
                </a:lnTo>
                <a:lnTo>
                  <a:pt x="0" y="226324"/>
                </a:lnTo>
                <a:lnTo>
                  <a:pt x="0" y="207312"/>
                </a:lnTo>
                <a:lnTo>
                  <a:pt x="0" y="188309"/>
                </a:lnTo>
                <a:lnTo>
                  <a:pt x="0" y="169297"/>
                </a:lnTo>
                <a:lnTo>
                  <a:pt x="0" y="150285"/>
                </a:lnTo>
                <a:lnTo>
                  <a:pt x="0" y="131283"/>
                </a:lnTo>
                <a:lnTo>
                  <a:pt x="0" y="112271"/>
                </a:lnTo>
                <a:lnTo>
                  <a:pt x="5229" y="96812"/>
                </a:lnTo>
                <a:lnTo>
                  <a:pt x="22889" y="89783"/>
                </a:lnTo>
                <a:lnTo>
                  <a:pt x="40548" y="82763"/>
                </a:lnTo>
                <a:lnTo>
                  <a:pt x="58217" y="75733"/>
                </a:lnTo>
                <a:lnTo>
                  <a:pt x="75876" y="68713"/>
                </a:lnTo>
                <a:lnTo>
                  <a:pt x="93536" y="61684"/>
                </a:lnTo>
                <a:lnTo>
                  <a:pt x="111204" y="54664"/>
                </a:lnTo>
                <a:lnTo>
                  <a:pt x="128864" y="47635"/>
                </a:lnTo>
                <a:lnTo>
                  <a:pt x="146523" y="40615"/>
                </a:lnTo>
                <a:lnTo>
                  <a:pt x="164192" y="33585"/>
                </a:lnTo>
                <a:lnTo>
                  <a:pt x="181851" y="26565"/>
                </a:lnTo>
                <a:lnTo>
                  <a:pt x="199511" y="19536"/>
                </a:lnTo>
                <a:lnTo>
                  <a:pt x="217180" y="12516"/>
                </a:lnTo>
                <a:lnTo>
                  <a:pt x="234839" y="5486"/>
                </a:lnTo>
                <a:lnTo>
                  <a:pt x="251460" y="0"/>
                </a:lnTo>
                <a:lnTo>
                  <a:pt x="251460" y="19012"/>
                </a:lnTo>
                <a:lnTo>
                  <a:pt x="251460" y="38014"/>
                </a:lnTo>
                <a:lnTo>
                  <a:pt x="251460" y="57026"/>
                </a:lnTo>
                <a:lnTo>
                  <a:pt x="251460" y="76029"/>
                </a:lnTo>
                <a:lnTo>
                  <a:pt x="251460" y="95040"/>
                </a:lnTo>
                <a:lnTo>
                  <a:pt x="251460" y="114052"/>
                </a:lnTo>
                <a:lnTo>
                  <a:pt x="251460" y="133055"/>
                </a:lnTo>
                <a:lnTo>
                  <a:pt x="251460" y="152067"/>
                </a:lnTo>
                <a:lnTo>
                  <a:pt x="251460" y="171079"/>
                </a:lnTo>
                <a:lnTo>
                  <a:pt x="251460" y="190081"/>
                </a:lnTo>
                <a:lnTo>
                  <a:pt x="251460" y="209093"/>
                </a:lnTo>
                <a:lnTo>
                  <a:pt x="251460" y="228095"/>
                </a:lnTo>
                <a:lnTo>
                  <a:pt x="251460" y="247107"/>
                </a:lnTo>
                <a:lnTo>
                  <a:pt x="251460" y="266119"/>
                </a:lnTo>
                <a:lnTo>
                  <a:pt x="251460" y="285121"/>
                </a:lnTo>
                <a:lnTo>
                  <a:pt x="251460" y="304133"/>
                </a:lnTo>
                <a:lnTo>
                  <a:pt x="251460" y="323145"/>
                </a:lnTo>
                <a:lnTo>
                  <a:pt x="251460" y="342148"/>
                </a:lnTo>
                <a:lnTo>
                  <a:pt x="251460" y="361159"/>
                </a:lnTo>
                <a:lnTo>
                  <a:pt x="251460" y="380162"/>
                </a:lnTo>
                <a:lnTo>
                  <a:pt x="251460" y="399174"/>
                </a:lnTo>
                <a:lnTo>
                  <a:pt x="251460" y="418186"/>
                </a:lnTo>
                <a:lnTo>
                  <a:pt x="251460" y="437188"/>
                </a:lnTo>
                <a:lnTo>
                  <a:pt x="236934" y="447313"/>
                </a:lnTo>
                <a:lnTo>
                  <a:pt x="220008" y="455971"/>
                </a:lnTo>
                <a:lnTo>
                  <a:pt x="203083" y="464620"/>
                </a:lnTo>
                <a:lnTo>
                  <a:pt x="186166" y="473278"/>
                </a:lnTo>
                <a:lnTo>
                  <a:pt x="169240" y="481927"/>
                </a:lnTo>
                <a:lnTo>
                  <a:pt x="152314" y="490585"/>
                </a:lnTo>
                <a:lnTo>
                  <a:pt x="135388" y="499234"/>
                </a:lnTo>
                <a:lnTo>
                  <a:pt x="118472" y="507892"/>
                </a:lnTo>
                <a:lnTo>
                  <a:pt x="101546" y="516550"/>
                </a:lnTo>
                <a:lnTo>
                  <a:pt x="84620" y="525199"/>
                </a:lnTo>
                <a:lnTo>
                  <a:pt x="67694" y="533857"/>
                </a:lnTo>
                <a:lnTo>
                  <a:pt x="50768" y="542506"/>
                </a:lnTo>
                <a:lnTo>
                  <a:pt x="33852" y="551164"/>
                </a:lnTo>
                <a:lnTo>
                  <a:pt x="16926" y="559822"/>
                </a:lnTo>
                <a:lnTo>
                  <a:pt x="0" y="56847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7DD8DCCE-7D69-482B-B563-D38A3212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8465" y="4455795"/>
            <a:ext cx="2337835" cy="128588"/>
          </a:xfrm>
          <a:custGeom xmlns:a="http://schemas.openxmlformats.org/drawingml/2006/main">
            <a:pathLst>
              <a:path w="2337835" h="128588">
                <a:moveTo>
                  <a:pt x="0" y="128588"/>
                </a:moveTo>
                <a:lnTo>
                  <a:pt x="19736" y="128588"/>
                </a:lnTo>
                <a:lnTo>
                  <a:pt x="39472" y="128588"/>
                </a:lnTo>
                <a:lnTo>
                  <a:pt x="59207" y="128588"/>
                </a:lnTo>
                <a:lnTo>
                  <a:pt x="78943" y="128588"/>
                </a:lnTo>
                <a:lnTo>
                  <a:pt x="98679" y="128588"/>
                </a:lnTo>
                <a:lnTo>
                  <a:pt x="118415" y="128588"/>
                </a:lnTo>
                <a:lnTo>
                  <a:pt x="138151" y="128588"/>
                </a:lnTo>
                <a:lnTo>
                  <a:pt x="157886" y="128588"/>
                </a:lnTo>
                <a:lnTo>
                  <a:pt x="177622" y="128588"/>
                </a:lnTo>
                <a:lnTo>
                  <a:pt x="197358" y="128588"/>
                </a:lnTo>
                <a:lnTo>
                  <a:pt x="217094" y="128588"/>
                </a:lnTo>
                <a:lnTo>
                  <a:pt x="236830" y="128588"/>
                </a:lnTo>
                <a:lnTo>
                  <a:pt x="256565" y="128588"/>
                </a:lnTo>
                <a:lnTo>
                  <a:pt x="276301" y="128588"/>
                </a:lnTo>
                <a:lnTo>
                  <a:pt x="296037" y="128588"/>
                </a:lnTo>
                <a:lnTo>
                  <a:pt x="315773" y="128588"/>
                </a:lnTo>
                <a:lnTo>
                  <a:pt x="335509" y="128588"/>
                </a:lnTo>
                <a:lnTo>
                  <a:pt x="355244" y="128588"/>
                </a:lnTo>
                <a:lnTo>
                  <a:pt x="374971" y="128588"/>
                </a:lnTo>
                <a:lnTo>
                  <a:pt x="394706" y="128588"/>
                </a:lnTo>
                <a:lnTo>
                  <a:pt x="414442" y="128588"/>
                </a:lnTo>
                <a:lnTo>
                  <a:pt x="434178" y="128588"/>
                </a:lnTo>
                <a:lnTo>
                  <a:pt x="453914" y="128588"/>
                </a:lnTo>
                <a:lnTo>
                  <a:pt x="473650" y="128588"/>
                </a:lnTo>
                <a:lnTo>
                  <a:pt x="493385" y="128588"/>
                </a:lnTo>
                <a:lnTo>
                  <a:pt x="513121" y="128588"/>
                </a:lnTo>
                <a:lnTo>
                  <a:pt x="532857" y="128588"/>
                </a:lnTo>
                <a:lnTo>
                  <a:pt x="552593" y="128588"/>
                </a:lnTo>
                <a:lnTo>
                  <a:pt x="572329" y="128588"/>
                </a:lnTo>
                <a:lnTo>
                  <a:pt x="592064" y="128588"/>
                </a:lnTo>
                <a:lnTo>
                  <a:pt x="611800" y="128588"/>
                </a:lnTo>
                <a:lnTo>
                  <a:pt x="631536" y="128588"/>
                </a:lnTo>
                <a:lnTo>
                  <a:pt x="651272" y="128588"/>
                </a:lnTo>
                <a:lnTo>
                  <a:pt x="671008" y="128588"/>
                </a:lnTo>
                <a:lnTo>
                  <a:pt x="690743" y="128588"/>
                </a:lnTo>
                <a:lnTo>
                  <a:pt x="710479" y="128588"/>
                </a:lnTo>
                <a:lnTo>
                  <a:pt x="730215" y="128588"/>
                </a:lnTo>
                <a:lnTo>
                  <a:pt x="749951" y="128588"/>
                </a:lnTo>
                <a:lnTo>
                  <a:pt x="769687" y="128588"/>
                </a:lnTo>
                <a:lnTo>
                  <a:pt x="789422" y="128588"/>
                </a:lnTo>
                <a:lnTo>
                  <a:pt x="809158" y="128588"/>
                </a:lnTo>
                <a:lnTo>
                  <a:pt x="828894" y="128588"/>
                </a:lnTo>
                <a:lnTo>
                  <a:pt x="848630" y="128588"/>
                </a:lnTo>
                <a:lnTo>
                  <a:pt x="868366" y="128588"/>
                </a:lnTo>
                <a:lnTo>
                  <a:pt x="888101" y="128588"/>
                </a:lnTo>
                <a:lnTo>
                  <a:pt x="907837" y="128588"/>
                </a:lnTo>
                <a:lnTo>
                  <a:pt x="927573" y="128588"/>
                </a:lnTo>
                <a:lnTo>
                  <a:pt x="947309" y="128588"/>
                </a:lnTo>
                <a:lnTo>
                  <a:pt x="967045" y="128588"/>
                </a:lnTo>
                <a:lnTo>
                  <a:pt x="986780" y="128588"/>
                </a:lnTo>
                <a:lnTo>
                  <a:pt x="1006516" y="128588"/>
                </a:lnTo>
                <a:lnTo>
                  <a:pt x="1026252" y="128588"/>
                </a:lnTo>
                <a:lnTo>
                  <a:pt x="1045988" y="128588"/>
                </a:lnTo>
                <a:lnTo>
                  <a:pt x="1065724" y="128588"/>
                </a:lnTo>
                <a:lnTo>
                  <a:pt x="1085450" y="128588"/>
                </a:lnTo>
                <a:lnTo>
                  <a:pt x="1105186" y="128588"/>
                </a:lnTo>
                <a:lnTo>
                  <a:pt x="1124922" y="128588"/>
                </a:lnTo>
                <a:lnTo>
                  <a:pt x="1144657" y="128588"/>
                </a:lnTo>
                <a:lnTo>
                  <a:pt x="1164393" y="128588"/>
                </a:lnTo>
                <a:lnTo>
                  <a:pt x="1184129" y="128588"/>
                </a:lnTo>
                <a:lnTo>
                  <a:pt x="1203865" y="128588"/>
                </a:lnTo>
                <a:lnTo>
                  <a:pt x="1223601" y="128588"/>
                </a:lnTo>
                <a:lnTo>
                  <a:pt x="1243336" y="128588"/>
                </a:lnTo>
                <a:lnTo>
                  <a:pt x="1263072" y="128588"/>
                </a:lnTo>
                <a:lnTo>
                  <a:pt x="1282808" y="128588"/>
                </a:lnTo>
                <a:lnTo>
                  <a:pt x="1302544" y="128588"/>
                </a:lnTo>
                <a:lnTo>
                  <a:pt x="1322280" y="128588"/>
                </a:lnTo>
                <a:lnTo>
                  <a:pt x="1342015" y="128588"/>
                </a:lnTo>
                <a:lnTo>
                  <a:pt x="1361751" y="128588"/>
                </a:lnTo>
                <a:lnTo>
                  <a:pt x="1381487" y="128588"/>
                </a:lnTo>
                <a:lnTo>
                  <a:pt x="1401223" y="128588"/>
                </a:lnTo>
                <a:lnTo>
                  <a:pt x="1420959" y="128588"/>
                </a:lnTo>
                <a:lnTo>
                  <a:pt x="1440694" y="128588"/>
                </a:lnTo>
                <a:lnTo>
                  <a:pt x="1460430" y="128588"/>
                </a:lnTo>
                <a:lnTo>
                  <a:pt x="1480166" y="128588"/>
                </a:lnTo>
                <a:lnTo>
                  <a:pt x="1499902" y="128588"/>
                </a:lnTo>
                <a:lnTo>
                  <a:pt x="1519638" y="128588"/>
                </a:lnTo>
                <a:lnTo>
                  <a:pt x="1539373" y="128588"/>
                </a:lnTo>
                <a:lnTo>
                  <a:pt x="1559109" y="128588"/>
                </a:lnTo>
                <a:lnTo>
                  <a:pt x="1578845" y="128588"/>
                </a:lnTo>
                <a:lnTo>
                  <a:pt x="1598581" y="128588"/>
                </a:lnTo>
                <a:lnTo>
                  <a:pt x="1618317" y="128588"/>
                </a:lnTo>
                <a:lnTo>
                  <a:pt x="1638052" y="128588"/>
                </a:lnTo>
                <a:lnTo>
                  <a:pt x="1657788" y="128588"/>
                </a:lnTo>
                <a:lnTo>
                  <a:pt x="1677524" y="128588"/>
                </a:lnTo>
                <a:lnTo>
                  <a:pt x="1697260" y="128588"/>
                </a:lnTo>
                <a:lnTo>
                  <a:pt x="1716996" y="128588"/>
                </a:lnTo>
                <a:lnTo>
                  <a:pt x="1736731" y="128588"/>
                </a:lnTo>
                <a:lnTo>
                  <a:pt x="1756467" y="128588"/>
                </a:lnTo>
                <a:lnTo>
                  <a:pt x="1776203" y="128588"/>
                </a:lnTo>
                <a:lnTo>
                  <a:pt x="1795939" y="128588"/>
                </a:lnTo>
                <a:lnTo>
                  <a:pt x="1815665" y="128588"/>
                </a:lnTo>
                <a:lnTo>
                  <a:pt x="1835401" y="128588"/>
                </a:lnTo>
                <a:lnTo>
                  <a:pt x="1855137" y="128588"/>
                </a:lnTo>
                <a:lnTo>
                  <a:pt x="1874872" y="128588"/>
                </a:lnTo>
                <a:lnTo>
                  <a:pt x="1894608" y="128588"/>
                </a:lnTo>
                <a:lnTo>
                  <a:pt x="1914344" y="128588"/>
                </a:lnTo>
                <a:lnTo>
                  <a:pt x="1934080" y="128588"/>
                </a:lnTo>
                <a:lnTo>
                  <a:pt x="1953816" y="128588"/>
                </a:lnTo>
                <a:lnTo>
                  <a:pt x="1973551" y="128588"/>
                </a:lnTo>
                <a:lnTo>
                  <a:pt x="1993287" y="128588"/>
                </a:lnTo>
                <a:lnTo>
                  <a:pt x="2013023" y="128588"/>
                </a:lnTo>
                <a:lnTo>
                  <a:pt x="2032759" y="128588"/>
                </a:lnTo>
                <a:lnTo>
                  <a:pt x="2052495" y="128588"/>
                </a:lnTo>
                <a:lnTo>
                  <a:pt x="2072230" y="128588"/>
                </a:lnTo>
                <a:lnTo>
                  <a:pt x="2091833" y="128026"/>
                </a:lnTo>
                <a:lnTo>
                  <a:pt x="2109407" y="119043"/>
                </a:lnTo>
                <a:lnTo>
                  <a:pt x="2126971" y="110061"/>
                </a:lnTo>
                <a:lnTo>
                  <a:pt x="2144544" y="101070"/>
                </a:lnTo>
                <a:lnTo>
                  <a:pt x="2162118" y="92088"/>
                </a:lnTo>
                <a:lnTo>
                  <a:pt x="2179691" y="83096"/>
                </a:lnTo>
                <a:lnTo>
                  <a:pt x="2197265" y="74114"/>
                </a:lnTo>
                <a:lnTo>
                  <a:pt x="2214829" y="65132"/>
                </a:lnTo>
                <a:lnTo>
                  <a:pt x="2232403" y="56140"/>
                </a:lnTo>
                <a:lnTo>
                  <a:pt x="2249976" y="47158"/>
                </a:lnTo>
                <a:lnTo>
                  <a:pt x="2267550" y="38176"/>
                </a:lnTo>
                <a:lnTo>
                  <a:pt x="2285114" y="29185"/>
                </a:lnTo>
                <a:lnTo>
                  <a:pt x="2302688" y="20203"/>
                </a:lnTo>
                <a:lnTo>
                  <a:pt x="2320261" y="11220"/>
                </a:lnTo>
                <a:lnTo>
                  <a:pt x="2337835" y="2229"/>
                </a:lnTo>
                <a:lnTo>
                  <a:pt x="2327367" y="0"/>
                </a:lnTo>
                <a:lnTo>
                  <a:pt x="2307631" y="0"/>
                </a:lnTo>
                <a:lnTo>
                  <a:pt x="2287895" y="0"/>
                </a:lnTo>
                <a:lnTo>
                  <a:pt x="2268160" y="0"/>
                </a:lnTo>
                <a:lnTo>
                  <a:pt x="2248424" y="0"/>
                </a:lnTo>
                <a:lnTo>
                  <a:pt x="2228688" y="0"/>
                </a:lnTo>
                <a:lnTo>
                  <a:pt x="2208952" y="0"/>
                </a:lnTo>
                <a:lnTo>
                  <a:pt x="2189216" y="0"/>
                </a:lnTo>
                <a:lnTo>
                  <a:pt x="2169481" y="0"/>
                </a:lnTo>
                <a:lnTo>
                  <a:pt x="2149745" y="0"/>
                </a:lnTo>
                <a:lnTo>
                  <a:pt x="2130009" y="0"/>
                </a:lnTo>
                <a:lnTo>
                  <a:pt x="2110273" y="0"/>
                </a:lnTo>
                <a:lnTo>
                  <a:pt x="2090537" y="0"/>
                </a:lnTo>
                <a:lnTo>
                  <a:pt x="2070802" y="0"/>
                </a:lnTo>
                <a:lnTo>
                  <a:pt x="2051066" y="0"/>
                </a:lnTo>
                <a:lnTo>
                  <a:pt x="2031330" y="0"/>
                </a:lnTo>
                <a:lnTo>
                  <a:pt x="2011594" y="0"/>
                </a:lnTo>
                <a:lnTo>
                  <a:pt x="1991858" y="0"/>
                </a:lnTo>
                <a:lnTo>
                  <a:pt x="1972123" y="0"/>
                </a:lnTo>
                <a:lnTo>
                  <a:pt x="1952387" y="0"/>
                </a:lnTo>
                <a:lnTo>
                  <a:pt x="1932651" y="0"/>
                </a:lnTo>
                <a:lnTo>
                  <a:pt x="1912915" y="0"/>
                </a:lnTo>
                <a:lnTo>
                  <a:pt x="1893179" y="0"/>
                </a:lnTo>
                <a:lnTo>
                  <a:pt x="1873444" y="0"/>
                </a:lnTo>
                <a:lnTo>
                  <a:pt x="1853708" y="0"/>
                </a:lnTo>
                <a:lnTo>
                  <a:pt x="1833972" y="0"/>
                </a:lnTo>
                <a:lnTo>
                  <a:pt x="1814236" y="0"/>
                </a:lnTo>
                <a:lnTo>
                  <a:pt x="1794510" y="0"/>
                </a:lnTo>
                <a:lnTo>
                  <a:pt x="1774774" y="0"/>
                </a:lnTo>
                <a:lnTo>
                  <a:pt x="1755038" y="0"/>
                </a:lnTo>
                <a:lnTo>
                  <a:pt x="1735303" y="0"/>
                </a:lnTo>
                <a:lnTo>
                  <a:pt x="1715567" y="0"/>
                </a:lnTo>
                <a:lnTo>
                  <a:pt x="1695831" y="0"/>
                </a:lnTo>
                <a:lnTo>
                  <a:pt x="1676095" y="0"/>
                </a:lnTo>
                <a:lnTo>
                  <a:pt x="1656359" y="0"/>
                </a:lnTo>
                <a:lnTo>
                  <a:pt x="1636624" y="0"/>
                </a:lnTo>
                <a:lnTo>
                  <a:pt x="1616888" y="0"/>
                </a:lnTo>
                <a:lnTo>
                  <a:pt x="1597152" y="0"/>
                </a:lnTo>
                <a:lnTo>
                  <a:pt x="1577416" y="0"/>
                </a:lnTo>
                <a:lnTo>
                  <a:pt x="1557680" y="0"/>
                </a:lnTo>
                <a:lnTo>
                  <a:pt x="1537945" y="0"/>
                </a:lnTo>
                <a:lnTo>
                  <a:pt x="1518209" y="0"/>
                </a:lnTo>
                <a:lnTo>
                  <a:pt x="1498473" y="0"/>
                </a:lnTo>
                <a:lnTo>
                  <a:pt x="1478737" y="0"/>
                </a:lnTo>
                <a:lnTo>
                  <a:pt x="1459001" y="0"/>
                </a:lnTo>
                <a:lnTo>
                  <a:pt x="1439266" y="0"/>
                </a:lnTo>
                <a:lnTo>
                  <a:pt x="1419530" y="0"/>
                </a:lnTo>
                <a:lnTo>
                  <a:pt x="1399794" y="0"/>
                </a:lnTo>
                <a:lnTo>
                  <a:pt x="1380058" y="0"/>
                </a:lnTo>
                <a:lnTo>
                  <a:pt x="1360322" y="0"/>
                </a:lnTo>
                <a:lnTo>
                  <a:pt x="1340587" y="0"/>
                </a:lnTo>
                <a:lnTo>
                  <a:pt x="1320851" y="0"/>
                </a:lnTo>
                <a:lnTo>
                  <a:pt x="1301115" y="0"/>
                </a:lnTo>
                <a:lnTo>
                  <a:pt x="1281379" y="0"/>
                </a:lnTo>
                <a:lnTo>
                  <a:pt x="1261643" y="0"/>
                </a:lnTo>
                <a:lnTo>
                  <a:pt x="1241908" y="0"/>
                </a:lnTo>
                <a:lnTo>
                  <a:pt x="1222172" y="0"/>
                </a:lnTo>
                <a:lnTo>
                  <a:pt x="1202436" y="0"/>
                </a:lnTo>
                <a:lnTo>
                  <a:pt x="1182700" y="0"/>
                </a:lnTo>
                <a:lnTo>
                  <a:pt x="1162964" y="0"/>
                </a:lnTo>
                <a:lnTo>
                  <a:pt x="1143229" y="0"/>
                </a:lnTo>
                <a:lnTo>
                  <a:pt x="1123493" y="0"/>
                </a:lnTo>
                <a:lnTo>
                  <a:pt x="1103757" y="0"/>
                </a:lnTo>
                <a:lnTo>
                  <a:pt x="1084031" y="0"/>
                </a:lnTo>
                <a:lnTo>
                  <a:pt x="1064295" y="0"/>
                </a:lnTo>
                <a:lnTo>
                  <a:pt x="1044559" y="0"/>
                </a:lnTo>
                <a:lnTo>
                  <a:pt x="1024823" y="0"/>
                </a:lnTo>
                <a:lnTo>
                  <a:pt x="1005088" y="0"/>
                </a:lnTo>
                <a:lnTo>
                  <a:pt x="985352" y="0"/>
                </a:lnTo>
                <a:lnTo>
                  <a:pt x="965616" y="0"/>
                </a:lnTo>
                <a:lnTo>
                  <a:pt x="945880" y="0"/>
                </a:lnTo>
                <a:lnTo>
                  <a:pt x="926144" y="0"/>
                </a:lnTo>
                <a:lnTo>
                  <a:pt x="906409" y="0"/>
                </a:lnTo>
                <a:lnTo>
                  <a:pt x="886673" y="0"/>
                </a:lnTo>
                <a:lnTo>
                  <a:pt x="866937" y="0"/>
                </a:lnTo>
                <a:lnTo>
                  <a:pt x="847201" y="0"/>
                </a:lnTo>
                <a:lnTo>
                  <a:pt x="827465" y="0"/>
                </a:lnTo>
                <a:lnTo>
                  <a:pt x="807730" y="0"/>
                </a:lnTo>
                <a:lnTo>
                  <a:pt x="787994" y="0"/>
                </a:lnTo>
                <a:lnTo>
                  <a:pt x="768258" y="0"/>
                </a:lnTo>
                <a:lnTo>
                  <a:pt x="748522" y="0"/>
                </a:lnTo>
                <a:lnTo>
                  <a:pt x="728786" y="0"/>
                </a:lnTo>
                <a:lnTo>
                  <a:pt x="709051" y="0"/>
                </a:lnTo>
                <a:lnTo>
                  <a:pt x="689315" y="0"/>
                </a:lnTo>
                <a:lnTo>
                  <a:pt x="669579" y="0"/>
                </a:lnTo>
                <a:lnTo>
                  <a:pt x="649843" y="0"/>
                </a:lnTo>
                <a:lnTo>
                  <a:pt x="630107" y="0"/>
                </a:lnTo>
                <a:lnTo>
                  <a:pt x="610372" y="0"/>
                </a:lnTo>
                <a:lnTo>
                  <a:pt x="590636" y="0"/>
                </a:lnTo>
                <a:lnTo>
                  <a:pt x="570900" y="0"/>
                </a:lnTo>
                <a:lnTo>
                  <a:pt x="551164" y="0"/>
                </a:lnTo>
                <a:lnTo>
                  <a:pt x="531428" y="0"/>
                </a:lnTo>
                <a:lnTo>
                  <a:pt x="511693" y="0"/>
                </a:lnTo>
                <a:lnTo>
                  <a:pt x="491957" y="0"/>
                </a:lnTo>
                <a:lnTo>
                  <a:pt x="472221" y="0"/>
                </a:lnTo>
                <a:lnTo>
                  <a:pt x="452485" y="0"/>
                </a:lnTo>
                <a:lnTo>
                  <a:pt x="432749" y="0"/>
                </a:lnTo>
                <a:lnTo>
                  <a:pt x="413014" y="0"/>
                </a:lnTo>
                <a:lnTo>
                  <a:pt x="393278" y="0"/>
                </a:lnTo>
                <a:lnTo>
                  <a:pt x="373894" y="2086"/>
                </a:lnTo>
                <a:lnTo>
                  <a:pt x="355197" y="8411"/>
                </a:lnTo>
                <a:lnTo>
                  <a:pt x="336499" y="14735"/>
                </a:lnTo>
                <a:lnTo>
                  <a:pt x="317802" y="21060"/>
                </a:lnTo>
                <a:lnTo>
                  <a:pt x="299114" y="27384"/>
                </a:lnTo>
                <a:lnTo>
                  <a:pt x="280416" y="33709"/>
                </a:lnTo>
                <a:lnTo>
                  <a:pt x="261718" y="40034"/>
                </a:lnTo>
                <a:lnTo>
                  <a:pt x="243030" y="46358"/>
                </a:lnTo>
                <a:lnTo>
                  <a:pt x="224333" y="52683"/>
                </a:lnTo>
                <a:lnTo>
                  <a:pt x="205635" y="59007"/>
                </a:lnTo>
                <a:lnTo>
                  <a:pt x="186947" y="65332"/>
                </a:lnTo>
                <a:lnTo>
                  <a:pt x="168250" y="71657"/>
                </a:lnTo>
                <a:lnTo>
                  <a:pt x="149552" y="77991"/>
                </a:lnTo>
                <a:lnTo>
                  <a:pt x="130864" y="84315"/>
                </a:lnTo>
                <a:lnTo>
                  <a:pt x="112166" y="90640"/>
                </a:lnTo>
                <a:lnTo>
                  <a:pt x="93469" y="96965"/>
                </a:lnTo>
                <a:lnTo>
                  <a:pt x="74781" y="103289"/>
                </a:lnTo>
                <a:lnTo>
                  <a:pt x="56083" y="109614"/>
                </a:lnTo>
                <a:lnTo>
                  <a:pt x="37386" y="115938"/>
                </a:lnTo>
                <a:lnTo>
                  <a:pt x="18698" y="122263"/>
                </a:lnTo>
                <a:lnTo>
                  <a:pt x="0" y="12858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53377CBD-78FB-4D00-AC29-D4885211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380" y="4455795"/>
            <a:ext cx="2182178" cy="128588"/>
          </a:xfrm>
          <a:custGeom xmlns:a="http://schemas.openxmlformats.org/drawingml/2006/main">
            <a:pathLst>
              <a:path w="2182178" h="128588">
                <a:moveTo>
                  <a:pt x="0" y="128588"/>
                </a:moveTo>
                <a:lnTo>
                  <a:pt x="18907" y="128588"/>
                </a:lnTo>
                <a:lnTo>
                  <a:pt x="37824" y="128588"/>
                </a:lnTo>
                <a:lnTo>
                  <a:pt x="56731" y="128588"/>
                </a:lnTo>
                <a:lnTo>
                  <a:pt x="75648" y="128588"/>
                </a:lnTo>
                <a:lnTo>
                  <a:pt x="94555" y="128588"/>
                </a:lnTo>
                <a:lnTo>
                  <a:pt x="113471" y="128588"/>
                </a:lnTo>
                <a:lnTo>
                  <a:pt x="132378" y="128588"/>
                </a:lnTo>
                <a:lnTo>
                  <a:pt x="151295" y="128588"/>
                </a:lnTo>
                <a:lnTo>
                  <a:pt x="170202" y="128588"/>
                </a:lnTo>
                <a:lnTo>
                  <a:pt x="189109" y="128588"/>
                </a:lnTo>
                <a:lnTo>
                  <a:pt x="208026" y="128588"/>
                </a:lnTo>
                <a:lnTo>
                  <a:pt x="226933" y="128588"/>
                </a:lnTo>
                <a:lnTo>
                  <a:pt x="245850" y="128588"/>
                </a:lnTo>
                <a:lnTo>
                  <a:pt x="264757" y="128588"/>
                </a:lnTo>
                <a:lnTo>
                  <a:pt x="283674" y="128588"/>
                </a:lnTo>
                <a:lnTo>
                  <a:pt x="302581" y="128588"/>
                </a:lnTo>
                <a:lnTo>
                  <a:pt x="321497" y="128588"/>
                </a:lnTo>
                <a:lnTo>
                  <a:pt x="340404" y="128588"/>
                </a:lnTo>
                <a:lnTo>
                  <a:pt x="359321" y="128588"/>
                </a:lnTo>
                <a:lnTo>
                  <a:pt x="378228" y="128588"/>
                </a:lnTo>
                <a:lnTo>
                  <a:pt x="397135" y="128588"/>
                </a:lnTo>
                <a:lnTo>
                  <a:pt x="416052" y="128588"/>
                </a:lnTo>
                <a:lnTo>
                  <a:pt x="434959" y="128588"/>
                </a:lnTo>
                <a:lnTo>
                  <a:pt x="453876" y="128588"/>
                </a:lnTo>
                <a:lnTo>
                  <a:pt x="472783" y="128588"/>
                </a:lnTo>
                <a:lnTo>
                  <a:pt x="491700" y="128588"/>
                </a:lnTo>
                <a:lnTo>
                  <a:pt x="510607" y="128588"/>
                </a:lnTo>
                <a:lnTo>
                  <a:pt x="529523" y="128588"/>
                </a:lnTo>
                <a:lnTo>
                  <a:pt x="548430" y="128588"/>
                </a:lnTo>
                <a:lnTo>
                  <a:pt x="567338" y="128588"/>
                </a:lnTo>
                <a:lnTo>
                  <a:pt x="586254" y="128588"/>
                </a:lnTo>
                <a:lnTo>
                  <a:pt x="605161" y="128588"/>
                </a:lnTo>
                <a:lnTo>
                  <a:pt x="624078" y="128588"/>
                </a:lnTo>
                <a:lnTo>
                  <a:pt x="642985" y="128588"/>
                </a:lnTo>
                <a:lnTo>
                  <a:pt x="661902" y="128588"/>
                </a:lnTo>
                <a:lnTo>
                  <a:pt x="680809" y="128588"/>
                </a:lnTo>
                <a:lnTo>
                  <a:pt x="699726" y="128588"/>
                </a:lnTo>
                <a:lnTo>
                  <a:pt x="718633" y="128588"/>
                </a:lnTo>
                <a:lnTo>
                  <a:pt x="737540" y="128588"/>
                </a:lnTo>
                <a:lnTo>
                  <a:pt x="756456" y="128588"/>
                </a:lnTo>
                <a:lnTo>
                  <a:pt x="775364" y="128588"/>
                </a:lnTo>
                <a:lnTo>
                  <a:pt x="794280" y="128588"/>
                </a:lnTo>
                <a:lnTo>
                  <a:pt x="813187" y="128588"/>
                </a:lnTo>
                <a:lnTo>
                  <a:pt x="832104" y="128588"/>
                </a:lnTo>
                <a:lnTo>
                  <a:pt x="851011" y="128588"/>
                </a:lnTo>
                <a:lnTo>
                  <a:pt x="869928" y="128588"/>
                </a:lnTo>
                <a:lnTo>
                  <a:pt x="888835" y="128588"/>
                </a:lnTo>
                <a:lnTo>
                  <a:pt x="907752" y="128588"/>
                </a:lnTo>
                <a:lnTo>
                  <a:pt x="926659" y="128588"/>
                </a:lnTo>
                <a:lnTo>
                  <a:pt x="945566" y="128588"/>
                </a:lnTo>
                <a:lnTo>
                  <a:pt x="964482" y="128588"/>
                </a:lnTo>
                <a:lnTo>
                  <a:pt x="983390" y="128588"/>
                </a:lnTo>
                <a:lnTo>
                  <a:pt x="1002306" y="128588"/>
                </a:lnTo>
                <a:lnTo>
                  <a:pt x="1021213" y="128588"/>
                </a:lnTo>
                <a:lnTo>
                  <a:pt x="1040130" y="128588"/>
                </a:lnTo>
                <a:lnTo>
                  <a:pt x="1059037" y="128588"/>
                </a:lnTo>
                <a:lnTo>
                  <a:pt x="1077954" y="128588"/>
                </a:lnTo>
                <a:lnTo>
                  <a:pt x="1096861" y="128588"/>
                </a:lnTo>
                <a:lnTo>
                  <a:pt x="1115768" y="128588"/>
                </a:lnTo>
                <a:lnTo>
                  <a:pt x="1134685" y="128588"/>
                </a:lnTo>
                <a:lnTo>
                  <a:pt x="1153592" y="128588"/>
                </a:lnTo>
                <a:lnTo>
                  <a:pt x="1172508" y="128588"/>
                </a:lnTo>
                <a:lnTo>
                  <a:pt x="1191416" y="128588"/>
                </a:lnTo>
                <a:lnTo>
                  <a:pt x="1210332" y="128588"/>
                </a:lnTo>
                <a:lnTo>
                  <a:pt x="1229239" y="128588"/>
                </a:lnTo>
                <a:lnTo>
                  <a:pt x="1248156" y="128588"/>
                </a:lnTo>
                <a:lnTo>
                  <a:pt x="1267063" y="128588"/>
                </a:lnTo>
                <a:lnTo>
                  <a:pt x="1285970" y="128588"/>
                </a:lnTo>
                <a:lnTo>
                  <a:pt x="1304887" y="128588"/>
                </a:lnTo>
                <a:lnTo>
                  <a:pt x="1323794" y="128588"/>
                </a:lnTo>
                <a:lnTo>
                  <a:pt x="1342711" y="128588"/>
                </a:lnTo>
                <a:lnTo>
                  <a:pt x="1361618" y="128588"/>
                </a:lnTo>
                <a:lnTo>
                  <a:pt x="1380534" y="128588"/>
                </a:lnTo>
                <a:lnTo>
                  <a:pt x="1399442" y="128588"/>
                </a:lnTo>
                <a:lnTo>
                  <a:pt x="1418358" y="128588"/>
                </a:lnTo>
                <a:lnTo>
                  <a:pt x="1437265" y="128588"/>
                </a:lnTo>
                <a:lnTo>
                  <a:pt x="1456182" y="128588"/>
                </a:lnTo>
                <a:lnTo>
                  <a:pt x="1475089" y="128588"/>
                </a:lnTo>
                <a:lnTo>
                  <a:pt x="1493996" y="128588"/>
                </a:lnTo>
                <a:lnTo>
                  <a:pt x="1512913" y="128588"/>
                </a:lnTo>
                <a:lnTo>
                  <a:pt x="1531820" y="128588"/>
                </a:lnTo>
                <a:lnTo>
                  <a:pt x="1550737" y="128588"/>
                </a:lnTo>
                <a:lnTo>
                  <a:pt x="1569644" y="128588"/>
                </a:lnTo>
                <a:lnTo>
                  <a:pt x="1588560" y="128588"/>
                </a:lnTo>
                <a:lnTo>
                  <a:pt x="1607468" y="128588"/>
                </a:lnTo>
                <a:lnTo>
                  <a:pt x="1626384" y="128588"/>
                </a:lnTo>
                <a:lnTo>
                  <a:pt x="1645291" y="128588"/>
                </a:lnTo>
                <a:lnTo>
                  <a:pt x="1664198" y="128588"/>
                </a:lnTo>
                <a:lnTo>
                  <a:pt x="1683115" y="128588"/>
                </a:lnTo>
                <a:lnTo>
                  <a:pt x="1702022" y="128588"/>
                </a:lnTo>
                <a:lnTo>
                  <a:pt x="1720939" y="128588"/>
                </a:lnTo>
                <a:lnTo>
                  <a:pt x="1739846" y="128588"/>
                </a:lnTo>
                <a:lnTo>
                  <a:pt x="1758763" y="128588"/>
                </a:lnTo>
                <a:lnTo>
                  <a:pt x="1777670" y="128588"/>
                </a:lnTo>
                <a:lnTo>
                  <a:pt x="1796586" y="128588"/>
                </a:lnTo>
                <a:lnTo>
                  <a:pt x="1815494" y="128588"/>
                </a:lnTo>
                <a:lnTo>
                  <a:pt x="1834410" y="128588"/>
                </a:lnTo>
                <a:lnTo>
                  <a:pt x="1853317" y="128588"/>
                </a:lnTo>
                <a:lnTo>
                  <a:pt x="1872224" y="128588"/>
                </a:lnTo>
                <a:lnTo>
                  <a:pt x="1891141" y="128588"/>
                </a:lnTo>
                <a:lnTo>
                  <a:pt x="1910048" y="128588"/>
                </a:lnTo>
                <a:lnTo>
                  <a:pt x="1928641" y="127235"/>
                </a:lnTo>
                <a:lnTo>
                  <a:pt x="1945548" y="118758"/>
                </a:lnTo>
                <a:lnTo>
                  <a:pt x="1962445" y="110271"/>
                </a:lnTo>
                <a:lnTo>
                  <a:pt x="1979352" y="101794"/>
                </a:lnTo>
                <a:lnTo>
                  <a:pt x="1996250" y="93307"/>
                </a:lnTo>
                <a:lnTo>
                  <a:pt x="2013156" y="84830"/>
                </a:lnTo>
                <a:lnTo>
                  <a:pt x="2030054" y="76343"/>
                </a:lnTo>
                <a:lnTo>
                  <a:pt x="2046961" y="67856"/>
                </a:lnTo>
                <a:lnTo>
                  <a:pt x="2063858" y="59379"/>
                </a:lnTo>
                <a:lnTo>
                  <a:pt x="2080765" y="50892"/>
                </a:lnTo>
                <a:lnTo>
                  <a:pt x="2097662" y="42415"/>
                </a:lnTo>
                <a:lnTo>
                  <a:pt x="2114569" y="33928"/>
                </a:lnTo>
                <a:lnTo>
                  <a:pt x="2131466" y="25451"/>
                </a:lnTo>
                <a:lnTo>
                  <a:pt x="2148373" y="16964"/>
                </a:lnTo>
                <a:lnTo>
                  <a:pt x="2165271" y="8487"/>
                </a:lnTo>
                <a:lnTo>
                  <a:pt x="21821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1A421CDF-DDD7-4D15-A619-A992501D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5665" y="4455795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A905446A-E8D9-4B71-8E32-B947E16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0893" y="4017578"/>
            <a:ext cx="120968" cy="208740"/>
          </a:xfrm>
          <a:custGeom xmlns:a="http://schemas.openxmlformats.org/drawingml/2006/main">
            <a:pathLst>
              <a:path w="120968" h="208740">
                <a:moveTo>
                  <a:pt x="0" y="97222"/>
                </a:moveTo>
                <a:lnTo>
                  <a:pt x="0" y="114176"/>
                </a:lnTo>
                <a:lnTo>
                  <a:pt x="0" y="131131"/>
                </a:lnTo>
                <a:lnTo>
                  <a:pt x="0" y="148085"/>
                </a:lnTo>
                <a:lnTo>
                  <a:pt x="0" y="165040"/>
                </a:lnTo>
                <a:lnTo>
                  <a:pt x="0" y="181994"/>
                </a:lnTo>
                <a:lnTo>
                  <a:pt x="0" y="198949"/>
                </a:lnTo>
                <a:lnTo>
                  <a:pt x="3372" y="208740"/>
                </a:lnTo>
                <a:lnTo>
                  <a:pt x="16440" y="197930"/>
                </a:lnTo>
                <a:lnTo>
                  <a:pt x="29508" y="187128"/>
                </a:lnTo>
                <a:lnTo>
                  <a:pt x="42567" y="176327"/>
                </a:lnTo>
                <a:lnTo>
                  <a:pt x="55636" y="165525"/>
                </a:lnTo>
                <a:lnTo>
                  <a:pt x="68704" y="154724"/>
                </a:lnTo>
                <a:lnTo>
                  <a:pt x="81772" y="143923"/>
                </a:lnTo>
                <a:lnTo>
                  <a:pt x="94831" y="133121"/>
                </a:lnTo>
                <a:lnTo>
                  <a:pt x="107899" y="122311"/>
                </a:lnTo>
                <a:lnTo>
                  <a:pt x="120968" y="111509"/>
                </a:lnTo>
                <a:lnTo>
                  <a:pt x="120968" y="94555"/>
                </a:lnTo>
                <a:lnTo>
                  <a:pt x="120968" y="77610"/>
                </a:lnTo>
                <a:lnTo>
                  <a:pt x="120968" y="60655"/>
                </a:lnTo>
                <a:lnTo>
                  <a:pt x="120968" y="43701"/>
                </a:lnTo>
                <a:lnTo>
                  <a:pt x="120968" y="26746"/>
                </a:lnTo>
                <a:lnTo>
                  <a:pt x="120968" y="9792"/>
                </a:lnTo>
                <a:lnTo>
                  <a:pt x="117596" y="0"/>
                </a:lnTo>
                <a:lnTo>
                  <a:pt x="104527" y="10801"/>
                </a:lnTo>
                <a:lnTo>
                  <a:pt x="91459" y="21603"/>
                </a:lnTo>
                <a:lnTo>
                  <a:pt x="78400" y="32404"/>
                </a:lnTo>
                <a:lnTo>
                  <a:pt x="65332" y="43215"/>
                </a:lnTo>
                <a:lnTo>
                  <a:pt x="52264" y="54016"/>
                </a:lnTo>
                <a:lnTo>
                  <a:pt x="39195" y="64818"/>
                </a:lnTo>
                <a:lnTo>
                  <a:pt x="26137" y="75619"/>
                </a:lnTo>
                <a:lnTo>
                  <a:pt x="13068" y="86420"/>
                </a:lnTo>
                <a:lnTo>
                  <a:pt x="0" y="9722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6A1B5538-6CEB-4A4D-B46A-D8369944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014788"/>
            <a:ext cx="2206171" cy="100013"/>
          </a:xfrm>
          <a:custGeom xmlns:a="http://schemas.openxmlformats.org/drawingml/2006/main">
            <a:pathLst>
              <a:path w="2206171" h="100013">
                <a:moveTo>
                  <a:pt x="0" y="100013"/>
                </a:moveTo>
                <a:lnTo>
                  <a:pt x="18983" y="100013"/>
                </a:lnTo>
                <a:lnTo>
                  <a:pt x="37967" y="100013"/>
                </a:lnTo>
                <a:lnTo>
                  <a:pt x="56960" y="100013"/>
                </a:lnTo>
                <a:lnTo>
                  <a:pt x="75943" y="100013"/>
                </a:lnTo>
                <a:lnTo>
                  <a:pt x="94926" y="100013"/>
                </a:lnTo>
                <a:lnTo>
                  <a:pt x="113909" y="100013"/>
                </a:lnTo>
                <a:lnTo>
                  <a:pt x="132893" y="100013"/>
                </a:lnTo>
                <a:lnTo>
                  <a:pt x="151876" y="100013"/>
                </a:lnTo>
                <a:lnTo>
                  <a:pt x="170869" y="100013"/>
                </a:lnTo>
                <a:lnTo>
                  <a:pt x="189852" y="100013"/>
                </a:lnTo>
                <a:lnTo>
                  <a:pt x="208836" y="100013"/>
                </a:lnTo>
                <a:lnTo>
                  <a:pt x="227819" y="100013"/>
                </a:lnTo>
                <a:lnTo>
                  <a:pt x="246802" y="100013"/>
                </a:lnTo>
                <a:lnTo>
                  <a:pt x="265786" y="100013"/>
                </a:lnTo>
                <a:lnTo>
                  <a:pt x="284778" y="100013"/>
                </a:lnTo>
                <a:lnTo>
                  <a:pt x="303762" y="100013"/>
                </a:lnTo>
                <a:lnTo>
                  <a:pt x="322745" y="100013"/>
                </a:lnTo>
                <a:lnTo>
                  <a:pt x="341728" y="100013"/>
                </a:lnTo>
                <a:lnTo>
                  <a:pt x="360712" y="100013"/>
                </a:lnTo>
                <a:lnTo>
                  <a:pt x="379705" y="100013"/>
                </a:lnTo>
                <a:lnTo>
                  <a:pt x="398688" y="100013"/>
                </a:lnTo>
                <a:lnTo>
                  <a:pt x="417671" y="100013"/>
                </a:lnTo>
                <a:lnTo>
                  <a:pt x="436655" y="100013"/>
                </a:lnTo>
                <a:lnTo>
                  <a:pt x="455638" y="100013"/>
                </a:lnTo>
                <a:lnTo>
                  <a:pt x="474621" y="100013"/>
                </a:lnTo>
                <a:lnTo>
                  <a:pt x="493614" y="100013"/>
                </a:lnTo>
                <a:lnTo>
                  <a:pt x="512597" y="100013"/>
                </a:lnTo>
                <a:lnTo>
                  <a:pt x="531581" y="100013"/>
                </a:lnTo>
                <a:lnTo>
                  <a:pt x="550564" y="100013"/>
                </a:lnTo>
                <a:lnTo>
                  <a:pt x="569547" y="100013"/>
                </a:lnTo>
                <a:lnTo>
                  <a:pt x="588531" y="100013"/>
                </a:lnTo>
                <a:lnTo>
                  <a:pt x="607524" y="100013"/>
                </a:lnTo>
                <a:lnTo>
                  <a:pt x="626507" y="100013"/>
                </a:lnTo>
                <a:lnTo>
                  <a:pt x="645490" y="100013"/>
                </a:lnTo>
                <a:lnTo>
                  <a:pt x="664474" y="100013"/>
                </a:lnTo>
                <a:lnTo>
                  <a:pt x="683457" y="100013"/>
                </a:lnTo>
                <a:lnTo>
                  <a:pt x="702450" y="100013"/>
                </a:lnTo>
                <a:lnTo>
                  <a:pt x="721433" y="100013"/>
                </a:lnTo>
                <a:lnTo>
                  <a:pt x="740416" y="100013"/>
                </a:lnTo>
                <a:lnTo>
                  <a:pt x="759400" y="100013"/>
                </a:lnTo>
                <a:lnTo>
                  <a:pt x="778383" y="100013"/>
                </a:lnTo>
                <a:lnTo>
                  <a:pt x="797366" y="100013"/>
                </a:lnTo>
                <a:lnTo>
                  <a:pt x="816359" y="100013"/>
                </a:lnTo>
                <a:lnTo>
                  <a:pt x="835343" y="100013"/>
                </a:lnTo>
                <a:lnTo>
                  <a:pt x="854326" y="100013"/>
                </a:lnTo>
                <a:lnTo>
                  <a:pt x="873309" y="100013"/>
                </a:lnTo>
                <a:lnTo>
                  <a:pt x="892292" y="100013"/>
                </a:lnTo>
                <a:lnTo>
                  <a:pt x="911285" y="100013"/>
                </a:lnTo>
                <a:lnTo>
                  <a:pt x="930269" y="100013"/>
                </a:lnTo>
                <a:lnTo>
                  <a:pt x="949252" y="100013"/>
                </a:lnTo>
                <a:lnTo>
                  <a:pt x="968235" y="100013"/>
                </a:lnTo>
                <a:lnTo>
                  <a:pt x="987219" y="100013"/>
                </a:lnTo>
                <a:lnTo>
                  <a:pt x="1006202" y="100013"/>
                </a:lnTo>
                <a:lnTo>
                  <a:pt x="1025195" y="100013"/>
                </a:lnTo>
                <a:lnTo>
                  <a:pt x="1044178" y="100013"/>
                </a:lnTo>
                <a:lnTo>
                  <a:pt x="1063161" y="100013"/>
                </a:lnTo>
                <a:lnTo>
                  <a:pt x="1082145" y="100013"/>
                </a:lnTo>
                <a:lnTo>
                  <a:pt x="1101128" y="100013"/>
                </a:lnTo>
                <a:lnTo>
                  <a:pt x="1120121" y="100013"/>
                </a:lnTo>
                <a:lnTo>
                  <a:pt x="1139104" y="100013"/>
                </a:lnTo>
                <a:lnTo>
                  <a:pt x="1158088" y="100013"/>
                </a:lnTo>
                <a:lnTo>
                  <a:pt x="1177071" y="100013"/>
                </a:lnTo>
                <a:lnTo>
                  <a:pt x="1196054" y="100013"/>
                </a:lnTo>
                <a:lnTo>
                  <a:pt x="1215038" y="100013"/>
                </a:lnTo>
                <a:lnTo>
                  <a:pt x="1234030" y="100013"/>
                </a:lnTo>
                <a:lnTo>
                  <a:pt x="1253014" y="100013"/>
                </a:lnTo>
                <a:lnTo>
                  <a:pt x="1271997" y="100013"/>
                </a:lnTo>
                <a:lnTo>
                  <a:pt x="1290980" y="100013"/>
                </a:lnTo>
                <a:lnTo>
                  <a:pt x="1309964" y="100013"/>
                </a:lnTo>
                <a:lnTo>
                  <a:pt x="1328947" y="100013"/>
                </a:lnTo>
                <a:lnTo>
                  <a:pt x="1347940" y="100013"/>
                </a:lnTo>
                <a:lnTo>
                  <a:pt x="1366923" y="100013"/>
                </a:lnTo>
                <a:lnTo>
                  <a:pt x="1385907" y="100013"/>
                </a:lnTo>
                <a:lnTo>
                  <a:pt x="1404890" y="100013"/>
                </a:lnTo>
                <a:lnTo>
                  <a:pt x="1423873" y="100013"/>
                </a:lnTo>
                <a:lnTo>
                  <a:pt x="1442866" y="100013"/>
                </a:lnTo>
                <a:lnTo>
                  <a:pt x="1461849" y="100013"/>
                </a:lnTo>
                <a:lnTo>
                  <a:pt x="1480833" y="100013"/>
                </a:lnTo>
                <a:lnTo>
                  <a:pt x="1499816" y="100013"/>
                </a:lnTo>
                <a:lnTo>
                  <a:pt x="1518799" y="100013"/>
                </a:lnTo>
                <a:lnTo>
                  <a:pt x="1537783" y="100013"/>
                </a:lnTo>
                <a:lnTo>
                  <a:pt x="1556776" y="100013"/>
                </a:lnTo>
                <a:lnTo>
                  <a:pt x="1575759" y="100013"/>
                </a:lnTo>
                <a:lnTo>
                  <a:pt x="1594742" y="100013"/>
                </a:lnTo>
                <a:lnTo>
                  <a:pt x="1613725" y="100013"/>
                </a:lnTo>
                <a:lnTo>
                  <a:pt x="1632709" y="100013"/>
                </a:lnTo>
                <a:lnTo>
                  <a:pt x="1651692" y="100013"/>
                </a:lnTo>
                <a:lnTo>
                  <a:pt x="1670685" y="100013"/>
                </a:lnTo>
                <a:lnTo>
                  <a:pt x="1689668" y="100013"/>
                </a:lnTo>
                <a:lnTo>
                  <a:pt x="1708652" y="100013"/>
                </a:lnTo>
                <a:lnTo>
                  <a:pt x="1727635" y="100013"/>
                </a:lnTo>
                <a:lnTo>
                  <a:pt x="1746618" y="100013"/>
                </a:lnTo>
                <a:lnTo>
                  <a:pt x="1765611" y="100013"/>
                </a:lnTo>
                <a:lnTo>
                  <a:pt x="1784594" y="100013"/>
                </a:lnTo>
                <a:lnTo>
                  <a:pt x="1803578" y="100013"/>
                </a:lnTo>
                <a:lnTo>
                  <a:pt x="1822561" y="100013"/>
                </a:lnTo>
                <a:lnTo>
                  <a:pt x="1841544" y="100013"/>
                </a:lnTo>
                <a:lnTo>
                  <a:pt x="1860528" y="100013"/>
                </a:lnTo>
                <a:lnTo>
                  <a:pt x="1879521" y="100013"/>
                </a:lnTo>
                <a:lnTo>
                  <a:pt x="1898504" y="100013"/>
                </a:lnTo>
                <a:lnTo>
                  <a:pt x="1917487" y="100013"/>
                </a:lnTo>
                <a:lnTo>
                  <a:pt x="1936471" y="100013"/>
                </a:lnTo>
                <a:lnTo>
                  <a:pt x="1955454" y="100013"/>
                </a:lnTo>
                <a:lnTo>
                  <a:pt x="1974437" y="100013"/>
                </a:lnTo>
                <a:lnTo>
                  <a:pt x="1993430" y="100013"/>
                </a:lnTo>
                <a:lnTo>
                  <a:pt x="2012413" y="100013"/>
                </a:lnTo>
                <a:lnTo>
                  <a:pt x="2031397" y="100013"/>
                </a:lnTo>
                <a:lnTo>
                  <a:pt x="2050380" y="100013"/>
                </a:lnTo>
                <a:lnTo>
                  <a:pt x="2069363" y="100013"/>
                </a:lnTo>
                <a:lnTo>
                  <a:pt x="2088356" y="100013"/>
                </a:lnTo>
                <a:lnTo>
                  <a:pt x="2103749" y="90040"/>
                </a:lnTo>
                <a:lnTo>
                  <a:pt x="2118379" y="77943"/>
                </a:lnTo>
                <a:lnTo>
                  <a:pt x="2133009" y="65846"/>
                </a:lnTo>
                <a:lnTo>
                  <a:pt x="2147649" y="53750"/>
                </a:lnTo>
                <a:lnTo>
                  <a:pt x="2162280" y="41653"/>
                </a:lnTo>
                <a:lnTo>
                  <a:pt x="2176910" y="29556"/>
                </a:lnTo>
                <a:lnTo>
                  <a:pt x="2191541" y="17459"/>
                </a:lnTo>
                <a:lnTo>
                  <a:pt x="2206171" y="5363"/>
                </a:lnTo>
                <a:lnTo>
                  <a:pt x="2202085" y="0"/>
                </a:lnTo>
                <a:lnTo>
                  <a:pt x="2183101" y="0"/>
                </a:lnTo>
                <a:lnTo>
                  <a:pt x="2164118" y="0"/>
                </a:lnTo>
                <a:lnTo>
                  <a:pt x="2145135" y="0"/>
                </a:lnTo>
                <a:lnTo>
                  <a:pt x="2126151" y="0"/>
                </a:lnTo>
                <a:lnTo>
                  <a:pt x="2107159" y="0"/>
                </a:lnTo>
                <a:lnTo>
                  <a:pt x="2088175" y="0"/>
                </a:lnTo>
                <a:lnTo>
                  <a:pt x="2069192" y="0"/>
                </a:lnTo>
                <a:lnTo>
                  <a:pt x="2050209" y="0"/>
                </a:lnTo>
                <a:lnTo>
                  <a:pt x="2031225" y="0"/>
                </a:lnTo>
                <a:lnTo>
                  <a:pt x="2012242" y="0"/>
                </a:lnTo>
                <a:lnTo>
                  <a:pt x="1993249" y="0"/>
                </a:lnTo>
                <a:lnTo>
                  <a:pt x="1974266" y="0"/>
                </a:lnTo>
                <a:lnTo>
                  <a:pt x="1955282" y="0"/>
                </a:lnTo>
                <a:lnTo>
                  <a:pt x="1936299" y="0"/>
                </a:lnTo>
                <a:lnTo>
                  <a:pt x="1917316" y="0"/>
                </a:lnTo>
                <a:lnTo>
                  <a:pt x="1898333" y="0"/>
                </a:lnTo>
                <a:lnTo>
                  <a:pt x="1879340" y="0"/>
                </a:lnTo>
                <a:lnTo>
                  <a:pt x="1860356" y="0"/>
                </a:lnTo>
                <a:lnTo>
                  <a:pt x="1841373" y="0"/>
                </a:lnTo>
                <a:lnTo>
                  <a:pt x="1822390" y="0"/>
                </a:lnTo>
                <a:lnTo>
                  <a:pt x="1803406" y="0"/>
                </a:lnTo>
                <a:lnTo>
                  <a:pt x="1784414" y="0"/>
                </a:lnTo>
                <a:lnTo>
                  <a:pt x="1765430" y="0"/>
                </a:lnTo>
                <a:lnTo>
                  <a:pt x="1746447" y="0"/>
                </a:lnTo>
                <a:lnTo>
                  <a:pt x="1727464" y="0"/>
                </a:lnTo>
                <a:lnTo>
                  <a:pt x="1708480" y="0"/>
                </a:lnTo>
                <a:lnTo>
                  <a:pt x="1689497" y="0"/>
                </a:lnTo>
                <a:lnTo>
                  <a:pt x="1670504" y="0"/>
                </a:lnTo>
                <a:lnTo>
                  <a:pt x="1651521" y="0"/>
                </a:lnTo>
                <a:lnTo>
                  <a:pt x="1632537" y="0"/>
                </a:lnTo>
                <a:lnTo>
                  <a:pt x="1613554" y="0"/>
                </a:lnTo>
                <a:lnTo>
                  <a:pt x="1594571" y="0"/>
                </a:lnTo>
                <a:lnTo>
                  <a:pt x="1575578" y="0"/>
                </a:lnTo>
                <a:lnTo>
                  <a:pt x="1556595" y="0"/>
                </a:lnTo>
                <a:lnTo>
                  <a:pt x="1537611" y="0"/>
                </a:lnTo>
                <a:lnTo>
                  <a:pt x="1518628" y="0"/>
                </a:lnTo>
                <a:lnTo>
                  <a:pt x="1499645" y="0"/>
                </a:lnTo>
                <a:lnTo>
                  <a:pt x="1480661" y="0"/>
                </a:lnTo>
                <a:lnTo>
                  <a:pt x="1461668" y="0"/>
                </a:lnTo>
                <a:lnTo>
                  <a:pt x="1442685" y="0"/>
                </a:lnTo>
                <a:lnTo>
                  <a:pt x="1423702" y="0"/>
                </a:lnTo>
                <a:lnTo>
                  <a:pt x="1404718" y="0"/>
                </a:lnTo>
                <a:lnTo>
                  <a:pt x="1385735" y="0"/>
                </a:lnTo>
                <a:lnTo>
                  <a:pt x="1366752" y="0"/>
                </a:lnTo>
                <a:lnTo>
                  <a:pt x="1347759" y="0"/>
                </a:lnTo>
                <a:lnTo>
                  <a:pt x="1328776" y="0"/>
                </a:lnTo>
                <a:lnTo>
                  <a:pt x="1309792" y="0"/>
                </a:lnTo>
                <a:lnTo>
                  <a:pt x="1290809" y="0"/>
                </a:lnTo>
                <a:lnTo>
                  <a:pt x="1271826" y="0"/>
                </a:lnTo>
                <a:lnTo>
                  <a:pt x="1252833" y="0"/>
                </a:lnTo>
                <a:lnTo>
                  <a:pt x="1233849" y="0"/>
                </a:lnTo>
                <a:lnTo>
                  <a:pt x="1214866" y="0"/>
                </a:lnTo>
                <a:lnTo>
                  <a:pt x="1195883" y="0"/>
                </a:lnTo>
                <a:lnTo>
                  <a:pt x="1176899" y="0"/>
                </a:lnTo>
                <a:lnTo>
                  <a:pt x="1157916" y="0"/>
                </a:lnTo>
                <a:lnTo>
                  <a:pt x="1138923" y="0"/>
                </a:lnTo>
                <a:lnTo>
                  <a:pt x="1119940" y="0"/>
                </a:lnTo>
                <a:lnTo>
                  <a:pt x="1100957" y="0"/>
                </a:lnTo>
                <a:lnTo>
                  <a:pt x="1081973" y="0"/>
                </a:lnTo>
                <a:lnTo>
                  <a:pt x="1062990" y="0"/>
                </a:lnTo>
                <a:lnTo>
                  <a:pt x="1043997" y="0"/>
                </a:lnTo>
                <a:lnTo>
                  <a:pt x="1025014" y="0"/>
                </a:lnTo>
                <a:lnTo>
                  <a:pt x="1006031" y="0"/>
                </a:lnTo>
                <a:lnTo>
                  <a:pt x="987047" y="0"/>
                </a:lnTo>
                <a:lnTo>
                  <a:pt x="968064" y="0"/>
                </a:lnTo>
                <a:lnTo>
                  <a:pt x="949081" y="0"/>
                </a:lnTo>
                <a:lnTo>
                  <a:pt x="930088" y="0"/>
                </a:lnTo>
                <a:lnTo>
                  <a:pt x="911104" y="0"/>
                </a:lnTo>
                <a:lnTo>
                  <a:pt x="892121" y="0"/>
                </a:lnTo>
                <a:lnTo>
                  <a:pt x="873138" y="0"/>
                </a:lnTo>
                <a:lnTo>
                  <a:pt x="854154" y="0"/>
                </a:lnTo>
                <a:lnTo>
                  <a:pt x="835171" y="0"/>
                </a:lnTo>
                <a:lnTo>
                  <a:pt x="816178" y="0"/>
                </a:lnTo>
                <a:lnTo>
                  <a:pt x="797195" y="0"/>
                </a:lnTo>
                <a:lnTo>
                  <a:pt x="778212" y="0"/>
                </a:lnTo>
                <a:lnTo>
                  <a:pt x="759228" y="0"/>
                </a:lnTo>
                <a:lnTo>
                  <a:pt x="740245" y="0"/>
                </a:lnTo>
                <a:lnTo>
                  <a:pt x="721262" y="0"/>
                </a:lnTo>
                <a:lnTo>
                  <a:pt x="702269" y="0"/>
                </a:lnTo>
                <a:lnTo>
                  <a:pt x="683285" y="0"/>
                </a:lnTo>
                <a:lnTo>
                  <a:pt x="664302" y="0"/>
                </a:lnTo>
                <a:lnTo>
                  <a:pt x="645319" y="0"/>
                </a:lnTo>
                <a:lnTo>
                  <a:pt x="626335" y="0"/>
                </a:lnTo>
                <a:lnTo>
                  <a:pt x="607343" y="0"/>
                </a:lnTo>
                <a:lnTo>
                  <a:pt x="588359" y="0"/>
                </a:lnTo>
                <a:lnTo>
                  <a:pt x="569376" y="0"/>
                </a:lnTo>
                <a:lnTo>
                  <a:pt x="550393" y="0"/>
                </a:lnTo>
                <a:lnTo>
                  <a:pt x="531409" y="0"/>
                </a:lnTo>
                <a:lnTo>
                  <a:pt x="512426" y="0"/>
                </a:lnTo>
                <a:lnTo>
                  <a:pt x="493433" y="0"/>
                </a:lnTo>
                <a:lnTo>
                  <a:pt x="474450" y="0"/>
                </a:lnTo>
                <a:lnTo>
                  <a:pt x="455466" y="0"/>
                </a:lnTo>
                <a:lnTo>
                  <a:pt x="436483" y="0"/>
                </a:lnTo>
                <a:lnTo>
                  <a:pt x="417500" y="0"/>
                </a:lnTo>
                <a:lnTo>
                  <a:pt x="398507" y="0"/>
                </a:lnTo>
                <a:lnTo>
                  <a:pt x="379524" y="0"/>
                </a:lnTo>
                <a:lnTo>
                  <a:pt x="360540" y="0"/>
                </a:lnTo>
                <a:lnTo>
                  <a:pt x="341557" y="0"/>
                </a:lnTo>
                <a:lnTo>
                  <a:pt x="322574" y="0"/>
                </a:lnTo>
                <a:lnTo>
                  <a:pt x="303590" y="0"/>
                </a:lnTo>
                <a:lnTo>
                  <a:pt x="284597" y="0"/>
                </a:lnTo>
                <a:lnTo>
                  <a:pt x="265614" y="0"/>
                </a:lnTo>
                <a:lnTo>
                  <a:pt x="246974" y="1781"/>
                </a:lnTo>
                <a:lnTo>
                  <a:pt x="229333" y="8801"/>
                </a:lnTo>
                <a:lnTo>
                  <a:pt x="211693" y="15821"/>
                </a:lnTo>
                <a:lnTo>
                  <a:pt x="194053" y="22831"/>
                </a:lnTo>
                <a:lnTo>
                  <a:pt x="176413" y="29851"/>
                </a:lnTo>
                <a:lnTo>
                  <a:pt x="158772" y="36862"/>
                </a:lnTo>
                <a:lnTo>
                  <a:pt x="141132" y="43882"/>
                </a:lnTo>
                <a:lnTo>
                  <a:pt x="123482" y="50902"/>
                </a:lnTo>
                <a:lnTo>
                  <a:pt x="105842" y="57912"/>
                </a:lnTo>
                <a:lnTo>
                  <a:pt x="88202" y="64932"/>
                </a:lnTo>
                <a:lnTo>
                  <a:pt x="70561" y="71952"/>
                </a:lnTo>
                <a:lnTo>
                  <a:pt x="52921" y="78962"/>
                </a:lnTo>
                <a:lnTo>
                  <a:pt x="35281" y="85982"/>
                </a:lnTo>
                <a:lnTo>
                  <a:pt x="17640" y="92993"/>
                </a:lnTo>
                <a:lnTo>
                  <a:pt x="0" y="10001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A0E50844-B417-447A-91B2-06590FA5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070" y="4014788"/>
            <a:ext cx="2052638" cy="100013"/>
          </a:xfrm>
          <a:custGeom xmlns:a="http://schemas.openxmlformats.org/drawingml/2006/main">
            <a:pathLst>
              <a:path w="2052638" h="100013">
                <a:moveTo>
                  <a:pt x="0" y="100013"/>
                </a:moveTo>
                <a:lnTo>
                  <a:pt x="18974" y="100013"/>
                </a:lnTo>
                <a:lnTo>
                  <a:pt x="37948" y="100013"/>
                </a:lnTo>
                <a:lnTo>
                  <a:pt x="56931" y="100013"/>
                </a:lnTo>
                <a:lnTo>
                  <a:pt x="75905" y="100013"/>
                </a:lnTo>
                <a:lnTo>
                  <a:pt x="94879" y="100013"/>
                </a:lnTo>
                <a:lnTo>
                  <a:pt x="113852" y="100013"/>
                </a:lnTo>
                <a:lnTo>
                  <a:pt x="132836" y="100013"/>
                </a:lnTo>
                <a:lnTo>
                  <a:pt x="151809" y="100013"/>
                </a:lnTo>
                <a:lnTo>
                  <a:pt x="170783" y="100013"/>
                </a:lnTo>
                <a:lnTo>
                  <a:pt x="189757" y="100013"/>
                </a:lnTo>
                <a:lnTo>
                  <a:pt x="208740" y="100013"/>
                </a:lnTo>
                <a:lnTo>
                  <a:pt x="227714" y="100013"/>
                </a:lnTo>
                <a:lnTo>
                  <a:pt x="246688" y="100013"/>
                </a:lnTo>
                <a:lnTo>
                  <a:pt x="265662" y="100013"/>
                </a:lnTo>
                <a:lnTo>
                  <a:pt x="284636" y="100013"/>
                </a:lnTo>
                <a:lnTo>
                  <a:pt x="303619" y="100013"/>
                </a:lnTo>
                <a:lnTo>
                  <a:pt x="322593" y="100013"/>
                </a:lnTo>
                <a:lnTo>
                  <a:pt x="341567" y="100013"/>
                </a:lnTo>
                <a:lnTo>
                  <a:pt x="360540" y="100013"/>
                </a:lnTo>
                <a:lnTo>
                  <a:pt x="379524" y="100013"/>
                </a:lnTo>
                <a:lnTo>
                  <a:pt x="398497" y="100013"/>
                </a:lnTo>
                <a:lnTo>
                  <a:pt x="417471" y="100013"/>
                </a:lnTo>
                <a:lnTo>
                  <a:pt x="436445" y="100013"/>
                </a:lnTo>
                <a:lnTo>
                  <a:pt x="455419" y="100013"/>
                </a:lnTo>
                <a:lnTo>
                  <a:pt x="474402" y="100013"/>
                </a:lnTo>
                <a:lnTo>
                  <a:pt x="493376" y="100013"/>
                </a:lnTo>
                <a:lnTo>
                  <a:pt x="512350" y="100013"/>
                </a:lnTo>
                <a:lnTo>
                  <a:pt x="531324" y="100013"/>
                </a:lnTo>
                <a:lnTo>
                  <a:pt x="550307" y="100013"/>
                </a:lnTo>
                <a:lnTo>
                  <a:pt x="569281" y="100013"/>
                </a:lnTo>
                <a:lnTo>
                  <a:pt x="588254" y="100013"/>
                </a:lnTo>
                <a:lnTo>
                  <a:pt x="607228" y="100013"/>
                </a:lnTo>
                <a:lnTo>
                  <a:pt x="626212" y="100013"/>
                </a:lnTo>
                <a:lnTo>
                  <a:pt x="645185" y="100013"/>
                </a:lnTo>
                <a:lnTo>
                  <a:pt x="664159" y="100013"/>
                </a:lnTo>
                <a:lnTo>
                  <a:pt x="683133" y="100013"/>
                </a:lnTo>
                <a:lnTo>
                  <a:pt x="702107" y="100013"/>
                </a:lnTo>
                <a:lnTo>
                  <a:pt x="721090" y="100013"/>
                </a:lnTo>
                <a:lnTo>
                  <a:pt x="740064" y="100013"/>
                </a:lnTo>
                <a:lnTo>
                  <a:pt x="759038" y="100013"/>
                </a:lnTo>
                <a:lnTo>
                  <a:pt x="778012" y="100013"/>
                </a:lnTo>
                <a:lnTo>
                  <a:pt x="796995" y="100013"/>
                </a:lnTo>
                <a:lnTo>
                  <a:pt x="815969" y="100013"/>
                </a:lnTo>
                <a:lnTo>
                  <a:pt x="834942" y="100013"/>
                </a:lnTo>
                <a:lnTo>
                  <a:pt x="853916" y="100013"/>
                </a:lnTo>
                <a:lnTo>
                  <a:pt x="872900" y="100013"/>
                </a:lnTo>
                <a:lnTo>
                  <a:pt x="891873" y="100013"/>
                </a:lnTo>
                <a:lnTo>
                  <a:pt x="910847" y="100013"/>
                </a:lnTo>
                <a:lnTo>
                  <a:pt x="929821" y="100013"/>
                </a:lnTo>
                <a:lnTo>
                  <a:pt x="948795" y="100013"/>
                </a:lnTo>
                <a:lnTo>
                  <a:pt x="967778" y="100013"/>
                </a:lnTo>
                <a:lnTo>
                  <a:pt x="986752" y="100013"/>
                </a:lnTo>
                <a:lnTo>
                  <a:pt x="1005726" y="100013"/>
                </a:lnTo>
                <a:lnTo>
                  <a:pt x="1024700" y="100013"/>
                </a:lnTo>
                <a:lnTo>
                  <a:pt x="1043683" y="100013"/>
                </a:lnTo>
                <a:lnTo>
                  <a:pt x="1062657" y="100013"/>
                </a:lnTo>
                <a:lnTo>
                  <a:pt x="1081630" y="100013"/>
                </a:lnTo>
                <a:lnTo>
                  <a:pt x="1100604" y="100013"/>
                </a:lnTo>
                <a:lnTo>
                  <a:pt x="1119588" y="100013"/>
                </a:lnTo>
                <a:lnTo>
                  <a:pt x="1138561" y="100013"/>
                </a:lnTo>
                <a:lnTo>
                  <a:pt x="1157535" y="100013"/>
                </a:lnTo>
                <a:lnTo>
                  <a:pt x="1176509" y="100013"/>
                </a:lnTo>
                <a:lnTo>
                  <a:pt x="1195483" y="100013"/>
                </a:lnTo>
                <a:lnTo>
                  <a:pt x="1214466" y="100013"/>
                </a:lnTo>
                <a:lnTo>
                  <a:pt x="1233440" y="100013"/>
                </a:lnTo>
                <a:lnTo>
                  <a:pt x="1252414" y="100013"/>
                </a:lnTo>
                <a:lnTo>
                  <a:pt x="1271387" y="100013"/>
                </a:lnTo>
                <a:lnTo>
                  <a:pt x="1290371" y="100013"/>
                </a:lnTo>
                <a:lnTo>
                  <a:pt x="1309345" y="100013"/>
                </a:lnTo>
                <a:lnTo>
                  <a:pt x="1328318" y="100013"/>
                </a:lnTo>
                <a:lnTo>
                  <a:pt x="1347292" y="100013"/>
                </a:lnTo>
                <a:lnTo>
                  <a:pt x="1366266" y="100013"/>
                </a:lnTo>
                <a:lnTo>
                  <a:pt x="1385249" y="100013"/>
                </a:lnTo>
                <a:lnTo>
                  <a:pt x="1404223" y="100013"/>
                </a:lnTo>
                <a:lnTo>
                  <a:pt x="1423197" y="100013"/>
                </a:lnTo>
                <a:lnTo>
                  <a:pt x="1442171" y="100013"/>
                </a:lnTo>
                <a:lnTo>
                  <a:pt x="1461154" y="100013"/>
                </a:lnTo>
                <a:lnTo>
                  <a:pt x="1480128" y="100013"/>
                </a:lnTo>
                <a:lnTo>
                  <a:pt x="1499102" y="100013"/>
                </a:lnTo>
                <a:lnTo>
                  <a:pt x="1518075" y="100013"/>
                </a:lnTo>
                <a:lnTo>
                  <a:pt x="1537059" y="100013"/>
                </a:lnTo>
                <a:lnTo>
                  <a:pt x="1556033" y="100013"/>
                </a:lnTo>
                <a:lnTo>
                  <a:pt x="1575006" y="100013"/>
                </a:lnTo>
                <a:lnTo>
                  <a:pt x="1593980" y="100013"/>
                </a:lnTo>
                <a:lnTo>
                  <a:pt x="1612954" y="100013"/>
                </a:lnTo>
                <a:lnTo>
                  <a:pt x="1631937" y="100013"/>
                </a:lnTo>
                <a:lnTo>
                  <a:pt x="1650911" y="100013"/>
                </a:lnTo>
                <a:lnTo>
                  <a:pt x="1669885" y="100013"/>
                </a:lnTo>
                <a:lnTo>
                  <a:pt x="1688859" y="100013"/>
                </a:lnTo>
                <a:lnTo>
                  <a:pt x="1707842" y="100013"/>
                </a:lnTo>
                <a:lnTo>
                  <a:pt x="1726816" y="100013"/>
                </a:lnTo>
                <a:lnTo>
                  <a:pt x="1745790" y="100013"/>
                </a:lnTo>
                <a:lnTo>
                  <a:pt x="1764763" y="100013"/>
                </a:lnTo>
                <a:lnTo>
                  <a:pt x="1783747" y="100013"/>
                </a:lnTo>
                <a:lnTo>
                  <a:pt x="1802721" y="100013"/>
                </a:lnTo>
                <a:lnTo>
                  <a:pt x="1821694" y="100013"/>
                </a:lnTo>
                <a:lnTo>
                  <a:pt x="1840668" y="100013"/>
                </a:lnTo>
                <a:lnTo>
                  <a:pt x="1859642" y="100013"/>
                </a:lnTo>
                <a:lnTo>
                  <a:pt x="1878625" y="100013"/>
                </a:lnTo>
                <a:lnTo>
                  <a:pt x="1897599" y="100013"/>
                </a:lnTo>
                <a:lnTo>
                  <a:pt x="1916573" y="100013"/>
                </a:lnTo>
                <a:lnTo>
                  <a:pt x="1933489" y="94069"/>
                </a:lnTo>
                <a:lnTo>
                  <a:pt x="1948377" y="82306"/>
                </a:lnTo>
                <a:lnTo>
                  <a:pt x="1963274" y="70552"/>
                </a:lnTo>
                <a:lnTo>
                  <a:pt x="1978171" y="58788"/>
                </a:lnTo>
                <a:lnTo>
                  <a:pt x="1993059" y="47034"/>
                </a:lnTo>
                <a:lnTo>
                  <a:pt x="2007956" y="35271"/>
                </a:lnTo>
                <a:lnTo>
                  <a:pt x="2022853" y="23517"/>
                </a:lnTo>
                <a:lnTo>
                  <a:pt x="2037740" y="11754"/>
                </a:lnTo>
                <a:lnTo>
                  <a:pt x="2052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A88A7A3C-1AC3-43E7-8314-3465F011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7815" y="4014788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3849BBB6-7803-40A0-83F4-1B62D5E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052" y="424309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5D8F9011-39A7-40E5-B301-D15AC397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052" y="4502496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2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54141682-2AFB-4EC6-A1B6-8936FD11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4952" y="481533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D279DE5B-9A4F-44DA-81E7-83DEE0F5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8495" y="361727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4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F0908FC3-D0BF-44FF-BFBD-DE85FC97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8495" y="3876675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来源参数输出相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互关联</a:t>
            </a:r>
          </a:p>
        </p:txBody>
      </p:sp>
      <p:sp>
        <p:nvSpPr>
          <p:cNvPr id="35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9BC3727C-4B9E-46C7-A466-0C602D99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1395" y="436006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3BE6A6EF-2C7D-41F1-BA95-25563946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4939" y="316185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7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5F0128E9-CC65-4398-AAB9-C031923E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4939" y="3421266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关键步骤复核且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边界明确</a:t>
            </a:r>
          </a:p>
        </p:txBody>
      </p:sp>
      <p:sp>
        <p:nvSpPr>
          <p:cNvPr id="38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5DC7CF24-439C-4E5C-8554-096AB108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7839" y="390465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5EE91C-B0AC-407D-9D26-D452CF10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能力门槛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164EC-D4CC-468F-8C98-8DAF28AB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能力阶梯与扩围边界分别核对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3FF32E-ED58-469B-B169-F082293E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57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扩围评审的并列边界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C81FC8-6CD9-4CC1-8123-E40ABF81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621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三项条件同时具备，才讨论增加项目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D86BA4-D2B9-4413-B2D2-7132B708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1935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EB9C77-B9CC-4A32-9CC8-F0523B73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050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人员条件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9C4FAC-74E8-40E7-9F2E-6A644926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146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责任人可持续履职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B31176-6FEA-48DD-BCA7-A8CF9F4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0040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D01E76-3B75-4813-8A59-B2BA87C5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861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资源条件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D4654D-B3E4-415A-8AAE-7291E3DE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295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设备与支持能力可覆盖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115DC6-03B4-40EA-87BA-3782631D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8145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11430">
            <a:solidFill>
              <a:srgbClr val="2F5EA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B61C28-85F9-4E74-BA41-72E905DE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671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方法条件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57B45A-8FA2-45B1-AC4F-15B6A336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767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适用范围与例外清楚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0E4B05-2AE7-4182-9665-568B79F4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387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3335">
            <a:solidFill>
              <a:srgbClr val="4C88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CD73AF-E246-4AF0-B6CB-7C93E3A2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962525"/>
            <a:ext cx="3105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任一边界无法满足，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暂停扩围，保留当前试点规模，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明确补齐任务。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2026-09-08T23:43:48.3550000Z</dcterms:created>
  <dcterms:modified xsi:type="dcterms:W3CDTF">2026-09-08T23:43:48.3550000Z</dcterms:modified>
</coreProperties>
</file>