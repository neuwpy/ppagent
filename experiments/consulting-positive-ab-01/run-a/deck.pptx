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ba8ef35c164883" /><Relationship Type="http://schemas.openxmlformats.org/officeDocument/2006/relationships/extended-properties" Target="/docProps/app.xml" Id="Re785b12407824c98" /><Relationship Type="http://schemas.openxmlformats.org/officeDocument/2006/relationships/officeDocument" Target="/ppt/presentation.xml" Id="Rb7ab181063704e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0d588993ba4f55"/>
  </p:sldMasterIdLst>
  <p:notesMasterIdLst>
    <p:notesMasterId xmlns:r="http://schemas.openxmlformats.org/officeDocument/2006/relationships" r:id="R0276af2cf7c4427e"/>
  </p:notesMasterIdLst>
  <p:sldIdLst>
    <p:sldId xmlns:r="http://schemas.openxmlformats.org/officeDocument/2006/relationships" id="256" r:id="Rd18990f5fb12452b"/>
    <p:sldId xmlns:r="http://schemas.openxmlformats.org/officeDocument/2006/relationships" id="257" r:id="R61e008a857124f03"/>
    <p:sldId xmlns:r="http://schemas.openxmlformats.org/officeDocument/2006/relationships" id="258" r:id="R4dd1562bb4774e5a"/>
    <p:sldId xmlns:r="http://schemas.openxmlformats.org/officeDocument/2006/relationships" id="259" r:id="Rd046710ffa6045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7bf61f623745e1" /><Relationship Type="http://schemas.openxmlformats.org/officeDocument/2006/relationships/slideMaster" Target="/ppt/slideMasters/slideMaster1.xml" Id="R4b0d588993ba4f55" /><Relationship Type="http://schemas.openxmlformats.org/officeDocument/2006/relationships/notesMaster" Target="/ppt/notesMasters/notesMaster1.xml" Id="R0276af2cf7c4427e" /><Relationship Type="http://schemas.openxmlformats.org/officeDocument/2006/relationships/presProps" Target="/ppt/presProps.xml" Id="R58485f03fa064c3e" /><Relationship Type="http://schemas.openxmlformats.org/officeDocument/2006/relationships/tableStyles" Target="/ppt/tableStyles.xml" Id="R3ec97100a26d4cbd" /><Relationship Type="http://schemas.openxmlformats.org/officeDocument/2006/relationships/slide" Target="/ppt/slides/slide1.xml" Id="Rd18990f5fb12452b" /><Relationship Type="http://schemas.openxmlformats.org/officeDocument/2006/relationships/slide" Target="/ppt/slides/slide2.xml" Id="R61e008a857124f03" /><Relationship Type="http://schemas.openxmlformats.org/officeDocument/2006/relationships/slide" Target="/ppt/slides/slide3.xml" Id="R4dd1562bb4774e5a" /><Relationship Type="http://schemas.openxmlformats.org/officeDocument/2006/relationships/slide" Target="/ppt/slides/slide4.xml" Id="Rd046710ffa6045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71cd72accb43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0cd8a54dd441fa" /><Relationship Type="http://schemas.openxmlformats.org/officeDocument/2006/relationships/notesMaster" Target="/ppt/notesMasters/notesMaster1.xml" Id="R426802c4edbf41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a3881616b4437d" /><Relationship Type="http://schemas.openxmlformats.org/officeDocument/2006/relationships/notesMaster" Target="/ppt/notesMasters/notesMaster1.xml" Id="Rf2f7f1131f7448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2b3531fdd94ea3" /><Relationship Type="http://schemas.openxmlformats.org/officeDocument/2006/relationships/notesMaster" Target="/ppt/notesMasters/notesMaster1.xml" Id="Rc984fc34b58e46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349477dc30472a" /><Relationship Type="http://schemas.openxmlformats.org/officeDocument/2006/relationships/notesMaster" Target="/ppt/notesMasters/notesMaster1.xml" Id="R0f61236f84034a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source.md (fictional discussion proposal; no external sources).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source.md (fictional discussion proposal; no external sources).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source.md (fictional discussion proposal; no external sources).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source.md (fictional discussion proposal; no external sources).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37acad67f42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c7bd1c3b144128" /><Relationship Type="http://schemas.openxmlformats.org/officeDocument/2006/relationships/slideLayout" Target="/ppt/slideLayouts/slideLayout1.xml" Id="R4ddc5cd633b041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dc5cd633b041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04721ca5d4505" /><Relationship Type="http://schemas.openxmlformats.org/officeDocument/2006/relationships/notesSlide" Target="/ppt/notesSlides/notesSlide1.xml" Id="R3de93ba16c7f4b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7a56c8c9c4c73" /><Relationship Type="http://schemas.openxmlformats.org/officeDocument/2006/relationships/notesSlide" Target="/ppt/notesSlides/notesSlide2.xml" Id="R7859586a8ec341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06a3bc31c4f6d" /><Relationship Type="http://schemas.openxmlformats.org/officeDocument/2006/relationships/notesSlide" Target="/ppt/notesSlides/notesSlide3.xml" Id="R4a8c21dcf37c40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f3a5db25243c1" /><Relationship Type="http://schemas.openxmlformats.org/officeDocument/2006/relationships/notesSlide" Target="/ppt/notesSlides/notesSlide4.xml" Id="Ra945922f853b48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1-eyebrow">
            <a:extLst xmlns:a="http://schemas.openxmlformats.org/drawingml/2006/main">
              <a:ext uri="{FF2B5EF4-FFF2-40B4-BE49-F238E27FC236}">
                <a16:creationId xmlns:a16="http://schemas.microsoft.com/office/drawing/2014/main" id="{F5139EA6-15DB-4043-B5A8-E24ED920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实验归档  /  RECORD UNIT</a:t>
            </a:r>
          </a:p>
        </p:txBody>
      </p:sp>
      <p:sp>
        <p:nvSpPr>
          <p:cNvPr id="2" name="s1-page">
            <a:extLst xmlns:a="http://schemas.openxmlformats.org/drawingml/2006/main">
              <a:ext uri="{FF2B5EF4-FFF2-40B4-BE49-F238E27FC236}">
                <a16:creationId xmlns:a16="http://schemas.microsoft.com/office/drawing/2014/main" id="{4DED03A1-488A-4278-9C06-D9DA60F1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01  /  04</a:t>
            </a:r>
          </a:p>
        </p:txBody>
      </p:sp>
      <p:sp>
        <p:nvSpPr>
          <p:cNvPr id="3" name="s1-topline">
            <a:extLst xmlns:a="http://schemas.openxmlformats.org/drawingml/2006/main">
              <a:ext uri="{FF2B5EF4-FFF2-40B4-BE49-F238E27FC236}">
                <a16:creationId xmlns:a16="http://schemas.microsoft.com/office/drawing/2014/main" id="{04898ABB-673C-4BC0-8999-D554BB08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4" name="s1-title">
            <a:extLst xmlns:a="http://schemas.openxmlformats.org/drawingml/2006/main">
              <a:ext uri="{FF2B5EF4-FFF2-40B4-BE49-F238E27FC236}">
                <a16:creationId xmlns:a16="http://schemas.microsoft.com/office/drawing/2014/main" id="{DD4C0560-EA8B-4E57-9FEE-17956DAB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一次结果要完整解释，五类信息共同构成记录单元</a:t>
            </a:r>
          </a:p>
        </p:txBody>
      </p:sp>
      <p:sp>
        <p:nvSpPr>
          <p:cNvPr id="5" name="s1-subtitle">
            <a:extLst xmlns:a="http://schemas.openxmlformats.org/drawingml/2006/main">
              <a:ext uri="{FF2B5EF4-FFF2-40B4-BE49-F238E27FC236}">
                <a16:creationId xmlns:a16="http://schemas.microsoft.com/office/drawing/2014/main" id="{52ECABA9-8579-4F3A-B40D-8592487A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把结果、条件与边界放在同一条证据链中：它们共同解释一个结果，而不是五个先后步骤。</a:t>
            </a:r>
          </a:p>
        </p:txBody>
      </p:sp>
      <p:sp>
        <p:nvSpPr>
          <p:cNvPr id="6" name="s1-bottomline">
            <a:extLst xmlns:a="http://schemas.openxmlformats.org/drawingml/2006/main">
              <a:ext uri="{FF2B5EF4-FFF2-40B4-BE49-F238E27FC236}">
                <a16:creationId xmlns:a16="http://schemas.microsoft.com/office/drawing/2014/main" id="{07FFA9D2-329B-4EC1-A44C-5F92BDD0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7" name="s1-footer">
            <a:extLst xmlns:a="http://schemas.openxmlformats.org/drawingml/2006/main">
              <a:ext uri="{FF2B5EF4-FFF2-40B4-BE49-F238E27FC236}">
                <a16:creationId xmlns:a16="http://schemas.microsoft.com/office/drawing/2014/main" id="{910A4910-F590-4077-8B8B-7FB2F0D4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虚构讨论提案  ·  尚未实施  ·  供试点设计讨论</a:t>
            </a:r>
          </a:p>
        </p:txBody>
      </p:sp>
      <p:sp>
        <p:nvSpPr>
          <p:cNvPr id="8" name="s1-unit-banner">
            <a:extLst xmlns:a="http://schemas.openxmlformats.org/drawingml/2006/main">
              <a:ext uri="{FF2B5EF4-FFF2-40B4-BE49-F238E27FC236}">
                <a16:creationId xmlns:a16="http://schemas.microsoft.com/office/drawing/2014/main" id="{F790C889-9271-4304-A822-29348F20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10109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s1-unit-label">
            <a:extLst xmlns:a="http://schemas.openxmlformats.org/drawingml/2006/main">
              <a:ext uri="{FF2B5EF4-FFF2-40B4-BE49-F238E27FC236}">
                <a16:creationId xmlns:a16="http://schemas.microsoft.com/office/drawing/2014/main" id="{D18059CC-1D7E-4F22-9205-5E6A9488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记录单元</a:t>
            </a:r>
          </a:p>
        </p:txBody>
      </p:sp>
      <p:sp>
        <p:nvSpPr>
          <p:cNvPr id="10" name="s1-unit-main">
            <a:extLst xmlns:a="http://schemas.openxmlformats.org/drawingml/2006/main">
              <a:ext uri="{FF2B5EF4-FFF2-40B4-BE49-F238E27FC236}">
                <a16:creationId xmlns:a16="http://schemas.microsoft.com/office/drawing/2014/main" id="{FBFFD099-931D-4C3D-A591-8EAE2FA7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一次结果 = 5类相互依赖的信息</a:t>
            </a:r>
          </a:p>
        </p:txBody>
      </p:sp>
      <p:sp>
        <p:nvSpPr>
          <p:cNvPr id="11" name="s1-unit-note">
            <a:extLst xmlns:a="http://schemas.openxmlformats.org/drawingml/2006/main">
              <a:ext uri="{FF2B5EF4-FFF2-40B4-BE49-F238E27FC236}">
                <a16:creationId xmlns:a16="http://schemas.microsoft.com/office/drawing/2014/main" id="{6299D686-529D-4105-93B3-C12E466A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DCEA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AF5"/>
                </a:solidFill>
                <a:latin typeface="Microsoft YaHei"/>
                <a:ea typeface="Microsoft YaHei"/>
                <a:cs typeface="Microsoft YaHei"/>
              </a:rPr>
              <a:t>共同解释一个结果  ·  不是五个先后步骤</a:t>
            </a:r>
          </a:p>
        </p:txBody>
      </p:sp>
      <p:sp>
        <p:nvSpPr>
          <p:cNvPr id="12" name="s1-field-1">
            <a:extLst xmlns:a="http://schemas.openxmlformats.org/drawingml/2006/main">
              <a:ext uri="{FF2B5EF4-FFF2-40B4-BE49-F238E27FC236}">
                <a16:creationId xmlns:a16="http://schemas.microsoft.com/office/drawing/2014/main" id="{402F7EE3-507E-4747-B981-1D11D787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2076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1-field-num-1">
            <a:extLst xmlns:a="http://schemas.openxmlformats.org/drawingml/2006/main">
              <a:ext uri="{FF2B5EF4-FFF2-40B4-BE49-F238E27FC236}">
                <a16:creationId xmlns:a16="http://schemas.microsoft.com/office/drawing/2014/main" id="{6BE56A78-FB5A-4EDF-87A7-41839D7A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s1-field-title-1">
            <a:extLst xmlns:a="http://schemas.openxmlformats.org/drawingml/2006/main">
              <a:ext uri="{FF2B5EF4-FFF2-40B4-BE49-F238E27FC236}">
                <a16:creationId xmlns:a16="http://schemas.microsoft.com/office/drawing/2014/main" id="{59B5D222-1123-45AE-96A5-BC59A0E1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15" name="s1-field-line-1">
            <a:extLst xmlns:a="http://schemas.openxmlformats.org/drawingml/2006/main">
              <a:ext uri="{FF2B5EF4-FFF2-40B4-BE49-F238E27FC236}">
                <a16:creationId xmlns:a16="http://schemas.microsoft.com/office/drawing/2014/main" id="{4FF695D6-54AE-4D6A-9623-0DD468E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16" name="s1-field-body-1">
            <a:extLst xmlns:a="http://schemas.openxmlformats.org/drawingml/2006/main">
              <a:ext uri="{FF2B5EF4-FFF2-40B4-BE49-F238E27FC236}">
                <a16:creationId xmlns:a16="http://schemas.microsoft.com/office/drawing/2014/main" id="{D3190C77-1170-4F68-B071-F6974631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保留原貌，标注可定位位置</a:t>
            </a:r>
          </a:p>
        </p:txBody>
      </p:sp>
      <p:sp>
        <p:nvSpPr>
          <p:cNvPr id="17" name="s1-field-2">
            <a:extLst xmlns:a="http://schemas.openxmlformats.org/drawingml/2006/main">
              <a:ext uri="{FF2B5EF4-FFF2-40B4-BE49-F238E27FC236}">
                <a16:creationId xmlns:a16="http://schemas.microsoft.com/office/drawing/2014/main" id="{8151F712-BA1C-402D-94D1-FF1D3870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43150"/>
            <a:ext cx="2076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1-field-num-2">
            <a:extLst xmlns:a="http://schemas.openxmlformats.org/drawingml/2006/main">
              <a:ext uri="{FF2B5EF4-FFF2-40B4-BE49-F238E27FC236}">
                <a16:creationId xmlns:a16="http://schemas.microsoft.com/office/drawing/2014/main" id="{8132F80F-9D7A-4EE0-9AB8-403C7C97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s1-field-title-2">
            <a:extLst xmlns:a="http://schemas.openxmlformats.org/drawingml/2006/main">
              <a:ext uri="{FF2B5EF4-FFF2-40B4-BE49-F238E27FC236}">
                <a16:creationId xmlns:a16="http://schemas.microsoft.com/office/drawing/2014/main" id="{CEE04BEA-4173-48DE-A874-C18A097D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20" name="s1-field-line-2">
            <a:extLst xmlns:a="http://schemas.openxmlformats.org/drawingml/2006/main">
              <a:ext uri="{FF2B5EF4-FFF2-40B4-BE49-F238E27FC236}">
                <a16:creationId xmlns:a16="http://schemas.microsoft.com/office/drawing/2014/main" id="{FBF70477-7AC6-4C2F-99E0-1C59F253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99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21" name="s1-field-body-2">
            <a:extLst xmlns:a="http://schemas.openxmlformats.org/drawingml/2006/main">
              <a:ext uri="{FF2B5EF4-FFF2-40B4-BE49-F238E27FC236}">
                <a16:creationId xmlns:a16="http://schemas.microsoft.com/office/drawing/2014/main" id="{53ED3162-EE42-4A01-8A15-0726FF01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说明样本范围与采集条件</a:t>
            </a:r>
          </a:p>
        </p:txBody>
      </p:sp>
      <p:sp>
        <p:nvSpPr>
          <p:cNvPr id="22" name="s1-field-3">
            <a:extLst xmlns:a="http://schemas.openxmlformats.org/drawingml/2006/main">
              <a:ext uri="{FF2B5EF4-FFF2-40B4-BE49-F238E27FC236}">
                <a16:creationId xmlns:a16="http://schemas.microsoft.com/office/drawing/2014/main" id="{9B558EBE-2E66-4F84-A0DA-9EEDCB82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2076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4E8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1-field-num-3">
            <a:extLst xmlns:a="http://schemas.openxmlformats.org/drawingml/2006/main">
              <a:ext uri="{FF2B5EF4-FFF2-40B4-BE49-F238E27FC236}">
                <a16:creationId xmlns:a16="http://schemas.microsoft.com/office/drawing/2014/main" id="{ACABFA1C-FC6A-4E7A-A95C-D21FC264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95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s1-field-title-3">
            <a:extLst xmlns:a="http://schemas.openxmlformats.org/drawingml/2006/main">
              <a:ext uri="{FF2B5EF4-FFF2-40B4-BE49-F238E27FC236}">
                <a16:creationId xmlns:a16="http://schemas.microsoft.com/office/drawing/2014/main" id="{D626524A-95AA-4DDE-A04C-D7460FEA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25" name="s1-field-line-3">
            <a:extLst xmlns:a="http://schemas.openxmlformats.org/drawingml/2006/main">
              <a:ext uri="{FF2B5EF4-FFF2-40B4-BE49-F238E27FC236}">
                <a16:creationId xmlns:a16="http://schemas.microsoft.com/office/drawing/2014/main" id="{EE739471-21D1-4CDA-966D-D5943A05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99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FE2"/>
            </a:solidFill>
            <a:prstDash val="solid"/>
          </a:ln>
        </p:spPr>
      </p:sp>
      <p:sp>
        <p:nvSpPr>
          <p:cNvPr id="26" name="s1-field-body-3">
            <a:extLst xmlns:a="http://schemas.openxmlformats.org/drawingml/2006/main">
              <a:ext uri="{FF2B5EF4-FFF2-40B4-BE49-F238E27FC236}">
                <a16:creationId xmlns:a16="http://schemas.microsoft.com/office/drawing/2014/main" id="{884D39A1-CFE6-4247-AFB0-D44092F6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623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定位实际运行的代码版本</a:t>
            </a:r>
          </a:p>
        </p:txBody>
      </p:sp>
      <p:sp>
        <p:nvSpPr>
          <p:cNvPr id="27" name="s1-field-4">
            <a:extLst xmlns:a="http://schemas.openxmlformats.org/drawingml/2006/main">
              <a:ext uri="{FF2B5EF4-FFF2-40B4-BE49-F238E27FC236}">
                <a16:creationId xmlns:a16="http://schemas.microsoft.com/office/drawing/2014/main" id="{06167919-71D6-4D7B-B8FE-E3EA374A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43150"/>
            <a:ext cx="2076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s1-field-num-4">
            <a:extLst xmlns:a="http://schemas.openxmlformats.org/drawingml/2006/main">
              <a:ext uri="{FF2B5EF4-FFF2-40B4-BE49-F238E27FC236}">
                <a16:creationId xmlns:a16="http://schemas.microsoft.com/office/drawing/2014/main" id="{2920A3C9-7CEC-4427-B7B7-A019D96C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95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s1-field-title-4">
            <a:extLst xmlns:a="http://schemas.openxmlformats.org/drawingml/2006/main">
              <a:ext uri="{FF2B5EF4-FFF2-40B4-BE49-F238E27FC236}">
                <a16:creationId xmlns:a16="http://schemas.microsoft.com/office/drawing/2014/main" id="{25DB72A7-FAB0-43E8-9EB5-6C5E9AEB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003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30" name="s1-field-line-4">
            <a:extLst xmlns:a="http://schemas.openxmlformats.org/drawingml/2006/main">
              <a:ext uri="{FF2B5EF4-FFF2-40B4-BE49-F238E27FC236}">
                <a16:creationId xmlns:a16="http://schemas.microsoft.com/office/drawing/2014/main" id="{CCAF3A27-B3D6-4254-BA56-46762B35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99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31" name="s1-field-body-4">
            <a:extLst xmlns:a="http://schemas.openxmlformats.org/drawingml/2006/main">
              <a:ext uri="{FF2B5EF4-FFF2-40B4-BE49-F238E27FC236}">
                <a16:creationId xmlns:a16="http://schemas.microsoft.com/office/drawing/2014/main" id="{E458A675-E03E-475B-A29D-0E3D0777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链接本次分析产出的结果文件</a:t>
            </a:r>
          </a:p>
        </p:txBody>
      </p:sp>
      <p:sp>
        <p:nvSpPr>
          <p:cNvPr id="32" name="s1-field-5">
            <a:extLst xmlns:a="http://schemas.openxmlformats.org/drawingml/2006/main">
              <a:ext uri="{FF2B5EF4-FFF2-40B4-BE49-F238E27FC236}">
                <a16:creationId xmlns:a16="http://schemas.microsoft.com/office/drawing/2014/main" id="{85F40EE3-D252-4BC1-8B5C-1134F011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43150"/>
            <a:ext cx="2076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s1-field-num-5">
            <a:extLst xmlns:a="http://schemas.openxmlformats.org/drawingml/2006/main">
              <a:ext uri="{FF2B5EF4-FFF2-40B4-BE49-F238E27FC236}">
                <a16:creationId xmlns:a16="http://schemas.microsoft.com/office/drawing/2014/main" id="{0C9D369E-7E09-4643-9FCA-EE6D8B03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95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4" name="s1-field-title-5">
            <a:extLst xmlns:a="http://schemas.openxmlformats.org/drawingml/2006/main">
              <a:ext uri="{FF2B5EF4-FFF2-40B4-BE49-F238E27FC236}">
                <a16:creationId xmlns:a16="http://schemas.microsoft.com/office/drawing/2014/main" id="{2AE4568E-A2A1-438B-A147-D600AFAA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03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异常及排除说明</a:t>
            </a:r>
          </a:p>
        </p:txBody>
      </p:sp>
      <p:sp>
        <p:nvSpPr>
          <p:cNvPr id="35" name="s1-field-line-5">
            <a:extLst xmlns:a="http://schemas.openxmlformats.org/drawingml/2006/main">
              <a:ext uri="{FF2B5EF4-FFF2-40B4-BE49-F238E27FC236}">
                <a16:creationId xmlns:a16="http://schemas.microsoft.com/office/drawing/2014/main" id="{6CD94464-DAAC-40ED-AECF-16010399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099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36" name="s1-field-body-5">
            <a:extLst xmlns:a="http://schemas.openxmlformats.org/drawingml/2006/main">
              <a:ext uri="{FF2B5EF4-FFF2-40B4-BE49-F238E27FC236}">
                <a16:creationId xmlns:a16="http://schemas.microsoft.com/office/drawing/2014/main" id="{69912406-74C9-4B9A-8CEF-4678BD0F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623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记录异常；保留未纳入样本的排除依据</a:t>
            </a:r>
          </a:p>
        </p:txBody>
      </p:sp>
      <p:sp>
        <p:nvSpPr>
          <p:cNvPr id="37" name="s1-principles">
            <a:extLst xmlns:a="http://schemas.openxmlformats.org/drawingml/2006/main">
              <a:ext uri="{FF2B5EF4-FFF2-40B4-BE49-F238E27FC236}">
                <a16:creationId xmlns:a16="http://schemas.microsoft.com/office/drawing/2014/main" id="{4BA20BB1-51B3-49F7-9161-20A95E38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5334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BFDADC"/>
            </a:solidFill>
            <a:prstDash val="solid"/>
          </a:ln>
        </p:spPr>
      </p:sp>
      <p:sp>
        <p:nvSpPr>
          <p:cNvPr id="38" name="s1-principles-title">
            <a:extLst xmlns:a="http://schemas.openxmlformats.org/drawingml/2006/main">
              <a:ext uri="{FF2B5EF4-FFF2-40B4-BE49-F238E27FC236}">
                <a16:creationId xmlns:a16="http://schemas.microsoft.com/office/drawing/2014/main" id="{34C413FF-5809-4626-89F9-83FD26B8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rPr>
              <a:t>记录原则</a:t>
            </a:r>
          </a:p>
        </p:txBody>
      </p:sp>
      <p:sp>
        <p:nvSpPr>
          <p:cNvPr id="39" name="s1-principles-body">
            <a:extLst xmlns:a="http://schemas.openxmlformats.org/drawingml/2006/main">
              <a:ext uri="{FF2B5EF4-FFF2-40B4-BE49-F238E27FC236}">
                <a16:creationId xmlns:a16="http://schemas.microsoft.com/office/drawing/2014/main" id="{D83AE7EC-34EC-4FF0-832E-5FB1A4B9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lnSpc>
                <a:spcPct val="118000"/>
              </a:lnSpc>
              <a:buNone/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原始数据保持原貌</a:t>
            </a:r>
          </a:p>
          <a:p xmlns:a="http://schemas.openxmlformats.org/drawingml/2006/main">
            <a:pPr marL="20" indent="-10" algn="l">
              <a:lnSpc>
                <a:spcPct val="118000"/>
              </a:lnSpc>
              <a:buNone/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清洗处理另存，不覆盖原始数据</a:t>
            </a:r>
          </a:p>
          <a:p xmlns:a="http://schemas.openxmlformats.org/drawingml/2006/main">
            <a:pPr marL="20" indent="-10" algn="l">
              <a:lnSpc>
                <a:spcPct val="118000"/>
              </a:lnSpc>
              <a:buNone/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未纳入结果的样本保留排除依据</a:t>
            </a:r>
          </a:p>
        </p:txBody>
      </p:sp>
      <p:sp>
        <p:nvSpPr>
          <p:cNvPr id="40" name="s1-access">
            <a:extLst xmlns:a="http://schemas.openxmlformats.org/drawingml/2006/main">
              <a:ext uri="{FF2B5EF4-FFF2-40B4-BE49-F238E27FC236}">
                <a16:creationId xmlns:a16="http://schemas.microsoft.com/office/drawing/2014/main" id="{D882785A-266C-439B-A8F9-C3AA9F6F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5429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41" name="s1-access-title">
            <a:extLst xmlns:a="http://schemas.openxmlformats.org/drawingml/2006/main">
              <a:ext uri="{FF2B5EF4-FFF2-40B4-BE49-F238E27FC236}">
                <a16:creationId xmlns:a16="http://schemas.microsoft.com/office/drawing/2014/main" id="{2872A7F7-AD2D-4E4F-9F0F-18EC3706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开放边界</a:t>
            </a:r>
          </a:p>
        </p:txBody>
      </p:sp>
      <p:sp>
        <p:nvSpPr>
          <p:cNvPr id="42" name="s1-access-body">
            <a:extLst xmlns:a="http://schemas.openxmlformats.org/drawingml/2006/main">
              <a:ext uri="{FF2B5EF4-FFF2-40B4-BE49-F238E27FC236}">
                <a16:creationId xmlns:a16="http://schemas.microsoft.com/office/drawing/2014/main" id="{C806CC09-8A6D-4014-A3FB-13CE82AD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lnSpc>
                <a:spcPct val="110000"/>
              </a:lnSpc>
              <a:buNone/>
              <a:def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记录完整 ≠ 全部文件开放</a:t>
            </a:r>
          </a:p>
          <a:p xmlns:a="http://schemas.openxmlformats.org/drawingml/2006/main">
            <a:pPr marL="20" indent="-10" algn="l">
              <a:lnSpc>
                <a:spcPct val="110000"/>
              </a:lnSpc>
              <a:buNone/>
              <a:def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讨论材料含结果图与可公开解释</a:t>
            </a:r>
          </a:p>
          <a:p xmlns:a="http://schemas.openxmlformats.org/drawingml/2006/main">
            <a:pPr marL="20" indent="-10" algn="l">
              <a:lnSpc>
                <a:spcPct val="110000"/>
              </a:lnSpc>
              <a:buNone/>
              <a:def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受限数据保留原授权位置</a:t>
            </a:r>
          </a:p>
          <a:p xmlns:a="http://schemas.openxmlformats.org/drawingml/2006/main">
            <a:pPr marL="20" indent="-10" algn="l">
              <a:lnSpc>
                <a:spcPct val="110000"/>
              </a:lnSpc>
              <a:buNone/>
              <a:def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记录只含受控引用与访问条件；路径不代表访问权</a:t>
            </a:r>
          </a:p>
        </p:txBody>
      </p:sp>
    </p:spTree>
    <p:extLst>
      <p:ext uri="{BB962C8B-B14F-4D97-AF65-F5344CB8AC3E}">
        <p14:creationId xmlns:p14="http://schemas.microsoft.com/office/powerpoint/2010/main" val="1661158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2-eyebrow">
            <a:extLst xmlns:a="http://schemas.openxmlformats.org/drawingml/2006/main">
              <a:ext uri="{FF2B5EF4-FFF2-40B4-BE49-F238E27FC236}">
                <a16:creationId xmlns:a16="http://schemas.microsoft.com/office/drawing/2014/main" id="{B28B498F-2FE7-4A5B-B1E2-55ED5CD7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实验归档  /  SCOPE CHOICE</a:t>
            </a:r>
          </a:p>
        </p:txBody>
      </p:sp>
      <p:sp>
        <p:nvSpPr>
          <p:cNvPr id="2" name="s2-page">
            <a:extLst xmlns:a="http://schemas.openxmlformats.org/drawingml/2006/main">
              <a:ext uri="{FF2B5EF4-FFF2-40B4-BE49-F238E27FC236}">
                <a16:creationId xmlns:a16="http://schemas.microsoft.com/office/drawing/2014/main" id="{1C0D1C1F-2137-4B12-B52B-8A5417C2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02  /  04</a:t>
            </a:r>
          </a:p>
        </p:txBody>
      </p:sp>
      <p:sp>
        <p:nvSpPr>
          <p:cNvPr id="3" name="s2-topline">
            <a:extLst xmlns:a="http://schemas.openxmlformats.org/drawingml/2006/main">
              <a:ext uri="{FF2B5EF4-FFF2-40B4-BE49-F238E27FC236}">
                <a16:creationId xmlns:a16="http://schemas.microsoft.com/office/drawing/2014/main" id="{44A5FE3F-9209-4824-93BC-D974FD53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F205B2BA-1843-4876-B4CE-D2616C5E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新增实验先行，历史结果按需补齐</a:t>
            </a:r>
          </a:p>
        </p:txBody>
      </p:sp>
      <p:sp>
        <p:nvSpPr>
          <p:cNvPr id="5" name="s2-subtitle">
            <a:extLst xmlns:a="http://schemas.openxmlformats.org/drawingml/2006/main">
              <a:ext uri="{FF2B5EF4-FFF2-40B4-BE49-F238E27FC236}">
                <a16:creationId xmlns:a16="http://schemas.microsoft.com/office/drawing/2014/main" id="{986FCD68-1F61-40F3-9F3F-83F4B5A8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这是范围选择：先确保新增记录可复核，再把有限精力用于真正需要复核的历史结果。</a:t>
            </a:r>
          </a:p>
        </p:txBody>
      </p:sp>
      <p:sp>
        <p:nvSpPr>
          <p:cNvPr id="6" name="s2-bottomline">
            <a:extLst xmlns:a="http://schemas.openxmlformats.org/drawingml/2006/main">
              <a:ext uri="{FF2B5EF4-FFF2-40B4-BE49-F238E27FC236}">
                <a16:creationId xmlns:a16="http://schemas.microsoft.com/office/drawing/2014/main" id="{C854C107-CC3C-4676-A28F-78860F83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7" name="s2-footer">
            <a:extLst xmlns:a="http://schemas.openxmlformats.org/drawingml/2006/main">
              <a:ext uri="{FF2B5EF4-FFF2-40B4-BE49-F238E27FC236}">
                <a16:creationId xmlns:a16="http://schemas.microsoft.com/office/drawing/2014/main" id="{494287F0-51BC-4C98-A2A7-B17A491D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虚构讨论提案  ·  尚未实施  ·  供试点设计讨论</a:t>
            </a:r>
          </a:p>
        </p:txBody>
      </p:sp>
      <p:sp>
        <p:nvSpPr>
          <p:cNvPr id="8" name="s2-recommendation">
            <a:extLst xmlns:a="http://schemas.openxmlformats.org/drawingml/2006/main">
              <a:ext uri="{FF2B5EF4-FFF2-40B4-BE49-F238E27FC236}">
                <a16:creationId xmlns:a16="http://schemas.microsoft.com/office/drawing/2014/main" id="{1342ACE4-7D02-479C-B8FE-0149C8AA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10109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9" name="s2-rec-tag">
            <a:extLst xmlns:a="http://schemas.openxmlformats.org/drawingml/2006/main">
              <a:ext uri="{FF2B5EF4-FFF2-40B4-BE49-F238E27FC236}">
                <a16:creationId xmlns:a16="http://schemas.microsoft.com/office/drawing/2014/main" id="{4F98000F-D485-4051-BED2-33C86CAA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0" name="s2-rec-tag-text">
            <a:extLst xmlns:a="http://schemas.openxmlformats.org/drawingml/2006/main">
              <a:ext uri="{FF2B5EF4-FFF2-40B4-BE49-F238E27FC236}">
                <a16:creationId xmlns:a16="http://schemas.microsoft.com/office/drawing/2014/main" id="{1C40C085-90C8-4B06-8741-864E9021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11" name="s2-rec-body">
            <a:extLst xmlns:a="http://schemas.openxmlformats.org/drawingml/2006/main">
              <a:ext uri="{FF2B5EF4-FFF2-40B4-BE49-F238E27FC236}">
                <a16:creationId xmlns:a16="http://schemas.microsoft.com/office/drawing/2014/main" id="{630DEE57-066C-4EB9-835A-F1437F0F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049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先记录新增；对真正需要复核的历史结果逐项补充。</a:t>
            </a:r>
          </a:p>
        </p:txBody>
      </p:sp>
      <p:sp>
        <p:nvSpPr>
          <p:cNvPr id="12" name="s2-history">
            <a:extLst xmlns:a="http://schemas.openxmlformats.org/drawingml/2006/main">
              <a:ext uri="{FF2B5EF4-FFF2-40B4-BE49-F238E27FC236}">
                <a16:creationId xmlns:a16="http://schemas.microsoft.com/office/drawing/2014/main" id="{06C42973-917F-4DCD-8215-D210C0D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5334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2-history-kicker">
            <a:extLst xmlns:a="http://schemas.openxmlformats.org/drawingml/2006/main">
              <a:ext uri="{FF2B5EF4-FFF2-40B4-BE49-F238E27FC236}">
                <a16:creationId xmlns:a16="http://schemas.microsoft.com/office/drawing/2014/main" id="{B54045C7-484A-4EF8-92FB-4AFC9261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路径 A  ·  集中补历史</a:t>
            </a:r>
          </a:p>
        </p:txBody>
      </p:sp>
      <p:sp>
        <p:nvSpPr>
          <p:cNvPr id="14" name="s2-history-title">
            <a:extLst xmlns:a="http://schemas.openxmlformats.org/drawingml/2006/main">
              <a:ext uri="{FF2B5EF4-FFF2-40B4-BE49-F238E27FC236}">
                <a16:creationId xmlns:a16="http://schemas.microsoft.com/office/drawing/2014/main" id="{F2AFAB80-0ABC-46E1-A5EB-E39DD28C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一次形成较大目录</a:t>
            </a:r>
          </a:p>
        </p:txBody>
      </p:sp>
      <p:sp>
        <p:nvSpPr>
          <p:cNvPr id="15" name="s2-history-rule">
            <a:extLst xmlns:a="http://schemas.openxmlformats.org/drawingml/2006/main">
              <a:ext uri="{FF2B5EF4-FFF2-40B4-BE49-F238E27FC236}">
                <a16:creationId xmlns:a16="http://schemas.microsoft.com/office/drawing/2014/main" id="{ADFA4C5A-3215-49D4-ACD9-F787FE67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16" name="s2-history-body">
            <a:extLst xmlns:a="http://schemas.openxmlformats.org/drawingml/2006/main">
              <a:ext uri="{FF2B5EF4-FFF2-40B4-BE49-F238E27FC236}">
                <a16:creationId xmlns:a16="http://schemas.microsoft.com/office/drawing/2014/main" id="{7FC8D9EB-2697-4D89-A865-1E34232C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4648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一次性补齐大量历史材料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追查遗失上下文耗时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不确定记忆可能被写成确定说明</a:t>
            </a:r>
          </a:p>
        </p:txBody>
      </p:sp>
      <p:sp>
        <p:nvSpPr>
          <p:cNvPr id="17" name="s2-history-foot">
            <a:extLst xmlns:a="http://schemas.openxmlformats.org/drawingml/2006/main">
              <a:ext uri="{FF2B5EF4-FFF2-40B4-BE49-F238E27FC236}">
                <a16:creationId xmlns:a16="http://schemas.microsoft.com/office/drawing/2014/main" id="{54EA2568-7BCE-4078-AB41-F50AD4F4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适合已有明确追溯需求的个别结果</a:t>
            </a:r>
          </a:p>
        </p:txBody>
      </p:sp>
      <p:sp>
        <p:nvSpPr>
          <p:cNvPr id="18" name="s2-new">
            <a:extLst xmlns:a="http://schemas.openxmlformats.org/drawingml/2006/main">
              <a:ext uri="{FF2B5EF4-FFF2-40B4-BE49-F238E27FC236}">
                <a16:creationId xmlns:a16="http://schemas.microsoft.com/office/drawing/2014/main" id="{8E5E96C6-2A0A-4C84-935E-6F7838EF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19350"/>
            <a:ext cx="5334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9FC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2-new-kicker">
            <a:extLst xmlns:a="http://schemas.openxmlformats.org/drawingml/2006/main">
              <a:ext uri="{FF2B5EF4-FFF2-40B4-BE49-F238E27FC236}">
                <a16:creationId xmlns:a16="http://schemas.microsoft.com/office/drawing/2014/main" id="{A45FCCCB-E3BF-4401-8A5A-ECCE1D93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2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rPr>
              <a:t>路径 B  ·  先记新增 + 逐项补历史</a:t>
            </a:r>
          </a:p>
        </p:txBody>
      </p:sp>
      <p:sp>
        <p:nvSpPr>
          <p:cNvPr id="20" name="s2-new-title">
            <a:extLst xmlns:a="http://schemas.openxmlformats.org/drawingml/2006/main">
              <a:ext uri="{FF2B5EF4-FFF2-40B4-BE49-F238E27FC236}">
                <a16:creationId xmlns:a16="http://schemas.microsoft.com/office/drawing/2014/main" id="{72794453-E6F7-4C2C-A352-482BC1D3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241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优先捕捉清楚的上下文</a:t>
            </a:r>
          </a:p>
        </p:txBody>
      </p:sp>
      <p:sp>
        <p:nvSpPr>
          <p:cNvPr id="21" name="s2-new-rule">
            <a:extLst xmlns:a="http://schemas.openxmlformats.org/drawingml/2006/main">
              <a:ext uri="{FF2B5EF4-FFF2-40B4-BE49-F238E27FC236}">
                <a16:creationId xmlns:a16="http://schemas.microsoft.com/office/drawing/2014/main" id="{B350CB6B-3EE8-44BB-A3B1-A12DAC3C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ADC"/>
            </a:solidFill>
            <a:prstDash val="solid"/>
          </a:ln>
        </p:spPr>
      </p:sp>
      <p:sp>
        <p:nvSpPr>
          <p:cNvPr id="22" name="s2-new-body">
            <a:extLst xmlns:a="http://schemas.openxmlformats.org/drawingml/2006/main">
              <a:ext uri="{FF2B5EF4-FFF2-40B4-BE49-F238E27FC236}">
                <a16:creationId xmlns:a16="http://schemas.microsoft.com/office/drawing/2014/main" id="{31EF53B5-3D45-4851-B521-C82A793D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4648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新增实验：上下文清楚时立即记录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历史结果：真正需要复核时逐项补充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短期无法解决全部历史材料追溯</a:t>
            </a:r>
          </a:p>
        </p:txBody>
      </p:sp>
      <p:sp>
        <p:nvSpPr>
          <p:cNvPr id="23" name="s2-new-foot">
            <a:extLst xmlns:a="http://schemas.openxmlformats.org/drawingml/2006/main">
              <a:ext uri="{FF2B5EF4-FFF2-40B4-BE49-F238E27FC236}">
                <a16:creationId xmlns:a16="http://schemas.microsoft.com/office/drawing/2014/main" id="{3E1EED07-F30F-4106-BE9D-D3E44E50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rPr>
              <a:t>建议先保障新增记录的可复核性</a:t>
            </a:r>
          </a:p>
        </p:txBody>
      </p:sp>
      <p:sp>
        <p:nvSpPr>
          <p:cNvPr id="24" name="s2-scope-boundary">
            <a:extLst xmlns:a="http://schemas.openxmlformats.org/drawingml/2006/main">
              <a:ext uri="{FF2B5EF4-FFF2-40B4-BE49-F238E27FC236}">
                <a16:creationId xmlns:a16="http://schemas.microsoft.com/office/drawing/2014/main" id="{2188BA7F-A285-4C82-9F2B-381D1CE2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10109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5C889"/>
            </a:solidFill>
            <a:prstDash val="solid"/>
          </a:ln>
        </p:spPr>
      </p:sp>
      <p:sp>
        <p:nvSpPr>
          <p:cNvPr id="25" name="s2-scope-boundary-text">
            <a:extLst xmlns:a="http://schemas.openxmlformats.org/drawingml/2006/main">
              <a:ext uri="{FF2B5EF4-FFF2-40B4-BE49-F238E27FC236}">
                <a16:creationId xmlns:a16="http://schemas.microsoft.com/office/drawing/2014/main" id="{F6F94C99-1BF4-44C0-ACDE-ABCF0EE8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007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805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05A1E"/>
                </a:solidFill>
                <a:latin typeface="Microsoft YaHei"/>
                <a:ea typeface="Microsoft YaHei"/>
                <a:cs typeface="Microsoft YaHei"/>
              </a:rPr>
              <a:t>判断边界  ·  这是范围选择，不代表已经证明效率提升。</a:t>
            </a:r>
          </a:p>
        </p:txBody>
      </p:sp>
    </p:spTree>
    <p:extLst>
      <p:ext uri="{BB962C8B-B14F-4D97-AF65-F5344CB8AC3E}">
        <p14:creationId xmlns:p14="http://schemas.microsoft.com/office/powerpoint/2010/main" val="1468095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3-eyebrow">
            <a:extLst xmlns:a="http://schemas.openxmlformats.org/drawingml/2006/main">
              <a:ext uri="{FF2B5EF4-FFF2-40B4-BE49-F238E27FC236}">
                <a16:creationId xmlns:a16="http://schemas.microsoft.com/office/drawing/2014/main" id="{D76D7B87-BD97-40B5-AC5B-301B0F58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实验归档  /  REVIEW LOOP</a:t>
            </a:r>
          </a:p>
        </p:txBody>
      </p:sp>
      <p:sp>
        <p:nvSpPr>
          <p:cNvPr id="2" name="s3-page">
            <a:extLst xmlns:a="http://schemas.openxmlformats.org/drawingml/2006/main">
              <a:ext uri="{FF2B5EF4-FFF2-40B4-BE49-F238E27FC236}">
                <a16:creationId xmlns:a16="http://schemas.microsoft.com/office/drawing/2014/main" id="{8407F4BA-4992-428F-B5F1-F78CE011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03  /  04</a:t>
            </a:r>
          </a:p>
        </p:txBody>
      </p:sp>
      <p:sp>
        <p:nvSpPr>
          <p:cNvPr id="3" name="s3-topline">
            <a:extLst xmlns:a="http://schemas.openxmlformats.org/drawingml/2006/main">
              <a:ext uri="{FF2B5EF4-FFF2-40B4-BE49-F238E27FC236}">
                <a16:creationId xmlns:a16="http://schemas.microsoft.com/office/drawing/2014/main" id="{6790379F-6A38-4FF7-9C6E-200683D4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4" name="s3-title">
            <a:extLst xmlns:a="http://schemas.openxmlformats.org/drawingml/2006/main">
              <a:ext uri="{FF2B5EF4-FFF2-40B4-BE49-F238E27FC236}">
                <a16:creationId xmlns:a16="http://schemas.microsoft.com/office/drawing/2014/main" id="{D44F43FA-5376-415E-894F-34955ECA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复核围绕“结果如何产生”，授权异常触发暂停</a:t>
            </a:r>
          </a:p>
        </p:txBody>
      </p:sp>
      <p:sp>
        <p:nvSpPr>
          <p:cNvPr id="5" name="s3-subtitle">
            <a:extLst xmlns:a="http://schemas.openxmlformats.org/drawingml/2006/main">
              <a:ext uri="{FF2B5EF4-FFF2-40B4-BE49-F238E27FC236}">
                <a16:creationId xmlns:a16="http://schemas.microsoft.com/office/drawing/2014/main" id="{0B9A176D-5577-4BBB-B00F-3F364DC8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记录先由执行者提交，再经定位、补充与负责人确认进入可讨论版本。</a:t>
            </a:r>
          </a:p>
        </p:txBody>
      </p:sp>
      <p:sp>
        <p:nvSpPr>
          <p:cNvPr id="6" name="s3-bottomline">
            <a:extLst xmlns:a="http://schemas.openxmlformats.org/drawingml/2006/main">
              <a:ext uri="{FF2B5EF4-FFF2-40B4-BE49-F238E27FC236}">
                <a16:creationId xmlns:a16="http://schemas.microsoft.com/office/drawing/2014/main" id="{7E1CEED5-B9EF-4A89-9BE2-2C6EEC90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7" name="s3-footer">
            <a:extLst xmlns:a="http://schemas.openxmlformats.org/drawingml/2006/main">
              <a:ext uri="{FF2B5EF4-FFF2-40B4-BE49-F238E27FC236}">
                <a16:creationId xmlns:a16="http://schemas.microsoft.com/office/drawing/2014/main" id="{8D5DEF61-A7B5-43E8-8950-15E7864F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虚构讨论提案  ·  尚未实施  ·  供试点设计讨论</a:t>
            </a:r>
          </a:p>
        </p:txBody>
      </p:sp>
      <p:sp>
        <p:nvSpPr>
          <p:cNvPr id="8" name="s3-flow-label">
            <a:extLst xmlns:a="http://schemas.openxmlformats.org/drawingml/2006/main">
              <a:ext uri="{FF2B5EF4-FFF2-40B4-BE49-F238E27FC236}">
                <a16:creationId xmlns:a16="http://schemas.microsoft.com/office/drawing/2014/main" id="{2B7E30D0-5BC1-4E4D-9EBD-8322B813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525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标准复核路径</a:t>
            </a:r>
          </a:p>
        </p:txBody>
      </p:sp>
      <p:sp>
        <p:nvSpPr>
          <p:cNvPr id="9" name="s3-stage-1">
            <a:extLst xmlns:a="http://schemas.openxmlformats.org/drawingml/2006/main">
              <a:ext uri="{FF2B5EF4-FFF2-40B4-BE49-F238E27FC236}">
                <a16:creationId xmlns:a16="http://schemas.microsoft.com/office/drawing/2014/main" id="{0C64C5AE-7DAB-47FB-BE8F-B3A96D82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24765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3-stage-num-1">
            <a:extLst xmlns:a="http://schemas.openxmlformats.org/drawingml/2006/main">
              <a:ext uri="{FF2B5EF4-FFF2-40B4-BE49-F238E27FC236}">
                <a16:creationId xmlns:a16="http://schemas.microsoft.com/office/drawing/2014/main" id="{7B6CF8B5-F4E1-4873-BD96-9448EA15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s3-stage-title-1">
            <a:extLst xmlns:a="http://schemas.openxmlformats.org/drawingml/2006/main">
              <a:ext uri="{FF2B5EF4-FFF2-40B4-BE49-F238E27FC236}">
                <a16:creationId xmlns:a16="http://schemas.microsoft.com/office/drawing/2014/main" id="{3D3A3CB8-E27C-432E-A4DD-86FB07BE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执行者提交</a:t>
            </a:r>
          </a:p>
        </p:txBody>
      </p:sp>
      <p:sp>
        <p:nvSpPr>
          <p:cNvPr id="12" name="s3-stage-line-1">
            <a:extLst xmlns:a="http://schemas.openxmlformats.org/drawingml/2006/main">
              <a:ext uri="{FF2B5EF4-FFF2-40B4-BE49-F238E27FC236}">
                <a16:creationId xmlns:a16="http://schemas.microsoft.com/office/drawing/2014/main" id="{A7107469-034D-4482-8036-58EE1155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13" name="s3-stage-body-1">
            <a:extLst xmlns:a="http://schemas.openxmlformats.org/drawingml/2006/main">
              <a:ext uri="{FF2B5EF4-FFF2-40B4-BE49-F238E27FC236}">
                <a16:creationId xmlns:a16="http://schemas.microsoft.com/office/drawing/2014/main" id="{98C8F722-A3FC-408E-A568-3F5B8F1B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结果记录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受控引用</a:t>
            </a:r>
          </a:p>
        </p:txBody>
      </p:sp>
      <p:sp>
        <p:nvSpPr>
          <p:cNvPr id="14" name="s3-stage-2">
            <a:extLst xmlns:a="http://schemas.openxmlformats.org/drawingml/2006/main">
              <a:ext uri="{FF2B5EF4-FFF2-40B4-BE49-F238E27FC236}">
                <a16:creationId xmlns:a16="http://schemas.microsoft.com/office/drawing/2014/main" id="{FF9CFCE7-A973-403C-A29C-75A4A05F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24765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3-stage-num-2">
            <a:extLst xmlns:a="http://schemas.openxmlformats.org/drawingml/2006/main">
              <a:ext uri="{FF2B5EF4-FFF2-40B4-BE49-F238E27FC236}">
                <a16:creationId xmlns:a16="http://schemas.microsoft.com/office/drawing/2014/main" id="{10E6C2F3-8371-4DBC-920E-C1CA6172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s3-stage-title-2">
            <a:extLst xmlns:a="http://schemas.openxmlformats.org/drawingml/2006/main">
              <a:ext uri="{FF2B5EF4-FFF2-40B4-BE49-F238E27FC236}">
                <a16:creationId xmlns:a16="http://schemas.microsoft.com/office/drawing/2014/main" id="{7DED6E9E-D9F1-493B-8C95-A33951DC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384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另一成员定位</a:t>
            </a:r>
          </a:p>
        </p:txBody>
      </p:sp>
      <p:sp>
        <p:nvSpPr>
          <p:cNvPr id="17" name="s3-stage-line-2">
            <a:extLst xmlns:a="http://schemas.openxmlformats.org/drawingml/2006/main">
              <a:ext uri="{FF2B5EF4-FFF2-40B4-BE49-F238E27FC236}">
                <a16:creationId xmlns:a16="http://schemas.microsoft.com/office/drawing/2014/main" id="{92A1F55B-D545-4D4C-8BBA-FA363BC3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18" name="s3-stage-body-2">
            <a:extLst xmlns:a="http://schemas.openxmlformats.org/drawingml/2006/main">
              <a:ext uri="{FF2B5EF4-FFF2-40B4-BE49-F238E27FC236}">
                <a16:creationId xmlns:a16="http://schemas.microsoft.com/office/drawing/2014/main" id="{15B3A4BD-1256-4FB9-9176-2AC78B5F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数据 · 脚本 · 条件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提出缺项</a:t>
            </a:r>
          </a:p>
        </p:txBody>
      </p:sp>
      <p:sp>
        <p:nvSpPr>
          <p:cNvPr id="19" name="s3-stage-3">
            <a:extLst xmlns:a="http://schemas.openxmlformats.org/drawingml/2006/main">
              <a:ext uri="{FF2B5EF4-FFF2-40B4-BE49-F238E27FC236}">
                <a16:creationId xmlns:a16="http://schemas.microsoft.com/office/drawing/2014/main" id="{D6A5C14E-36FE-40C4-B9CA-B8BEB8D7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43100"/>
            <a:ext cx="24765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3-stage-num-3">
            <a:extLst xmlns:a="http://schemas.openxmlformats.org/drawingml/2006/main">
              <a:ext uri="{FF2B5EF4-FFF2-40B4-BE49-F238E27FC236}">
                <a16:creationId xmlns:a16="http://schemas.microsoft.com/office/drawing/2014/main" id="{BD555ABF-290E-415A-8346-03E54ACC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s3-stage-title-3">
            <a:extLst xmlns:a="http://schemas.openxmlformats.org/drawingml/2006/main">
              <a:ext uri="{FF2B5EF4-FFF2-40B4-BE49-F238E27FC236}">
                <a16:creationId xmlns:a16="http://schemas.microsoft.com/office/drawing/2014/main" id="{54732E0C-6BD6-4D1F-B0CF-641DBFD0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执行者补充</a:t>
            </a:r>
          </a:p>
        </p:txBody>
      </p:sp>
      <p:sp>
        <p:nvSpPr>
          <p:cNvPr id="22" name="s3-stage-line-3">
            <a:extLst xmlns:a="http://schemas.openxmlformats.org/drawingml/2006/main">
              <a:ext uri="{FF2B5EF4-FFF2-40B4-BE49-F238E27FC236}">
                <a16:creationId xmlns:a16="http://schemas.microsoft.com/office/drawing/2014/main" id="{A247EB21-957F-4D05-A0F1-37D4D7D6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23" name="s3-stage-body-3">
            <a:extLst xmlns:a="http://schemas.openxmlformats.org/drawingml/2006/main">
              <a:ext uri="{FF2B5EF4-FFF2-40B4-BE49-F238E27FC236}">
                <a16:creationId xmlns:a16="http://schemas.microsoft.com/office/drawing/2014/main" id="{FA431231-A670-4528-AAFC-B4838CB8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补齐记录缺项</a:t>
            </a:r>
          </a:p>
        </p:txBody>
      </p:sp>
      <p:sp>
        <p:nvSpPr>
          <p:cNvPr id="24" name="s3-stage-4">
            <a:extLst xmlns:a="http://schemas.openxmlformats.org/drawingml/2006/main">
              <a:ext uri="{FF2B5EF4-FFF2-40B4-BE49-F238E27FC236}">
                <a16:creationId xmlns:a16="http://schemas.microsoft.com/office/drawing/2014/main" id="{16811D4E-94BD-4CEC-86FF-48934CD1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4765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4E8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s3-stage-num-4">
            <a:extLst xmlns:a="http://schemas.openxmlformats.org/drawingml/2006/main">
              <a:ext uri="{FF2B5EF4-FFF2-40B4-BE49-F238E27FC236}">
                <a16:creationId xmlns:a16="http://schemas.microsoft.com/office/drawing/2014/main" id="{2AEC14BE-E0C7-4B70-905D-8D38B609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s3-stage-title-4">
            <a:extLst xmlns:a="http://schemas.openxmlformats.org/drawingml/2006/main">
              <a:ext uri="{FF2B5EF4-FFF2-40B4-BE49-F238E27FC236}">
                <a16:creationId xmlns:a16="http://schemas.microsoft.com/office/drawing/2014/main" id="{C693FBDC-1891-4C06-A93A-55689F03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384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27" name="s3-stage-line-4">
            <a:extLst xmlns:a="http://schemas.openxmlformats.org/drawingml/2006/main">
              <a:ext uri="{FF2B5EF4-FFF2-40B4-BE49-F238E27FC236}">
                <a16:creationId xmlns:a16="http://schemas.microsoft.com/office/drawing/2014/main" id="{EEA86493-2761-47EB-B2E3-ECF72E7D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718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FE2"/>
            </a:solidFill>
            <a:prstDash val="solid"/>
          </a:ln>
        </p:spPr>
      </p:sp>
      <p:sp>
        <p:nvSpPr>
          <p:cNvPr id="28" name="s3-stage-body-4">
            <a:extLst xmlns:a="http://schemas.openxmlformats.org/drawingml/2006/main">
              <a:ext uri="{FF2B5EF4-FFF2-40B4-BE49-F238E27FC236}">
                <a16:creationId xmlns:a16="http://schemas.microsoft.com/office/drawing/2014/main" id="{5C5F72DB-97F2-45B2-91A0-5F4BE421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623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进入可讨论版本</a:t>
            </a:r>
          </a:p>
        </p:txBody>
      </p:sp>
      <p:cxnSp>
        <p:nvCxnSpPr>
          <p:cNvPr id="76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067050" y="29051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84B4"/>
            </a:solidFill>
            <a:prstDash val="solid"/>
            <a:head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848350" y="29051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84B4"/>
            </a:solidFill>
            <a:prstDash val="solid"/>
            <a:head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629650" y="29051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84B4"/>
            </a:solidFill>
            <a:prstDash val="solid"/>
            <a:headEnd type="triangle" w="sm" len="sm"/>
          </a:ln>
        </p:spPr>
      </p:cxnSp>
      <p:sp>
        <p:nvSpPr>
          <p:cNvPr id="32" name="s3-exception-label">
            <a:extLst xmlns:a="http://schemas.openxmlformats.org/drawingml/2006/main">
              <a:ext uri="{FF2B5EF4-FFF2-40B4-BE49-F238E27FC236}">
                <a16:creationId xmlns:a16="http://schemas.microsoft.com/office/drawing/2014/main" id="{4E9DF4F6-3C56-47B8-8A00-14252813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rPr>
              <a:t>授权异常分支</a:t>
            </a:r>
          </a:p>
        </p:txBody>
      </p:sp>
      <p:sp>
        <p:nvSpPr>
          <p:cNvPr id="33" name="s3-ex-1">
            <a:extLst xmlns:a="http://schemas.openxmlformats.org/drawingml/2006/main">
              <a:ext uri="{FF2B5EF4-FFF2-40B4-BE49-F238E27FC236}">
                <a16:creationId xmlns:a16="http://schemas.microsoft.com/office/drawing/2014/main" id="{68760373-2EA1-4B37-99BA-2067D31C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2324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E5B8B4"/>
            </a:solidFill>
            <a:prstDash val="solid"/>
          </a:ln>
        </p:spPr>
      </p:sp>
      <p:sp>
        <p:nvSpPr>
          <p:cNvPr id="34" name="s3-ex-text-1">
            <a:extLst xmlns:a="http://schemas.openxmlformats.org/drawingml/2006/main">
              <a:ext uri="{FF2B5EF4-FFF2-40B4-BE49-F238E27FC236}">
                <a16:creationId xmlns:a16="http://schemas.microsoft.com/office/drawing/2014/main" id="{131DD044-2D0A-4C9E-8D3F-7011B73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rPr>
              <a:t>新增访问授权</a:t>
            </a:r>
          </a:p>
        </p:txBody>
      </p:sp>
      <p:sp>
        <p:nvSpPr>
          <p:cNvPr id="35" name="s3-ex-2">
            <a:extLst xmlns:a="http://schemas.openxmlformats.org/drawingml/2006/main">
              <a:ext uri="{FF2B5EF4-FFF2-40B4-BE49-F238E27FC236}">
                <a16:creationId xmlns:a16="http://schemas.microsoft.com/office/drawing/2014/main" id="{B6BB5722-EE77-40C3-991D-43DB44C4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38650"/>
            <a:ext cx="20002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E5B8B4"/>
            </a:solidFill>
            <a:prstDash val="solid"/>
          </a:ln>
        </p:spPr>
      </p:sp>
      <p:sp>
        <p:nvSpPr>
          <p:cNvPr id="36" name="s3-ex-text-2">
            <a:extLst xmlns:a="http://schemas.openxmlformats.org/drawingml/2006/main">
              <a:ext uri="{FF2B5EF4-FFF2-40B4-BE49-F238E27FC236}">
                <a16:creationId xmlns:a16="http://schemas.microsoft.com/office/drawing/2014/main" id="{83F72D02-A2EE-4F99-B629-F3D60C96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672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rPr>
              <a:t>暂停共享</a:t>
            </a:r>
          </a:p>
        </p:txBody>
      </p:sp>
      <p:sp>
        <p:nvSpPr>
          <p:cNvPr id="37" name="s3-ex-3">
            <a:extLst xmlns:a="http://schemas.openxmlformats.org/drawingml/2006/main">
              <a:ext uri="{FF2B5EF4-FFF2-40B4-BE49-F238E27FC236}">
                <a16:creationId xmlns:a16="http://schemas.microsoft.com/office/drawing/2014/main" id="{77BD306D-0EA4-4194-87AF-B67F4EE6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38650"/>
            <a:ext cx="27432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5C889"/>
            </a:solidFill>
            <a:prstDash val="solid"/>
          </a:ln>
        </p:spPr>
      </p:sp>
      <p:sp>
        <p:nvSpPr>
          <p:cNvPr id="38" name="s3-ex-text-3">
            <a:extLst xmlns:a="http://schemas.openxmlformats.org/drawingml/2006/main">
              <a:ext uri="{FF2B5EF4-FFF2-40B4-BE49-F238E27FC236}">
                <a16:creationId xmlns:a16="http://schemas.microsoft.com/office/drawing/2014/main" id="{17E80350-B5A6-4609-B5A9-1AFD59D2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672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805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05A1E"/>
                </a:solidFill>
                <a:latin typeface="Microsoft YaHei"/>
                <a:ea typeface="Microsoft YaHei"/>
                <a:cs typeface="Microsoft YaHei"/>
              </a:rPr>
              <a:t>负责人处理授权</a:t>
            </a:r>
          </a:p>
        </p:txBody>
      </p:sp>
      <p:sp>
        <p:nvSpPr>
          <p:cNvPr id="39" name="s3-ex-4">
            <a:extLst xmlns:a="http://schemas.openxmlformats.org/drawingml/2006/main">
              <a:ext uri="{FF2B5EF4-FFF2-40B4-BE49-F238E27FC236}">
                <a16:creationId xmlns:a16="http://schemas.microsoft.com/office/drawing/2014/main" id="{96ADAC09-8B7C-436F-8BF7-07F02F6D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38650"/>
            <a:ext cx="20002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BFDADC"/>
            </a:solidFill>
            <a:prstDash val="solid"/>
          </a:ln>
        </p:spPr>
      </p:sp>
      <p:sp>
        <p:nvSpPr>
          <p:cNvPr id="40" name="s3-ex-text-4">
            <a:extLst xmlns:a="http://schemas.openxmlformats.org/drawingml/2006/main">
              <a:ext uri="{FF2B5EF4-FFF2-40B4-BE49-F238E27FC236}">
                <a16:creationId xmlns:a16="http://schemas.microsoft.com/office/drawing/2014/main" id="{74C64742-8D19-4F17-ADB8-6E01A5EB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672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rPr>
              <a:t>继续</a:t>
            </a:r>
          </a:p>
        </p:txBody>
      </p:sp>
      <p:cxnSp>
        <p:nvCxnSpPr>
          <p:cNvPr id="88" name=""/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914650" y="4791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5C55"/>
            </a:solidFill>
            <a:prstDash val="solid"/>
            <a:head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35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200650" y="4791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5C55"/>
            </a:solidFill>
            <a:prstDash val="solid"/>
            <a:head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37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8229600" y="4791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C88"/>
            </a:solidFill>
            <a:prstDash val="solid"/>
            <a:head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14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1752600" y="3867150"/>
            <a:ext cx="285750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75C55"/>
            </a:solidFill>
            <a:prstDash val="dash"/>
            <a:headEnd type="triangle" w="sm" len="sm"/>
          </a:ln>
        </p:spPr>
      </p:cxnSp>
      <p:sp>
        <p:nvSpPr>
          <p:cNvPr id="45" name="s3-boundary">
            <a:extLst xmlns:a="http://schemas.openxmlformats.org/drawingml/2006/main">
              <a:ext uri="{FF2B5EF4-FFF2-40B4-BE49-F238E27FC236}">
                <a16:creationId xmlns:a16="http://schemas.microsoft.com/office/drawing/2014/main" id="{AD929417-9750-43B8-B719-5D957689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10109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46" name="s3-boundary-title">
            <a:extLst xmlns:a="http://schemas.openxmlformats.org/drawingml/2006/main">
              <a:ext uri="{FF2B5EF4-FFF2-40B4-BE49-F238E27FC236}">
                <a16:creationId xmlns:a16="http://schemas.microsoft.com/office/drawing/2014/main" id="{CCF59D14-70D6-488B-A70E-D669180E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复核边界</a:t>
            </a:r>
          </a:p>
        </p:txBody>
      </p:sp>
      <p:sp>
        <p:nvSpPr>
          <p:cNvPr id="47" name="s3-boundary-body">
            <a:extLst xmlns:a="http://schemas.openxmlformats.org/drawingml/2006/main">
              <a:ext uri="{FF2B5EF4-FFF2-40B4-BE49-F238E27FC236}">
                <a16:creationId xmlns:a16="http://schemas.microsoft.com/office/drawing/2014/main" id="{BAB268E4-7711-4C94-AAC9-8BB646F7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0225"/>
            <a:ext cx="923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检查结果如何产生；不要求复做实验，也不代替科学结论审查。</a:t>
            </a:r>
          </a:p>
        </p:txBody>
      </p:sp>
    </p:spTree>
    <p:extLst>
      <p:ext uri="{BB962C8B-B14F-4D97-AF65-F5344CB8AC3E}">
        <p14:creationId xmlns:p14="http://schemas.microsoft.com/office/powerpoint/2010/main" val="7318008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4-eyebrow">
            <a:extLst xmlns:a="http://schemas.openxmlformats.org/drawingml/2006/main">
              <a:ext uri="{FF2B5EF4-FFF2-40B4-BE49-F238E27FC236}">
                <a16:creationId xmlns:a16="http://schemas.microsoft.com/office/drawing/2014/main" id="{DB038932-2DAA-46D4-BB54-A5288C86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实验归档  /  FOUR-WEEK PILOT</a:t>
            </a:r>
          </a:p>
        </p:txBody>
      </p:sp>
      <p:sp>
        <p:nvSpPr>
          <p:cNvPr id="2" name="s4-page">
            <a:extLst xmlns:a="http://schemas.openxmlformats.org/drawingml/2006/main">
              <a:ext uri="{FF2B5EF4-FFF2-40B4-BE49-F238E27FC236}">
                <a16:creationId xmlns:a16="http://schemas.microsoft.com/office/drawing/2014/main" id="{4CAC829B-C055-478E-8BCB-11B2CFDA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04  /  04</a:t>
            </a:r>
          </a:p>
        </p:txBody>
      </p:sp>
      <p:sp>
        <p:nvSpPr>
          <p:cNvPr id="3" name="s4-topline">
            <a:extLst xmlns:a="http://schemas.openxmlformats.org/drawingml/2006/main">
              <a:ext uri="{FF2B5EF4-FFF2-40B4-BE49-F238E27FC236}">
                <a16:creationId xmlns:a16="http://schemas.microsoft.com/office/drawing/2014/main" id="{E5F17EAD-6B68-4BB4-86E8-DB17FE6A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4" name="s4-title">
            <a:extLst xmlns:a="http://schemas.openxmlformats.org/drawingml/2006/main">
              <a:ext uri="{FF2B5EF4-FFF2-40B4-BE49-F238E27FC236}">
                <a16:creationId xmlns:a16="http://schemas.microsoft.com/office/drawing/2014/main" id="{3BD17B89-A93A-44D7-A257-D6E25B9F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四周试点用真实复核过程决定去留</a:t>
            </a:r>
          </a:p>
        </p:txBody>
      </p:sp>
      <p:sp>
        <p:nvSpPr>
          <p:cNvPr id="5" name="s4-subtitle">
            <a:extLst xmlns:a="http://schemas.openxmlformats.org/drawingml/2006/main">
              <a:ext uri="{FF2B5EF4-FFF2-40B4-BE49-F238E27FC236}">
                <a16:creationId xmlns:a16="http://schemas.microsoft.com/office/drawing/2014/main" id="{0D4711F9-7B86-420A-B656-7E2099C3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小范围记录新增实验，以实际复核体验和成员反馈形成保留、修改或停止的判断。</a:t>
            </a:r>
          </a:p>
        </p:txBody>
      </p:sp>
      <p:sp>
        <p:nvSpPr>
          <p:cNvPr id="6" name="s4-bottomline">
            <a:extLst xmlns:a="http://schemas.openxmlformats.org/drawingml/2006/main">
              <a:ext uri="{FF2B5EF4-FFF2-40B4-BE49-F238E27FC236}">
                <a16:creationId xmlns:a16="http://schemas.microsoft.com/office/drawing/2014/main" id="{D40F092C-D38F-4C25-9B59-509BF699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7" name="s4-footer">
            <a:extLst xmlns:a="http://schemas.openxmlformats.org/drawingml/2006/main">
              <a:ext uri="{FF2B5EF4-FFF2-40B4-BE49-F238E27FC236}">
                <a16:creationId xmlns:a16="http://schemas.microsoft.com/office/drawing/2014/main" id="{D2ABC9D6-3595-4FEA-B0D1-D4973BA3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虚构讨论提案  ·  尚未实施  ·  供试点设计讨论</a:t>
            </a:r>
          </a:p>
        </p:txBody>
      </p:sp>
      <p:sp>
        <p:nvSpPr>
          <p:cNvPr id="8" name="s4-scope">
            <a:extLst xmlns:a="http://schemas.openxmlformats.org/drawingml/2006/main">
              <a:ext uri="{FF2B5EF4-FFF2-40B4-BE49-F238E27FC236}">
                <a16:creationId xmlns:a16="http://schemas.microsoft.com/office/drawing/2014/main" id="{5F5679B8-B27D-4598-87A2-BF3DF9A5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9" name="s4-scope-label">
            <a:extLst xmlns:a="http://schemas.openxmlformats.org/drawingml/2006/main">
              <a:ext uri="{FF2B5EF4-FFF2-40B4-BE49-F238E27FC236}">
                <a16:creationId xmlns:a16="http://schemas.microsoft.com/office/drawing/2014/main" id="{37C9132C-756B-4329-A4E1-A05C6301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试点范围</a:t>
            </a:r>
          </a:p>
        </p:txBody>
      </p:sp>
      <p:sp>
        <p:nvSpPr>
          <p:cNvPr id="10" name="s4-scope-1">
            <a:extLst xmlns:a="http://schemas.openxmlformats.org/drawingml/2006/main">
              <a:ext uri="{FF2B5EF4-FFF2-40B4-BE49-F238E27FC236}">
                <a16:creationId xmlns:a16="http://schemas.microsoft.com/office/drawing/2014/main" id="{8974C6E9-0F6C-4D66-ADEF-D9D901AC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38300"/>
            <a:ext cx="2343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E7"/>
            </a:solidFill>
            <a:prstDash val="solid"/>
          </a:ln>
        </p:spPr>
      </p:sp>
      <p:sp>
        <p:nvSpPr>
          <p:cNvPr id="11" name="s4-scope-text-1">
            <a:extLst xmlns:a="http://schemas.openxmlformats.org/drawingml/2006/main">
              <a:ext uri="{FF2B5EF4-FFF2-40B4-BE49-F238E27FC236}">
                <a16:creationId xmlns:a16="http://schemas.microsoft.com/office/drawing/2014/main" id="{09C549BF-160E-4A71-92B3-7AF18732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1450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一个课题方向</a:t>
            </a:r>
          </a:p>
        </p:txBody>
      </p:sp>
      <p:sp>
        <p:nvSpPr>
          <p:cNvPr id="12" name="s4-scope-2">
            <a:extLst xmlns:a="http://schemas.openxmlformats.org/drawingml/2006/main">
              <a:ext uri="{FF2B5EF4-FFF2-40B4-BE49-F238E27FC236}">
                <a16:creationId xmlns:a16="http://schemas.microsoft.com/office/drawing/2014/main" id="{86D1A6CD-E6A5-4A54-80A1-7975B563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38300"/>
            <a:ext cx="2343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E7"/>
            </a:solidFill>
            <a:prstDash val="solid"/>
          </a:ln>
        </p:spPr>
      </p:sp>
      <p:sp>
        <p:nvSpPr>
          <p:cNvPr id="13" name="s4-scope-text-2">
            <a:extLst xmlns:a="http://schemas.openxmlformats.org/drawingml/2006/main">
              <a:ext uri="{FF2B5EF4-FFF2-40B4-BE49-F238E27FC236}">
                <a16:creationId xmlns:a16="http://schemas.microsoft.com/office/drawing/2014/main" id="{4B309800-B51F-4B39-A9ED-7EA94EAE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1450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两名自愿成员</a:t>
            </a:r>
          </a:p>
        </p:txBody>
      </p:sp>
      <p:sp>
        <p:nvSpPr>
          <p:cNvPr id="14" name="s4-scope-3">
            <a:extLst xmlns:a="http://schemas.openxmlformats.org/drawingml/2006/main">
              <a:ext uri="{FF2B5EF4-FFF2-40B4-BE49-F238E27FC236}">
                <a16:creationId xmlns:a16="http://schemas.microsoft.com/office/drawing/2014/main" id="{E12FA626-2C64-45D8-84B5-96534CC2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2343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E7"/>
            </a:solidFill>
            <a:prstDash val="solid"/>
          </a:ln>
        </p:spPr>
      </p:sp>
      <p:sp>
        <p:nvSpPr>
          <p:cNvPr id="15" name="s4-scope-text-3">
            <a:extLst xmlns:a="http://schemas.openxmlformats.org/drawingml/2006/main">
              <a:ext uri="{FF2B5EF4-FFF2-40B4-BE49-F238E27FC236}">
                <a16:creationId xmlns:a16="http://schemas.microsoft.com/office/drawing/2014/main" id="{1C12E726-1B61-47AF-9DF5-FB70B92F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记录新增实验</a:t>
            </a:r>
          </a:p>
        </p:txBody>
      </p:sp>
      <p:sp>
        <p:nvSpPr>
          <p:cNvPr id="16" name="s4-timeline-label">
            <a:extLst xmlns:a="http://schemas.openxmlformats.org/drawingml/2006/main">
              <a:ext uri="{FF2B5EF4-FFF2-40B4-BE49-F238E27FC236}">
                <a16:creationId xmlns:a16="http://schemas.microsoft.com/office/drawing/2014/main" id="{45D34D21-AD99-404E-99E1-C822AA3B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试点节奏</a:t>
            </a:r>
          </a:p>
        </p:txBody>
      </p:sp>
      <p:sp>
        <p:nvSpPr>
          <p:cNvPr id="17" name="s4-timeline">
            <a:extLst xmlns:a="http://schemas.openxmlformats.org/drawingml/2006/main">
              <a:ext uri="{FF2B5EF4-FFF2-40B4-BE49-F238E27FC236}">
                <a16:creationId xmlns:a16="http://schemas.microsoft.com/office/drawing/2014/main" id="{69623204-0493-4621-A20B-D732EADE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E84B4"/>
            </a:solidFill>
            <a:prstDash val="solid"/>
          </a:ln>
        </p:spPr>
      </p:sp>
      <p:sp>
        <p:nvSpPr>
          <p:cNvPr id="18" name="s4-mark-1">
            <a:extLst xmlns:a="http://schemas.openxmlformats.org/drawingml/2006/main">
              <a:ext uri="{FF2B5EF4-FFF2-40B4-BE49-F238E27FC236}">
                <a16:creationId xmlns:a16="http://schemas.microsoft.com/office/drawing/2014/main" id="{A3253EE8-F809-48BB-B7AE-E5B0ADCB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E84B4"/>
            </a:solidFill>
            <a:prstDash val="solid"/>
          </a:ln>
        </p:spPr>
      </p:sp>
      <p:sp>
        <p:nvSpPr>
          <p:cNvPr id="19" name="s4-week-1">
            <a:extLst xmlns:a="http://schemas.openxmlformats.org/drawingml/2006/main">
              <a:ext uri="{FF2B5EF4-FFF2-40B4-BE49-F238E27FC236}">
                <a16:creationId xmlns:a16="http://schemas.microsoft.com/office/drawing/2014/main" id="{3D4F9720-37BF-49D1-981D-E047DD0C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第1周</a:t>
            </a:r>
          </a:p>
        </p:txBody>
      </p:sp>
      <p:sp>
        <p:nvSpPr>
          <p:cNvPr id="20" name="s4-mark-2">
            <a:extLst xmlns:a="http://schemas.openxmlformats.org/drawingml/2006/main">
              <a:ext uri="{FF2B5EF4-FFF2-40B4-BE49-F238E27FC236}">
                <a16:creationId xmlns:a16="http://schemas.microsoft.com/office/drawing/2014/main" id="{5ADC2A9B-CFBA-4BB7-8457-8634BD72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E84B4"/>
            </a:solidFill>
            <a:prstDash val="solid"/>
          </a:ln>
        </p:spPr>
      </p:sp>
      <p:sp>
        <p:nvSpPr>
          <p:cNvPr id="21" name="s4-week-2">
            <a:extLst xmlns:a="http://schemas.openxmlformats.org/drawingml/2006/main">
              <a:ext uri="{FF2B5EF4-FFF2-40B4-BE49-F238E27FC236}">
                <a16:creationId xmlns:a16="http://schemas.microsoft.com/office/drawing/2014/main" id="{F739FFD7-BB9F-412F-8733-234F7360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479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第2周</a:t>
            </a:r>
          </a:p>
        </p:txBody>
      </p:sp>
      <p:sp>
        <p:nvSpPr>
          <p:cNvPr id="22" name="s4-mark-3">
            <a:extLst xmlns:a="http://schemas.openxmlformats.org/drawingml/2006/main">
              <a:ext uri="{FF2B5EF4-FFF2-40B4-BE49-F238E27FC236}">
                <a16:creationId xmlns:a16="http://schemas.microsoft.com/office/drawing/2014/main" id="{24EDD192-91DB-4503-913E-3E5F6A29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7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E84B4"/>
            </a:solidFill>
            <a:prstDash val="solid"/>
          </a:ln>
        </p:spPr>
      </p:sp>
      <p:sp>
        <p:nvSpPr>
          <p:cNvPr id="23" name="s4-week-3">
            <a:extLst xmlns:a="http://schemas.openxmlformats.org/drawingml/2006/main">
              <a:ext uri="{FF2B5EF4-FFF2-40B4-BE49-F238E27FC236}">
                <a16:creationId xmlns:a16="http://schemas.microsoft.com/office/drawing/2014/main" id="{5863FC92-D822-4C46-AB34-1B73EC78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第3周</a:t>
            </a:r>
          </a:p>
        </p:txBody>
      </p:sp>
      <p:sp>
        <p:nvSpPr>
          <p:cNvPr id="24" name="s4-mark-4">
            <a:extLst xmlns:a="http://schemas.openxmlformats.org/drawingml/2006/main">
              <a:ext uri="{FF2B5EF4-FFF2-40B4-BE49-F238E27FC236}">
                <a16:creationId xmlns:a16="http://schemas.microsoft.com/office/drawing/2014/main" id="{935E89D5-8D74-4B33-BFB5-A3066746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97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E84B4"/>
            </a:solidFill>
            <a:prstDash val="solid"/>
          </a:ln>
        </p:spPr>
      </p:sp>
      <p:sp>
        <p:nvSpPr>
          <p:cNvPr id="25" name="s4-week-4">
            <a:extLst xmlns:a="http://schemas.openxmlformats.org/drawingml/2006/main">
              <a:ext uri="{FF2B5EF4-FFF2-40B4-BE49-F238E27FC236}">
                <a16:creationId xmlns:a16="http://schemas.microsoft.com/office/drawing/2014/main" id="{DCEBE705-D1AA-4C13-8DD7-5FE7DB11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479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第4周</a:t>
            </a:r>
          </a:p>
        </p:txBody>
      </p:sp>
      <p:sp>
        <p:nvSpPr>
          <p:cNvPr id="26" name="s4-week-23">
            <a:extLst xmlns:a="http://schemas.openxmlformats.org/drawingml/2006/main">
              <a:ext uri="{FF2B5EF4-FFF2-40B4-BE49-F238E27FC236}">
                <a16:creationId xmlns:a16="http://schemas.microsoft.com/office/drawing/2014/main" id="{062CCC0A-8CC8-424A-B911-C29A5CE8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47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第2–3周</a:t>
            </a:r>
          </a:p>
        </p:txBody>
      </p:sp>
      <p:sp>
        <p:nvSpPr>
          <p:cNvPr id="27" name="s4-week1-card">
            <a:extLst xmlns:a="http://schemas.openxmlformats.org/drawingml/2006/main">
              <a:ext uri="{FF2B5EF4-FFF2-40B4-BE49-F238E27FC236}">
                <a16:creationId xmlns:a16="http://schemas.microsoft.com/office/drawing/2014/main" id="{0A50B875-E9E8-41A9-B45C-2EFEDBE4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2857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s4-week1-title">
            <a:extLst xmlns:a="http://schemas.openxmlformats.org/drawingml/2006/main">
              <a:ext uri="{FF2B5EF4-FFF2-40B4-BE49-F238E27FC236}">
                <a16:creationId xmlns:a16="http://schemas.microsoft.com/office/drawing/2014/main" id="{81FB0AB9-65F8-4C83-A69E-DE234615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确认并试填</a:t>
            </a:r>
          </a:p>
        </p:txBody>
      </p:sp>
      <p:sp>
        <p:nvSpPr>
          <p:cNvPr id="29" name="s4-week1-body">
            <a:extLst xmlns:a="http://schemas.openxmlformats.org/drawingml/2006/main">
              <a:ext uri="{FF2B5EF4-FFF2-40B4-BE49-F238E27FC236}">
                <a16:creationId xmlns:a16="http://schemas.microsoft.com/office/drawing/2014/main" id="{D14ADF40-C4F7-4B1A-A41B-66BBCBAD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确认最少字段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试填一个结果</a:t>
            </a:r>
          </a:p>
        </p:txBody>
      </p:sp>
      <p:sp>
        <p:nvSpPr>
          <p:cNvPr id="30" name="s4-week23-card">
            <a:extLst xmlns:a="http://schemas.openxmlformats.org/drawingml/2006/main">
              <a:ext uri="{FF2B5EF4-FFF2-40B4-BE49-F238E27FC236}">
                <a16:creationId xmlns:a16="http://schemas.microsoft.com/office/drawing/2014/main" id="{CAE24902-F776-42A4-867C-47266A2C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44767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s4-week23-title">
            <a:extLst xmlns:a="http://schemas.openxmlformats.org/drawingml/2006/main">
              <a:ext uri="{FF2B5EF4-FFF2-40B4-BE49-F238E27FC236}">
                <a16:creationId xmlns:a16="http://schemas.microsoft.com/office/drawing/2014/main" id="{86857C0F-8ABB-4D12-AE42-A1382069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81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观察记录负担</a:t>
            </a:r>
          </a:p>
        </p:txBody>
      </p:sp>
      <p:sp>
        <p:nvSpPr>
          <p:cNvPr id="32" name="s4-week23-body">
            <a:extLst xmlns:a="http://schemas.openxmlformats.org/drawingml/2006/main">
              <a:ext uri="{FF2B5EF4-FFF2-40B4-BE49-F238E27FC236}">
                <a16:creationId xmlns:a16="http://schemas.microsoft.com/office/drawing/2014/main" id="{39D84CC3-B1B8-4F3D-B772-A4EC7E19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记录缺项与填写负担，持续记录新增实验。</a:t>
            </a:r>
          </a:p>
        </p:txBody>
      </p:sp>
      <p:sp>
        <p:nvSpPr>
          <p:cNvPr id="33" name="s4-week4-card">
            <a:extLst xmlns:a="http://schemas.openxmlformats.org/drawingml/2006/main">
              <a:ext uri="{FF2B5EF4-FFF2-40B4-BE49-F238E27FC236}">
                <a16:creationId xmlns:a16="http://schemas.microsoft.com/office/drawing/2014/main" id="{8DACED75-838C-447F-AD88-0761CE93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52800"/>
            <a:ext cx="3143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BFDA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s4-week4-title">
            <a:extLst xmlns:a="http://schemas.openxmlformats.org/drawingml/2006/main">
              <a:ext uri="{FF2B5EF4-FFF2-40B4-BE49-F238E27FC236}">
                <a16:creationId xmlns:a16="http://schemas.microsoft.com/office/drawing/2014/main" id="{B8D095C5-0A7A-436D-9EFC-57940AB6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rPr>
              <a:t>决定去留</a:t>
            </a:r>
          </a:p>
        </p:txBody>
      </p:sp>
      <p:sp>
        <p:nvSpPr>
          <p:cNvPr id="35" name="s4-week4-body">
            <a:extLst xmlns:a="http://schemas.openxmlformats.org/drawingml/2006/main">
              <a:ext uri="{FF2B5EF4-FFF2-40B4-BE49-F238E27FC236}">
                <a16:creationId xmlns:a16="http://schemas.microsoft.com/office/drawing/2014/main" id="{CC3264CA-6429-46C9-B6AB-5757E456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保留、修改或停止</a:t>
            </a:r>
          </a:p>
        </p:txBody>
      </p:sp>
      <p:sp>
        <p:nvSpPr>
          <p:cNvPr id="36" name="s4-eval">
            <a:extLst xmlns:a="http://schemas.openxmlformats.org/drawingml/2006/main">
              <a:ext uri="{FF2B5EF4-FFF2-40B4-BE49-F238E27FC236}">
                <a16:creationId xmlns:a16="http://schemas.microsoft.com/office/drawing/2014/main" id="{724613E8-444B-4B48-873D-071B4108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334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37" name="s4-eval-title">
            <a:extLst xmlns:a="http://schemas.openxmlformats.org/drawingml/2006/main">
              <a:ext uri="{FF2B5EF4-FFF2-40B4-BE49-F238E27FC236}">
                <a16:creationId xmlns:a16="http://schemas.microsoft.com/office/drawing/2014/main" id="{0EF6EE9B-E500-48E8-8FCA-14D28AD5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评估依据</a:t>
            </a:r>
          </a:p>
        </p:txBody>
      </p:sp>
      <p:sp>
        <p:nvSpPr>
          <p:cNvPr id="38" name="s4-eval-body">
            <a:extLst xmlns:a="http://schemas.openxmlformats.org/drawingml/2006/main">
              <a:ext uri="{FF2B5EF4-FFF2-40B4-BE49-F238E27FC236}">
                <a16:creationId xmlns:a16="http://schemas.microsoft.com/office/drawing/2014/main" id="{9137D0CA-B927-46BA-A203-C3D90259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来源能否定位  ·  处理与排除依据能否理解  ·  负担是否愿意长期承担</a:t>
            </a:r>
          </a:p>
        </p:txBody>
      </p:sp>
      <p:sp>
        <p:nvSpPr>
          <p:cNvPr id="39" name="s4-stop">
            <a:extLst xmlns:a="http://schemas.openxmlformats.org/drawingml/2006/main">
              <a:ext uri="{FF2B5EF4-FFF2-40B4-BE49-F238E27FC236}">
                <a16:creationId xmlns:a16="http://schemas.microsoft.com/office/drawing/2014/main" id="{23BC4389-74BB-42E1-A9D9-F98FF38D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6730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E5B8B4"/>
            </a:solidFill>
            <a:prstDash val="solid"/>
          </a:ln>
        </p:spPr>
      </p:sp>
      <p:sp>
        <p:nvSpPr>
          <p:cNvPr id="40" name="s4-stop-title">
            <a:extLst xmlns:a="http://schemas.openxmlformats.org/drawingml/2006/main">
              <a:ext uri="{FF2B5EF4-FFF2-40B4-BE49-F238E27FC236}">
                <a16:creationId xmlns:a16="http://schemas.microsoft.com/office/drawing/2014/main" id="{C3DB6D98-15E3-4411-8477-4735888C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rPr>
              <a:t>调整或停止触发</a:t>
            </a:r>
          </a:p>
        </p:txBody>
      </p:sp>
      <p:sp>
        <p:nvSpPr>
          <p:cNvPr id="41" name="s4-stop-body">
            <a:extLst xmlns:a="http://schemas.openxmlformats.org/drawingml/2006/main">
              <a:ext uri="{FF2B5EF4-FFF2-40B4-BE49-F238E27FC236}">
                <a16:creationId xmlns:a16="http://schemas.microsoft.com/office/drawing/2014/main" id="{A31751BF-702F-44A1-B850-91356BC1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435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持续挤占实验时间、权限不明、只有重复抄写而不帮助解释结果 → 缩小要求或停止</a:t>
            </a:r>
          </a:p>
        </p:txBody>
      </p:sp>
      <p:sp>
        <p:nvSpPr>
          <p:cNvPr id="42" name="s4-boundary">
            <a:extLst xmlns:a="http://schemas.openxmlformats.org/drawingml/2006/main">
              <a:ext uri="{FF2B5EF4-FFF2-40B4-BE49-F238E27FC236}">
                <a16:creationId xmlns:a16="http://schemas.microsoft.com/office/drawing/2014/main" id="{254FD492-8694-4A1D-AD89-D287CED8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1010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依据具体复核过程及成员反馈，不设统一分数  ·  范围为拟定，没有实测效率或完成率。</a:t>
            </a:r>
          </a:p>
        </p:txBody>
      </p:sp>
    </p:spTree>
    <p:extLst>
      <p:ext uri="{BB962C8B-B14F-4D97-AF65-F5344CB8AC3E}">
        <p14:creationId xmlns:p14="http://schemas.microsoft.com/office/powerpoint/2010/main" val="1635664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2026-09-07T01:08:33.1430000Z</dcterms:created>
  <dcterms:modified xsi:type="dcterms:W3CDTF">2026-09-07T01:08:33.1430000Z</dcterms:modified>
</coreProperties>
</file>