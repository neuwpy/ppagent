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618b76d784f1c" /><Relationship Type="http://schemas.openxmlformats.org/officeDocument/2006/relationships/extended-properties" Target="/docProps/app.xml" Id="R4c055eb6876e4c83" /><Relationship Type="http://schemas.openxmlformats.org/officeDocument/2006/relationships/officeDocument" Target="/ppt/presentation.xml" Id="R6e7ad03517ac46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d6c370ca1f49ac"/>
  </p:sldMasterIdLst>
  <p:notesMasterIdLst>
    <p:notesMasterId xmlns:r="http://schemas.openxmlformats.org/officeDocument/2006/relationships" r:id="Reecd0c825ba3402e"/>
  </p:notesMasterIdLst>
  <p:sldIdLst>
    <p:sldId xmlns:r="http://schemas.openxmlformats.org/officeDocument/2006/relationships" id="256" r:id="Rc95a8b0a9521400e"/>
    <p:sldId xmlns:r="http://schemas.openxmlformats.org/officeDocument/2006/relationships" id="257" r:id="Rd66e1f91dfd8455c"/>
    <p:sldId xmlns:r="http://schemas.openxmlformats.org/officeDocument/2006/relationships" id="258" r:id="R8f80eb5d33fa4b31"/>
    <p:sldId xmlns:r="http://schemas.openxmlformats.org/officeDocument/2006/relationships" id="259" r:id="R8bd1bdf77af241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81e75ed49d4501" /><Relationship Type="http://schemas.openxmlformats.org/officeDocument/2006/relationships/slideMaster" Target="/ppt/slideMasters/slideMaster1.xml" Id="Rd6d6c370ca1f49ac" /><Relationship Type="http://schemas.openxmlformats.org/officeDocument/2006/relationships/notesMaster" Target="/ppt/notesMasters/notesMaster1.xml" Id="Reecd0c825ba3402e" /><Relationship Type="http://schemas.openxmlformats.org/officeDocument/2006/relationships/presProps" Target="/ppt/presProps.xml" Id="Rab76078d0e7b4d0b" /><Relationship Type="http://schemas.openxmlformats.org/officeDocument/2006/relationships/tableStyles" Target="/ppt/tableStyles.xml" Id="Rb1639cf1f2c24114" /><Relationship Type="http://schemas.openxmlformats.org/officeDocument/2006/relationships/slide" Target="/ppt/slides/slide1.xml" Id="Rc95a8b0a9521400e" /><Relationship Type="http://schemas.openxmlformats.org/officeDocument/2006/relationships/slide" Target="/ppt/slides/slide2.xml" Id="Rd66e1f91dfd8455c" /><Relationship Type="http://schemas.openxmlformats.org/officeDocument/2006/relationships/slide" Target="/ppt/slides/slide3.xml" Id="R8f80eb5d33fa4b31" /><Relationship Type="http://schemas.openxmlformats.org/officeDocument/2006/relationships/slide" Target="/ppt/slides/slide4.xml" Id="R8bd1bdf77af241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add2f1ff2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cfae7625514604" /><Relationship Type="http://schemas.openxmlformats.org/officeDocument/2006/relationships/notesMaster" Target="/ppt/notesMasters/notesMaster1.xml" Id="Ra70a964290ce41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829172387541ae" /><Relationship Type="http://schemas.openxmlformats.org/officeDocument/2006/relationships/notesMaster" Target="/ppt/notesMasters/notesMaster1.xml" Id="R712cc08f3d5c4a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c8f4c8557d4814" /><Relationship Type="http://schemas.openxmlformats.org/officeDocument/2006/relationships/notesMaster" Target="/ppt/notesMasters/notesMaster1.xml" Id="Rcedad477d7ce44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d77f4a869849f2" /><Relationship Type="http://schemas.openxmlformats.org/officeDocument/2006/relationships/notesMaster" Target="/ppt/notesMasters/notesMaster1.xml" Id="R102eb83a2d92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source.md：第1问：记录单元、开放边界、原始数据与排除依据。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source.md：第2问：历史补录与新增记录的取舍、推荐顺序及无效率证明边界。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source.md：第3问：四步复核主线、授权变化门禁及复核范围边界。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source.md：第4问：四周阶段、评估依据、停止触发条件与未实测边界。</a:t>
            </a:r>
          </a:p>
          <a:p xmlns:a="http://schemas.openxmlformats.org/drawingml/2006/main">
            <a:r>
              <a:t>- 无外部图片或外部事实；图形均为原生可编辑形状。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7d4ea5c21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2be52b673a42a8" /><Relationship Type="http://schemas.openxmlformats.org/officeDocument/2006/relationships/slideLayout" Target="/ppt/slideLayouts/slideLayout1.xml" Id="R89f96b1eeb4846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96b1eeb4846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78dd3bb484792" /><Relationship Type="http://schemas.openxmlformats.org/officeDocument/2006/relationships/notesSlide" Target="/ppt/notesSlides/notesSlide1.xml" Id="Rcefd6a9f60ea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02702309747ed" /><Relationship Type="http://schemas.openxmlformats.org/officeDocument/2006/relationships/notesSlide" Target="/ppt/notesSlides/notesSlide2.xml" Id="R4611de2059b3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ffaa9e1e645fb" /><Relationship Type="http://schemas.openxmlformats.org/officeDocument/2006/relationships/notesSlide" Target="/ppt/notesSlides/notesSlide3.xml" Id="R46fed92ee2fd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51cdd58964c6b" /><Relationship Type="http://schemas.openxmlformats.org/officeDocument/2006/relationships/notesSlide" Target="/ppt/notesSlides/notesSlide4.xml" Id="Rf1c8523d3a624b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1-topbar">
            <a:extLst xmlns:a="http://schemas.openxmlformats.org/drawingml/2006/main">
              <a:ext uri="{FF2B5EF4-FFF2-40B4-BE49-F238E27FC236}">
                <a16:creationId xmlns:a16="http://schemas.microsoft.com/office/drawing/2014/main" id="{2121056C-FFEB-40E1-BEB4-9A2A588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1-kicker">
            <a:extLst xmlns:a="http://schemas.openxmlformats.org/drawingml/2006/main">
              <a:ext uri="{FF2B5EF4-FFF2-40B4-BE49-F238E27FC236}">
                <a16:creationId xmlns:a16="http://schemas.microsoft.com/office/drawing/2014/main" id="{2D52A196-5951-41EB-B7B3-E41EF212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01  ·  结果记录</a:t>
            </a:r>
          </a:p>
        </p:txBody>
      </p:sp>
      <p:sp>
        <p:nvSpPr>
          <p:cNvPr id="3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3592DF90-E186-495F-8FDA-92216988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一次结果应保存什么？</a:t>
            </a:r>
          </a:p>
        </p:txBody>
      </p:sp>
      <p:sp>
        <p:nvSpPr>
          <p:cNvPr id="4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4FB86BF3-ADCD-4DF8-A8AF-13B8F4EB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记录单元要让结果可定位、可解释、可复核；五类材料共同承担解释责任。</a:t>
            </a:r>
          </a:p>
        </p:txBody>
      </p:sp>
      <p:sp>
        <p:nvSpPr>
          <p:cNvPr id="5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5DC9D58D-FC63-4BA4-9C03-93A7274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lide-1-header-line">
            <a:extLst xmlns:a="http://schemas.openxmlformats.org/drawingml/2006/main">
              <a:ext uri="{FF2B5EF4-FFF2-40B4-BE49-F238E27FC236}">
                <a16:creationId xmlns:a16="http://schemas.microsoft.com/office/drawing/2014/main" id="{6412958D-D003-49F6-8A16-9A26C59E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1-thesis">
            <a:extLst xmlns:a="http://schemas.openxmlformats.org/drawingml/2006/main">
              <a:ext uri="{FF2B5EF4-FFF2-40B4-BE49-F238E27FC236}">
                <a16:creationId xmlns:a16="http://schemas.microsoft.com/office/drawing/2014/main" id="{857DDF41-1AE8-4767-9D9B-F7693DE4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8" name="s1-thesis-label">
            <a:extLst xmlns:a="http://schemas.openxmlformats.org/drawingml/2006/main">
              <a:ext uri="{FF2B5EF4-FFF2-40B4-BE49-F238E27FC236}">
                <a16:creationId xmlns:a16="http://schemas.microsoft.com/office/drawing/2014/main" id="{57F4F934-9BB7-4443-8D29-5812921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9" name="s1-thesis-text">
            <a:extLst xmlns:a="http://schemas.openxmlformats.org/drawingml/2006/main">
              <a:ext uri="{FF2B5EF4-FFF2-40B4-BE49-F238E27FC236}">
                <a16:creationId xmlns:a16="http://schemas.microsoft.com/office/drawing/2014/main" id="{1A59A6C0-74AA-407C-8230-5A93B65C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完整记录 ≠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全部文件开放</a:t>
            </a:r>
          </a:p>
        </p:txBody>
      </p:sp>
      <p:sp>
        <p:nvSpPr>
          <p:cNvPr id="10" name="s1-thesis-note">
            <a:extLst xmlns:a="http://schemas.openxmlformats.org/drawingml/2006/main">
              <a:ext uri="{FF2B5EF4-FFF2-40B4-BE49-F238E27FC236}">
                <a16:creationId xmlns:a16="http://schemas.microsoft.com/office/drawing/2014/main" id="{4E7C0D17-39EF-4C15-8083-558A4E8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路径只能定位，不能代表访问权。</a:t>
            </a:r>
          </a:p>
        </p:txBody>
      </p:sp>
      <p:sp>
        <p:nvSpPr>
          <p:cNvPr id="11" name="s1-link-data">
            <a:extLst xmlns:a="http://schemas.openxmlformats.org/drawingml/2006/main">
              <a:ext uri="{FF2B5EF4-FFF2-40B4-BE49-F238E27FC236}">
                <a16:creationId xmlns:a16="http://schemas.microsoft.com/office/drawing/2014/main" id="{4FA178F8-4AAA-4D07-A971-CF25DA4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38425"/>
            <a:ext cx="1809750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9D3"/>
            </a:solidFill>
            <a:prstDash val="solid"/>
          </a:ln>
        </p:spPr>
      </p:sp>
      <p:sp>
        <p:nvSpPr>
          <p:cNvPr id="12" name="s1-link-sample">
            <a:extLst xmlns:a="http://schemas.openxmlformats.org/drawingml/2006/main">
              <a:ext uri="{FF2B5EF4-FFF2-40B4-BE49-F238E27FC236}">
                <a16:creationId xmlns:a16="http://schemas.microsoft.com/office/drawing/2014/main" id="{A8E7B538-4FF1-40D9-B15B-33428C71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18097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9D3"/>
            </a:solidFill>
            <a:prstDash val="solid"/>
          </a:ln>
        </p:spPr>
      </p:sp>
      <p:sp>
        <p:nvSpPr>
          <p:cNvPr id="13" name="s1-link-script">
            <a:extLst xmlns:a="http://schemas.openxmlformats.org/drawingml/2006/main">
              <a:ext uri="{FF2B5EF4-FFF2-40B4-BE49-F238E27FC236}">
                <a16:creationId xmlns:a16="http://schemas.microsoft.com/office/drawing/2014/main" id="{76E08148-5349-43F3-9FD5-ED83603E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8097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9D3"/>
            </a:solidFill>
            <a:prstDash val="solid"/>
          </a:ln>
        </p:spPr>
      </p:sp>
      <p:sp>
        <p:nvSpPr>
          <p:cNvPr id="14" name="s1-link-result">
            <a:extLst xmlns:a="http://schemas.openxmlformats.org/drawingml/2006/main">
              <a:ext uri="{FF2B5EF4-FFF2-40B4-BE49-F238E27FC236}">
                <a16:creationId xmlns:a16="http://schemas.microsoft.com/office/drawing/2014/main" id="{593F0691-CA72-48A2-B4F1-9646848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38425"/>
            <a:ext cx="1562100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9D3"/>
            </a:solidFill>
            <a:prstDash val="solid"/>
          </a:ln>
        </p:spPr>
      </p:sp>
      <p:sp>
        <p:nvSpPr>
          <p:cNvPr id="15" name="s1-link-exception">
            <a:extLst xmlns:a="http://schemas.openxmlformats.org/drawingml/2006/main">
              <a:ext uri="{FF2B5EF4-FFF2-40B4-BE49-F238E27FC236}">
                <a16:creationId xmlns:a16="http://schemas.microsoft.com/office/drawing/2014/main" id="{C1EC787F-0544-499A-8960-C01EC835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15621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9D3"/>
            </a:solidFill>
            <a:prstDash val="solid"/>
          </a:ln>
        </p:spPr>
      </p:sp>
      <p:sp>
        <p:nvSpPr>
          <p:cNvPr id="16" name="s1-center">
            <a:extLst xmlns:a="http://schemas.openxmlformats.org/drawingml/2006/main">
              <a:ext uri="{FF2B5EF4-FFF2-40B4-BE49-F238E27FC236}">
                <a16:creationId xmlns:a16="http://schemas.microsoft.com/office/drawing/2014/main" id="{F063FC02-ADB3-4F24-AFCB-DBAE5DF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965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1-center-label">
            <a:extLst xmlns:a="http://schemas.openxmlformats.org/drawingml/2006/main">
              <a:ext uri="{FF2B5EF4-FFF2-40B4-BE49-F238E27FC236}">
                <a16:creationId xmlns:a16="http://schemas.microsoft.com/office/drawing/2014/main" id="{B9F5FB32-AD73-4F33-804A-76D6A153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57600"/>
            <a:ext cx="74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6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18" name="s1-data">
            <a:extLst xmlns:a="http://schemas.openxmlformats.org/drawingml/2006/main">
              <a:ext uri="{FF2B5EF4-FFF2-40B4-BE49-F238E27FC236}">
                <a16:creationId xmlns:a16="http://schemas.microsoft.com/office/drawing/2014/main" id="{D926F938-F8E9-4DA1-BF3A-230097F5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19" name="s1-data-num">
            <a:extLst xmlns:a="http://schemas.openxmlformats.org/drawingml/2006/main">
              <a:ext uri="{FF2B5EF4-FFF2-40B4-BE49-F238E27FC236}">
                <a16:creationId xmlns:a16="http://schemas.microsoft.com/office/drawing/2014/main" id="{E234B577-9D11-441F-9BAD-FA9D66C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s1-data-title">
            <a:extLst xmlns:a="http://schemas.openxmlformats.org/drawingml/2006/main">
              <a:ext uri="{FF2B5EF4-FFF2-40B4-BE49-F238E27FC236}">
                <a16:creationId xmlns:a16="http://schemas.microsoft.com/office/drawing/2014/main" id="{C1A8D852-30D1-43F5-9414-529F4010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21" name="s1-data-body">
            <a:extLst xmlns:a="http://schemas.openxmlformats.org/drawingml/2006/main">
              <a:ext uri="{FF2B5EF4-FFF2-40B4-BE49-F238E27FC236}">
                <a16:creationId xmlns:a16="http://schemas.microsoft.com/office/drawing/2014/main" id="{7F45911C-1655-4291-A6F2-C7497AF9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原貌保留；清洗另存</a:t>
            </a:r>
          </a:p>
        </p:txBody>
      </p:sp>
      <p:sp>
        <p:nvSpPr>
          <p:cNvPr id="22" name="s1-sample">
            <a:extLst xmlns:a="http://schemas.openxmlformats.org/drawingml/2006/main">
              <a:ext uri="{FF2B5EF4-FFF2-40B4-BE49-F238E27FC236}">
                <a16:creationId xmlns:a16="http://schemas.microsoft.com/office/drawing/2014/main" id="{C6801AF1-B1DE-4C55-A2EA-2F002B1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3" name="s1-sample-num">
            <a:extLst xmlns:a="http://schemas.openxmlformats.org/drawingml/2006/main">
              <a:ext uri="{FF2B5EF4-FFF2-40B4-BE49-F238E27FC236}">
                <a16:creationId xmlns:a16="http://schemas.microsoft.com/office/drawing/2014/main" id="{2B3C1C07-FF1E-431E-ADB6-C2F24C90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33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s1-sample-title">
            <a:extLst xmlns:a="http://schemas.openxmlformats.org/drawingml/2006/main">
              <a:ext uri="{FF2B5EF4-FFF2-40B4-BE49-F238E27FC236}">
                <a16:creationId xmlns:a16="http://schemas.microsoft.com/office/drawing/2014/main" id="{239B4008-1AF1-4521-AA7D-A150788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25" name="s1-sample-body">
            <a:extLst xmlns:a="http://schemas.openxmlformats.org/drawingml/2006/main">
              <a:ext uri="{FF2B5EF4-FFF2-40B4-BE49-F238E27FC236}">
                <a16:creationId xmlns:a16="http://schemas.microsoft.com/office/drawing/2014/main" id="{FABF9878-1946-4811-92B1-5CB1AC02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说明结果成立的条件</a:t>
            </a:r>
          </a:p>
        </p:txBody>
      </p:sp>
      <p:sp>
        <p:nvSpPr>
          <p:cNvPr id="26" name="s1-script">
            <a:extLst xmlns:a="http://schemas.openxmlformats.org/drawingml/2006/main">
              <a:ext uri="{FF2B5EF4-FFF2-40B4-BE49-F238E27FC236}">
                <a16:creationId xmlns:a16="http://schemas.microsoft.com/office/drawing/2014/main" id="{637270D7-23F7-4D20-983E-DF7690CF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9582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7" name="s1-script-num">
            <a:extLst xmlns:a="http://schemas.openxmlformats.org/drawingml/2006/main">
              <a:ext uri="{FF2B5EF4-FFF2-40B4-BE49-F238E27FC236}">
                <a16:creationId xmlns:a16="http://schemas.microsoft.com/office/drawing/2014/main" id="{1D0CD79F-008B-4A25-9B0C-505BC11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s1-script-title">
            <a:extLst xmlns:a="http://schemas.openxmlformats.org/drawingml/2006/main">
              <a:ext uri="{FF2B5EF4-FFF2-40B4-BE49-F238E27FC236}">
                <a16:creationId xmlns:a16="http://schemas.microsoft.com/office/drawing/2014/main" id="{A4718009-7192-4E72-A072-E646F290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29" name="s1-script-body">
            <a:extLst xmlns:a="http://schemas.openxmlformats.org/drawingml/2006/main">
              <a:ext uri="{FF2B5EF4-FFF2-40B4-BE49-F238E27FC236}">
                <a16:creationId xmlns:a16="http://schemas.microsoft.com/office/drawing/2014/main" id="{C172A7D5-24F6-4593-B829-B21366E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定位实际运行代码</a:t>
            </a:r>
          </a:p>
        </p:txBody>
      </p:sp>
      <p:sp>
        <p:nvSpPr>
          <p:cNvPr id="30" name="s1-result">
            <a:extLst xmlns:a="http://schemas.openxmlformats.org/drawingml/2006/main">
              <a:ext uri="{FF2B5EF4-FFF2-40B4-BE49-F238E27FC236}">
                <a16:creationId xmlns:a16="http://schemas.microsoft.com/office/drawing/2014/main" id="{2DCEF736-426F-4DB8-A09A-D6349DB1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31" name="s1-result-num">
            <a:extLst xmlns:a="http://schemas.openxmlformats.org/drawingml/2006/main">
              <a:ext uri="{FF2B5EF4-FFF2-40B4-BE49-F238E27FC236}">
                <a16:creationId xmlns:a16="http://schemas.microsoft.com/office/drawing/2014/main" id="{850776E4-CB65-47B1-989F-FC8F0D1D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s1-result-title">
            <a:extLst xmlns:a="http://schemas.openxmlformats.org/drawingml/2006/main">
              <a:ext uri="{FF2B5EF4-FFF2-40B4-BE49-F238E27FC236}">
                <a16:creationId xmlns:a16="http://schemas.microsoft.com/office/drawing/2014/main" id="{1017EC73-3534-458D-8E46-35EECEA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33" name="s1-result-body">
            <a:extLst xmlns:a="http://schemas.openxmlformats.org/drawingml/2006/main">
              <a:ext uri="{FF2B5EF4-FFF2-40B4-BE49-F238E27FC236}">
                <a16:creationId xmlns:a16="http://schemas.microsoft.com/office/drawing/2014/main" id="{D93FE038-E206-461D-86F3-3C0E954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与记录单元绑定</a:t>
            </a:r>
          </a:p>
        </p:txBody>
      </p:sp>
      <p:sp>
        <p:nvSpPr>
          <p:cNvPr id="34" name="s1-exception">
            <a:extLst xmlns:a="http://schemas.openxmlformats.org/drawingml/2006/main">
              <a:ext uri="{FF2B5EF4-FFF2-40B4-BE49-F238E27FC236}">
                <a16:creationId xmlns:a16="http://schemas.microsoft.com/office/drawing/2014/main" id="{90B5D86B-CCFD-4501-851A-36D718DE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5825"/>
            <a:ext cx="24765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35" name="s1-exception-num">
            <a:extLst xmlns:a="http://schemas.openxmlformats.org/drawingml/2006/main">
              <a:ext uri="{FF2B5EF4-FFF2-40B4-BE49-F238E27FC236}">
                <a16:creationId xmlns:a16="http://schemas.microsoft.com/office/drawing/2014/main" id="{9DB83E5C-9BEA-44DF-8C3F-141EDE5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57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s1-exception-title">
            <a:extLst xmlns:a="http://schemas.openxmlformats.org/drawingml/2006/main">
              <a:ext uri="{FF2B5EF4-FFF2-40B4-BE49-F238E27FC236}">
                <a16:creationId xmlns:a16="http://schemas.microsoft.com/office/drawing/2014/main" id="{25968A05-053F-4404-A8A6-80235386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sp>
        <p:nvSpPr>
          <p:cNvPr id="37" name="s1-exception-body">
            <a:extLst xmlns:a="http://schemas.openxmlformats.org/drawingml/2006/main">
              <a:ext uri="{FF2B5EF4-FFF2-40B4-BE49-F238E27FC236}">
                <a16:creationId xmlns:a16="http://schemas.microsoft.com/office/drawing/2014/main" id="{AC7FD922-F8D0-455B-9057-7CB5DF05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未纳入样本也留依据</a:t>
            </a:r>
          </a:p>
        </p:txBody>
      </p:sp>
      <p:sp>
        <p:nvSpPr>
          <p:cNvPr id="38" name="s1-access">
            <a:extLst xmlns:a="http://schemas.openxmlformats.org/drawingml/2006/main">
              <a:ext uri="{FF2B5EF4-FFF2-40B4-BE49-F238E27FC236}">
                <a16:creationId xmlns:a16="http://schemas.microsoft.com/office/drawing/2014/main" id="{BE3998EF-4F72-4CCB-8ABD-667F45AE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8575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39" name="s1-access-pill">
            <a:extLst xmlns:a="http://schemas.openxmlformats.org/drawingml/2006/main">
              <a:ext uri="{FF2B5EF4-FFF2-40B4-BE49-F238E27FC236}">
                <a16:creationId xmlns:a16="http://schemas.microsoft.com/office/drawing/2014/main" id="{346A6936-4205-4AA1-9FDE-470800F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8D6"/>
          </a:solidFill>
          <a:ln xmlns:a="http://schemas.openxmlformats.org/drawingml/2006/main" w="0">
            <a:solidFill>
              <a:srgbClr val="F1E8D6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40" name="s1-access-text">
            <a:extLst xmlns:a="http://schemas.openxmlformats.org/drawingml/2006/main">
              <a:ext uri="{FF2B5EF4-FFF2-40B4-BE49-F238E27FC236}">
                <a16:creationId xmlns:a16="http://schemas.microsoft.com/office/drawing/2014/main" id="{D23CB021-6009-4718-B4DD-203D69B5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讨论材料可含结果图与可公开解释；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受限数据留在原授权位置。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记录只写受控引用与访问条件。</a:t>
            </a:r>
          </a:p>
        </p:txBody>
      </p:sp>
      <p:sp>
        <p:nvSpPr>
          <p:cNvPr id="41" name="s1-foot">
            <a:extLst xmlns:a="http://schemas.openxmlformats.org/drawingml/2006/main">
              <a:ext uri="{FF2B5EF4-FFF2-40B4-BE49-F238E27FC236}">
                <a16:creationId xmlns:a16="http://schemas.microsoft.com/office/drawing/2014/main" id="{1E435846-59D0-44BC-A042-EC24B7A6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00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五类材料是共同解释关系，不是五个先后步骤。</a:t>
            </a:r>
          </a:p>
        </p:txBody>
      </p:sp>
    </p:spTree>
    <p:extLst>
      <p:ext uri="{BB962C8B-B14F-4D97-AF65-F5344CB8AC3E}">
        <p14:creationId xmlns:p14="http://schemas.microsoft.com/office/powerpoint/2010/main" val="1785455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2-topbar">
            <a:extLst xmlns:a="http://schemas.openxmlformats.org/drawingml/2006/main">
              <a:ext uri="{FF2B5EF4-FFF2-40B4-BE49-F238E27FC236}">
                <a16:creationId xmlns:a16="http://schemas.microsoft.com/office/drawing/2014/main" id="{ED2D6948-9DD3-4BC5-952E-74BB08DC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48FC60F3-4C40-419E-A5AA-AF3724A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02  ·  范围选择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87B0082-0E7E-4B80-9D68-AA53FA88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先记新增，再逐项补真正需要复核的历史结果</a:t>
            </a:r>
          </a:p>
        </p:txBody>
      </p:sp>
      <p:sp>
        <p:nvSpPr>
          <p:cNvPr id="4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4C20009A-3061-4AA8-8E09-E15E2364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集中补历史能快速形成目录，但不等于效率已经被证明提升。</a:t>
            </a:r>
          </a:p>
        </p:txBody>
      </p:sp>
      <p:sp>
        <p:nvSpPr>
          <p:cNvPr id="5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B1CF35E1-287A-4E57-976D-F7F8A82B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slide-2-header-line">
            <a:extLst xmlns:a="http://schemas.openxmlformats.org/drawingml/2006/main">
              <a:ext uri="{FF2B5EF4-FFF2-40B4-BE49-F238E27FC236}">
                <a16:creationId xmlns:a16="http://schemas.microsoft.com/office/drawing/2014/main" id="{94372156-83ED-4703-BF69-6553E75B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2-left">
            <a:extLst xmlns:a="http://schemas.openxmlformats.org/drawingml/2006/main">
              <a:ext uri="{FF2B5EF4-FFF2-40B4-BE49-F238E27FC236}">
                <a16:creationId xmlns:a16="http://schemas.microsoft.com/office/drawing/2014/main" id="{F495B936-2DF1-4721-8BC2-A1AC671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3865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8" name="s2-left-head">
            <a:extLst xmlns:a="http://schemas.openxmlformats.org/drawingml/2006/main">
              <a:ext uri="{FF2B5EF4-FFF2-40B4-BE49-F238E27FC236}">
                <a16:creationId xmlns:a16="http://schemas.microsoft.com/office/drawing/2014/main" id="{FB117E8A-9CB6-4369-AEBB-76295651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386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8E5E0"/>
          </a:solidFill>
          <a:ln xmlns:a="http://schemas.openxmlformats.org/drawingml/2006/main" w="0">
            <a:solidFill>
              <a:srgbClr val="F8E5E0"/>
            </a:solidFill>
            <a:prstDash val="solid"/>
          </a:ln>
        </p:spPr>
      </p:sp>
      <p:sp>
        <p:nvSpPr>
          <p:cNvPr id="9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5E36D32D-ED64-4C40-A980-68D6F39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10" name="s2-left-tag">
            <a:extLst xmlns:a="http://schemas.openxmlformats.org/drawingml/2006/main">
              <a:ext uri="{FF2B5EF4-FFF2-40B4-BE49-F238E27FC236}">
                <a16:creationId xmlns:a16="http://schemas.microsoft.com/office/drawing/2014/main" id="{9ABCD5E5-C8A9-47D8-AFA2-CF506A20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02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短期可见</a:t>
            </a:r>
          </a:p>
        </p:txBody>
      </p:sp>
      <p:sp>
        <p:nvSpPr>
          <p:cNvPr id="11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B09E3D25-B3D4-44AD-ABF1-429BCF63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714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一次形成较大目录，覆盖面看起来更完整。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代价与风险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• 追查遗失上下文耗时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• 不确定记忆可能被写成确定说明</a:t>
            </a:r>
          </a:p>
        </p:txBody>
      </p:sp>
      <p:sp>
        <p:nvSpPr>
          <p:cNvPr id="12" name="s2-left-meaning">
            <a:extLst xmlns:a="http://schemas.openxmlformats.org/drawingml/2006/main">
              <a:ext uri="{FF2B5EF4-FFF2-40B4-BE49-F238E27FC236}">
                <a16:creationId xmlns:a16="http://schemas.microsoft.com/office/drawing/2014/main" id="{9B0F9507-D991-4431-8516-12B676F2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意味着：目录变大，但证据未必更可靠。</a:t>
            </a:r>
          </a:p>
        </p:txBody>
      </p:sp>
      <p:sp>
        <p:nvSpPr>
          <p:cNvPr id="13" name="s2-right">
            <a:extLst xmlns:a="http://schemas.openxmlformats.org/drawingml/2006/main">
              <a:ext uri="{FF2B5EF4-FFF2-40B4-BE49-F238E27FC236}">
                <a16:creationId xmlns:a16="http://schemas.microsoft.com/office/drawing/2014/main" id="{ED6D5535-B909-4035-800D-B6357D5D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443865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4" name="s2-right-head">
            <a:extLst xmlns:a="http://schemas.openxmlformats.org/drawingml/2006/main">
              <a:ext uri="{FF2B5EF4-FFF2-40B4-BE49-F238E27FC236}">
                <a16:creationId xmlns:a16="http://schemas.microsoft.com/office/drawing/2014/main" id="{5E611606-7CC2-4E97-A4F0-285A80D6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44386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5F0EA"/>
          </a:solidFill>
          <a:ln xmlns:a="http://schemas.openxmlformats.org/drawingml/2006/main" w="0">
            <a:solidFill>
              <a:srgbClr val="E5F0EA"/>
            </a:solidFill>
            <a:prstDash val="solid"/>
          </a:ln>
        </p:spPr>
      </p:sp>
      <p:sp>
        <p:nvSpPr>
          <p:cNvPr id="15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C27C98F3-83B3-42CD-8017-347F361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rPr>
              <a:t>先记新增</a:t>
            </a:r>
          </a:p>
        </p:txBody>
      </p:sp>
      <p:sp>
        <p:nvSpPr>
          <p:cNvPr id="16" name="s2-right-tag">
            <a:extLst xmlns:a="http://schemas.openxmlformats.org/drawingml/2006/main">
              <a:ext uri="{FF2B5EF4-FFF2-40B4-BE49-F238E27FC236}">
                <a16:creationId xmlns:a16="http://schemas.microsoft.com/office/drawing/2014/main" id="{6A787D13-5BDE-4445-BC24-37A2682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002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rPr>
              <a:t>推荐起点</a:t>
            </a:r>
          </a:p>
        </p:txBody>
      </p:sp>
      <p:sp>
        <p:nvSpPr>
          <p:cNvPr id="17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B9DC15B7-C8C5-4564-92A1-6155C84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3714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在上下文清楚时记录新增实验，先固定可追溯的样本。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现实边界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• 短期无法解决全部历史材料追溯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• 历史结果仅对真正需要复核者逐项补充</a:t>
            </a:r>
          </a:p>
        </p:txBody>
      </p:sp>
      <p:sp>
        <p:nvSpPr>
          <p:cNvPr id="18" name="s2-right-meaning">
            <a:extLst xmlns:a="http://schemas.openxmlformats.org/drawingml/2006/main">
              <a:ext uri="{FF2B5EF4-FFF2-40B4-BE49-F238E27FC236}">
                <a16:creationId xmlns:a16="http://schemas.microsoft.com/office/drawing/2014/main" id="{8B6E7AD2-113F-40E6-ADA5-BB52799E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5634C"/>
                </a:solidFill>
                <a:latin typeface="Microsoft YaHei"/>
                <a:ea typeface="Microsoft YaHei"/>
                <a:cs typeface="Microsoft YaHei"/>
              </a:rPr>
              <a:t>意味着：先建立清楚的新增基线，再按需回补。</a:t>
            </a:r>
          </a:p>
        </p:txBody>
      </p:sp>
      <p:sp>
        <p:nvSpPr>
          <p:cNvPr id="19" name="s2-center-line">
            <a:extLst xmlns:a="http://schemas.openxmlformats.org/drawingml/2006/main">
              <a:ext uri="{FF2B5EF4-FFF2-40B4-BE49-F238E27FC236}">
                <a16:creationId xmlns:a16="http://schemas.microsoft.com/office/drawing/2014/main" id="{80538E45-BFEE-4621-9F22-BB878611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9D3"/>
            </a:solidFill>
            <a:prstDash val="solid"/>
          </a:ln>
        </p:spPr>
      </p:sp>
      <p:sp>
        <p:nvSpPr>
          <p:cNvPr id="20" name="s2-arrow-left">
            <a:extLst xmlns:a="http://schemas.openxmlformats.org/drawingml/2006/main">
              <a:ext uri="{FF2B5EF4-FFF2-40B4-BE49-F238E27FC236}">
                <a16:creationId xmlns:a16="http://schemas.microsoft.com/office/drawing/2014/main" id="{045A42C3-0D2C-4571-A946-07BE233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194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21" name="s2-arrow-right">
            <a:extLst xmlns:a="http://schemas.openxmlformats.org/drawingml/2006/main">
              <a:ext uri="{FF2B5EF4-FFF2-40B4-BE49-F238E27FC236}">
                <a16:creationId xmlns:a16="http://schemas.microsoft.com/office/drawing/2014/main" id="{0B5D5D27-7AA5-4570-98AC-FBE51580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22" name="s2-recommend">
            <a:extLst xmlns:a="http://schemas.openxmlformats.org/drawingml/2006/main">
              <a:ext uri="{FF2B5EF4-FFF2-40B4-BE49-F238E27FC236}">
                <a16:creationId xmlns:a16="http://schemas.microsoft.com/office/drawing/2014/main" id="{200EB286-A944-42C5-858D-0621C8F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43200"/>
            <a:ext cx="19812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2-recommend-label">
            <a:extLst xmlns:a="http://schemas.openxmlformats.org/drawingml/2006/main">
              <a:ext uri="{FF2B5EF4-FFF2-40B4-BE49-F238E27FC236}">
                <a16:creationId xmlns:a16="http://schemas.microsoft.com/office/drawing/2014/main" id="{1EAD7A23-114F-472D-AB58-44A54B2B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DB9D3"/>
                </a:solidFill>
                <a:latin typeface="Microsoft YaHei"/>
                <a:ea typeface="Microsoft YaHei"/>
                <a:cs typeface="Microsoft YaHei"/>
              </a:rPr>
              <a:t>建议顺序</a:t>
            </a:r>
          </a:p>
        </p:txBody>
      </p:sp>
      <p:sp>
        <p:nvSpPr>
          <p:cNvPr id="24" name="s2-recommend-text">
            <a:extLst xmlns:a="http://schemas.openxmlformats.org/drawingml/2006/main">
              <a:ext uri="{FF2B5EF4-FFF2-40B4-BE49-F238E27FC236}">
                <a16:creationId xmlns:a16="http://schemas.microsoft.com/office/drawing/2014/main" id="{796C85DD-43EB-497E-AA85-87FEF80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新增先行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历史按需</a:t>
            </a:r>
          </a:p>
        </p:txBody>
      </p:sp>
      <p:sp>
        <p:nvSpPr>
          <p:cNvPr id="25" name="s2-boundary">
            <a:extLst xmlns:a="http://schemas.openxmlformats.org/drawingml/2006/main">
              <a:ext uri="{FF2B5EF4-FFF2-40B4-BE49-F238E27FC236}">
                <a16:creationId xmlns:a16="http://schemas.microsoft.com/office/drawing/2014/main" id="{9BCE89D0-C78A-40EA-8750-8001D628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6" name="s2-boundary-label">
            <a:extLst xmlns:a="http://schemas.openxmlformats.org/drawingml/2006/main">
              <a:ext uri="{FF2B5EF4-FFF2-40B4-BE49-F238E27FC236}">
                <a16:creationId xmlns:a16="http://schemas.microsoft.com/office/drawing/2014/main" id="{FD1BB79C-868C-441B-BD5B-52CAF9B9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7" name="s2-boundary-text">
            <a:extLst xmlns:a="http://schemas.openxmlformats.org/drawingml/2006/main">
              <a:ext uri="{FF2B5EF4-FFF2-40B4-BE49-F238E27FC236}">
                <a16:creationId xmlns:a16="http://schemas.microsoft.com/office/drawing/2014/main" id="{60D13433-8676-4DC4-A38B-50AE7173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530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这是范围选择：原稿没有证明它会提高效率。判断依据是上下文清楚程度与复核需求，而不是目录大小。</a:t>
            </a:r>
          </a:p>
        </p:txBody>
      </p:sp>
    </p:spTree>
    <p:extLst>
      <p:ext uri="{BB962C8B-B14F-4D97-AF65-F5344CB8AC3E}">
        <p14:creationId xmlns:p14="http://schemas.microsoft.com/office/powerpoint/2010/main" val="934355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3-topbar">
            <a:extLst xmlns:a="http://schemas.openxmlformats.org/drawingml/2006/main">
              <a:ext uri="{FF2B5EF4-FFF2-40B4-BE49-F238E27FC236}">
                <a16:creationId xmlns:a16="http://schemas.microsoft.com/office/drawing/2014/main" id="{560065EC-C5E5-47C8-9C99-3372749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79C838C5-0289-4E67-AFCB-3E77283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03  ·  受控复核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BBD5A72-7F74-4AA7-8BE2-4A78A72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复核围绕“结果如何产生”推进，并在授权变化时暂停共享</a:t>
            </a:r>
          </a:p>
        </p:txBody>
      </p:sp>
      <p:sp>
        <p:nvSpPr>
          <p:cNvPr id="4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DF1D667C-CEBD-473B-B49B-C7D7E545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记录定位、缺项补充、负责人确认组成主线；复核不要求重做实验。</a:t>
            </a:r>
          </a:p>
        </p:txBody>
      </p:sp>
      <p:sp>
        <p:nvSpPr>
          <p:cNvPr id="5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8096D560-82DF-4B6A-B83E-617B7C76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lide-3-header-line">
            <a:extLst xmlns:a="http://schemas.openxmlformats.org/drawingml/2006/main">
              <a:ext uri="{FF2B5EF4-FFF2-40B4-BE49-F238E27FC236}">
                <a16:creationId xmlns:a16="http://schemas.microsoft.com/office/drawing/2014/main" id="{AB26D4D5-C471-49E2-9AD1-E661ED06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3-rail-1">
            <a:extLst xmlns:a="http://schemas.openxmlformats.org/drawingml/2006/main">
              <a:ext uri="{FF2B5EF4-FFF2-40B4-BE49-F238E27FC236}">
                <a16:creationId xmlns:a16="http://schemas.microsoft.com/office/drawing/2014/main" id="{0AF996BA-7715-4AEF-8E0F-457F15E0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24250"/>
            <a:ext cx="59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B9D3"/>
            </a:solidFill>
            <a:prstDash val="solid"/>
          </a:ln>
        </p:spPr>
      </p:sp>
      <p:sp>
        <p:nvSpPr>
          <p:cNvPr id="8" name="s3-rail-2">
            <a:extLst xmlns:a="http://schemas.openxmlformats.org/drawingml/2006/main">
              <a:ext uri="{FF2B5EF4-FFF2-40B4-BE49-F238E27FC236}">
                <a16:creationId xmlns:a16="http://schemas.microsoft.com/office/drawing/2014/main" id="{85B2E619-94F2-466B-83E4-DA2C76F7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59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B9D3"/>
            </a:solidFill>
            <a:prstDash val="solid"/>
          </a:ln>
        </p:spPr>
      </p:sp>
      <p:sp>
        <p:nvSpPr>
          <p:cNvPr id="9" name="s3-rail-3">
            <a:extLst xmlns:a="http://schemas.openxmlformats.org/drawingml/2006/main">
              <a:ext uri="{FF2B5EF4-FFF2-40B4-BE49-F238E27FC236}">
                <a16:creationId xmlns:a16="http://schemas.microsoft.com/office/drawing/2014/main" id="{9A7CBF72-5526-4C58-8C44-FD1D93F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59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B9D3"/>
            </a:solidFill>
            <a:prstDash val="solid"/>
          </a:ln>
        </p:spPr>
      </p:sp>
      <p:sp>
        <p:nvSpPr>
          <p:cNvPr id="10" name="s3-arrow-1">
            <a:extLst xmlns:a="http://schemas.openxmlformats.org/drawingml/2006/main">
              <a:ext uri="{FF2B5EF4-FFF2-40B4-BE49-F238E27FC236}">
                <a16:creationId xmlns:a16="http://schemas.microsoft.com/office/drawing/2014/main" id="{7E3917A4-0F5E-4309-AB5C-3D0D78E5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4099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11" name="s3-arrow-2">
            <a:extLst xmlns:a="http://schemas.openxmlformats.org/drawingml/2006/main">
              <a:ext uri="{FF2B5EF4-FFF2-40B4-BE49-F238E27FC236}">
                <a16:creationId xmlns:a16="http://schemas.microsoft.com/office/drawing/2014/main" id="{4376DAB6-A9D7-44CD-A967-A42B7F40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99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12" name="s3-arrow-3">
            <a:extLst xmlns:a="http://schemas.openxmlformats.org/drawingml/2006/main">
              <a:ext uri="{FF2B5EF4-FFF2-40B4-BE49-F238E27FC236}">
                <a16:creationId xmlns:a16="http://schemas.microsoft.com/office/drawing/2014/main" id="{B9632E66-7B32-44B5-BD5B-0BB8472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099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</p:sp>
      <p:sp>
        <p:nvSpPr>
          <p:cNvPr id="13" name="s3-step-1">
            <a:extLst xmlns:a="http://schemas.openxmlformats.org/drawingml/2006/main">
              <a:ext uri="{FF2B5EF4-FFF2-40B4-BE49-F238E27FC236}">
                <a16:creationId xmlns:a16="http://schemas.microsoft.com/office/drawing/2014/main" id="{6F9126E0-45A5-40F3-B030-D8E5E128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905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4" name="s3-num-1">
            <a:extLst xmlns:a="http://schemas.openxmlformats.org/drawingml/2006/main">
              <a:ext uri="{FF2B5EF4-FFF2-40B4-BE49-F238E27FC236}">
                <a16:creationId xmlns:a16="http://schemas.microsoft.com/office/drawing/2014/main" id="{8BB9AA8E-F7D2-4456-A238-E4C2B61B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s3-title-1">
            <a:extLst xmlns:a="http://schemas.openxmlformats.org/drawingml/2006/main">
              <a:ext uri="{FF2B5EF4-FFF2-40B4-BE49-F238E27FC236}">
                <a16:creationId xmlns:a16="http://schemas.microsoft.com/office/drawing/2014/main" id="{6EE44CAC-F43C-414A-8E92-58F497C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16" name="s3-body-1">
            <a:extLst xmlns:a="http://schemas.openxmlformats.org/drawingml/2006/main">
              <a:ext uri="{FF2B5EF4-FFF2-40B4-BE49-F238E27FC236}">
                <a16:creationId xmlns:a16="http://schemas.microsoft.com/office/drawing/2014/main" id="{67919545-D136-4ED4-BC83-C39B2D9F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执行者提交结果记录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及受控引用</a:t>
            </a:r>
          </a:p>
        </p:txBody>
      </p:sp>
      <p:sp>
        <p:nvSpPr>
          <p:cNvPr id="17" name="s3-step-2">
            <a:extLst xmlns:a="http://schemas.openxmlformats.org/drawingml/2006/main">
              <a:ext uri="{FF2B5EF4-FFF2-40B4-BE49-F238E27FC236}">
                <a16:creationId xmlns:a16="http://schemas.microsoft.com/office/drawing/2014/main" id="{7D543B32-6A85-40AC-9B53-D04D553D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81300"/>
            <a:ext cx="1905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8" name="s3-num-2">
            <a:extLst xmlns:a="http://schemas.openxmlformats.org/drawingml/2006/main">
              <a:ext uri="{FF2B5EF4-FFF2-40B4-BE49-F238E27FC236}">
                <a16:creationId xmlns:a16="http://schemas.microsoft.com/office/drawing/2014/main" id="{9C456B5F-DBCE-4EAF-829A-8D946E1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s3-title-2">
            <a:extLst xmlns:a="http://schemas.openxmlformats.org/drawingml/2006/main">
              <a:ext uri="{FF2B5EF4-FFF2-40B4-BE49-F238E27FC236}">
                <a16:creationId xmlns:a16="http://schemas.microsoft.com/office/drawing/2014/main" id="{3BCC140B-B518-452C-9145-425E529B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90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定位缺项</a:t>
            </a:r>
          </a:p>
        </p:txBody>
      </p:sp>
      <p:sp>
        <p:nvSpPr>
          <p:cNvPr id="20" name="s3-body-2">
            <a:extLst xmlns:a="http://schemas.openxmlformats.org/drawingml/2006/main">
              <a:ext uri="{FF2B5EF4-FFF2-40B4-BE49-F238E27FC236}">
                <a16:creationId xmlns:a16="http://schemas.microsoft.com/office/drawing/2014/main" id="{2D8DCF32-1CA2-4627-B2A4-5829192F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另一成员定位数据、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脚本与采集条件</a:t>
            </a:r>
          </a:p>
        </p:txBody>
      </p:sp>
      <p:sp>
        <p:nvSpPr>
          <p:cNvPr id="21" name="s3-step-3">
            <a:extLst xmlns:a="http://schemas.openxmlformats.org/drawingml/2006/main">
              <a:ext uri="{FF2B5EF4-FFF2-40B4-BE49-F238E27FC236}">
                <a16:creationId xmlns:a16="http://schemas.microsoft.com/office/drawing/2014/main" id="{27BC5879-CADB-4079-AB3E-3851CE70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1905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2" name="s3-num-3">
            <a:extLst xmlns:a="http://schemas.openxmlformats.org/drawingml/2006/main">
              <a:ext uri="{FF2B5EF4-FFF2-40B4-BE49-F238E27FC236}">
                <a16:creationId xmlns:a16="http://schemas.microsoft.com/office/drawing/2014/main" id="{2AFD55EB-867C-4A3B-AFBE-F49C094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s3-title-3">
            <a:extLst xmlns:a="http://schemas.openxmlformats.org/drawingml/2006/main">
              <a:ext uri="{FF2B5EF4-FFF2-40B4-BE49-F238E27FC236}">
                <a16:creationId xmlns:a16="http://schemas.microsoft.com/office/drawing/2014/main" id="{E454C02F-F8E9-466A-86BC-FCA3516A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执行补充</a:t>
            </a:r>
          </a:p>
        </p:txBody>
      </p:sp>
      <p:sp>
        <p:nvSpPr>
          <p:cNvPr id="24" name="s3-body-3">
            <a:extLst xmlns:a="http://schemas.openxmlformats.org/drawingml/2006/main">
              <a:ext uri="{FF2B5EF4-FFF2-40B4-BE49-F238E27FC236}">
                <a16:creationId xmlns:a16="http://schemas.microsoft.com/office/drawing/2014/main" id="{947F1C69-E025-4EDD-AFEB-96A70A6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执行者补充发现的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缺项与说明</a:t>
            </a:r>
          </a:p>
        </p:txBody>
      </p:sp>
      <p:sp>
        <p:nvSpPr>
          <p:cNvPr id="25" name="s3-step-4">
            <a:extLst xmlns:a="http://schemas.openxmlformats.org/drawingml/2006/main">
              <a:ext uri="{FF2B5EF4-FFF2-40B4-BE49-F238E27FC236}">
                <a16:creationId xmlns:a16="http://schemas.microsoft.com/office/drawing/2014/main" id="{E4B5CFDF-515C-4E4B-B530-52021B30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905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3-num-4">
            <a:extLst xmlns:a="http://schemas.openxmlformats.org/drawingml/2006/main">
              <a:ext uri="{FF2B5EF4-FFF2-40B4-BE49-F238E27FC236}">
                <a16:creationId xmlns:a16="http://schemas.microsoft.com/office/drawing/2014/main" id="{4989B171-BB36-4685-9005-42702592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solidFill>
              <a:srgbClr val="9DB9D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s3-title-4">
            <a:extLst xmlns:a="http://schemas.openxmlformats.org/drawingml/2006/main">
              <a:ext uri="{FF2B5EF4-FFF2-40B4-BE49-F238E27FC236}">
                <a16:creationId xmlns:a16="http://schemas.microsoft.com/office/drawing/2014/main" id="{12FB7AC6-92DB-4CB9-B84D-2A6BABB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8" name="s3-body-4">
            <a:extLst xmlns:a="http://schemas.openxmlformats.org/drawingml/2006/main">
              <a:ext uri="{FF2B5EF4-FFF2-40B4-BE49-F238E27FC236}">
                <a16:creationId xmlns:a16="http://schemas.microsoft.com/office/drawing/2014/main" id="{9073554F-4C37-4C20-B00E-3DFE198F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确认后进入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可讨论版本</a:t>
            </a:r>
          </a:p>
        </p:txBody>
      </p:sp>
      <p:sp>
        <p:nvSpPr>
          <p:cNvPr id="29" name="s3-branch">
            <a:extLst xmlns:a="http://schemas.openxmlformats.org/drawingml/2006/main">
              <a:ext uri="{FF2B5EF4-FFF2-40B4-BE49-F238E27FC236}">
                <a16:creationId xmlns:a16="http://schemas.microsoft.com/office/drawing/2014/main" id="{9BE74D3F-13C6-45DD-8A1E-F7B7172C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9525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A2C"/>
            </a:solidFill>
            <a:prstDash val="dash"/>
          </a:ln>
        </p:spPr>
      </p:sp>
      <p:sp>
        <p:nvSpPr>
          <p:cNvPr id="30" name="s3-gate">
            <a:extLst xmlns:a="http://schemas.openxmlformats.org/drawingml/2006/main">
              <a:ext uri="{FF2B5EF4-FFF2-40B4-BE49-F238E27FC236}">
                <a16:creationId xmlns:a16="http://schemas.microsoft.com/office/drawing/2014/main" id="{1246A207-7B3B-4A09-98E7-469AB59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38700"/>
            <a:ext cx="3238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1E8D6"/>
          </a:solidFill>
          <a:ln xmlns:a="http://schemas.openxmlformats.org/drawingml/2006/main" w="9525">
            <a:solidFill>
              <a:srgbClr val="735A2C"/>
            </a:solidFill>
            <a:prstDash val="solid"/>
          </a:ln>
        </p:spPr>
      </p:sp>
      <p:sp>
        <p:nvSpPr>
          <p:cNvPr id="31" name="s3-gate-pill">
            <a:extLst xmlns:a="http://schemas.openxmlformats.org/drawingml/2006/main">
              <a:ext uri="{FF2B5EF4-FFF2-40B4-BE49-F238E27FC236}">
                <a16:creationId xmlns:a16="http://schemas.microsoft.com/office/drawing/2014/main" id="{7EC4CB4B-FA07-48B6-989D-A826BBE8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911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授权变化时</a:t>
            </a:r>
          </a:p>
        </p:txBody>
      </p:sp>
      <p:sp>
        <p:nvSpPr>
          <p:cNvPr id="32" name="s3-gate-text">
            <a:extLst xmlns:a="http://schemas.openxmlformats.org/drawingml/2006/main">
              <a:ext uri="{FF2B5EF4-FFF2-40B4-BE49-F238E27FC236}">
                <a16:creationId xmlns:a16="http://schemas.microsoft.com/office/drawing/2014/main" id="{ED778F1D-C65E-462C-AFBB-B89319C9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340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35A2C"/>
                </a:solidFill>
                <a:latin typeface="Microsoft YaHei"/>
                <a:ea typeface="Microsoft YaHei"/>
                <a:cs typeface="Microsoft YaHei"/>
              </a:rPr>
              <a:t>暂停共享 → 负责人处理 → 获授权后继续</a:t>
            </a:r>
          </a:p>
        </p:txBody>
      </p:sp>
      <p:sp>
        <p:nvSpPr>
          <p:cNvPr id="33" name="s3-scope">
            <a:extLst xmlns:a="http://schemas.openxmlformats.org/drawingml/2006/main">
              <a:ext uri="{FF2B5EF4-FFF2-40B4-BE49-F238E27FC236}">
                <a16:creationId xmlns:a16="http://schemas.microsoft.com/office/drawing/2014/main" id="{51B54594-54AF-41AB-8F80-18B1DC4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34" name="s3-scope-text">
            <a:extLst xmlns:a="http://schemas.openxmlformats.org/drawingml/2006/main">
              <a:ext uri="{FF2B5EF4-FFF2-40B4-BE49-F238E27FC236}">
                <a16:creationId xmlns:a16="http://schemas.microsoft.com/office/drawing/2014/main" id="{CC41DD46-CA0A-45FF-B207-6D9B8F21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242137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4-topbar">
            <a:extLst xmlns:a="http://schemas.openxmlformats.org/drawingml/2006/main">
              <a:ext uri="{FF2B5EF4-FFF2-40B4-BE49-F238E27FC236}">
                <a16:creationId xmlns:a16="http://schemas.microsoft.com/office/drawing/2014/main" id="{978D2CDF-F708-4B7F-B550-128A521B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CD9979AB-41D7-4D3F-9E4E-F31ACA8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 04  ·  四周试点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FA9115E-2BE5-445D-AAE5-1DC4DC20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用具体复核过程和成员反馈决定去留，不设统一分数</a:t>
            </a:r>
          </a:p>
        </p:txBody>
      </p:sp>
      <p:sp>
        <p:nvSpPr>
          <p:cNvPr id="4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ACF013DC-A7F5-4031-8499-DD4CE48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试点范围是拟定方案：一个方向、两名自愿成员、只记录新增实验。</a:t>
            </a:r>
          </a:p>
        </p:txBody>
      </p:sp>
      <p:sp>
        <p:nvSpPr>
          <p:cNvPr id="5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9128FEB3-C059-430B-8697-9F6564E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lide-4-header-line">
            <a:extLst xmlns:a="http://schemas.openxmlformats.org/drawingml/2006/main">
              <a:ext uri="{FF2B5EF4-FFF2-40B4-BE49-F238E27FC236}">
                <a16:creationId xmlns:a16="http://schemas.microsoft.com/office/drawing/2014/main" id="{EDF2587B-83F1-409C-A192-8CBEB826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7" name="s4-scope">
            <a:extLst xmlns:a="http://schemas.openxmlformats.org/drawingml/2006/main">
              <a:ext uri="{FF2B5EF4-FFF2-40B4-BE49-F238E27FC236}">
                <a16:creationId xmlns:a16="http://schemas.microsoft.com/office/drawing/2014/main" id="{B91504A5-9902-407E-A7E0-3E51057E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8" name="s4-scope-text">
            <a:extLst xmlns:a="http://schemas.openxmlformats.org/drawingml/2006/main">
              <a:ext uri="{FF2B5EF4-FFF2-40B4-BE49-F238E27FC236}">
                <a16:creationId xmlns:a16="http://schemas.microsoft.com/office/drawing/2014/main" id="{773B57D5-1B51-46D5-ADF4-73837FA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试点范围  ·  1 个课题方向  ·  2 名自愿成员  ·  记录新增实验</a:t>
            </a:r>
          </a:p>
        </p:txBody>
      </p:sp>
      <p:sp>
        <p:nvSpPr>
          <p:cNvPr id="9" name="s4-timeline">
            <a:extLst xmlns:a="http://schemas.openxmlformats.org/drawingml/2006/main">
              <a:ext uri="{FF2B5EF4-FFF2-40B4-BE49-F238E27FC236}">
                <a16:creationId xmlns:a16="http://schemas.microsoft.com/office/drawing/2014/main" id="{F478FF5F-0BB0-4F41-A209-8E599C3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14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DB9D3"/>
            </a:solidFill>
            <a:prstDash val="solid"/>
          </a:ln>
        </p:spPr>
      </p:sp>
      <p:sp>
        <p:nvSpPr>
          <p:cNvPr id="10" name="s4-week-1">
            <a:extLst xmlns:a="http://schemas.openxmlformats.org/drawingml/2006/main">
              <a:ext uri="{FF2B5EF4-FFF2-40B4-BE49-F238E27FC236}">
                <a16:creationId xmlns:a16="http://schemas.microsoft.com/office/drawing/2014/main" id="{935A7959-BD35-4BE2-B2C8-1C11429B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s4-week-2">
            <a:extLst xmlns:a="http://schemas.openxmlformats.org/drawingml/2006/main">
              <a:ext uri="{FF2B5EF4-FFF2-40B4-BE49-F238E27FC236}">
                <a16:creationId xmlns:a16="http://schemas.microsoft.com/office/drawing/2014/main" id="{9D1335E5-93A7-4A19-A19F-00C9D538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s4-week-3">
            <a:extLst xmlns:a="http://schemas.openxmlformats.org/drawingml/2006/main">
              <a:ext uri="{FF2B5EF4-FFF2-40B4-BE49-F238E27FC236}">
                <a16:creationId xmlns:a16="http://schemas.microsoft.com/office/drawing/2014/main" id="{35B8BD02-0BB3-474A-969E-3021D0C2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s4-week-4">
            <a:extLst xmlns:a="http://schemas.openxmlformats.org/drawingml/2006/main">
              <a:ext uri="{FF2B5EF4-FFF2-40B4-BE49-F238E27FC236}">
                <a16:creationId xmlns:a16="http://schemas.microsoft.com/office/drawing/2014/main" id="{E0B442F8-99FB-4D8E-B0ED-06D0A08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s4-card-1">
            <a:extLst xmlns:a="http://schemas.openxmlformats.org/drawingml/2006/main">
              <a:ext uri="{FF2B5EF4-FFF2-40B4-BE49-F238E27FC236}">
                <a16:creationId xmlns:a16="http://schemas.microsoft.com/office/drawing/2014/main" id="{60C35ECC-B03B-4941-8B77-4A105D3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5" name="s4-title-1">
            <a:extLst xmlns:a="http://schemas.openxmlformats.org/drawingml/2006/main">
              <a:ext uri="{FF2B5EF4-FFF2-40B4-BE49-F238E27FC236}">
                <a16:creationId xmlns:a16="http://schemas.microsoft.com/office/drawing/2014/main" id="{FBB463EF-9E5A-4917-85BC-B128C228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6" name="s4-body-1">
            <a:extLst xmlns:a="http://schemas.openxmlformats.org/drawingml/2006/main">
              <a:ext uri="{FF2B5EF4-FFF2-40B4-BE49-F238E27FC236}">
                <a16:creationId xmlns:a16="http://schemas.microsoft.com/office/drawing/2014/main" id="{EA6AB461-E425-407A-A16C-155A280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确认最少字段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17" name="s4-card-2">
            <a:extLst xmlns:a="http://schemas.openxmlformats.org/drawingml/2006/main">
              <a:ext uri="{FF2B5EF4-FFF2-40B4-BE49-F238E27FC236}">
                <a16:creationId xmlns:a16="http://schemas.microsoft.com/office/drawing/2014/main" id="{AEE5058A-C1DE-431E-BBD5-2C724EE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18" name="s4-title-2">
            <a:extLst xmlns:a="http://schemas.openxmlformats.org/drawingml/2006/main">
              <a:ext uri="{FF2B5EF4-FFF2-40B4-BE49-F238E27FC236}">
                <a16:creationId xmlns:a16="http://schemas.microsoft.com/office/drawing/2014/main" id="{47AB9812-C9A2-4B39-96BF-6CB9458D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9" name="s4-body-2">
            <a:extLst xmlns:a="http://schemas.openxmlformats.org/drawingml/2006/main">
              <a:ext uri="{FF2B5EF4-FFF2-40B4-BE49-F238E27FC236}">
                <a16:creationId xmlns:a16="http://schemas.microsoft.com/office/drawing/2014/main" id="{B22DD652-7378-460C-A916-D87C5A0C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记录缺项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记录填写负担</a:t>
            </a:r>
          </a:p>
        </p:txBody>
      </p:sp>
      <p:sp>
        <p:nvSpPr>
          <p:cNvPr id="20" name="s4-card-3">
            <a:extLst xmlns:a="http://schemas.openxmlformats.org/drawingml/2006/main">
              <a:ext uri="{FF2B5EF4-FFF2-40B4-BE49-F238E27FC236}">
                <a16:creationId xmlns:a16="http://schemas.microsoft.com/office/drawing/2014/main" id="{245BC696-C95E-40E4-83C1-66B26B8A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9D9"/>
            </a:solidFill>
            <a:prstDash val="solid"/>
          </a:ln>
        </p:spPr>
      </p:sp>
      <p:sp>
        <p:nvSpPr>
          <p:cNvPr id="21" name="s4-title-3">
            <a:extLst xmlns:a="http://schemas.openxmlformats.org/drawingml/2006/main">
              <a:ext uri="{FF2B5EF4-FFF2-40B4-BE49-F238E27FC236}">
                <a16:creationId xmlns:a16="http://schemas.microsoft.com/office/drawing/2014/main" id="{E69663DA-C8FC-4BAB-9EB1-4DC19729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2" name="s4-body-3">
            <a:extLst xmlns:a="http://schemas.openxmlformats.org/drawingml/2006/main">
              <a:ext uri="{FF2B5EF4-FFF2-40B4-BE49-F238E27FC236}">
                <a16:creationId xmlns:a16="http://schemas.microsoft.com/office/drawing/2014/main" id="{DB2C2D5C-C3EA-4D3C-A607-2DDA3C2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汇总复核过程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听取成员反馈</a:t>
            </a:r>
          </a:p>
        </p:txBody>
      </p:sp>
      <p:sp>
        <p:nvSpPr>
          <p:cNvPr id="23" name="s4-card-4">
            <a:extLst xmlns:a="http://schemas.openxmlformats.org/drawingml/2006/main">
              <a:ext uri="{FF2B5EF4-FFF2-40B4-BE49-F238E27FC236}">
                <a16:creationId xmlns:a16="http://schemas.microsoft.com/office/drawing/2014/main" id="{DC40D2D5-863B-4435-A097-C0874D2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1905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4-title-4">
            <a:extLst xmlns:a="http://schemas.openxmlformats.org/drawingml/2006/main">
              <a:ext uri="{FF2B5EF4-FFF2-40B4-BE49-F238E27FC236}">
                <a16:creationId xmlns:a16="http://schemas.microsoft.com/office/drawing/2014/main" id="{E22D0184-4CF4-4E3F-BD71-1834246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决定门</a:t>
            </a:r>
          </a:p>
        </p:txBody>
      </p:sp>
      <p:sp>
        <p:nvSpPr>
          <p:cNvPr id="25" name="s4-body-4">
            <a:extLst xmlns:a="http://schemas.openxmlformats.org/drawingml/2006/main">
              <a:ext uri="{FF2B5EF4-FFF2-40B4-BE49-F238E27FC236}">
                <a16:creationId xmlns:a16="http://schemas.microsoft.com/office/drawing/2014/main" id="{628EA7EE-9162-487F-A1A5-164ECA6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 / 修改 / 停止</a:t>
            </a:r>
          </a:p>
        </p:txBody>
      </p:sp>
      <p:sp>
        <p:nvSpPr>
          <p:cNvPr id="26" name="s4-criteria">
            <a:extLst xmlns:a="http://schemas.openxmlformats.org/drawingml/2006/main">
              <a:ext uri="{FF2B5EF4-FFF2-40B4-BE49-F238E27FC236}">
                <a16:creationId xmlns:a16="http://schemas.microsoft.com/office/drawing/2014/main" id="{8B2B7A2E-3735-4EE7-BEF1-909C01EF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4770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9"/>
          </a:solidFill>
          <a:ln xmlns:a="http://schemas.openxmlformats.org/drawingml/2006/main" w="9525">
            <a:solidFill>
              <a:srgbClr val="9DB9D3"/>
            </a:solidFill>
            <a:prstDash val="solid"/>
          </a:ln>
        </p:spPr>
      </p:sp>
      <p:sp>
        <p:nvSpPr>
          <p:cNvPr id="27" name="s4-criteria-title">
            <a:extLst xmlns:a="http://schemas.openxmlformats.org/drawingml/2006/main">
              <a:ext uri="{FF2B5EF4-FFF2-40B4-BE49-F238E27FC236}">
                <a16:creationId xmlns:a16="http://schemas.microsoft.com/office/drawing/2014/main" id="{20D6125F-A530-4246-8BC1-4696E93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评估看什么</a:t>
            </a:r>
          </a:p>
        </p:txBody>
      </p:sp>
      <p:sp>
        <p:nvSpPr>
          <p:cNvPr id="28" name="s4-criteria-body">
            <a:extLst xmlns:a="http://schemas.openxmlformats.org/drawingml/2006/main">
              <a:ext uri="{FF2B5EF4-FFF2-40B4-BE49-F238E27FC236}">
                <a16:creationId xmlns:a16="http://schemas.microsoft.com/office/drawing/2014/main" id="{B0A140F9-2C56-4686-A4B2-4244783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来源能否定位  ·  处理与排除依据能否理解  ·  负担是否愿意长期承担</a:t>
            </a:r>
          </a:p>
        </p:txBody>
      </p:sp>
      <p:sp>
        <p:nvSpPr>
          <p:cNvPr id="29" name="s4-stop">
            <a:extLst xmlns:a="http://schemas.openxmlformats.org/drawingml/2006/main">
              <a:ext uri="{FF2B5EF4-FFF2-40B4-BE49-F238E27FC236}">
                <a16:creationId xmlns:a16="http://schemas.microsoft.com/office/drawing/2014/main" id="{D47CA5D2-6E74-45DD-9B9A-7F43E10D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248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5E0"/>
          </a:solidFill>
          <a:ln xmlns:a="http://schemas.openxmlformats.org/drawingml/2006/main" w="9525">
            <a:solidFill>
              <a:srgbClr val="8A463A"/>
            </a:solidFill>
            <a:prstDash val="solid"/>
          </a:ln>
        </p:spPr>
      </p:sp>
      <p:sp>
        <p:nvSpPr>
          <p:cNvPr id="30" name="s4-stop-title">
            <a:extLst xmlns:a="http://schemas.openxmlformats.org/drawingml/2006/main">
              <a:ext uri="{FF2B5EF4-FFF2-40B4-BE49-F238E27FC236}">
                <a16:creationId xmlns:a16="http://schemas.microsoft.com/office/drawing/2014/main" id="{D1713738-6D90-4762-9E90-5CC1B9A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91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463A"/>
                </a:solidFill>
                <a:latin typeface="Microsoft YaHei"/>
                <a:ea typeface="Microsoft YaHei"/>
                <a:cs typeface="Microsoft YaHei"/>
              </a:rPr>
              <a:t>缩小要求或停止</a:t>
            </a:r>
          </a:p>
        </p:txBody>
      </p:sp>
      <p:sp>
        <p:nvSpPr>
          <p:cNvPr id="31" name="s4-stop-body">
            <a:extLst xmlns:a="http://schemas.openxmlformats.org/drawingml/2006/main">
              <a:ext uri="{FF2B5EF4-FFF2-40B4-BE49-F238E27FC236}">
                <a16:creationId xmlns:a16="http://schemas.microsoft.com/office/drawing/2014/main" id="{449CDCD2-60B0-4398-853D-7823B098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0545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持续挤占实验时间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D2A36"/>
                </a:solidFill>
                <a:latin typeface="Microsoft YaHei"/>
                <a:ea typeface="Microsoft YaHei"/>
                <a:cs typeface="Microsoft YaHei"/>
              </a:rPr>
              <a:t>只有重复抄写，不能帮助解释结果</a:t>
            </a:r>
          </a:p>
        </p:txBody>
      </p:sp>
      <p:sp>
        <p:nvSpPr>
          <p:cNvPr id="32" name="s4-limit">
            <a:extLst xmlns:a="http://schemas.openxmlformats.org/drawingml/2006/main">
              <a:ext uri="{FF2B5EF4-FFF2-40B4-BE49-F238E27FC236}">
                <a16:creationId xmlns:a16="http://schemas.microsoft.com/office/drawing/2014/main" id="{91AF4533-3A0D-4866-8EE8-CCCE8CF1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方案仍是拟定范围：没有实测效率或完成率。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1846023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2026-09-07T01:19:21.3300000Z</dcterms:created>
  <dcterms:modified xsi:type="dcterms:W3CDTF">2026-09-07T01:19:21.3300000Z</dcterms:modified>
</coreProperties>
</file>