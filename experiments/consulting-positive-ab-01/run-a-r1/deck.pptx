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db27502a8e4962" /><Relationship Type="http://schemas.openxmlformats.org/officeDocument/2006/relationships/extended-properties" Target="/docProps/app.xml" Id="Rf1262e1e721c4c77" /><Relationship Type="http://schemas.openxmlformats.org/officeDocument/2006/relationships/officeDocument" Target="/ppt/presentation.xml" Id="R79b09223c171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5fdf0513f942f9"/>
  </p:sldMasterIdLst>
  <p:notesMasterIdLst>
    <p:notesMasterId xmlns:r="http://schemas.openxmlformats.org/officeDocument/2006/relationships" r:id="R1c6f7e88aa5f4b7f"/>
  </p:notesMasterIdLst>
  <p:sldIdLst>
    <p:sldId xmlns:r="http://schemas.openxmlformats.org/officeDocument/2006/relationships" id="256" r:id="R985d0166d7614405"/>
    <p:sldId xmlns:r="http://schemas.openxmlformats.org/officeDocument/2006/relationships" id="257" r:id="R30acdb2f9f2f460b"/>
    <p:sldId xmlns:r="http://schemas.openxmlformats.org/officeDocument/2006/relationships" id="258" r:id="R189f1197ff964850"/>
    <p:sldId xmlns:r="http://schemas.openxmlformats.org/officeDocument/2006/relationships" id="259" r:id="Rebe201b1bff54e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f12ba036d4972" /><Relationship Type="http://schemas.openxmlformats.org/officeDocument/2006/relationships/slideMaster" Target="/ppt/slideMasters/slideMaster1.xml" Id="R6e5fdf0513f942f9" /><Relationship Type="http://schemas.openxmlformats.org/officeDocument/2006/relationships/notesMaster" Target="/ppt/notesMasters/notesMaster1.xml" Id="R1c6f7e88aa5f4b7f" /><Relationship Type="http://schemas.openxmlformats.org/officeDocument/2006/relationships/presProps" Target="/ppt/presProps.xml" Id="R64b97884efe54177" /><Relationship Type="http://schemas.openxmlformats.org/officeDocument/2006/relationships/tableStyles" Target="/ppt/tableStyles.xml" Id="Ra0aa9ce15fe34f0d" /><Relationship Type="http://schemas.openxmlformats.org/officeDocument/2006/relationships/slide" Target="/ppt/slides/slide1.xml" Id="R985d0166d7614405" /><Relationship Type="http://schemas.openxmlformats.org/officeDocument/2006/relationships/slide" Target="/ppt/slides/slide2.xml" Id="R30acdb2f9f2f460b" /><Relationship Type="http://schemas.openxmlformats.org/officeDocument/2006/relationships/slide" Target="/ppt/slides/slide3.xml" Id="R189f1197ff964850" /><Relationship Type="http://schemas.openxmlformats.org/officeDocument/2006/relationships/slide" Target="/ppt/slides/slide4.xml" Id="Rebe201b1bff54e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4c16a186d44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319671b8a409a" /><Relationship Type="http://schemas.openxmlformats.org/officeDocument/2006/relationships/notesMaster" Target="/ppt/notesMasters/notesMaster1.xml" Id="R8d1fc5bd5b234a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4ec87d47e4a06" /><Relationship Type="http://schemas.openxmlformats.org/officeDocument/2006/relationships/notesMaster" Target="/ppt/notesMasters/notesMaster1.xml" Id="Rb665df099d3f4b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85dc91472a46b5" /><Relationship Type="http://schemas.openxmlformats.org/officeDocument/2006/relationships/notesMaster" Target="/ppt/notesMasters/notesMaster1.xml" Id="Rac5850f9ca734d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ba660d7274af8" /><Relationship Type="http://schemas.openxmlformats.org/officeDocument/2006/relationships/notesMaster" Target="/ppt/notesMasters/notesMaster1.xml" Id="R8661a49b835449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source.md (fictional discussion proposal; no external sources).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source.md (fictional discussion proposal; no external sources).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source.md (fictional discussion proposal; no external sources).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source.md (fictional discussion proposal; no external sources).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03f58185541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3b2de14d5f4b99" /><Relationship Type="http://schemas.openxmlformats.org/officeDocument/2006/relationships/slideLayout" Target="/ppt/slideLayouts/slideLayout1.xml" Id="R7008614235994e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08614235994e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8f11a1f1f4246" /><Relationship Type="http://schemas.openxmlformats.org/officeDocument/2006/relationships/notesSlide" Target="/ppt/notesSlides/notesSlide1.xml" Id="R14b8a986950b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8c67c46954d6b" /><Relationship Type="http://schemas.openxmlformats.org/officeDocument/2006/relationships/notesSlide" Target="/ppt/notesSlides/notesSlide2.xml" Id="Re009c3b44e5c43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747085da94943" /><Relationship Type="http://schemas.openxmlformats.org/officeDocument/2006/relationships/notesSlide" Target="/ppt/notesSlides/notesSlide3.xml" Id="Rb3c84957df2942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7e99568e94527" /><Relationship Type="http://schemas.openxmlformats.org/officeDocument/2006/relationships/notesSlide" Target="/ppt/notesSlides/notesSlide4.xml" Id="R910e647cbe8e4e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1-eyebrow">
            <a:extLst xmlns:a="http://schemas.openxmlformats.org/drawingml/2006/main">
              <a:ext uri="{FF2B5EF4-FFF2-40B4-BE49-F238E27FC236}">
                <a16:creationId xmlns:a16="http://schemas.microsoft.com/office/drawing/2014/main" id="{28DF744E-8D76-4EEB-838D-AB697C18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实验归档  /  RECORD UNIT</a:t>
            </a:r>
          </a:p>
        </p:txBody>
      </p:sp>
      <p:sp>
        <p:nvSpPr>
          <p:cNvPr id="2" name="s1-page">
            <a:extLst xmlns:a="http://schemas.openxmlformats.org/drawingml/2006/main">
              <a:ext uri="{FF2B5EF4-FFF2-40B4-BE49-F238E27FC236}">
                <a16:creationId xmlns:a16="http://schemas.microsoft.com/office/drawing/2014/main" id="{AFCB7992-1566-4F17-A063-469F2C8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01  /  04</a:t>
            </a:r>
          </a:p>
        </p:txBody>
      </p:sp>
      <p:sp>
        <p:nvSpPr>
          <p:cNvPr id="3" name="s1-topline">
            <a:extLst xmlns:a="http://schemas.openxmlformats.org/drawingml/2006/main">
              <a:ext uri="{FF2B5EF4-FFF2-40B4-BE49-F238E27FC236}">
                <a16:creationId xmlns:a16="http://schemas.microsoft.com/office/drawing/2014/main" id="{E771A126-AA57-42CE-8831-895DFFFD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D73DE140-4BEF-4A78-AE7E-DC15711B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一次结果要完整解释，五类信息共同构成记录单元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E5F3F30A-68F0-4AF3-92B8-4E27CEFB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把结果、条件与边界放在同一条证据链中：它们共同解释一个结果，而不是五个先后步骤。</a:t>
            </a:r>
          </a:p>
        </p:txBody>
      </p:sp>
      <p:sp>
        <p:nvSpPr>
          <p:cNvPr id="6" name="s1-bottomline">
            <a:extLst xmlns:a="http://schemas.openxmlformats.org/drawingml/2006/main">
              <a:ext uri="{FF2B5EF4-FFF2-40B4-BE49-F238E27FC236}">
                <a16:creationId xmlns:a16="http://schemas.microsoft.com/office/drawing/2014/main" id="{9A5334F4-1011-4EBB-B624-7DE44F07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7" name="s1-footer">
            <a:extLst xmlns:a="http://schemas.openxmlformats.org/drawingml/2006/main">
              <a:ext uri="{FF2B5EF4-FFF2-40B4-BE49-F238E27FC236}">
                <a16:creationId xmlns:a16="http://schemas.microsoft.com/office/drawing/2014/main" id="{29D206CD-EFFF-400B-8D7F-7112253C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虚构讨论提案  ·  尚未实施  ·  供试点设计讨论</a:t>
            </a:r>
          </a:p>
        </p:txBody>
      </p:sp>
      <p:sp>
        <p:nvSpPr>
          <p:cNvPr id="8" name="s1-unit-banner">
            <a:extLst xmlns:a="http://schemas.openxmlformats.org/drawingml/2006/main">
              <a:ext uri="{FF2B5EF4-FFF2-40B4-BE49-F238E27FC236}">
                <a16:creationId xmlns:a16="http://schemas.microsoft.com/office/drawing/2014/main" id="{FCB248E9-85EA-46D7-AAE5-D8E96324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10109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1-unit-label">
            <a:extLst xmlns:a="http://schemas.openxmlformats.org/drawingml/2006/main">
              <a:ext uri="{FF2B5EF4-FFF2-40B4-BE49-F238E27FC236}">
                <a16:creationId xmlns:a16="http://schemas.microsoft.com/office/drawing/2014/main" id="{A24531B8-4084-44D7-A2D7-DE351E50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10" name="s1-unit-main">
            <a:extLst xmlns:a="http://schemas.openxmlformats.org/drawingml/2006/main">
              <a:ext uri="{FF2B5EF4-FFF2-40B4-BE49-F238E27FC236}">
                <a16:creationId xmlns:a16="http://schemas.microsoft.com/office/drawing/2014/main" id="{47549AB8-80E2-4C9D-8523-B2ED6CFD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一次结果 = 5类相互依赖的信息</a:t>
            </a:r>
          </a:p>
        </p:txBody>
      </p:sp>
      <p:sp>
        <p:nvSpPr>
          <p:cNvPr id="11" name="s1-unit-note">
            <a:extLst xmlns:a="http://schemas.openxmlformats.org/drawingml/2006/main">
              <a:ext uri="{FF2B5EF4-FFF2-40B4-BE49-F238E27FC236}">
                <a16:creationId xmlns:a16="http://schemas.microsoft.com/office/drawing/2014/main" id="{16FEC7B9-6BE8-45DD-8DD4-188B851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DCEA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AF5"/>
                </a:solidFill>
                <a:latin typeface="Microsoft YaHei"/>
                <a:ea typeface="Microsoft YaHei"/>
                <a:cs typeface="Microsoft YaHei"/>
              </a:rPr>
              <a:t>共同解释一个结果  ·  不是五个先后步骤</a:t>
            </a:r>
          </a:p>
        </p:txBody>
      </p:sp>
      <p:sp>
        <p:nvSpPr>
          <p:cNvPr id="12" name="s1-field-1">
            <a:extLst xmlns:a="http://schemas.openxmlformats.org/drawingml/2006/main">
              <a:ext uri="{FF2B5EF4-FFF2-40B4-BE49-F238E27FC236}">
                <a16:creationId xmlns:a16="http://schemas.microsoft.com/office/drawing/2014/main" id="{955582FF-0597-4D6E-8970-37209810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1-field-num-1">
            <a:extLst xmlns:a="http://schemas.openxmlformats.org/drawingml/2006/main">
              <a:ext uri="{FF2B5EF4-FFF2-40B4-BE49-F238E27FC236}">
                <a16:creationId xmlns:a16="http://schemas.microsoft.com/office/drawing/2014/main" id="{BDAA2CFF-CF5B-403A-9D3C-90BE33F8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s1-field-title-1">
            <a:extLst xmlns:a="http://schemas.openxmlformats.org/drawingml/2006/main">
              <a:ext uri="{FF2B5EF4-FFF2-40B4-BE49-F238E27FC236}">
                <a16:creationId xmlns:a16="http://schemas.microsoft.com/office/drawing/2014/main" id="{599168AD-A347-4D9E-A7D1-FADDECD4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15" name="s1-field-line-1">
            <a:extLst xmlns:a="http://schemas.openxmlformats.org/drawingml/2006/main">
              <a:ext uri="{FF2B5EF4-FFF2-40B4-BE49-F238E27FC236}">
                <a16:creationId xmlns:a16="http://schemas.microsoft.com/office/drawing/2014/main" id="{A60967E6-1799-4A5B-95FB-9A2CA3C6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16" name="s1-field-body-1">
            <a:extLst xmlns:a="http://schemas.openxmlformats.org/drawingml/2006/main">
              <a:ext uri="{FF2B5EF4-FFF2-40B4-BE49-F238E27FC236}">
                <a16:creationId xmlns:a16="http://schemas.microsoft.com/office/drawing/2014/main" id="{4C30CD8A-FDC1-4AA2-BBE6-72A5D909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保留原貌，标注可定位位置</a:t>
            </a:r>
          </a:p>
        </p:txBody>
      </p:sp>
      <p:sp>
        <p:nvSpPr>
          <p:cNvPr id="17" name="s1-field-2">
            <a:extLst xmlns:a="http://schemas.openxmlformats.org/drawingml/2006/main">
              <a:ext uri="{FF2B5EF4-FFF2-40B4-BE49-F238E27FC236}">
                <a16:creationId xmlns:a16="http://schemas.microsoft.com/office/drawing/2014/main" id="{0066A1E3-9222-46A4-98F6-D6022E8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1-field-num-2">
            <a:extLst xmlns:a="http://schemas.openxmlformats.org/drawingml/2006/main">
              <a:ext uri="{FF2B5EF4-FFF2-40B4-BE49-F238E27FC236}">
                <a16:creationId xmlns:a16="http://schemas.microsoft.com/office/drawing/2014/main" id="{07E6E571-65D7-45A4-9B06-03D85E06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s1-field-title-2">
            <a:extLst xmlns:a="http://schemas.openxmlformats.org/drawingml/2006/main">
              <a:ext uri="{FF2B5EF4-FFF2-40B4-BE49-F238E27FC236}">
                <a16:creationId xmlns:a16="http://schemas.microsoft.com/office/drawing/2014/main" id="{B8124C9C-47DD-44BD-A6EA-BDD85ED3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20" name="s1-field-line-2">
            <a:extLst xmlns:a="http://schemas.openxmlformats.org/drawingml/2006/main">
              <a:ext uri="{FF2B5EF4-FFF2-40B4-BE49-F238E27FC236}">
                <a16:creationId xmlns:a16="http://schemas.microsoft.com/office/drawing/2014/main" id="{A5ABECC6-B45A-4703-9DB1-3521A88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21" name="s1-field-body-2">
            <a:extLst xmlns:a="http://schemas.openxmlformats.org/drawingml/2006/main">
              <a:ext uri="{FF2B5EF4-FFF2-40B4-BE49-F238E27FC236}">
                <a16:creationId xmlns:a16="http://schemas.microsoft.com/office/drawing/2014/main" id="{A228DEAC-2733-41A2-B8DE-C83CC1C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说明样本范围与采集条件</a:t>
            </a:r>
          </a:p>
        </p:txBody>
      </p:sp>
      <p:sp>
        <p:nvSpPr>
          <p:cNvPr id="22" name="s1-field-3">
            <a:extLst xmlns:a="http://schemas.openxmlformats.org/drawingml/2006/main">
              <a:ext uri="{FF2B5EF4-FFF2-40B4-BE49-F238E27FC236}">
                <a16:creationId xmlns:a16="http://schemas.microsoft.com/office/drawing/2014/main" id="{5B3EA4BA-BF21-402B-A7E6-A3075FA7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E8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1-field-num-3">
            <a:extLst xmlns:a="http://schemas.openxmlformats.org/drawingml/2006/main">
              <a:ext uri="{FF2B5EF4-FFF2-40B4-BE49-F238E27FC236}">
                <a16:creationId xmlns:a16="http://schemas.microsoft.com/office/drawing/2014/main" id="{A1A6CA19-BD65-4EB2-81EF-2A68EB6B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s1-field-title-3">
            <a:extLst xmlns:a="http://schemas.openxmlformats.org/drawingml/2006/main">
              <a:ext uri="{FF2B5EF4-FFF2-40B4-BE49-F238E27FC236}">
                <a16:creationId xmlns:a16="http://schemas.microsoft.com/office/drawing/2014/main" id="{FF3EEC46-5E02-4D54-8942-4BE74B3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25" name="s1-field-line-3">
            <a:extLst xmlns:a="http://schemas.openxmlformats.org/drawingml/2006/main">
              <a:ext uri="{FF2B5EF4-FFF2-40B4-BE49-F238E27FC236}">
                <a16:creationId xmlns:a16="http://schemas.microsoft.com/office/drawing/2014/main" id="{B394BAA4-EF11-4FC6-A7D5-4D8D396D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26" name="s1-field-body-3">
            <a:extLst xmlns:a="http://schemas.openxmlformats.org/drawingml/2006/main">
              <a:ext uri="{FF2B5EF4-FFF2-40B4-BE49-F238E27FC236}">
                <a16:creationId xmlns:a16="http://schemas.microsoft.com/office/drawing/2014/main" id="{EEA004CB-3CC3-4679-B0E6-B978DBFF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定位实际运行的代码版本</a:t>
            </a:r>
          </a:p>
        </p:txBody>
      </p:sp>
      <p:sp>
        <p:nvSpPr>
          <p:cNvPr id="27" name="s1-field-4">
            <a:extLst xmlns:a="http://schemas.openxmlformats.org/drawingml/2006/main">
              <a:ext uri="{FF2B5EF4-FFF2-40B4-BE49-F238E27FC236}">
                <a16:creationId xmlns:a16="http://schemas.microsoft.com/office/drawing/2014/main" id="{E7F68C4D-1585-49CB-B8ED-07F58D15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s1-field-num-4">
            <a:extLst xmlns:a="http://schemas.openxmlformats.org/drawingml/2006/main">
              <a:ext uri="{FF2B5EF4-FFF2-40B4-BE49-F238E27FC236}">
                <a16:creationId xmlns:a16="http://schemas.microsoft.com/office/drawing/2014/main" id="{C90F663C-10AA-4BF4-A472-FEAB30DD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s1-field-title-4">
            <a:extLst xmlns:a="http://schemas.openxmlformats.org/drawingml/2006/main">
              <a:ext uri="{FF2B5EF4-FFF2-40B4-BE49-F238E27FC236}">
                <a16:creationId xmlns:a16="http://schemas.microsoft.com/office/drawing/2014/main" id="{54E94C60-B5F0-4F51-9DBF-E58FB84E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30" name="s1-field-line-4">
            <a:extLst xmlns:a="http://schemas.openxmlformats.org/drawingml/2006/main">
              <a:ext uri="{FF2B5EF4-FFF2-40B4-BE49-F238E27FC236}">
                <a16:creationId xmlns:a16="http://schemas.microsoft.com/office/drawing/2014/main" id="{6939EA67-2B7F-42F0-83FF-BA6F0D2E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31" name="s1-field-body-4">
            <a:extLst xmlns:a="http://schemas.openxmlformats.org/drawingml/2006/main">
              <a:ext uri="{FF2B5EF4-FFF2-40B4-BE49-F238E27FC236}">
                <a16:creationId xmlns:a16="http://schemas.microsoft.com/office/drawing/2014/main" id="{7D4A546D-E595-4149-8445-DB5BBFD7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链接本次分析产出的结果文件</a:t>
            </a:r>
          </a:p>
        </p:txBody>
      </p:sp>
      <p:sp>
        <p:nvSpPr>
          <p:cNvPr id="32" name="s1-field-5">
            <a:extLst xmlns:a="http://schemas.openxmlformats.org/drawingml/2006/main">
              <a:ext uri="{FF2B5EF4-FFF2-40B4-BE49-F238E27FC236}">
                <a16:creationId xmlns:a16="http://schemas.microsoft.com/office/drawing/2014/main" id="{C45ACB29-3179-43ED-AB12-19983404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43150"/>
            <a:ext cx="2076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1-field-num-5">
            <a:extLst xmlns:a="http://schemas.openxmlformats.org/drawingml/2006/main">
              <a:ext uri="{FF2B5EF4-FFF2-40B4-BE49-F238E27FC236}">
                <a16:creationId xmlns:a16="http://schemas.microsoft.com/office/drawing/2014/main" id="{56D60288-CCEC-4AF4-8EDD-5B9AACD1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9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s1-field-title-5">
            <a:extLst xmlns:a="http://schemas.openxmlformats.org/drawingml/2006/main">
              <a:ext uri="{FF2B5EF4-FFF2-40B4-BE49-F238E27FC236}">
                <a16:creationId xmlns:a16="http://schemas.microsoft.com/office/drawing/2014/main" id="{B3EF582E-31A7-467A-A66E-F9054295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异常及排除说明</a:t>
            </a:r>
          </a:p>
        </p:txBody>
      </p:sp>
      <p:sp>
        <p:nvSpPr>
          <p:cNvPr id="35" name="s1-field-line-5">
            <a:extLst xmlns:a="http://schemas.openxmlformats.org/drawingml/2006/main">
              <a:ext uri="{FF2B5EF4-FFF2-40B4-BE49-F238E27FC236}">
                <a16:creationId xmlns:a16="http://schemas.microsoft.com/office/drawing/2014/main" id="{A3456EE8-353D-4FD6-918B-99D8CAC1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099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36" name="s1-field-body-5">
            <a:extLst xmlns:a="http://schemas.openxmlformats.org/drawingml/2006/main">
              <a:ext uri="{FF2B5EF4-FFF2-40B4-BE49-F238E27FC236}">
                <a16:creationId xmlns:a16="http://schemas.microsoft.com/office/drawing/2014/main" id="{906CB096-0E9F-4443-A2F5-5BBFD5BA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623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记录异常；保留未纳入样本的排除依据</a:t>
            </a:r>
          </a:p>
        </p:txBody>
      </p:sp>
      <p:sp>
        <p:nvSpPr>
          <p:cNvPr id="37" name="s1-principles">
            <a:extLst xmlns:a="http://schemas.openxmlformats.org/drawingml/2006/main">
              <a:ext uri="{FF2B5EF4-FFF2-40B4-BE49-F238E27FC236}">
                <a16:creationId xmlns:a16="http://schemas.microsoft.com/office/drawing/2014/main" id="{E9B3AC21-0563-4F57-BA08-42F305D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5334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BFDADC"/>
            </a:solidFill>
            <a:prstDash val="solid"/>
          </a:ln>
        </p:spPr>
      </p:sp>
      <p:sp>
        <p:nvSpPr>
          <p:cNvPr id="38" name="s1-principles-title">
            <a:extLst xmlns:a="http://schemas.openxmlformats.org/drawingml/2006/main">
              <a:ext uri="{FF2B5EF4-FFF2-40B4-BE49-F238E27FC236}">
                <a16:creationId xmlns:a16="http://schemas.microsoft.com/office/drawing/2014/main" id="{26D13987-A6A9-4538-A9E2-764645C7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记录原则</a:t>
            </a:r>
          </a:p>
        </p:txBody>
      </p:sp>
      <p:sp>
        <p:nvSpPr>
          <p:cNvPr id="39" name="s1-principles-body">
            <a:extLst xmlns:a="http://schemas.openxmlformats.org/drawingml/2006/main">
              <a:ext uri="{FF2B5EF4-FFF2-40B4-BE49-F238E27FC236}">
                <a16:creationId xmlns:a16="http://schemas.microsoft.com/office/drawing/2014/main" id="{AEA99B8F-A87C-4D26-A905-118F91A2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18000"/>
              </a:lnSpc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原始数据保持原貌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清洗处理另存，不覆盖原始数据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未纳入结果的样本保留排除依据</a:t>
            </a:r>
          </a:p>
        </p:txBody>
      </p:sp>
      <p:sp>
        <p:nvSpPr>
          <p:cNvPr id="40" name="s1-access">
            <a:extLst xmlns:a="http://schemas.openxmlformats.org/drawingml/2006/main">
              <a:ext uri="{FF2B5EF4-FFF2-40B4-BE49-F238E27FC236}">
                <a16:creationId xmlns:a16="http://schemas.microsoft.com/office/drawing/2014/main" id="{5F414074-426D-488D-9385-ADFE13F8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5429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1" name="s1-access-title">
            <a:extLst xmlns:a="http://schemas.openxmlformats.org/drawingml/2006/main">
              <a:ext uri="{FF2B5EF4-FFF2-40B4-BE49-F238E27FC236}">
                <a16:creationId xmlns:a16="http://schemas.microsoft.com/office/drawing/2014/main" id="{BB1FB0AE-0749-46D0-9507-CBE0E7C3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开放边界</a:t>
            </a:r>
          </a:p>
        </p:txBody>
      </p:sp>
      <p:sp>
        <p:nvSpPr>
          <p:cNvPr id="42" name="s1-access-body">
            <a:extLst xmlns:a="http://schemas.openxmlformats.org/drawingml/2006/main">
              <a:ext uri="{FF2B5EF4-FFF2-40B4-BE49-F238E27FC236}">
                <a16:creationId xmlns:a16="http://schemas.microsoft.com/office/drawing/2014/main" id="{4CBD2105-B8CF-4A9D-84D1-922FA2FF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记录完整 ≠ 全部文件开放</a:t>
            </a:r>
          </a:p>
          <a:p xmlns:a="http://schemas.openxmlformats.org/drawingml/2006/main">
            <a:pPr marL="20" indent="-10"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讨论材料含结果图与可公开解释</a:t>
            </a:r>
          </a:p>
          <a:p xmlns:a="http://schemas.openxmlformats.org/drawingml/2006/main">
            <a:pPr marL="20" indent="-10"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受限数据保留原授权位置</a:t>
            </a:r>
          </a:p>
          <a:p xmlns:a="http://schemas.openxmlformats.org/drawingml/2006/main">
            <a:pPr marL="20" indent="-10"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记录只含受控引用与访问条件；路径不代表访问权</a:t>
            </a:r>
          </a:p>
        </p:txBody>
      </p:sp>
    </p:spTree>
    <p:extLst>
      <p:ext uri="{BB962C8B-B14F-4D97-AF65-F5344CB8AC3E}">
        <p14:creationId xmlns:p14="http://schemas.microsoft.com/office/powerpoint/2010/main" val="867171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2-eyebrow">
            <a:extLst xmlns:a="http://schemas.openxmlformats.org/drawingml/2006/main">
              <a:ext uri="{FF2B5EF4-FFF2-40B4-BE49-F238E27FC236}">
                <a16:creationId xmlns:a16="http://schemas.microsoft.com/office/drawing/2014/main" id="{B830D263-666F-4F25-9860-A31E15B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实验归档  /  SCOPE CHOICE</a:t>
            </a:r>
          </a:p>
        </p:txBody>
      </p:sp>
      <p:sp>
        <p:nvSpPr>
          <p:cNvPr id="2" name="s2-page">
            <a:extLst xmlns:a="http://schemas.openxmlformats.org/drawingml/2006/main">
              <a:ext uri="{FF2B5EF4-FFF2-40B4-BE49-F238E27FC236}">
                <a16:creationId xmlns:a16="http://schemas.microsoft.com/office/drawing/2014/main" id="{8FCC02B5-304A-4ACD-BC45-7A9493EA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02  /  04</a:t>
            </a:r>
          </a:p>
        </p:txBody>
      </p:sp>
      <p:sp>
        <p:nvSpPr>
          <p:cNvPr id="3" name="s2-topline">
            <a:extLst xmlns:a="http://schemas.openxmlformats.org/drawingml/2006/main">
              <a:ext uri="{FF2B5EF4-FFF2-40B4-BE49-F238E27FC236}">
                <a16:creationId xmlns:a16="http://schemas.microsoft.com/office/drawing/2014/main" id="{93A2C231-1B71-4A49-87EB-950502AC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D703148D-76C5-45BA-BE5E-2AB3D08C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新增实验先行，历史结果按需补齐</a:t>
            </a:r>
          </a:p>
        </p:txBody>
      </p:sp>
      <p:sp>
        <p:nvSpPr>
          <p:cNvPr id="5" name="s2-subtitle">
            <a:extLst xmlns:a="http://schemas.openxmlformats.org/drawingml/2006/main">
              <a:ext uri="{FF2B5EF4-FFF2-40B4-BE49-F238E27FC236}">
                <a16:creationId xmlns:a16="http://schemas.microsoft.com/office/drawing/2014/main" id="{1D4E4A58-23AA-4998-9CA9-A9DE7F1F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这是范围选择：先确保新增记录可复核，再把有限精力用于真正需要复核的历史结果。</a:t>
            </a:r>
          </a:p>
        </p:txBody>
      </p:sp>
      <p:sp>
        <p:nvSpPr>
          <p:cNvPr id="6" name="s2-bottomline">
            <a:extLst xmlns:a="http://schemas.openxmlformats.org/drawingml/2006/main">
              <a:ext uri="{FF2B5EF4-FFF2-40B4-BE49-F238E27FC236}">
                <a16:creationId xmlns:a16="http://schemas.microsoft.com/office/drawing/2014/main" id="{C088387F-67D2-427F-971C-0504078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7" name="s2-footer">
            <a:extLst xmlns:a="http://schemas.openxmlformats.org/drawingml/2006/main">
              <a:ext uri="{FF2B5EF4-FFF2-40B4-BE49-F238E27FC236}">
                <a16:creationId xmlns:a16="http://schemas.microsoft.com/office/drawing/2014/main" id="{70217C81-B6AB-4E46-B279-870F9E5D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虚构讨论提案  ·  尚未实施  ·  供试点设计讨论</a:t>
            </a:r>
          </a:p>
        </p:txBody>
      </p:sp>
      <p:sp>
        <p:nvSpPr>
          <p:cNvPr id="8" name="s2-recommendation">
            <a:extLst xmlns:a="http://schemas.openxmlformats.org/drawingml/2006/main">
              <a:ext uri="{FF2B5EF4-FFF2-40B4-BE49-F238E27FC236}">
                <a16:creationId xmlns:a16="http://schemas.microsoft.com/office/drawing/2014/main" id="{91286866-7514-457D-AB9F-5F17C702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10109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9" name="s2-rec-tag">
            <a:extLst xmlns:a="http://schemas.openxmlformats.org/drawingml/2006/main">
              <a:ext uri="{FF2B5EF4-FFF2-40B4-BE49-F238E27FC236}">
                <a16:creationId xmlns:a16="http://schemas.microsoft.com/office/drawing/2014/main" id="{AA761CE9-61CD-4E6B-B17A-52565584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s2-rec-tag-text">
            <a:extLst xmlns:a="http://schemas.openxmlformats.org/drawingml/2006/main">
              <a:ext uri="{FF2B5EF4-FFF2-40B4-BE49-F238E27FC236}">
                <a16:creationId xmlns:a16="http://schemas.microsoft.com/office/drawing/2014/main" id="{A805FC89-76B3-49B8-AB1A-60F9C398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11" name="s2-rec-body">
            <a:extLst xmlns:a="http://schemas.openxmlformats.org/drawingml/2006/main">
              <a:ext uri="{FF2B5EF4-FFF2-40B4-BE49-F238E27FC236}">
                <a16:creationId xmlns:a16="http://schemas.microsoft.com/office/drawing/2014/main" id="{756468A4-5FB4-4DB1-A665-5CB78F89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049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先记录新增；对真正需要复核的历史结果逐项补充。</a:t>
            </a:r>
          </a:p>
        </p:txBody>
      </p:sp>
      <p:sp>
        <p:nvSpPr>
          <p:cNvPr id="12" name="s2-history">
            <a:extLst xmlns:a="http://schemas.openxmlformats.org/drawingml/2006/main">
              <a:ext uri="{FF2B5EF4-FFF2-40B4-BE49-F238E27FC236}">
                <a16:creationId xmlns:a16="http://schemas.microsoft.com/office/drawing/2014/main" id="{A95EF840-52F8-4C8D-BBAB-93AF468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5334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2-history-kicker">
            <a:extLst xmlns:a="http://schemas.openxmlformats.org/drawingml/2006/main">
              <a:ext uri="{FF2B5EF4-FFF2-40B4-BE49-F238E27FC236}">
                <a16:creationId xmlns:a16="http://schemas.microsoft.com/office/drawing/2014/main" id="{7CA3ACB7-2924-4DC5-9FAA-B10800DF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路径 A  ·  集中补历史</a:t>
            </a:r>
          </a:p>
        </p:txBody>
      </p:sp>
      <p:sp>
        <p:nvSpPr>
          <p:cNvPr id="14" name="s2-history-title">
            <a:extLst xmlns:a="http://schemas.openxmlformats.org/drawingml/2006/main">
              <a:ext uri="{FF2B5EF4-FFF2-40B4-BE49-F238E27FC236}">
                <a16:creationId xmlns:a16="http://schemas.microsoft.com/office/drawing/2014/main" id="{57A139F5-8E51-4FD3-AA3C-0D628CB8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一次形成较大目录</a:t>
            </a:r>
          </a:p>
        </p:txBody>
      </p:sp>
      <p:sp>
        <p:nvSpPr>
          <p:cNvPr id="15" name="s2-history-rule">
            <a:extLst xmlns:a="http://schemas.openxmlformats.org/drawingml/2006/main">
              <a:ext uri="{FF2B5EF4-FFF2-40B4-BE49-F238E27FC236}">
                <a16:creationId xmlns:a16="http://schemas.microsoft.com/office/drawing/2014/main" id="{CA188116-8F11-4A35-ACEC-12F5FF0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16" name="s2-history-body">
            <a:extLst xmlns:a="http://schemas.openxmlformats.org/drawingml/2006/main">
              <a:ext uri="{FF2B5EF4-FFF2-40B4-BE49-F238E27FC236}">
                <a16:creationId xmlns:a16="http://schemas.microsoft.com/office/drawing/2014/main" id="{A25F05AE-31A4-4723-9BAF-0B0F1CE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4648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一次性补齐大量历史材料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追查遗失上下文耗时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不确定记忆可能被写成确定说明</a:t>
            </a:r>
          </a:p>
        </p:txBody>
      </p:sp>
      <p:sp>
        <p:nvSpPr>
          <p:cNvPr id="17" name="s2-history-foot">
            <a:extLst xmlns:a="http://schemas.openxmlformats.org/drawingml/2006/main">
              <a:ext uri="{FF2B5EF4-FFF2-40B4-BE49-F238E27FC236}">
                <a16:creationId xmlns:a16="http://schemas.microsoft.com/office/drawing/2014/main" id="{6508CA09-242E-4627-83EB-100AF19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适合已有明确追溯需求的个别结果</a:t>
            </a:r>
          </a:p>
        </p:txBody>
      </p:sp>
      <p:sp>
        <p:nvSpPr>
          <p:cNvPr id="18" name="s2-new">
            <a:extLst xmlns:a="http://schemas.openxmlformats.org/drawingml/2006/main">
              <a:ext uri="{FF2B5EF4-FFF2-40B4-BE49-F238E27FC236}">
                <a16:creationId xmlns:a16="http://schemas.microsoft.com/office/drawing/2014/main" id="{C36CF71B-1B40-4E93-856C-C30C03F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5334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9FC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2-new-kicker">
            <a:extLst xmlns:a="http://schemas.openxmlformats.org/drawingml/2006/main">
              <a:ext uri="{FF2B5EF4-FFF2-40B4-BE49-F238E27FC236}">
                <a16:creationId xmlns:a16="http://schemas.microsoft.com/office/drawing/2014/main" id="{C071ADAE-460A-493B-8C85-EACAE9A7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路径 B  ·  先记新增 + 逐项补历史</a:t>
            </a:r>
          </a:p>
        </p:txBody>
      </p:sp>
      <p:sp>
        <p:nvSpPr>
          <p:cNvPr id="20" name="s2-new-title">
            <a:extLst xmlns:a="http://schemas.openxmlformats.org/drawingml/2006/main">
              <a:ext uri="{FF2B5EF4-FFF2-40B4-BE49-F238E27FC236}">
                <a16:creationId xmlns:a16="http://schemas.microsoft.com/office/drawing/2014/main" id="{E0677C2C-F926-406C-86FC-050E2044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241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优先捕捉清楚的上下文</a:t>
            </a:r>
          </a:p>
        </p:txBody>
      </p:sp>
      <p:sp>
        <p:nvSpPr>
          <p:cNvPr id="21" name="s2-new-rule">
            <a:extLst xmlns:a="http://schemas.openxmlformats.org/drawingml/2006/main">
              <a:ext uri="{FF2B5EF4-FFF2-40B4-BE49-F238E27FC236}">
                <a16:creationId xmlns:a16="http://schemas.microsoft.com/office/drawing/2014/main" id="{8D4C4EE8-26F7-4F83-9791-BA49C90B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ADC"/>
            </a:solidFill>
            <a:prstDash val="solid"/>
          </a:ln>
        </p:spPr>
      </p:sp>
      <p:sp>
        <p:nvSpPr>
          <p:cNvPr id="22" name="s2-new-body">
            <a:extLst xmlns:a="http://schemas.openxmlformats.org/drawingml/2006/main">
              <a:ext uri="{FF2B5EF4-FFF2-40B4-BE49-F238E27FC236}">
                <a16:creationId xmlns:a16="http://schemas.microsoft.com/office/drawing/2014/main" id="{FFD7838C-21E6-4CF0-AE3E-47CB2E7E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4648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新增实验：上下文清楚时立即记录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历史结果：真正需要复核时逐项补充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短期无法解决全部历史材料追溯</a:t>
            </a:r>
          </a:p>
        </p:txBody>
      </p:sp>
      <p:sp>
        <p:nvSpPr>
          <p:cNvPr id="23" name="s2-new-foot">
            <a:extLst xmlns:a="http://schemas.openxmlformats.org/drawingml/2006/main">
              <a:ext uri="{FF2B5EF4-FFF2-40B4-BE49-F238E27FC236}">
                <a16:creationId xmlns:a16="http://schemas.microsoft.com/office/drawing/2014/main" id="{622AB32C-D9C0-4C99-95DD-3195856C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建议先保障新增记录的可复核性</a:t>
            </a:r>
          </a:p>
        </p:txBody>
      </p:sp>
      <p:sp>
        <p:nvSpPr>
          <p:cNvPr id="24" name="s2-scope-boundary">
            <a:extLst xmlns:a="http://schemas.openxmlformats.org/drawingml/2006/main">
              <a:ext uri="{FF2B5EF4-FFF2-40B4-BE49-F238E27FC236}">
                <a16:creationId xmlns:a16="http://schemas.microsoft.com/office/drawing/2014/main" id="{5BCE5034-D007-4177-8BCB-0DEDC017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10109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5C889"/>
            </a:solidFill>
            <a:prstDash val="solid"/>
          </a:ln>
        </p:spPr>
      </p:sp>
      <p:sp>
        <p:nvSpPr>
          <p:cNvPr id="25" name="s2-scope-boundary-text">
            <a:extLst xmlns:a="http://schemas.openxmlformats.org/drawingml/2006/main">
              <a:ext uri="{FF2B5EF4-FFF2-40B4-BE49-F238E27FC236}">
                <a16:creationId xmlns:a16="http://schemas.microsoft.com/office/drawing/2014/main" id="{CDEB0419-E294-4FA7-965A-2F1D8C0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007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805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05A1E"/>
                </a:solidFill>
                <a:latin typeface="Microsoft YaHei"/>
                <a:ea typeface="Microsoft YaHei"/>
                <a:cs typeface="Microsoft YaHei"/>
              </a:rPr>
              <a:t>判断边界  ·  这是范围选择，不代表已经证明效率提升。</a:t>
            </a:r>
          </a:p>
        </p:txBody>
      </p:sp>
    </p:spTree>
    <p:extLst>
      <p:ext uri="{BB962C8B-B14F-4D97-AF65-F5344CB8AC3E}">
        <p14:creationId xmlns:p14="http://schemas.microsoft.com/office/powerpoint/2010/main" val="451249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3-eyebrow">
            <a:extLst xmlns:a="http://schemas.openxmlformats.org/drawingml/2006/main">
              <a:ext uri="{FF2B5EF4-FFF2-40B4-BE49-F238E27FC236}">
                <a16:creationId xmlns:a16="http://schemas.microsoft.com/office/drawing/2014/main" id="{84BBB9C8-0F4F-47B2-88A5-CB24DA2F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实验归档  /  REVIEW LOOP</a:t>
            </a:r>
          </a:p>
        </p:txBody>
      </p:sp>
      <p:sp>
        <p:nvSpPr>
          <p:cNvPr id="2" name="s3-page">
            <a:extLst xmlns:a="http://schemas.openxmlformats.org/drawingml/2006/main">
              <a:ext uri="{FF2B5EF4-FFF2-40B4-BE49-F238E27FC236}">
                <a16:creationId xmlns:a16="http://schemas.microsoft.com/office/drawing/2014/main" id="{62651C13-972B-40BA-A5A1-16C0B826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03  /  04</a:t>
            </a:r>
          </a:p>
        </p:txBody>
      </p:sp>
      <p:sp>
        <p:nvSpPr>
          <p:cNvPr id="3" name="s3-topline">
            <a:extLst xmlns:a="http://schemas.openxmlformats.org/drawingml/2006/main">
              <a:ext uri="{FF2B5EF4-FFF2-40B4-BE49-F238E27FC236}">
                <a16:creationId xmlns:a16="http://schemas.microsoft.com/office/drawing/2014/main" id="{444AB0A7-93AC-4B6B-AA3B-7DCA986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" name="s3-title">
            <a:extLst xmlns:a="http://schemas.openxmlformats.org/drawingml/2006/main">
              <a:ext uri="{FF2B5EF4-FFF2-40B4-BE49-F238E27FC236}">
                <a16:creationId xmlns:a16="http://schemas.microsoft.com/office/drawing/2014/main" id="{484F056E-DFAC-4B3B-9FCA-132B8BD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复核围绕“结果如何产生”，授权异常触发暂停</a:t>
            </a:r>
          </a:p>
        </p:txBody>
      </p:sp>
      <p:sp>
        <p:nvSpPr>
          <p:cNvPr id="5" name="s3-subtitle">
            <a:extLst xmlns:a="http://schemas.openxmlformats.org/drawingml/2006/main">
              <a:ext uri="{FF2B5EF4-FFF2-40B4-BE49-F238E27FC236}">
                <a16:creationId xmlns:a16="http://schemas.microsoft.com/office/drawing/2014/main" id="{3F01FFAD-C1F0-4EA3-B2C4-1C41DA01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记录先由执行者提交，再经定位、补充与负责人确认进入可讨论版本。</a:t>
            </a:r>
          </a:p>
        </p:txBody>
      </p:sp>
      <p:sp>
        <p:nvSpPr>
          <p:cNvPr id="6" name="s3-bottomline">
            <a:extLst xmlns:a="http://schemas.openxmlformats.org/drawingml/2006/main">
              <a:ext uri="{FF2B5EF4-FFF2-40B4-BE49-F238E27FC236}">
                <a16:creationId xmlns:a16="http://schemas.microsoft.com/office/drawing/2014/main" id="{A143EC37-C29E-4304-BCD1-A401095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7" name="s3-footer">
            <a:extLst xmlns:a="http://schemas.openxmlformats.org/drawingml/2006/main">
              <a:ext uri="{FF2B5EF4-FFF2-40B4-BE49-F238E27FC236}">
                <a16:creationId xmlns:a16="http://schemas.microsoft.com/office/drawing/2014/main" id="{1C26A381-BDB2-417B-84C9-B81990AB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虚构讨论提案  ·  尚未实施  ·  供试点设计讨论</a:t>
            </a:r>
          </a:p>
        </p:txBody>
      </p:sp>
      <p:sp>
        <p:nvSpPr>
          <p:cNvPr id="8" name="s3-flow-label">
            <a:extLst xmlns:a="http://schemas.openxmlformats.org/drawingml/2006/main">
              <a:ext uri="{FF2B5EF4-FFF2-40B4-BE49-F238E27FC236}">
                <a16:creationId xmlns:a16="http://schemas.microsoft.com/office/drawing/2014/main" id="{CE1A12F9-828F-47BB-A59E-822853D3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52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标准复核路径</a:t>
            </a:r>
          </a:p>
        </p:txBody>
      </p:sp>
      <p:sp>
        <p:nvSpPr>
          <p:cNvPr id="9" name="s3-stage-1">
            <a:extLst xmlns:a="http://schemas.openxmlformats.org/drawingml/2006/main">
              <a:ext uri="{FF2B5EF4-FFF2-40B4-BE49-F238E27FC236}">
                <a16:creationId xmlns:a16="http://schemas.microsoft.com/office/drawing/2014/main" id="{D98752D6-94F0-44F5-B151-AFEE7793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476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3-stage-num-1">
            <a:extLst xmlns:a="http://schemas.openxmlformats.org/drawingml/2006/main">
              <a:ext uri="{FF2B5EF4-FFF2-40B4-BE49-F238E27FC236}">
                <a16:creationId xmlns:a16="http://schemas.microsoft.com/office/drawing/2014/main" id="{EEB8F021-1C5F-43B1-9A0D-0F10AE5D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s3-stage-title-1">
            <a:extLst xmlns:a="http://schemas.openxmlformats.org/drawingml/2006/main">
              <a:ext uri="{FF2B5EF4-FFF2-40B4-BE49-F238E27FC236}">
                <a16:creationId xmlns:a16="http://schemas.microsoft.com/office/drawing/2014/main" id="{C21F6610-7BF1-4FB7-AE4F-22126400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执行者提交</a:t>
            </a:r>
          </a:p>
        </p:txBody>
      </p:sp>
      <p:sp>
        <p:nvSpPr>
          <p:cNvPr id="12" name="s3-stage-line-1">
            <a:extLst xmlns:a="http://schemas.openxmlformats.org/drawingml/2006/main">
              <a:ext uri="{FF2B5EF4-FFF2-40B4-BE49-F238E27FC236}">
                <a16:creationId xmlns:a16="http://schemas.microsoft.com/office/drawing/2014/main" id="{4A17F03B-01E5-456F-B176-E7756625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13" name="s3-stage-body-1">
            <a:extLst xmlns:a="http://schemas.openxmlformats.org/drawingml/2006/main">
              <a:ext uri="{FF2B5EF4-FFF2-40B4-BE49-F238E27FC236}">
                <a16:creationId xmlns:a16="http://schemas.microsoft.com/office/drawing/2014/main" id="{48F87569-FE90-4D6C-B766-8B3D68BC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结果记录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</p:txBody>
      </p:sp>
      <p:sp>
        <p:nvSpPr>
          <p:cNvPr id="14" name="s3-stage-2">
            <a:extLst xmlns:a="http://schemas.openxmlformats.org/drawingml/2006/main">
              <a:ext uri="{FF2B5EF4-FFF2-40B4-BE49-F238E27FC236}">
                <a16:creationId xmlns:a16="http://schemas.microsoft.com/office/drawing/2014/main" id="{C3C06AA5-A3CE-4BC9-ADAE-CA374D5C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476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3-stage-num-2">
            <a:extLst xmlns:a="http://schemas.openxmlformats.org/drawingml/2006/main">
              <a:ext uri="{FF2B5EF4-FFF2-40B4-BE49-F238E27FC236}">
                <a16:creationId xmlns:a16="http://schemas.microsoft.com/office/drawing/2014/main" id="{05DE2ED6-937B-4CA8-AEC0-E718096E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s3-stage-title-2">
            <a:extLst xmlns:a="http://schemas.openxmlformats.org/drawingml/2006/main">
              <a:ext uri="{FF2B5EF4-FFF2-40B4-BE49-F238E27FC236}">
                <a16:creationId xmlns:a16="http://schemas.microsoft.com/office/drawing/2014/main" id="{A4F47114-1F35-4BE3-A1D1-61A2AE23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另一成员定位</a:t>
            </a:r>
          </a:p>
        </p:txBody>
      </p:sp>
      <p:sp>
        <p:nvSpPr>
          <p:cNvPr id="17" name="s3-stage-line-2">
            <a:extLst xmlns:a="http://schemas.openxmlformats.org/drawingml/2006/main">
              <a:ext uri="{FF2B5EF4-FFF2-40B4-BE49-F238E27FC236}">
                <a16:creationId xmlns:a16="http://schemas.microsoft.com/office/drawing/2014/main" id="{6CD93E81-5D85-4F6D-A2BD-31F37887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18" name="s3-stage-body-2">
            <a:extLst xmlns:a="http://schemas.openxmlformats.org/drawingml/2006/main">
              <a:ext uri="{FF2B5EF4-FFF2-40B4-BE49-F238E27FC236}">
                <a16:creationId xmlns:a16="http://schemas.microsoft.com/office/drawing/2014/main" id="{D3AABD59-0E5F-470A-B81B-6A17196A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数据 · 脚本 · 条件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提出缺项</a:t>
            </a:r>
          </a:p>
        </p:txBody>
      </p:sp>
      <p:sp>
        <p:nvSpPr>
          <p:cNvPr id="19" name="s3-stage-3">
            <a:extLst xmlns:a="http://schemas.openxmlformats.org/drawingml/2006/main">
              <a:ext uri="{FF2B5EF4-FFF2-40B4-BE49-F238E27FC236}">
                <a16:creationId xmlns:a16="http://schemas.microsoft.com/office/drawing/2014/main" id="{A6FDEB2C-808F-4BC3-B307-6A024F29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2476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3-stage-num-3">
            <a:extLst xmlns:a="http://schemas.openxmlformats.org/drawingml/2006/main">
              <a:ext uri="{FF2B5EF4-FFF2-40B4-BE49-F238E27FC236}">
                <a16:creationId xmlns:a16="http://schemas.microsoft.com/office/drawing/2014/main" id="{05EF11FB-26E1-4D13-BA73-8EBFCA42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s3-stage-title-3">
            <a:extLst xmlns:a="http://schemas.openxmlformats.org/drawingml/2006/main">
              <a:ext uri="{FF2B5EF4-FFF2-40B4-BE49-F238E27FC236}">
                <a16:creationId xmlns:a16="http://schemas.microsoft.com/office/drawing/2014/main" id="{E900012E-98EF-4954-A60F-27D09166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执行者补充</a:t>
            </a:r>
          </a:p>
        </p:txBody>
      </p:sp>
      <p:sp>
        <p:nvSpPr>
          <p:cNvPr id="22" name="s3-stage-line-3">
            <a:extLst xmlns:a="http://schemas.openxmlformats.org/drawingml/2006/main">
              <a:ext uri="{FF2B5EF4-FFF2-40B4-BE49-F238E27FC236}">
                <a16:creationId xmlns:a16="http://schemas.microsoft.com/office/drawing/2014/main" id="{A36E7F52-D591-4591-A425-CF80A924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23" name="s3-stage-body-3">
            <a:extLst xmlns:a="http://schemas.openxmlformats.org/drawingml/2006/main">
              <a:ext uri="{FF2B5EF4-FFF2-40B4-BE49-F238E27FC236}">
                <a16:creationId xmlns:a16="http://schemas.microsoft.com/office/drawing/2014/main" id="{085B1B02-7AA8-40FB-AB73-1FE7D0B7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补齐记录缺项</a:t>
            </a:r>
          </a:p>
        </p:txBody>
      </p:sp>
      <p:sp>
        <p:nvSpPr>
          <p:cNvPr id="24" name="s3-stage-4">
            <a:extLst xmlns:a="http://schemas.openxmlformats.org/drawingml/2006/main">
              <a:ext uri="{FF2B5EF4-FFF2-40B4-BE49-F238E27FC236}">
                <a16:creationId xmlns:a16="http://schemas.microsoft.com/office/drawing/2014/main" id="{ACE00923-5E70-410A-9B17-3161A850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476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4E8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3-stage-num-4">
            <a:extLst xmlns:a="http://schemas.openxmlformats.org/drawingml/2006/main">
              <a:ext uri="{FF2B5EF4-FFF2-40B4-BE49-F238E27FC236}">
                <a16:creationId xmlns:a16="http://schemas.microsoft.com/office/drawing/2014/main" id="{33AF685F-F6C0-4BD4-8A5A-6823BA12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s3-stage-title-4">
            <a:extLst xmlns:a="http://schemas.openxmlformats.org/drawingml/2006/main">
              <a:ext uri="{FF2B5EF4-FFF2-40B4-BE49-F238E27FC236}">
                <a16:creationId xmlns:a16="http://schemas.microsoft.com/office/drawing/2014/main" id="{D9FBABAC-3DC6-4D71-9A73-D473CA5E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27" name="s3-stage-line-4">
            <a:extLst xmlns:a="http://schemas.openxmlformats.org/drawingml/2006/main">
              <a:ext uri="{FF2B5EF4-FFF2-40B4-BE49-F238E27FC236}">
                <a16:creationId xmlns:a16="http://schemas.microsoft.com/office/drawing/2014/main" id="{ECC6C9BB-6B56-41A4-A6FF-0BF219D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28" name="s3-stage-body-4">
            <a:extLst xmlns:a="http://schemas.openxmlformats.org/drawingml/2006/main">
              <a:ext uri="{FF2B5EF4-FFF2-40B4-BE49-F238E27FC236}">
                <a16:creationId xmlns:a16="http://schemas.microsoft.com/office/drawing/2014/main" id="{D4E51C39-2CEE-4796-AE5B-1E4A59E0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进入可讨论版本</a:t>
            </a:r>
          </a:p>
        </p:txBody>
      </p:sp>
      <p:cxnSp>
        <p:nvCxnSpPr>
          <p:cNvPr id="77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67050" y="29051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4B4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848350" y="29051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4B4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29650" y="29051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84B4"/>
            </a:solidFill>
            <a:prstDash val="solid"/>
            <a:tailEnd type="triangle" w="sm" len="sm"/>
          </a:ln>
        </p:spPr>
      </p:cxnSp>
      <p:sp>
        <p:nvSpPr>
          <p:cNvPr id="32" name="s3-exception-label">
            <a:extLst xmlns:a="http://schemas.openxmlformats.org/drawingml/2006/main">
              <a:ext uri="{FF2B5EF4-FFF2-40B4-BE49-F238E27FC236}">
                <a16:creationId xmlns:a16="http://schemas.microsoft.com/office/drawing/2014/main" id="{DAE260D5-227E-4516-84B5-B20C54B2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rPr>
              <a:t>授权异常分支</a:t>
            </a:r>
          </a:p>
        </p:txBody>
      </p:sp>
      <p:sp>
        <p:nvSpPr>
          <p:cNvPr id="33" name="s3-ex-1">
            <a:extLst xmlns:a="http://schemas.openxmlformats.org/drawingml/2006/main">
              <a:ext uri="{FF2B5EF4-FFF2-40B4-BE49-F238E27FC236}">
                <a16:creationId xmlns:a16="http://schemas.microsoft.com/office/drawing/2014/main" id="{38D6CD29-3DE1-453A-8080-1DE95072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324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E5B8B4"/>
            </a:solidFill>
            <a:prstDash val="solid"/>
          </a:ln>
        </p:spPr>
      </p:sp>
      <p:sp>
        <p:nvSpPr>
          <p:cNvPr id="34" name="s3-ex-text-1">
            <a:extLst xmlns:a="http://schemas.openxmlformats.org/drawingml/2006/main">
              <a:ext uri="{FF2B5EF4-FFF2-40B4-BE49-F238E27FC236}">
                <a16:creationId xmlns:a16="http://schemas.microsoft.com/office/drawing/2014/main" id="{C31F28F4-969B-4160-9F91-9C374B91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rPr>
              <a:t>新增访问授权</a:t>
            </a:r>
          </a:p>
        </p:txBody>
      </p:sp>
      <p:sp>
        <p:nvSpPr>
          <p:cNvPr id="35" name="s3-ex-2">
            <a:extLst xmlns:a="http://schemas.openxmlformats.org/drawingml/2006/main">
              <a:ext uri="{FF2B5EF4-FFF2-40B4-BE49-F238E27FC236}">
                <a16:creationId xmlns:a16="http://schemas.microsoft.com/office/drawing/2014/main" id="{58FD9E7F-C8E7-42A2-BAC0-B1DF389B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38650"/>
            <a:ext cx="2000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E5B8B4"/>
            </a:solidFill>
            <a:prstDash val="solid"/>
          </a:ln>
        </p:spPr>
      </p:sp>
      <p:sp>
        <p:nvSpPr>
          <p:cNvPr id="36" name="s3-ex-text-2">
            <a:extLst xmlns:a="http://schemas.openxmlformats.org/drawingml/2006/main">
              <a:ext uri="{FF2B5EF4-FFF2-40B4-BE49-F238E27FC236}">
                <a16:creationId xmlns:a16="http://schemas.microsoft.com/office/drawing/2014/main" id="{79755B5C-911E-4B28-B900-3AD4E107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rPr>
              <a:t>暂停共享</a:t>
            </a:r>
          </a:p>
        </p:txBody>
      </p:sp>
      <p:sp>
        <p:nvSpPr>
          <p:cNvPr id="37" name="s3-ex-3">
            <a:extLst xmlns:a="http://schemas.openxmlformats.org/drawingml/2006/main">
              <a:ext uri="{FF2B5EF4-FFF2-40B4-BE49-F238E27FC236}">
                <a16:creationId xmlns:a16="http://schemas.microsoft.com/office/drawing/2014/main" id="{8C48072D-841D-477B-8458-12F48045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38650"/>
            <a:ext cx="27432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5C889"/>
            </a:solidFill>
            <a:prstDash val="solid"/>
          </a:ln>
        </p:spPr>
      </p:sp>
      <p:sp>
        <p:nvSpPr>
          <p:cNvPr id="38" name="s3-ex-text-3">
            <a:extLst xmlns:a="http://schemas.openxmlformats.org/drawingml/2006/main">
              <a:ext uri="{FF2B5EF4-FFF2-40B4-BE49-F238E27FC236}">
                <a16:creationId xmlns:a16="http://schemas.microsoft.com/office/drawing/2014/main" id="{AF24DD2A-434E-474A-9DA5-190D8CC0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672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805A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05A1E"/>
                </a:solidFill>
                <a:latin typeface="Microsoft YaHei"/>
                <a:ea typeface="Microsoft YaHei"/>
                <a:cs typeface="Microsoft YaHei"/>
              </a:rPr>
              <a:t>负责人处理授权</a:t>
            </a:r>
          </a:p>
        </p:txBody>
      </p:sp>
      <p:sp>
        <p:nvSpPr>
          <p:cNvPr id="39" name="s3-ex-4">
            <a:extLst xmlns:a="http://schemas.openxmlformats.org/drawingml/2006/main">
              <a:ext uri="{FF2B5EF4-FFF2-40B4-BE49-F238E27FC236}">
                <a16:creationId xmlns:a16="http://schemas.microsoft.com/office/drawing/2014/main" id="{B9486586-38EB-4C47-B132-71CFB70D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38650"/>
            <a:ext cx="2000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BFDADC"/>
            </a:solidFill>
            <a:prstDash val="solid"/>
          </a:ln>
        </p:spPr>
      </p:sp>
      <p:sp>
        <p:nvSpPr>
          <p:cNvPr id="40" name="s3-ex-text-4">
            <a:extLst xmlns:a="http://schemas.openxmlformats.org/drawingml/2006/main">
              <a:ext uri="{FF2B5EF4-FFF2-40B4-BE49-F238E27FC236}">
                <a16:creationId xmlns:a16="http://schemas.microsoft.com/office/drawing/2014/main" id="{A77A1397-80CD-4D67-AA84-55CB8E2B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672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继续</a:t>
            </a:r>
          </a:p>
        </p:txBody>
      </p:sp>
      <p:cxnSp>
        <p:nvCxnSpPr>
          <p:cNvPr id="89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914650" y="4791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5C55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35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200650" y="4791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5C55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37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8229600" y="4791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C88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4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1752600" y="3867150"/>
            <a:ext cx="285750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5C55"/>
            </a:solidFill>
            <a:prstDash val="dash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39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 flipV="1">
            <a:off x="7391400" y="3867150"/>
            <a:ext cx="2124075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D7C88"/>
            </a:solidFill>
            <a:prstDash val="dash"/>
            <a:tailEnd type="triangle" w="sm" len="sm"/>
          </a:ln>
        </p:spPr>
      </p:cxnSp>
      <p:sp>
        <p:nvSpPr>
          <p:cNvPr id="46" name="s3-boundary">
            <a:extLst xmlns:a="http://schemas.openxmlformats.org/drawingml/2006/main">
              <a:ext uri="{FF2B5EF4-FFF2-40B4-BE49-F238E27FC236}">
                <a16:creationId xmlns:a16="http://schemas.microsoft.com/office/drawing/2014/main" id="{8A5209F0-FFA0-4CBE-88CB-CFA49FF3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10109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7" name="s3-boundary-title">
            <a:extLst xmlns:a="http://schemas.openxmlformats.org/drawingml/2006/main">
              <a:ext uri="{FF2B5EF4-FFF2-40B4-BE49-F238E27FC236}">
                <a16:creationId xmlns:a16="http://schemas.microsoft.com/office/drawing/2014/main" id="{BA38FFF7-B184-4F47-A522-82EC907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复核边界</a:t>
            </a:r>
          </a:p>
        </p:txBody>
      </p:sp>
      <p:sp>
        <p:nvSpPr>
          <p:cNvPr id="48" name="s3-boundary-body">
            <a:extLst xmlns:a="http://schemas.openxmlformats.org/drawingml/2006/main">
              <a:ext uri="{FF2B5EF4-FFF2-40B4-BE49-F238E27FC236}">
                <a16:creationId xmlns:a16="http://schemas.microsoft.com/office/drawing/2014/main" id="{052F79C6-4198-4A97-8101-4ED1D57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0225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检查结果如何产生；不要求复做实验，也不代替科学结论审查。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2143618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4-eyebrow">
            <a:extLst xmlns:a="http://schemas.openxmlformats.org/drawingml/2006/main">
              <a:ext uri="{FF2B5EF4-FFF2-40B4-BE49-F238E27FC236}">
                <a16:creationId xmlns:a16="http://schemas.microsoft.com/office/drawing/2014/main" id="{56C907E8-5193-4E73-A5A0-C8A0253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实验归档  /  FOUR-WEEK PILOT</a:t>
            </a:r>
          </a:p>
        </p:txBody>
      </p:sp>
      <p:sp>
        <p:nvSpPr>
          <p:cNvPr id="2" name="s4-page">
            <a:extLst xmlns:a="http://schemas.openxmlformats.org/drawingml/2006/main">
              <a:ext uri="{FF2B5EF4-FFF2-40B4-BE49-F238E27FC236}">
                <a16:creationId xmlns:a16="http://schemas.microsoft.com/office/drawing/2014/main" id="{B2D07F67-5038-4DD9-B84E-9A30BA0C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04  /  04</a:t>
            </a:r>
          </a:p>
        </p:txBody>
      </p:sp>
      <p:sp>
        <p:nvSpPr>
          <p:cNvPr id="3" name="s4-topline">
            <a:extLst xmlns:a="http://schemas.openxmlformats.org/drawingml/2006/main">
              <a:ext uri="{FF2B5EF4-FFF2-40B4-BE49-F238E27FC236}">
                <a16:creationId xmlns:a16="http://schemas.microsoft.com/office/drawing/2014/main" id="{A06C4433-E174-4A5F-849A-F1DDC1D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4" name="s4-title">
            <a:extLst xmlns:a="http://schemas.openxmlformats.org/drawingml/2006/main">
              <a:ext uri="{FF2B5EF4-FFF2-40B4-BE49-F238E27FC236}">
                <a16:creationId xmlns:a16="http://schemas.microsoft.com/office/drawing/2014/main" id="{5A9ACAC6-C9B2-46AA-8A89-1699BF4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四周试点用真实复核过程决定去留</a:t>
            </a:r>
          </a:p>
        </p:txBody>
      </p:sp>
      <p:sp>
        <p:nvSpPr>
          <p:cNvPr id="5" name="s4-subtitle">
            <a:extLst xmlns:a="http://schemas.openxmlformats.org/drawingml/2006/main">
              <a:ext uri="{FF2B5EF4-FFF2-40B4-BE49-F238E27FC236}">
                <a16:creationId xmlns:a16="http://schemas.microsoft.com/office/drawing/2014/main" id="{9AE59F42-B18F-47A0-B410-11D00803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小范围记录新增实验，以实际复核体验和成员反馈形成保留、修改或停止的判断。</a:t>
            </a:r>
          </a:p>
        </p:txBody>
      </p:sp>
      <p:sp>
        <p:nvSpPr>
          <p:cNvPr id="6" name="s4-bottomline">
            <a:extLst xmlns:a="http://schemas.openxmlformats.org/drawingml/2006/main">
              <a:ext uri="{FF2B5EF4-FFF2-40B4-BE49-F238E27FC236}">
                <a16:creationId xmlns:a16="http://schemas.microsoft.com/office/drawing/2014/main" id="{281AA8F7-A1BF-45F7-9411-B440AAB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7" name="s4-footer">
            <a:extLst xmlns:a="http://schemas.openxmlformats.org/drawingml/2006/main">
              <a:ext uri="{FF2B5EF4-FFF2-40B4-BE49-F238E27FC236}">
                <a16:creationId xmlns:a16="http://schemas.microsoft.com/office/drawing/2014/main" id="{FF3AA641-6650-4A18-8B70-C041B0BE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虚构讨论提案  ·  尚未实施  ·  供试点设计讨论</a:t>
            </a:r>
          </a:p>
        </p:txBody>
      </p:sp>
      <p:sp>
        <p:nvSpPr>
          <p:cNvPr id="8" name="s4-scope">
            <a:extLst xmlns:a="http://schemas.openxmlformats.org/drawingml/2006/main">
              <a:ext uri="{FF2B5EF4-FFF2-40B4-BE49-F238E27FC236}">
                <a16:creationId xmlns:a16="http://schemas.microsoft.com/office/drawing/2014/main" id="{0B78E6DE-2DE3-4B7D-9BE6-C09120E3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9" name="s4-scope-label">
            <a:extLst xmlns:a="http://schemas.openxmlformats.org/drawingml/2006/main">
              <a:ext uri="{FF2B5EF4-FFF2-40B4-BE49-F238E27FC236}">
                <a16:creationId xmlns:a16="http://schemas.microsoft.com/office/drawing/2014/main" id="{90C4BDF6-2B44-4BDF-B9A7-2A2CD2A9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10" name="s4-scope-1">
            <a:extLst xmlns:a="http://schemas.openxmlformats.org/drawingml/2006/main">
              <a:ext uri="{FF2B5EF4-FFF2-40B4-BE49-F238E27FC236}">
                <a16:creationId xmlns:a16="http://schemas.microsoft.com/office/drawing/2014/main" id="{CBBA9443-448A-499B-B3D3-62412B4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383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E7"/>
            </a:solidFill>
            <a:prstDash val="solid"/>
          </a:ln>
        </p:spPr>
      </p:sp>
      <p:sp>
        <p:nvSpPr>
          <p:cNvPr id="11" name="s4-scope-text-1">
            <a:extLst xmlns:a="http://schemas.openxmlformats.org/drawingml/2006/main">
              <a:ext uri="{FF2B5EF4-FFF2-40B4-BE49-F238E27FC236}">
                <a16:creationId xmlns:a16="http://schemas.microsoft.com/office/drawing/2014/main" id="{928A8BD8-41C3-47DA-B17F-7DD95966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145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一个课题方向</a:t>
            </a:r>
          </a:p>
        </p:txBody>
      </p:sp>
      <p:sp>
        <p:nvSpPr>
          <p:cNvPr id="12" name="s4-scope-2">
            <a:extLst xmlns:a="http://schemas.openxmlformats.org/drawingml/2006/main">
              <a:ext uri="{FF2B5EF4-FFF2-40B4-BE49-F238E27FC236}">
                <a16:creationId xmlns:a16="http://schemas.microsoft.com/office/drawing/2014/main" id="{DFC9A3E7-1A29-4007-B34F-8A540EB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383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E7"/>
            </a:solidFill>
            <a:prstDash val="solid"/>
          </a:ln>
        </p:spPr>
      </p:sp>
      <p:sp>
        <p:nvSpPr>
          <p:cNvPr id="13" name="s4-scope-text-2">
            <a:extLst xmlns:a="http://schemas.openxmlformats.org/drawingml/2006/main">
              <a:ext uri="{FF2B5EF4-FFF2-40B4-BE49-F238E27FC236}">
                <a16:creationId xmlns:a16="http://schemas.microsoft.com/office/drawing/2014/main" id="{E1120263-B57F-42BF-B122-1ABA68C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145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两名自愿成员</a:t>
            </a:r>
          </a:p>
        </p:txBody>
      </p:sp>
      <p:sp>
        <p:nvSpPr>
          <p:cNvPr id="14" name="s4-scope-3">
            <a:extLst xmlns:a="http://schemas.openxmlformats.org/drawingml/2006/main">
              <a:ext uri="{FF2B5EF4-FFF2-40B4-BE49-F238E27FC236}">
                <a16:creationId xmlns:a16="http://schemas.microsoft.com/office/drawing/2014/main" id="{67FAC59D-B0F8-4B5C-81AC-A3B18C79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9E7"/>
            </a:solidFill>
            <a:prstDash val="solid"/>
          </a:ln>
        </p:spPr>
      </p:sp>
      <p:sp>
        <p:nvSpPr>
          <p:cNvPr id="15" name="s4-scope-text-3">
            <a:extLst xmlns:a="http://schemas.openxmlformats.org/drawingml/2006/main">
              <a:ext uri="{FF2B5EF4-FFF2-40B4-BE49-F238E27FC236}">
                <a16:creationId xmlns:a16="http://schemas.microsoft.com/office/drawing/2014/main" id="{43881D85-E5FB-42C4-8A24-12CB0F01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记录新增实验</a:t>
            </a:r>
          </a:p>
        </p:txBody>
      </p:sp>
      <p:sp>
        <p:nvSpPr>
          <p:cNvPr id="16" name="s4-timeline-label">
            <a:extLst xmlns:a="http://schemas.openxmlformats.org/drawingml/2006/main">
              <a:ext uri="{FF2B5EF4-FFF2-40B4-BE49-F238E27FC236}">
                <a16:creationId xmlns:a16="http://schemas.microsoft.com/office/drawing/2014/main" id="{2A274A5F-9B0E-40DB-8F62-C3D4CD27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试点节奏</a:t>
            </a:r>
          </a:p>
        </p:txBody>
      </p:sp>
      <p:sp>
        <p:nvSpPr>
          <p:cNvPr id="17" name="s4-timeline">
            <a:extLst xmlns:a="http://schemas.openxmlformats.org/drawingml/2006/main">
              <a:ext uri="{FF2B5EF4-FFF2-40B4-BE49-F238E27FC236}">
                <a16:creationId xmlns:a16="http://schemas.microsoft.com/office/drawing/2014/main" id="{99150F2D-92F0-48F9-BCC1-520781F1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18" name="s4-mark-1">
            <a:extLst xmlns:a="http://schemas.openxmlformats.org/drawingml/2006/main">
              <a:ext uri="{FF2B5EF4-FFF2-40B4-BE49-F238E27FC236}">
                <a16:creationId xmlns:a16="http://schemas.microsoft.com/office/drawing/2014/main" id="{B01A043A-1366-4CF2-9A2F-F26B880A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19" name="s4-week-1">
            <a:extLst xmlns:a="http://schemas.openxmlformats.org/drawingml/2006/main">
              <a:ext uri="{FF2B5EF4-FFF2-40B4-BE49-F238E27FC236}">
                <a16:creationId xmlns:a16="http://schemas.microsoft.com/office/drawing/2014/main" id="{AFFEF87E-6914-4389-9AF1-0C8FD2F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</p:txBody>
      </p:sp>
      <p:sp>
        <p:nvSpPr>
          <p:cNvPr id="20" name="s4-mark-2">
            <a:extLst xmlns:a="http://schemas.openxmlformats.org/drawingml/2006/main">
              <a:ext uri="{FF2B5EF4-FFF2-40B4-BE49-F238E27FC236}">
                <a16:creationId xmlns:a16="http://schemas.microsoft.com/office/drawing/2014/main" id="{C3494967-2DCF-4CC7-BAE1-BFEA5678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21" name="s4-week-2">
            <a:extLst xmlns:a="http://schemas.openxmlformats.org/drawingml/2006/main">
              <a:ext uri="{FF2B5EF4-FFF2-40B4-BE49-F238E27FC236}">
                <a16:creationId xmlns:a16="http://schemas.microsoft.com/office/drawing/2014/main" id="{5CBAF508-1110-4509-9480-D689BE30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第2周</a:t>
            </a:r>
          </a:p>
        </p:txBody>
      </p:sp>
      <p:sp>
        <p:nvSpPr>
          <p:cNvPr id="22" name="s4-mark-3">
            <a:extLst xmlns:a="http://schemas.openxmlformats.org/drawingml/2006/main">
              <a:ext uri="{FF2B5EF4-FFF2-40B4-BE49-F238E27FC236}">
                <a16:creationId xmlns:a16="http://schemas.microsoft.com/office/drawing/2014/main" id="{BDAC2FE4-6EEE-416C-B7CA-9333F938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23" name="s4-week-3">
            <a:extLst xmlns:a="http://schemas.openxmlformats.org/drawingml/2006/main">
              <a:ext uri="{FF2B5EF4-FFF2-40B4-BE49-F238E27FC236}">
                <a16:creationId xmlns:a16="http://schemas.microsoft.com/office/drawing/2014/main" id="{DB7096BB-311D-447D-8C38-0EE60EFE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第3周</a:t>
            </a:r>
          </a:p>
        </p:txBody>
      </p:sp>
      <p:sp>
        <p:nvSpPr>
          <p:cNvPr id="24" name="s4-mark-4">
            <a:extLst xmlns:a="http://schemas.openxmlformats.org/drawingml/2006/main">
              <a:ext uri="{FF2B5EF4-FFF2-40B4-BE49-F238E27FC236}">
                <a16:creationId xmlns:a16="http://schemas.microsoft.com/office/drawing/2014/main" id="{639FDDC4-8808-48FB-AE1D-6E4EC79B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E84B4"/>
            </a:solidFill>
            <a:prstDash val="solid"/>
          </a:ln>
        </p:spPr>
      </p:sp>
      <p:sp>
        <p:nvSpPr>
          <p:cNvPr id="25" name="s4-week-4">
            <a:extLst xmlns:a="http://schemas.openxmlformats.org/drawingml/2006/main">
              <a:ext uri="{FF2B5EF4-FFF2-40B4-BE49-F238E27FC236}">
                <a16:creationId xmlns:a16="http://schemas.microsoft.com/office/drawing/2014/main" id="{139C6C6E-56D6-48AC-BB2B-B2EC7C57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47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第4周</a:t>
            </a:r>
          </a:p>
        </p:txBody>
      </p:sp>
      <p:sp>
        <p:nvSpPr>
          <p:cNvPr id="26" name="s4-week-23">
            <a:extLst xmlns:a="http://schemas.openxmlformats.org/drawingml/2006/main">
              <a:ext uri="{FF2B5EF4-FFF2-40B4-BE49-F238E27FC236}">
                <a16:creationId xmlns:a16="http://schemas.microsoft.com/office/drawing/2014/main" id="{079C11C4-8063-4DC1-80EF-9C8B1EC3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4B4"/>
                </a:solidFill>
                <a:latin typeface="Microsoft YaHei"/>
                <a:ea typeface="Microsoft YaHei"/>
                <a:cs typeface="Microsoft YaHei"/>
              </a:rPr>
              <a:t>第2–3周</a:t>
            </a:r>
          </a:p>
        </p:txBody>
      </p:sp>
      <p:sp>
        <p:nvSpPr>
          <p:cNvPr id="27" name="s4-week1-card">
            <a:extLst xmlns:a="http://schemas.openxmlformats.org/drawingml/2006/main">
              <a:ext uri="{FF2B5EF4-FFF2-40B4-BE49-F238E27FC236}">
                <a16:creationId xmlns:a16="http://schemas.microsoft.com/office/drawing/2014/main" id="{7F19752B-F0ED-49CA-B6A6-3B1531E1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2857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s4-week1-title">
            <a:extLst xmlns:a="http://schemas.openxmlformats.org/drawingml/2006/main">
              <a:ext uri="{FF2B5EF4-FFF2-40B4-BE49-F238E27FC236}">
                <a16:creationId xmlns:a16="http://schemas.microsoft.com/office/drawing/2014/main" id="{FDD33A23-6EC7-4655-91CC-3C582909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确认并试填</a:t>
            </a:r>
          </a:p>
        </p:txBody>
      </p:sp>
      <p:sp>
        <p:nvSpPr>
          <p:cNvPr id="29" name="s4-week1-body">
            <a:extLst xmlns:a="http://schemas.openxmlformats.org/drawingml/2006/main">
              <a:ext uri="{FF2B5EF4-FFF2-40B4-BE49-F238E27FC236}">
                <a16:creationId xmlns:a16="http://schemas.microsoft.com/office/drawing/2014/main" id="{1157ADF9-04C9-485F-928D-6C0A0154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确认最少字段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试填一个结果</a:t>
            </a:r>
          </a:p>
        </p:txBody>
      </p:sp>
      <p:sp>
        <p:nvSpPr>
          <p:cNvPr id="30" name="s4-week23-card">
            <a:extLst xmlns:a="http://schemas.openxmlformats.org/drawingml/2006/main">
              <a:ext uri="{FF2B5EF4-FFF2-40B4-BE49-F238E27FC236}">
                <a16:creationId xmlns:a16="http://schemas.microsoft.com/office/drawing/2014/main" id="{5392FAB9-B08D-4047-8B26-9260667D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44767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s4-week23-title">
            <a:extLst xmlns:a="http://schemas.openxmlformats.org/drawingml/2006/main">
              <a:ext uri="{FF2B5EF4-FFF2-40B4-BE49-F238E27FC236}">
                <a16:creationId xmlns:a16="http://schemas.microsoft.com/office/drawing/2014/main" id="{3FAF3554-D011-4298-B965-B2366B80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81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观察记录负担</a:t>
            </a:r>
          </a:p>
        </p:txBody>
      </p:sp>
      <p:sp>
        <p:nvSpPr>
          <p:cNvPr id="32" name="s4-week23-body">
            <a:extLst xmlns:a="http://schemas.openxmlformats.org/drawingml/2006/main">
              <a:ext uri="{FF2B5EF4-FFF2-40B4-BE49-F238E27FC236}">
                <a16:creationId xmlns:a16="http://schemas.microsoft.com/office/drawing/2014/main" id="{CCEBF6CF-85DE-4A03-9568-4AC4D058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记录缺项与填写负担，持续记录新增实验。</a:t>
            </a:r>
          </a:p>
        </p:txBody>
      </p:sp>
      <p:sp>
        <p:nvSpPr>
          <p:cNvPr id="33" name="s4-week4-card">
            <a:extLst xmlns:a="http://schemas.openxmlformats.org/drawingml/2006/main">
              <a:ext uri="{FF2B5EF4-FFF2-40B4-BE49-F238E27FC236}">
                <a16:creationId xmlns:a16="http://schemas.microsoft.com/office/drawing/2014/main" id="{F0314C02-FCFD-4AD4-8BD4-73ECCAE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3143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BFDA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s4-week4-title">
            <a:extLst xmlns:a="http://schemas.openxmlformats.org/drawingml/2006/main">
              <a:ext uri="{FF2B5EF4-FFF2-40B4-BE49-F238E27FC236}">
                <a16:creationId xmlns:a16="http://schemas.microsoft.com/office/drawing/2014/main" id="{49F6BA93-BBF6-47D0-A834-36A07F5E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7C88"/>
                </a:solidFill>
                <a:latin typeface="Microsoft YaHei"/>
                <a:ea typeface="Microsoft YaHei"/>
                <a:cs typeface="Microsoft YaHei"/>
              </a:rPr>
              <a:t>决定去留</a:t>
            </a:r>
          </a:p>
        </p:txBody>
      </p:sp>
      <p:sp>
        <p:nvSpPr>
          <p:cNvPr id="35" name="s4-week4-body">
            <a:extLst xmlns:a="http://schemas.openxmlformats.org/drawingml/2006/main">
              <a:ext uri="{FF2B5EF4-FFF2-40B4-BE49-F238E27FC236}">
                <a16:creationId xmlns:a16="http://schemas.microsoft.com/office/drawing/2014/main" id="{F5528E0F-B1BA-45E2-B5A1-406BE3ED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保留、修改或停止</a:t>
            </a:r>
          </a:p>
        </p:txBody>
      </p:sp>
      <p:sp>
        <p:nvSpPr>
          <p:cNvPr id="36" name="s4-eval">
            <a:extLst xmlns:a="http://schemas.openxmlformats.org/drawingml/2006/main">
              <a:ext uri="{FF2B5EF4-FFF2-40B4-BE49-F238E27FC236}">
                <a16:creationId xmlns:a16="http://schemas.microsoft.com/office/drawing/2014/main" id="{02E9520A-1509-437F-B6C8-B151A5A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334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0EB"/>
            </a:solidFill>
            <a:prstDash val="solid"/>
          </a:ln>
        </p:spPr>
      </p:sp>
      <p:sp>
        <p:nvSpPr>
          <p:cNvPr id="37" name="s4-eval-title">
            <a:extLst xmlns:a="http://schemas.openxmlformats.org/drawingml/2006/main">
              <a:ext uri="{FF2B5EF4-FFF2-40B4-BE49-F238E27FC236}">
                <a16:creationId xmlns:a16="http://schemas.microsoft.com/office/drawing/2014/main" id="{0A18EC89-01C4-4175-909A-B3D96B06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评估依据</a:t>
            </a:r>
          </a:p>
        </p:txBody>
      </p:sp>
      <p:sp>
        <p:nvSpPr>
          <p:cNvPr id="38" name="s4-eval-body">
            <a:extLst xmlns:a="http://schemas.openxmlformats.org/drawingml/2006/main">
              <a:ext uri="{FF2B5EF4-FFF2-40B4-BE49-F238E27FC236}">
                <a16:creationId xmlns:a16="http://schemas.microsoft.com/office/drawing/2014/main" id="{AC54CFB1-E3BD-4B1B-A04A-4918CD63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来源能否定位  ·  处理与排除依据能否理解  ·  负担是否愿意长期承担</a:t>
            </a:r>
          </a:p>
        </p:txBody>
      </p:sp>
      <p:sp>
        <p:nvSpPr>
          <p:cNvPr id="39" name="s4-stop">
            <a:extLst xmlns:a="http://schemas.openxmlformats.org/drawingml/2006/main">
              <a:ext uri="{FF2B5EF4-FFF2-40B4-BE49-F238E27FC236}">
                <a16:creationId xmlns:a16="http://schemas.microsoft.com/office/drawing/2014/main" id="{46C2EABD-5094-4174-921D-58B38A2C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6730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E5B8B4"/>
            </a:solidFill>
            <a:prstDash val="solid"/>
          </a:ln>
        </p:spPr>
      </p:sp>
      <p:sp>
        <p:nvSpPr>
          <p:cNvPr id="40" name="s4-stop-title">
            <a:extLst xmlns:a="http://schemas.openxmlformats.org/drawingml/2006/main">
              <a:ext uri="{FF2B5EF4-FFF2-40B4-BE49-F238E27FC236}">
                <a16:creationId xmlns:a16="http://schemas.microsoft.com/office/drawing/2014/main" id="{777E8300-181B-41E6-997B-C6CAFC2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5C55"/>
                </a:solidFill>
                <a:latin typeface="Microsoft YaHei"/>
                <a:ea typeface="Microsoft YaHei"/>
                <a:cs typeface="Microsoft YaHei"/>
              </a:rPr>
              <a:t>调整或停止触发</a:t>
            </a:r>
          </a:p>
        </p:txBody>
      </p:sp>
      <p:sp>
        <p:nvSpPr>
          <p:cNvPr id="41" name="s4-stop-body">
            <a:extLst xmlns:a="http://schemas.openxmlformats.org/drawingml/2006/main">
              <a:ext uri="{FF2B5EF4-FFF2-40B4-BE49-F238E27FC236}">
                <a16:creationId xmlns:a16="http://schemas.microsoft.com/office/drawing/2014/main" id="{94408F1E-0F0D-4266-B244-2C07A56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持续挤占实验时间、权限不明、只有重复抄写而不帮助解释结果 → 缩小要求或停止</a:t>
            </a:r>
          </a:p>
        </p:txBody>
      </p:sp>
      <p:sp>
        <p:nvSpPr>
          <p:cNvPr id="42" name="s4-boundary">
            <a:extLst xmlns:a="http://schemas.openxmlformats.org/drawingml/2006/main">
              <a:ext uri="{FF2B5EF4-FFF2-40B4-BE49-F238E27FC236}">
                <a16:creationId xmlns:a16="http://schemas.microsoft.com/office/drawing/2014/main" id="{90FDADAF-BBBB-462E-A5D0-DDC42FE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1010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78B"/>
                </a:solidFill>
                <a:latin typeface="Microsoft YaHei"/>
                <a:ea typeface="Microsoft YaHei"/>
                <a:cs typeface="Microsoft YaHei"/>
              </a:rPr>
              <a:t>依据具体复核过程及成员反馈，不设统一分数  ·  范围为拟定，没有实测效率或完成率。</a:t>
            </a:r>
          </a:p>
        </p:txBody>
      </p:sp>
    </p:spTree>
    <p:extLst>
      <p:ext uri="{BB962C8B-B14F-4D97-AF65-F5344CB8AC3E}">
        <p14:creationId xmlns:p14="http://schemas.microsoft.com/office/powerpoint/2010/main" val="1563886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2026-09-07T01:20:50.3880000Z</dcterms:created>
  <dcterms:modified xsi:type="dcterms:W3CDTF">2026-09-07T01:20:50.3880000Z</dcterms:modified>
</coreProperties>
</file>