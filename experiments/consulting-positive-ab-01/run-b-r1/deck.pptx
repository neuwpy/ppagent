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77b488401e4a3c" /><Relationship Type="http://schemas.openxmlformats.org/officeDocument/2006/relationships/extended-properties" Target="/docProps/app.xml" Id="R5686b498812a43c0" /><Relationship Type="http://schemas.openxmlformats.org/officeDocument/2006/relationships/officeDocument" Target="/ppt/presentation.xml" Id="Ra0ba8b0c94a0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7c90598a474729"/>
  </p:sldMasterIdLst>
  <p:notesMasterIdLst>
    <p:notesMasterId xmlns:r="http://schemas.openxmlformats.org/officeDocument/2006/relationships" r:id="Rb1380c6bfb294bbf"/>
  </p:notesMasterIdLst>
  <p:sldIdLst>
    <p:sldId xmlns:r="http://schemas.openxmlformats.org/officeDocument/2006/relationships" id="256" r:id="Re7285d132efe4c1d"/>
    <p:sldId xmlns:r="http://schemas.openxmlformats.org/officeDocument/2006/relationships" id="257" r:id="R4856f274d4084bf5"/>
    <p:sldId xmlns:r="http://schemas.openxmlformats.org/officeDocument/2006/relationships" id="258" r:id="R58aaa71ae37f41eb"/>
    <p:sldId xmlns:r="http://schemas.openxmlformats.org/officeDocument/2006/relationships" id="259" r:id="R2cbd33a24aef46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fa82695654c42" /><Relationship Type="http://schemas.openxmlformats.org/officeDocument/2006/relationships/slideMaster" Target="/ppt/slideMasters/slideMaster1.xml" Id="Rd77c90598a474729" /><Relationship Type="http://schemas.openxmlformats.org/officeDocument/2006/relationships/notesMaster" Target="/ppt/notesMasters/notesMaster1.xml" Id="Rb1380c6bfb294bbf" /><Relationship Type="http://schemas.openxmlformats.org/officeDocument/2006/relationships/presProps" Target="/ppt/presProps.xml" Id="R1a3d64a7a0394400" /><Relationship Type="http://schemas.openxmlformats.org/officeDocument/2006/relationships/tableStyles" Target="/ppt/tableStyles.xml" Id="Redfd1c65fc454332" /><Relationship Type="http://schemas.openxmlformats.org/officeDocument/2006/relationships/slide" Target="/ppt/slides/slide1.xml" Id="Re7285d132efe4c1d" /><Relationship Type="http://schemas.openxmlformats.org/officeDocument/2006/relationships/slide" Target="/ppt/slides/slide2.xml" Id="R4856f274d4084bf5" /><Relationship Type="http://schemas.openxmlformats.org/officeDocument/2006/relationships/slide" Target="/ppt/slides/slide3.xml" Id="R58aaa71ae37f41eb" /><Relationship Type="http://schemas.openxmlformats.org/officeDocument/2006/relationships/slide" Target="/ppt/slides/slide4.xml" Id="R2cbd33a24aef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8c90c368648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85725e7cc0471f" /><Relationship Type="http://schemas.openxmlformats.org/officeDocument/2006/relationships/notesMaster" Target="/ppt/notesMasters/notesMaster1.xml" Id="Re54cd4f7fd3043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c28fedcc6a4809" /><Relationship Type="http://schemas.openxmlformats.org/officeDocument/2006/relationships/notesMaster" Target="/ppt/notesMasters/notesMaster1.xml" Id="Rd02963624c60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1a69236a94679" /><Relationship Type="http://schemas.openxmlformats.org/officeDocument/2006/relationships/notesMaster" Target="/ppt/notesMasters/notesMaster1.xml" Id="Rdb6b933de19845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d2a409ee54245" /><Relationship Type="http://schemas.openxmlformats.org/officeDocument/2006/relationships/notesMaster" Target="/ppt/notesMasters/notesMaster1.xml" Id="R67ba7426d63d41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source.md：第1问：记录单元、开放边界、原始数据与排除依据。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source.md：第2问：历史补录与新增记录的取舍、推荐顺序及无效率证明边界。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source.md：第3问：四步复核主线、授权变化门禁及复核范围边界。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source.md：第4问：四周阶段、评估依据、停止触发条件与未实测边界。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63970043d40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c636d4baf94e87" /><Relationship Type="http://schemas.openxmlformats.org/officeDocument/2006/relationships/slideLayout" Target="/ppt/slideLayouts/slideLayout1.xml" Id="R8e28aa20b94b4a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8aa20b94b4a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7f6d6c65d43b8" /><Relationship Type="http://schemas.openxmlformats.org/officeDocument/2006/relationships/notesSlide" Target="/ppt/notesSlides/notesSlide1.xml" Id="Rc0bf6230d5494a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3a51569648c3" /><Relationship Type="http://schemas.openxmlformats.org/officeDocument/2006/relationships/notesSlide" Target="/ppt/notesSlides/notesSlide2.xml" Id="R445cb588b96c40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d1dffa8e14fe4" /><Relationship Type="http://schemas.openxmlformats.org/officeDocument/2006/relationships/notesSlide" Target="/ppt/notesSlides/notesSlide3.xml" Id="Rc260acbe638b45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464229378453a" /><Relationship Type="http://schemas.openxmlformats.org/officeDocument/2006/relationships/notesSlide" Target="/ppt/notesSlides/notesSlide4.xml" Id="R5c30138638e749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1-topbar">
            <a:extLst xmlns:a="http://schemas.openxmlformats.org/drawingml/2006/main">
              <a:ext uri="{FF2B5EF4-FFF2-40B4-BE49-F238E27FC236}">
                <a16:creationId xmlns:a16="http://schemas.microsoft.com/office/drawing/2014/main" id="{30946472-2C4A-48A2-9A19-637802C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1-kicker">
            <a:extLst xmlns:a="http://schemas.openxmlformats.org/drawingml/2006/main">
              <a:ext uri="{FF2B5EF4-FFF2-40B4-BE49-F238E27FC236}">
                <a16:creationId xmlns:a16="http://schemas.microsoft.com/office/drawing/2014/main" id="{2CD8972A-134D-4C90-A071-EC9B59D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01  ·  结果记录</a:t>
            </a:r>
          </a:p>
        </p:txBody>
      </p:sp>
      <p:sp>
        <p:nvSpPr>
          <p:cNvPr id="3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60146C5E-AE78-4945-B8E9-BB126829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一次结果应保存什么？</a:t>
            </a:r>
          </a:p>
        </p:txBody>
      </p:sp>
      <p:sp>
        <p:nvSpPr>
          <p:cNvPr id="4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E14EF40B-7535-4AA5-92D7-F2C9D070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记录单元要让结果可定位、可解释、可复核；五类材料共同承担解释责任。</a:t>
            </a:r>
          </a:p>
        </p:txBody>
      </p:sp>
      <p:sp>
        <p:nvSpPr>
          <p:cNvPr id="5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C17FA3A8-9914-4880-93E3-37DC66F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lide-1-header-line">
            <a:extLst xmlns:a="http://schemas.openxmlformats.org/drawingml/2006/main">
              <a:ext uri="{FF2B5EF4-FFF2-40B4-BE49-F238E27FC236}">
                <a16:creationId xmlns:a16="http://schemas.microsoft.com/office/drawing/2014/main" id="{138BA201-C8B4-40B7-AB6D-E8525CEA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1-thesis">
            <a:extLst xmlns:a="http://schemas.openxmlformats.org/drawingml/2006/main">
              <a:ext uri="{FF2B5EF4-FFF2-40B4-BE49-F238E27FC236}">
                <a16:creationId xmlns:a16="http://schemas.microsoft.com/office/drawing/2014/main" id="{33C620F3-1DC5-4FF7-9380-571B5BE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8" name="s1-thesis-label">
            <a:extLst xmlns:a="http://schemas.openxmlformats.org/drawingml/2006/main">
              <a:ext uri="{FF2B5EF4-FFF2-40B4-BE49-F238E27FC236}">
                <a16:creationId xmlns:a16="http://schemas.microsoft.com/office/drawing/2014/main" id="{B08EA8EC-561F-4BAF-ADAB-9A09F63A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9" name="s1-thesis-text">
            <a:extLst xmlns:a="http://schemas.openxmlformats.org/drawingml/2006/main">
              <a:ext uri="{FF2B5EF4-FFF2-40B4-BE49-F238E27FC236}">
                <a16:creationId xmlns:a16="http://schemas.microsoft.com/office/drawing/2014/main" id="{CACEF859-E9B1-4472-8F96-DE618A24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五类材料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共同解释一个结果</a:t>
            </a:r>
          </a:p>
        </p:txBody>
      </p:sp>
      <p:sp>
        <p:nvSpPr>
          <p:cNvPr id="10" name="s1-thesis-note">
            <a:extLst xmlns:a="http://schemas.openxmlformats.org/drawingml/2006/main">
              <a:ext uri="{FF2B5EF4-FFF2-40B4-BE49-F238E27FC236}">
                <a16:creationId xmlns:a16="http://schemas.microsoft.com/office/drawing/2014/main" id="{BC986537-0872-41EB-9E3B-8DF538C5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rPr>
              <a:t>记录完整，但不等于全部文件开放。</a:t>
            </a:r>
          </a:p>
        </p:txBody>
      </p:sp>
      <p:sp>
        <p:nvSpPr>
          <p:cNvPr id="11" name="s1-center">
            <a:extLst xmlns:a="http://schemas.openxmlformats.org/drawingml/2006/main">
              <a:ext uri="{FF2B5EF4-FFF2-40B4-BE49-F238E27FC236}">
                <a16:creationId xmlns:a16="http://schemas.microsoft.com/office/drawing/2014/main" id="{5B370E2D-2B21-4EBA-B631-0D7589B5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71850"/>
            <a:ext cx="12573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1-center-label">
            <a:extLst xmlns:a="http://schemas.openxmlformats.org/drawingml/2006/main">
              <a:ext uri="{FF2B5EF4-FFF2-40B4-BE49-F238E27FC236}">
                <a16:creationId xmlns:a16="http://schemas.microsoft.com/office/drawing/2014/main" id="{6EA808E4-33FC-4FCC-A060-15910A1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671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一次结果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13" name="s1-data">
            <a:extLst xmlns:a="http://schemas.openxmlformats.org/drawingml/2006/main">
              <a:ext uri="{FF2B5EF4-FFF2-40B4-BE49-F238E27FC236}">
                <a16:creationId xmlns:a16="http://schemas.microsoft.com/office/drawing/2014/main" id="{BF63DEE4-3A4F-4E61-B77C-F8DA4CC1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14" name="s1-data-num">
            <a:extLst xmlns:a="http://schemas.openxmlformats.org/drawingml/2006/main">
              <a:ext uri="{FF2B5EF4-FFF2-40B4-BE49-F238E27FC236}">
                <a16:creationId xmlns:a16="http://schemas.microsoft.com/office/drawing/2014/main" id="{A2ED08E1-7267-40FB-AF38-AAFF0BEB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s1-data-title">
            <a:extLst xmlns:a="http://schemas.openxmlformats.org/drawingml/2006/main">
              <a:ext uri="{FF2B5EF4-FFF2-40B4-BE49-F238E27FC236}">
                <a16:creationId xmlns:a16="http://schemas.microsoft.com/office/drawing/2014/main" id="{19B6A38D-5B66-446D-853F-FC6F9BE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6" name="s1-data-body">
            <a:extLst xmlns:a="http://schemas.openxmlformats.org/drawingml/2006/main">
              <a:ext uri="{FF2B5EF4-FFF2-40B4-BE49-F238E27FC236}">
                <a16:creationId xmlns:a16="http://schemas.microsoft.com/office/drawing/2014/main" id="{EC7F115F-31A0-4EAE-838E-4258B6E2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原貌保留；清洗另存</a:t>
            </a:r>
          </a:p>
        </p:txBody>
      </p:sp>
      <p:sp>
        <p:nvSpPr>
          <p:cNvPr id="17" name="s1-sample">
            <a:extLst xmlns:a="http://schemas.openxmlformats.org/drawingml/2006/main">
              <a:ext uri="{FF2B5EF4-FFF2-40B4-BE49-F238E27FC236}">
                <a16:creationId xmlns:a16="http://schemas.microsoft.com/office/drawing/2014/main" id="{B8A75138-49FC-4C5B-AFB8-CA78D19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18" name="s1-sample-num">
            <a:extLst xmlns:a="http://schemas.openxmlformats.org/drawingml/2006/main">
              <a:ext uri="{FF2B5EF4-FFF2-40B4-BE49-F238E27FC236}">
                <a16:creationId xmlns:a16="http://schemas.microsoft.com/office/drawing/2014/main" id="{DAD56E2A-AB14-4D76-9BF0-08BDA3D5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33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s1-sample-title">
            <a:extLst xmlns:a="http://schemas.openxmlformats.org/drawingml/2006/main">
              <a:ext uri="{FF2B5EF4-FFF2-40B4-BE49-F238E27FC236}">
                <a16:creationId xmlns:a16="http://schemas.microsoft.com/office/drawing/2014/main" id="{4353F94E-F0B4-4A58-8BFF-2EC976FE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20" name="s1-sample-body">
            <a:extLst xmlns:a="http://schemas.openxmlformats.org/drawingml/2006/main">
              <a:ext uri="{FF2B5EF4-FFF2-40B4-BE49-F238E27FC236}">
                <a16:creationId xmlns:a16="http://schemas.microsoft.com/office/drawing/2014/main" id="{BE000592-E855-4D0C-9538-C864901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385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说明结果成立的条件</a:t>
            </a:r>
          </a:p>
        </p:txBody>
      </p:sp>
      <p:sp>
        <p:nvSpPr>
          <p:cNvPr id="21" name="s1-script">
            <a:extLst xmlns:a="http://schemas.openxmlformats.org/drawingml/2006/main">
              <a:ext uri="{FF2B5EF4-FFF2-40B4-BE49-F238E27FC236}">
                <a16:creationId xmlns:a16="http://schemas.microsoft.com/office/drawing/2014/main" id="{1D8EFBDB-D1F7-429B-8D60-C44CA747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9582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22" name="s1-script-num">
            <a:extLst xmlns:a="http://schemas.openxmlformats.org/drawingml/2006/main">
              <a:ext uri="{FF2B5EF4-FFF2-40B4-BE49-F238E27FC236}">
                <a16:creationId xmlns:a16="http://schemas.microsoft.com/office/drawing/2014/main" id="{DDFA3907-7C2A-48CC-8959-53F7778C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57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s1-script-title">
            <a:extLst xmlns:a="http://schemas.openxmlformats.org/drawingml/2006/main">
              <a:ext uri="{FF2B5EF4-FFF2-40B4-BE49-F238E27FC236}">
                <a16:creationId xmlns:a16="http://schemas.microsoft.com/office/drawing/2014/main" id="{8795FEE7-20F2-4A2D-90F1-24282B71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24" name="s1-script-body">
            <a:extLst xmlns:a="http://schemas.openxmlformats.org/drawingml/2006/main">
              <a:ext uri="{FF2B5EF4-FFF2-40B4-BE49-F238E27FC236}">
                <a16:creationId xmlns:a16="http://schemas.microsoft.com/office/drawing/2014/main" id="{51C54970-4215-47ED-9688-6EC015D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定位实际运行代码</a:t>
            </a:r>
          </a:p>
        </p:txBody>
      </p:sp>
      <p:sp>
        <p:nvSpPr>
          <p:cNvPr id="25" name="s1-result">
            <a:extLst xmlns:a="http://schemas.openxmlformats.org/drawingml/2006/main">
              <a:ext uri="{FF2B5EF4-FFF2-40B4-BE49-F238E27FC236}">
                <a16:creationId xmlns:a16="http://schemas.microsoft.com/office/drawing/2014/main" id="{64F50742-9F39-4715-AC55-92E90D5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26" name="s1-result-num">
            <a:extLst xmlns:a="http://schemas.openxmlformats.org/drawingml/2006/main">
              <a:ext uri="{FF2B5EF4-FFF2-40B4-BE49-F238E27FC236}">
                <a16:creationId xmlns:a16="http://schemas.microsoft.com/office/drawing/2014/main" id="{1EDBD444-A7A9-448A-9100-AB2E6809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s1-result-title">
            <a:extLst xmlns:a="http://schemas.openxmlformats.org/drawingml/2006/main">
              <a:ext uri="{FF2B5EF4-FFF2-40B4-BE49-F238E27FC236}">
                <a16:creationId xmlns:a16="http://schemas.microsoft.com/office/drawing/2014/main" id="{B4F48F40-B7DD-4AF0-B067-1F235BE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28" name="s1-result-body">
            <a:extLst xmlns:a="http://schemas.openxmlformats.org/drawingml/2006/main">
              <a:ext uri="{FF2B5EF4-FFF2-40B4-BE49-F238E27FC236}">
                <a16:creationId xmlns:a16="http://schemas.microsoft.com/office/drawing/2014/main" id="{759ED9C1-1340-4112-A8F7-D7B91FE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与记录单元绑定</a:t>
            </a:r>
          </a:p>
        </p:txBody>
      </p:sp>
      <p:sp>
        <p:nvSpPr>
          <p:cNvPr id="29" name="s1-exception">
            <a:extLst xmlns:a="http://schemas.openxmlformats.org/drawingml/2006/main">
              <a:ext uri="{FF2B5EF4-FFF2-40B4-BE49-F238E27FC236}">
                <a16:creationId xmlns:a16="http://schemas.microsoft.com/office/drawing/2014/main" id="{C8BBAE32-2541-467B-AEF4-205E7092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582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30" name="s1-exception-num">
            <a:extLst xmlns:a="http://schemas.openxmlformats.org/drawingml/2006/main">
              <a:ext uri="{FF2B5EF4-FFF2-40B4-BE49-F238E27FC236}">
                <a16:creationId xmlns:a16="http://schemas.microsoft.com/office/drawing/2014/main" id="{7A7C34E7-A284-4A71-81C5-58A43D7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57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s1-exception-title">
            <a:extLst xmlns:a="http://schemas.openxmlformats.org/drawingml/2006/main">
              <a:ext uri="{FF2B5EF4-FFF2-40B4-BE49-F238E27FC236}">
                <a16:creationId xmlns:a16="http://schemas.microsoft.com/office/drawing/2014/main" id="{87B825C3-6AE7-4A60-847B-38DFA156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387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sp>
        <p:nvSpPr>
          <p:cNvPr id="32" name="s1-exception-body">
            <a:extLst xmlns:a="http://schemas.openxmlformats.org/drawingml/2006/main">
              <a:ext uri="{FF2B5EF4-FFF2-40B4-BE49-F238E27FC236}">
                <a16:creationId xmlns:a16="http://schemas.microsoft.com/office/drawing/2014/main" id="{C20B565E-A94A-4536-8F8F-62DC3670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未纳入样本也留依据</a:t>
            </a:r>
          </a:p>
        </p:txBody>
      </p:sp>
      <p:cxnSp>
        <p:nvCxnSpPr>
          <p:cNvPr id="74" name=""/>
          <p:cNvCxnSpPr>
            <a:stCxn xmlns:a="http://schemas.openxmlformats.org/drawingml/2006/main" id="13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191250" y="2543175"/>
            <a:ext cx="62865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9D3"/>
            </a:solidFill>
            <a:prstDash val="solid"/>
          </a:ln>
        </p:spPr>
      </p:cxnSp>
      <p:cxnSp>
        <p:nvCxnSpPr>
          <p:cNvPr id="75" name=""/>
          <p:cNvCxnSpPr>
            <a:stCxn xmlns:a="http://schemas.openxmlformats.org/drawingml/2006/main" id="1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191250" y="3867150"/>
            <a:ext cx="6286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9D3"/>
            </a:solidFill>
            <a:prstDash val="solid"/>
          </a:ln>
        </p:spPr>
      </p:cxnSp>
      <p:cxnSp>
        <p:nvCxnSpPr>
          <p:cNvPr id="76" name=""/>
          <p:cNvCxnSpPr>
            <a:stCxn xmlns:a="http://schemas.openxmlformats.org/drawingml/2006/main" id="21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191250" y="3905250"/>
            <a:ext cx="6286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9D3"/>
            </a:solidFill>
            <a:prstDash val="solid"/>
          </a:ln>
        </p:spPr>
      </p:cxnSp>
      <p:cxnSp>
        <p:nvCxnSpPr>
          <p:cNvPr id="77" name=""/>
          <p:cNvCxnSpPr>
            <a:stCxn xmlns:a="http://schemas.openxmlformats.org/drawingml/2006/main" id="25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077200" y="2543175"/>
            <a:ext cx="68580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9D3"/>
            </a:solidFill>
            <a:prstDash val="solid"/>
          </a:ln>
        </p:spPr>
      </p:cxnSp>
      <p:cxnSp>
        <p:nvCxnSpPr>
          <p:cNvPr id="78" name=""/>
          <p:cNvCxnSpPr>
            <a:stCxn xmlns:a="http://schemas.openxmlformats.org/drawingml/2006/main" id="29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8077200" y="3905250"/>
            <a:ext cx="68580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DB9D3"/>
            </a:solidFill>
            <a:prstDash val="solid"/>
          </a:ln>
        </p:spPr>
      </p:cxnSp>
      <p:sp>
        <p:nvSpPr>
          <p:cNvPr id="38" name="s1-access">
            <a:extLst xmlns:a="http://schemas.openxmlformats.org/drawingml/2006/main">
              <a:ext uri="{FF2B5EF4-FFF2-40B4-BE49-F238E27FC236}">
                <a16:creationId xmlns:a16="http://schemas.microsoft.com/office/drawing/2014/main" id="{4CF202AC-E24F-4010-869F-94CF0C8F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8575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9" name="s1-access-pill">
            <a:extLst xmlns:a="http://schemas.openxmlformats.org/drawingml/2006/main">
              <a:ext uri="{FF2B5EF4-FFF2-40B4-BE49-F238E27FC236}">
                <a16:creationId xmlns:a16="http://schemas.microsoft.com/office/drawing/2014/main" id="{4B3AFF01-4B33-4066-87C2-500D8A75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8D6"/>
          </a:solidFill>
          <a:ln xmlns:a="http://schemas.openxmlformats.org/drawingml/2006/main" w="0">
            <a:solidFill>
              <a:srgbClr val="F1E8D6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rPr>
              <a:t>访问边界</a:t>
            </a:r>
          </a:p>
        </p:txBody>
      </p:sp>
      <p:sp>
        <p:nvSpPr>
          <p:cNvPr id="40" name="s1-access-text">
            <a:extLst xmlns:a="http://schemas.openxmlformats.org/drawingml/2006/main">
              <a:ext uri="{FF2B5EF4-FFF2-40B4-BE49-F238E27FC236}">
                <a16:creationId xmlns:a16="http://schemas.microsoft.com/office/drawing/2014/main" id="{CA911B75-A675-439B-A7CF-E02469C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讨论材料含结果图及可公开解释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受限数据留在原授权位置；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记录只写受控引用与访问条件。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路径只能定位，不能代表访问权。</a:t>
            </a:r>
          </a:p>
        </p:txBody>
      </p:sp>
      <p:sp>
        <p:nvSpPr>
          <p:cNvPr id="41" name="s1-foot">
            <a:extLst xmlns:a="http://schemas.openxmlformats.org/drawingml/2006/main">
              <a:ext uri="{FF2B5EF4-FFF2-40B4-BE49-F238E27FC236}">
                <a16:creationId xmlns:a16="http://schemas.microsoft.com/office/drawing/2014/main" id="{827BDF61-AECC-44A7-82A4-6C66815E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00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五类材料是共同解释关系，不是五个先后步骤。</a:t>
            </a:r>
          </a:p>
        </p:txBody>
      </p:sp>
    </p:spTree>
    <p:extLst>
      <p:ext uri="{BB962C8B-B14F-4D97-AF65-F5344CB8AC3E}">
        <p14:creationId xmlns:p14="http://schemas.microsoft.com/office/powerpoint/2010/main" val="977198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2-topbar">
            <a:extLst xmlns:a="http://schemas.openxmlformats.org/drawingml/2006/main">
              <a:ext uri="{FF2B5EF4-FFF2-40B4-BE49-F238E27FC236}">
                <a16:creationId xmlns:a16="http://schemas.microsoft.com/office/drawing/2014/main" id="{25454E93-F145-4CD6-8810-2DB546FC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79417512-C790-48E3-B4FA-3720B33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02  ·  范围选择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7C1517E-74F4-4FFB-B298-EDA56846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先记新增，再逐项补真正需要复核的历史结果</a:t>
            </a:r>
          </a:p>
        </p:txBody>
      </p:sp>
      <p:sp>
        <p:nvSpPr>
          <p:cNvPr id="4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DCA6252F-D62E-49F5-8B31-52A94E4C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集中补历史能快速形成目录，但不等于效率已经被证明提升。</a:t>
            </a:r>
          </a:p>
        </p:txBody>
      </p:sp>
      <p:sp>
        <p:nvSpPr>
          <p:cNvPr id="5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633B79AC-873D-43AB-A2D7-BA1AACF5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slide-2-header-line">
            <a:extLst xmlns:a="http://schemas.openxmlformats.org/drawingml/2006/main">
              <a:ext uri="{FF2B5EF4-FFF2-40B4-BE49-F238E27FC236}">
                <a16:creationId xmlns:a16="http://schemas.microsoft.com/office/drawing/2014/main" id="{81D1FE4A-735C-4C33-831D-AF6AD4DA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2-grid">
            <a:extLst xmlns:a="http://schemas.openxmlformats.org/drawingml/2006/main">
              <a:ext uri="{FF2B5EF4-FFF2-40B4-BE49-F238E27FC236}">
                <a16:creationId xmlns:a16="http://schemas.microsoft.com/office/drawing/2014/main" id="{98A5D757-4417-4B17-940D-39995EBE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8" name="s2-dim-head">
            <a:extLst xmlns:a="http://schemas.openxmlformats.org/drawingml/2006/main">
              <a:ext uri="{FF2B5EF4-FFF2-40B4-BE49-F238E27FC236}">
                <a16:creationId xmlns:a16="http://schemas.microsoft.com/office/drawing/2014/main" id="{64611D90-E1A4-4FFE-9443-E30A22D3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9" name="s2-dim-head-text">
            <a:extLst xmlns:a="http://schemas.openxmlformats.org/drawingml/2006/main">
              <a:ext uri="{FF2B5EF4-FFF2-40B4-BE49-F238E27FC236}">
                <a16:creationId xmlns:a16="http://schemas.microsoft.com/office/drawing/2014/main" id="{0CF4575E-9D54-4A72-867E-85873969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10" name="s2-left-head">
            <a:extLst xmlns:a="http://schemas.openxmlformats.org/drawingml/2006/main">
              <a:ext uri="{FF2B5EF4-FFF2-40B4-BE49-F238E27FC236}">
                <a16:creationId xmlns:a16="http://schemas.microsoft.com/office/drawing/2014/main" id="{E390CD75-72F5-4553-A602-0CA0B01C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4000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E5E0"/>
          </a:solidFill>
          <a:ln xmlns:a="http://schemas.openxmlformats.org/drawingml/2006/main" w="0">
            <a:solidFill>
              <a:srgbClr val="F8E5E0"/>
            </a:solidFill>
            <a:prstDash val="solid"/>
          </a:ln>
        </p:spPr>
      </p:sp>
      <p:sp>
        <p:nvSpPr>
          <p:cNvPr id="11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BD238FC2-E359-4F01-827A-4E3A5268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12" name="s2-left-tag">
            <a:extLst xmlns:a="http://schemas.openxmlformats.org/drawingml/2006/main">
              <a:ext uri="{FF2B5EF4-FFF2-40B4-BE49-F238E27FC236}">
                <a16:creationId xmlns:a16="http://schemas.microsoft.com/office/drawing/2014/main" id="{E6D5A6E2-F044-4F05-AF16-EE10ECD3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24075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rPr>
              <a:t>短期可见</a:t>
            </a:r>
          </a:p>
        </p:txBody>
      </p:sp>
      <p:sp>
        <p:nvSpPr>
          <p:cNvPr id="13" name="s2-right-head">
            <a:extLst xmlns:a="http://schemas.openxmlformats.org/drawingml/2006/main">
              <a:ext uri="{FF2B5EF4-FFF2-40B4-BE49-F238E27FC236}">
                <a16:creationId xmlns:a16="http://schemas.microsoft.com/office/drawing/2014/main" id="{BCFA19B4-500D-4F6D-979C-41F2248C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4000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5F0EA"/>
          </a:solidFill>
          <a:ln xmlns:a="http://schemas.openxmlformats.org/drawingml/2006/main" w="0">
            <a:solidFill>
              <a:srgbClr val="E5F0EA"/>
            </a:solidFill>
            <a:prstDash val="solid"/>
          </a:ln>
        </p:spPr>
      </p:sp>
      <p:sp>
        <p:nvSpPr>
          <p:cNvPr id="14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56BC3FCF-71C6-4C3A-A63E-FFE205FC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rPr>
              <a:t>先记新增</a:t>
            </a:r>
          </a:p>
        </p:txBody>
      </p:sp>
      <p:sp>
        <p:nvSpPr>
          <p:cNvPr id="15" name="s2-right-tag">
            <a:extLst xmlns:a="http://schemas.openxmlformats.org/drawingml/2006/main">
              <a:ext uri="{FF2B5EF4-FFF2-40B4-BE49-F238E27FC236}">
                <a16:creationId xmlns:a16="http://schemas.microsoft.com/office/drawing/2014/main" id="{B3F384DB-0E32-49EB-9CC5-3E6A490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24075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rPr>
              <a:t>推荐起点</a:t>
            </a:r>
          </a:p>
        </p:txBody>
      </p:sp>
      <p:sp>
        <p:nvSpPr>
          <p:cNvPr id="16" name="s2-dim-1">
            <a:extLst xmlns:a="http://schemas.openxmlformats.org/drawingml/2006/main">
              <a:ext uri="{FF2B5EF4-FFF2-40B4-BE49-F238E27FC236}">
                <a16:creationId xmlns:a16="http://schemas.microsoft.com/office/drawing/2014/main" id="{5E9AE2BB-6020-4F71-B299-87A4739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7" name="s2-dim-1-text">
            <a:extLst xmlns:a="http://schemas.openxmlformats.org/drawingml/2006/main">
              <a:ext uri="{FF2B5EF4-FFF2-40B4-BE49-F238E27FC236}">
                <a16:creationId xmlns:a16="http://schemas.microsoft.com/office/drawing/2014/main" id="{5F26713F-90A5-4EF9-ADE5-5CF3849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短期产出</a:t>
            </a:r>
          </a:p>
        </p:txBody>
      </p:sp>
      <p:sp>
        <p:nvSpPr>
          <p:cNvPr id="18" name="s2-left-row-1">
            <a:extLst xmlns:a="http://schemas.openxmlformats.org/drawingml/2006/main">
              <a:ext uri="{FF2B5EF4-FFF2-40B4-BE49-F238E27FC236}">
                <a16:creationId xmlns:a16="http://schemas.microsoft.com/office/drawing/2014/main" id="{7F9857E1-22C4-4DE4-9606-2B8987D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9" name="s2-left-row-1-text">
            <a:extLst xmlns:a="http://schemas.openxmlformats.org/drawingml/2006/main">
              <a:ext uri="{FF2B5EF4-FFF2-40B4-BE49-F238E27FC236}">
                <a16:creationId xmlns:a16="http://schemas.microsoft.com/office/drawing/2014/main" id="{B8D92148-1E1E-4B08-A5D4-E429EB41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一次形成较大目录</a:t>
            </a:r>
          </a:p>
        </p:txBody>
      </p:sp>
      <p:sp>
        <p:nvSpPr>
          <p:cNvPr id="20" name="s2-right-row-1">
            <a:extLst xmlns:a="http://schemas.openxmlformats.org/drawingml/2006/main">
              <a:ext uri="{FF2B5EF4-FFF2-40B4-BE49-F238E27FC236}">
                <a16:creationId xmlns:a16="http://schemas.microsoft.com/office/drawing/2014/main" id="{F2EEAE5A-0529-4C3F-8A5A-4BE73CCA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1" name="s2-right-row-1-text">
            <a:extLst xmlns:a="http://schemas.openxmlformats.org/drawingml/2006/main">
              <a:ext uri="{FF2B5EF4-FFF2-40B4-BE49-F238E27FC236}">
                <a16:creationId xmlns:a16="http://schemas.microsoft.com/office/drawing/2014/main" id="{F4CD8B2B-D20C-4A04-A2F3-DBC014F5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7177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上下文清楚时记录新增</a:t>
            </a:r>
          </a:p>
        </p:txBody>
      </p:sp>
      <p:sp>
        <p:nvSpPr>
          <p:cNvPr id="22" name="s2-dim-2">
            <a:extLst xmlns:a="http://schemas.openxmlformats.org/drawingml/2006/main">
              <a:ext uri="{FF2B5EF4-FFF2-40B4-BE49-F238E27FC236}">
                <a16:creationId xmlns:a16="http://schemas.microsoft.com/office/drawing/2014/main" id="{B596A8D3-89C1-49AA-B85E-7DF9FC12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3" name="s2-dim-2-text">
            <a:extLst xmlns:a="http://schemas.openxmlformats.org/drawingml/2006/main">
              <a:ext uri="{FF2B5EF4-FFF2-40B4-BE49-F238E27FC236}">
                <a16:creationId xmlns:a16="http://schemas.microsoft.com/office/drawing/2014/main" id="{E1508E3E-2152-435E-B336-D1162254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主要代价</a:t>
            </a:r>
          </a:p>
        </p:txBody>
      </p:sp>
      <p:sp>
        <p:nvSpPr>
          <p:cNvPr id="24" name="s2-left-row-2">
            <a:extLst xmlns:a="http://schemas.openxmlformats.org/drawingml/2006/main">
              <a:ext uri="{FF2B5EF4-FFF2-40B4-BE49-F238E27FC236}">
                <a16:creationId xmlns:a16="http://schemas.microsoft.com/office/drawing/2014/main" id="{3F32A683-5499-4B17-87ED-8A0289C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5" name="s2-left-row-2-text">
            <a:extLst xmlns:a="http://schemas.openxmlformats.org/drawingml/2006/main">
              <a:ext uri="{FF2B5EF4-FFF2-40B4-BE49-F238E27FC236}">
                <a16:creationId xmlns:a16="http://schemas.microsoft.com/office/drawing/2014/main" id="{E3FBAFF6-1832-463F-92BF-9CCEA2FC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766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追查遗失上下文耗时</a:t>
            </a:r>
          </a:p>
        </p:txBody>
      </p:sp>
      <p:sp>
        <p:nvSpPr>
          <p:cNvPr id="26" name="s2-right-row-2">
            <a:extLst xmlns:a="http://schemas.openxmlformats.org/drawingml/2006/main">
              <a:ext uri="{FF2B5EF4-FFF2-40B4-BE49-F238E27FC236}">
                <a16:creationId xmlns:a16="http://schemas.microsoft.com/office/drawing/2014/main" id="{6C350081-27E8-4E69-9D8C-BB67897E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7" name="s2-right-row-2-text">
            <a:extLst xmlns:a="http://schemas.openxmlformats.org/drawingml/2006/main">
              <a:ext uri="{FF2B5EF4-FFF2-40B4-BE49-F238E27FC236}">
                <a16:creationId xmlns:a16="http://schemas.microsoft.com/office/drawing/2014/main" id="{61937F11-32E4-4319-AED1-45096D7A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766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短期无法解决全部历史追溯</a:t>
            </a:r>
          </a:p>
        </p:txBody>
      </p:sp>
      <p:sp>
        <p:nvSpPr>
          <p:cNvPr id="28" name="s2-dim-3">
            <a:extLst xmlns:a="http://schemas.openxmlformats.org/drawingml/2006/main">
              <a:ext uri="{FF2B5EF4-FFF2-40B4-BE49-F238E27FC236}">
                <a16:creationId xmlns:a16="http://schemas.microsoft.com/office/drawing/2014/main" id="{EA0316E9-3E65-4648-912D-7A693812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9" name="s2-dim-3-text">
            <a:extLst xmlns:a="http://schemas.openxmlformats.org/drawingml/2006/main">
              <a:ext uri="{FF2B5EF4-FFF2-40B4-BE49-F238E27FC236}">
                <a16:creationId xmlns:a16="http://schemas.microsoft.com/office/drawing/2014/main" id="{87AA3CF1-7F67-45CF-A4AC-3D676A4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证据与覆盖边界</a:t>
            </a:r>
          </a:p>
        </p:txBody>
      </p:sp>
      <p:sp>
        <p:nvSpPr>
          <p:cNvPr id="30" name="s2-left-row-3">
            <a:extLst xmlns:a="http://schemas.openxmlformats.org/drawingml/2006/main">
              <a:ext uri="{FF2B5EF4-FFF2-40B4-BE49-F238E27FC236}">
                <a16:creationId xmlns:a16="http://schemas.microsoft.com/office/drawing/2014/main" id="{A4D312DC-048A-4A28-BF27-D12DEEEF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1" name="s2-left-row-3-text">
            <a:extLst xmlns:a="http://schemas.openxmlformats.org/drawingml/2006/main">
              <a:ext uri="{FF2B5EF4-FFF2-40B4-BE49-F238E27FC236}">
                <a16:creationId xmlns:a16="http://schemas.microsoft.com/office/drawing/2014/main" id="{EF6A1FEA-020A-46CF-89C6-816C3BD0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8147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不确定记忆可能写成确定说明</a:t>
            </a:r>
          </a:p>
        </p:txBody>
      </p:sp>
      <p:sp>
        <p:nvSpPr>
          <p:cNvPr id="32" name="s2-right-row-3">
            <a:extLst xmlns:a="http://schemas.openxmlformats.org/drawingml/2006/main">
              <a:ext uri="{FF2B5EF4-FFF2-40B4-BE49-F238E27FC236}">
                <a16:creationId xmlns:a16="http://schemas.microsoft.com/office/drawing/2014/main" id="{48ED1AD1-820D-4A48-9566-98580EC4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3" name="s2-right-row-3-text">
            <a:extLst xmlns:a="http://schemas.openxmlformats.org/drawingml/2006/main">
              <a:ext uri="{FF2B5EF4-FFF2-40B4-BE49-F238E27FC236}">
                <a16:creationId xmlns:a16="http://schemas.microsoft.com/office/drawing/2014/main" id="{361FD78C-AB3C-42C9-8E55-61102366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8147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新增先行，短期无法覆盖全部历史</a:t>
            </a:r>
          </a:p>
        </p:txBody>
      </p:sp>
      <p:sp>
        <p:nvSpPr>
          <p:cNvPr id="34" name="s2-dim-4">
            <a:extLst xmlns:a="http://schemas.openxmlformats.org/drawingml/2006/main">
              <a:ext uri="{FF2B5EF4-FFF2-40B4-BE49-F238E27FC236}">
                <a16:creationId xmlns:a16="http://schemas.microsoft.com/office/drawing/2014/main" id="{D8A55FCE-6283-466C-9FFD-72E5689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5" name="s2-dim-4-text">
            <a:extLst xmlns:a="http://schemas.openxmlformats.org/drawingml/2006/main">
              <a:ext uri="{FF2B5EF4-FFF2-40B4-BE49-F238E27FC236}">
                <a16:creationId xmlns:a16="http://schemas.microsoft.com/office/drawing/2014/main" id="{B842485A-662C-492C-94D3-FEBFD2C3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适用动作</a:t>
            </a:r>
          </a:p>
        </p:txBody>
      </p:sp>
      <p:sp>
        <p:nvSpPr>
          <p:cNvPr id="36" name="s2-left-row-4">
            <a:extLst xmlns:a="http://schemas.openxmlformats.org/drawingml/2006/main">
              <a:ext uri="{FF2B5EF4-FFF2-40B4-BE49-F238E27FC236}">
                <a16:creationId xmlns:a16="http://schemas.microsoft.com/office/drawing/2014/main" id="{6C9F6CD3-6918-4454-96BE-E3C9EEFB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7" name="s2-left-row-4-text">
            <a:extLst xmlns:a="http://schemas.openxmlformats.org/drawingml/2006/main">
              <a:ext uri="{FF2B5EF4-FFF2-40B4-BE49-F238E27FC236}">
                <a16:creationId xmlns:a16="http://schemas.microsoft.com/office/drawing/2014/main" id="{29FA7C91-8FF1-44CF-917D-A8FC9955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863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真正需要复核时逐项补</a:t>
            </a:r>
          </a:p>
        </p:txBody>
      </p:sp>
      <p:sp>
        <p:nvSpPr>
          <p:cNvPr id="38" name="s2-right-row-4">
            <a:extLst xmlns:a="http://schemas.openxmlformats.org/drawingml/2006/main">
              <a:ext uri="{FF2B5EF4-FFF2-40B4-BE49-F238E27FC236}">
                <a16:creationId xmlns:a16="http://schemas.microsoft.com/office/drawing/2014/main" id="{70E3C200-F169-40F7-ADFA-32FE279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9" name="s2-right-row-4-text">
            <a:extLst xmlns:a="http://schemas.openxmlformats.org/drawingml/2006/main">
              <a:ext uri="{FF2B5EF4-FFF2-40B4-BE49-F238E27FC236}">
                <a16:creationId xmlns:a16="http://schemas.microsoft.com/office/drawing/2014/main" id="{60A4FF8B-0616-4B95-BC3B-3C0B5A1E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863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先建立可追溯新增基线</a:t>
            </a:r>
          </a:p>
        </p:txBody>
      </p:sp>
      <p:sp>
        <p:nvSpPr>
          <p:cNvPr id="40" name="s2-recommend">
            <a:extLst xmlns:a="http://schemas.openxmlformats.org/drawingml/2006/main">
              <a:ext uri="{FF2B5EF4-FFF2-40B4-BE49-F238E27FC236}">
                <a16:creationId xmlns:a16="http://schemas.microsoft.com/office/drawing/2014/main" id="{D15DC209-D4CC-45CA-87CE-740186E1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s2-recommend-label">
            <a:extLst xmlns:a="http://schemas.openxmlformats.org/drawingml/2006/main">
              <a:ext uri="{FF2B5EF4-FFF2-40B4-BE49-F238E27FC236}">
                <a16:creationId xmlns:a16="http://schemas.microsoft.com/office/drawing/2014/main" id="{A2DD220D-00C7-4825-8B2A-3BB55F64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rPr>
              <a:t>建议顺序</a:t>
            </a:r>
          </a:p>
        </p:txBody>
      </p:sp>
      <p:sp>
        <p:nvSpPr>
          <p:cNvPr id="42" name="s2-recommend-text">
            <a:extLst xmlns:a="http://schemas.openxmlformats.org/drawingml/2006/main">
              <a:ext uri="{FF2B5EF4-FFF2-40B4-BE49-F238E27FC236}">
                <a16:creationId xmlns:a16="http://schemas.microsoft.com/office/drawing/2014/main" id="{CFE12041-52D3-4F0F-A33B-AAB96B29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新增先行 → 历史按需补录</a:t>
            </a:r>
          </a:p>
        </p:txBody>
      </p:sp>
      <p:sp>
        <p:nvSpPr>
          <p:cNvPr id="43" name="s2-recommend-note">
            <a:extLst xmlns:a="http://schemas.openxmlformats.org/drawingml/2006/main">
              <a:ext uri="{FF2B5EF4-FFF2-40B4-BE49-F238E27FC236}">
                <a16:creationId xmlns:a16="http://schemas.microsoft.com/office/drawing/2014/main" id="{9914260F-2B93-48AB-9131-6B91391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959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rPr>
              <a:t>这是范围选择；原稿没有证明效率提升。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327098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slide-3-topbar">
            <a:extLst xmlns:a="http://schemas.openxmlformats.org/drawingml/2006/main">
              <a:ext uri="{FF2B5EF4-FFF2-40B4-BE49-F238E27FC236}">
                <a16:creationId xmlns:a16="http://schemas.microsoft.com/office/drawing/2014/main" id="{EC203700-E3BD-430D-927C-CC6F9A6A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3B546577-A7B3-4243-8B36-3C88192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03  ·  受控复核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C1D5340-495B-49BC-9542-15E3501F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复核围绕“结果如何产生”推进，并在授权变化时暂停共享</a:t>
            </a:r>
          </a:p>
        </p:txBody>
      </p:sp>
      <p:sp>
        <p:nvSpPr>
          <p:cNvPr id="4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C8BA3E7B-F328-4290-8814-E3617E1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记录定位、缺项补充、负责人确认组成主线；复核不要求重做实验。</a:t>
            </a:r>
          </a:p>
        </p:txBody>
      </p:sp>
      <p:sp>
        <p:nvSpPr>
          <p:cNvPr id="5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9A7BEBD0-FD75-4F3E-A5DF-C56AEB6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lide-3-header-line">
            <a:extLst xmlns:a="http://schemas.openxmlformats.org/drawingml/2006/main">
              <a:ext uri="{FF2B5EF4-FFF2-40B4-BE49-F238E27FC236}">
                <a16:creationId xmlns:a16="http://schemas.microsoft.com/office/drawing/2014/main" id="{80B56938-CBCE-46A3-AF4C-6979A5E7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3-rail-1">
            <a:extLst xmlns:a="http://schemas.openxmlformats.org/drawingml/2006/main">
              <a:ext uri="{FF2B5EF4-FFF2-40B4-BE49-F238E27FC236}">
                <a16:creationId xmlns:a16="http://schemas.microsoft.com/office/drawing/2014/main" id="{1B1CF10B-DDEB-4099-A124-8EB9534D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B9D3"/>
            </a:solidFill>
            <a:prstDash val="solid"/>
          </a:ln>
        </p:spPr>
      </p:sp>
      <p:sp>
        <p:nvSpPr>
          <p:cNvPr id="8" name="s3-rail-2">
            <a:extLst xmlns:a="http://schemas.openxmlformats.org/drawingml/2006/main">
              <a:ext uri="{FF2B5EF4-FFF2-40B4-BE49-F238E27FC236}">
                <a16:creationId xmlns:a16="http://schemas.microsoft.com/office/drawing/2014/main" id="{15CDE34E-48A8-4A65-A885-88A8B4F8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669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B9D3"/>
            </a:solidFill>
            <a:prstDash val="solid"/>
          </a:ln>
        </p:spPr>
      </p:sp>
      <p:sp>
        <p:nvSpPr>
          <p:cNvPr id="9" name="s3-rail-3">
            <a:extLst xmlns:a="http://schemas.openxmlformats.org/drawingml/2006/main">
              <a:ext uri="{FF2B5EF4-FFF2-40B4-BE49-F238E27FC236}">
                <a16:creationId xmlns:a16="http://schemas.microsoft.com/office/drawing/2014/main" id="{D9B2425F-AC47-4028-B1DD-0EBFC998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B9D3"/>
            </a:solidFill>
            <a:prstDash val="solid"/>
          </a:ln>
        </p:spPr>
      </p:sp>
      <p:sp>
        <p:nvSpPr>
          <p:cNvPr id="10" name="s3-arrow-1">
            <a:extLst xmlns:a="http://schemas.openxmlformats.org/drawingml/2006/main">
              <a:ext uri="{FF2B5EF4-FFF2-40B4-BE49-F238E27FC236}">
                <a16:creationId xmlns:a16="http://schemas.microsoft.com/office/drawing/2014/main" id="{BDC01E70-1DF7-4A2C-9C0C-B9B0EF1A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52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11" name="s3-arrow-2">
            <a:extLst xmlns:a="http://schemas.openxmlformats.org/drawingml/2006/main">
              <a:ext uri="{FF2B5EF4-FFF2-40B4-BE49-F238E27FC236}">
                <a16:creationId xmlns:a16="http://schemas.microsoft.com/office/drawing/2014/main" id="{98313574-D8EB-496B-B694-0500915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52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12" name="s3-arrow-3">
            <a:extLst xmlns:a="http://schemas.openxmlformats.org/drawingml/2006/main">
              <a:ext uri="{FF2B5EF4-FFF2-40B4-BE49-F238E27FC236}">
                <a16:creationId xmlns:a16="http://schemas.microsoft.com/office/drawing/2014/main" id="{FF693F9D-DF11-4F69-9E65-481C3D70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52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13" name="s3-board">
            <a:extLst xmlns:a="http://schemas.openxmlformats.org/drawingml/2006/main">
              <a:ext uri="{FF2B5EF4-FFF2-40B4-BE49-F238E27FC236}">
                <a16:creationId xmlns:a16="http://schemas.microsoft.com/office/drawing/2014/main" id="{7E9A3BD8-E2C5-41B8-8116-E9C0EB54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4" name="s3-board-kicker">
            <a:extLst xmlns:a="http://schemas.openxmlformats.org/drawingml/2006/main">
              <a:ext uri="{FF2B5EF4-FFF2-40B4-BE49-F238E27FC236}">
                <a16:creationId xmlns:a16="http://schemas.microsoft.com/office/drawing/2014/main" id="{873DA2B0-DFA6-4C2A-849D-C68FAA04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逐项检查：操作环节 × 角色 × 交付物 × 完成条件</a:t>
            </a:r>
          </a:p>
        </p:txBody>
      </p:sp>
      <p:sp>
        <p:nvSpPr>
          <p:cNvPr id="15" name="s3-row-role">
            <a:extLst xmlns:a="http://schemas.openxmlformats.org/drawingml/2006/main">
              <a:ext uri="{FF2B5EF4-FFF2-40B4-BE49-F238E27FC236}">
                <a16:creationId xmlns:a16="http://schemas.microsoft.com/office/drawing/2014/main" id="{CCD60217-A330-4B12-98D4-4FE1C9A7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执行人</a:t>
            </a:r>
          </a:p>
        </p:txBody>
      </p:sp>
      <p:sp>
        <p:nvSpPr>
          <p:cNvPr id="16" name="s3-row-delivery">
            <a:extLst xmlns:a="http://schemas.openxmlformats.org/drawingml/2006/main">
              <a:ext uri="{FF2B5EF4-FFF2-40B4-BE49-F238E27FC236}">
                <a16:creationId xmlns:a16="http://schemas.microsoft.com/office/drawing/2014/main" id="{B375F2C1-CE76-44FA-9FEB-2B8E6EF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7" name="s3-row-condition">
            <a:extLst xmlns:a="http://schemas.openxmlformats.org/drawingml/2006/main">
              <a:ext uri="{FF2B5EF4-FFF2-40B4-BE49-F238E27FC236}">
                <a16:creationId xmlns:a16="http://schemas.microsoft.com/office/drawing/2014/main" id="{A7A0AA2A-50D2-413C-95F0-8349D6EA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完成条件</a:t>
            </a:r>
          </a:p>
        </p:txBody>
      </p:sp>
      <p:sp>
        <p:nvSpPr>
          <p:cNvPr id="18" name="s3-column-1">
            <a:extLst xmlns:a="http://schemas.openxmlformats.org/drawingml/2006/main">
              <a:ext uri="{FF2B5EF4-FFF2-40B4-BE49-F238E27FC236}">
                <a16:creationId xmlns:a16="http://schemas.microsoft.com/office/drawing/2014/main" id="{0A45068C-D6BB-4562-8F67-88F688F0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209800" cy="24384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9" name="s3-num-1">
            <a:extLst xmlns:a="http://schemas.openxmlformats.org/drawingml/2006/main">
              <a:ext uri="{FF2B5EF4-FFF2-40B4-BE49-F238E27FC236}">
                <a16:creationId xmlns:a16="http://schemas.microsoft.com/office/drawing/2014/main" id="{55D0F515-C3C8-470D-9E3A-7ABA95DE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s3-title-1">
            <a:extLst xmlns:a="http://schemas.openxmlformats.org/drawingml/2006/main">
              <a:ext uri="{FF2B5EF4-FFF2-40B4-BE49-F238E27FC236}">
                <a16:creationId xmlns:a16="http://schemas.microsoft.com/office/drawing/2014/main" id="{CB98ABA2-2204-4228-87D5-4E1F16C0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21" name="s3-role-1">
            <a:extLst xmlns:a="http://schemas.openxmlformats.org/drawingml/2006/main">
              <a:ext uri="{FF2B5EF4-FFF2-40B4-BE49-F238E27FC236}">
                <a16:creationId xmlns:a16="http://schemas.microsoft.com/office/drawing/2014/main" id="{B4270BCA-C186-44D6-8164-0387BB7B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</p:txBody>
      </p:sp>
      <p:sp>
        <p:nvSpPr>
          <p:cNvPr id="22" name="s3-column-rule-1">
            <a:extLst xmlns:a="http://schemas.openxmlformats.org/drawingml/2006/main">
              <a:ext uri="{FF2B5EF4-FFF2-40B4-BE49-F238E27FC236}">
                <a16:creationId xmlns:a16="http://schemas.microsoft.com/office/drawing/2014/main" id="{AB1CCA09-8267-4432-946D-FC2563A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3" name="s3-delivery-1">
            <a:extLst xmlns:a="http://schemas.openxmlformats.org/drawingml/2006/main">
              <a:ext uri="{FF2B5EF4-FFF2-40B4-BE49-F238E27FC236}">
                <a16:creationId xmlns:a16="http://schemas.microsoft.com/office/drawing/2014/main" id="{5A60E95F-70E7-4815-A74D-038ABE6E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结果记录 + 受控引用</a:t>
            </a:r>
          </a:p>
        </p:txBody>
      </p:sp>
      <p:sp>
        <p:nvSpPr>
          <p:cNvPr id="24" name="s3-column-rule2-1">
            <a:extLst xmlns:a="http://schemas.openxmlformats.org/drawingml/2006/main">
              <a:ext uri="{FF2B5EF4-FFF2-40B4-BE49-F238E27FC236}">
                <a16:creationId xmlns:a16="http://schemas.microsoft.com/office/drawing/2014/main" id="{BC29186B-61AD-4114-8114-9F98D15E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5" name="s3-condition-1">
            <a:extLst xmlns:a="http://schemas.openxmlformats.org/drawingml/2006/main">
              <a:ext uri="{FF2B5EF4-FFF2-40B4-BE49-F238E27FC236}">
                <a16:creationId xmlns:a16="http://schemas.microsoft.com/office/drawing/2014/main" id="{60BB6AC3-890D-4DBF-A142-8BF439B1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记录已提交</a:t>
            </a:r>
          </a:p>
        </p:txBody>
      </p:sp>
      <p:sp>
        <p:nvSpPr>
          <p:cNvPr id="26" name="s3-column-2">
            <a:extLst xmlns:a="http://schemas.openxmlformats.org/drawingml/2006/main">
              <a:ext uri="{FF2B5EF4-FFF2-40B4-BE49-F238E27FC236}">
                <a16:creationId xmlns:a16="http://schemas.microsoft.com/office/drawing/2014/main" id="{33B963D3-5424-415D-B7A4-6DEBE1AC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209800" cy="24384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7" name="s3-num-2">
            <a:extLst xmlns:a="http://schemas.openxmlformats.org/drawingml/2006/main">
              <a:ext uri="{FF2B5EF4-FFF2-40B4-BE49-F238E27FC236}">
                <a16:creationId xmlns:a16="http://schemas.microsoft.com/office/drawing/2014/main" id="{B35B3A83-98C2-4F00-BB27-1E000E5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s3-title-2">
            <a:extLst xmlns:a="http://schemas.openxmlformats.org/drawingml/2006/main">
              <a:ext uri="{FF2B5EF4-FFF2-40B4-BE49-F238E27FC236}">
                <a16:creationId xmlns:a16="http://schemas.microsoft.com/office/drawing/2014/main" id="{CF2E4C93-6548-4FDC-A79F-FFF59E7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定位缺项</a:t>
            </a:r>
          </a:p>
        </p:txBody>
      </p:sp>
      <p:sp>
        <p:nvSpPr>
          <p:cNvPr id="29" name="s3-role-2">
            <a:extLst xmlns:a="http://schemas.openxmlformats.org/drawingml/2006/main">
              <a:ext uri="{FF2B5EF4-FFF2-40B4-BE49-F238E27FC236}">
                <a16:creationId xmlns:a16="http://schemas.microsoft.com/office/drawing/2014/main" id="{02F2B1AD-E7B8-429F-9972-845128F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另一成员</a:t>
            </a:r>
          </a:p>
        </p:txBody>
      </p:sp>
      <p:sp>
        <p:nvSpPr>
          <p:cNvPr id="30" name="s3-column-rule-2">
            <a:extLst xmlns:a="http://schemas.openxmlformats.org/drawingml/2006/main">
              <a:ext uri="{FF2B5EF4-FFF2-40B4-BE49-F238E27FC236}">
                <a16:creationId xmlns:a16="http://schemas.microsoft.com/office/drawing/2014/main" id="{B6CAB275-924B-49A3-8B25-211C15C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24200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1" name="s3-delivery-2">
            <a:extLst xmlns:a="http://schemas.openxmlformats.org/drawingml/2006/main">
              <a:ext uri="{FF2B5EF4-FFF2-40B4-BE49-F238E27FC236}">
                <a16:creationId xmlns:a16="http://schemas.microsoft.com/office/drawing/2014/main" id="{93B3B59D-2210-4CE0-BF6B-0E3898F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数据 / 脚本 / 条件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缺项清单</a:t>
            </a:r>
          </a:p>
        </p:txBody>
      </p:sp>
      <p:sp>
        <p:nvSpPr>
          <p:cNvPr id="32" name="s3-column-rule2-2">
            <a:extLst xmlns:a="http://schemas.openxmlformats.org/drawingml/2006/main">
              <a:ext uri="{FF2B5EF4-FFF2-40B4-BE49-F238E27FC236}">
                <a16:creationId xmlns:a16="http://schemas.microsoft.com/office/drawing/2014/main" id="{539813A0-A419-44E7-B25E-984593E7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76675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3" name="s3-condition-2">
            <a:extLst xmlns:a="http://schemas.openxmlformats.org/drawingml/2006/main">
              <a:ext uri="{FF2B5EF4-FFF2-40B4-BE49-F238E27FC236}">
                <a16:creationId xmlns:a16="http://schemas.microsoft.com/office/drawing/2014/main" id="{8A827C46-C95D-42B0-98FC-B038BCD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14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缺项已定位</a:t>
            </a:r>
          </a:p>
        </p:txBody>
      </p:sp>
      <p:sp>
        <p:nvSpPr>
          <p:cNvPr id="34" name="s3-column-3">
            <a:extLst xmlns:a="http://schemas.openxmlformats.org/drawingml/2006/main">
              <a:ext uri="{FF2B5EF4-FFF2-40B4-BE49-F238E27FC236}">
                <a16:creationId xmlns:a16="http://schemas.microsoft.com/office/drawing/2014/main" id="{3286F7AC-AE42-436F-909D-F9513B7E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2209800" cy="24384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5" name="s3-num-3">
            <a:extLst xmlns:a="http://schemas.openxmlformats.org/drawingml/2006/main">
              <a:ext uri="{FF2B5EF4-FFF2-40B4-BE49-F238E27FC236}">
                <a16:creationId xmlns:a16="http://schemas.microsoft.com/office/drawing/2014/main" id="{77572C8E-6844-481D-AE2C-D388671D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s3-title-3">
            <a:extLst xmlns:a="http://schemas.openxmlformats.org/drawingml/2006/main">
              <a:ext uri="{FF2B5EF4-FFF2-40B4-BE49-F238E27FC236}">
                <a16:creationId xmlns:a16="http://schemas.microsoft.com/office/drawing/2014/main" id="{61C866C9-A730-4687-A60B-CFB1FF5F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执行补充</a:t>
            </a:r>
          </a:p>
        </p:txBody>
      </p:sp>
      <p:sp>
        <p:nvSpPr>
          <p:cNvPr id="37" name="s3-role-3">
            <a:extLst xmlns:a="http://schemas.openxmlformats.org/drawingml/2006/main">
              <a:ext uri="{FF2B5EF4-FFF2-40B4-BE49-F238E27FC236}">
                <a16:creationId xmlns:a16="http://schemas.microsoft.com/office/drawing/2014/main" id="{0E5FBE00-1AEC-41B1-897F-33523CEB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</p:txBody>
      </p:sp>
      <p:sp>
        <p:nvSpPr>
          <p:cNvPr id="38" name="s3-column-rule-3">
            <a:extLst xmlns:a="http://schemas.openxmlformats.org/drawingml/2006/main">
              <a:ext uri="{FF2B5EF4-FFF2-40B4-BE49-F238E27FC236}">
                <a16:creationId xmlns:a16="http://schemas.microsoft.com/office/drawing/2014/main" id="{812107DD-65B6-4AF4-9872-041D0AC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9" name="s3-delivery-3">
            <a:extLst xmlns:a="http://schemas.openxmlformats.org/drawingml/2006/main">
              <a:ext uri="{FF2B5EF4-FFF2-40B4-BE49-F238E27FC236}">
                <a16:creationId xmlns:a16="http://schemas.microsoft.com/office/drawing/2014/main" id="{DA7AAEA0-49EE-48A4-B6C0-47E3E05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补充记录与说明</a:t>
            </a:r>
          </a:p>
        </p:txBody>
      </p:sp>
      <p:sp>
        <p:nvSpPr>
          <p:cNvPr id="40" name="s3-column-rule2-3">
            <a:extLst xmlns:a="http://schemas.openxmlformats.org/drawingml/2006/main">
              <a:ext uri="{FF2B5EF4-FFF2-40B4-BE49-F238E27FC236}">
                <a16:creationId xmlns:a16="http://schemas.microsoft.com/office/drawing/2014/main" id="{3E572942-6EA3-487F-A1FA-3B18952C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76675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41" name="s3-condition-3">
            <a:extLst xmlns:a="http://schemas.openxmlformats.org/drawingml/2006/main">
              <a:ext uri="{FF2B5EF4-FFF2-40B4-BE49-F238E27FC236}">
                <a16:creationId xmlns:a16="http://schemas.microsoft.com/office/drawing/2014/main" id="{D852F660-2523-4B05-97E6-2D92BE66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缺项已补齐</a:t>
            </a:r>
          </a:p>
        </p:txBody>
      </p:sp>
      <p:sp>
        <p:nvSpPr>
          <p:cNvPr id="42" name="s3-column-4">
            <a:extLst xmlns:a="http://schemas.openxmlformats.org/drawingml/2006/main">
              <a:ext uri="{FF2B5EF4-FFF2-40B4-BE49-F238E27FC236}">
                <a16:creationId xmlns:a16="http://schemas.microsoft.com/office/drawing/2014/main" id="{E74BE5F7-53D5-4954-93DE-05AEA42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209800" cy="24384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s3-num-4">
            <a:extLst xmlns:a="http://schemas.openxmlformats.org/drawingml/2006/main">
              <a:ext uri="{FF2B5EF4-FFF2-40B4-BE49-F238E27FC236}">
                <a16:creationId xmlns:a16="http://schemas.microsoft.com/office/drawing/2014/main" id="{DE580406-9F59-4047-9D5E-F95F486D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4" name="s3-title-4">
            <a:extLst xmlns:a="http://schemas.openxmlformats.org/drawingml/2006/main">
              <a:ext uri="{FF2B5EF4-FFF2-40B4-BE49-F238E27FC236}">
                <a16:creationId xmlns:a16="http://schemas.microsoft.com/office/drawing/2014/main" id="{53DD8801-8B0D-4E9C-9BF0-D8C4EF0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45" name="s3-role-4">
            <a:extLst xmlns:a="http://schemas.openxmlformats.org/drawingml/2006/main">
              <a:ext uri="{FF2B5EF4-FFF2-40B4-BE49-F238E27FC236}">
                <a16:creationId xmlns:a16="http://schemas.microsoft.com/office/drawing/2014/main" id="{DE6277D4-C088-4739-8B6A-12C7AE4A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46" name="s3-column-rule-4">
            <a:extLst xmlns:a="http://schemas.openxmlformats.org/drawingml/2006/main">
              <a:ext uri="{FF2B5EF4-FFF2-40B4-BE49-F238E27FC236}">
                <a16:creationId xmlns:a16="http://schemas.microsoft.com/office/drawing/2014/main" id="{C4128A91-25B3-498B-954F-DF088AA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24200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47" name="s3-delivery-4">
            <a:extLst xmlns:a="http://schemas.openxmlformats.org/drawingml/2006/main">
              <a:ext uri="{FF2B5EF4-FFF2-40B4-BE49-F238E27FC236}">
                <a16:creationId xmlns:a16="http://schemas.microsoft.com/office/drawing/2014/main" id="{3193D4AA-3B93-4C82-A6C2-6939F558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可讨论版本</a:t>
            </a:r>
          </a:p>
        </p:txBody>
      </p:sp>
      <p:sp>
        <p:nvSpPr>
          <p:cNvPr id="48" name="s3-column-rule2-4">
            <a:extLst xmlns:a="http://schemas.openxmlformats.org/drawingml/2006/main">
              <a:ext uri="{FF2B5EF4-FFF2-40B4-BE49-F238E27FC236}">
                <a16:creationId xmlns:a16="http://schemas.microsoft.com/office/drawing/2014/main" id="{FC094E99-08D0-4494-8938-1ACC95B0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186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49" name="s3-condition-4">
            <a:extLst xmlns:a="http://schemas.openxmlformats.org/drawingml/2006/main">
              <a:ext uri="{FF2B5EF4-FFF2-40B4-BE49-F238E27FC236}">
                <a16:creationId xmlns:a16="http://schemas.microsoft.com/office/drawing/2014/main" id="{D80C83C4-6583-4571-BE41-4CCA5B0F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50" name="s3-branch">
            <a:extLst xmlns:a="http://schemas.openxmlformats.org/drawingml/2006/main">
              <a:ext uri="{FF2B5EF4-FFF2-40B4-BE49-F238E27FC236}">
                <a16:creationId xmlns:a16="http://schemas.microsoft.com/office/drawing/2014/main" id="{3ED4C6D5-1F48-43FC-87A0-C40D440F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A2C"/>
            </a:solidFill>
            <a:prstDash val="dash"/>
          </a:ln>
        </p:spPr>
      </p:sp>
      <p:sp>
        <p:nvSpPr>
          <p:cNvPr id="51" name="s3-gate">
            <a:extLst xmlns:a="http://schemas.openxmlformats.org/drawingml/2006/main">
              <a:ext uri="{FF2B5EF4-FFF2-40B4-BE49-F238E27FC236}">
                <a16:creationId xmlns:a16="http://schemas.microsoft.com/office/drawing/2014/main" id="{694AC656-E502-4B28-A183-27F7776F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1E8D6"/>
          </a:solidFill>
          <a:ln xmlns:a="http://schemas.openxmlformats.org/drawingml/2006/main" w="9525">
            <a:solidFill>
              <a:srgbClr val="735A2C"/>
            </a:solidFill>
            <a:prstDash val="solid"/>
          </a:ln>
        </p:spPr>
      </p:sp>
      <p:sp>
        <p:nvSpPr>
          <p:cNvPr id="52" name="s3-gate-pill">
            <a:extLst xmlns:a="http://schemas.openxmlformats.org/drawingml/2006/main">
              <a:ext uri="{FF2B5EF4-FFF2-40B4-BE49-F238E27FC236}">
                <a16:creationId xmlns:a16="http://schemas.microsoft.com/office/drawing/2014/main" id="{F1E3CBD1-FF84-45E9-8740-B129319D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rPr>
              <a:t>授权变化时</a:t>
            </a:r>
          </a:p>
        </p:txBody>
      </p:sp>
      <p:sp>
        <p:nvSpPr>
          <p:cNvPr id="53" name="s3-gate-text">
            <a:extLst xmlns:a="http://schemas.openxmlformats.org/drawingml/2006/main">
              <a:ext uri="{FF2B5EF4-FFF2-40B4-BE49-F238E27FC236}">
                <a16:creationId xmlns:a16="http://schemas.microsoft.com/office/drawing/2014/main" id="{30945B3B-2EDD-450F-A974-2D5BF35D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673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rPr>
              <a:t>暂停共享 → 负责人处理授权 → 获得授权后继续</a:t>
            </a:r>
          </a:p>
        </p:txBody>
      </p:sp>
      <p:sp>
        <p:nvSpPr>
          <p:cNvPr id="54" name="s3-gate-condition">
            <a:extLst xmlns:a="http://schemas.openxmlformats.org/drawingml/2006/main">
              <a:ext uri="{FF2B5EF4-FFF2-40B4-BE49-F238E27FC236}">
                <a16:creationId xmlns:a16="http://schemas.microsoft.com/office/drawing/2014/main" id="{AF93F47C-47C2-42E5-9FC4-5A91233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rPr>
              <a:t>授权未完成，不进入共享。</a:t>
            </a:r>
          </a:p>
        </p:txBody>
      </p:sp>
      <p:sp>
        <p:nvSpPr>
          <p:cNvPr id="55" name="s3-scope">
            <a:extLst xmlns:a="http://schemas.openxmlformats.org/drawingml/2006/main">
              <a:ext uri="{FF2B5EF4-FFF2-40B4-BE49-F238E27FC236}">
                <a16:creationId xmlns:a16="http://schemas.microsoft.com/office/drawing/2014/main" id="{E117252E-06CD-4C8C-AEBD-9B2568EA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56" name="s3-scope-text">
            <a:extLst xmlns:a="http://schemas.openxmlformats.org/drawingml/2006/main">
              <a:ext uri="{FF2B5EF4-FFF2-40B4-BE49-F238E27FC236}">
                <a16:creationId xmlns:a16="http://schemas.microsoft.com/office/drawing/2014/main" id="{03002C30-46E4-4DED-8F8D-31DD1A95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436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复核检查结果如何产生；不要求复做实验，也不代替科学结论审查。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1320060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4-topbar">
            <a:extLst xmlns:a="http://schemas.openxmlformats.org/drawingml/2006/main">
              <a:ext uri="{FF2B5EF4-FFF2-40B4-BE49-F238E27FC236}">
                <a16:creationId xmlns:a16="http://schemas.microsoft.com/office/drawing/2014/main" id="{A9D02DDB-6460-4ABA-911D-FBF68BE0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132B36EC-5B61-4997-BBF1-F26BD365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04  ·  四周试点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D848EBD-DA14-4CCA-86AB-F6B73D18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用具体复核过程和成员反馈决定去留，不设统一分数</a:t>
            </a:r>
          </a:p>
        </p:txBody>
      </p:sp>
      <p:sp>
        <p:nvSpPr>
          <p:cNvPr id="4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3051E1CA-67CC-40E6-B34D-38B3A102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试点范围是拟定方案：一个方向、两名自愿成员、只记录新增实验。</a:t>
            </a:r>
          </a:p>
        </p:txBody>
      </p:sp>
      <p:sp>
        <p:nvSpPr>
          <p:cNvPr id="5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89301B56-09C3-4933-9580-8C7FA5BE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lide-4-header-line">
            <a:extLst xmlns:a="http://schemas.openxmlformats.org/drawingml/2006/main">
              <a:ext uri="{FF2B5EF4-FFF2-40B4-BE49-F238E27FC236}">
                <a16:creationId xmlns:a16="http://schemas.microsoft.com/office/drawing/2014/main" id="{53693A2E-7CD2-43A6-A580-C6D8447B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4-scope">
            <a:extLst xmlns:a="http://schemas.openxmlformats.org/drawingml/2006/main">
              <a:ext uri="{FF2B5EF4-FFF2-40B4-BE49-F238E27FC236}">
                <a16:creationId xmlns:a16="http://schemas.microsoft.com/office/drawing/2014/main" id="{F89AC9D1-0653-4EE2-82CD-1437D1F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8" name="s4-scope-text">
            <a:extLst xmlns:a="http://schemas.openxmlformats.org/drawingml/2006/main">
              <a:ext uri="{FF2B5EF4-FFF2-40B4-BE49-F238E27FC236}">
                <a16:creationId xmlns:a16="http://schemas.microsoft.com/office/drawing/2014/main" id="{64F79906-22BF-43C5-A890-7E23B87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试点范围  ·  1 个课题方向  ·  2 名自愿成员  ·  记录新增实验</a:t>
            </a:r>
          </a:p>
        </p:txBody>
      </p:sp>
      <p:sp>
        <p:nvSpPr>
          <p:cNvPr id="9" name="s4-timeline">
            <a:extLst xmlns:a="http://schemas.openxmlformats.org/drawingml/2006/main">
              <a:ext uri="{FF2B5EF4-FFF2-40B4-BE49-F238E27FC236}">
                <a16:creationId xmlns:a16="http://schemas.microsoft.com/office/drawing/2014/main" id="{7F6D86F1-CAD7-409D-B99D-1F195D7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14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DB9D3"/>
            </a:solidFill>
            <a:prstDash val="solid"/>
          </a:ln>
        </p:spPr>
      </p:sp>
      <p:sp>
        <p:nvSpPr>
          <p:cNvPr id="10" name="s4-week-1">
            <a:extLst xmlns:a="http://schemas.openxmlformats.org/drawingml/2006/main">
              <a:ext uri="{FF2B5EF4-FFF2-40B4-BE49-F238E27FC236}">
                <a16:creationId xmlns:a16="http://schemas.microsoft.com/office/drawing/2014/main" id="{8F489B86-66C4-436D-8CB8-D7E93942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s4-week-2">
            <a:extLst xmlns:a="http://schemas.openxmlformats.org/drawingml/2006/main">
              <a:ext uri="{FF2B5EF4-FFF2-40B4-BE49-F238E27FC236}">
                <a16:creationId xmlns:a16="http://schemas.microsoft.com/office/drawing/2014/main" id="{4C3519B8-D788-432F-9431-B02C398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s4-week-3">
            <a:extLst xmlns:a="http://schemas.openxmlformats.org/drawingml/2006/main">
              <a:ext uri="{FF2B5EF4-FFF2-40B4-BE49-F238E27FC236}">
                <a16:creationId xmlns:a16="http://schemas.microsoft.com/office/drawing/2014/main" id="{E94D2B28-A95D-4128-8571-F49904B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s4-week-4">
            <a:extLst xmlns:a="http://schemas.openxmlformats.org/drawingml/2006/main">
              <a:ext uri="{FF2B5EF4-FFF2-40B4-BE49-F238E27FC236}">
                <a16:creationId xmlns:a16="http://schemas.microsoft.com/office/drawing/2014/main" id="{01E08CCE-BDA9-4D2A-84D8-9872B6D3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s4-card-1">
            <a:extLst xmlns:a="http://schemas.openxmlformats.org/drawingml/2006/main">
              <a:ext uri="{FF2B5EF4-FFF2-40B4-BE49-F238E27FC236}">
                <a16:creationId xmlns:a16="http://schemas.microsoft.com/office/drawing/2014/main" id="{5CB6CF0D-596F-4911-AC7E-1C2E82B0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5" name="s4-title-1">
            <a:extLst xmlns:a="http://schemas.openxmlformats.org/drawingml/2006/main">
              <a:ext uri="{FF2B5EF4-FFF2-40B4-BE49-F238E27FC236}">
                <a16:creationId xmlns:a16="http://schemas.microsoft.com/office/drawing/2014/main" id="{FCDC6718-9A16-4885-949A-E089CBD6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6" name="s4-body-1">
            <a:extLst xmlns:a="http://schemas.openxmlformats.org/drawingml/2006/main">
              <a:ext uri="{FF2B5EF4-FFF2-40B4-BE49-F238E27FC236}">
                <a16:creationId xmlns:a16="http://schemas.microsoft.com/office/drawing/2014/main" id="{C9365CC1-D06E-47F5-9689-43B876C6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确认最少字段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试填一个结果</a:t>
            </a:r>
          </a:p>
        </p:txBody>
      </p:sp>
      <p:sp>
        <p:nvSpPr>
          <p:cNvPr id="17" name="s4-card-2">
            <a:extLst xmlns:a="http://schemas.openxmlformats.org/drawingml/2006/main">
              <a:ext uri="{FF2B5EF4-FFF2-40B4-BE49-F238E27FC236}">
                <a16:creationId xmlns:a16="http://schemas.microsoft.com/office/drawing/2014/main" id="{AA3EAB34-053B-4D05-AEF9-C939047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8" name="s4-title-2">
            <a:extLst xmlns:a="http://schemas.openxmlformats.org/drawingml/2006/main">
              <a:ext uri="{FF2B5EF4-FFF2-40B4-BE49-F238E27FC236}">
                <a16:creationId xmlns:a16="http://schemas.microsoft.com/office/drawing/2014/main" id="{BE70E0C3-AB28-4AD8-8CD8-1D918F3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9" name="s4-body-2">
            <a:extLst xmlns:a="http://schemas.openxmlformats.org/drawingml/2006/main">
              <a:ext uri="{FF2B5EF4-FFF2-40B4-BE49-F238E27FC236}">
                <a16:creationId xmlns:a16="http://schemas.microsoft.com/office/drawing/2014/main" id="{C761C9E8-1D65-4758-9E75-A9EB88F9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记录缺项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记录填写负担</a:t>
            </a:r>
          </a:p>
        </p:txBody>
      </p:sp>
      <p:sp>
        <p:nvSpPr>
          <p:cNvPr id="20" name="s4-card-3">
            <a:extLst xmlns:a="http://schemas.openxmlformats.org/drawingml/2006/main">
              <a:ext uri="{FF2B5EF4-FFF2-40B4-BE49-F238E27FC236}">
                <a16:creationId xmlns:a16="http://schemas.microsoft.com/office/drawing/2014/main" id="{F31AC60A-1C61-4DE3-941D-D6A9DF5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1" name="s4-title-3">
            <a:extLst xmlns:a="http://schemas.openxmlformats.org/drawingml/2006/main">
              <a:ext uri="{FF2B5EF4-FFF2-40B4-BE49-F238E27FC236}">
                <a16:creationId xmlns:a16="http://schemas.microsoft.com/office/drawing/2014/main" id="{CE09488B-0FB8-4D51-B386-5D49CF6A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2" name="s4-body-3">
            <a:extLst xmlns:a="http://schemas.openxmlformats.org/drawingml/2006/main">
              <a:ext uri="{FF2B5EF4-FFF2-40B4-BE49-F238E27FC236}">
                <a16:creationId xmlns:a16="http://schemas.microsoft.com/office/drawing/2014/main" id="{D4496702-911A-40AE-936F-E20555A6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汇总复核过程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听取成员反馈</a:t>
            </a:r>
          </a:p>
        </p:txBody>
      </p:sp>
      <p:sp>
        <p:nvSpPr>
          <p:cNvPr id="23" name="s4-card-4">
            <a:extLst xmlns:a="http://schemas.openxmlformats.org/drawingml/2006/main">
              <a:ext uri="{FF2B5EF4-FFF2-40B4-BE49-F238E27FC236}">
                <a16:creationId xmlns:a16="http://schemas.microsoft.com/office/drawing/2014/main" id="{B50AD3C4-6ECE-4242-BCB4-D558DF6D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4-title-4">
            <a:extLst xmlns:a="http://schemas.openxmlformats.org/drawingml/2006/main">
              <a:ext uri="{FF2B5EF4-FFF2-40B4-BE49-F238E27FC236}">
                <a16:creationId xmlns:a16="http://schemas.microsoft.com/office/drawing/2014/main" id="{857BA214-EB23-4D20-9C56-24CC6E92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决定门</a:t>
            </a:r>
          </a:p>
        </p:txBody>
      </p:sp>
      <p:sp>
        <p:nvSpPr>
          <p:cNvPr id="25" name="s4-body-4">
            <a:extLst xmlns:a="http://schemas.openxmlformats.org/drawingml/2006/main">
              <a:ext uri="{FF2B5EF4-FFF2-40B4-BE49-F238E27FC236}">
                <a16:creationId xmlns:a16="http://schemas.microsoft.com/office/drawing/2014/main" id="{6BBEAD4E-F5D7-4923-BF75-9B7E4131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 / 修改 / 停止</a:t>
            </a:r>
          </a:p>
        </p:txBody>
      </p:sp>
      <p:sp>
        <p:nvSpPr>
          <p:cNvPr id="26" name="s4-criteria">
            <a:extLst xmlns:a="http://schemas.openxmlformats.org/drawingml/2006/main">
              <a:ext uri="{FF2B5EF4-FFF2-40B4-BE49-F238E27FC236}">
                <a16:creationId xmlns:a16="http://schemas.microsoft.com/office/drawing/2014/main" id="{215C85E0-F591-4AFB-872E-49ED1B4B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4770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27" name="s4-criteria-title">
            <a:extLst xmlns:a="http://schemas.openxmlformats.org/drawingml/2006/main">
              <a:ext uri="{FF2B5EF4-FFF2-40B4-BE49-F238E27FC236}">
                <a16:creationId xmlns:a16="http://schemas.microsoft.com/office/drawing/2014/main" id="{153202A8-FA6D-47D9-938B-CFE61E21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评估看什么</a:t>
            </a:r>
          </a:p>
        </p:txBody>
      </p:sp>
      <p:sp>
        <p:nvSpPr>
          <p:cNvPr id="28" name="s4-criteria-body">
            <a:extLst xmlns:a="http://schemas.openxmlformats.org/drawingml/2006/main">
              <a:ext uri="{FF2B5EF4-FFF2-40B4-BE49-F238E27FC236}">
                <a16:creationId xmlns:a16="http://schemas.microsoft.com/office/drawing/2014/main" id="{01612331-7C79-4601-8B8B-A36E16F5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来源能否定位  ·  处理与排除依据能否理解  ·  负担是否愿意长期承担</a:t>
            </a:r>
          </a:p>
        </p:txBody>
      </p:sp>
      <p:sp>
        <p:nvSpPr>
          <p:cNvPr id="29" name="s4-stop">
            <a:extLst xmlns:a="http://schemas.openxmlformats.org/drawingml/2006/main">
              <a:ext uri="{FF2B5EF4-FFF2-40B4-BE49-F238E27FC236}">
                <a16:creationId xmlns:a16="http://schemas.microsoft.com/office/drawing/2014/main" id="{9E93950E-F34B-41E3-ABE7-75F09E48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248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5E0"/>
          </a:solidFill>
          <a:ln xmlns:a="http://schemas.openxmlformats.org/drawingml/2006/main" w="9525">
            <a:solidFill>
              <a:srgbClr val="8A463A"/>
            </a:solidFill>
            <a:prstDash val="solid"/>
          </a:ln>
        </p:spPr>
      </p:sp>
      <p:sp>
        <p:nvSpPr>
          <p:cNvPr id="30" name="s4-stop-title">
            <a:extLst xmlns:a="http://schemas.openxmlformats.org/drawingml/2006/main">
              <a:ext uri="{FF2B5EF4-FFF2-40B4-BE49-F238E27FC236}">
                <a16:creationId xmlns:a16="http://schemas.microsoft.com/office/drawing/2014/main" id="{D7E4A941-36AF-4829-AB7D-9916EEF4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91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rPr>
              <a:t>缩小要求或停止</a:t>
            </a:r>
          </a:p>
        </p:txBody>
      </p:sp>
      <p:sp>
        <p:nvSpPr>
          <p:cNvPr id="31" name="s4-stop-body">
            <a:extLst xmlns:a="http://schemas.openxmlformats.org/drawingml/2006/main">
              <a:ext uri="{FF2B5EF4-FFF2-40B4-BE49-F238E27FC236}">
                <a16:creationId xmlns:a16="http://schemas.microsoft.com/office/drawing/2014/main" id="{D215ECF9-FE5E-4FBB-9B74-410E39F7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0545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持续挤占实验时间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只有重复抄写，不能帮助解释结果</a:t>
            </a:r>
          </a:p>
        </p:txBody>
      </p:sp>
      <p:sp>
        <p:nvSpPr>
          <p:cNvPr id="32" name="s4-limit">
            <a:extLst xmlns:a="http://schemas.openxmlformats.org/drawingml/2006/main">
              <a:ext uri="{FF2B5EF4-FFF2-40B4-BE49-F238E27FC236}">
                <a16:creationId xmlns:a16="http://schemas.microsoft.com/office/drawing/2014/main" id="{7BD1F242-53E2-4C28-9C85-EB5051C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方案仍是拟定范围：没有实测效率或完成率。</a:t>
            </a:r>
          </a:p>
        </p:txBody>
      </p:sp>
    </p:spTree>
    <p:extLst>
      <p:ext uri="{BB962C8B-B14F-4D97-AF65-F5344CB8AC3E}">
        <p14:creationId xmlns:p14="http://schemas.microsoft.com/office/powerpoint/2010/main" val="406791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2026-09-07T01:26:48.0780000Z</dcterms:created>
  <dcterms:modified xsi:type="dcterms:W3CDTF">2026-09-07T01:26:48.0780000Z</dcterms:modified>
</coreProperties>
</file>