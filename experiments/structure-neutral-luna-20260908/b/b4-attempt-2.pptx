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c337ebfc4548bc" /><Relationship Type="http://schemas.openxmlformats.org/officeDocument/2006/relationships/extended-properties" Target="/docProps/app.xml" Id="R43eff256be344df1" /><Relationship Type="http://schemas.openxmlformats.org/officeDocument/2006/relationships/officeDocument" Target="/ppt/presentation.xml" Id="R21b2512bb77049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ab35976f094895"/>
  </p:sldMasterIdLst>
  <p:notesMasterIdLst>
    <p:notesMasterId xmlns:r="http://schemas.openxmlformats.org/officeDocument/2006/relationships" r:id="R57bd7dad1ff648a3"/>
  </p:notesMasterIdLst>
  <p:sldIdLst>
    <p:sldId xmlns:r="http://schemas.openxmlformats.org/officeDocument/2006/relationships" id="256" r:id="R115117b7c8934c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9a3585c7fc429b" /><Relationship Type="http://schemas.openxmlformats.org/officeDocument/2006/relationships/slideMaster" Target="/ppt/slideMasters/slideMaster1.xml" Id="Rc9ab35976f094895" /><Relationship Type="http://schemas.openxmlformats.org/officeDocument/2006/relationships/notesMaster" Target="/ppt/notesMasters/notesMaster1.xml" Id="R57bd7dad1ff648a3" /><Relationship Type="http://schemas.openxmlformats.org/officeDocument/2006/relationships/presProps" Target="/ppt/presProps.xml" Id="R90a716d41ca24bea" /><Relationship Type="http://schemas.openxmlformats.org/officeDocument/2006/relationships/tableStyles" Target="/ppt/tableStyles.xml" Id="R887abf66e6b8486c" /><Relationship Type="http://schemas.openxmlformats.org/officeDocument/2006/relationships/slide" Target="/ppt/slides/slide1.xml" Id="R115117b7c8934c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bdfcacf3244e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9cb4e0f7124171" /><Relationship Type="http://schemas.openxmlformats.org/officeDocument/2006/relationships/notesMaster" Target="/ppt/notesMasters/notesMaster1.xml" Id="R5051b950db1141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ff2036434446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9dc16f20644caf" /><Relationship Type="http://schemas.openxmlformats.org/officeDocument/2006/relationships/slideLayout" Target="/ppt/slideLayouts/slideLayout1.xml" Id="Rf3e6b14401e14b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e6b14401e14b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563ecf6d342d5" /><Relationship Type="http://schemas.openxmlformats.org/officeDocument/2006/relationships/notesSlide" Target="/ppt/notesSlides/notesSlide1.xml" Id="R1c6a2e4e0f4047d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page-paper">
            <a:extLst xmlns:a="http://schemas.openxmlformats.org/drawingml/2006/main">
              <a:ext uri="{FF2B5EF4-FFF2-40B4-BE49-F238E27FC236}">
                <a16:creationId xmlns:a16="http://schemas.microsoft.com/office/drawing/2014/main" id="{A3A60945-CFA7-49DB-AA84-93F93E75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0E7D41C1-9109-4793-B149-1C94C35C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73F357B6-C4FD-4257-8ABF-9E82288E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609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三层收敛：从原始反馈到实施方案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68D3463-D971-499D-8657-69AF9731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47700"/>
            <a:ext cx="681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5DA49D99-0046-4FC7-9B47-40B92D77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汇总反馈：各渠道原始反馈尚未核实。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85A53AE1-6C91-432B-9C26-FC1CA8E7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047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保留问题：能够重复观察并有材料支持。</a:t>
            </a:r>
          </a:p>
        </p:txBody>
      </p:sp>
      <p:sp>
        <p:nvSpPr>
          <p:cNvPr id="7" name="plain-2-body">
            <a:extLst xmlns:a="http://schemas.openxmlformats.org/drawingml/2006/main">
              <a:ext uri="{FF2B5EF4-FFF2-40B4-BE49-F238E27FC236}">
                <a16:creationId xmlns:a16="http://schemas.microsoft.com/office/drawing/2014/main" id="{354C4DD2-C991-4B9B-A0FA-875BB48F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5717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明确方案：责任人与交付范围均已明确。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36C029A-CE55-4744-A40B-C3285F66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9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F868CF20-2A78-43BF-9CBC-3F5BD32D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3971754" y="2075174"/>
            <a:ext cx="4248502" cy="301867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AB7E3F29-0C72-4329-9B39-E238CAB0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7104" y="2544747"/>
            <a:ext cx="2757802" cy="727310"/>
          </a:xfrm>
          <a:custGeom xmlns:a="http://schemas.openxmlformats.org/drawingml/2006/main">
            <a:pathLst>
              <a:path w="2757802" h="727310">
                <a:moveTo>
                  <a:pt x="0" y="0"/>
                </a:moveTo>
                <a:lnTo>
                  <a:pt x="14107" y="22003"/>
                </a:lnTo>
                <a:lnTo>
                  <a:pt x="28213" y="44006"/>
                </a:lnTo>
                <a:lnTo>
                  <a:pt x="42320" y="65999"/>
                </a:lnTo>
                <a:lnTo>
                  <a:pt x="56426" y="88001"/>
                </a:lnTo>
                <a:lnTo>
                  <a:pt x="70533" y="110004"/>
                </a:lnTo>
                <a:lnTo>
                  <a:pt x="84649" y="132007"/>
                </a:lnTo>
                <a:lnTo>
                  <a:pt x="98755" y="154010"/>
                </a:lnTo>
                <a:lnTo>
                  <a:pt x="112862" y="176012"/>
                </a:lnTo>
                <a:lnTo>
                  <a:pt x="126968" y="198006"/>
                </a:lnTo>
                <a:lnTo>
                  <a:pt x="141075" y="220008"/>
                </a:lnTo>
                <a:lnTo>
                  <a:pt x="155181" y="242011"/>
                </a:lnTo>
                <a:lnTo>
                  <a:pt x="169288" y="264014"/>
                </a:lnTo>
                <a:lnTo>
                  <a:pt x="183394" y="286017"/>
                </a:lnTo>
                <a:lnTo>
                  <a:pt x="197501" y="308019"/>
                </a:lnTo>
                <a:lnTo>
                  <a:pt x="211607" y="330013"/>
                </a:lnTo>
                <a:lnTo>
                  <a:pt x="225723" y="352015"/>
                </a:lnTo>
                <a:lnTo>
                  <a:pt x="239830" y="374018"/>
                </a:lnTo>
                <a:lnTo>
                  <a:pt x="253937" y="396021"/>
                </a:lnTo>
                <a:lnTo>
                  <a:pt x="268043" y="418024"/>
                </a:lnTo>
                <a:lnTo>
                  <a:pt x="282150" y="440017"/>
                </a:lnTo>
                <a:lnTo>
                  <a:pt x="296256" y="462020"/>
                </a:lnTo>
                <a:lnTo>
                  <a:pt x="310363" y="484022"/>
                </a:lnTo>
                <a:lnTo>
                  <a:pt x="324469" y="506025"/>
                </a:lnTo>
                <a:lnTo>
                  <a:pt x="338576" y="528028"/>
                </a:lnTo>
                <a:lnTo>
                  <a:pt x="352682" y="550031"/>
                </a:lnTo>
                <a:lnTo>
                  <a:pt x="366798" y="572024"/>
                </a:lnTo>
                <a:lnTo>
                  <a:pt x="380905" y="594027"/>
                </a:lnTo>
                <a:lnTo>
                  <a:pt x="395011" y="616029"/>
                </a:lnTo>
                <a:lnTo>
                  <a:pt x="409118" y="638032"/>
                </a:lnTo>
                <a:lnTo>
                  <a:pt x="423224" y="660035"/>
                </a:lnTo>
                <a:lnTo>
                  <a:pt x="440998" y="677609"/>
                </a:lnTo>
                <a:lnTo>
                  <a:pt x="466039" y="684990"/>
                </a:lnTo>
                <a:lnTo>
                  <a:pt x="491690" y="690020"/>
                </a:lnTo>
                <a:lnTo>
                  <a:pt x="517522" y="693972"/>
                </a:lnTo>
                <a:lnTo>
                  <a:pt x="543439" y="697278"/>
                </a:lnTo>
                <a:lnTo>
                  <a:pt x="569424" y="700135"/>
                </a:lnTo>
                <a:lnTo>
                  <a:pt x="595436" y="702650"/>
                </a:lnTo>
                <a:lnTo>
                  <a:pt x="621478" y="704888"/>
                </a:lnTo>
                <a:lnTo>
                  <a:pt x="647529" y="706917"/>
                </a:lnTo>
                <a:lnTo>
                  <a:pt x="673598" y="708765"/>
                </a:lnTo>
                <a:lnTo>
                  <a:pt x="699687" y="710460"/>
                </a:lnTo>
                <a:lnTo>
                  <a:pt x="725776" y="712013"/>
                </a:lnTo>
                <a:lnTo>
                  <a:pt x="751865" y="713442"/>
                </a:lnTo>
                <a:lnTo>
                  <a:pt x="777973" y="714775"/>
                </a:lnTo>
                <a:lnTo>
                  <a:pt x="804081" y="716004"/>
                </a:lnTo>
                <a:lnTo>
                  <a:pt x="830189" y="717147"/>
                </a:lnTo>
                <a:lnTo>
                  <a:pt x="856307" y="718195"/>
                </a:lnTo>
                <a:lnTo>
                  <a:pt x="882415" y="719176"/>
                </a:lnTo>
                <a:lnTo>
                  <a:pt x="908542" y="720080"/>
                </a:lnTo>
                <a:lnTo>
                  <a:pt x="934660" y="720919"/>
                </a:lnTo>
                <a:lnTo>
                  <a:pt x="960787" y="721700"/>
                </a:lnTo>
                <a:lnTo>
                  <a:pt x="986914" y="722424"/>
                </a:lnTo>
                <a:lnTo>
                  <a:pt x="1013041" y="723081"/>
                </a:lnTo>
                <a:lnTo>
                  <a:pt x="1039168" y="723690"/>
                </a:lnTo>
                <a:lnTo>
                  <a:pt x="1065295" y="724243"/>
                </a:lnTo>
                <a:lnTo>
                  <a:pt x="1091422" y="724748"/>
                </a:lnTo>
                <a:lnTo>
                  <a:pt x="1117559" y="725205"/>
                </a:lnTo>
                <a:lnTo>
                  <a:pt x="1143686" y="725615"/>
                </a:lnTo>
                <a:lnTo>
                  <a:pt x="1169822" y="725967"/>
                </a:lnTo>
                <a:lnTo>
                  <a:pt x="1195959" y="726291"/>
                </a:lnTo>
                <a:lnTo>
                  <a:pt x="1222096" y="726567"/>
                </a:lnTo>
                <a:lnTo>
                  <a:pt x="1248223" y="726796"/>
                </a:lnTo>
                <a:lnTo>
                  <a:pt x="1274359" y="726977"/>
                </a:lnTo>
                <a:lnTo>
                  <a:pt x="1300496" y="727119"/>
                </a:lnTo>
                <a:lnTo>
                  <a:pt x="1326632" y="727224"/>
                </a:lnTo>
                <a:lnTo>
                  <a:pt x="1352769" y="727291"/>
                </a:lnTo>
                <a:lnTo>
                  <a:pt x="1378906" y="727310"/>
                </a:lnTo>
                <a:lnTo>
                  <a:pt x="1405042" y="727291"/>
                </a:lnTo>
                <a:lnTo>
                  <a:pt x="1431169" y="727224"/>
                </a:lnTo>
                <a:lnTo>
                  <a:pt x="1457306" y="727119"/>
                </a:lnTo>
                <a:lnTo>
                  <a:pt x="1483443" y="726977"/>
                </a:lnTo>
                <a:lnTo>
                  <a:pt x="1509579" y="726796"/>
                </a:lnTo>
                <a:lnTo>
                  <a:pt x="1535716" y="726567"/>
                </a:lnTo>
                <a:lnTo>
                  <a:pt x="1561843" y="726291"/>
                </a:lnTo>
                <a:lnTo>
                  <a:pt x="1587979" y="725967"/>
                </a:lnTo>
                <a:lnTo>
                  <a:pt x="1614116" y="725615"/>
                </a:lnTo>
                <a:lnTo>
                  <a:pt x="1640243" y="725205"/>
                </a:lnTo>
                <a:lnTo>
                  <a:pt x="1666380" y="724748"/>
                </a:lnTo>
                <a:lnTo>
                  <a:pt x="1692507" y="724243"/>
                </a:lnTo>
                <a:lnTo>
                  <a:pt x="1718634" y="723690"/>
                </a:lnTo>
                <a:lnTo>
                  <a:pt x="1744770" y="723081"/>
                </a:lnTo>
                <a:lnTo>
                  <a:pt x="1770898" y="722424"/>
                </a:lnTo>
                <a:lnTo>
                  <a:pt x="1797015" y="721700"/>
                </a:lnTo>
                <a:lnTo>
                  <a:pt x="1823142" y="720919"/>
                </a:lnTo>
                <a:lnTo>
                  <a:pt x="1849269" y="720080"/>
                </a:lnTo>
                <a:lnTo>
                  <a:pt x="1875387" y="719176"/>
                </a:lnTo>
                <a:lnTo>
                  <a:pt x="1901504" y="718195"/>
                </a:lnTo>
                <a:lnTo>
                  <a:pt x="1927612" y="717137"/>
                </a:lnTo>
                <a:lnTo>
                  <a:pt x="1953730" y="715994"/>
                </a:lnTo>
                <a:lnTo>
                  <a:pt x="1979838" y="714775"/>
                </a:lnTo>
                <a:lnTo>
                  <a:pt x="2005936" y="713442"/>
                </a:lnTo>
                <a:lnTo>
                  <a:pt x="2032035" y="712013"/>
                </a:lnTo>
                <a:lnTo>
                  <a:pt x="2058124" y="710460"/>
                </a:lnTo>
                <a:lnTo>
                  <a:pt x="2084203" y="708765"/>
                </a:lnTo>
                <a:lnTo>
                  <a:pt x="2110273" y="706917"/>
                </a:lnTo>
                <a:lnTo>
                  <a:pt x="2136324" y="704888"/>
                </a:lnTo>
                <a:lnTo>
                  <a:pt x="2162366" y="702650"/>
                </a:lnTo>
                <a:lnTo>
                  <a:pt x="2188378" y="700135"/>
                </a:lnTo>
                <a:lnTo>
                  <a:pt x="2214362" y="697278"/>
                </a:lnTo>
                <a:lnTo>
                  <a:pt x="2240290" y="693972"/>
                </a:lnTo>
                <a:lnTo>
                  <a:pt x="2266121" y="690020"/>
                </a:lnTo>
                <a:lnTo>
                  <a:pt x="2291763" y="684990"/>
                </a:lnTo>
                <a:lnTo>
                  <a:pt x="2316804" y="677609"/>
                </a:lnTo>
                <a:lnTo>
                  <a:pt x="2334578" y="660025"/>
                </a:lnTo>
                <a:lnTo>
                  <a:pt x="2348684" y="638023"/>
                </a:lnTo>
                <a:lnTo>
                  <a:pt x="2362791" y="616020"/>
                </a:lnTo>
                <a:lnTo>
                  <a:pt x="2376897" y="594017"/>
                </a:lnTo>
                <a:lnTo>
                  <a:pt x="2391004" y="572024"/>
                </a:lnTo>
                <a:lnTo>
                  <a:pt x="2405110" y="550021"/>
                </a:lnTo>
                <a:lnTo>
                  <a:pt x="2419226" y="528018"/>
                </a:lnTo>
                <a:lnTo>
                  <a:pt x="2433333" y="506016"/>
                </a:lnTo>
                <a:lnTo>
                  <a:pt x="2447439" y="484013"/>
                </a:lnTo>
                <a:lnTo>
                  <a:pt x="2461546" y="462020"/>
                </a:lnTo>
                <a:lnTo>
                  <a:pt x="2475652" y="440017"/>
                </a:lnTo>
                <a:lnTo>
                  <a:pt x="2489759" y="418014"/>
                </a:lnTo>
                <a:lnTo>
                  <a:pt x="2503865" y="396011"/>
                </a:lnTo>
                <a:lnTo>
                  <a:pt x="2517972" y="374009"/>
                </a:lnTo>
                <a:lnTo>
                  <a:pt x="2532078" y="352006"/>
                </a:lnTo>
                <a:lnTo>
                  <a:pt x="2546185" y="330013"/>
                </a:lnTo>
                <a:lnTo>
                  <a:pt x="2560301" y="308010"/>
                </a:lnTo>
                <a:lnTo>
                  <a:pt x="2574407" y="286007"/>
                </a:lnTo>
                <a:lnTo>
                  <a:pt x="2588514" y="264004"/>
                </a:lnTo>
                <a:lnTo>
                  <a:pt x="2602621" y="242002"/>
                </a:lnTo>
                <a:lnTo>
                  <a:pt x="2616727" y="220008"/>
                </a:lnTo>
                <a:lnTo>
                  <a:pt x="2630834" y="198006"/>
                </a:lnTo>
                <a:lnTo>
                  <a:pt x="2644940" y="176003"/>
                </a:lnTo>
                <a:lnTo>
                  <a:pt x="2659047" y="154000"/>
                </a:lnTo>
                <a:lnTo>
                  <a:pt x="2673153" y="131997"/>
                </a:lnTo>
                <a:lnTo>
                  <a:pt x="2687260" y="109995"/>
                </a:lnTo>
                <a:lnTo>
                  <a:pt x="2701376" y="88001"/>
                </a:lnTo>
                <a:lnTo>
                  <a:pt x="2715482" y="65999"/>
                </a:lnTo>
                <a:lnTo>
                  <a:pt x="2729589" y="43996"/>
                </a:lnTo>
                <a:lnTo>
                  <a:pt x="2743695" y="21993"/>
                </a:lnTo>
                <a:lnTo>
                  <a:pt x="2757802" y="10"/>
                </a:lnTo>
                <a:lnTo>
                  <a:pt x="2735932" y="12192"/>
                </a:lnTo>
                <a:lnTo>
                  <a:pt x="2710377" y="17640"/>
                </a:lnTo>
                <a:lnTo>
                  <a:pt x="2684545" y="21603"/>
                </a:lnTo>
                <a:lnTo>
                  <a:pt x="2658608" y="24822"/>
                </a:lnTo>
                <a:lnTo>
                  <a:pt x="2632624" y="27575"/>
                </a:lnTo>
                <a:lnTo>
                  <a:pt x="2606592" y="29975"/>
                </a:lnTo>
                <a:lnTo>
                  <a:pt x="2580551" y="32137"/>
                </a:lnTo>
                <a:lnTo>
                  <a:pt x="2554491" y="34090"/>
                </a:lnTo>
                <a:lnTo>
                  <a:pt x="2528411" y="35871"/>
                </a:lnTo>
                <a:lnTo>
                  <a:pt x="2502332" y="37529"/>
                </a:lnTo>
                <a:lnTo>
                  <a:pt x="2476243" y="39053"/>
                </a:lnTo>
                <a:lnTo>
                  <a:pt x="2450144" y="40481"/>
                </a:lnTo>
                <a:lnTo>
                  <a:pt x="2424036" y="41815"/>
                </a:lnTo>
                <a:lnTo>
                  <a:pt x="2397938" y="43072"/>
                </a:lnTo>
                <a:lnTo>
                  <a:pt x="2371830" y="44244"/>
                </a:lnTo>
                <a:lnTo>
                  <a:pt x="2345712" y="45349"/>
                </a:lnTo>
                <a:lnTo>
                  <a:pt x="2319595" y="46396"/>
                </a:lnTo>
                <a:lnTo>
                  <a:pt x="2293487" y="47387"/>
                </a:lnTo>
                <a:lnTo>
                  <a:pt x="2267369" y="48330"/>
                </a:lnTo>
                <a:lnTo>
                  <a:pt x="2241242" y="49216"/>
                </a:lnTo>
                <a:lnTo>
                  <a:pt x="2215124" y="50063"/>
                </a:lnTo>
                <a:lnTo>
                  <a:pt x="2188997" y="50864"/>
                </a:lnTo>
                <a:lnTo>
                  <a:pt x="2162870" y="51626"/>
                </a:lnTo>
                <a:lnTo>
                  <a:pt x="2136753" y="52349"/>
                </a:lnTo>
                <a:lnTo>
                  <a:pt x="2110626" y="53035"/>
                </a:lnTo>
                <a:lnTo>
                  <a:pt x="2084499" y="53683"/>
                </a:lnTo>
                <a:lnTo>
                  <a:pt x="2058362" y="54302"/>
                </a:lnTo>
                <a:lnTo>
                  <a:pt x="2032235" y="54893"/>
                </a:lnTo>
                <a:lnTo>
                  <a:pt x="2006108" y="55445"/>
                </a:lnTo>
                <a:lnTo>
                  <a:pt x="1979981" y="55969"/>
                </a:lnTo>
                <a:lnTo>
                  <a:pt x="1953844" y="56464"/>
                </a:lnTo>
                <a:lnTo>
                  <a:pt x="1927717" y="56940"/>
                </a:lnTo>
                <a:lnTo>
                  <a:pt x="1901581" y="57379"/>
                </a:lnTo>
                <a:lnTo>
                  <a:pt x="1875453" y="57798"/>
                </a:lnTo>
                <a:lnTo>
                  <a:pt x="1849317" y="58188"/>
                </a:lnTo>
                <a:lnTo>
                  <a:pt x="1823190" y="58560"/>
                </a:lnTo>
                <a:lnTo>
                  <a:pt x="1797053" y="58893"/>
                </a:lnTo>
                <a:lnTo>
                  <a:pt x="1770917" y="59217"/>
                </a:lnTo>
                <a:lnTo>
                  <a:pt x="1744780" y="59512"/>
                </a:lnTo>
                <a:lnTo>
                  <a:pt x="1718653" y="59788"/>
                </a:lnTo>
                <a:lnTo>
                  <a:pt x="1692516" y="60046"/>
                </a:lnTo>
                <a:lnTo>
                  <a:pt x="1666380" y="60274"/>
                </a:lnTo>
                <a:lnTo>
                  <a:pt x="1640243" y="60493"/>
                </a:lnTo>
                <a:lnTo>
                  <a:pt x="1614116" y="60674"/>
                </a:lnTo>
                <a:lnTo>
                  <a:pt x="1587979" y="60846"/>
                </a:lnTo>
                <a:lnTo>
                  <a:pt x="1561843" y="60998"/>
                </a:lnTo>
                <a:lnTo>
                  <a:pt x="1535706" y="61122"/>
                </a:lnTo>
                <a:lnTo>
                  <a:pt x="1509570" y="61246"/>
                </a:lnTo>
                <a:lnTo>
                  <a:pt x="1483433" y="61322"/>
                </a:lnTo>
                <a:lnTo>
                  <a:pt x="1457296" y="61389"/>
                </a:lnTo>
                <a:lnTo>
                  <a:pt x="1431169" y="61446"/>
                </a:lnTo>
                <a:lnTo>
                  <a:pt x="1405033" y="61465"/>
                </a:lnTo>
                <a:lnTo>
                  <a:pt x="1378896" y="61493"/>
                </a:lnTo>
                <a:lnTo>
                  <a:pt x="1352760" y="61465"/>
                </a:lnTo>
                <a:lnTo>
                  <a:pt x="1326623" y="61446"/>
                </a:lnTo>
                <a:lnTo>
                  <a:pt x="1300486" y="61389"/>
                </a:lnTo>
                <a:lnTo>
                  <a:pt x="1274350" y="61322"/>
                </a:lnTo>
                <a:lnTo>
                  <a:pt x="1248213" y="61246"/>
                </a:lnTo>
                <a:lnTo>
                  <a:pt x="1222086" y="61122"/>
                </a:lnTo>
                <a:lnTo>
                  <a:pt x="1195949" y="60998"/>
                </a:lnTo>
                <a:lnTo>
                  <a:pt x="1169813" y="60846"/>
                </a:lnTo>
                <a:lnTo>
                  <a:pt x="1143676" y="60674"/>
                </a:lnTo>
                <a:lnTo>
                  <a:pt x="1117540" y="60493"/>
                </a:lnTo>
                <a:lnTo>
                  <a:pt x="1091403" y="60274"/>
                </a:lnTo>
                <a:lnTo>
                  <a:pt x="1065276" y="60046"/>
                </a:lnTo>
                <a:lnTo>
                  <a:pt x="1039139" y="59788"/>
                </a:lnTo>
                <a:lnTo>
                  <a:pt x="1013003" y="59512"/>
                </a:lnTo>
                <a:lnTo>
                  <a:pt x="986866" y="59217"/>
                </a:lnTo>
                <a:lnTo>
                  <a:pt x="960739" y="58893"/>
                </a:lnTo>
                <a:lnTo>
                  <a:pt x="934603" y="58560"/>
                </a:lnTo>
                <a:lnTo>
                  <a:pt x="908466" y="58188"/>
                </a:lnTo>
                <a:lnTo>
                  <a:pt x="882339" y="57798"/>
                </a:lnTo>
                <a:lnTo>
                  <a:pt x="856202" y="57379"/>
                </a:lnTo>
                <a:lnTo>
                  <a:pt x="830075" y="56940"/>
                </a:lnTo>
                <a:lnTo>
                  <a:pt x="803939" y="56464"/>
                </a:lnTo>
                <a:lnTo>
                  <a:pt x="777812" y="55969"/>
                </a:lnTo>
                <a:lnTo>
                  <a:pt x="751684" y="55445"/>
                </a:lnTo>
                <a:lnTo>
                  <a:pt x="725548" y="54893"/>
                </a:lnTo>
                <a:lnTo>
                  <a:pt x="699421" y="54302"/>
                </a:lnTo>
                <a:lnTo>
                  <a:pt x="673294" y="53683"/>
                </a:lnTo>
                <a:lnTo>
                  <a:pt x="647167" y="53035"/>
                </a:lnTo>
                <a:lnTo>
                  <a:pt x="621040" y="52349"/>
                </a:lnTo>
                <a:lnTo>
                  <a:pt x="594912" y="51626"/>
                </a:lnTo>
                <a:lnTo>
                  <a:pt x="568785" y="50864"/>
                </a:lnTo>
                <a:lnTo>
                  <a:pt x="542668" y="50063"/>
                </a:lnTo>
                <a:lnTo>
                  <a:pt x="516541" y="49216"/>
                </a:lnTo>
                <a:lnTo>
                  <a:pt x="490423" y="48330"/>
                </a:lnTo>
                <a:lnTo>
                  <a:pt x="464306" y="47387"/>
                </a:lnTo>
                <a:lnTo>
                  <a:pt x="438188" y="46396"/>
                </a:lnTo>
                <a:lnTo>
                  <a:pt x="412071" y="45349"/>
                </a:lnTo>
                <a:lnTo>
                  <a:pt x="385963" y="44244"/>
                </a:lnTo>
                <a:lnTo>
                  <a:pt x="359855" y="43072"/>
                </a:lnTo>
                <a:lnTo>
                  <a:pt x="333746" y="41815"/>
                </a:lnTo>
                <a:lnTo>
                  <a:pt x="307648" y="40481"/>
                </a:lnTo>
                <a:lnTo>
                  <a:pt x="281549" y="39053"/>
                </a:lnTo>
                <a:lnTo>
                  <a:pt x="255461" y="37529"/>
                </a:lnTo>
                <a:lnTo>
                  <a:pt x="229372" y="35871"/>
                </a:lnTo>
                <a:lnTo>
                  <a:pt x="203302" y="34090"/>
                </a:lnTo>
                <a:lnTo>
                  <a:pt x="177241" y="32137"/>
                </a:lnTo>
                <a:lnTo>
                  <a:pt x="151190" y="29975"/>
                </a:lnTo>
                <a:lnTo>
                  <a:pt x="125168" y="27565"/>
                </a:lnTo>
                <a:lnTo>
                  <a:pt x="99174" y="24822"/>
                </a:lnTo>
                <a:lnTo>
                  <a:pt x="73238" y="21603"/>
                </a:lnTo>
                <a:lnTo>
                  <a:pt x="47415" y="17631"/>
                </a:lnTo>
                <a:lnTo>
                  <a:pt x="21860" y="121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1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7953D7F2-AA1C-46BA-992C-A84FA89C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7104" y="2447849"/>
            <a:ext cx="2757802" cy="1937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2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A3CA63D0-30A4-486F-9BAE-32943A6E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4043" y="3352181"/>
            <a:ext cx="1900161" cy="727386"/>
          </a:xfrm>
          <a:custGeom xmlns:a="http://schemas.openxmlformats.org/drawingml/2006/main">
            <a:pathLst>
              <a:path w="1900161" h="727386">
                <a:moveTo>
                  <a:pt x="0" y="0"/>
                </a:moveTo>
                <a:lnTo>
                  <a:pt x="8582" y="17488"/>
                </a:lnTo>
                <a:lnTo>
                  <a:pt x="17164" y="34985"/>
                </a:lnTo>
                <a:lnTo>
                  <a:pt x="25746" y="52473"/>
                </a:lnTo>
                <a:lnTo>
                  <a:pt x="34328" y="69961"/>
                </a:lnTo>
                <a:lnTo>
                  <a:pt x="42910" y="87449"/>
                </a:lnTo>
                <a:lnTo>
                  <a:pt x="51492" y="104946"/>
                </a:lnTo>
                <a:lnTo>
                  <a:pt x="60084" y="122434"/>
                </a:lnTo>
                <a:lnTo>
                  <a:pt x="68666" y="139922"/>
                </a:lnTo>
                <a:lnTo>
                  <a:pt x="77248" y="157410"/>
                </a:lnTo>
                <a:lnTo>
                  <a:pt x="85830" y="174908"/>
                </a:lnTo>
                <a:lnTo>
                  <a:pt x="94412" y="192395"/>
                </a:lnTo>
                <a:lnTo>
                  <a:pt x="102994" y="209883"/>
                </a:lnTo>
                <a:lnTo>
                  <a:pt x="111576" y="227381"/>
                </a:lnTo>
                <a:lnTo>
                  <a:pt x="120158" y="244869"/>
                </a:lnTo>
                <a:lnTo>
                  <a:pt x="128740" y="262357"/>
                </a:lnTo>
                <a:lnTo>
                  <a:pt x="137322" y="279845"/>
                </a:lnTo>
                <a:lnTo>
                  <a:pt x="145904" y="297342"/>
                </a:lnTo>
                <a:lnTo>
                  <a:pt x="154486" y="314830"/>
                </a:lnTo>
                <a:lnTo>
                  <a:pt x="163068" y="332318"/>
                </a:lnTo>
                <a:lnTo>
                  <a:pt x="171650" y="349806"/>
                </a:lnTo>
                <a:lnTo>
                  <a:pt x="180242" y="367303"/>
                </a:lnTo>
                <a:lnTo>
                  <a:pt x="188824" y="384791"/>
                </a:lnTo>
                <a:lnTo>
                  <a:pt x="197406" y="402279"/>
                </a:lnTo>
                <a:lnTo>
                  <a:pt x="205988" y="419767"/>
                </a:lnTo>
                <a:lnTo>
                  <a:pt x="214570" y="437264"/>
                </a:lnTo>
                <a:lnTo>
                  <a:pt x="223152" y="454752"/>
                </a:lnTo>
                <a:lnTo>
                  <a:pt x="231734" y="472240"/>
                </a:lnTo>
                <a:lnTo>
                  <a:pt x="240316" y="489737"/>
                </a:lnTo>
                <a:lnTo>
                  <a:pt x="248898" y="507225"/>
                </a:lnTo>
                <a:lnTo>
                  <a:pt x="257480" y="524713"/>
                </a:lnTo>
                <a:lnTo>
                  <a:pt x="266062" y="542201"/>
                </a:lnTo>
                <a:lnTo>
                  <a:pt x="274644" y="559699"/>
                </a:lnTo>
                <a:lnTo>
                  <a:pt x="283226" y="577186"/>
                </a:lnTo>
                <a:lnTo>
                  <a:pt x="291817" y="594674"/>
                </a:lnTo>
                <a:lnTo>
                  <a:pt x="300399" y="612162"/>
                </a:lnTo>
                <a:lnTo>
                  <a:pt x="308981" y="629660"/>
                </a:lnTo>
                <a:lnTo>
                  <a:pt x="317564" y="647148"/>
                </a:lnTo>
                <a:lnTo>
                  <a:pt x="326146" y="664635"/>
                </a:lnTo>
                <a:lnTo>
                  <a:pt x="338118" y="678913"/>
                </a:lnTo>
                <a:lnTo>
                  <a:pt x="356121" y="686295"/>
                </a:lnTo>
                <a:lnTo>
                  <a:pt x="374894" y="691496"/>
                </a:lnTo>
                <a:lnTo>
                  <a:pt x="393935" y="695611"/>
                </a:lnTo>
                <a:lnTo>
                  <a:pt x="413109" y="699049"/>
                </a:lnTo>
                <a:lnTo>
                  <a:pt x="432368" y="702002"/>
                </a:lnTo>
                <a:lnTo>
                  <a:pt x="451676" y="704612"/>
                </a:lnTo>
                <a:lnTo>
                  <a:pt x="471021" y="706926"/>
                </a:lnTo>
                <a:lnTo>
                  <a:pt x="490385" y="709012"/>
                </a:lnTo>
                <a:lnTo>
                  <a:pt x="509778" y="710898"/>
                </a:lnTo>
                <a:lnTo>
                  <a:pt x="529190" y="712613"/>
                </a:lnTo>
                <a:lnTo>
                  <a:pt x="548611" y="714185"/>
                </a:lnTo>
                <a:lnTo>
                  <a:pt x="568033" y="715632"/>
                </a:lnTo>
                <a:lnTo>
                  <a:pt x="587473" y="716947"/>
                </a:lnTo>
                <a:lnTo>
                  <a:pt x="606923" y="718156"/>
                </a:lnTo>
                <a:lnTo>
                  <a:pt x="626374" y="719271"/>
                </a:lnTo>
                <a:lnTo>
                  <a:pt x="645824" y="720300"/>
                </a:lnTo>
                <a:lnTo>
                  <a:pt x="665283" y="721233"/>
                </a:lnTo>
                <a:lnTo>
                  <a:pt x="684752" y="722090"/>
                </a:lnTo>
                <a:lnTo>
                  <a:pt x="704221" y="722871"/>
                </a:lnTo>
                <a:lnTo>
                  <a:pt x="723690" y="723586"/>
                </a:lnTo>
                <a:lnTo>
                  <a:pt x="743160" y="724224"/>
                </a:lnTo>
                <a:lnTo>
                  <a:pt x="762638" y="724805"/>
                </a:lnTo>
                <a:lnTo>
                  <a:pt x="782107" y="725319"/>
                </a:lnTo>
                <a:lnTo>
                  <a:pt x="801586" y="725776"/>
                </a:lnTo>
                <a:lnTo>
                  <a:pt x="821065" y="726176"/>
                </a:lnTo>
                <a:lnTo>
                  <a:pt x="840543" y="726510"/>
                </a:lnTo>
                <a:lnTo>
                  <a:pt x="860022" y="726786"/>
                </a:lnTo>
                <a:lnTo>
                  <a:pt x="879510" y="727015"/>
                </a:lnTo>
                <a:lnTo>
                  <a:pt x="898989" y="727186"/>
                </a:lnTo>
                <a:lnTo>
                  <a:pt x="918477" y="727310"/>
                </a:lnTo>
                <a:lnTo>
                  <a:pt x="937955" y="727377"/>
                </a:lnTo>
                <a:lnTo>
                  <a:pt x="957434" y="727386"/>
                </a:lnTo>
                <a:lnTo>
                  <a:pt x="976922" y="727339"/>
                </a:lnTo>
                <a:lnTo>
                  <a:pt x="996401" y="727253"/>
                </a:lnTo>
                <a:lnTo>
                  <a:pt x="1015889" y="727100"/>
                </a:lnTo>
                <a:lnTo>
                  <a:pt x="1035368" y="726891"/>
                </a:lnTo>
                <a:lnTo>
                  <a:pt x="1054846" y="726643"/>
                </a:lnTo>
                <a:lnTo>
                  <a:pt x="1074325" y="726329"/>
                </a:lnTo>
                <a:lnTo>
                  <a:pt x="1093803" y="725957"/>
                </a:lnTo>
                <a:lnTo>
                  <a:pt x="1113282" y="725529"/>
                </a:lnTo>
                <a:lnTo>
                  <a:pt x="1132761" y="725043"/>
                </a:lnTo>
                <a:lnTo>
                  <a:pt x="1152239" y="724491"/>
                </a:lnTo>
                <a:lnTo>
                  <a:pt x="1171708" y="723871"/>
                </a:lnTo>
                <a:lnTo>
                  <a:pt x="1191177" y="723195"/>
                </a:lnTo>
                <a:lnTo>
                  <a:pt x="1210647" y="722443"/>
                </a:lnTo>
                <a:lnTo>
                  <a:pt x="1230116" y="721624"/>
                </a:lnTo>
                <a:lnTo>
                  <a:pt x="1249575" y="720719"/>
                </a:lnTo>
                <a:lnTo>
                  <a:pt x="1269035" y="719728"/>
                </a:lnTo>
                <a:lnTo>
                  <a:pt x="1288485" y="718661"/>
                </a:lnTo>
                <a:lnTo>
                  <a:pt x="1307935" y="717490"/>
                </a:lnTo>
                <a:lnTo>
                  <a:pt x="1327375" y="716223"/>
                </a:lnTo>
                <a:lnTo>
                  <a:pt x="1346806" y="714832"/>
                </a:lnTo>
                <a:lnTo>
                  <a:pt x="1366237" y="713318"/>
                </a:lnTo>
                <a:lnTo>
                  <a:pt x="1385649" y="711670"/>
                </a:lnTo>
                <a:lnTo>
                  <a:pt x="1405042" y="709860"/>
                </a:lnTo>
                <a:lnTo>
                  <a:pt x="1424426" y="707869"/>
                </a:lnTo>
                <a:lnTo>
                  <a:pt x="1443780" y="705660"/>
                </a:lnTo>
                <a:lnTo>
                  <a:pt x="1463107" y="703183"/>
                </a:lnTo>
                <a:lnTo>
                  <a:pt x="1482385" y="700392"/>
                </a:lnTo>
                <a:lnTo>
                  <a:pt x="1501607" y="697182"/>
                </a:lnTo>
                <a:lnTo>
                  <a:pt x="1520714" y="693401"/>
                </a:lnTo>
                <a:lnTo>
                  <a:pt x="1539631" y="688753"/>
                </a:lnTo>
                <a:lnTo>
                  <a:pt x="1558090" y="682562"/>
                </a:lnTo>
                <a:lnTo>
                  <a:pt x="1574492" y="672341"/>
                </a:lnTo>
                <a:lnTo>
                  <a:pt x="1582607" y="654806"/>
                </a:lnTo>
                <a:lnTo>
                  <a:pt x="1591189" y="637318"/>
                </a:lnTo>
                <a:lnTo>
                  <a:pt x="1599771" y="619820"/>
                </a:lnTo>
                <a:lnTo>
                  <a:pt x="1608353" y="602332"/>
                </a:lnTo>
                <a:lnTo>
                  <a:pt x="1616935" y="584845"/>
                </a:lnTo>
                <a:lnTo>
                  <a:pt x="1625517" y="567357"/>
                </a:lnTo>
                <a:lnTo>
                  <a:pt x="1634099" y="549859"/>
                </a:lnTo>
                <a:lnTo>
                  <a:pt x="1642682" y="532371"/>
                </a:lnTo>
                <a:lnTo>
                  <a:pt x="1651264" y="514883"/>
                </a:lnTo>
                <a:lnTo>
                  <a:pt x="1659846" y="497396"/>
                </a:lnTo>
                <a:lnTo>
                  <a:pt x="1668428" y="479898"/>
                </a:lnTo>
                <a:lnTo>
                  <a:pt x="1677010" y="462410"/>
                </a:lnTo>
                <a:lnTo>
                  <a:pt x="1685601" y="444922"/>
                </a:lnTo>
                <a:lnTo>
                  <a:pt x="1694183" y="427434"/>
                </a:lnTo>
                <a:lnTo>
                  <a:pt x="1702765" y="409937"/>
                </a:lnTo>
                <a:lnTo>
                  <a:pt x="1711347" y="392449"/>
                </a:lnTo>
                <a:lnTo>
                  <a:pt x="1719929" y="374961"/>
                </a:lnTo>
                <a:lnTo>
                  <a:pt x="1728511" y="357464"/>
                </a:lnTo>
                <a:lnTo>
                  <a:pt x="1737093" y="339976"/>
                </a:lnTo>
                <a:lnTo>
                  <a:pt x="1745675" y="322488"/>
                </a:lnTo>
                <a:lnTo>
                  <a:pt x="1754257" y="305000"/>
                </a:lnTo>
                <a:lnTo>
                  <a:pt x="1762839" y="287503"/>
                </a:lnTo>
                <a:lnTo>
                  <a:pt x="1771421" y="270015"/>
                </a:lnTo>
                <a:lnTo>
                  <a:pt x="1780003" y="252527"/>
                </a:lnTo>
                <a:lnTo>
                  <a:pt x="1788585" y="235039"/>
                </a:lnTo>
                <a:lnTo>
                  <a:pt x="1797177" y="217541"/>
                </a:lnTo>
                <a:lnTo>
                  <a:pt x="1805759" y="200054"/>
                </a:lnTo>
                <a:lnTo>
                  <a:pt x="1814341" y="182566"/>
                </a:lnTo>
                <a:lnTo>
                  <a:pt x="1822923" y="165068"/>
                </a:lnTo>
                <a:lnTo>
                  <a:pt x="1831505" y="147580"/>
                </a:lnTo>
                <a:lnTo>
                  <a:pt x="1840087" y="130092"/>
                </a:lnTo>
                <a:lnTo>
                  <a:pt x="1848669" y="112605"/>
                </a:lnTo>
                <a:lnTo>
                  <a:pt x="1857251" y="95107"/>
                </a:lnTo>
                <a:lnTo>
                  <a:pt x="1865833" y="77619"/>
                </a:lnTo>
                <a:lnTo>
                  <a:pt x="1874415" y="60131"/>
                </a:lnTo>
                <a:lnTo>
                  <a:pt x="1882997" y="42643"/>
                </a:lnTo>
                <a:lnTo>
                  <a:pt x="1891579" y="25146"/>
                </a:lnTo>
                <a:lnTo>
                  <a:pt x="1900161" y="7658"/>
                </a:lnTo>
                <a:lnTo>
                  <a:pt x="1897323" y="8163"/>
                </a:lnTo>
                <a:lnTo>
                  <a:pt x="1879292" y="15411"/>
                </a:lnTo>
                <a:lnTo>
                  <a:pt x="1860404" y="20155"/>
                </a:lnTo>
                <a:lnTo>
                  <a:pt x="1841268" y="23841"/>
                </a:lnTo>
                <a:lnTo>
                  <a:pt x="1822037" y="26918"/>
                </a:lnTo>
                <a:lnTo>
                  <a:pt x="1802730" y="29575"/>
                </a:lnTo>
                <a:lnTo>
                  <a:pt x="1783394" y="31928"/>
                </a:lnTo>
                <a:lnTo>
                  <a:pt x="1764030" y="34042"/>
                </a:lnTo>
                <a:lnTo>
                  <a:pt x="1744637" y="35966"/>
                </a:lnTo>
                <a:lnTo>
                  <a:pt x="1725235" y="37729"/>
                </a:lnTo>
                <a:lnTo>
                  <a:pt x="1705823" y="39357"/>
                </a:lnTo>
                <a:lnTo>
                  <a:pt x="1686401" y="40872"/>
                </a:lnTo>
                <a:lnTo>
                  <a:pt x="1666970" y="42272"/>
                </a:lnTo>
                <a:lnTo>
                  <a:pt x="1647530" y="43596"/>
                </a:lnTo>
                <a:lnTo>
                  <a:pt x="1628080" y="44825"/>
                </a:lnTo>
                <a:lnTo>
                  <a:pt x="1608639" y="45987"/>
                </a:lnTo>
                <a:lnTo>
                  <a:pt x="1589180" y="47082"/>
                </a:lnTo>
                <a:lnTo>
                  <a:pt x="1569730" y="48111"/>
                </a:lnTo>
                <a:lnTo>
                  <a:pt x="1550270" y="49082"/>
                </a:lnTo>
                <a:lnTo>
                  <a:pt x="1530810" y="49997"/>
                </a:lnTo>
                <a:lnTo>
                  <a:pt x="1511341" y="50864"/>
                </a:lnTo>
                <a:lnTo>
                  <a:pt x="1491882" y="51683"/>
                </a:lnTo>
                <a:lnTo>
                  <a:pt x="1472413" y="52454"/>
                </a:lnTo>
                <a:lnTo>
                  <a:pt x="1452944" y="53188"/>
                </a:lnTo>
                <a:lnTo>
                  <a:pt x="1433474" y="53883"/>
                </a:lnTo>
                <a:lnTo>
                  <a:pt x="1413996" y="54531"/>
                </a:lnTo>
                <a:lnTo>
                  <a:pt x="1394527" y="55150"/>
                </a:lnTo>
                <a:lnTo>
                  <a:pt x="1375058" y="55740"/>
                </a:lnTo>
                <a:lnTo>
                  <a:pt x="1355579" y="56283"/>
                </a:lnTo>
                <a:lnTo>
                  <a:pt x="1336100" y="56807"/>
                </a:lnTo>
                <a:lnTo>
                  <a:pt x="1316622" y="57293"/>
                </a:lnTo>
                <a:lnTo>
                  <a:pt x="1297153" y="57741"/>
                </a:lnTo>
                <a:lnTo>
                  <a:pt x="1277674" y="58169"/>
                </a:lnTo>
                <a:lnTo>
                  <a:pt x="1258195" y="58569"/>
                </a:lnTo>
                <a:lnTo>
                  <a:pt x="1238717" y="58941"/>
                </a:lnTo>
                <a:lnTo>
                  <a:pt x="1219229" y="59284"/>
                </a:lnTo>
                <a:lnTo>
                  <a:pt x="1199750" y="59598"/>
                </a:lnTo>
                <a:lnTo>
                  <a:pt x="1180271" y="59884"/>
                </a:lnTo>
                <a:lnTo>
                  <a:pt x="1160793" y="60150"/>
                </a:lnTo>
                <a:lnTo>
                  <a:pt x="1141305" y="60398"/>
                </a:lnTo>
                <a:lnTo>
                  <a:pt x="1121826" y="60608"/>
                </a:lnTo>
                <a:lnTo>
                  <a:pt x="1102347" y="60798"/>
                </a:lnTo>
                <a:lnTo>
                  <a:pt x="1082859" y="60970"/>
                </a:lnTo>
                <a:lnTo>
                  <a:pt x="1063381" y="61112"/>
                </a:lnTo>
                <a:lnTo>
                  <a:pt x="1043902" y="61236"/>
                </a:lnTo>
                <a:lnTo>
                  <a:pt x="1024414" y="61331"/>
                </a:lnTo>
                <a:lnTo>
                  <a:pt x="1004935" y="61408"/>
                </a:lnTo>
                <a:lnTo>
                  <a:pt x="985447" y="61455"/>
                </a:lnTo>
                <a:lnTo>
                  <a:pt x="965968" y="61484"/>
                </a:lnTo>
                <a:lnTo>
                  <a:pt x="946490" y="61484"/>
                </a:lnTo>
                <a:lnTo>
                  <a:pt x="927002" y="61474"/>
                </a:lnTo>
                <a:lnTo>
                  <a:pt x="907523" y="61436"/>
                </a:lnTo>
                <a:lnTo>
                  <a:pt x="888035" y="61370"/>
                </a:lnTo>
                <a:lnTo>
                  <a:pt x="868556" y="61274"/>
                </a:lnTo>
                <a:lnTo>
                  <a:pt x="849068" y="61170"/>
                </a:lnTo>
                <a:lnTo>
                  <a:pt x="829589" y="61036"/>
                </a:lnTo>
                <a:lnTo>
                  <a:pt x="810111" y="60874"/>
                </a:lnTo>
                <a:lnTo>
                  <a:pt x="790623" y="60693"/>
                </a:lnTo>
                <a:lnTo>
                  <a:pt x="771144" y="60493"/>
                </a:lnTo>
                <a:lnTo>
                  <a:pt x="751665" y="60265"/>
                </a:lnTo>
                <a:lnTo>
                  <a:pt x="732177" y="60008"/>
                </a:lnTo>
                <a:lnTo>
                  <a:pt x="712699" y="59731"/>
                </a:lnTo>
                <a:lnTo>
                  <a:pt x="693220" y="59426"/>
                </a:lnTo>
                <a:lnTo>
                  <a:pt x="673741" y="59093"/>
                </a:lnTo>
                <a:lnTo>
                  <a:pt x="654263" y="58731"/>
                </a:lnTo>
                <a:lnTo>
                  <a:pt x="634784" y="58350"/>
                </a:lnTo>
                <a:lnTo>
                  <a:pt x="615305" y="57931"/>
                </a:lnTo>
                <a:lnTo>
                  <a:pt x="595827" y="57493"/>
                </a:lnTo>
                <a:lnTo>
                  <a:pt x="576348" y="57017"/>
                </a:lnTo>
                <a:lnTo>
                  <a:pt x="556870" y="56521"/>
                </a:lnTo>
                <a:lnTo>
                  <a:pt x="537401" y="55978"/>
                </a:lnTo>
                <a:lnTo>
                  <a:pt x="517922" y="55416"/>
                </a:lnTo>
                <a:lnTo>
                  <a:pt x="498453" y="54816"/>
                </a:lnTo>
                <a:lnTo>
                  <a:pt x="478974" y="54178"/>
                </a:lnTo>
                <a:lnTo>
                  <a:pt x="459505" y="53502"/>
                </a:lnTo>
                <a:lnTo>
                  <a:pt x="440036" y="52788"/>
                </a:lnTo>
                <a:lnTo>
                  <a:pt x="420567" y="52026"/>
                </a:lnTo>
                <a:lnTo>
                  <a:pt x="401098" y="51225"/>
                </a:lnTo>
                <a:lnTo>
                  <a:pt x="381638" y="50378"/>
                </a:lnTo>
                <a:lnTo>
                  <a:pt x="362179" y="49482"/>
                </a:lnTo>
                <a:lnTo>
                  <a:pt x="342719" y="48539"/>
                </a:lnTo>
                <a:lnTo>
                  <a:pt x="323259" y="47539"/>
                </a:lnTo>
                <a:lnTo>
                  <a:pt x="303800" y="46472"/>
                </a:lnTo>
                <a:lnTo>
                  <a:pt x="284350" y="45349"/>
                </a:lnTo>
                <a:lnTo>
                  <a:pt x="264909" y="44148"/>
                </a:lnTo>
                <a:lnTo>
                  <a:pt x="245469" y="42863"/>
                </a:lnTo>
                <a:lnTo>
                  <a:pt x="226028" y="41491"/>
                </a:lnTo>
                <a:lnTo>
                  <a:pt x="206607" y="40034"/>
                </a:lnTo>
                <a:lnTo>
                  <a:pt x="187185" y="38462"/>
                </a:lnTo>
                <a:lnTo>
                  <a:pt x="167773" y="36757"/>
                </a:lnTo>
                <a:lnTo>
                  <a:pt x="148380" y="34909"/>
                </a:lnTo>
                <a:lnTo>
                  <a:pt x="129007" y="32880"/>
                </a:lnTo>
                <a:lnTo>
                  <a:pt x="109652" y="30632"/>
                </a:lnTo>
                <a:lnTo>
                  <a:pt x="90335" y="28118"/>
                </a:lnTo>
                <a:lnTo>
                  <a:pt x="71066" y="25241"/>
                </a:lnTo>
                <a:lnTo>
                  <a:pt x="51883" y="21860"/>
                </a:lnTo>
                <a:lnTo>
                  <a:pt x="32852" y="17669"/>
                </a:lnTo>
                <a:lnTo>
                  <a:pt x="14268" y="118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3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4753B87A-DD9F-4DEC-B6D0-4312ED52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4014" y="3255312"/>
            <a:ext cx="1903971" cy="1937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4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207A02F1-8943-442F-B76A-F66E8A9E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0798" y="4159691"/>
            <a:ext cx="1247861" cy="727310"/>
          </a:xfrm>
          <a:custGeom xmlns:a="http://schemas.openxmlformats.org/drawingml/2006/main">
            <a:pathLst>
              <a:path w="1247861" h="727310">
                <a:moveTo>
                  <a:pt x="0" y="0"/>
                </a:moveTo>
                <a:lnTo>
                  <a:pt x="6058" y="13573"/>
                </a:lnTo>
                <a:lnTo>
                  <a:pt x="12116" y="27146"/>
                </a:lnTo>
                <a:lnTo>
                  <a:pt x="18183" y="40719"/>
                </a:lnTo>
                <a:lnTo>
                  <a:pt x="24241" y="54293"/>
                </a:lnTo>
                <a:lnTo>
                  <a:pt x="30299" y="67866"/>
                </a:lnTo>
                <a:lnTo>
                  <a:pt x="36357" y="81439"/>
                </a:lnTo>
                <a:lnTo>
                  <a:pt x="42415" y="95012"/>
                </a:lnTo>
                <a:lnTo>
                  <a:pt x="48473" y="108585"/>
                </a:lnTo>
                <a:lnTo>
                  <a:pt x="54540" y="122158"/>
                </a:lnTo>
                <a:lnTo>
                  <a:pt x="60598" y="135731"/>
                </a:lnTo>
                <a:lnTo>
                  <a:pt x="66656" y="149304"/>
                </a:lnTo>
                <a:lnTo>
                  <a:pt x="72714" y="162878"/>
                </a:lnTo>
                <a:lnTo>
                  <a:pt x="78772" y="176451"/>
                </a:lnTo>
                <a:lnTo>
                  <a:pt x="84830" y="190024"/>
                </a:lnTo>
                <a:lnTo>
                  <a:pt x="90897" y="203597"/>
                </a:lnTo>
                <a:lnTo>
                  <a:pt x="96955" y="217170"/>
                </a:lnTo>
                <a:lnTo>
                  <a:pt x="103013" y="230743"/>
                </a:lnTo>
                <a:lnTo>
                  <a:pt x="109071" y="244316"/>
                </a:lnTo>
                <a:lnTo>
                  <a:pt x="115129" y="257889"/>
                </a:lnTo>
                <a:lnTo>
                  <a:pt x="121187" y="271463"/>
                </a:lnTo>
                <a:lnTo>
                  <a:pt x="127254" y="285036"/>
                </a:lnTo>
                <a:lnTo>
                  <a:pt x="133312" y="298609"/>
                </a:lnTo>
                <a:lnTo>
                  <a:pt x="139370" y="312182"/>
                </a:lnTo>
                <a:lnTo>
                  <a:pt x="145428" y="325755"/>
                </a:lnTo>
                <a:lnTo>
                  <a:pt x="151486" y="339328"/>
                </a:lnTo>
                <a:lnTo>
                  <a:pt x="157553" y="352901"/>
                </a:lnTo>
                <a:lnTo>
                  <a:pt x="163611" y="366474"/>
                </a:lnTo>
                <a:lnTo>
                  <a:pt x="169669" y="380048"/>
                </a:lnTo>
                <a:lnTo>
                  <a:pt x="175727" y="393621"/>
                </a:lnTo>
                <a:lnTo>
                  <a:pt x="181785" y="407194"/>
                </a:lnTo>
                <a:lnTo>
                  <a:pt x="187843" y="420767"/>
                </a:lnTo>
                <a:lnTo>
                  <a:pt x="193910" y="434340"/>
                </a:lnTo>
                <a:lnTo>
                  <a:pt x="199968" y="447913"/>
                </a:lnTo>
                <a:lnTo>
                  <a:pt x="206026" y="461486"/>
                </a:lnTo>
                <a:lnTo>
                  <a:pt x="212084" y="475059"/>
                </a:lnTo>
                <a:lnTo>
                  <a:pt x="218142" y="488633"/>
                </a:lnTo>
                <a:lnTo>
                  <a:pt x="224199" y="502206"/>
                </a:lnTo>
                <a:lnTo>
                  <a:pt x="230267" y="515779"/>
                </a:lnTo>
                <a:lnTo>
                  <a:pt x="236325" y="529352"/>
                </a:lnTo>
                <a:lnTo>
                  <a:pt x="242383" y="542925"/>
                </a:lnTo>
                <a:lnTo>
                  <a:pt x="248441" y="556498"/>
                </a:lnTo>
                <a:lnTo>
                  <a:pt x="254498" y="570071"/>
                </a:lnTo>
                <a:lnTo>
                  <a:pt x="260556" y="583644"/>
                </a:lnTo>
                <a:lnTo>
                  <a:pt x="266624" y="597218"/>
                </a:lnTo>
                <a:lnTo>
                  <a:pt x="272682" y="610791"/>
                </a:lnTo>
                <a:lnTo>
                  <a:pt x="278740" y="624364"/>
                </a:lnTo>
                <a:lnTo>
                  <a:pt x="284798" y="637937"/>
                </a:lnTo>
                <a:lnTo>
                  <a:pt x="290855" y="651510"/>
                </a:lnTo>
                <a:lnTo>
                  <a:pt x="296923" y="665083"/>
                </a:lnTo>
                <a:lnTo>
                  <a:pt x="302781" y="678390"/>
                </a:lnTo>
                <a:lnTo>
                  <a:pt x="314554" y="687362"/>
                </a:lnTo>
                <a:lnTo>
                  <a:pt x="327955" y="693772"/>
                </a:lnTo>
                <a:lnTo>
                  <a:pt x="341948" y="698783"/>
                </a:lnTo>
                <a:lnTo>
                  <a:pt x="356225" y="702888"/>
                </a:lnTo>
                <a:lnTo>
                  <a:pt x="370675" y="706364"/>
                </a:lnTo>
                <a:lnTo>
                  <a:pt x="385239" y="709355"/>
                </a:lnTo>
                <a:lnTo>
                  <a:pt x="399869" y="711965"/>
                </a:lnTo>
                <a:lnTo>
                  <a:pt x="414557" y="714251"/>
                </a:lnTo>
                <a:lnTo>
                  <a:pt x="429282" y="716280"/>
                </a:lnTo>
                <a:lnTo>
                  <a:pt x="444036" y="718071"/>
                </a:lnTo>
                <a:lnTo>
                  <a:pt x="458819" y="719652"/>
                </a:lnTo>
                <a:lnTo>
                  <a:pt x="473621" y="721052"/>
                </a:lnTo>
                <a:lnTo>
                  <a:pt x="488432" y="722290"/>
                </a:lnTo>
                <a:lnTo>
                  <a:pt x="503253" y="723367"/>
                </a:lnTo>
                <a:lnTo>
                  <a:pt x="518093" y="724300"/>
                </a:lnTo>
                <a:lnTo>
                  <a:pt x="532933" y="725091"/>
                </a:lnTo>
                <a:lnTo>
                  <a:pt x="547783" y="725767"/>
                </a:lnTo>
                <a:lnTo>
                  <a:pt x="562642" y="726310"/>
                </a:lnTo>
                <a:lnTo>
                  <a:pt x="577501" y="726729"/>
                </a:lnTo>
                <a:lnTo>
                  <a:pt x="592360" y="727034"/>
                </a:lnTo>
                <a:lnTo>
                  <a:pt x="607219" y="727224"/>
                </a:lnTo>
                <a:lnTo>
                  <a:pt x="622087" y="727310"/>
                </a:lnTo>
                <a:lnTo>
                  <a:pt x="636946" y="727272"/>
                </a:lnTo>
                <a:lnTo>
                  <a:pt x="651815" y="727129"/>
                </a:lnTo>
                <a:lnTo>
                  <a:pt x="666674" y="726872"/>
                </a:lnTo>
                <a:lnTo>
                  <a:pt x="681533" y="726500"/>
                </a:lnTo>
                <a:lnTo>
                  <a:pt x="696392" y="726005"/>
                </a:lnTo>
                <a:lnTo>
                  <a:pt x="711241" y="725386"/>
                </a:lnTo>
                <a:lnTo>
                  <a:pt x="726091" y="724643"/>
                </a:lnTo>
                <a:lnTo>
                  <a:pt x="740931" y="723776"/>
                </a:lnTo>
                <a:lnTo>
                  <a:pt x="755761" y="722757"/>
                </a:lnTo>
                <a:lnTo>
                  <a:pt x="770573" y="721585"/>
                </a:lnTo>
                <a:lnTo>
                  <a:pt x="785384" y="720261"/>
                </a:lnTo>
                <a:lnTo>
                  <a:pt x="800167" y="718756"/>
                </a:lnTo>
                <a:lnTo>
                  <a:pt x="814930" y="717052"/>
                </a:lnTo>
                <a:lnTo>
                  <a:pt x="829675" y="715127"/>
                </a:lnTo>
                <a:lnTo>
                  <a:pt x="844382" y="712956"/>
                </a:lnTo>
                <a:lnTo>
                  <a:pt x="859031" y="710489"/>
                </a:lnTo>
                <a:lnTo>
                  <a:pt x="873633" y="707669"/>
                </a:lnTo>
                <a:lnTo>
                  <a:pt x="888130" y="704412"/>
                </a:lnTo>
                <a:lnTo>
                  <a:pt x="902494" y="700592"/>
                </a:lnTo>
                <a:lnTo>
                  <a:pt x="916629" y="696011"/>
                </a:lnTo>
                <a:lnTo>
                  <a:pt x="930335" y="690267"/>
                </a:lnTo>
                <a:lnTo>
                  <a:pt x="943032" y="682581"/>
                </a:lnTo>
                <a:lnTo>
                  <a:pt x="952205" y="671141"/>
                </a:lnTo>
                <a:lnTo>
                  <a:pt x="957005" y="657206"/>
                </a:lnTo>
                <a:lnTo>
                  <a:pt x="963063" y="643633"/>
                </a:lnTo>
                <a:lnTo>
                  <a:pt x="969121" y="630060"/>
                </a:lnTo>
                <a:lnTo>
                  <a:pt x="975179" y="616487"/>
                </a:lnTo>
                <a:lnTo>
                  <a:pt x="981237" y="602913"/>
                </a:lnTo>
                <a:lnTo>
                  <a:pt x="987304" y="589340"/>
                </a:lnTo>
                <a:lnTo>
                  <a:pt x="993362" y="575767"/>
                </a:lnTo>
                <a:lnTo>
                  <a:pt x="999420" y="562194"/>
                </a:lnTo>
                <a:lnTo>
                  <a:pt x="1005478" y="548621"/>
                </a:lnTo>
                <a:lnTo>
                  <a:pt x="1011536" y="535048"/>
                </a:lnTo>
                <a:lnTo>
                  <a:pt x="1017594" y="521475"/>
                </a:lnTo>
                <a:lnTo>
                  <a:pt x="1023661" y="507902"/>
                </a:lnTo>
                <a:lnTo>
                  <a:pt x="1029719" y="494328"/>
                </a:lnTo>
                <a:lnTo>
                  <a:pt x="1035777" y="480755"/>
                </a:lnTo>
                <a:lnTo>
                  <a:pt x="1041835" y="467182"/>
                </a:lnTo>
                <a:lnTo>
                  <a:pt x="1047893" y="453609"/>
                </a:lnTo>
                <a:lnTo>
                  <a:pt x="1053951" y="440036"/>
                </a:lnTo>
                <a:lnTo>
                  <a:pt x="1060018" y="426463"/>
                </a:lnTo>
                <a:lnTo>
                  <a:pt x="1066076" y="412890"/>
                </a:lnTo>
                <a:lnTo>
                  <a:pt x="1072134" y="399317"/>
                </a:lnTo>
                <a:lnTo>
                  <a:pt x="1078192" y="385743"/>
                </a:lnTo>
                <a:lnTo>
                  <a:pt x="1084250" y="372161"/>
                </a:lnTo>
                <a:lnTo>
                  <a:pt x="1090308" y="358588"/>
                </a:lnTo>
                <a:lnTo>
                  <a:pt x="1096375" y="345015"/>
                </a:lnTo>
                <a:lnTo>
                  <a:pt x="1102433" y="331441"/>
                </a:lnTo>
                <a:lnTo>
                  <a:pt x="1108491" y="317868"/>
                </a:lnTo>
                <a:lnTo>
                  <a:pt x="1114549" y="304295"/>
                </a:lnTo>
                <a:lnTo>
                  <a:pt x="1120607" y="290722"/>
                </a:lnTo>
                <a:lnTo>
                  <a:pt x="1126674" y="277149"/>
                </a:lnTo>
                <a:lnTo>
                  <a:pt x="1132732" y="263576"/>
                </a:lnTo>
                <a:lnTo>
                  <a:pt x="1138790" y="250003"/>
                </a:lnTo>
                <a:lnTo>
                  <a:pt x="1144848" y="236430"/>
                </a:lnTo>
                <a:lnTo>
                  <a:pt x="1150906" y="222856"/>
                </a:lnTo>
                <a:lnTo>
                  <a:pt x="1156964" y="209283"/>
                </a:lnTo>
                <a:lnTo>
                  <a:pt x="1163031" y="195710"/>
                </a:lnTo>
                <a:lnTo>
                  <a:pt x="1169089" y="182137"/>
                </a:lnTo>
                <a:lnTo>
                  <a:pt x="1175147" y="168564"/>
                </a:lnTo>
                <a:lnTo>
                  <a:pt x="1181205" y="154991"/>
                </a:lnTo>
                <a:lnTo>
                  <a:pt x="1187263" y="141418"/>
                </a:lnTo>
                <a:lnTo>
                  <a:pt x="1193321" y="127845"/>
                </a:lnTo>
                <a:lnTo>
                  <a:pt x="1199388" y="114271"/>
                </a:lnTo>
                <a:lnTo>
                  <a:pt x="1205446" y="100698"/>
                </a:lnTo>
                <a:lnTo>
                  <a:pt x="1211504" y="87125"/>
                </a:lnTo>
                <a:lnTo>
                  <a:pt x="1217562" y="73552"/>
                </a:lnTo>
                <a:lnTo>
                  <a:pt x="1223620" y="59979"/>
                </a:lnTo>
                <a:lnTo>
                  <a:pt x="1229678" y="46406"/>
                </a:lnTo>
                <a:lnTo>
                  <a:pt x="1235745" y="32833"/>
                </a:lnTo>
                <a:lnTo>
                  <a:pt x="1241803" y="19260"/>
                </a:lnTo>
                <a:lnTo>
                  <a:pt x="1247861" y="5686"/>
                </a:lnTo>
                <a:lnTo>
                  <a:pt x="1246708" y="7553"/>
                </a:lnTo>
                <a:lnTo>
                  <a:pt x="1234192" y="15431"/>
                </a:lnTo>
                <a:lnTo>
                  <a:pt x="1220276" y="20650"/>
                </a:lnTo>
                <a:lnTo>
                  <a:pt x="1205979" y="24689"/>
                </a:lnTo>
                <a:lnTo>
                  <a:pt x="1191492" y="28032"/>
                </a:lnTo>
                <a:lnTo>
                  <a:pt x="1176909" y="30909"/>
                </a:lnTo>
                <a:lnTo>
                  <a:pt x="1162269" y="33442"/>
                </a:lnTo>
                <a:lnTo>
                  <a:pt x="1147572" y="35709"/>
                </a:lnTo>
                <a:lnTo>
                  <a:pt x="1132856" y="37757"/>
                </a:lnTo>
                <a:lnTo>
                  <a:pt x="1118111" y="39624"/>
                </a:lnTo>
                <a:lnTo>
                  <a:pt x="1103338" y="41348"/>
                </a:lnTo>
                <a:lnTo>
                  <a:pt x="1088565" y="42929"/>
                </a:lnTo>
                <a:lnTo>
                  <a:pt x="1073772" y="44396"/>
                </a:lnTo>
                <a:lnTo>
                  <a:pt x="1058970" y="45768"/>
                </a:lnTo>
                <a:lnTo>
                  <a:pt x="1044159" y="47044"/>
                </a:lnTo>
                <a:lnTo>
                  <a:pt x="1029348" y="48235"/>
                </a:lnTo>
                <a:lnTo>
                  <a:pt x="1014517" y="49340"/>
                </a:lnTo>
                <a:lnTo>
                  <a:pt x="999696" y="50387"/>
                </a:lnTo>
                <a:lnTo>
                  <a:pt x="984856" y="51368"/>
                </a:lnTo>
                <a:lnTo>
                  <a:pt x="970026" y="52273"/>
                </a:lnTo>
                <a:lnTo>
                  <a:pt x="955186" y="53130"/>
                </a:lnTo>
                <a:lnTo>
                  <a:pt x="940346" y="53940"/>
                </a:lnTo>
                <a:lnTo>
                  <a:pt x="925497" y="54693"/>
                </a:lnTo>
                <a:lnTo>
                  <a:pt x="910647" y="55397"/>
                </a:lnTo>
                <a:lnTo>
                  <a:pt x="895798" y="56055"/>
                </a:lnTo>
                <a:lnTo>
                  <a:pt x="880948" y="56664"/>
                </a:lnTo>
                <a:lnTo>
                  <a:pt x="866099" y="57236"/>
                </a:lnTo>
                <a:lnTo>
                  <a:pt x="851240" y="57769"/>
                </a:lnTo>
                <a:lnTo>
                  <a:pt x="836381" y="58255"/>
                </a:lnTo>
                <a:lnTo>
                  <a:pt x="821522" y="58712"/>
                </a:lnTo>
                <a:lnTo>
                  <a:pt x="806663" y="59122"/>
                </a:lnTo>
                <a:lnTo>
                  <a:pt x="791804" y="59503"/>
                </a:lnTo>
                <a:lnTo>
                  <a:pt x="776945" y="59846"/>
                </a:lnTo>
                <a:lnTo>
                  <a:pt x="762086" y="60160"/>
                </a:lnTo>
                <a:lnTo>
                  <a:pt x="747227" y="60436"/>
                </a:lnTo>
                <a:lnTo>
                  <a:pt x="732358" y="60674"/>
                </a:lnTo>
                <a:lnTo>
                  <a:pt x="717499" y="60893"/>
                </a:lnTo>
                <a:lnTo>
                  <a:pt x="702631" y="61065"/>
                </a:lnTo>
                <a:lnTo>
                  <a:pt x="687772" y="61217"/>
                </a:lnTo>
                <a:lnTo>
                  <a:pt x="672903" y="61331"/>
                </a:lnTo>
                <a:lnTo>
                  <a:pt x="658044" y="61417"/>
                </a:lnTo>
                <a:lnTo>
                  <a:pt x="643176" y="61465"/>
                </a:lnTo>
                <a:lnTo>
                  <a:pt x="628317" y="61484"/>
                </a:lnTo>
                <a:lnTo>
                  <a:pt x="613448" y="61484"/>
                </a:lnTo>
                <a:lnTo>
                  <a:pt x="598589" y="61436"/>
                </a:lnTo>
                <a:lnTo>
                  <a:pt x="583721" y="61370"/>
                </a:lnTo>
                <a:lnTo>
                  <a:pt x="568862" y="61265"/>
                </a:lnTo>
                <a:lnTo>
                  <a:pt x="553993" y="61131"/>
                </a:lnTo>
                <a:lnTo>
                  <a:pt x="539134" y="60970"/>
                </a:lnTo>
                <a:lnTo>
                  <a:pt x="524266" y="60770"/>
                </a:lnTo>
                <a:lnTo>
                  <a:pt x="509407" y="60541"/>
                </a:lnTo>
                <a:lnTo>
                  <a:pt x="494538" y="60284"/>
                </a:lnTo>
                <a:lnTo>
                  <a:pt x="479679" y="59988"/>
                </a:lnTo>
                <a:lnTo>
                  <a:pt x="464820" y="59655"/>
                </a:lnTo>
                <a:lnTo>
                  <a:pt x="449961" y="59293"/>
                </a:lnTo>
                <a:lnTo>
                  <a:pt x="435102" y="58893"/>
                </a:lnTo>
                <a:lnTo>
                  <a:pt x="420243" y="58455"/>
                </a:lnTo>
                <a:lnTo>
                  <a:pt x="405384" y="57979"/>
                </a:lnTo>
                <a:lnTo>
                  <a:pt x="390535" y="57464"/>
                </a:lnTo>
                <a:lnTo>
                  <a:pt x="375676" y="56912"/>
                </a:lnTo>
                <a:lnTo>
                  <a:pt x="360826" y="56312"/>
                </a:lnTo>
                <a:lnTo>
                  <a:pt x="345977" y="55674"/>
                </a:lnTo>
                <a:lnTo>
                  <a:pt x="331127" y="54988"/>
                </a:lnTo>
                <a:lnTo>
                  <a:pt x="316278" y="54264"/>
                </a:lnTo>
                <a:lnTo>
                  <a:pt x="301438" y="53483"/>
                </a:lnTo>
                <a:lnTo>
                  <a:pt x="286598" y="52645"/>
                </a:lnTo>
                <a:lnTo>
                  <a:pt x="271758" y="51749"/>
                </a:lnTo>
                <a:lnTo>
                  <a:pt x="256927" y="50806"/>
                </a:lnTo>
                <a:lnTo>
                  <a:pt x="242097" y="49787"/>
                </a:lnTo>
                <a:lnTo>
                  <a:pt x="227267" y="48711"/>
                </a:lnTo>
                <a:lnTo>
                  <a:pt x="212446" y="47549"/>
                </a:lnTo>
                <a:lnTo>
                  <a:pt x="197634" y="46311"/>
                </a:lnTo>
                <a:lnTo>
                  <a:pt x="182832" y="44987"/>
                </a:lnTo>
                <a:lnTo>
                  <a:pt x="168040" y="43558"/>
                </a:lnTo>
                <a:lnTo>
                  <a:pt x="153248" y="42024"/>
                </a:lnTo>
                <a:lnTo>
                  <a:pt x="138474" y="40367"/>
                </a:lnTo>
                <a:lnTo>
                  <a:pt x="123720" y="38567"/>
                </a:lnTo>
                <a:lnTo>
                  <a:pt x="108995" y="36586"/>
                </a:lnTo>
                <a:lnTo>
                  <a:pt x="94288" y="34423"/>
                </a:lnTo>
                <a:lnTo>
                  <a:pt x="79619" y="32004"/>
                </a:lnTo>
                <a:lnTo>
                  <a:pt x="65008" y="29289"/>
                </a:lnTo>
                <a:lnTo>
                  <a:pt x="50473" y="26156"/>
                </a:lnTo>
                <a:lnTo>
                  <a:pt x="36081" y="22450"/>
                </a:lnTo>
                <a:lnTo>
                  <a:pt x="21965" y="17812"/>
                </a:lnTo>
                <a:lnTo>
                  <a:pt x="8592" y="113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5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08BEB3E3-FC20-4957-902B-25867BFF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0779" y="4062774"/>
            <a:ext cx="1250442" cy="1937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6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79A9D19B-0778-426D-8675-0F98A539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8977" y="2514933"/>
            <a:ext cx="1434055" cy="2416054"/>
          </a:xfrm>
          <a:custGeom xmlns:a="http://schemas.openxmlformats.org/drawingml/2006/main">
            <a:pathLst>
              <a:path w="1434055" h="2416054">
                <a:moveTo>
                  <a:pt x="0" y="0"/>
                </a:moveTo>
                <a:lnTo>
                  <a:pt x="124" y="30232"/>
                </a:lnTo>
                <a:lnTo>
                  <a:pt x="8401" y="59331"/>
                </a:lnTo>
                <a:lnTo>
                  <a:pt x="16678" y="88430"/>
                </a:lnTo>
                <a:lnTo>
                  <a:pt x="24956" y="117519"/>
                </a:lnTo>
                <a:lnTo>
                  <a:pt x="33242" y="146618"/>
                </a:lnTo>
                <a:lnTo>
                  <a:pt x="41519" y="175717"/>
                </a:lnTo>
                <a:lnTo>
                  <a:pt x="49797" y="204816"/>
                </a:lnTo>
                <a:lnTo>
                  <a:pt x="58074" y="233905"/>
                </a:lnTo>
                <a:lnTo>
                  <a:pt x="66361" y="263004"/>
                </a:lnTo>
                <a:lnTo>
                  <a:pt x="74638" y="292103"/>
                </a:lnTo>
                <a:lnTo>
                  <a:pt x="82915" y="321202"/>
                </a:lnTo>
                <a:lnTo>
                  <a:pt x="91192" y="350291"/>
                </a:lnTo>
                <a:lnTo>
                  <a:pt x="99479" y="379390"/>
                </a:lnTo>
                <a:lnTo>
                  <a:pt x="107756" y="408489"/>
                </a:lnTo>
                <a:lnTo>
                  <a:pt x="116034" y="437579"/>
                </a:lnTo>
                <a:lnTo>
                  <a:pt x="124311" y="466677"/>
                </a:lnTo>
                <a:lnTo>
                  <a:pt x="132598" y="495776"/>
                </a:lnTo>
                <a:lnTo>
                  <a:pt x="140875" y="524875"/>
                </a:lnTo>
                <a:lnTo>
                  <a:pt x="149152" y="553964"/>
                </a:lnTo>
                <a:lnTo>
                  <a:pt x="157429" y="583063"/>
                </a:lnTo>
                <a:lnTo>
                  <a:pt x="165716" y="612162"/>
                </a:lnTo>
                <a:lnTo>
                  <a:pt x="173993" y="641261"/>
                </a:lnTo>
                <a:lnTo>
                  <a:pt x="182270" y="670350"/>
                </a:lnTo>
                <a:lnTo>
                  <a:pt x="190548" y="699449"/>
                </a:lnTo>
                <a:lnTo>
                  <a:pt x="198834" y="728548"/>
                </a:lnTo>
                <a:lnTo>
                  <a:pt x="207112" y="757647"/>
                </a:lnTo>
                <a:lnTo>
                  <a:pt x="214932" y="786860"/>
                </a:lnTo>
                <a:lnTo>
                  <a:pt x="221752" y="816331"/>
                </a:lnTo>
                <a:lnTo>
                  <a:pt x="228438" y="845830"/>
                </a:lnTo>
                <a:lnTo>
                  <a:pt x="234810" y="875405"/>
                </a:lnTo>
                <a:lnTo>
                  <a:pt x="241192" y="904980"/>
                </a:lnTo>
                <a:lnTo>
                  <a:pt x="247574" y="934545"/>
                </a:lnTo>
                <a:lnTo>
                  <a:pt x="253946" y="964121"/>
                </a:lnTo>
                <a:lnTo>
                  <a:pt x="260328" y="993686"/>
                </a:lnTo>
                <a:lnTo>
                  <a:pt x="266700" y="1023261"/>
                </a:lnTo>
                <a:lnTo>
                  <a:pt x="273082" y="1052836"/>
                </a:lnTo>
                <a:lnTo>
                  <a:pt x="279454" y="1082402"/>
                </a:lnTo>
                <a:lnTo>
                  <a:pt x="285836" y="1111977"/>
                </a:lnTo>
                <a:lnTo>
                  <a:pt x="292217" y="1141552"/>
                </a:lnTo>
                <a:lnTo>
                  <a:pt x="298590" y="1171118"/>
                </a:lnTo>
                <a:lnTo>
                  <a:pt x="304971" y="1200693"/>
                </a:lnTo>
                <a:lnTo>
                  <a:pt x="311344" y="1230259"/>
                </a:lnTo>
                <a:lnTo>
                  <a:pt x="317725" y="1259834"/>
                </a:lnTo>
                <a:lnTo>
                  <a:pt x="324098" y="1289409"/>
                </a:lnTo>
                <a:lnTo>
                  <a:pt x="330479" y="1318974"/>
                </a:lnTo>
                <a:lnTo>
                  <a:pt x="336852" y="1348550"/>
                </a:lnTo>
                <a:lnTo>
                  <a:pt x="343233" y="1378125"/>
                </a:lnTo>
                <a:lnTo>
                  <a:pt x="349615" y="1407690"/>
                </a:lnTo>
                <a:lnTo>
                  <a:pt x="355987" y="1437265"/>
                </a:lnTo>
                <a:lnTo>
                  <a:pt x="362369" y="1466831"/>
                </a:lnTo>
                <a:lnTo>
                  <a:pt x="368741" y="1496406"/>
                </a:lnTo>
                <a:lnTo>
                  <a:pt x="375123" y="1525981"/>
                </a:lnTo>
                <a:lnTo>
                  <a:pt x="381495" y="1555547"/>
                </a:lnTo>
                <a:lnTo>
                  <a:pt x="387877" y="1585122"/>
                </a:lnTo>
                <a:lnTo>
                  <a:pt x="393916" y="1614764"/>
                </a:lnTo>
                <a:lnTo>
                  <a:pt x="399955" y="1644406"/>
                </a:lnTo>
                <a:lnTo>
                  <a:pt x="405889" y="1674066"/>
                </a:lnTo>
                <a:lnTo>
                  <a:pt x="411813" y="1703737"/>
                </a:lnTo>
                <a:lnTo>
                  <a:pt x="417747" y="1733398"/>
                </a:lnTo>
                <a:lnTo>
                  <a:pt x="423672" y="1763068"/>
                </a:lnTo>
                <a:lnTo>
                  <a:pt x="429597" y="1792729"/>
                </a:lnTo>
                <a:lnTo>
                  <a:pt x="435531" y="1822399"/>
                </a:lnTo>
                <a:lnTo>
                  <a:pt x="441455" y="1852060"/>
                </a:lnTo>
                <a:lnTo>
                  <a:pt x="447389" y="1881721"/>
                </a:lnTo>
                <a:lnTo>
                  <a:pt x="453314" y="1911391"/>
                </a:lnTo>
                <a:lnTo>
                  <a:pt x="455409" y="1937909"/>
                </a:lnTo>
                <a:lnTo>
                  <a:pt x="425158" y="1937909"/>
                </a:lnTo>
                <a:lnTo>
                  <a:pt x="394907" y="1937909"/>
                </a:lnTo>
                <a:lnTo>
                  <a:pt x="364655" y="1937909"/>
                </a:lnTo>
                <a:lnTo>
                  <a:pt x="334404" y="1937909"/>
                </a:lnTo>
                <a:lnTo>
                  <a:pt x="304152" y="1937909"/>
                </a:lnTo>
                <a:lnTo>
                  <a:pt x="273901" y="1937909"/>
                </a:lnTo>
                <a:lnTo>
                  <a:pt x="243649" y="1937909"/>
                </a:lnTo>
                <a:lnTo>
                  <a:pt x="237620" y="1947872"/>
                </a:lnTo>
                <a:lnTo>
                  <a:pt x="259118" y="1969151"/>
                </a:lnTo>
                <a:lnTo>
                  <a:pt x="280616" y="1990430"/>
                </a:lnTo>
                <a:lnTo>
                  <a:pt x="302114" y="2011718"/>
                </a:lnTo>
                <a:lnTo>
                  <a:pt x="323621" y="2032997"/>
                </a:lnTo>
                <a:lnTo>
                  <a:pt x="345119" y="2054276"/>
                </a:lnTo>
                <a:lnTo>
                  <a:pt x="366617" y="2075555"/>
                </a:lnTo>
                <a:lnTo>
                  <a:pt x="388125" y="2096833"/>
                </a:lnTo>
                <a:lnTo>
                  <a:pt x="409623" y="2118122"/>
                </a:lnTo>
                <a:lnTo>
                  <a:pt x="431121" y="2139401"/>
                </a:lnTo>
                <a:lnTo>
                  <a:pt x="452618" y="2160680"/>
                </a:lnTo>
                <a:lnTo>
                  <a:pt x="474126" y="2181958"/>
                </a:lnTo>
                <a:lnTo>
                  <a:pt x="495624" y="2203247"/>
                </a:lnTo>
                <a:lnTo>
                  <a:pt x="517122" y="2224526"/>
                </a:lnTo>
                <a:lnTo>
                  <a:pt x="538620" y="2245805"/>
                </a:lnTo>
                <a:lnTo>
                  <a:pt x="560127" y="2267083"/>
                </a:lnTo>
                <a:lnTo>
                  <a:pt x="581625" y="2288372"/>
                </a:lnTo>
                <a:lnTo>
                  <a:pt x="603123" y="2309651"/>
                </a:lnTo>
                <a:lnTo>
                  <a:pt x="624621" y="2330929"/>
                </a:lnTo>
                <a:lnTo>
                  <a:pt x="646128" y="2352208"/>
                </a:lnTo>
                <a:lnTo>
                  <a:pt x="667626" y="2373487"/>
                </a:lnTo>
                <a:lnTo>
                  <a:pt x="689124" y="2394776"/>
                </a:lnTo>
                <a:lnTo>
                  <a:pt x="710622" y="2416054"/>
                </a:lnTo>
                <a:lnTo>
                  <a:pt x="732130" y="2407444"/>
                </a:lnTo>
                <a:lnTo>
                  <a:pt x="753628" y="2386165"/>
                </a:lnTo>
                <a:lnTo>
                  <a:pt x="775125" y="2364886"/>
                </a:lnTo>
                <a:lnTo>
                  <a:pt x="796623" y="2343598"/>
                </a:lnTo>
                <a:lnTo>
                  <a:pt x="818131" y="2322319"/>
                </a:lnTo>
                <a:lnTo>
                  <a:pt x="839629" y="2301040"/>
                </a:lnTo>
                <a:lnTo>
                  <a:pt x="861127" y="2279761"/>
                </a:lnTo>
                <a:lnTo>
                  <a:pt x="882634" y="2258473"/>
                </a:lnTo>
                <a:lnTo>
                  <a:pt x="904132" y="2237194"/>
                </a:lnTo>
                <a:lnTo>
                  <a:pt x="925630" y="2215915"/>
                </a:lnTo>
                <a:lnTo>
                  <a:pt x="947128" y="2194636"/>
                </a:lnTo>
                <a:lnTo>
                  <a:pt x="968626" y="2173357"/>
                </a:lnTo>
                <a:lnTo>
                  <a:pt x="990133" y="2152069"/>
                </a:lnTo>
                <a:lnTo>
                  <a:pt x="1011631" y="2130790"/>
                </a:lnTo>
                <a:lnTo>
                  <a:pt x="1033129" y="2109511"/>
                </a:lnTo>
                <a:lnTo>
                  <a:pt x="1054637" y="2088232"/>
                </a:lnTo>
                <a:lnTo>
                  <a:pt x="1076135" y="2066944"/>
                </a:lnTo>
                <a:lnTo>
                  <a:pt x="1097632" y="2045665"/>
                </a:lnTo>
                <a:lnTo>
                  <a:pt x="1119130" y="2024386"/>
                </a:lnTo>
                <a:lnTo>
                  <a:pt x="1140638" y="2003108"/>
                </a:lnTo>
                <a:lnTo>
                  <a:pt x="1162136" y="1981819"/>
                </a:lnTo>
                <a:lnTo>
                  <a:pt x="1183634" y="1960540"/>
                </a:lnTo>
                <a:lnTo>
                  <a:pt x="1205132" y="1939261"/>
                </a:lnTo>
                <a:lnTo>
                  <a:pt x="1178166" y="1937909"/>
                </a:lnTo>
                <a:lnTo>
                  <a:pt x="1147915" y="1937909"/>
                </a:lnTo>
                <a:lnTo>
                  <a:pt x="1117664" y="1937909"/>
                </a:lnTo>
                <a:lnTo>
                  <a:pt x="1087412" y="1937909"/>
                </a:lnTo>
                <a:lnTo>
                  <a:pt x="1057161" y="1937909"/>
                </a:lnTo>
                <a:lnTo>
                  <a:pt x="1026909" y="1937909"/>
                </a:lnTo>
                <a:lnTo>
                  <a:pt x="996658" y="1937909"/>
                </a:lnTo>
                <a:lnTo>
                  <a:pt x="977208" y="1929051"/>
                </a:lnTo>
                <a:lnTo>
                  <a:pt x="983142" y="1899390"/>
                </a:lnTo>
                <a:lnTo>
                  <a:pt x="989066" y="1869719"/>
                </a:lnTo>
                <a:lnTo>
                  <a:pt x="995001" y="1840059"/>
                </a:lnTo>
                <a:lnTo>
                  <a:pt x="1000925" y="1810398"/>
                </a:lnTo>
                <a:lnTo>
                  <a:pt x="1006850" y="1780727"/>
                </a:lnTo>
                <a:lnTo>
                  <a:pt x="1012784" y="1751066"/>
                </a:lnTo>
                <a:lnTo>
                  <a:pt x="1018708" y="1721396"/>
                </a:lnTo>
                <a:lnTo>
                  <a:pt x="1024642" y="1691735"/>
                </a:lnTo>
                <a:lnTo>
                  <a:pt x="1030567" y="1662074"/>
                </a:lnTo>
                <a:lnTo>
                  <a:pt x="1036539" y="1632414"/>
                </a:lnTo>
                <a:lnTo>
                  <a:pt x="1042578" y="1602772"/>
                </a:lnTo>
                <a:lnTo>
                  <a:pt x="1048760" y="1573159"/>
                </a:lnTo>
                <a:lnTo>
                  <a:pt x="1055132" y="1543583"/>
                </a:lnTo>
                <a:lnTo>
                  <a:pt x="1061514" y="1514018"/>
                </a:lnTo>
                <a:lnTo>
                  <a:pt x="1067886" y="1484443"/>
                </a:lnTo>
                <a:lnTo>
                  <a:pt x="1074268" y="1454877"/>
                </a:lnTo>
                <a:lnTo>
                  <a:pt x="1080649" y="1425302"/>
                </a:lnTo>
                <a:lnTo>
                  <a:pt x="1087022" y="1395727"/>
                </a:lnTo>
                <a:lnTo>
                  <a:pt x="1093403" y="1366161"/>
                </a:lnTo>
                <a:lnTo>
                  <a:pt x="1099776" y="1336586"/>
                </a:lnTo>
                <a:lnTo>
                  <a:pt x="1106157" y="1307011"/>
                </a:lnTo>
                <a:lnTo>
                  <a:pt x="1112530" y="1277445"/>
                </a:lnTo>
                <a:lnTo>
                  <a:pt x="1118911" y="1247870"/>
                </a:lnTo>
                <a:lnTo>
                  <a:pt x="1125293" y="1218305"/>
                </a:lnTo>
                <a:lnTo>
                  <a:pt x="1131665" y="1188730"/>
                </a:lnTo>
                <a:lnTo>
                  <a:pt x="1138047" y="1159154"/>
                </a:lnTo>
                <a:lnTo>
                  <a:pt x="1144419" y="1129589"/>
                </a:lnTo>
                <a:lnTo>
                  <a:pt x="1150801" y="1100014"/>
                </a:lnTo>
                <a:lnTo>
                  <a:pt x="1157173" y="1070439"/>
                </a:lnTo>
                <a:lnTo>
                  <a:pt x="1163555" y="1040873"/>
                </a:lnTo>
                <a:lnTo>
                  <a:pt x="1169927" y="1011298"/>
                </a:lnTo>
                <a:lnTo>
                  <a:pt x="1176309" y="981732"/>
                </a:lnTo>
                <a:lnTo>
                  <a:pt x="1182691" y="952157"/>
                </a:lnTo>
                <a:lnTo>
                  <a:pt x="1189063" y="922582"/>
                </a:lnTo>
                <a:lnTo>
                  <a:pt x="1195445" y="893016"/>
                </a:lnTo>
                <a:lnTo>
                  <a:pt x="1201817" y="863441"/>
                </a:lnTo>
                <a:lnTo>
                  <a:pt x="1208246" y="833885"/>
                </a:lnTo>
                <a:lnTo>
                  <a:pt x="1215066" y="804405"/>
                </a:lnTo>
                <a:lnTo>
                  <a:pt x="1222010" y="774973"/>
                </a:lnTo>
                <a:lnTo>
                  <a:pt x="1230297" y="745874"/>
                </a:lnTo>
                <a:lnTo>
                  <a:pt x="1238574" y="716775"/>
                </a:lnTo>
                <a:lnTo>
                  <a:pt x="1246851" y="687676"/>
                </a:lnTo>
                <a:lnTo>
                  <a:pt x="1255128" y="658587"/>
                </a:lnTo>
                <a:lnTo>
                  <a:pt x="1263415" y="629488"/>
                </a:lnTo>
                <a:lnTo>
                  <a:pt x="1271692" y="600389"/>
                </a:lnTo>
                <a:lnTo>
                  <a:pt x="1279970" y="571290"/>
                </a:lnTo>
                <a:lnTo>
                  <a:pt x="1288247" y="542201"/>
                </a:lnTo>
                <a:lnTo>
                  <a:pt x="1296533" y="513102"/>
                </a:lnTo>
                <a:lnTo>
                  <a:pt x="1304811" y="484003"/>
                </a:lnTo>
                <a:lnTo>
                  <a:pt x="1313088" y="454904"/>
                </a:lnTo>
                <a:lnTo>
                  <a:pt x="1321365" y="425815"/>
                </a:lnTo>
                <a:lnTo>
                  <a:pt x="1329652" y="396716"/>
                </a:lnTo>
                <a:lnTo>
                  <a:pt x="1337929" y="367617"/>
                </a:lnTo>
                <a:lnTo>
                  <a:pt x="1346206" y="338528"/>
                </a:lnTo>
                <a:lnTo>
                  <a:pt x="1354484" y="309429"/>
                </a:lnTo>
                <a:lnTo>
                  <a:pt x="1362770" y="280330"/>
                </a:lnTo>
                <a:lnTo>
                  <a:pt x="1371048" y="251231"/>
                </a:lnTo>
                <a:lnTo>
                  <a:pt x="1379325" y="222142"/>
                </a:lnTo>
                <a:lnTo>
                  <a:pt x="1387602" y="193043"/>
                </a:lnTo>
                <a:lnTo>
                  <a:pt x="1395889" y="163944"/>
                </a:lnTo>
                <a:lnTo>
                  <a:pt x="1404166" y="134845"/>
                </a:lnTo>
                <a:lnTo>
                  <a:pt x="1412443" y="105756"/>
                </a:lnTo>
                <a:lnTo>
                  <a:pt x="1420720" y="76657"/>
                </a:lnTo>
                <a:lnTo>
                  <a:pt x="1429007" y="47558"/>
                </a:lnTo>
                <a:lnTo>
                  <a:pt x="1434055" y="18012"/>
                </a:lnTo>
                <a:lnTo>
                  <a:pt x="1421816" y="0"/>
                </a:lnTo>
                <a:lnTo>
                  <a:pt x="1391564" y="0"/>
                </a:lnTo>
                <a:lnTo>
                  <a:pt x="1361313" y="0"/>
                </a:lnTo>
                <a:lnTo>
                  <a:pt x="1331062" y="0"/>
                </a:lnTo>
                <a:lnTo>
                  <a:pt x="1300810" y="0"/>
                </a:lnTo>
                <a:lnTo>
                  <a:pt x="1270559" y="0"/>
                </a:lnTo>
                <a:lnTo>
                  <a:pt x="1240307" y="0"/>
                </a:lnTo>
                <a:lnTo>
                  <a:pt x="1210056" y="0"/>
                </a:lnTo>
                <a:lnTo>
                  <a:pt x="1179805" y="0"/>
                </a:lnTo>
                <a:lnTo>
                  <a:pt x="1149553" y="0"/>
                </a:lnTo>
                <a:lnTo>
                  <a:pt x="1119302" y="0"/>
                </a:lnTo>
                <a:lnTo>
                  <a:pt x="1089050" y="0"/>
                </a:lnTo>
                <a:lnTo>
                  <a:pt x="1058799" y="0"/>
                </a:lnTo>
                <a:lnTo>
                  <a:pt x="1028548" y="0"/>
                </a:lnTo>
                <a:lnTo>
                  <a:pt x="998296" y="0"/>
                </a:lnTo>
                <a:lnTo>
                  <a:pt x="968045" y="0"/>
                </a:lnTo>
                <a:lnTo>
                  <a:pt x="937793" y="0"/>
                </a:lnTo>
                <a:lnTo>
                  <a:pt x="907542" y="0"/>
                </a:lnTo>
                <a:lnTo>
                  <a:pt x="877291" y="0"/>
                </a:lnTo>
                <a:lnTo>
                  <a:pt x="847039" y="0"/>
                </a:lnTo>
                <a:lnTo>
                  <a:pt x="816788" y="0"/>
                </a:lnTo>
                <a:lnTo>
                  <a:pt x="786536" y="0"/>
                </a:lnTo>
                <a:lnTo>
                  <a:pt x="756285" y="0"/>
                </a:lnTo>
                <a:lnTo>
                  <a:pt x="726034" y="0"/>
                </a:lnTo>
                <a:lnTo>
                  <a:pt x="695782" y="0"/>
                </a:lnTo>
                <a:lnTo>
                  <a:pt x="665531" y="0"/>
                </a:lnTo>
                <a:lnTo>
                  <a:pt x="635279" y="0"/>
                </a:lnTo>
                <a:lnTo>
                  <a:pt x="605028" y="0"/>
                </a:lnTo>
                <a:lnTo>
                  <a:pt x="574777" y="0"/>
                </a:lnTo>
                <a:lnTo>
                  <a:pt x="544525" y="0"/>
                </a:lnTo>
                <a:lnTo>
                  <a:pt x="514274" y="0"/>
                </a:lnTo>
                <a:lnTo>
                  <a:pt x="484022" y="0"/>
                </a:lnTo>
                <a:lnTo>
                  <a:pt x="453771" y="0"/>
                </a:lnTo>
                <a:lnTo>
                  <a:pt x="423520" y="0"/>
                </a:lnTo>
                <a:lnTo>
                  <a:pt x="393268" y="0"/>
                </a:lnTo>
                <a:lnTo>
                  <a:pt x="363017" y="0"/>
                </a:lnTo>
                <a:lnTo>
                  <a:pt x="332765" y="0"/>
                </a:lnTo>
                <a:lnTo>
                  <a:pt x="302514" y="0"/>
                </a:lnTo>
                <a:lnTo>
                  <a:pt x="272263" y="0"/>
                </a:lnTo>
                <a:lnTo>
                  <a:pt x="242011" y="0"/>
                </a:lnTo>
                <a:lnTo>
                  <a:pt x="211760" y="0"/>
                </a:lnTo>
                <a:lnTo>
                  <a:pt x="181508" y="0"/>
                </a:lnTo>
                <a:lnTo>
                  <a:pt x="151257" y="0"/>
                </a:lnTo>
                <a:lnTo>
                  <a:pt x="121006" y="0"/>
                </a:lnTo>
                <a:lnTo>
                  <a:pt x="90754" y="0"/>
                </a:lnTo>
                <a:lnTo>
                  <a:pt x="60503" y="0"/>
                </a:lnTo>
                <a:lnTo>
                  <a:pt x="30251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4ECEA">
                  <a:alpha val="0"/>
                </a:srgbClr>
              </a:gs>
              <a:gs pos="42000">
                <a:srgbClr val="DFC6C1">
                  <a:alpha val="9600"/>
                </a:srgbClr>
              </a:gs>
              <a:gs pos="76000">
                <a:srgbClr val="DFC6C1">
                  <a:alpha val="19200"/>
                </a:srgbClr>
              </a:gs>
              <a:gs pos="100000">
                <a:srgbClr val="C2948B">
                  <a:alpha val="312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17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AD12372D-A4BA-4F32-A76B-8F77D54E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0439" y="2574427"/>
            <a:ext cx="2271122" cy="628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汇总反馈</a:t>
            </a:r>
          </a:p>
        </p:txBody>
      </p:sp>
      <p:sp>
        <p:nvSpPr>
          <p:cNvPr id="18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8216CEE6-8F57-4796-ACBB-15758499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7277" y="3381975"/>
            <a:ext cx="1517456" cy="628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保留问题</a:t>
            </a:r>
          </a:p>
        </p:txBody>
      </p:sp>
      <p:sp>
        <p:nvSpPr>
          <p:cNvPr id="19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FC239355-C9AD-413B-80EC-BF003F13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9297" y="4189362"/>
            <a:ext cx="893416" cy="628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明确方案</a:t>
            </a:r>
          </a:p>
        </p:txBody>
      </p:sp>
    </p:spTree>
    <p:extLst>
      <p:ext uri="{BB962C8B-B14F-4D97-AF65-F5344CB8AC3E}">
        <p14:creationId xmlns:p14="http://schemas.microsoft.com/office/powerpoint/2010/main" val="4577596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2026-09-07T23:26:47.5800000Z</dcterms:created>
  <dcterms:modified xsi:type="dcterms:W3CDTF">2026-09-07T23:26:47.5800000Z</dcterms:modified>
</coreProperties>
</file>