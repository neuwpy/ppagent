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8df796579f4758" /><Relationship Type="http://schemas.openxmlformats.org/officeDocument/2006/relationships/extended-properties" Target="/docProps/app.xml" Id="R1ca6fbc50fb746db" /><Relationship Type="http://schemas.openxmlformats.org/officeDocument/2006/relationships/officeDocument" Target="/ppt/presentation.xml" Id="Re0ed425c44b04b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a5426987b04b3c"/>
  </p:sldMasterIdLst>
  <p:notesMasterIdLst>
    <p:notesMasterId xmlns:r="http://schemas.openxmlformats.org/officeDocument/2006/relationships" r:id="R66d5e83936834afa"/>
  </p:notesMasterIdLst>
  <p:sldIdLst>
    <p:sldId xmlns:r="http://schemas.openxmlformats.org/officeDocument/2006/relationships" id="256" r:id="R1bc5b762408948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9aafc7e5244f69" /><Relationship Type="http://schemas.openxmlformats.org/officeDocument/2006/relationships/slideMaster" Target="/ppt/slideMasters/slideMaster1.xml" Id="Rbaa5426987b04b3c" /><Relationship Type="http://schemas.openxmlformats.org/officeDocument/2006/relationships/notesMaster" Target="/ppt/notesMasters/notesMaster1.xml" Id="R66d5e83936834afa" /><Relationship Type="http://schemas.openxmlformats.org/officeDocument/2006/relationships/presProps" Target="/ppt/presProps.xml" Id="Rcdaf555c080c4b4e" /><Relationship Type="http://schemas.openxmlformats.org/officeDocument/2006/relationships/tableStyles" Target="/ppt/tableStyles.xml" Id="R37626ea9abd24c71" /><Relationship Type="http://schemas.openxmlformats.org/officeDocument/2006/relationships/slide" Target="/ppt/slides/slide1.xml" Id="R1bc5b762408948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77580eb4ff4c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2dba9788294dcc" /><Relationship Type="http://schemas.openxmlformats.org/officeDocument/2006/relationships/notesMaster" Target="/ppt/notesMasters/notesMaster1.xml" Id="R7566920faf6a49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0a8fab6be44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89af4291144d3e" /><Relationship Type="http://schemas.openxmlformats.org/officeDocument/2006/relationships/slideLayout" Target="/ppt/slideLayouts/slideLayout1.xml" Id="R01eb9785bd3040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eb9785bd3040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6c20000d14473" /><Relationship Type="http://schemas.openxmlformats.org/officeDocument/2006/relationships/image" Target="/ppt/media/image.png" Id="Rdb599c4b4fd641ba" /><Relationship Type="http://schemas.openxmlformats.org/officeDocument/2006/relationships/image" Target="/ppt/media/image.svg" Id="Rfb20d4afc21744f9" /><Relationship Type="http://schemas.openxmlformats.org/officeDocument/2006/relationships/image" Target="/ppt/media/image2.png" Id="Rfaeaf68f690f464e" /><Relationship Type="http://schemas.openxmlformats.org/officeDocument/2006/relationships/image" Target="/ppt/media/image2.svg" Id="R3aa68f1a7e494377" /><Relationship Type="http://schemas.openxmlformats.org/officeDocument/2006/relationships/image" Target="/ppt/media/image3.png" Id="R542e6c86f6ab4b36" /><Relationship Type="http://schemas.openxmlformats.org/officeDocument/2006/relationships/image" Target="/ppt/media/image3.svg" Id="R81be1eeb56244727" /><Relationship Type="http://schemas.openxmlformats.org/officeDocument/2006/relationships/notesSlide" Target="/ppt/notesSlides/notesSlide1.xml" Id="R729f9eaef29e47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age-paper">
            <a:extLst xmlns:a="http://schemas.openxmlformats.org/drawingml/2006/main">
              <a:ext uri="{FF2B5EF4-FFF2-40B4-BE49-F238E27FC236}">
                <a16:creationId xmlns:a16="http://schemas.microsoft.com/office/drawing/2014/main" id="{5EE9BE15-65BD-472A-BFBB-4898F206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46C471FB-8051-46B2-A67D-284B2142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7E8941E-CF32-46A9-ADDE-EC21B2D3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3133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客户反馈持续收敛成发布范围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ACD4589-E46A-443B-9D0E-9565DF48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47700"/>
            <a:ext cx="7286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E3F362ED-737A-47D7-A014-044F608A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入口：访谈、工单、使用记录；提供待核对的现场语境。</a:t>
            </a:r>
          </a:p>
        </p:txBody>
      </p:sp>
      <p:sp>
        <p:nvSpPr>
          <p:cNvPr id="6" name="plain-1-aux">
            <a:extLst xmlns:a="http://schemas.openxmlformats.org/drawingml/2006/main">
              <a:ext uri="{FF2B5EF4-FFF2-40B4-BE49-F238E27FC236}">
                <a16:creationId xmlns:a16="http://schemas.microsoft.com/office/drawing/2014/main" id="{F07F63F5-630B-4943-8172-6B7FCB05C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准入依据：问题可复现后进入核对；小样验证有效，才纳入发布。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9665BE-BBC3-4959-8B29-0E801BCD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8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E246D021-FF6E-4988-BB75-12BFDC67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017647" y="2098577"/>
            <a:ext cx="4728705" cy="335986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3F05F6BB-700C-4E0A-A2AE-E71BFD3A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7246" y="2621223"/>
            <a:ext cx="3061526" cy="584883"/>
          </a:xfrm>
          <a:custGeom xmlns:a="http://schemas.openxmlformats.org/drawingml/2006/main">
            <a:pathLst>
              <a:path w="3061526" h="584883">
                <a:moveTo>
                  <a:pt x="0" y="0"/>
                </a:moveTo>
                <a:lnTo>
                  <a:pt x="16402" y="22574"/>
                </a:lnTo>
                <a:lnTo>
                  <a:pt x="32804" y="45149"/>
                </a:lnTo>
                <a:lnTo>
                  <a:pt x="49206" y="67713"/>
                </a:lnTo>
                <a:lnTo>
                  <a:pt x="65608" y="90287"/>
                </a:lnTo>
                <a:lnTo>
                  <a:pt x="82010" y="112862"/>
                </a:lnTo>
                <a:lnTo>
                  <a:pt x="98412" y="135426"/>
                </a:lnTo>
                <a:lnTo>
                  <a:pt x="114814" y="158001"/>
                </a:lnTo>
                <a:lnTo>
                  <a:pt x="131207" y="180575"/>
                </a:lnTo>
                <a:lnTo>
                  <a:pt x="147609" y="203149"/>
                </a:lnTo>
                <a:lnTo>
                  <a:pt x="164011" y="225714"/>
                </a:lnTo>
                <a:lnTo>
                  <a:pt x="180413" y="248288"/>
                </a:lnTo>
                <a:lnTo>
                  <a:pt x="196815" y="270862"/>
                </a:lnTo>
                <a:lnTo>
                  <a:pt x="213217" y="293437"/>
                </a:lnTo>
                <a:lnTo>
                  <a:pt x="229619" y="316001"/>
                </a:lnTo>
                <a:lnTo>
                  <a:pt x="246021" y="338576"/>
                </a:lnTo>
                <a:lnTo>
                  <a:pt x="262423" y="361150"/>
                </a:lnTo>
                <a:lnTo>
                  <a:pt x="278825" y="383724"/>
                </a:lnTo>
                <a:lnTo>
                  <a:pt x="295227" y="406289"/>
                </a:lnTo>
                <a:lnTo>
                  <a:pt x="311629" y="428863"/>
                </a:lnTo>
                <a:lnTo>
                  <a:pt x="328031" y="451437"/>
                </a:lnTo>
                <a:lnTo>
                  <a:pt x="344434" y="474012"/>
                </a:lnTo>
                <a:lnTo>
                  <a:pt x="360826" y="496576"/>
                </a:lnTo>
                <a:lnTo>
                  <a:pt x="376218" y="519608"/>
                </a:lnTo>
                <a:lnTo>
                  <a:pt x="400545" y="532295"/>
                </a:lnTo>
                <a:lnTo>
                  <a:pt x="427673" y="538791"/>
                </a:lnTo>
                <a:lnTo>
                  <a:pt x="455162" y="543563"/>
                </a:lnTo>
                <a:lnTo>
                  <a:pt x="482784" y="547449"/>
                </a:lnTo>
                <a:lnTo>
                  <a:pt x="510492" y="550755"/>
                </a:lnTo>
                <a:lnTo>
                  <a:pt x="538239" y="553641"/>
                </a:lnTo>
                <a:lnTo>
                  <a:pt x="566023" y="556222"/>
                </a:lnTo>
                <a:lnTo>
                  <a:pt x="593827" y="558536"/>
                </a:lnTo>
                <a:lnTo>
                  <a:pt x="621649" y="560642"/>
                </a:lnTo>
                <a:lnTo>
                  <a:pt x="649491" y="562575"/>
                </a:lnTo>
                <a:lnTo>
                  <a:pt x="677332" y="564366"/>
                </a:lnTo>
                <a:lnTo>
                  <a:pt x="705183" y="566014"/>
                </a:lnTo>
                <a:lnTo>
                  <a:pt x="733044" y="567547"/>
                </a:lnTo>
                <a:lnTo>
                  <a:pt x="760905" y="568976"/>
                </a:lnTo>
                <a:lnTo>
                  <a:pt x="788775" y="570300"/>
                </a:lnTo>
                <a:lnTo>
                  <a:pt x="816654" y="571548"/>
                </a:lnTo>
                <a:lnTo>
                  <a:pt x="844525" y="572719"/>
                </a:lnTo>
                <a:lnTo>
                  <a:pt x="872404" y="573796"/>
                </a:lnTo>
                <a:lnTo>
                  <a:pt x="900293" y="574815"/>
                </a:lnTo>
                <a:lnTo>
                  <a:pt x="928173" y="575777"/>
                </a:lnTo>
                <a:lnTo>
                  <a:pt x="956062" y="576672"/>
                </a:lnTo>
                <a:lnTo>
                  <a:pt x="983952" y="577510"/>
                </a:lnTo>
                <a:lnTo>
                  <a:pt x="1011841" y="578282"/>
                </a:lnTo>
                <a:lnTo>
                  <a:pt x="1039739" y="579015"/>
                </a:lnTo>
                <a:lnTo>
                  <a:pt x="1067629" y="579692"/>
                </a:lnTo>
                <a:lnTo>
                  <a:pt x="1095518" y="580320"/>
                </a:lnTo>
                <a:lnTo>
                  <a:pt x="1123417" y="580901"/>
                </a:lnTo>
                <a:lnTo>
                  <a:pt x="1151315" y="581444"/>
                </a:lnTo>
                <a:lnTo>
                  <a:pt x="1179214" y="581939"/>
                </a:lnTo>
                <a:lnTo>
                  <a:pt x="1207113" y="582397"/>
                </a:lnTo>
                <a:lnTo>
                  <a:pt x="1235012" y="582816"/>
                </a:lnTo>
                <a:lnTo>
                  <a:pt x="1262910" y="583187"/>
                </a:lnTo>
                <a:lnTo>
                  <a:pt x="1290809" y="583521"/>
                </a:lnTo>
                <a:lnTo>
                  <a:pt x="1318708" y="583816"/>
                </a:lnTo>
                <a:lnTo>
                  <a:pt x="1346606" y="584083"/>
                </a:lnTo>
                <a:lnTo>
                  <a:pt x="1374505" y="584302"/>
                </a:lnTo>
                <a:lnTo>
                  <a:pt x="1402404" y="584483"/>
                </a:lnTo>
                <a:lnTo>
                  <a:pt x="1430312" y="584635"/>
                </a:lnTo>
                <a:lnTo>
                  <a:pt x="1458211" y="584740"/>
                </a:lnTo>
                <a:lnTo>
                  <a:pt x="1486110" y="584825"/>
                </a:lnTo>
                <a:lnTo>
                  <a:pt x="1514008" y="584873"/>
                </a:lnTo>
                <a:lnTo>
                  <a:pt x="1541917" y="584883"/>
                </a:lnTo>
                <a:lnTo>
                  <a:pt x="1569815" y="584854"/>
                </a:lnTo>
                <a:lnTo>
                  <a:pt x="1597714" y="584787"/>
                </a:lnTo>
                <a:lnTo>
                  <a:pt x="1625622" y="584683"/>
                </a:lnTo>
                <a:lnTo>
                  <a:pt x="1653521" y="584559"/>
                </a:lnTo>
                <a:lnTo>
                  <a:pt x="1681420" y="584397"/>
                </a:lnTo>
                <a:lnTo>
                  <a:pt x="1709318" y="584187"/>
                </a:lnTo>
                <a:lnTo>
                  <a:pt x="1737227" y="583949"/>
                </a:lnTo>
                <a:lnTo>
                  <a:pt x="1765125" y="583663"/>
                </a:lnTo>
                <a:lnTo>
                  <a:pt x="1793024" y="583349"/>
                </a:lnTo>
                <a:lnTo>
                  <a:pt x="1820923" y="582997"/>
                </a:lnTo>
                <a:lnTo>
                  <a:pt x="1848822" y="582606"/>
                </a:lnTo>
                <a:lnTo>
                  <a:pt x="1876720" y="582168"/>
                </a:lnTo>
                <a:lnTo>
                  <a:pt x="1904619" y="581692"/>
                </a:lnTo>
                <a:lnTo>
                  <a:pt x="1932508" y="581177"/>
                </a:lnTo>
                <a:lnTo>
                  <a:pt x="1960407" y="580615"/>
                </a:lnTo>
                <a:lnTo>
                  <a:pt x="1988306" y="580006"/>
                </a:lnTo>
                <a:lnTo>
                  <a:pt x="2016195" y="579349"/>
                </a:lnTo>
                <a:lnTo>
                  <a:pt x="2044094" y="578644"/>
                </a:lnTo>
                <a:lnTo>
                  <a:pt x="2071983" y="577891"/>
                </a:lnTo>
                <a:lnTo>
                  <a:pt x="2099872" y="577082"/>
                </a:lnTo>
                <a:lnTo>
                  <a:pt x="2127761" y="576215"/>
                </a:lnTo>
                <a:lnTo>
                  <a:pt x="2155641" y="575291"/>
                </a:lnTo>
                <a:lnTo>
                  <a:pt x="2183530" y="574300"/>
                </a:lnTo>
                <a:lnTo>
                  <a:pt x="2211410" y="573253"/>
                </a:lnTo>
                <a:lnTo>
                  <a:pt x="2239289" y="572119"/>
                </a:lnTo>
                <a:lnTo>
                  <a:pt x="2267169" y="570919"/>
                </a:lnTo>
                <a:lnTo>
                  <a:pt x="2295039" y="569633"/>
                </a:lnTo>
                <a:lnTo>
                  <a:pt x="2322900" y="568252"/>
                </a:lnTo>
                <a:lnTo>
                  <a:pt x="2350770" y="566776"/>
                </a:lnTo>
                <a:lnTo>
                  <a:pt x="2378621" y="565175"/>
                </a:lnTo>
                <a:lnTo>
                  <a:pt x="2406472" y="563461"/>
                </a:lnTo>
                <a:lnTo>
                  <a:pt x="2434314" y="561604"/>
                </a:lnTo>
                <a:lnTo>
                  <a:pt x="2462136" y="559584"/>
                </a:lnTo>
                <a:lnTo>
                  <a:pt x="2489949" y="557374"/>
                </a:lnTo>
                <a:lnTo>
                  <a:pt x="2517743" y="554936"/>
                </a:lnTo>
                <a:lnTo>
                  <a:pt x="2545518" y="552202"/>
                </a:lnTo>
                <a:lnTo>
                  <a:pt x="2573245" y="549116"/>
                </a:lnTo>
                <a:lnTo>
                  <a:pt x="2600916" y="545544"/>
                </a:lnTo>
                <a:lnTo>
                  <a:pt x="2628481" y="541258"/>
                </a:lnTo>
                <a:lnTo>
                  <a:pt x="2655837" y="535762"/>
                </a:lnTo>
                <a:lnTo>
                  <a:pt x="2682421" y="527437"/>
                </a:lnTo>
                <a:lnTo>
                  <a:pt x="2700690" y="507568"/>
                </a:lnTo>
                <a:lnTo>
                  <a:pt x="2717092" y="484994"/>
                </a:lnTo>
                <a:lnTo>
                  <a:pt x="2733494" y="462420"/>
                </a:lnTo>
                <a:lnTo>
                  <a:pt x="2749896" y="439855"/>
                </a:lnTo>
                <a:lnTo>
                  <a:pt x="2766298" y="417281"/>
                </a:lnTo>
                <a:lnTo>
                  <a:pt x="2782700" y="394706"/>
                </a:lnTo>
                <a:lnTo>
                  <a:pt x="2799102" y="372132"/>
                </a:lnTo>
                <a:lnTo>
                  <a:pt x="2815504" y="349568"/>
                </a:lnTo>
                <a:lnTo>
                  <a:pt x="2831906" y="326993"/>
                </a:lnTo>
                <a:lnTo>
                  <a:pt x="2848308" y="304419"/>
                </a:lnTo>
                <a:lnTo>
                  <a:pt x="2864710" y="281845"/>
                </a:lnTo>
                <a:lnTo>
                  <a:pt x="2881112" y="259280"/>
                </a:lnTo>
                <a:lnTo>
                  <a:pt x="2897515" y="236706"/>
                </a:lnTo>
                <a:lnTo>
                  <a:pt x="2913917" y="214132"/>
                </a:lnTo>
                <a:lnTo>
                  <a:pt x="2930309" y="191557"/>
                </a:lnTo>
                <a:lnTo>
                  <a:pt x="2946711" y="168993"/>
                </a:lnTo>
                <a:lnTo>
                  <a:pt x="2963113" y="146418"/>
                </a:lnTo>
                <a:lnTo>
                  <a:pt x="2979515" y="123844"/>
                </a:lnTo>
                <a:lnTo>
                  <a:pt x="2995917" y="101270"/>
                </a:lnTo>
                <a:lnTo>
                  <a:pt x="3012319" y="78705"/>
                </a:lnTo>
                <a:lnTo>
                  <a:pt x="3028721" y="56131"/>
                </a:lnTo>
                <a:lnTo>
                  <a:pt x="3045123" y="33557"/>
                </a:lnTo>
                <a:lnTo>
                  <a:pt x="3061526" y="10982"/>
                </a:lnTo>
                <a:lnTo>
                  <a:pt x="3059192" y="8944"/>
                </a:lnTo>
                <a:lnTo>
                  <a:pt x="3032398" y="16602"/>
                </a:lnTo>
                <a:lnTo>
                  <a:pt x="3004947" y="21555"/>
                </a:lnTo>
                <a:lnTo>
                  <a:pt x="2977315" y="25422"/>
                </a:lnTo>
                <a:lnTo>
                  <a:pt x="2949597" y="28651"/>
                </a:lnTo>
                <a:lnTo>
                  <a:pt x="2921841" y="31461"/>
                </a:lnTo>
                <a:lnTo>
                  <a:pt x="2894047" y="33957"/>
                </a:lnTo>
                <a:lnTo>
                  <a:pt x="2866244" y="36205"/>
                </a:lnTo>
                <a:lnTo>
                  <a:pt x="2838412" y="38252"/>
                </a:lnTo>
                <a:lnTo>
                  <a:pt x="2810580" y="40138"/>
                </a:lnTo>
                <a:lnTo>
                  <a:pt x="2782729" y="41872"/>
                </a:lnTo>
                <a:lnTo>
                  <a:pt x="2754878" y="43501"/>
                </a:lnTo>
                <a:lnTo>
                  <a:pt x="2727017" y="45015"/>
                </a:lnTo>
                <a:lnTo>
                  <a:pt x="2699147" y="46444"/>
                </a:lnTo>
                <a:lnTo>
                  <a:pt x="2671277" y="47787"/>
                </a:lnTo>
                <a:lnTo>
                  <a:pt x="2643407" y="49054"/>
                </a:lnTo>
                <a:lnTo>
                  <a:pt x="2615527" y="50244"/>
                </a:lnTo>
                <a:lnTo>
                  <a:pt x="2587657" y="51368"/>
                </a:lnTo>
                <a:lnTo>
                  <a:pt x="2559768" y="52445"/>
                </a:lnTo>
                <a:lnTo>
                  <a:pt x="2531888" y="53454"/>
                </a:lnTo>
                <a:lnTo>
                  <a:pt x="2504008" y="54426"/>
                </a:lnTo>
                <a:lnTo>
                  <a:pt x="2476119" y="55340"/>
                </a:lnTo>
                <a:lnTo>
                  <a:pt x="2448230" y="56217"/>
                </a:lnTo>
                <a:lnTo>
                  <a:pt x="2420341" y="57045"/>
                </a:lnTo>
                <a:lnTo>
                  <a:pt x="2392451" y="57826"/>
                </a:lnTo>
                <a:lnTo>
                  <a:pt x="2364562" y="58579"/>
                </a:lnTo>
                <a:lnTo>
                  <a:pt x="2336663" y="59293"/>
                </a:lnTo>
                <a:lnTo>
                  <a:pt x="2308774" y="59969"/>
                </a:lnTo>
                <a:lnTo>
                  <a:pt x="2280876" y="60617"/>
                </a:lnTo>
                <a:lnTo>
                  <a:pt x="2252986" y="61227"/>
                </a:lnTo>
                <a:lnTo>
                  <a:pt x="2225088" y="61817"/>
                </a:lnTo>
                <a:lnTo>
                  <a:pt x="2197189" y="62370"/>
                </a:lnTo>
                <a:lnTo>
                  <a:pt x="2169300" y="62894"/>
                </a:lnTo>
                <a:lnTo>
                  <a:pt x="2141401" y="63389"/>
                </a:lnTo>
                <a:lnTo>
                  <a:pt x="2113502" y="63856"/>
                </a:lnTo>
                <a:lnTo>
                  <a:pt x="2085604" y="64294"/>
                </a:lnTo>
                <a:lnTo>
                  <a:pt x="2057705" y="64703"/>
                </a:lnTo>
                <a:lnTo>
                  <a:pt x="2029806" y="65113"/>
                </a:lnTo>
                <a:lnTo>
                  <a:pt x="2001907" y="65465"/>
                </a:lnTo>
                <a:lnTo>
                  <a:pt x="1974009" y="65818"/>
                </a:lnTo>
                <a:lnTo>
                  <a:pt x="1946110" y="66132"/>
                </a:lnTo>
                <a:lnTo>
                  <a:pt x="1918211" y="66427"/>
                </a:lnTo>
                <a:lnTo>
                  <a:pt x="1890312" y="66723"/>
                </a:lnTo>
                <a:lnTo>
                  <a:pt x="1862404" y="66961"/>
                </a:lnTo>
                <a:lnTo>
                  <a:pt x="1834505" y="67199"/>
                </a:lnTo>
                <a:lnTo>
                  <a:pt x="1806607" y="67408"/>
                </a:lnTo>
                <a:lnTo>
                  <a:pt x="1778708" y="67589"/>
                </a:lnTo>
                <a:lnTo>
                  <a:pt x="1750809" y="67770"/>
                </a:lnTo>
                <a:lnTo>
                  <a:pt x="1722901" y="67904"/>
                </a:lnTo>
                <a:lnTo>
                  <a:pt x="1695002" y="68037"/>
                </a:lnTo>
                <a:lnTo>
                  <a:pt x="1667104" y="68142"/>
                </a:lnTo>
                <a:lnTo>
                  <a:pt x="1639195" y="68218"/>
                </a:lnTo>
                <a:lnTo>
                  <a:pt x="1611297" y="68304"/>
                </a:lnTo>
                <a:lnTo>
                  <a:pt x="1583398" y="68332"/>
                </a:lnTo>
                <a:lnTo>
                  <a:pt x="1555499" y="68361"/>
                </a:lnTo>
                <a:lnTo>
                  <a:pt x="1527591" y="68370"/>
                </a:lnTo>
                <a:lnTo>
                  <a:pt x="1499692" y="68351"/>
                </a:lnTo>
                <a:lnTo>
                  <a:pt x="1471793" y="68323"/>
                </a:lnTo>
                <a:lnTo>
                  <a:pt x="1443885" y="68256"/>
                </a:lnTo>
                <a:lnTo>
                  <a:pt x="1415987" y="68180"/>
                </a:lnTo>
                <a:lnTo>
                  <a:pt x="1388088" y="68094"/>
                </a:lnTo>
                <a:lnTo>
                  <a:pt x="1360189" y="67970"/>
                </a:lnTo>
                <a:lnTo>
                  <a:pt x="1332281" y="67837"/>
                </a:lnTo>
                <a:lnTo>
                  <a:pt x="1304382" y="67675"/>
                </a:lnTo>
                <a:lnTo>
                  <a:pt x="1276483" y="67494"/>
                </a:lnTo>
                <a:lnTo>
                  <a:pt x="1248585" y="67313"/>
                </a:lnTo>
                <a:lnTo>
                  <a:pt x="1220676" y="67075"/>
                </a:lnTo>
                <a:lnTo>
                  <a:pt x="1192778" y="66837"/>
                </a:lnTo>
                <a:lnTo>
                  <a:pt x="1164879" y="66570"/>
                </a:lnTo>
                <a:lnTo>
                  <a:pt x="1136980" y="66275"/>
                </a:lnTo>
                <a:lnTo>
                  <a:pt x="1109081" y="65989"/>
                </a:lnTo>
                <a:lnTo>
                  <a:pt x="1081183" y="65637"/>
                </a:lnTo>
                <a:lnTo>
                  <a:pt x="1053284" y="65284"/>
                </a:lnTo>
                <a:lnTo>
                  <a:pt x="1025385" y="64903"/>
                </a:lnTo>
                <a:lnTo>
                  <a:pt x="997487" y="64494"/>
                </a:lnTo>
                <a:lnTo>
                  <a:pt x="969588" y="64075"/>
                </a:lnTo>
                <a:lnTo>
                  <a:pt x="941689" y="63608"/>
                </a:lnTo>
                <a:lnTo>
                  <a:pt x="913790" y="63132"/>
                </a:lnTo>
                <a:lnTo>
                  <a:pt x="885892" y="62627"/>
                </a:lnTo>
                <a:lnTo>
                  <a:pt x="858002" y="62084"/>
                </a:lnTo>
                <a:lnTo>
                  <a:pt x="830104" y="61522"/>
                </a:lnTo>
                <a:lnTo>
                  <a:pt x="802205" y="60922"/>
                </a:lnTo>
                <a:lnTo>
                  <a:pt x="774316" y="60293"/>
                </a:lnTo>
                <a:lnTo>
                  <a:pt x="746417" y="59627"/>
                </a:lnTo>
                <a:lnTo>
                  <a:pt x="718528" y="58931"/>
                </a:lnTo>
                <a:lnTo>
                  <a:pt x="690639" y="58198"/>
                </a:lnTo>
                <a:lnTo>
                  <a:pt x="662740" y="57426"/>
                </a:lnTo>
                <a:lnTo>
                  <a:pt x="634851" y="56617"/>
                </a:lnTo>
                <a:lnTo>
                  <a:pt x="606962" y="55769"/>
                </a:lnTo>
                <a:lnTo>
                  <a:pt x="579082" y="54874"/>
                </a:lnTo>
                <a:lnTo>
                  <a:pt x="551193" y="53931"/>
                </a:lnTo>
                <a:lnTo>
                  <a:pt x="523313" y="52940"/>
                </a:lnTo>
                <a:lnTo>
                  <a:pt x="495424" y="51892"/>
                </a:lnTo>
                <a:lnTo>
                  <a:pt x="467544" y="50797"/>
                </a:lnTo>
                <a:lnTo>
                  <a:pt x="439674" y="49635"/>
                </a:lnTo>
                <a:lnTo>
                  <a:pt x="411794" y="48406"/>
                </a:lnTo>
                <a:lnTo>
                  <a:pt x="383924" y="47101"/>
                </a:lnTo>
                <a:lnTo>
                  <a:pt x="356054" y="45720"/>
                </a:lnTo>
                <a:lnTo>
                  <a:pt x="328193" y="44253"/>
                </a:lnTo>
                <a:lnTo>
                  <a:pt x="300333" y="42682"/>
                </a:lnTo>
                <a:lnTo>
                  <a:pt x="272482" y="40996"/>
                </a:lnTo>
                <a:lnTo>
                  <a:pt x="244640" y="39186"/>
                </a:lnTo>
                <a:lnTo>
                  <a:pt x="216808" y="37224"/>
                </a:lnTo>
                <a:lnTo>
                  <a:pt x="188995" y="35071"/>
                </a:lnTo>
                <a:lnTo>
                  <a:pt x="161192" y="32709"/>
                </a:lnTo>
                <a:lnTo>
                  <a:pt x="133417" y="30070"/>
                </a:lnTo>
                <a:lnTo>
                  <a:pt x="105680" y="27061"/>
                </a:lnTo>
                <a:lnTo>
                  <a:pt x="78000" y="23536"/>
                </a:lnTo>
                <a:lnTo>
                  <a:pt x="50435" y="19193"/>
                </a:lnTo>
                <a:lnTo>
                  <a:pt x="23193" y="13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0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CF08938D-2039-4303-AA56-30E815DC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7246" y="2523992"/>
            <a:ext cx="3069507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1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6076E6FF-B03C-4D90-88CA-6EBE01F6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2560" y="3295269"/>
            <a:ext cx="2318299" cy="584883"/>
          </a:xfrm>
          <a:custGeom xmlns:a="http://schemas.openxmlformats.org/drawingml/2006/main">
            <a:pathLst>
              <a:path w="2318299" h="584883">
                <a:moveTo>
                  <a:pt x="0" y="0"/>
                </a:moveTo>
                <a:lnTo>
                  <a:pt x="10697" y="19241"/>
                </a:lnTo>
                <a:lnTo>
                  <a:pt x="21403" y="38471"/>
                </a:lnTo>
                <a:lnTo>
                  <a:pt x="32099" y="57712"/>
                </a:lnTo>
                <a:lnTo>
                  <a:pt x="42796" y="76952"/>
                </a:lnTo>
                <a:lnTo>
                  <a:pt x="53502" y="96183"/>
                </a:lnTo>
                <a:lnTo>
                  <a:pt x="64199" y="115424"/>
                </a:lnTo>
                <a:lnTo>
                  <a:pt x="74905" y="134664"/>
                </a:lnTo>
                <a:lnTo>
                  <a:pt x="85601" y="153895"/>
                </a:lnTo>
                <a:lnTo>
                  <a:pt x="96298" y="173136"/>
                </a:lnTo>
                <a:lnTo>
                  <a:pt x="107004" y="192376"/>
                </a:lnTo>
                <a:lnTo>
                  <a:pt x="117700" y="211607"/>
                </a:lnTo>
                <a:lnTo>
                  <a:pt x="128397" y="230848"/>
                </a:lnTo>
                <a:lnTo>
                  <a:pt x="139103" y="250088"/>
                </a:lnTo>
                <a:lnTo>
                  <a:pt x="149800" y="269319"/>
                </a:lnTo>
                <a:lnTo>
                  <a:pt x="160496" y="288560"/>
                </a:lnTo>
                <a:lnTo>
                  <a:pt x="171202" y="307800"/>
                </a:lnTo>
                <a:lnTo>
                  <a:pt x="181899" y="327031"/>
                </a:lnTo>
                <a:lnTo>
                  <a:pt x="192605" y="346272"/>
                </a:lnTo>
                <a:lnTo>
                  <a:pt x="203302" y="365503"/>
                </a:lnTo>
                <a:lnTo>
                  <a:pt x="213998" y="384743"/>
                </a:lnTo>
                <a:lnTo>
                  <a:pt x="224704" y="403984"/>
                </a:lnTo>
                <a:lnTo>
                  <a:pt x="235401" y="423215"/>
                </a:lnTo>
                <a:lnTo>
                  <a:pt x="246097" y="442455"/>
                </a:lnTo>
                <a:lnTo>
                  <a:pt x="256804" y="461696"/>
                </a:lnTo>
                <a:lnTo>
                  <a:pt x="267500" y="480927"/>
                </a:lnTo>
                <a:lnTo>
                  <a:pt x="278206" y="500167"/>
                </a:lnTo>
                <a:lnTo>
                  <a:pt x="288017" y="519713"/>
                </a:lnTo>
                <a:lnTo>
                  <a:pt x="305714" y="532076"/>
                </a:lnTo>
                <a:lnTo>
                  <a:pt x="326660" y="538782"/>
                </a:lnTo>
                <a:lnTo>
                  <a:pt x="348110" y="543725"/>
                </a:lnTo>
                <a:lnTo>
                  <a:pt x="369761" y="547726"/>
                </a:lnTo>
                <a:lnTo>
                  <a:pt x="391506" y="551126"/>
                </a:lnTo>
                <a:lnTo>
                  <a:pt x="413318" y="554088"/>
                </a:lnTo>
                <a:lnTo>
                  <a:pt x="435169" y="556727"/>
                </a:lnTo>
                <a:lnTo>
                  <a:pt x="457057" y="559098"/>
                </a:lnTo>
                <a:lnTo>
                  <a:pt x="478965" y="561251"/>
                </a:lnTo>
                <a:lnTo>
                  <a:pt x="500891" y="563223"/>
                </a:lnTo>
                <a:lnTo>
                  <a:pt x="522827" y="565033"/>
                </a:lnTo>
                <a:lnTo>
                  <a:pt x="544773" y="566718"/>
                </a:lnTo>
                <a:lnTo>
                  <a:pt x="566728" y="568262"/>
                </a:lnTo>
                <a:lnTo>
                  <a:pt x="588702" y="569709"/>
                </a:lnTo>
                <a:lnTo>
                  <a:pt x="610667" y="571043"/>
                </a:lnTo>
                <a:lnTo>
                  <a:pt x="632651" y="572300"/>
                </a:lnTo>
                <a:lnTo>
                  <a:pt x="654625" y="573462"/>
                </a:lnTo>
                <a:lnTo>
                  <a:pt x="676618" y="574558"/>
                </a:lnTo>
                <a:lnTo>
                  <a:pt x="698602" y="575567"/>
                </a:lnTo>
                <a:lnTo>
                  <a:pt x="720595" y="576520"/>
                </a:lnTo>
                <a:lnTo>
                  <a:pt x="742588" y="577406"/>
                </a:lnTo>
                <a:lnTo>
                  <a:pt x="764591" y="578234"/>
                </a:lnTo>
                <a:lnTo>
                  <a:pt x="786584" y="578996"/>
                </a:lnTo>
                <a:lnTo>
                  <a:pt x="808587" y="579701"/>
                </a:lnTo>
                <a:lnTo>
                  <a:pt x="830590" y="580368"/>
                </a:lnTo>
                <a:lnTo>
                  <a:pt x="852592" y="580977"/>
                </a:lnTo>
                <a:lnTo>
                  <a:pt x="874605" y="581530"/>
                </a:lnTo>
                <a:lnTo>
                  <a:pt x="896607" y="582044"/>
                </a:lnTo>
                <a:lnTo>
                  <a:pt x="918620" y="582511"/>
                </a:lnTo>
                <a:lnTo>
                  <a:pt x="940622" y="582930"/>
                </a:lnTo>
                <a:lnTo>
                  <a:pt x="962635" y="583311"/>
                </a:lnTo>
                <a:lnTo>
                  <a:pt x="984647" y="583644"/>
                </a:lnTo>
                <a:lnTo>
                  <a:pt x="1006659" y="583940"/>
                </a:lnTo>
                <a:lnTo>
                  <a:pt x="1028671" y="584197"/>
                </a:lnTo>
                <a:lnTo>
                  <a:pt x="1050684" y="584406"/>
                </a:lnTo>
                <a:lnTo>
                  <a:pt x="1072686" y="584578"/>
                </a:lnTo>
                <a:lnTo>
                  <a:pt x="1094699" y="584721"/>
                </a:lnTo>
                <a:lnTo>
                  <a:pt x="1116711" y="584816"/>
                </a:lnTo>
                <a:lnTo>
                  <a:pt x="1138733" y="584873"/>
                </a:lnTo>
                <a:lnTo>
                  <a:pt x="1160745" y="584883"/>
                </a:lnTo>
                <a:lnTo>
                  <a:pt x="1182757" y="584864"/>
                </a:lnTo>
                <a:lnTo>
                  <a:pt x="1204770" y="584797"/>
                </a:lnTo>
                <a:lnTo>
                  <a:pt x="1226782" y="584702"/>
                </a:lnTo>
                <a:lnTo>
                  <a:pt x="1248794" y="584559"/>
                </a:lnTo>
                <a:lnTo>
                  <a:pt x="1270806" y="584387"/>
                </a:lnTo>
                <a:lnTo>
                  <a:pt x="1292819" y="584168"/>
                </a:lnTo>
                <a:lnTo>
                  <a:pt x="1314831" y="583911"/>
                </a:lnTo>
                <a:lnTo>
                  <a:pt x="1336834" y="583606"/>
                </a:lnTo>
                <a:lnTo>
                  <a:pt x="1358846" y="583273"/>
                </a:lnTo>
                <a:lnTo>
                  <a:pt x="1380858" y="582892"/>
                </a:lnTo>
                <a:lnTo>
                  <a:pt x="1402861" y="582463"/>
                </a:lnTo>
                <a:lnTo>
                  <a:pt x="1424873" y="581987"/>
                </a:lnTo>
                <a:lnTo>
                  <a:pt x="1446876" y="581473"/>
                </a:lnTo>
                <a:lnTo>
                  <a:pt x="1468888" y="580901"/>
                </a:lnTo>
                <a:lnTo>
                  <a:pt x="1490891" y="580292"/>
                </a:lnTo>
                <a:lnTo>
                  <a:pt x="1512894" y="579625"/>
                </a:lnTo>
                <a:lnTo>
                  <a:pt x="1534897" y="578910"/>
                </a:lnTo>
                <a:lnTo>
                  <a:pt x="1556890" y="578139"/>
                </a:lnTo>
                <a:lnTo>
                  <a:pt x="1578893" y="577301"/>
                </a:lnTo>
                <a:lnTo>
                  <a:pt x="1600886" y="576405"/>
                </a:lnTo>
                <a:lnTo>
                  <a:pt x="1622879" y="575453"/>
                </a:lnTo>
                <a:lnTo>
                  <a:pt x="1644863" y="574434"/>
                </a:lnTo>
                <a:lnTo>
                  <a:pt x="1666846" y="573329"/>
                </a:lnTo>
                <a:lnTo>
                  <a:pt x="1688830" y="572157"/>
                </a:lnTo>
                <a:lnTo>
                  <a:pt x="1710804" y="570900"/>
                </a:lnTo>
                <a:lnTo>
                  <a:pt x="1732778" y="569538"/>
                </a:lnTo>
                <a:lnTo>
                  <a:pt x="1754743" y="568081"/>
                </a:lnTo>
                <a:lnTo>
                  <a:pt x="1776698" y="566518"/>
                </a:lnTo>
                <a:lnTo>
                  <a:pt x="1798653" y="564823"/>
                </a:lnTo>
                <a:lnTo>
                  <a:pt x="1820589" y="562994"/>
                </a:lnTo>
                <a:lnTo>
                  <a:pt x="1842506" y="561013"/>
                </a:lnTo>
                <a:lnTo>
                  <a:pt x="1864414" y="558832"/>
                </a:lnTo>
                <a:lnTo>
                  <a:pt x="1886293" y="556431"/>
                </a:lnTo>
                <a:lnTo>
                  <a:pt x="1908143" y="553764"/>
                </a:lnTo>
                <a:lnTo>
                  <a:pt x="1929946" y="550745"/>
                </a:lnTo>
                <a:lnTo>
                  <a:pt x="1951692" y="547297"/>
                </a:lnTo>
                <a:lnTo>
                  <a:pt x="1973313" y="543201"/>
                </a:lnTo>
                <a:lnTo>
                  <a:pt x="1994725" y="538115"/>
                </a:lnTo>
                <a:lnTo>
                  <a:pt x="2015566" y="531066"/>
                </a:lnTo>
                <a:lnTo>
                  <a:pt x="2031559" y="517227"/>
                </a:lnTo>
                <a:lnTo>
                  <a:pt x="2041950" y="497900"/>
                </a:lnTo>
                <a:lnTo>
                  <a:pt x="2052647" y="478669"/>
                </a:lnTo>
                <a:lnTo>
                  <a:pt x="2063344" y="459429"/>
                </a:lnTo>
                <a:lnTo>
                  <a:pt x="2074050" y="440188"/>
                </a:lnTo>
                <a:lnTo>
                  <a:pt x="2084746" y="420957"/>
                </a:lnTo>
                <a:lnTo>
                  <a:pt x="2095452" y="401717"/>
                </a:lnTo>
                <a:lnTo>
                  <a:pt x="2106149" y="382476"/>
                </a:lnTo>
                <a:lnTo>
                  <a:pt x="2116846" y="363245"/>
                </a:lnTo>
                <a:lnTo>
                  <a:pt x="2127552" y="344005"/>
                </a:lnTo>
                <a:lnTo>
                  <a:pt x="2138248" y="324764"/>
                </a:lnTo>
                <a:lnTo>
                  <a:pt x="2148945" y="305533"/>
                </a:lnTo>
                <a:lnTo>
                  <a:pt x="2159651" y="286293"/>
                </a:lnTo>
                <a:lnTo>
                  <a:pt x="2170347" y="267052"/>
                </a:lnTo>
                <a:lnTo>
                  <a:pt x="2181044" y="247821"/>
                </a:lnTo>
                <a:lnTo>
                  <a:pt x="2191750" y="228581"/>
                </a:lnTo>
                <a:lnTo>
                  <a:pt x="2202447" y="209340"/>
                </a:lnTo>
                <a:lnTo>
                  <a:pt x="2213153" y="190109"/>
                </a:lnTo>
                <a:lnTo>
                  <a:pt x="2223849" y="170869"/>
                </a:lnTo>
                <a:lnTo>
                  <a:pt x="2234546" y="151628"/>
                </a:lnTo>
                <a:lnTo>
                  <a:pt x="2245252" y="132398"/>
                </a:lnTo>
                <a:lnTo>
                  <a:pt x="2255949" y="113157"/>
                </a:lnTo>
                <a:lnTo>
                  <a:pt x="2266645" y="93917"/>
                </a:lnTo>
                <a:lnTo>
                  <a:pt x="2277351" y="74686"/>
                </a:lnTo>
                <a:lnTo>
                  <a:pt x="2288048" y="55445"/>
                </a:lnTo>
                <a:lnTo>
                  <a:pt x="2298744" y="36205"/>
                </a:lnTo>
                <a:lnTo>
                  <a:pt x="2309451" y="16974"/>
                </a:lnTo>
                <a:lnTo>
                  <a:pt x="2318299" y="2505"/>
                </a:lnTo>
                <a:lnTo>
                  <a:pt x="2299907" y="13773"/>
                </a:lnTo>
                <a:lnTo>
                  <a:pt x="2278713" y="19679"/>
                </a:lnTo>
                <a:lnTo>
                  <a:pt x="2257139" y="24051"/>
                </a:lnTo>
                <a:lnTo>
                  <a:pt x="2235413" y="27613"/>
                </a:lnTo>
                <a:lnTo>
                  <a:pt x="2213610" y="30661"/>
                </a:lnTo>
                <a:lnTo>
                  <a:pt x="2191760" y="33338"/>
                </a:lnTo>
                <a:lnTo>
                  <a:pt x="2169881" y="35728"/>
                </a:lnTo>
                <a:lnTo>
                  <a:pt x="2147973" y="37910"/>
                </a:lnTo>
                <a:lnTo>
                  <a:pt x="2126056" y="39891"/>
                </a:lnTo>
                <a:lnTo>
                  <a:pt x="2104120" y="41729"/>
                </a:lnTo>
                <a:lnTo>
                  <a:pt x="2082175" y="43424"/>
                </a:lnTo>
                <a:lnTo>
                  <a:pt x="2060219" y="45015"/>
                </a:lnTo>
                <a:lnTo>
                  <a:pt x="2038255" y="46501"/>
                </a:lnTo>
                <a:lnTo>
                  <a:pt x="2016281" y="47892"/>
                </a:lnTo>
                <a:lnTo>
                  <a:pt x="1994316" y="49206"/>
                </a:lnTo>
                <a:lnTo>
                  <a:pt x="1972332" y="50435"/>
                </a:lnTo>
                <a:lnTo>
                  <a:pt x="1950349" y="51606"/>
                </a:lnTo>
                <a:lnTo>
                  <a:pt x="1928365" y="52702"/>
                </a:lnTo>
                <a:lnTo>
                  <a:pt x="1906381" y="53750"/>
                </a:lnTo>
                <a:lnTo>
                  <a:pt x="1884388" y="54740"/>
                </a:lnTo>
                <a:lnTo>
                  <a:pt x="1862395" y="55683"/>
                </a:lnTo>
                <a:lnTo>
                  <a:pt x="1840401" y="56569"/>
                </a:lnTo>
                <a:lnTo>
                  <a:pt x="1818408" y="57417"/>
                </a:lnTo>
                <a:lnTo>
                  <a:pt x="1796405" y="58226"/>
                </a:lnTo>
                <a:lnTo>
                  <a:pt x="1774403" y="58988"/>
                </a:lnTo>
                <a:lnTo>
                  <a:pt x="1752410" y="59712"/>
                </a:lnTo>
                <a:lnTo>
                  <a:pt x="1730407" y="60398"/>
                </a:lnTo>
                <a:lnTo>
                  <a:pt x="1708404" y="61055"/>
                </a:lnTo>
                <a:lnTo>
                  <a:pt x="1686392" y="61665"/>
                </a:lnTo>
                <a:lnTo>
                  <a:pt x="1664389" y="62255"/>
                </a:lnTo>
                <a:lnTo>
                  <a:pt x="1642386" y="62808"/>
                </a:lnTo>
                <a:lnTo>
                  <a:pt x="1620374" y="63322"/>
                </a:lnTo>
                <a:lnTo>
                  <a:pt x="1598371" y="63818"/>
                </a:lnTo>
                <a:lnTo>
                  <a:pt x="1576368" y="64284"/>
                </a:lnTo>
                <a:lnTo>
                  <a:pt x="1554356" y="64722"/>
                </a:lnTo>
                <a:lnTo>
                  <a:pt x="1532344" y="65132"/>
                </a:lnTo>
                <a:lnTo>
                  <a:pt x="1510341" y="65513"/>
                </a:lnTo>
                <a:lnTo>
                  <a:pt x="1488329" y="65865"/>
                </a:lnTo>
                <a:lnTo>
                  <a:pt x="1466317" y="66199"/>
                </a:lnTo>
                <a:lnTo>
                  <a:pt x="1444304" y="66504"/>
                </a:lnTo>
                <a:lnTo>
                  <a:pt x="1422292" y="66789"/>
                </a:lnTo>
                <a:lnTo>
                  <a:pt x="1400280" y="67046"/>
                </a:lnTo>
                <a:lnTo>
                  <a:pt x="1378277" y="67285"/>
                </a:lnTo>
                <a:lnTo>
                  <a:pt x="1356265" y="67494"/>
                </a:lnTo>
                <a:lnTo>
                  <a:pt x="1334252" y="67675"/>
                </a:lnTo>
                <a:lnTo>
                  <a:pt x="1312240" y="67847"/>
                </a:lnTo>
                <a:lnTo>
                  <a:pt x="1290228" y="67989"/>
                </a:lnTo>
                <a:lnTo>
                  <a:pt x="1268216" y="68113"/>
                </a:lnTo>
                <a:lnTo>
                  <a:pt x="1246203" y="68189"/>
                </a:lnTo>
                <a:lnTo>
                  <a:pt x="1224191" y="68275"/>
                </a:lnTo>
                <a:lnTo>
                  <a:pt x="1202169" y="68332"/>
                </a:lnTo>
                <a:lnTo>
                  <a:pt x="1180157" y="68370"/>
                </a:lnTo>
                <a:lnTo>
                  <a:pt x="1158145" y="68380"/>
                </a:lnTo>
                <a:lnTo>
                  <a:pt x="1136132" y="68361"/>
                </a:lnTo>
                <a:lnTo>
                  <a:pt x="1114120" y="68332"/>
                </a:lnTo>
                <a:lnTo>
                  <a:pt x="1092108" y="68266"/>
                </a:lnTo>
                <a:lnTo>
                  <a:pt x="1070096" y="68180"/>
                </a:lnTo>
                <a:lnTo>
                  <a:pt x="1048083" y="68094"/>
                </a:lnTo>
                <a:lnTo>
                  <a:pt x="1026071" y="67970"/>
                </a:lnTo>
                <a:lnTo>
                  <a:pt x="1004059" y="67828"/>
                </a:lnTo>
                <a:lnTo>
                  <a:pt x="982047" y="67656"/>
                </a:lnTo>
                <a:lnTo>
                  <a:pt x="960034" y="67466"/>
                </a:lnTo>
                <a:lnTo>
                  <a:pt x="938022" y="67256"/>
                </a:lnTo>
                <a:lnTo>
                  <a:pt x="916010" y="67018"/>
                </a:lnTo>
                <a:lnTo>
                  <a:pt x="893997" y="66761"/>
                </a:lnTo>
                <a:lnTo>
                  <a:pt x="871995" y="66475"/>
                </a:lnTo>
                <a:lnTo>
                  <a:pt x="849982" y="66161"/>
                </a:lnTo>
                <a:lnTo>
                  <a:pt x="827970" y="65827"/>
                </a:lnTo>
                <a:lnTo>
                  <a:pt x="805958" y="65465"/>
                </a:lnTo>
                <a:lnTo>
                  <a:pt x="783946" y="65084"/>
                </a:lnTo>
                <a:lnTo>
                  <a:pt x="761943" y="64675"/>
                </a:lnTo>
                <a:lnTo>
                  <a:pt x="739931" y="64227"/>
                </a:lnTo>
                <a:lnTo>
                  <a:pt x="717928" y="63760"/>
                </a:lnTo>
                <a:lnTo>
                  <a:pt x="695916" y="63265"/>
                </a:lnTo>
                <a:lnTo>
                  <a:pt x="673913" y="62741"/>
                </a:lnTo>
                <a:lnTo>
                  <a:pt x="651910" y="62179"/>
                </a:lnTo>
                <a:lnTo>
                  <a:pt x="629898" y="61598"/>
                </a:lnTo>
                <a:lnTo>
                  <a:pt x="607895" y="60979"/>
                </a:lnTo>
                <a:lnTo>
                  <a:pt x="585892" y="60322"/>
                </a:lnTo>
                <a:lnTo>
                  <a:pt x="563890" y="59627"/>
                </a:lnTo>
                <a:lnTo>
                  <a:pt x="541896" y="58903"/>
                </a:lnTo>
                <a:lnTo>
                  <a:pt x="519894" y="58131"/>
                </a:lnTo>
                <a:lnTo>
                  <a:pt x="497891" y="57321"/>
                </a:lnTo>
                <a:lnTo>
                  <a:pt x="475898" y="56474"/>
                </a:lnTo>
                <a:lnTo>
                  <a:pt x="453904" y="55569"/>
                </a:lnTo>
                <a:lnTo>
                  <a:pt x="431911" y="54626"/>
                </a:lnTo>
                <a:lnTo>
                  <a:pt x="409918" y="53635"/>
                </a:lnTo>
                <a:lnTo>
                  <a:pt x="387934" y="52578"/>
                </a:lnTo>
                <a:lnTo>
                  <a:pt x="365951" y="51473"/>
                </a:lnTo>
                <a:lnTo>
                  <a:pt x="343967" y="50292"/>
                </a:lnTo>
                <a:lnTo>
                  <a:pt x="321993" y="49054"/>
                </a:lnTo>
                <a:lnTo>
                  <a:pt x="300018" y="47730"/>
                </a:lnTo>
                <a:lnTo>
                  <a:pt x="278044" y="46330"/>
                </a:lnTo>
                <a:lnTo>
                  <a:pt x="256089" y="44825"/>
                </a:lnTo>
                <a:lnTo>
                  <a:pt x="234134" y="43234"/>
                </a:lnTo>
                <a:lnTo>
                  <a:pt x="212188" y="41519"/>
                </a:lnTo>
                <a:lnTo>
                  <a:pt x="190252" y="39672"/>
                </a:lnTo>
                <a:lnTo>
                  <a:pt x="168326" y="37662"/>
                </a:lnTo>
                <a:lnTo>
                  <a:pt x="146428" y="35462"/>
                </a:lnTo>
                <a:lnTo>
                  <a:pt x="124549" y="33042"/>
                </a:lnTo>
                <a:lnTo>
                  <a:pt x="102708" y="30318"/>
                </a:lnTo>
                <a:lnTo>
                  <a:pt x="80915" y="27222"/>
                </a:lnTo>
                <a:lnTo>
                  <a:pt x="59198" y="23584"/>
                </a:lnTo>
                <a:lnTo>
                  <a:pt x="37652" y="19088"/>
                </a:lnTo>
                <a:lnTo>
                  <a:pt x="16545" y="128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FEBB2A9A-2117-4ED4-A46C-62327E72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2560" y="3198038"/>
            <a:ext cx="2318880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7A76A4E2-2F0F-463E-99E6-AE4982CB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9843" y="3969315"/>
            <a:ext cx="1740932" cy="584883"/>
          </a:xfrm>
          <a:custGeom xmlns:a="http://schemas.openxmlformats.org/drawingml/2006/main">
            <a:pathLst>
              <a:path w="1740932" h="584883">
                <a:moveTo>
                  <a:pt x="0" y="0"/>
                </a:moveTo>
                <a:lnTo>
                  <a:pt x="7849" y="15507"/>
                </a:lnTo>
                <a:lnTo>
                  <a:pt x="15688" y="31013"/>
                </a:lnTo>
                <a:lnTo>
                  <a:pt x="23536" y="46520"/>
                </a:lnTo>
                <a:lnTo>
                  <a:pt x="31385" y="62027"/>
                </a:lnTo>
                <a:lnTo>
                  <a:pt x="39224" y="77534"/>
                </a:lnTo>
                <a:lnTo>
                  <a:pt x="47073" y="93040"/>
                </a:lnTo>
                <a:lnTo>
                  <a:pt x="54921" y="108547"/>
                </a:lnTo>
                <a:lnTo>
                  <a:pt x="62760" y="124054"/>
                </a:lnTo>
                <a:lnTo>
                  <a:pt x="70609" y="139560"/>
                </a:lnTo>
                <a:lnTo>
                  <a:pt x="78448" y="155067"/>
                </a:lnTo>
                <a:lnTo>
                  <a:pt x="86297" y="170564"/>
                </a:lnTo>
                <a:lnTo>
                  <a:pt x="94145" y="186071"/>
                </a:lnTo>
                <a:lnTo>
                  <a:pt x="101984" y="201578"/>
                </a:lnTo>
                <a:lnTo>
                  <a:pt x="109833" y="217084"/>
                </a:lnTo>
                <a:lnTo>
                  <a:pt x="117681" y="232591"/>
                </a:lnTo>
                <a:lnTo>
                  <a:pt x="125520" y="248098"/>
                </a:lnTo>
                <a:lnTo>
                  <a:pt x="133369" y="263604"/>
                </a:lnTo>
                <a:lnTo>
                  <a:pt x="141218" y="279111"/>
                </a:lnTo>
                <a:lnTo>
                  <a:pt x="149057" y="294618"/>
                </a:lnTo>
                <a:lnTo>
                  <a:pt x="156905" y="310124"/>
                </a:lnTo>
                <a:lnTo>
                  <a:pt x="164754" y="325631"/>
                </a:lnTo>
                <a:lnTo>
                  <a:pt x="172593" y="341138"/>
                </a:lnTo>
                <a:lnTo>
                  <a:pt x="180442" y="356645"/>
                </a:lnTo>
                <a:lnTo>
                  <a:pt x="188290" y="372151"/>
                </a:lnTo>
                <a:lnTo>
                  <a:pt x="196129" y="387658"/>
                </a:lnTo>
                <a:lnTo>
                  <a:pt x="203978" y="403165"/>
                </a:lnTo>
                <a:lnTo>
                  <a:pt x="211826" y="418671"/>
                </a:lnTo>
                <a:lnTo>
                  <a:pt x="219666" y="434178"/>
                </a:lnTo>
                <a:lnTo>
                  <a:pt x="227514" y="449685"/>
                </a:lnTo>
                <a:lnTo>
                  <a:pt x="235353" y="465182"/>
                </a:lnTo>
                <a:lnTo>
                  <a:pt x="243202" y="480689"/>
                </a:lnTo>
                <a:lnTo>
                  <a:pt x="251050" y="496195"/>
                </a:lnTo>
                <a:lnTo>
                  <a:pt x="258890" y="511702"/>
                </a:lnTo>
                <a:lnTo>
                  <a:pt x="266786" y="526790"/>
                </a:lnTo>
                <a:lnTo>
                  <a:pt x="281578" y="535781"/>
                </a:lnTo>
                <a:lnTo>
                  <a:pt x="297847" y="541877"/>
                </a:lnTo>
                <a:lnTo>
                  <a:pt x="314563" y="546611"/>
                </a:lnTo>
                <a:lnTo>
                  <a:pt x="331489" y="550535"/>
                </a:lnTo>
                <a:lnTo>
                  <a:pt x="348539" y="553898"/>
                </a:lnTo>
                <a:lnTo>
                  <a:pt x="365665" y="556851"/>
                </a:lnTo>
                <a:lnTo>
                  <a:pt x="382838" y="559479"/>
                </a:lnTo>
                <a:lnTo>
                  <a:pt x="400050" y="561851"/>
                </a:lnTo>
                <a:lnTo>
                  <a:pt x="417300" y="563994"/>
                </a:lnTo>
                <a:lnTo>
                  <a:pt x="434569" y="565947"/>
                </a:lnTo>
                <a:lnTo>
                  <a:pt x="451847" y="567757"/>
                </a:lnTo>
                <a:lnTo>
                  <a:pt x="469144" y="569405"/>
                </a:lnTo>
                <a:lnTo>
                  <a:pt x="486461" y="570938"/>
                </a:lnTo>
                <a:lnTo>
                  <a:pt x="503777" y="572338"/>
                </a:lnTo>
                <a:lnTo>
                  <a:pt x="521113" y="573653"/>
                </a:lnTo>
                <a:lnTo>
                  <a:pt x="538448" y="574853"/>
                </a:lnTo>
                <a:lnTo>
                  <a:pt x="555784" y="575977"/>
                </a:lnTo>
                <a:lnTo>
                  <a:pt x="573138" y="577005"/>
                </a:lnTo>
                <a:lnTo>
                  <a:pt x="590483" y="577958"/>
                </a:lnTo>
                <a:lnTo>
                  <a:pt x="607838" y="578844"/>
                </a:lnTo>
                <a:lnTo>
                  <a:pt x="625202" y="579653"/>
                </a:lnTo>
                <a:lnTo>
                  <a:pt x="642566" y="580396"/>
                </a:lnTo>
                <a:lnTo>
                  <a:pt x="659930" y="581073"/>
                </a:lnTo>
                <a:lnTo>
                  <a:pt x="677294" y="581692"/>
                </a:lnTo>
                <a:lnTo>
                  <a:pt x="694658" y="582244"/>
                </a:lnTo>
                <a:lnTo>
                  <a:pt x="712032" y="582749"/>
                </a:lnTo>
                <a:lnTo>
                  <a:pt x="729405" y="583197"/>
                </a:lnTo>
                <a:lnTo>
                  <a:pt x="746779" y="583587"/>
                </a:lnTo>
                <a:lnTo>
                  <a:pt x="764153" y="583921"/>
                </a:lnTo>
                <a:lnTo>
                  <a:pt x="781526" y="584206"/>
                </a:lnTo>
                <a:lnTo>
                  <a:pt x="798909" y="584444"/>
                </a:lnTo>
                <a:lnTo>
                  <a:pt x="816283" y="584625"/>
                </a:lnTo>
                <a:lnTo>
                  <a:pt x="833657" y="584759"/>
                </a:lnTo>
                <a:lnTo>
                  <a:pt x="851040" y="584845"/>
                </a:lnTo>
                <a:lnTo>
                  <a:pt x="868413" y="584883"/>
                </a:lnTo>
                <a:lnTo>
                  <a:pt x="885796" y="584873"/>
                </a:lnTo>
                <a:lnTo>
                  <a:pt x="903170" y="584806"/>
                </a:lnTo>
                <a:lnTo>
                  <a:pt x="920544" y="584692"/>
                </a:lnTo>
                <a:lnTo>
                  <a:pt x="937927" y="584530"/>
                </a:lnTo>
                <a:lnTo>
                  <a:pt x="955300" y="584321"/>
                </a:lnTo>
                <a:lnTo>
                  <a:pt x="972674" y="584054"/>
                </a:lnTo>
                <a:lnTo>
                  <a:pt x="990048" y="583740"/>
                </a:lnTo>
                <a:lnTo>
                  <a:pt x="1007421" y="583368"/>
                </a:lnTo>
                <a:lnTo>
                  <a:pt x="1024795" y="582949"/>
                </a:lnTo>
                <a:lnTo>
                  <a:pt x="1042168" y="582473"/>
                </a:lnTo>
                <a:lnTo>
                  <a:pt x="1059542" y="581939"/>
                </a:lnTo>
                <a:lnTo>
                  <a:pt x="1076906" y="581349"/>
                </a:lnTo>
                <a:lnTo>
                  <a:pt x="1094270" y="580692"/>
                </a:lnTo>
                <a:lnTo>
                  <a:pt x="1111634" y="579977"/>
                </a:lnTo>
                <a:lnTo>
                  <a:pt x="1128998" y="579196"/>
                </a:lnTo>
                <a:lnTo>
                  <a:pt x="1146353" y="578348"/>
                </a:lnTo>
                <a:lnTo>
                  <a:pt x="1163707" y="577425"/>
                </a:lnTo>
                <a:lnTo>
                  <a:pt x="1181052" y="576424"/>
                </a:lnTo>
                <a:lnTo>
                  <a:pt x="1198397" y="575348"/>
                </a:lnTo>
                <a:lnTo>
                  <a:pt x="1215742" y="574177"/>
                </a:lnTo>
                <a:lnTo>
                  <a:pt x="1233068" y="572919"/>
                </a:lnTo>
                <a:lnTo>
                  <a:pt x="1250394" y="571557"/>
                </a:lnTo>
                <a:lnTo>
                  <a:pt x="1267711" y="570081"/>
                </a:lnTo>
                <a:lnTo>
                  <a:pt x="1285018" y="568481"/>
                </a:lnTo>
                <a:lnTo>
                  <a:pt x="1302306" y="566747"/>
                </a:lnTo>
                <a:lnTo>
                  <a:pt x="1319584" y="564861"/>
                </a:lnTo>
                <a:lnTo>
                  <a:pt x="1336834" y="562794"/>
                </a:lnTo>
                <a:lnTo>
                  <a:pt x="1354064" y="560527"/>
                </a:lnTo>
                <a:lnTo>
                  <a:pt x="1371257" y="558022"/>
                </a:lnTo>
                <a:lnTo>
                  <a:pt x="1388412" y="555212"/>
                </a:lnTo>
                <a:lnTo>
                  <a:pt x="1405490" y="552040"/>
                </a:lnTo>
                <a:lnTo>
                  <a:pt x="1422483" y="548383"/>
                </a:lnTo>
                <a:lnTo>
                  <a:pt x="1439304" y="544039"/>
                </a:lnTo>
                <a:lnTo>
                  <a:pt x="1455820" y="538629"/>
                </a:lnTo>
                <a:lnTo>
                  <a:pt x="1471508" y="531219"/>
                </a:lnTo>
                <a:lnTo>
                  <a:pt x="1482776" y="518589"/>
                </a:lnTo>
                <a:lnTo>
                  <a:pt x="1489881" y="502872"/>
                </a:lnTo>
                <a:lnTo>
                  <a:pt x="1497730" y="487366"/>
                </a:lnTo>
                <a:lnTo>
                  <a:pt x="1505579" y="471859"/>
                </a:lnTo>
                <a:lnTo>
                  <a:pt x="1513418" y="456352"/>
                </a:lnTo>
                <a:lnTo>
                  <a:pt x="1521266" y="440846"/>
                </a:lnTo>
                <a:lnTo>
                  <a:pt x="1529115" y="425339"/>
                </a:lnTo>
                <a:lnTo>
                  <a:pt x="1536954" y="409832"/>
                </a:lnTo>
                <a:lnTo>
                  <a:pt x="1544803" y="394335"/>
                </a:lnTo>
                <a:lnTo>
                  <a:pt x="1552651" y="378828"/>
                </a:lnTo>
                <a:lnTo>
                  <a:pt x="1560490" y="363322"/>
                </a:lnTo>
                <a:lnTo>
                  <a:pt x="1568339" y="347815"/>
                </a:lnTo>
                <a:lnTo>
                  <a:pt x="1576187" y="332308"/>
                </a:lnTo>
                <a:lnTo>
                  <a:pt x="1584027" y="316802"/>
                </a:lnTo>
                <a:lnTo>
                  <a:pt x="1591875" y="301295"/>
                </a:lnTo>
                <a:lnTo>
                  <a:pt x="1599714" y="285788"/>
                </a:lnTo>
                <a:lnTo>
                  <a:pt x="1607563" y="270281"/>
                </a:lnTo>
                <a:lnTo>
                  <a:pt x="1615411" y="254775"/>
                </a:lnTo>
                <a:lnTo>
                  <a:pt x="1623250" y="239268"/>
                </a:lnTo>
                <a:lnTo>
                  <a:pt x="1631099" y="223761"/>
                </a:lnTo>
                <a:lnTo>
                  <a:pt x="1638948" y="208255"/>
                </a:lnTo>
                <a:lnTo>
                  <a:pt x="1646787" y="192748"/>
                </a:lnTo>
                <a:lnTo>
                  <a:pt x="1654635" y="177241"/>
                </a:lnTo>
                <a:lnTo>
                  <a:pt x="1662484" y="161735"/>
                </a:lnTo>
                <a:lnTo>
                  <a:pt x="1670323" y="146228"/>
                </a:lnTo>
                <a:lnTo>
                  <a:pt x="1678172" y="130721"/>
                </a:lnTo>
                <a:lnTo>
                  <a:pt x="1686020" y="115214"/>
                </a:lnTo>
                <a:lnTo>
                  <a:pt x="1693859" y="99717"/>
                </a:lnTo>
                <a:lnTo>
                  <a:pt x="1701708" y="84211"/>
                </a:lnTo>
                <a:lnTo>
                  <a:pt x="1709547" y="68704"/>
                </a:lnTo>
                <a:lnTo>
                  <a:pt x="1717396" y="53197"/>
                </a:lnTo>
                <a:lnTo>
                  <a:pt x="1725244" y="37690"/>
                </a:lnTo>
                <a:lnTo>
                  <a:pt x="1733083" y="22184"/>
                </a:lnTo>
                <a:lnTo>
                  <a:pt x="1740932" y="6677"/>
                </a:lnTo>
                <a:lnTo>
                  <a:pt x="1739389" y="8211"/>
                </a:lnTo>
                <a:lnTo>
                  <a:pt x="1724073" y="16278"/>
                </a:lnTo>
                <a:lnTo>
                  <a:pt x="1707537" y="21584"/>
                </a:lnTo>
                <a:lnTo>
                  <a:pt x="1690649" y="25698"/>
                </a:lnTo>
                <a:lnTo>
                  <a:pt x="1673619" y="29137"/>
                </a:lnTo>
                <a:lnTo>
                  <a:pt x="1656493" y="32109"/>
                </a:lnTo>
                <a:lnTo>
                  <a:pt x="1639319" y="34728"/>
                </a:lnTo>
                <a:lnTo>
                  <a:pt x="1622098" y="37090"/>
                </a:lnTo>
                <a:lnTo>
                  <a:pt x="1604858" y="39233"/>
                </a:lnTo>
                <a:lnTo>
                  <a:pt x="1587589" y="41205"/>
                </a:lnTo>
                <a:lnTo>
                  <a:pt x="1570311" y="43024"/>
                </a:lnTo>
                <a:lnTo>
                  <a:pt x="1553013" y="44710"/>
                </a:lnTo>
                <a:lnTo>
                  <a:pt x="1535706" y="46272"/>
                </a:lnTo>
                <a:lnTo>
                  <a:pt x="1518390" y="47749"/>
                </a:lnTo>
                <a:lnTo>
                  <a:pt x="1501064" y="49130"/>
                </a:lnTo>
                <a:lnTo>
                  <a:pt x="1483738" y="50425"/>
                </a:lnTo>
                <a:lnTo>
                  <a:pt x="1466402" y="51645"/>
                </a:lnTo>
                <a:lnTo>
                  <a:pt x="1449067" y="52797"/>
                </a:lnTo>
                <a:lnTo>
                  <a:pt x="1431722" y="53892"/>
                </a:lnTo>
                <a:lnTo>
                  <a:pt x="1414377" y="54921"/>
                </a:lnTo>
                <a:lnTo>
                  <a:pt x="1397022" y="55893"/>
                </a:lnTo>
                <a:lnTo>
                  <a:pt x="1379668" y="56817"/>
                </a:lnTo>
                <a:lnTo>
                  <a:pt x="1362313" y="57693"/>
                </a:lnTo>
                <a:lnTo>
                  <a:pt x="1344959" y="58522"/>
                </a:lnTo>
                <a:lnTo>
                  <a:pt x="1327595" y="59303"/>
                </a:lnTo>
                <a:lnTo>
                  <a:pt x="1310230" y="60046"/>
                </a:lnTo>
                <a:lnTo>
                  <a:pt x="1292866" y="60741"/>
                </a:lnTo>
                <a:lnTo>
                  <a:pt x="1275502" y="61408"/>
                </a:lnTo>
                <a:lnTo>
                  <a:pt x="1258138" y="62036"/>
                </a:lnTo>
                <a:lnTo>
                  <a:pt x="1240774" y="62627"/>
                </a:lnTo>
                <a:lnTo>
                  <a:pt x="1223401" y="63189"/>
                </a:lnTo>
                <a:lnTo>
                  <a:pt x="1206027" y="63713"/>
                </a:lnTo>
                <a:lnTo>
                  <a:pt x="1188663" y="64208"/>
                </a:lnTo>
                <a:lnTo>
                  <a:pt x="1171289" y="64665"/>
                </a:lnTo>
                <a:lnTo>
                  <a:pt x="1153916" y="65103"/>
                </a:lnTo>
                <a:lnTo>
                  <a:pt x="1136542" y="65503"/>
                </a:lnTo>
                <a:lnTo>
                  <a:pt x="1119168" y="65875"/>
                </a:lnTo>
                <a:lnTo>
                  <a:pt x="1101795" y="66227"/>
                </a:lnTo>
                <a:lnTo>
                  <a:pt x="1084421" y="66542"/>
                </a:lnTo>
                <a:lnTo>
                  <a:pt x="1067048" y="66837"/>
                </a:lnTo>
                <a:lnTo>
                  <a:pt x="1049665" y="67104"/>
                </a:lnTo>
                <a:lnTo>
                  <a:pt x="1032291" y="67342"/>
                </a:lnTo>
                <a:lnTo>
                  <a:pt x="1014917" y="67561"/>
                </a:lnTo>
                <a:lnTo>
                  <a:pt x="997544" y="67742"/>
                </a:lnTo>
                <a:lnTo>
                  <a:pt x="980161" y="67904"/>
                </a:lnTo>
                <a:lnTo>
                  <a:pt x="962787" y="68047"/>
                </a:lnTo>
                <a:lnTo>
                  <a:pt x="945404" y="68161"/>
                </a:lnTo>
                <a:lnTo>
                  <a:pt x="928030" y="68247"/>
                </a:lnTo>
                <a:lnTo>
                  <a:pt x="910647" y="68323"/>
                </a:lnTo>
                <a:lnTo>
                  <a:pt x="893274" y="68361"/>
                </a:lnTo>
                <a:lnTo>
                  <a:pt x="875900" y="68380"/>
                </a:lnTo>
                <a:lnTo>
                  <a:pt x="858517" y="68370"/>
                </a:lnTo>
                <a:lnTo>
                  <a:pt x="841143" y="68332"/>
                </a:lnTo>
                <a:lnTo>
                  <a:pt x="823760" y="68285"/>
                </a:lnTo>
                <a:lnTo>
                  <a:pt x="806387" y="68199"/>
                </a:lnTo>
                <a:lnTo>
                  <a:pt x="789003" y="68104"/>
                </a:lnTo>
                <a:lnTo>
                  <a:pt x="771630" y="67970"/>
                </a:lnTo>
                <a:lnTo>
                  <a:pt x="754256" y="67818"/>
                </a:lnTo>
                <a:lnTo>
                  <a:pt x="736873" y="67637"/>
                </a:lnTo>
                <a:lnTo>
                  <a:pt x="719499" y="67437"/>
                </a:lnTo>
                <a:lnTo>
                  <a:pt x="702126" y="67208"/>
                </a:lnTo>
                <a:lnTo>
                  <a:pt x="684743" y="66951"/>
                </a:lnTo>
                <a:lnTo>
                  <a:pt x="667369" y="66675"/>
                </a:lnTo>
                <a:lnTo>
                  <a:pt x="649996" y="66370"/>
                </a:lnTo>
                <a:lnTo>
                  <a:pt x="632622" y="66027"/>
                </a:lnTo>
                <a:lnTo>
                  <a:pt x="615248" y="65665"/>
                </a:lnTo>
                <a:lnTo>
                  <a:pt x="597875" y="65275"/>
                </a:lnTo>
                <a:lnTo>
                  <a:pt x="580501" y="64856"/>
                </a:lnTo>
                <a:lnTo>
                  <a:pt x="563128" y="64408"/>
                </a:lnTo>
                <a:lnTo>
                  <a:pt x="545754" y="63932"/>
                </a:lnTo>
                <a:lnTo>
                  <a:pt x="528390" y="63417"/>
                </a:lnTo>
                <a:lnTo>
                  <a:pt x="511016" y="62875"/>
                </a:lnTo>
                <a:lnTo>
                  <a:pt x="493652" y="62303"/>
                </a:lnTo>
                <a:lnTo>
                  <a:pt x="476279" y="61684"/>
                </a:lnTo>
                <a:lnTo>
                  <a:pt x="458915" y="61036"/>
                </a:lnTo>
                <a:lnTo>
                  <a:pt x="441550" y="60350"/>
                </a:lnTo>
                <a:lnTo>
                  <a:pt x="424186" y="59627"/>
                </a:lnTo>
                <a:lnTo>
                  <a:pt x="406832" y="58865"/>
                </a:lnTo>
                <a:lnTo>
                  <a:pt x="389468" y="58055"/>
                </a:lnTo>
                <a:lnTo>
                  <a:pt x="372113" y="57198"/>
                </a:lnTo>
                <a:lnTo>
                  <a:pt x="354759" y="56302"/>
                </a:lnTo>
                <a:lnTo>
                  <a:pt x="337404" y="55350"/>
                </a:lnTo>
                <a:lnTo>
                  <a:pt x="320059" y="54350"/>
                </a:lnTo>
                <a:lnTo>
                  <a:pt x="302714" y="53283"/>
                </a:lnTo>
                <a:lnTo>
                  <a:pt x="285369" y="52159"/>
                </a:lnTo>
                <a:lnTo>
                  <a:pt x="268034" y="50959"/>
                </a:lnTo>
                <a:lnTo>
                  <a:pt x="250698" y="49692"/>
                </a:lnTo>
                <a:lnTo>
                  <a:pt x="233372" y="48349"/>
                </a:lnTo>
                <a:lnTo>
                  <a:pt x="216056" y="46930"/>
                </a:lnTo>
                <a:lnTo>
                  <a:pt x="198749" y="45406"/>
                </a:lnTo>
                <a:lnTo>
                  <a:pt x="181442" y="43767"/>
                </a:lnTo>
                <a:lnTo>
                  <a:pt x="164154" y="42005"/>
                </a:lnTo>
                <a:lnTo>
                  <a:pt x="146885" y="40100"/>
                </a:lnTo>
                <a:lnTo>
                  <a:pt x="129626" y="38043"/>
                </a:lnTo>
                <a:lnTo>
                  <a:pt x="112405" y="35776"/>
                </a:lnTo>
                <a:lnTo>
                  <a:pt x="95202" y="33271"/>
                </a:lnTo>
                <a:lnTo>
                  <a:pt x="78057" y="30461"/>
                </a:lnTo>
                <a:lnTo>
                  <a:pt x="60979" y="27251"/>
                </a:lnTo>
                <a:lnTo>
                  <a:pt x="44015" y="23460"/>
                </a:lnTo>
                <a:lnTo>
                  <a:pt x="27289" y="18755"/>
                </a:lnTo>
                <a:lnTo>
                  <a:pt x="11201" y="12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2DE9DEC9-5A85-49A4-8646-DE710DEF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9834" y="3872084"/>
            <a:ext cx="1744342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4A7A58DD-B522-47C9-BB17-FB82958A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1171" y="4643361"/>
            <a:ext cx="1219010" cy="584883"/>
          </a:xfrm>
          <a:custGeom xmlns:a="http://schemas.openxmlformats.org/drawingml/2006/main">
            <a:pathLst>
              <a:path w="1219010" h="584883">
                <a:moveTo>
                  <a:pt x="0" y="0"/>
                </a:moveTo>
                <a:lnTo>
                  <a:pt x="7106" y="14926"/>
                </a:lnTo>
                <a:lnTo>
                  <a:pt x="14211" y="29861"/>
                </a:lnTo>
                <a:lnTo>
                  <a:pt x="21317" y="44787"/>
                </a:lnTo>
                <a:lnTo>
                  <a:pt x="28423" y="59722"/>
                </a:lnTo>
                <a:lnTo>
                  <a:pt x="35528" y="74647"/>
                </a:lnTo>
                <a:lnTo>
                  <a:pt x="42634" y="89583"/>
                </a:lnTo>
                <a:lnTo>
                  <a:pt x="49740" y="104508"/>
                </a:lnTo>
                <a:lnTo>
                  <a:pt x="56845" y="119443"/>
                </a:lnTo>
                <a:lnTo>
                  <a:pt x="63951" y="134369"/>
                </a:lnTo>
                <a:lnTo>
                  <a:pt x="71057" y="149304"/>
                </a:lnTo>
                <a:lnTo>
                  <a:pt x="78162" y="164230"/>
                </a:lnTo>
                <a:lnTo>
                  <a:pt x="85268" y="179156"/>
                </a:lnTo>
                <a:lnTo>
                  <a:pt x="92373" y="194091"/>
                </a:lnTo>
                <a:lnTo>
                  <a:pt x="99470" y="209017"/>
                </a:lnTo>
                <a:lnTo>
                  <a:pt x="106575" y="223952"/>
                </a:lnTo>
                <a:lnTo>
                  <a:pt x="113681" y="238877"/>
                </a:lnTo>
                <a:lnTo>
                  <a:pt x="120787" y="253813"/>
                </a:lnTo>
                <a:lnTo>
                  <a:pt x="127892" y="268738"/>
                </a:lnTo>
                <a:lnTo>
                  <a:pt x="134998" y="283674"/>
                </a:lnTo>
                <a:lnTo>
                  <a:pt x="142103" y="298599"/>
                </a:lnTo>
                <a:lnTo>
                  <a:pt x="149209" y="313534"/>
                </a:lnTo>
                <a:lnTo>
                  <a:pt x="156315" y="328460"/>
                </a:lnTo>
                <a:lnTo>
                  <a:pt x="163420" y="343386"/>
                </a:lnTo>
                <a:lnTo>
                  <a:pt x="170526" y="358321"/>
                </a:lnTo>
                <a:lnTo>
                  <a:pt x="177632" y="373247"/>
                </a:lnTo>
                <a:lnTo>
                  <a:pt x="184737" y="388182"/>
                </a:lnTo>
                <a:lnTo>
                  <a:pt x="191843" y="403108"/>
                </a:lnTo>
                <a:lnTo>
                  <a:pt x="198949" y="418043"/>
                </a:lnTo>
                <a:lnTo>
                  <a:pt x="206054" y="432968"/>
                </a:lnTo>
                <a:lnTo>
                  <a:pt x="213160" y="447904"/>
                </a:lnTo>
                <a:lnTo>
                  <a:pt x="220266" y="462829"/>
                </a:lnTo>
                <a:lnTo>
                  <a:pt x="227371" y="477764"/>
                </a:lnTo>
                <a:lnTo>
                  <a:pt x="234477" y="492690"/>
                </a:lnTo>
                <a:lnTo>
                  <a:pt x="241583" y="507625"/>
                </a:lnTo>
                <a:lnTo>
                  <a:pt x="247098" y="523037"/>
                </a:lnTo>
                <a:lnTo>
                  <a:pt x="257604" y="535553"/>
                </a:lnTo>
                <a:lnTo>
                  <a:pt x="271796" y="543982"/>
                </a:lnTo>
                <a:lnTo>
                  <a:pt x="287064" y="550297"/>
                </a:lnTo>
                <a:lnTo>
                  <a:pt x="302800" y="555355"/>
                </a:lnTo>
                <a:lnTo>
                  <a:pt x="318792" y="559565"/>
                </a:lnTo>
                <a:lnTo>
                  <a:pt x="334928" y="563166"/>
                </a:lnTo>
                <a:lnTo>
                  <a:pt x="351168" y="566290"/>
                </a:lnTo>
                <a:lnTo>
                  <a:pt x="367475" y="569014"/>
                </a:lnTo>
                <a:lnTo>
                  <a:pt x="383829" y="571414"/>
                </a:lnTo>
                <a:lnTo>
                  <a:pt x="400231" y="573548"/>
                </a:lnTo>
                <a:lnTo>
                  <a:pt x="416652" y="575434"/>
                </a:lnTo>
                <a:lnTo>
                  <a:pt x="433102" y="577101"/>
                </a:lnTo>
                <a:lnTo>
                  <a:pt x="449570" y="578568"/>
                </a:lnTo>
                <a:lnTo>
                  <a:pt x="466058" y="579863"/>
                </a:lnTo>
                <a:lnTo>
                  <a:pt x="482556" y="580987"/>
                </a:lnTo>
                <a:lnTo>
                  <a:pt x="499062" y="581949"/>
                </a:lnTo>
                <a:lnTo>
                  <a:pt x="515569" y="582768"/>
                </a:lnTo>
                <a:lnTo>
                  <a:pt x="532095" y="583444"/>
                </a:lnTo>
                <a:lnTo>
                  <a:pt x="548621" y="583997"/>
                </a:lnTo>
                <a:lnTo>
                  <a:pt x="565147" y="584406"/>
                </a:lnTo>
                <a:lnTo>
                  <a:pt x="581682" y="584692"/>
                </a:lnTo>
                <a:lnTo>
                  <a:pt x="598218" y="584845"/>
                </a:lnTo>
                <a:lnTo>
                  <a:pt x="614753" y="584883"/>
                </a:lnTo>
                <a:lnTo>
                  <a:pt x="631279" y="584787"/>
                </a:lnTo>
                <a:lnTo>
                  <a:pt x="647814" y="584568"/>
                </a:lnTo>
                <a:lnTo>
                  <a:pt x="664350" y="584225"/>
                </a:lnTo>
                <a:lnTo>
                  <a:pt x="680876" y="583749"/>
                </a:lnTo>
                <a:lnTo>
                  <a:pt x="697401" y="583149"/>
                </a:lnTo>
                <a:lnTo>
                  <a:pt x="713918" y="582397"/>
                </a:lnTo>
                <a:lnTo>
                  <a:pt x="730425" y="581511"/>
                </a:lnTo>
                <a:lnTo>
                  <a:pt x="746931" y="580473"/>
                </a:lnTo>
                <a:lnTo>
                  <a:pt x="763419" y="579272"/>
                </a:lnTo>
                <a:lnTo>
                  <a:pt x="779897" y="577891"/>
                </a:lnTo>
                <a:lnTo>
                  <a:pt x="796357" y="576329"/>
                </a:lnTo>
                <a:lnTo>
                  <a:pt x="812797" y="574567"/>
                </a:lnTo>
                <a:lnTo>
                  <a:pt x="829208" y="572576"/>
                </a:lnTo>
                <a:lnTo>
                  <a:pt x="845591" y="570319"/>
                </a:lnTo>
                <a:lnTo>
                  <a:pt x="861927" y="567766"/>
                </a:lnTo>
                <a:lnTo>
                  <a:pt x="878205" y="564861"/>
                </a:lnTo>
                <a:lnTo>
                  <a:pt x="894398" y="561527"/>
                </a:lnTo>
                <a:lnTo>
                  <a:pt x="910476" y="557660"/>
                </a:lnTo>
                <a:lnTo>
                  <a:pt x="926354" y="553079"/>
                </a:lnTo>
                <a:lnTo>
                  <a:pt x="941918" y="547497"/>
                </a:lnTo>
                <a:lnTo>
                  <a:pt x="956805" y="540334"/>
                </a:lnTo>
                <a:lnTo>
                  <a:pt x="969864" y="530295"/>
                </a:lnTo>
                <a:lnTo>
                  <a:pt x="976341" y="515474"/>
                </a:lnTo>
                <a:lnTo>
                  <a:pt x="983447" y="500548"/>
                </a:lnTo>
                <a:lnTo>
                  <a:pt x="990552" y="485613"/>
                </a:lnTo>
                <a:lnTo>
                  <a:pt x="997658" y="470687"/>
                </a:lnTo>
                <a:lnTo>
                  <a:pt x="1004764" y="455752"/>
                </a:lnTo>
                <a:lnTo>
                  <a:pt x="1011869" y="440827"/>
                </a:lnTo>
                <a:lnTo>
                  <a:pt x="1018975" y="425901"/>
                </a:lnTo>
                <a:lnTo>
                  <a:pt x="1026081" y="410966"/>
                </a:lnTo>
                <a:lnTo>
                  <a:pt x="1033186" y="396040"/>
                </a:lnTo>
                <a:lnTo>
                  <a:pt x="1040292" y="381105"/>
                </a:lnTo>
                <a:lnTo>
                  <a:pt x="1047398" y="366179"/>
                </a:lnTo>
                <a:lnTo>
                  <a:pt x="1054503" y="351244"/>
                </a:lnTo>
                <a:lnTo>
                  <a:pt x="1061609" y="336318"/>
                </a:lnTo>
                <a:lnTo>
                  <a:pt x="1068715" y="321383"/>
                </a:lnTo>
                <a:lnTo>
                  <a:pt x="1075820" y="306457"/>
                </a:lnTo>
                <a:lnTo>
                  <a:pt x="1082926" y="291522"/>
                </a:lnTo>
                <a:lnTo>
                  <a:pt x="1090031" y="276596"/>
                </a:lnTo>
                <a:lnTo>
                  <a:pt x="1097137" y="261671"/>
                </a:lnTo>
                <a:lnTo>
                  <a:pt x="1104243" y="246736"/>
                </a:lnTo>
                <a:lnTo>
                  <a:pt x="1111348" y="231810"/>
                </a:lnTo>
                <a:lnTo>
                  <a:pt x="1118454" y="216875"/>
                </a:lnTo>
                <a:lnTo>
                  <a:pt x="1125560" y="201949"/>
                </a:lnTo>
                <a:lnTo>
                  <a:pt x="1132665" y="187014"/>
                </a:lnTo>
                <a:lnTo>
                  <a:pt x="1139771" y="172088"/>
                </a:lnTo>
                <a:lnTo>
                  <a:pt x="1146877" y="157153"/>
                </a:lnTo>
                <a:lnTo>
                  <a:pt x="1153982" y="142227"/>
                </a:lnTo>
                <a:lnTo>
                  <a:pt x="1161078" y="127292"/>
                </a:lnTo>
                <a:lnTo>
                  <a:pt x="1168184" y="112366"/>
                </a:lnTo>
                <a:lnTo>
                  <a:pt x="1175290" y="97431"/>
                </a:lnTo>
                <a:lnTo>
                  <a:pt x="1182395" y="82506"/>
                </a:lnTo>
                <a:lnTo>
                  <a:pt x="1189501" y="67580"/>
                </a:lnTo>
                <a:lnTo>
                  <a:pt x="1196607" y="52645"/>
                </a:lnTo>
                <a:lnTo>
                  <a:pt x="1203712" y="37719"/>
                </a:lnTo>
                <a:lnTo>
                  <a:pt x="1210818" y="22784"/>
                </a:lnTo>
                <a:lnTo>
                  <a:pt x="1217924" y="7858"/>
                </a:lnTo>
                <a:lnTo>
                  <a:pt x="1219010" y="7220"/>
                </a:lnTo>
                <a:lnTo>
                  <a:pt x="1205922" y="17107"/>
                </a:lnTo>
                <a:lnTo>
                  <a:pt x="1190692" y="23508"/>
                </a:lnTo>
                <a:lnTo>
                  <a:pt x="1174899" y="28394"/>
                </a:lnTo>
                <a:lnTo>
                  <a:pt x="1158859" y="32404"/>
                </a:lnTo>
                <a:lnTo>
                  <a:pt x="1142686" y="35824"/>
                </a:lnTo>
                <a:lnTo>
                  <a:pt x="1126417" y="38824"/>
                </a:lnTo>
                <a:lnTo>
                  <a:pt x="1110101" y="41481"/>
                </a:lnTo>
                <a:lnTo>
                  <a:pt x="1093746" y="43882"/>
                </a:lnTo>
                <a:lnTo>
                  <a:pt x="1077354" y="46063"/>
                </a:lnTo>
                <a:lnTo>
                  <a:pt x="1060942" y="48044"/>
                </a:lnTo>
                <a:lnTo>
                  <a:pt x="1044502" y="49863"/>
                </a:lnTo>
                <a:lnTo>
                  <a:pt x="1028052" y="51549"/>
                </a:lnTo>
                <a:lnTo>
                  <a:pt x="1011593" y="53102"/>
                </a:lnTo>
                <a:lnTo>
                  <a:pt x="995124" y="54540"/>
                </a:lnTo>
                <a:lnTo>
                  <a:pt x="978646" y="55883"/>
                </a:lnTo>
                <a:lnTo>
                  <a:pt x="962158" y="57121"/>
                </a:lnTo>
                <a:lnTo>
                  <a:pt x="945661" y="58274"/>
                </a:lnTo>
                <a:lnTo>
                  <a:pt x="929164" y="59341"/>
                </a:lnTo>
                <a:lnTo>
                  <a:pt x="912657" y="60341"/>
                </a:lnTo>
                <a:lnTo>
                  <a:pt x="896150" y="61255"/>
                </a:lnTo>
                <a:lnTo>
                  <a:pt x="879634" y="62113"/>
                </a:lnTo>
                <a:lnTo>
                  <a:pt x="863117" y="62903"/>
                </a:lnTo>
                <a:lnTo>
                  <a:pt x="846601" y="63637"/>
                </a:lnTo>
                <a:lnTo>
                  <a:pt x="830075" y="64303"/>
                </a:lnTo>
                <a:lnTo>
                  <a:pt x="813559" y="64913"/>
                </a:lnTo>
                <a:lnTo>
                  <a:pt x="797033" y="65475"/>
                </a:lnTo>
                <a:lnTo>
                  <a:pt x="780507" y="65980"/>
                </a:lnTo>
                <a:lnTo>
                  <a:pt x="763981" y="66427"/>
                </a:lnTo>
                <a:lnTo>
                  <a:pt x="747446" y="66827"/>
                </a:lnTo>
                <a:lnTo>
                  <a:pt x="730920" y="67189"/>
                </a:lnTo>
                <a:lnTo>
                  <a:pt x="714385" y="67494"/>
                </a:lnTo>
                <a:lnTo>
                  <a:pt x="697849" y="67761"/>
                </a:lnTo>
                <a:lnTo>
                  <a:pt x="681323" y="67970"/>
                </a:lnTo>
                <a:lnTo>
                  <a:pt x="664788" y="68142"/>
                </a:lnTo>
                <a:lnTo>
                  <a:pt x="648252" y="68266"/>
                </a:lnTo>
                <a:lnTo>
                  <a:pt x="631717" y="68342"/>
                </a:lnTo>
                <a:lnTo>
                  <a:pt x="615182" y="68370"/>
                </a:lnTo>
                <a:lnTo>
                  <a:pt x="598646" y="68361"/>
                </a:lnTo>
                <a:lnTo>
                  <a:pt x="582111" y="68313"/>
                </a:lnTo>
                <a:lnTo>
                  <a:pt x="565575" y="68209"/>
                </a:lnTo>
                <a:lnTo>
                  <a:pt x="549050" y="68066"/>
                </a:lnTo>
                <a:lnTo>
                  <a:pt x="532514" y="67875"/>
                </a:lnTo>
                <a:lnTo>
                  <a:pt x="515979" y="67637"/>
                </a:lnTo>
                <a:lnTo>
                  <a:pt x="499443" y="67361"/>
                </a:lnTo>
                <a:lnTo>
                  <a:pt x="482918" y="67027"/>
                </a:lnTo>
                <a:lnTo>
                  <a:pt x="466382" y="66646"/>
                </a:lnTo>
                <a:lnTo>
                  <a:pt x="449856" y="66218"/>
                </a:lnTo>
                <a:lnTo>
                  <a:pt x="433330" y="65742"/>
                </a:lnTo>
                <a:lnTo>
                  <a:pt x="416804" y="65208"/>
                </a:lnTo>
                <a:lnTo>
                  <a:pt x="400279" y="64637"/>
                </a:lnTo>
                <a:lnTo>
                  <a:pt x="383753" y="63989"/>
                </a:lnTo>
                <a:lnTo>
                  <a:pt x="367236" y="63294"/>
                </a:lnTo>
                <a:lnTo>
                  <a:pt x="350720" y="62541"/>
                </a:lnTo>
                <a:lnTo>
                  <a:pt x="334204" y="61722"/>
                </a:lnTo>
                <a:lnTo>
                  <a:pt x="317697" y="60827"/>
                </a:lnTo>
                <a:lnTo>
                  <a:pt x="301190" y="59874"/>
                </a:lnTo>
                <a:lnTo>
                  <a:pt x="284683" y="58845"/>
                </a:lnTo>
                <a:lnTo>
                  <a:pt x="268186" y="57741"/>
                </a:lnTo>
                <a:lnTo>
                  <a:pt x="251698" y="56540"/>
                </a:lnTo>
                <a:lnTo>
                  <a:pt x="235210" y="55264"/>
                </a:lnTo>
                <a:lnTo>
                  <a:pt x="218732" y="53873"/>
                </a:lnTo>
                <a:lnTo>
                  <a:pt x="202273" y="52388"/>
                </a:lnTo>
                <a:lnTo>
                  <a:pt x="185814" y="50768"/>
                </a:lnTo>
                <a:lnTo>
                  <a:pt x="169374" y="49025"/>
                </a:lnTo>
                <a:lnTo>
                  <a:pt x="152943" y="47120"/>
                </a:lnTo>
                <a:lnTo>
                  <a:pt x="136541" y="45053"/>
                </a:lnTo>
                <a:lnTo>
                  <a:pt x="120167" y="42777"/>
                </a:lnTo>
                <a:lnTo>
                  <a:pt x="103823" y="40262"/>
                </a:lnTo>
                <a:lnTo>
                  <a:pt x="87525" y="37452"/>
                </a:lnTo>
                <a:lnTo>
                  <a:pt x="71304" y="34261"/>
                </a:lnTo>
                <a:lnTo>
                  <a:pt x="55188" y="30594"/>
                </a:lnTo>
                <a:lnTo>
                  <a:pt x="39243" y="26222"/>
                </a:lnTo>
                <a:lnTo>
                  <a:pt x="23651" y="20736"/>
                </a:lnTo>
                <a:lnTo>
                  <a:pt x="9020" y="131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34C58340-D5D6-43FB-8DAB-60FE7109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71171" y="4546130"/>
            <a:ext cx="1221657" cy="194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1E1B19AD-857B-459B-888B-C086CA4A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3929" y="2588038"/>
            <a:ext cx="1596142" cy="2689098"/>
          </a:xfrm>
          <a:custGeom xmlns:a="http://schemas.openxmlformats.org/drawingml/2006/main">
            <a:pathLst>
              <a:path w="1596142" h="2689098">
                <a:moveTo>
                  <a:pt x="0" y="0"/>
                </a:moveTo>
                <a:lnTo>
                  <a:pt x="143" y="33652"/>
                </a:lnTo>
                <a:lnTo>
                  <a:pt x="9849" y="65894"/>
                </a:lnTo>
                <a:lnTo>
                  <a:pt x="19555" y="98136"/>
                </a:lnTo>
                <a:lnTo>
                  <a:pt x="29261" y="130388"/>
                </a:lnTo>
                <a:lnTo>
                  <a:pt x="38967" y="162630"/>
                </a:lnTo>
                <a:lnTo>
                  <a:pt x="48673" y="194872"/>
                </a:lnTo>
                <a:lnTo>
                  <a:pt x="58379" y="227114"/>
                </a:lnTo>
                <a:lnTo>
                  <a:pt x="68085" y="259356"/>
                </a:lnTo>
                <a:lnTo>
                  <a:pt x="77791" y="291598"/>
                </a:lnTo>
                <a:lnTo>
                  <a:pt x="87497" y="323850"/>
                </a:lnTo>
                <a:lnTo>
                  <a:pt x="97203" y="356092"/>
                </a:lnTo>
                <a:lnTo>
                  <a:pt x="106909" y="388334"/>
                </a:lnTo>
                <a:lnTo>
                  <a:pt x="116615" y="420576"/>
                </a:lnTo>
                <a:lnTo>
                  <a:pt x="126321" y="452819"/>
                </a:lnTo>
                <a:lnTo>
                  <a:pt x="136027" y="485061"/>
                </a:lnTo>
                <a:lnTo>
                  <a:pt x="145733" y="517312"/>
                </a:lnTo>
                <a:lnTo>
                  <a:pt x="155438" y="549554"/>
                </a:lnTo>
                <a:lnTo>
                  <a:pt x="165144" y="581797"/>
                </a:lnTo>
                <a:lnTo>
                  <a:pt x="174850" y="614039"/>
                </a:lnTo>
                <a:lnTo>
                  <a:pt x="184271" y="646367"/>
                </a:lnTo>
                <a:lnTo>
                  <a:pt x="192291" y="679066"/>
                </a:lnTo>
                <a:lnTo>
                  <a:pt x="200225" y="711794"/>
                </a:lnTo>
                <a:lnTo>
                  <a:pt x="207693" y="744626"/>
                </a:lnTo>
                <a:lnTo>
                  <a:pt x="215160" y="777459"/>
                </a:lnTo>
                <a:lnTo>
                  <a:pt x="222628" y="810292"/>
                </a:lnTo>
                <a:lnTo>
                  <a:pt x="230095" y="843124"/>
                </a:lnTo>
                <a:lnTo>
                  <a:pt x="237563" y="875967"/>
                </a:lnTo>
                <a:lnTo>
                  <a:pt x="245031" y="908799"/>
                </a:lnTo>
                <a:lnTo>
                  <a:pt x="252498" y="941632"/>
                </a:lnTo>
                <a:lnTo>
                  <a:pt x="259966" y="974465"/>
                </a:lnTo>
                <a:lnTo>
                  <a:pt x="267433" y="1007297"/>
                </a:lnTo>
                <a:lnTo>
                  <a:pt x="274901" y="1040140"/>
                </a:lnTo>
                <a:lnTo>
                  <a:pt x="282369" y="1072972"/>
                </a:lnTo>
                <a:lnTo>
                  <a:pt x="289836" y="1105805"/>
                </a:lnTo>
                <a:lnTo>
                  <a:pt x="297304" y="1138638"/>
                </a:lnTo>
                <a:lnTo>
                  <a:pt x="304771" y="1171470"/>
                </a:lnTo>
                <a:lnTo>
                  <a:pt x="312239" y="1204312"/>
                </a:lnTo>
                <a:lnTo>
                  <a:pt x="319707" y="1237145"/>
                </a:lnTo>
                <a:lnTo>
                  <a:pt x="327174" y="1269978"/>
                </a:lnTo>
                <a:lnTo>
                  <a:pt x="334642" y="1302810"/>
                </a:lnTo>
                <a:lnTo>
                  <a:pt x="341871" y="1335700"/>
                </a:lnTo>
                <a:lnTo>
                  <a:pt x="348948" y="1368619"/>
                </a:lnTo>
                <a:lnTo>
                  <a:pt x="355854" y="1401575"/>
                </a:lnTo>
                <a:lnTo>
                  <a:pt x="362664" y="1434551"/>
                </a:lnTo>
                <a:lnTo>
                  <a:pt x="369475" y="1467536"/>
                </a:lnTo>
                <a:lnTo>
                  <a:pt x="376276" y="1500511"/>
                </a:lnTo>
                <a:lnTo>
                  <a:pt x="383086" y="1533487"/>
                </a:lnTo>
                <a:lnTo>
                  <a:pt x="389896" y="1566462"/>
                </a:lnTo>
                <a:lnTo>
                  <a:pt x="396697" y="1599448"/>
                </a:lnTo>
                <a:lnTo>
                  <a:pt x="403508" y="1632423"/>
                </a:lnTo>
                <a:lnTo>
                  <a:pt x="410308" y="1665399"/>
                </a:lnTo>
                <a:lnTo>
                  <a:pt x="417119" y="1698374"/>
                </a:lnTo>
                <a:lnTo>
                  <a:pt x="423929" y="1731359"/>
                </a:lnTo>
                <a:lnTo>
                  <a:pt x="430730" y="1764335"/>
                </a:lnTo>
                <a:lnTo>
                  <a:pt x="437540" y="1797310"/>
                </a:lnTo>
                <a:lnTo>
                  <a:pt x="444351" y="1830286"/>
                </a:lnTo>
                <a:lnTo>
                  <a:pt x="451152" y="1863261"/>
                </a:lnTo>
                <a:lnTo>
                  <a:pt x="457962" y="1896247"/>
                </a:lnTo>
                <a:lnTo>
                  <a:pt x="464772" y="1929222"/>
                </a:lnTo>
                <a:lnTo>
                  <a:pt x="471573" y="1962198"/>
                </a:lnTo>
                <a:lnTo>
                  <a:pt x="478346" y="1995183"/>
                </a:lnTo>
                <a:lnTo>
                  <a:pt x="484946" y="2028206"/>
                </a:lnTo>
                <a:lnTo>
                  <a:pt x="491538" y="2061229"/>
                </a:lnTo>
                <a:lnTo>
                  <a:pt x="498062" y="2094262"/>
                </a:lnTo>
                <a:lnTo>
                  <a:pt x="504596" y="2127294"/>
                </a:lnTo>
                <a:lnTo>
                  <a:pt x="507006" y="2156955"/>
                </a:lnTo>
                <a:lnTo>
                  <a:pt x="473335" y="2156955"/>
                </a:lnTo>
                <a:lnTo>
                  <a:pt x="439664" y="2156955"/>
                </a:lnTo>
                <a:lnTo>
                  <a:pt x="405994" y="2156955"/>
                </a:lnTo>
                <a:lnTo>
                  <a:pt x="372313" y="2156955"/>
                </a:lnTo>
                <a:lnTo>
                  <a:pt x="338642" y="2156955"/>
                </a:lnTo>
                <a:lnTo>
                  <a:pt x="304971" y="2156955"/>
                </a:lnTo>
                <a:lnTo>
                  <a:pt x="271301" y="2156955"/>
                </a:lnTo>
                <a:lnTo>
                  <a:pt x="264404" y="2167966"/>
                </a:lnTo>
                <a:lnTo>
                  <a:pt x="288331" y="2191655"/>
                </a:lnTo>
                <a:lnTo>
                  <a:pt x="312268" y="2215334"/>
                </a:lnTo>
                <a:lnTo>
                  <a:pt x="336194" y="2239023"/>
                </a:lnTo>
                <a:lnTo>
                  <a:pt x="360131" y="2262711"/>
                </a:lnTo>
                <a:lnTo>
                  <a:pt x="384058" y="2286400"/>
                </a:lnTo>
                <a:lnTo>
                  <a:pt x="407994" y="2310089"/>
                </a:lnTo>
                <a:lnTo>
                  <a:pt x="431930" y="2333777"/>
                </a:lnTo>
                <a:lnTo>
                  <a:pt x="455857" y="2357466"/>
                </a:lnTo>
                <a:lnTo>
                  <a:pt x="479793" y="2381155"/>
                </a:lnTo>
                <a:lnTo>
                  <a:pt x="503720" y="2404843"/>
                </a:lnTo>
                <a:lnTo>
                  <a:pt x="527656" y="2428532"/>
                </a:lnTo>
                <a:lnTo>
                  <a:pt x="551583" y="2452221"/>
                </a:lnTo>
                <a:lnTo>
                  <a:pt x="575520" y="2475909"/>
                </a:lnTo>
                <a:lnTo>
                  <a:pt x="599446" y="2499598"/>
                </a:lnTo>
                <a:lnTo>
                  <a:pt x="623383" y="2523287"/>
                </a:lnTo>
                <a:lnTo>
                  <a:pt x="647319" y="2546966"/>
                </a:lnTo>
                <a:lnTo>
                  <a:pt x="671246" y="2570655"/>
                </a:lnTo>
                <a:lnTo>
                  <a:pt x="695182" y="2594343"/>
                </a:lnTo>
                <a:lnTo>
                  <a:pt x="719109" y="2618032"/>
                </a:lnTo>
                <a:lnTo>
                  <a:pt x="743045" y="2641721"/>
                </a:lnTo>
                <a:lnTo>
                  <a:pt x="766972" y="2665409"/>
                </a:lnTo>
                <a:lnTo>
                  <a:pt x="790908" y="2689098"/>
                </a:lnTo>
                <a:lnTo>
                  <a:pt x="814845" y="2679592"/>
                </a:lnTo>
                <a:lnTo>
                  <a:pt x="838772" y="2655903"/>
                </a:lnTo>
                <a:lnTo>
                  <a:pt x="862708" y="2632215"/>
                </a:lnTo>
                <a:lnTo>
                  <a:pt x="886635" y="2608526"/>
                </a:lnTo>
                <a:lnTo>
                  <a:pt x="910571" y="2584837"/>
                </a:lnTo>
                <a:lnTo>
                  <a:pt x="934498" y="2561149"/>
                </a:lnTo>
                <a:lnTo>
                  <a:pt x="958434" y="2537460"/>
                </a:lnTo>
                <a:lnTo>
                  <a:pt x="982370" y="2513771"/>
                </a:lnTo>
                <a:lnTo>
                  <a:pt x="1006297" y="2490092"/>
                </a:lnTo>
                <a:lnTo>
                  <a:pt x="1030234" y="2466404"/>
                </a:lnTo>
                <a:lnTo>
                  <a:pt x="1054160" y="2442715"/>
                </a:lnTo>
                <a:lnTo>
                  <a:pt x="1078097" y="2419026"/>
                </a:lnTo>
                <a:lnTo>
                  <a:pt x="1102023" y="2395337"/>
                </a:lnTo>
                <a:lnTo>
                  <a:pt x="1125960" y="2371649"/>
                </a:lnTo>
                <a:lnTo>
                  <a:pt x="1149887" y="2347960"/>
                </a:lnTo>
                <a:lnTo>
                  <a:pt x="1173823" y="2324271"/>
                </a:lnTo>
                <a:lnTo>
                  <a:pt x="1197759" y="2300583"/>
                </a:lnTo>
                <a:lnTo>
                  <a:pt x="1221686" y="2276894"/>
                </a:lnTo>
                <a:lnTo>
                  <a:pt x="1245622" y="2253205"/>
                </a:lnTo>
                <a:lnTo>
                  <a:pt x="1269549" y="2229517"/>
                </a:lnTo>
                <a:lnTo>
                  <a:pt x="1293485" y="2205828"/>
                </a:lnTo>
                <a:lnTo>
                  <a:pt x="1317412" y="2182139"/>
                </a:lnTo>
                <a:lnTo>
                  <a:pt x="1341349" y="2158460"/>
                </a:lnTo>
                <a:lnTo>
                  <a:pt x="1311335" y="2156955"/>
                </a:lnTo>
                <a:lnTo>
                  <a:pt x="1277664" y="2156955"/>
                </a:lnTo>
                <a:lnTo>
                  <a:pt x="1243984" y="2156955"/>
                </a:lnTo>
                <a:lnTo>
                  <a:pt x="1210313" y="2156955"/>
                </a:lnTo>
                <a:lnTo>
                  <a:pt x="1176642" y="2156955"/>
                </a:lnTo>
                <a:lnTo>
                  <a:pt x="1142971" y="2156955"/>
                </a:lnTo>
                <a:lnTo>
                  <a:pt x="1109291" y="2156955"/>
                </a:lnTo>
                <a:lnTo>
                  <a:pt x="1087641" y="2147068"/>
                </a:lnTo>
                <a:lnTo>
                  <a:pt x="1094175" y="2114036"/>
                </a:lnTo>
                <a:lnTo>
                  <a:pt x="1100699" y="2081003"/>
                </a:lnTo>
                <a:lnTo>
                  <a:pt x="1107243" y="2047970"/>
                </a:lnTo>
                <a:lnTo>
                  <a:pt x="1113844" y="2014957"/>
                </a:lnTo>
                <a:lnTo>
                  <a:pt x="1120492" y="1981943"/>
                </a:lnTo>
                <a:lnTo>
                  <a:pt x="1127303" y="1948967"/>
                </a:lnTo>
                <a:lnTo>
                  <a:pt x="1134104" y="1915982"/>
                </a:lnTo>
                <a:lnTo>
                  <a:pt x="1140914" y="1883007"/>
                </a:lnTo>
                <a:lnTo>
                  <a:pt x="1147724" y="1850031"/>
                </a:lnTo>
                <a:lnTo>
                  <a:pt x="1154525" y="1817056"/>
                </a:lnTo>
                <a:lnTo>
                  <a:pt x="1161336" y="1784080"/>
                </a:lnTo>
                <a:lnTo>
                  <a:pt x="1168146" y="1751095"/>
                </a:lnTo>
                <a:lnTo>
                  <a:pt x="1174947" y="1718120"/>
                </a:lnTo>
                <a:lnTo>
                  <a:pt x="1181757" y="1685144"/>
                </a:lnTo>
                <a:lnTo>
                  <a:pt x="1188568" y="1652168"/>
                </a:lnTo>
                <a:lnTo>
                  <a:pt x="1195368" y="1619183"/>
                </a:lnTo>
                <a:lnTo>
                  <a:pt x="1202179" y="1586208"/>
                </a:lnTo>
                <a:lnTo>
                  <a:pt x="1208980" y="1553232"/>
                </a:lnTo>
                <a:lnTo>
                  <a:pt x="1215790" y="1520257"/>
                </a:lnTo>
                <a:lnTo>
                  <a:pt x="1222600" y="1487272"/>
                </a:lnTo>
                <a:lnTo>
                  <a:pt x="1229401" y="1454296"/>
                </a:lnTo>
                <a:lnTo>
                  <a:pt x="1236212" y="1421321"/>
                </a:lnTo>
                <a:lnTo>
                  <a:pt x="1243022" y="1388345"/>
                </a:lnTo>
                <a:lnTo>
                  <a:pt x="1250042" y="1355408"/>
                </a:lnTo>
                <a:lnTo>
                  <a:pt x="1257119" y="1322489"/>
                </a:lnTo>
                <a:lnTo>
                  <a:pt x="1264501" y="1289637"/>
                </a:lnTo>
                <a:lnTo>
                  <a:pt x="1271969" y="1256795"/>
                </a:lnTo>
                <a:lnTo>
                  <a:pt x="1279436" y="1223963"/>
                </a:lnTo>
                <a:lnTo>
                  <a:pt x="1286904" y="1191130"/>
                </a:lnTo>
                <a:lnTo>
                  <a:pt x="1294371" y="1158297"/>
                </a:lnTo>
                <a:lnTo>
                  <a:pt x="1301839" y="1125464"/>
                </a:lnTo>
                <a:lnTo>
                  <a:pt x="1309307" y="1092632"/>
                </a:lnTo>
                <a:lnTo>
                  <a:pt x="1316774" y="1059790"/>
                </a:lnTo>
                <a:lnTo>
                  <a:pt x="1324242" y="1026957"/>
                </a:lnTo>
                <a:lnTo>
                  <a:pt x="1331709" y="994124"/>
                </a:lnTo>
                <a:lnTo>
                  <a:pt x="1339177" y="961292"/>
                </a:lnTo>
                <a:lnTo>
                  <a:pt x="1346645" y="928459"/>
                </a:lnTo>
                <a:lnTo>
                  <a:pt x="1354112" y="895617"/>
                </a:lnTo>
                <a:lnTo>
                  <a:pt x="1361580" y="862784"/>
                </a:lnTo>
                <a:lnTo>
                  <a:pt x="1369047" y="829951"/>
                </a:lnTo>
                <a:lnTo>
                  <a:pt x="1376515" y="797119"/>
                </a:lnTo>
                <a:lnTo>
                  <a:pt x="1383983" y="764286"/>
                </a:lnTo>
                <a:lnTo>
                  <a:pt x="1391450" y="731444"/>
                </a:lnTo>
                <a:lnTo>
                  <a:pt x="1399061" y="698649"/>
                </a:lnTo>
                <a:lnTo>
                  <a:pt x="1407071" y="665940"/>
                </a:lnTo>
                <a:lnTo>
                  <a:pt x="1415482" y="633346"/>
                </a:lnTo>
                <a:lnTo>
                  <a:pt x="1425188" y="601104"/>
                </a:lnTo>
                <a:lnTo>
                  <a:pt x="1434894" y="568862"/>
                </a:lnTo>
                <a:lnTo>
                  <a:pt x="1444600" y="536610"/>
                </a:lnTo>
                <a:lnTo>
                  <a:pt x="1454306" y="504368"/>
                </a:lnTo>
                <a:lnTo>
                  <a:pt x="1464012" y="472126"/>
                </a:lnTo>
                <a:lnTo>
                  <a:pt x="1473718" y="439884"/>
                </a:lnTo>
                <a:lnTo>
                  <a:pt x="1483424" y="407641"/>
                </a:lnTo>
                <a:lnTo>
                  <a:pt x="1493129" y="375390"/>
                </a:lnTo>
                <a:lnTo>
                  <a:pt x="1502835" y="343148"/>
                </a:lnTo>
                <a:lnTo>
                  <a:pt x="1512541" y="310906"/>
                </a:lnTo>
                <a:lnTo>
                  <a:pt x="1522247" y="278663"/>
                </a:lnTo>
                <a:lnTo>
                  <a:pt x="1531953" y="246421"/>
                </a:lnTo>
                <a:lnTo>
                  <a:pt x="1541659" y="214179"/>
                </a:lnTo>
                <a:lnTo>
                  <a:pt x="1551365" y="181928"/>
                </a:lnTo>
                <a:lnTo>
                  <a:pt x="1561071" y="149685"/>
                </a:lnTo>
                <a:lnTo>
                  <a:pt x="1570777" y="117443"/>
                </a:lnTo>
                <a:lnTo>
                  <a:pt x="1580483" y="85201"/>
                </a:lnTo>
                <a:lnTo>
                  <a:pt x="1590189" y="52959"/>
                </a:lnTo>
                <a:lnTo>
                  <a:pt x="1596142" y="20155"/>
                </a:lnTo>
                <a:lnTo>
                  <a:pt x="1582626" y="0"/>
                </a:lnTo>
                <a:lnTo>
                  <a:pt x="1548956" y="0"/>
                </a:lnTo>
                <a:lnTo>
                  <a:pt x="1515285" y="0"/>
                </a:lnTo>
                <a:lnTo>
                  <a:pt x="1481614" y="0"/>
                </a:lnTo>
                <a:lnTo>
                  <a:pt x="1447943" y="0"/>
                </a:lnTo>
                <a:lnTo>
                  <a:pt x="1414262" y="0"/>
                </a:lnTo>
                <a:lnTo>
                  <a:pt x="1380592" y="0"/>
                </a:lnTo>
                <a:lnTo>
                  <a:pt x="1346921" y="0"/>
                </a:lnTo>
                <a:lnTo>
                  <a:pt x="1313250" y="0"/>
                </a:lnTo>
                <a:lnTo>
                  <a:pt x="1279569" y="0"/>
                </a:lnTo>
                <a:lnTo>
                  <a:pt x="1245899" y="0"/>
                </a:lnTo>
                <a:lnTo>
                  <a:pt x="1212228" y="0"/>
                </a:lnTo>
                <a:lnTo>
                  <a:pt x="1178557" y="0"/>
                </a:lnTo>
                <a:lnTo>
                  <a:pt x="1144886" y="0"/>
                </a:lnTo>
                <a:lnTo>
                  <a:pt x="1111206" y="0"/>
                </a:lnTo>
                <a:lnTo>
                  <a:pt x="1077535" y="0"/>
                </a:lnTo>
                <a:lnTo>
                  <a:pt x="1043864" y="0"/>
                </a:lnTo>
                <a:lnTo>
                  <a:pt x="1010193" y="0"/>
                </a:lnTo>
                <a:lnTo>
                  <a:pt x="976513" y="0"/>
                </a:lnTo>
                <a:lnTo>
                  <a:pt x="942842" y="0"/>
                </a:lnTo>
                <a:lnTo>
                  <a:pt x="909171" y="0"/>
                </a:lnTo>
                <a:lnTo>
                  <a:pt x="875500" y="0"/>
                </a:lnTo>
                <a:lnTo>
                  <a:pt x="841829" y="0"/>
                </a:lnTo>
                <a:lnTo>
                  <a:pt x="808149" y="0"/>
                </a:lnTo>
                <a:lnTo>
                  <a:pt x="774478" y="0"/>
                </a:lnTo>
                <a:lnTo>
                  <a:pt x="740807" y="0"/>
                </a:lnTo>
                <a:lnTo>
                  <a:pt x="707136" y="0"/>
                </a:lnTo>
                <a:lnTo>
                  <a:pt x="673456" y="0"/>
                </a:lnTo>
                <a:lnTo>
                  <a:pt x="639785" y="0"/>
                </a:lnTo>
                <a:lnTo>
                  <a:pt x="606114" y="0"/>
                </a:lnTo>
                <a:lnTo>
                  <a:pt x="572443" y="0"/>
                </a:lnTo>
                <a:lnTo>
                  <a:pt x="538772" y="0"/>
                </a:lnTo>
                <a:lnTo>
                  <a:pt x="505092" y="0"/>
                </a:lnTo>
                <a:lnTo>
                  <a:pt x="471421" y="0"/>
                </a:lnTo>
                <a:lnTo>
                  <a:pt x="437750" y="0"/>
                </a:lnTo>
                <a:lnTo>
                  <a:pt x="404079" y="0"/>
                </a:lnTo>
                <a:lnTo>
                  <a:pt x="370399" y="0"/>
                </a:lnTo>
                <a:lnTo>
                  <a:pt x="336728" y="0"/>
                </a:lnTo>
                <a:lnTo>
                  <a:pt x="303057" y="0"/>
                </a:lnTo>
                <a:lnTo>
                  <a:pt x="269386" y="0"/>
                </a:lnTo>
                <a:lnTo>
                  <a:pt x="235715" y="0"/>
                </a:lnTo>
                <a:lnTo>
                  <a:pt x="202035" y="0"/>
                </a:lnTo>
                <a:lnTo>
                  <a:pt x="168364" y="0"/>
                </a:lnTo>
                <a:lnTo>
                  <a:pt x="134693" y="0"/>
                </a:lnTo>
                <a:lnTo>
                  <a:pt x="101022" y="0"/>
                </a:lnTo>
                <a:lnTo>
                  <a:pt x="67342" y="0"/>
                </a:lnTo>
                <a:lnTo>
                  <a:pt x="33671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F4ECEA">
                  <a:alpha val="0"/>
                </a:srgbClr>
              </a:gs>
              <a:gs pos="42000">
                <a:srgbClr val="DFC6C1">
                  <a:alpha val="9600"/>
                </a:srgbClr>
              </a:gs>
              <a:gs pos="76000">
                <a:srgbClr val="DFC6C1">
                  <a:alpha val="19200"/>
                </a:srgbClr>
              </a:gs>
              <a:gs pos="100000">
                <a:srgbClr val="C2948B">
                  <a:alpha val="312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8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A0470D87-C2C1-4909-B45D-C20007AF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8150" y="2654351"/>
            <a:ext cx="2627709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收集线索</a:t>
            </a:r>
          </a:p>
        </p:txBody>
      </p:sp>
      <p:sp>
        <p:nvSpPr>
          <p:cNvPr id="19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1156B4BD-CDB6-490F-A22A-4E662C19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9439" y="3328397"/>
            <a:ext cx="1965131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核对问题</a:t>
            </a:r>
          </a:p>
        </p:txBody>
      </p:sp>
      <p:sp>
        <p:nvSpPr>
          <p:cNvPr id="20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97D850ED-739B-4EC1-9C6D-6286B004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3731" y="4002434"/>
            <a:ext cx="1416548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验证方案</a:t>
            </a:r>
          </a:p>
        </p:txBody>
      </p:sp>
      <p:sp>
        <p:nvSpPr>
          <p:cNvPr id="21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A56ED0E7-F59B-4D89-81AA-BF1EBA09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7334" y="4676480"/>
            <a:ext cx="909342" cy="474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纳入发布</a:t>
            </a:r>
          </a:p>
        </p:txBody>
      </p:sp>
      <p:sp>
        <p:nvSpPr>
          <p:cNvPr id="22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2DFAB094-18F9-46DA-97F5-281689EF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8586" y="1982391"/>
            <a:ext cx="381600" cy="38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99c4b4fd641ba">
            <a:extLst>
              <a:ext uri="{96DAC541-7B7A-43D3-8B79-37D633B846F1}">
                <asvg:svgBlip xmlns:asvg="http://schemas.microsoft.com/office/drawing/2016/SVG/main" r:embed="Rfb20d4afc21744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80532" y="2084337"/>
            <a:ext cx="177698" cy="177698"/>
          </a:xfrm>
          <a:prstGeom xmlns:a="http://schemas.openxmlformats.org/drawingml/2006/main" prst="rect">
            <a:avLst/>
          </a:prstGeom>
        </p:spPr>
      </p:pic>
      <p:sp>
        <p:nvSpPr>
          <p:cNvPr id="24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70C52353-112F-4B90-A057-4278F9A5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6132" y="1799777"/>
            <a:ext cx="331737" cy="33173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eaf68f690f464e">
            <a:extLst>
              <a:ext uri="{96DAC541-7B7A-43D3-8B79-37D633B846F1}">
                <asvg:svgBlip xmlns:asvg="http://schemas.microsoft.com/office/drawing/2016/SVG/main" r:embed="R3aa68f1a7e4943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18078" y="1901723"/>
            <a:ext cx="127845" cy="127845"/>
          </a:xfrm>
          <a:prstGeom xmlns:a="http://schemas.openxmlformats.org/drawingml/2006/main" prst="rect">
            <a:avLst/>
          </a:prstGeom>
        </p:spPr>
      </p:pic>
      <p:sp>
        <p:nvSpPr>
          <p:cNvPr id="26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B9B0D708-39BF-4B7A-A787-989D3008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3671" y="1949206"/>
            <a:ext cx="381600" cy="38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e6c86f6ab4b36">
            <a:extLst>
              <a:ext uri="{96DAC541-7B7A-43D3-8B79-37D633B846F1}">
                <asvg:svgBlip xmlns:asvg="http://schemas.microsoft.com/office/drawing/2016/SVG/main" r:embed="R81be1eeb562447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05617" y="2051152"/>
            <a:ext cx="177698" cy="1776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09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2026-09-07T23:27:37.7850000Z</dcterms:created>
  <dcterms:modified xsi:type="dcterms:W3CDTF">2026-09-07T23:27:37.7850000Z</dcterms:modified>
</coreProperties>
</file>