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125afdabb64a2d" /><Relationship Type="http://schemas.openxmlformats.org/officeDocument/2006/relationships/extended-properties" Target="/docProps/app.xml" Id="Recb629b3b5934153" /><Relationship Type="http://schemas.openxmlformats.org/officeDocument/2006/relationships/officeDocument" Target="/ppt/presentation.xml" Id="Rd62794478aae41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2f946da104bc2"/>
  </p:sldMasterIdLst>
  <p:notesMasterIdLst>
    <p:notesMasterId xmlns:r="http://schemas.openxmlformats.org/officeDocument/2006/relationships" r:id="R03ea58c547aa4b1a"/>
  </p:notesMasterIdLst>
  <p:sldIdLst>
    <p:sldId xmlns:r="http://schemas.openxmlformats.org/officeDocument/2006/relationships" id="256" r:id="R3340dee66493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595f8380b04d15" /><Relationship Type="http://schemas.openxmlformats.org/officeDocument/2006/relationships/slideMaster" Target="/ppt/slideMasters/slideMaster1.xml" Id="R9852f946da104bc2" /><Relationship Type="http://schemas.openxmlformats.org/officeDocument/2006/relationships/notesMaster" Target="/ppt/notesMasters/notesMaster1.xml" Id="R03ea58c547aa4b1a" /><Relationship Type="http://schemas.openxmlformats.org/officeDocument/2006/relationships/presProps" Target="/ppt/presProps.xml" Id="R7ab6b33d43dc43e7" /><Relationship Type="http://schemas.openxmlformats.org/officeDocument/2006/relationships/tableStyles" Target="/ppt/tableStyles.xml" Id="R77b2c1349a2d4a92" /><Relationship Type="http://schemas.openxmlformats.org/officeDocument/2006/relationships/slide" Target="/ppt/slides/slide1.xml" Id="R3340dee66493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90284c90804c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37dda12a3d40c7" /><Relationship Type="http://schemas.openxmlformats.org/officeDocument/2006/relationships/notesMaster" Target="/ppt/notesMasters/notesMaster1.xml" Id="R1cec057e4ae3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dc7027652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fc1b0e6c64ac8" /><Relationship Type="http://schemas.openxmlformats.org/officeDocument/2006/relationships/slideLayout" Target="/ppt/slideLayouts/slideLayout1.xml" Id="R507b04f793a543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b04f793a543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f6c7e88aa47c0" /><Relationship Type="http://schemas.openxmlformats.org/officeDocument/2006/relationships/notesSlide" Target="/ppt/notesSlides/notesSlide1.xml" Id="Rca32cc7c74c44a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age-paper">
            <a:extLst xmlns:a="http://schemas.openxmlformats.org/drawingml/2006/main">
              <a:ext uri="{FF2B5EF4-FFF2-40B4-BE49-F238E27FC236}">
                <a16:creationId xmlns:a16="http://schemas.microsoft.com/office/drawing/2014/main" id="{8C021403-F7CD-4EF8-ACA2-C9C07085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90FE70FE-E997-4173-B862-07C01E74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E0C38FA-EEC3-4C1D-AFF9-BAE9F1D0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六层筛选把建议收束为可执行计划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3140DD8-EB2D-407A-830B-DD935C31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aux">
            <a:extLst xmlns:a="http://schemas.openxmlformats.org/drawingml/2006/main">
              <a:ext uri="{FF2B5EF4-FFF2-40B4-BE49-F238E27FC236}">
                <a16:creationId xmlns:a16="http://schemas.microsoft.com/office/drawing/2014/main" id="{EF722E66-7CF4-4B70-BD11-22193299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入口：用户访谈、现场记录、客服工单、内部复盘。四类入口先汇总，再沿六层逐步收束。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D466DE-89A2-4C52-96B5-B987734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3751819A-E5C9-4ACE-95C1-661F676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1599" y="3779015"/>
            <a:ext cx="1163212" cy="917315"/>
          </a:xfrm>
          <a:custGeom xmlns:a="http://schemas.openxmlformats.org/drawingml/2006/main">
            <a:pathLst>
              <a:path w="1163212" h="917315">
                <a:moveTo>
                  <a:pt x="68209" y="128140"/>
                </a:moveTo>
                <a:lnTo>
                  <a:pt x="87039" y="125930"/>
                </a:lnTo>
                <a:lnTo>
                  <a:pt x="105880" y="123720"/>
                </a:lnTo>
                <a:lnTo>
                  <a:pt x="124720" y="121510"/>
                </a:lnTo>
                <a:lnTo>
                  <a:pt x="143551" y="119301"/>
                </a:lnTo>
                <a:lnTo>
                  <a:pt x="162392" y="117091"/>
                </a:lnTo>
                <a:lnTo>
                  <a:pt x="181223" y="114881"/>
                </a:lnTo>
                <a:lnTo>
                  <a:pt x="200063" y="112671"/>
                </a:lnTo>
                <a:lnTo>
                  <a:pt x="218894" y="110461"/>
                </a:lnTo>
                <a:lnTo>
                  <a:pt x="237734" y="108252"/>
                </a:lnTo>
                <a:lnTo>
                  <a:pt x="256565" y="106042"/>
                </a:lnTo>
                <a:lnTo>
                  <a:pt x="275406" y="103832"/>
                </a:lnTo>
                <a:lnTo>
                  <a:pt x="294237" y="101622"/>
                </a:lnTo>
                <a:lnTo>
                  <a:pt x="313077" y="99422"/>
                </a:lnTo>
                <a:lnTo>
                  <a:pt x="331908" y="97212"/>
                </a:lnTo>
                <a:lnTo>
                  <a:pt x="350749" y="95002"/>
                </a:lnTo>
                <a:lnTo>
                  <a:pt x="369589" y="92793"/>
                </a:lnTo>
                <a:lnTo>
                  <a:pt x="388420" y="90583"/>
                </a:lnTo>
                <a:lnTo>
                  <a:pt x="407260" y="88373"/>
                </a:lnTo>
                <a:lnTo>
                  <a:pt x="426091" y="86163"/>
                </a:lnTo>
                <a:lnTo>
                  <a:pt x="444932" y="83953"/>
                </a:lnTo>
                <a:lnTo>
                  <a:pt x="463763" y="81744"/>
                </a:lnTo>
                <a:lnTo>
                  <a:pt x="482603" y="79534"/>
                </a:lnTo>
                <a:lnTo>
                  <a:pt x="501434" y="77324"/>
                </a:lnTo>
                <a:lnTo>
                  <a:pt x="520275" y="75114"/>
                </a:lnTo>
                <a:lnTo>
                  <a:pt x="539105" y="72904"/>
                </a:lnTo>
                <a:lnTo>
                  <a:pt x="557946" y="70695"/>
                </a:lnTo>
                <a:lnTo>
                  <a:pt x="576786" y="68485"/>
                </a:lnTo>
                <a:lnTo>
                  <a:pt x="595617" y="66275"/>
                </a:lnTo>
                <a:lnTo>
                  <a:pt x="614458" y="64065"/>
                </a:lnTo>
                <a:lnTo>
                  <a:pt x="633289" y="61855"/>
                </a:lnTo>
                <a:lnTo>
                  <a:pt x="652129" y="59655"/>
                </a:lnTo>
                <a:lnTo>
                  <a:pt x="670960" y="57445"/>
                </a:lnTo>
                <a:lnTo>
                  <a:pt x="689801" y="55235"/>
                </a:lnTo>
                <a:lnTo>
                  <a:pt x="708631" y="53026"/>
                </a:lnTo>
                <a:lnTo>
                  <a:pt x="727472" y="50816"/>
                </a:lnTo>
                <a:lnTo>
                  <a:pt x="746303" y="48606"/>
                </a:lnTo>
                <a:lnTo>
                  <a:pt x="765143" y="46396"/>
                </a:lnTo>
                <a:lnTo>
                  <a:pt x="783984" y="44186"/>
                </a:lnTo>
                <a:lnTo>
                  <a:pt x="802815" y="41977"/>
                </a:lnTo>
                <a:lnTo>
                  <a:pt x="821655" y="39767"/>
                </a:lnTo>
                <a:lnTo>
                  <a:pt x="840486" y="37557"/>
                </a:lnTo>
                <a:lnTo>
                  <a:pt x="859326" y="35347"/>
                </a:lnTo>
                <a:lnTo>
                  <a:pt x="878157" y="33137"/>
                </a:lnTo>
                <a:lnTo>
                  <a:pt x="896998" y="30928"/>
                </a:lnTo>
                <a:lnTo>
                  <a:pt x="915829" y="28718"/>
                </a:lnTo>
                <a:lnTo>
                  <a:pt x="934669" y="26508"/>
                </a:lnTo>
                <a:lnTo>
                  <a:pt x="953500" y="24298"/>
                </a:lnTo>
                <a:lnTo>
                  <a:pt x="972341" y="22088"/>
                </a:lnTo>
                <a:lnTo>
                  <a:pt x="991172" y="19888"/>
                </a:lnTo>
                <a:lnTo>
                  <a:pt x="1010012" y="17678"/>
                </a:lnTo>
                <a:lnTo>
                  <a:pt x="1028852" y="15469"/>
                </a:lnTo>
                <a:lnTo>
                  <a:pt x="1047683" y="13259"/>
                </a:lnTo>
                <a:lnTo>
                  <a:pt x="1066524" y="11049"/>
                </a:lnTo>
                <a:lnTo>
                  <a:pt x="1085355" y="8839"/>
                </a:lnTo>
                <a:lnTo>
                  <a:pt x="1104195" y="6629"/>
                </a:lnTo>
                <a:lnTo>
                  <a:pt x="1123026" y="4420"/>
                </a:lnTo>
                <a:lnTo>
                  <a:pt x="1141867" y="2210"/>
                </a:lnTo>
                <a:lnTo>
                  <a:pt x="1160697" y="0"/>
                </a:lnTo>
                <a:lnTo>
                  <a:pt x="1163212" y="14592"/>
                </a:lnTo>
                <a:lnTo>
                  <a:pt x="1161545" y="33490"/>
                </a:lnTo>
                <a:lnTo>
                  <a:pt x="1159878" y="52378"/>
                </a:lnTo>
                <a:lnTo>
                  <a:pt x="1158221" y="71276"/>
                </a:lnTo>
                <a:lnTo>
                  <a:pt x="1156554" y="90164"/>
                </a:lnTo>
                <a:lnTo>
                  <a:pt x="1154897" y="109061"/>
                </a:lnTo>
                <a:lnTo>
                  <a:pt x="1153230" y="127949"/>
                </a:lnTo>
                <a:lnTo>
                  <a:pt x="1151563" y="146837"/>
                </a:lnTo>
                <a:lnTo>
                  <a:pt x="1149906" y="165735"/>
                </a:lnTo>
                <a:lnTo>
                  <a:pt x="1148239" y="184623"/>
                </a:lnTo>
                <a:lnTo>
                  <a:pt x="1146572" y="203521"/>
                </a:lnTo>
                <a:lnTo>
                  <a:pt x="1144915" y="222409"/>
                </a:lnTo>
                <a:lnTo>
                  <a:pt x="1143248" y="241306"/>
                </a:lnTo>
                <a:lnTo>
                  <a:pt x="1141581" y="260194"/>
                </a:lnTo>
                <a:lnTo>
                  <a:pt x="1139923" y="279083"/>
                </a:lnTo>
                <a:lnTo>
                  <a:pt x="1138257" y="297980"/>
                </a:lnTo>
                <a:lnTo>
                  <a:pt x="1136590" y="316868"/>
                </a:lnTo>
                <a:lnTo>
                  <a:pt x="1134932" y="335766"/>
                </a:lnTo>
                <a:lnTo>
                  <a:pt x="1133265" y="354654"/>
                </a:lnTo>
                <a:lnTo>
                  <a:pt x="1131599" y="373551"/>
                </a:lnTo>
                <a:lnTo>
                  <a:pt x="1129941" y="392440"/>
                </a:lnTo>
                <a:lnTo>
                  <a:pt x="1128274" y="411328"/>
                </a:lnTo>
                <a:lnTo>
                  <a:pt x="1126607" y="430225"/>
                </a:lnTo>
                <a:lnTo>
                  <a:pt x="1124950" y="449113"/>
                </a:lnTo>
                <a:lnTo>
                  <a:pt x="1123283" y="468011"/>
                </a:lnTo>
                <a:lnTo>
                  <a:pt x="1121616" y="486899"/>
                </a:lnTo>
                <a:lnTo>
                  <a:pt x="1119959" y="505787"/>
                </a:lnTo>
                <a:lnTo>
                  <a:pt x="1118292" y="524685"/>
                </a:lnTo>
                <a:lnTo>
                  <a:pt x="1116625" y="543573"/>
                </a:lnTo>
                <a:lnTo>
                  <a:pt x="1114968" y="562470"/>
                </a:lnTo>
                <a:lnTo>
                  <a:pt x="1113301" y="581358"/>
                </a:lnTo>
                <a:lnTo>
                  <a:pt x="1111634" y="600256"/>
                </a:lnTo>
                <a:lnTo>
                  <a:pt x="1109977" y="619144"/>
                </a:lnTo>
                <a:lnTo>
                  <a:pt x="1108310" y="638032"/>
                </a:lnTo>
                <a:lnTo>
                  <a:pt x="1106653" y="656930"/>
                </a:lnTo>
                <a:lnTo>
                  <a:pt x="1104986" y="675818"/>
                </a:lnTo>
                <a:lnTo>
                  <a:pt x="1103319" y="694715"/>
                </a:lnTo>
                <a:lnTo>
                  <a:pt x="1101662" y="713603"/>
                </a:lnTo>
                <a:lnTo>
                  <a:pt x="1099995" y="732501"/>
                </a:lnTo>
                <a:lnTo>
                  <a:pt x="1098328" y="751389"/>
                </a:lnTo>
                <a:lnTo>
                  <a:pt x="1096670" y="770277"/>
                </a:lnTo>
                <a:lnTo>
                  <a:pt x="1095004" y="789175"/>
                </a:lnTo>
                <a:lnTo>
                  <a:pt x="1076163" y="791385"/>
                </a:lnTo>
                <a:lnTo>
                  <a:pt x="1057332" y="793594"/>
                </a:lnTo>
                <a:lnTo>
                  <a:pt x="1038492" y="795804"/>
                </a:lnTo>
                <a:lnTo>
                  <a:pt x="1019661" y="798014"/>
                </a:lnTo>
                <a:lnTo>
                  <a:pt x="1000820" y="800224"/>
                </a:lnTo>
                <a:lnTo>
                  <a:pt x="981989" y="802424"/>
                </a:lnTo>
                <a:lnTo>
                  <a:pt x="963149" y="804634"/>
                </a:lnTo>
                <a:lnTo>
                  <a:pt x="944318" y="806844"/>
                </a:lnTo>
                <a:lnTo>
                  <a:pt x="925478" y="809054"/>
                </a:lnTo>
                <a:lnTo>
                  <a:pt x="906637" y="811263"/>
                </a:lnTo>
                <a:lnTo>
                  <a:pt x="887806" y="813473"/>
                </a:lnTo>
                <a:lnTo>
                  <a:pt x="868966" y="815683"/>
                </a:lnTo>
                <a:lnTo>
                  <a:pt x="850135" y="817893"/>
                </a:lnTo>
                <a:lnTo>
                  <a:pt x="831294" y="820103"/>
                </a:lnTo>
                <a:lnTo>
                  <a:pt x="812463" y="822312"/>
                </a:lnTo>
                <a:lnTo>
                  <a:pt x="793623" y="824522"/>
                </a:lnTo>
                <a:lnTo>
                  <a:pt x="774792" y="826732"/>
                </a:lnTo>
                <a:lnTo>
                  <a:pt x="755952" y="828942"/>
                </a:lnTo>
                <a:lnTo>
                  <a:pt x="737121" y="831152"/>
                </a:lnTo>
                <a:lnTo>
                  <a:pt x="718280" y="833361"/>
                </a:lnTo>
                <a:lnTo>
                  <a:pt x="699449" y="835571"/>
                </a:lnTo>
                <a:lnTo>
                  <a:pt x="680609" y="837781"/>
                </a:lnTo>
                <a:lnTo>
                  <a:pt x="661768" y="839991"/>
                </a:lnTo>
                <a:lnTo>
                  <a:pt x="642938" y="842191"/>
                </a:lnTo>
                <a:lnTo>
                  <a:pt x="624097" y="844401"/>
                </a:lnTo>
                <a:lnTo>
                  <a:pt x="605266" y="846611"/>
                </a:lnTo>
                <a:lnTo>
                  <a:pt x="586426" y="848820"/>
                </a:lnTo>
                <a:lnTo>
                  <a:pt x="567595" y="851030"/>
                </a:lnTo>
                <a:lnTo>
                  <a:pt x="548754" y="853240"/>
                </a:lnTo>
                <a:lnTo>
                  <a:pt x="529923" y="855450"/>
                </a:lnTo>
                <a:lnTo>
                  <a:pt x="511083" y="857660"/>
                </a:lnTo>
                <a:lnTo>
                  <a:pt x="492252" y="859869"/>
                </a:lnTo>
                <a:lnTo>
                  <a:pt x="473412" y="862079"/>
                </a:lnTo>
                <a:lnTo>
                  <a:pt x="454571" y="864289"/>
                </a:lnTo>
                <a:lnTo>
                  <a:pt x="435740" y="866499"/>
                </a:lnTo>
                <a:lnTo>
                  <a:pt x="416900" y="868709"/>
                </a:lnTo>
                <a:lnTo>
                  <a:pt x="398069" y="870918"/>
                </a:lnTo>
                <a:lnTo>
                  <a:pt x="379228" y="873128"/>
                </a:lnTo>
                <a:lnTo>
                  <a:pt x="360397" y="875338"/>
                </a:lnTo>
                <a:lnTo>
                  <a:pt x="341557" y="877548"/>
                </a:lnTo>
                <a:lnTo>
                  <a:pt x="322726" y="879758"/>
                </a:lnTo>
                <a:lnTo>
                  <a:pt x="303886" y="881958"/>
                </a:lnTo>
                <a:lnTo>
                  <a:pt x="285055" y="884168"/>
                </a:lnTo>
                <a:lnTo>
                  <a:pt x="266214" y="886377"/>
                </a:lnTo>
                <a:lnTo>
                  <a:pt x="247374" y="888587"/>
                </a:lnTo>
                <a:lnTo>
                  <a:pt x="228543" y="890797"/>
                </a:lnTo>
                <a:lnTo>
                  <a:pt x="209702" y="893007"/>
                </a:lnTo>
                <a:lnTo>
                  <a:pt x="190871" y="895217"/>
                </a:lnTo>
                <a:lnTo>
                  <a:pt x="172031" y="897426"/>
                </a:lnTo>
                <a:lnTo>
                  <a:pt x="153200" y="899636"/>
                </a:lnTo>
                <a:lnTo>
                  <a:pt x="134360" y="901846"/>
                </a:lnTo>
                <a:lnTo>
                  <a:pt x="115529" y="904056"/>
                </a:lnTo>
                <a:lnTo>
                  <a:pt x="96688" y="906266"/>
                </a:lnTo>
                <a:lnTo>
                  <a:pt x="77857" y="908475"/>
                </a:lnTo>
                <a:lnTo>
                  <a:pt x="59017" y="910685"/>
                </a:lnTo>
                <a:lnTo>
                  <a:pt x="40186" y="912895"/>
                </a:lnTo>
                <a:lnTo>
                  <a:pt x="21346" y="915105"/>
                </a:lnTo>
                <a:lnTo>
                  <a:pt x="2505" y="917315"/>
                </a:lnTo>
                <a:lnTo>
                  <a:pt x="0" y="902713"/>
                </a:lnTo>
                <a:lnTo>
                  <a:pt x="1667" y="883825"/>
                </a:lnTo>
                <a:lnTo>
                  <a:pt x="3324" y="864927"/>
                </a:lnTo>
                <a:lnTo>
                  <a:pt x="4991" y="846039"/>
                </a:lnTo>
                <a:lnTo>
                  <a:pt x="6658" y="827141"/>
                </a:lnTo>
                <a:lnTo>
                  <a:pt x="8315" y="808253"/>
                </a:lnTo>
                <a:lnTo>
                  <a:pt x="9982" y="789365"/>
                </a:lnTo>
                <a:lnTo>
                  <a:pt x="11649" y="770468"/>
                </a:lnTo>
                <a:lnTo>
                  <a:pt x="13306" y="751580"/>
                </a:lnTo>
                <a:lnTo>
                  <a:pt x="14973" y="732682"/>
                </a:lnTo>
                <a:lnTo>
                  <a:pt x="16640" y="713794"/>
                </a:lnTo>
                <a:lnTo>
                  <a:pt x="18298" y="694896"/>
                </a:lnTo>
                <a:lnTo>
                  <a:pt x="19964" y="676008"/>
                </a:lnTo>
                <a:lnTo>
                  <a:pt x="21631" y="657120"/>
                </a:lnTo>
                <a:lnTo>
                  <a:pt x="23289" y="638223"/>
                </a:lnTo>
                <a:lnTo>
                  <a:pt x="24956" y="619335"/>
                </a:lnTo>
                <a:lnTo>
                  <a:pt x="26622" y="600437"/>
                </a:lnTo>
                <a:lnTo>
                  <a:pt x="28280" y="581549"/>
                </a:lnTo>
                <a:lnTo>
                  <a:pt x="29947" y="562661"/>
                </a:lnTo>
                <a:lnTo>
                  <a:pt x="31604" y="543763"/>
                </a:lnTo>
                <a:lnTo>
                  <a:pt x="33271" y="524875"/>
                </a:lnTo>
                <a:lnTo>
                  <a:pt x="34938" y="505978"/>
                </a:lnTo>
                <a:lnTo>
                  <a:pt x="36595" y="487089"/>
                </a:lnTo>
                <a:lnTo>
                  <a:pt x="38262" y="468192"/>
                </a:lnTo>
                <a:lnTo>
                  <a:pt x="39929" y="449304"/>
                </a:lnTo>
                <a:lnTo>
                  <a:pt x="41586" y="430416"/>
                </a:lnTo>
                <a:lnTo>
                  <a:pt x="43253" y="411518"/>
                </a:lnTo>
                <a:lnTo>
                  <a:pt x="44920" y="392630"/>
                </a:lnTo>
                <a:lnTo>
                  <a:pt x="46577" y="373732"/>
                </a:lnTo>
                <a:lnTo>
                  <a:pt x="48244" y="354844"/>
                </a:lnTo>
                <a:lnTo>
                  <a:pt x="49911" y="335947"/>
                </a:lnTo>
                <a:lnTo>
                  <a:pt x="51568" y="317059"/>
                </a:lnTo>
                <a:lnTo>
                  <a:pt x="53235" y="298171"/>
                </a:lnTo>
                <a:lnTo>
                  <a:pt x="54902" y="279273"/>
                </a:lnTo>
                <a:lnTo>
                  <a:pt x="56559" y="260385"/>
                </a:lnTo>
                <a:lnTo>
                  <a:pt x="58226" y="241487"/>
                </a:lnTo>
                <a:lnTo>
                  <a:pt x="59893" y="222599"/>
                </a:lnTo>
                <a:lnTo>
                  <a:pt x="61551" y="203702"/>
                </a:lnTo>
                <a:lnTo>
                  <a:pt x="63217" y="184814"/>
                </a:lnTo>
                <a:lnTo>
                  <a:pt x="64884" y="165926"/>
                </a:lnTo>
                <a:lnTo>
                  <a:pt x="66542" y="147028"/>
                </a:lnTo>
                <a:lnTo>
                  <a:pt x="68209" y="12814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DA8008ED-5CC8-4CC8-8266-DA6570D2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541" y="3427505"/>
            <a:ext cx="1163117" cy="918381"/>
          </a:xfrm>
          <a:custGeom xmlns:a="http://schemas.openxmlformats.org/drawingml/2006/main">
            <a:pathLst>
              <a:path w="1163117" h="918381">
                <a:moveTo>
                  <a:pt x="68142" y="128178"/>
                </a:moveTo>
                <a:lnTo>
                  <a:pt x="86982" y="125968"/>
                </a:lnTo>
                <a:lnTo>
                  <a:pt x="105832" y="123758"/>
                </a:lnTo>
                <a:lnTo>
                  <a:pt x="124673" y="121549"/>
                </a:lnTo>
                <a:lnTo>
                  <a:pt x="143513" y="119339"/>
                </a:lnTo>
                <a:lnTo>
                  <a:pt x="162354" y="117119"/>
                </a:lnTo>
                <a:lnTo>
                  <a:pt x="181194" y="114910"/>
                </a:lnTo>
                <a:lnTo>
                  <a:pt x="200035" y="112700"/>
                </a:lnTo>
                <a:lnTo>
                  <a:pt x="218875" y="110490"/>
                </a:lnTo>
                <a:lnTo>
                  <a:pt x="237715" y="108280"/>
                </a:lnTo>
                <a:lnTo>
                  <a:pt x="256556" y="106070"/>
                </a:lnTo>
                <a:lnTo>
                  <a:pt x="275396" y="103861"/>
                </a:lnTo>
                <a:lnTo>
                  <a:pt x="294237" y="101651"/>
                </a:lnTo>
                <a:lnTo>
                  <a:pt x="313087" y="99441"/>
                </a:lnTo>
                <a:lnTo>
                  <a:pt x="331927" y="97231"/>
                </a:lnTo>
                <a:lnTo>
                  <a:pt x="350768" y="95021"/>
                </a:lnTo>
                <a:lnTo>
                  <a:pt x="369608" y="92812"/>
                </a:lnTo>
                <a:lnTo>
                  <a:pt x="388449" y="90602"/>
                </a:lnTo>
                <a:lnTo>
                  <a:pt x="407289" y="88392"/>
                </a:lnTo>
                <a:lnTo>
                  <a:pt x="426129" y="86182"/>
                </a:lnTo>
                <a:lnTo>
                  <a:pt x="444970" y="83972"/>
                </a:lnTo>
                <a:lnTo>
                  <a:pt x="463810" y="81763"/>
                </a:lnTo>
                <a:lnTo>
                  <a:pt x="482651" y="79553"/>
                </a:lnTo>
                <a:lnTo>
                  <a:pt x="501501" y="77343"/>
                </a:lnTo>
                <a:lnTo>
                  <a:pt x="520341" y="75133"/>
                </a:lnTo>
                <a:lnTo>
                  <a:pt x="539182" y="72923"/>
                </a:lnTo>
                <a:lnTo>
                  <a:pt x="558022" y="70714"/>
                </a:lnTo>
                <a:lnTo>
                  <a:pt x="576863" y="68504"/>
                </a:lnTo>
                <a:lnTo>
                  <a:pt x="595703" y="66294"/>
                </a:lnTo>
                <a:lnTo>
                  <a:pt x="614543" y="64084"/>
                </a:lnTo>
                <a:lnTo>
                  <a:pt x="633384" y="61874"/>
                </a:lnTo>
                <a:lnTo>
                  <a:pt x="652224" y="59665"/>
                </a:lnTo>
                <a:lnTo>
                  <a:pt x="671065" y="57455"/>
                </a:lnTo>
                <a:lnTo>
                  <a:pt x="689905" y="55245"/>
                </a:lnTo>
                <a:lnTo>
                  <a:pt x="708755" y="53035"/>
                </a:lnTo>
                <a:lnTo>
                  <a:pt x="727596" y="50825"/>
                </a:lnTo>
                <a:lnTo>
                  <a:pt x="746436" y="48616"/>
                </a:lnTo>
                <a:lnTo>
                  <a:pt x="765277" y="46406"/>
                </a:lnTo>
                <a:lnTo>
                  <a:pt x="784117" y="44196"/>
                </a:lnTo>
                <a:lnTo>
                  <a:pt x="802958" y="41986"/>
                </a:lnTo>
                <a:lnTo>
                  <a:pt x="821798" y="39776"/>
                </a:lnTo>
                <a:lnTo>
                  <a:pt x="840638" y="37567"/>
                </a:lnTo>
                <a:lnTo>
                  <a:pt x="859479" y="35357"/>
                </a:lnTo>
                <a:lnTo>
                  <a:pt x="878319" y="33147"/>
                </a:lnTo>
                <a:lnTo>
                  <a:pt x="897169" y="30937"/>
                </a:lnTo>
                <a:lnTo>
                  <a:pt x="916010" y="28727"/>
                </a:lnTo>
                <a:lnTo>
                  <a:pt x="934850" y="26518"/>
                </a:lnTo>
                <a:lnTo>
                  <a:pt x="953691" y="24308"/>
                </a:lnTo>
                <a:lnTo>
                  <a:pt x="972531" y="22098"/>
                </a:lnTo>
                <a:lnTo>
                  <a:pt x="991372" y="19888"/>
                </a:lnTo>
                <a:lnTo>
                  <a:pt x="1010212" y="17678"/>
                </a:lnTo>
                <a:lnTo>
                  <a:pt x="1029052" y="15469"/>
                </a:lnTo>
                <a:lnTo>
                  <a:pt x="1047893" y="13259"/>
                </a:lnTo>
                <a:lnTo>
                  <a:pt x="1066733" y="11049"/>
                </a:lnTo>
                <a:lnTo>
                  <a:pt x="1085574" y="8839"/>
                </a:lnTo>
                <a:lnTo>
                  <a:pt x="1104424" y="6629"/>
                </a:lnTo>
                <a:lnTo>
                  <a:pt x="1123264" y="4420"/>
                </a:lnTo>
                <a:lnTo>
                  <a:pt x="1142105" y="2210"/>
                </a:lnTo>
                <a:lnTo>
                  <a:pt x="1160945" y="0"/>
                </a:lnTo>
                <a:lnTo>
                  <a:pt x="1163117" y="14945"/>
                </a:lnTo>
                <a:lnTo>
                  <a:pt x="1161459" y="33842"/>
                </a:lnTo>
                <a:lnTo>
                  <a:pt x="1159793" y="52740"/>
                </a:lnTo>
                <a:lnTo>
                  <a:pt x="1158126" y="71638"/>
                </a:lnTo>
                <a:lnTo>
                  <a:pt x="1156468" y="90535"/>
                </a:lnTo>
                <a:lnTo>
                  <a:pt x="1154801" y="109433"/>
                </a:lnTo>
                <a:lnTo>
                  <a:pt x="1153135" y="128330"/>
                </a:lnTo>
                <a:lnTo>
                  <a:pt x="1151468" y="147228"/>
                </a:lnTo>
                <a:lnTo>
                  <a:pt x="1149810" y="166126"/>
                </a:lnTo>
                <a:lnTo>
                  <a:pt x="1148144" y="185023"/>
                </a:lnTo>
                <a:lnTo>
                  <a:pt x="1146477" y="203921"/>
                </a:lnTo>
                <a:lnTo>
                  <a:pt x="1144819" y="222818"/>
                </a:lnTo>
                <a:lnTo>
                  <a:pt x="1143152" y="241716"/>
                </a:lnTo>
                <a:lnTo>
                  <a:pt x="1141486" y="260614"/>
                </a:lnTo>
                <a:lnTo>
                  <a:pt x="1139819" y="279511"/>
                </a:lnTo>
                <a:lnTo>
                  <a:pt x="1138161" y="298409"/>
                </a:lnTo>
                <a:lnTo>
                  <a:pt x="1136494" y="317306"/>
                </a:lnTo>
                <a:lnTo>
                  <a:pt x="1134828" y="336204"/>
                </a:lnTo>
                <a:lnTo>
                  <a:pt x="1133170" y="355102"/>
                </a:lnTo>
                <a:lnTo>
                  <a:pt x="1131503" y="373990"/>
                </a:lnTo>
                <a:lnTo>
                  <a:pt x="1129836" y="392887"/>
                </a:lnTo>
                <a:lnTo>
                  <a:pt x="1128179" y="411785"/>
                </a:lnTo>
                <a:lnTo>
                  <a:pt x="1126512" y="430682"/>
                </a:lnTo>
                <a:lnTo>
                  <a:pt x="1124845" y="449580"/>
                </a:lnTo>
                <a:lnTo>
                  <a:pt x="1123178" y="468478"/>
                </a:lnTo>
                <a:lnTo>
                  <a:pt x="1121521" y="487375"/>
                </a:lnTo>
                <a:lnTo>
                  <a:pt x="1119854" y="506273"/>
                </a:lnTo>
                <a:lnTo>
                  <a:pt x="1118187" y="525170"/>
                </a:lnTo>
                <a:lnTo>
                  <a:pt x="1116530" y="544068"/>
                </a:lnTo>
                <a:lnTo>
                  <a:pt x="1114863" y="562966"/>
                </a:lnTo>
                <a:lnTo>
                  <a:pt x="1113196" y="581863"/>
                </a:lnTo>
                <a:lnTo>
                  <a:pt x="1111539" y="600761"/>
                </a:lnTo>
                <a:lnTo>
                  <a:pt x="1109872" y="619658"/>
                </a:lnTo>
                <a:lnTo>
                  <a:pt x="1108205" y="638556"/>
                </a:lnTo>
                <a:lnTo>
                  <a:pt x="1106538" y="657454"/>
                </a:lnTo>
                <a:lnTo>
                  <a:pt x="1104881" y="676351"/>
                </a:lnTo>
                <a:lnTo>
                  <a:pt x="1103214" y="695249"/>
                </a:lnTo>
                <a:lnTo>
                  <a:pt x="1101547" y="714146"/>
                </a:lnTo>
                <a:lnTo>
                  <a:pt x="1099890" y="733044"/>
                </a:lnTo>
                <a:lnTo>
                  <a:pt x="1098223" y="751942"/>
                </a:lnTo>
                <a:lnTo>
                  <a:pt x="1096556" y="770839"/>
                </a:lnTo>
                <a:lnTo>
                  <a:pt x="1094413" y="789270"/>
                </a:lnTo>
                <a:lnTo>
                  <a:pt x="1075573" y="791499"/>
                </a:lnTo>
                <a:lnTo>
                  <a:pt x="1056732" y="793718"/>
                </a:lnTo>
                <a:lnTo>
                  <a:pt x="1037892" y="795947"/>
                </a:lnTo>
                <a:lnTo>
                  <a:pt x="1019061" y="798176"/>
                </a:lnTo>
                <a:lnTo>
                  <a:pt x="1000220" y="800405"/>
                </a:lnTo>
                <a:lnTo>
                  <a:pt x="981380" y="802624"/>
                </a:lnTo>
                <a:lnTo>
                  <a:pt x="962539" y="804853"/>
                </a:lnTo>
                <a:lnTo>
                  <a:pt x="943699" y="807082"/>
                </a:lnTo>
                <a:lnTo>
                  <a:pt x="924858" y="809301"/>
                </a:lnTo>
                <a:lnTo>
                  <a:pt x="906018" y="811530"/>
                </a:lnTo>
                <a:lnTo>
                  <a:pt x="887178" y="813759"/>
                </a:lnTo>
                <a:lnTo>
                  <a:pt x="868337" y="815988"/>
                </a:lnTo>
                <a:lnTo>
                  <a:pt x="849497" y="818207"/>
                </a:lnTo>
                <a:lnTo>
                  <a:pt x="830666" y="820436"/>
                </a:lnTo>
                <a:lnTo>
                  <a:pt x="811825" y="822665"/>
                </a:lnTo>
                <a:lnTo>
                  <a:pt x="792985" y="824884"/>
                </a:lnTo>
                <a:lnTo>
                  <a:pt x="774144" y="827113"/>
                </a:lnTo>
                <a:lnTo>
                  <a:pt x="755304" y="829342"/>
                </a:lnTo>
                <a:lnTo>
                  <a:pt x="736463" y="831561"/>
                </a:lnTo>
                <a:lnTo>
                  <a:pt x="717623" y="833790"/>
                </a:lnTo>
                <a:lnTo>
                  <a:pt x="698783" y="836019"/>
                </a:lnTo>
                <a:lnTo>
                  <a:pt x="679942" y="838248"/>
                </a:lnTo>
                <a:lnTo>
                  <a:pt x="661111" y="840467"/>
                </a:lnTo>
                <a:lnTo>
                  <a:pt x="642271" y="842696"/>
                </a:lnTo>
                <a:lnTo>
                  <a:pt x="623430" y="844925"/>
                </a:lnTo>
                <a:lnTo>
                  <a:pt x="604590" y="847144"/>
                </a:lnTo>
                <a:lnTo>
                  <a:pt x="585749" y="849373"/>
                </a:lnTo>
                <a:lnTo>
                  <a:pt x="566909" y="851602"/>
                </a:lnTo>
                <a:lnTo>
                  <a:pt x="548069" y="853821"/>
                </a:lnTo>
                <a:lnTo>
                  <a:pt x="529228" y="856050"/>
                </a:lnTo>
                <a:lnTo>
                  <a:pt x="510388" y="858279"/>
                </a:lnTo>
                <a:lnTo>
                  <a:pt x="491547" y="860508"/>
                </a:lnTo>
                <a:lnTo>
                  <a:pt x="472716" y="862727"/>
                </a:lnTo>
                <a:lnTo>
                  <a:pt x="453876" y="864956"/>
                </a:lnTo>
                <a:lnTo>
                  <a:pt x="435035" y="867185"/>
                </a:lnTo>
                <a:lnTo>
                  <a:pt x="416195" y="869404"/>
                </a:lnTo>
                <a:lnTo>
                  <a:pt x="397354" y="871633"/>
                </a:lnTo>
                <a:lnTo>
                  <a:pt x="378514" y="873862"/>
                </a:lnTo>
                <a:lnTo>
                  <a:pt x="359674" y="876090"/>
                </a:lnTo>
                <a:lnTo>
                  <a:pt x="340833" y="878310"/>
                </a:lnTo>
                <a:lnTo>
                  <a:pt x="321993" y="880539"/>
                </a:lnTo>
                <a:lnTo>
                  <a:pt x="303162" y="882767"/>
                </a:lnTo>
                <a:lnTo>
                  <a:pt x="284321" y="884987"/>
                </a:lnTo>
                <a:lnTo>
                  <a:pt x="265481" y="887216"/>
                </a:lnTo>
                <a:lnTo>
                  <a:pt x="246640" y="889445"/>
                </a:lnTo>
                <a:lnTo>
                  <a:pt x="227800" y="891664"/>
                </a:lnTo>
                <a:lnTo>
                  <a:pt x="208959" y="893893"/>
                </a:lnTo>
                <a:lnTo>
                  <a:pt x="190119" y="896122"/>
                </a:lnTo>
                <a:lnTo>
                  <a:pt x="171279" y="898350"/>
                </a:lnTo>
                <a:lnTo>
                  <a:pt x="152438" y="900570"/>
                </a:lnTo>
                <a:lnTo>
                  <a:pt x="133598" y="902799"/>
                </a:lnTo>
                <a:lnTo>
                  <a:pt x="114767" y="905027"/>
                </a:lnTo>
                <a:lnTo>
                  <a:pt x="95926" y="907247"/>
                </a:lnTo>
                <a:lnTo>
                  <a:pt x="77086" y="909476"/>
                </a:lnTo>
                <a:lnTo>
                  <a:pt x="58245" y="911704"/>
                </a:lnTo>
                <a:lnTo>
                  <a:pt x="39405" y="913933"/>
                </a:lnTo>
                <a:lnTo>
                  <a:pt x="20564" y="916153"/>
                </a:lnTo>
                <a:lnTo>
                  <a:pt x="1724" y="918381"/>
                </a:lnTo>
                <a:lnTo>
                  <a:pt x="0" y="902970"/>
                </a:lnTo>
                <a:lnTo>
                  <a:pt x="1657" y="884072"/>
                </a:lnTo>
                <a:lnTo>
                  <a:pt x="3324" y="865175"/>
                </a:lnTo>
                <a:lnTo>
                  <a:pt x="4982" y="846277"/>
                </a:lnTo>
                <a:lnTo>
                  <a:pt x="6648" y="827380"/>
                </a:lnTo>
                <a:lnTo>
                  <a:pt x="8306" y="808482"/>
                </a:lnTo>
                <a:lnTo>
                  <a:pt x="9973" y="789584"/>
                </a:lnTo>
                <a:lnTo>
                  <a:pt x="11630" y="770687"/>
                </a:lnTo>
                <a:lnTo>
                  <a:pt x="13297" y="751789"/>
                </a:lnTo>
                <a:lnTo>
                  <a:pt x="14954" y="732892"/>
                </a:lnTo>
                <a:lnTo>
                  <a:pt x="16621" y="713994"/>
                </a:lnTo>
                <a:lnTo>
                  <a:pt x="18278" y="695096"/>
                </a:lnTo>
                <a:lnTo>
                  <a:pt x="19945" y="676199"/>
                </a:lnTo>
                <a:lnTo>
                  <a:pt x="21603" y="657301"/>
                </a:lnTo>
                <a:lnTo>
                  <a:pt x="23270" y="638404"/>
                </a:lnTo>
                <a:lnTo>
                  <a:pt x="24927" y="619506"/>
                </a:lnTo>
                <a:lnTo>
                  <a:pt x="26594" y="600608"/>
                </a:lnTo>
                <a:lnTo>
                  <a:pt x="28251" y="581711"/>
                </a:lnTo>
                <a:lnTo>
                  <a:pt x="29918" y="562813"/>
                </a:lnTo>
                <a:lnTo>
                  <a:pt x="31575" y="543916"/>
                </a:lnTo>
                <a:lnTo>
                  <a:pt x="33242" y="525018"/>
                </a:lnTo>
                <a:lnTo>
                  <a:pt x="34900" y="506120"/>
                </a:lnTo>
                <a:lnTo>
                  <a:pt x="36566" y="487223"/>
                </a:lnTo>
                <a:lnTo>
                  <a:pt x="38224" y="468325"/>
                </a:lnTo>
                <a:lnTo>
                  <a:pt x="39891" y="449428"/>
                </a:lnTo>
                <a:lnTo>
                  <a:pt x="41548" y="430530"/>
                </a:lnTo>
                <a:lnTo>
                  <a:pt x="43215" y="411632"/>
                </a:lnTo>
                <a:lnTo>
                  <a:pt x="44872" y="392735"/>
                </a:lnTo>
                <a:lnTo>
                  <a:pt x="46539" y="373837"/>
                </a:lnTo>
                <a:lnTo>
                  <a:pt x="48196" y="354940"/>
                </a:lnTo>
                <a:lnTo>
                  <a:pt x="49863" y="336052"/>
                </a:lnTo>
                <a:lnTo>
                  <a:pt x="51521" y="317144"/>
                </a:lnTo>
                <a:lnTo>
                  <a:pt x="53188" y="298256"/>
                </a:lnTo>
                <a:lnTo>
                  <a:pt x="54845" y="279359"/>
                </a:lnTo>
                <a:lnTo>
                  <a:pt x="56512" y="260461"/>
                </a:lnTo>
                <a:lnTo>
                  <a:pt x="58169" y="241564"/>
                </a:lnTo>
                <a:lnTo>
                  <a:pt x="59836" y="222666"/>
                </a:lnTo>
                <a:lnTo>
                  <a:pt x="61493" y="203768"/>
                </a:lnTo>
                <a:lnTo>
                  <a:pt x="63160" y="184871"/>
                </a:lnTo>
                <a:lnTo>
                  <a:pt x="64818" y="165973"/>
                </a:lnTo>
                <a:lnTo>
                  <a:pt x="66485" y="147076"/>
                </a:lnTo>
                <a:lnTo>
                  <a:pt x="68142" y="128178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69C1CCE5-E7AC-49C3-B600-61ED9647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3454" y="3075956"/>
            <a:ext cx="1163022" cy="918496"/>
          </a:xfrm>
          <a:custGeom xmlns:a="http://schemas.openxmlformats.org/drawingml/2006/main">
            <a:pathLst>
              <a:path w="1163022" h="918496">
                <a:moveTo>
                  <a:pt x="69056" y="128254"/>
                </a:moveTo>
                <a:lnTo>
                  <a:pt x="87897" y="126044"/>
                </a:lnTo>
                <a:lnTo>
                  <a:pt x="106728" y="123835"/>
                </a:lnTo>
                <a:lnTo>
                  <a:pt x="125568" y="121625"/>
                </a:lnTo>
                <a:lnTo>
                  <a:pt x="144399" y="119405"/>
                </a:lnTo>
                <a:lnTo>
                  <a:pt x="163239" y="117196"/>
                </a:lnTo>
                <a:lnTo>
                  <a:pt x="182080" y="114986"/>
                </a:lnTo>
                <a:lnTo>
                  <a:pt x="200911" y="112776"/>
                </a:lnTo>
                <a:lnTo>
                  <a:pt x="219751" y="110566"/>
                </a:lnTo>
                <a:lnTo>
                  <a:pt x="238592" y="108356"/>
                </a:lnTo>
                <a:lnTo>
                  <a:pt x="257423" y="106137"/>
                </a:lnTo>
                <a:lnTo>
                  <a:pt x="276263" y="103927"/>
                </a:lnTo>
                <a:lnTo>
                  <a:pt x="295094" y="101717"/>
                </a:lnTo>
                <a:lnTo>
                  <a:pt x="313934" y="99508"/>
                </a:lnTo>
                <a:lnTo>
                  <a:pt x="332775" y="97298"/>
                </a:lnTo>
                <a:lnTo>
                  <a:pt x="351606" y="95088"/>
                </a:lnTo>
                <a:lnTo>
                  <a:pt x="370446" y="92878"/>
                </a:lnTo>
                <a:lnTo>
                  <a:pt x="389277" y="90659"/>
                </a:lnTo>
                <a:lnTo>
                  <a:pt x="408118" y="88449"/>
                </a:lnTo>
                <a:lnTo>
                  <a:pt x="426958" y="86239"/>
                </a:lnTo>
                <a:lnTo>
                  <a:pt x="445789" y="84030"/>
                </a:lnTo>
                <a:lnTo>
                  <a:pt x="464630" y="81820"/>
                </a:lnTo>
                <a:lnTo>
                  <a:pt x="483470" y="79610"/>
                </a:lnTo>
                <a:lnTo>
                  <a:pt x="502301" y="77391"/>
                </a:lnTo>
                <a:lnTo>
                  <a:pt x="521141" y="75181"/>
                </a:lnTo>
                <a:lnTo>
                  <a:pt x="539972" y="72971"/>
                </a:lnTo>
                <a:lnTo>
                  <a:pt x="558813" y="70761"/>
                </a:lnTo>
                <a:lnTo>
                  <a:pt x="577653" y="68551"/>
                </a:lnTo>
                <a:lnTo>
                  <a:pt x="596484" y="66342"/>
                </a:lnTo>
                <a:lnTo>
                  <a:pt x="615325" y="64132"/>
                </a:lnTo>
                <a:lnTo>
                  <a:pt x="634165" y="61913"/>
                </a:lnTo>
                <a:lnTo>
                  <a:pt x="652996" y="59703"/>
                </a:lnTo>
                <a:lnTo>
                  <a:pt x="671836" y="57493"/>
                </a:lnTo>
                <a:lnTo>
                  <a:pt x="690667" y="55283"/>
                </a:lnTo>
                <a:lnTo>
                  <a:pt x="709508" y="53073"/>
                </a:lnTo>
                <a:lnTo>
                  <a:pt x="728348" y="50864"/>
                </a:lnTo>
                <a:lnTo>
                  <a:pt x="747179" y="48644"/>
                </a:lnTo>
                <a:lnTo>
                  <a:pt x="766020" y="46434"/>
                </a:lnTo>
                <a:lnTo>
                  <a:pt x="784860" y="44225"/>
                </a:lnTo>
                <a:lnTo>
                  <a:pt x="803691" y="42015"/>
                </a:lnTo>
                <a:lnTo>
                  <a:pt x="822531" y="39805"/>
                </a:lnTo>
                <a:lnTo>
                  <a:pt x="841362" y="37595"/>
                </a:lnTo>
                <a:lnTo>
                  <a:pt x="860203" y="35376"/>
                </a:lnTo>
                <a:lnTo>
                  <a:pt x="879043" y="33166"/>
                </a:lnTo>
                <a:lnTo>
                  <a:pt x="897874" y="30956"/>
                </a:lnTo>
                <a:lnTo>
                  <a:pt x="916715" y="28746"/>
                </a:lnTo>
                <a:lnTo>
                  <a:pt x="935555" y="26537"/>
                </a:lnTo>
                <a:lnTo>
                  <a:pt x="954386" y="24327"/>
                </a:lnTo>
                <a:lnTo>
                  <a:pt x="973226" y="22117"/>
                </a:lnTo>
                <a:lnTo>
                  <a:pt x="992057" y="19898"/>
                </a:lnTo>
                <a:lnTo>
                  <a:pt x="1010898" y="17688"/>
                </a:lnTo>
                <a:lnTo>
                  <a:pt x="1029738" y="15478"/>
                </a:lnTo>
                <a:lnTo>
                  <a:pt x="1048569" y="13268"/>
                </a:lnTo>
                <a:lnTo>
                  <a:pt x="1067410" y="11059"/>
                </a:lnTo>
                <a:lnTo>
                  <a:pt x="1086250" y="8849"/>
                </a:lnTo>
                <a:lnTo>
                  <a:pt x="1105081" y="6629"/>
                </a:lnTo>
                <a:lnTo>
                  <a:pt x="1123921" y="4420"/>
                </a:lnTo>
                <a:lnTo>
                  <a:pt x="1142752" y="2210"/>
                </a:lnTo>
                <a:lnTo>
                  <a:pt x="1161593" y="0"/>
                </a:lnTo>
                <a:lnTo>
                  <a:pt x="1163022" y="15716"/>
                </a:lnTo>
                <a:lnTo>
                  <a:pt x="1161355" y="34604"/>
                </a:lnTo>
                <a:lnTo>
                  <a:pt x="1159688" y="53502"/>
                </a:lnTo>
                <a:lnTo>
                  <a:pt x="1158030" y="72390"/>
                </a:lnTo>
                <a:lnTo>
                  <a:pt x="1156364" y="91288"/>
                </a:lnTo>
                <a:lnTo>
                  <a:pt x="1154697" y="110176"/>
                </a:lnTo>
                <a:lnTo>
                  <a:pt x="1153039" y="129073"/>
                </a:lnTo>
                <a:lnTo>
                  <a:pt x="1151372" y="147961"/>
                </a:lnTo>
                <a:lnTo>
                  <a:pt x="1149706" y="166859"/>
                </a:lnTo>
                <a:lnTo>
                  <a:pt x="1148048" y="185747"/>
                </a:lnTo>
                <a:lnTo>
                  <a:pt x="1146381" y="204645"/>
                </a:lnTo>
                <a:lnTo>
                  <a:pt x="1144715" y="223542"/>
                </a:lnTo>
                <a:lnTo>
                  <a:pt x="1143057" y="242430"/>
                </a:lnTo>
                <a:lnTo>
                  <a:pt x="1141390" y="261328"/>
                </a:lnTo>
                <a:lnTo>
                  <a:pt x="1139723" y="280216"/>
                </a:lnTo>
                <a:lnTo>
                  <a:pt x="1138066" y="299114"/>
                </a:lnTo>
                <a:lnTo>
                  <a:pt x="1136399" y="318002"/>
                </a:lnTo>
                <a:lnTo>
                  <a:pt x="1134732" y="336899"/>
                </a:lnTo>
                <a:lnTo>
                  <a:pt x="1133075" y="355787"/>
                </a:lnTo>
                <a:lnTo>
                  <a:pt x="1131408" y="374685"/>
                </a:lnTo>
                <a:lnTo>
                  <a:pt x="1129741" y="393573"/>
                </a:lnTo>
                <a:lnTo>
                  <a:pt x="1128084" y="412471"/>
                </a:lnTo>
                <a:lnTo>
                  <a:pt x="1126417" y="431359"/>
                </a:lnTo>
                <a:lnTo>
                  <a:pt x="1124750" y="450256"/>
                </a:lnTo>
                <a:lnTo>
                  <a:pt x="1123093" y="469144"/>
                </a:lnTo>
                <a:lnTo>
                  <a:pt x="1121426" y="488042"/>
                </a:lnTo>
                <a:lnTo>
                  <a:pt x="1119759" y="506930"/>
                </a:lnTo>
                <a:lnTo>
                  <a:pt x="1118102" y="525828"/>
                </a:lnTo>
                <a:lnTo>
                  <a:pt x="1116435" y="544725"/>
                </a:lnTo>
                <a:lnTo>
                  <a:pt x="1114768" y="563613"/>
                </a:lnTo>
                <a:lnTo>
                  <a:pt x="1113111" y="582511"/>
                </a:lnTo>
                <a:lnTo>
                  <a:pt x="1111444" y="601399"/>
                </a:lnTo>
                <a:lnTo>
                  <a:pt x="1109777" y="620297"/>
                </a:lnTo>
                <a:lnTo>
                  <a:pt x="1108119" y="639185"/>
                </a:lnTo>
                <a:lnTo>
                  <a:pt x="1106453" y="658082"/>
                </a:lnTo>
                <a:lnTo>
                  <a:pt x="1104786" y="676970"/>
                </a:lnTo>
                <a:lnTo>
                  <a:pt x="1103128" y="695868"/>
                </a:lnTo>
                <a:lnTo>
                  <a:pt x="1101461" y="714756"/>
                </a:lnTo>
                <a:lnTo>
                  <a:pt x="1099795" y="733654"/>
                </a:lnTo>
                <a:lnTo>
                  <a:pt x="1098137" y="752542"/>
                </a:lnTo>
                <a:lnTo>
                  <a:pt x="1096470" y="771439"/>
                </a:lnTo>
                <a:lnTo>
                  <a:pt x="1093861" y="789413"/>
                </a:lnTo>
                <a:lnTo>
                  <a:pt x="1075030" y="791642"/>
                </a:lnTo>
                <a:lnTo>
                  <a:pt x="1056189" y="793861"/>
                </a:lnTo>
                <a:lnTo>
                  <a:pt x="1037358" y="796090"/>
                </a:lnTo>
                <a:lnTo>
                  <a:pt x="1018518" y="798319"/>
                </a:lnTo>
                <a:lnTo>
                  <a:pt x="999687" y="800538"/>
                </a:lnTo>
                <a:lnTo>
                  <a:pt x="980846" y="802767"/>
                </a:lnTo>
                <a:lnTo>
                  <a:pt x="962015" y="804986"/>
                </a:lnTo>
                <a:lnTo>
                  <a:pt x="943175" y="807215"/>
                </a:lnTo>
                <a:lnTo>
                  <a:pt x="924344" y="809444"/>
                </a:lnTo>
                <a:lnTo>
                  <a:pt x="905504" y="811663"/>
                </a:lnTo>
                <a:lnTo>
                  <a:pt x="886673" y="813892"/>
                </a:lnTo>
                <a:lnTo>
                  <a:pt x="867842" y="816121"/>
                </a:lnTo>
                <a:lnTo>
                  <a:pt x="849001" y="818340"/>
                </a:lnTo>
                <a:lnTo>
                  <a:pt x="830170" y="820569"/>
                </a:lnTo>
                <a:lnTo>
                  <a:pt x="811330" y="822798"/>
                </a:lnTo>
                <a:lnTo>
                  <a:pt x="792499" y="825017"/>
                </a:lnTo>
                <a:lnTo>
                  <a:pt x="773659" y="827246"/>
                </a:lnTo>
                <a:lnTo>
                  <a:pt x="754828" y="829475"/>
                </a:lnTo>
                <a:lnTo>
                  <a:pt x="735987" y="831694"/>
                </a:lnTo>
                <a:lnTo>
                  <a:pt x="717156" y="833923"/>
                </a:lnTo>
                <a:lnTo>
                  <a:pt x="698325" y="836152"/>
                </a:lnTo>
                <a:lnTo>
                  <a:pt x="679485" y="838371"/>
                </a:lnTo>
                <a:lnTo>
                  <a:pt x="660654" y="840600"/>
                </a:lnTo>
                <a:lnTo>
                  <a:pt x="641814" y="842829"/>
                </a:lnTo>
                <a:lnTo>
                  <a:pt x="622983" y="845048"/>
                </a:lnTo>
                <a:lnTo>
                  <a:pt x="604142" y="847277"/>
                </a:lnTo>
                <a:lnTo>
                  <a:pt x="585311" y="849497"/>
                </a:lnTo>
                <a:lnTo>
                  <a:pt x="566471" y="851726"/>
                </a:lnTo>
                <a:lnTo>
                  <a:pt x="547640" y="853954"/>
                </a:lnTo>
                <a:lnTo>
                  <a:pt x="528809" y="856174"/>
                </a:lnTo>
                <a:lnTo>
                  <a:pt x="509969" y="858403"/>
                </a:lnTo>
                <a:lnTo>
                  <a:pt x="491138" y="860631"/>
                </a:lnTo>
                <a:lnTo>
                  <a:pt x="472297" y="862851"/>
                </a:lnTo>
                <a:lnTo>
                  <a:pt x="453466" y="865080"/>
                </a:lnTo>
                <a:lnTo>
                  <a:pt x="434626" y="867308"/>
                </a:lnTo>
                <a:lnTo>
                  <a:pt x="415795" y="869528"/>
                </a:lnTo>
                <a:lnTo>
                  <a:pt x="396954" y="871757"/>
                </a:lnTo>
                <a:lnTo>
                  <a:pt x="378123" y="873985"/>
                </a:lnTo>
                <a:lnTo>
                  <a:pt x="359293" y="876205"/>
                </a:lnTo>
                <a:lnTo>
                  <a:pt x="340452" y="878434"/>
                </a:lnTo>
                <a:lnTo>
                  <a:pt x="321621" y="880662"/>
                </a:lnTo>
                <a:lnTo>
                  <a:pt x="302781" y="882882"/>
                </a:lnTo>
                <a:lnTo>
                  <a:pt x="283950" y="885111"/>
                </a:lnTo>
                <a:lnTo>
                  <a:pt x="265109" y="887339"/>
                </a:lnTo>
                <a:lnTo>
                  <a:pt x="246278" y="889559"/>
                </a:lnTo>
                <a:lnTo>
                  <a:pt x="227438" y="891788"/>
                </a:lnTo>
                <a:lnTo>
                  <a:pt x="208607" y="894017"/>
                </a:lnTo>
                <a:lnTo>
                  <a:pt x="189776" y="896236"/>
                </a:lnTo>
                <a:lnTo>
                  <a:pt x="170936" y="898465"/>
                </a:lnTo>
                <a:lnTo>
                  <a:pt x="152105" y="900684"/>
                </a:lnTo>
                <a:lnTo>
                  <a:pt x="133264" y="902913"/>
                </a:lnTo>
                <a:lnTo>
                  <a:pt x="114433" y="905142"/>
                </a:lnTo>
                <a:lnTo>
                  <a:pt x="95593" y="907361"/>
                </a:lnTo>
                <a:lnTo>
                  <a:pt x="76762" y="909590"/>
                </a:lnTo>
                <a:lnTo>
                  <a:pt x="57922" y="911819"/>
                </a:lnTo>
                <a:lnTo>
                  <a:pt x="39091" y="914038"/>
                </a:lnTo>
                <a:lnTo>
                  <a:pt x="20260" y="916267"/>
                </a:lnTo>
                <a:lnTo>
                  <a:pt x="1419" y="918496"/>
                </a:lnTo>
                <a:lnTo>
                  <a:pt x="0" y="902799"/>
                </a:lnTo>
                <a:lnTo>
                  <a:pt x="1686" y="883901"/>
                </a:lnTo>
                <a:lnTo>
                  <a:pt x="3372" y="865013"/>
                </a:lnTo>
                <a:lnTo>
                  <a:pt x="5048" y="846125"/>
                </a:lnTo>
                <a:lnTo>
                  <a:pt x="6734" y="827227"/>
                </a:lnTo>
                <a:lnTo>
                  <a:pt x="8420" y="808339"/>
                </a:lnTo>
                <a:lnTo>
                  <a:pt x="10106" y="789451"/>
                </a:lnTo>
                <a:lnTo>
                  <a:pt x="11792" y="770553"/>
                </a:lnTo>
                <a:lnTo>
                  <a:pt x="13478" y="751665"/>
                </a:lnTo>
                <a:lnTo>
                  <a:pt x="15154" y="732777"/>
                </a:lnTo>
                <a:lnTo>
                  <a:pt x="16840" y="713880"/>
                </a:lnTo>
                <a:lnTo>
                  <a:pt x="18526" y="694992"/>
                </a:lnTo>
                <a:lnTo>
                  <a:pt x="20212" y="676104"/>
                </a:lnTo>
                <a:lnTo>
                  <a:pt x="21898" y="657206"/>
                </a:lnTo>
                <a:lnTo>
                  <a:pt x="23584" y="638318"/>
                </a:lnTo>
                <a:lnTo>
                  <a:pt x="25260" y="619430"/>
                </a:lnTo>
                <a:lnTo>
                  <a:pt x="26946" y="600532"/>
                </a:lnTo>
                <a:lnTo>
                  <a:pt x="28632" y="581644"/>
                </a:lnTo>
                <a:lnTo>
                  <a:pt x="30318" y="562756"/>
                </a:lnTo>
                <a:lnTo>
                  <a:pt x="32004" y="543858"/>
                </a:lnTo>
                <a:lnTo>
                  <a:pt x="33690" y="524970"/>
                </a:lnTo>
                <a:lnTo>
                  <a:pt x="35366" y="506082"/>
                </a:lnTo>
                <a:lnTo>
                  <a:pt x="37052" y="487185"/>
                </a:lnTo>
                <a:lnTo>
                  <a:pt x="38738" y="468297"/>
                </a:lnTo>
                <a:lnTo>
                  <a:pt x="40424" y="449409"/>
                </a:lnTo>
                <a:lnTo>
                  <a:pt x="42110" y="430511"/>
                </a:lnTo>
                <a:lnTo>
                  <a:pt x="43796" y="411623"/>
                </a:lnTo>
                <a:lnTo>
                  <a:pt x="45472" y="392735"/>
                </a:lnTo>
                <a:lnTo>
                  <a:pt x="47158" y="373837"/>
                </a:lnTo>
                <a:lnTo>
                  <a:pt x="48844" y="354949"/>
                </a:lnTo>
                <a:lnTo>
                  <a:pt x="50530" y="336061"/>
                </a:lnTo>
                <a:lnTo>
                  <a:pt x="52216" y="317163"/>
                </a:lnTo>
                <a:lnTo>
                  <a:pt x="53892" y="298275"/>
                </a:lnTo>
                <a:lnTo>
                  <a:pt x="55578" y="279387"/>
                </a:lnTo>
                <a:lnTo>
                  <a:pt x="57264" y="260490"/>
                </a:lnTo>
                <a:lnTo>
                  <a:pt x="58950" y="241602"/>
                </a:lnTo>
                <a:lnTo>
                  <a:pt x="60636" y="222714"/>
                </a:lnTo>
                <a:lnTo>
                  <a:pt x="62322" y="203816"/>
                </a:lnTo>
                <a:lnTo>
                  <a:pt x="63998" y="184928"/>
                </a:lnTo>
                <a:lnTo>
                  <a:pt x="65684" y="166040"/>
                </a:lnTo>
                <a:lnTo>
                  <a:pt x="67370" y="147142"/>
                </a:lnTo>
                <a:lnTo>
                  <a:pt x="69056" y="128254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45EE1CBC-4B51-4440-88E1-E3CF509E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9310" y="2724455"/>
            <a:ext cx="1163012" cy="918505"/>
          </a:xfrm>
          <a:custGeom xmlns:a="http://schemas.openxmlformats.org/drawingml/2006/main">
            <a:pathLst>
              <a:path w="1163012" h="918505">
                <a:moveTo>
                  <a:pt x="69075" y="128283"/>
                </a:moveTo>
                <a:lnTo>
                  <a:pt x="87916" y="126073"/>
                </a:lnTo>
                <a:lnTo>
                  <a:pt x="106756" y="123863"/>
                </a:lnTo>
                <a:lnTo>
                  <a:pt x="125597" y="121644"/>
                </a:lnTo>
                <a:lnTo>
                  <a:pt x="144437" y="119434"/>
                </a:lnTo>
                <a:lnTo>
                  <a:pt x="163278" y="117224"/>
                </a:lnTo>
                <a:lnTo>
                  <a:pt x="182118" y="115014"/>
                </a:lnTo>
                <a:lnTo>
                  <a:pt x="200958" y="112805"/>
                </a:lnTo>
                <a:lnTo>
                  <a:pt x="219799" y="110585"/>
                </a:lnTo>
                <a:lnTo>
                  <a:pt x="238639" y="108375"/>
                </a:lnTo>
                <a:lnTo>
                  <a:pt x="257480" y="106166"/>
                </a:lnTo>
                <a:lnTo>
                  <a:pt x="276320" y="103956"/>
                </a:lnTo>
                <a:lnTo>
                  <a:pt x="295161" y="101746"/>
                </a:lnTo>
                <a:lnTo>
                  <a:pt x="314001" y="99527"/>
                </a:lnTo>
                <a:lnTo>
                  <a:pt x="332842" y="97317"/>
                </a:lnTo>
                <a:lnTo>
                  <a:pt x="351682" y="95107"/>
                </a:lnTo>
                <a:lnTo>
                  <a:pt x="370523" y="92897"/>
                </a:lnTo>
                <a:lnTo>
                  <a:pt x="389372" y="90678"/>
                </a:lnTo>
                <a:lnTo>
                  <a:pt x="408213" y="88468"/>
                </a:lnTo>
                <a:lnTo>
                  <a:pt x="427053" y="86258"/>
                </a:lnTo>
                <a:lnTo>
                  <a:pt x="445894" y="84049"/>
                </a:lnTo>
                <a:lnTo>
                  <a:pt x="464734" y="81839"/>
                </a:lnTo>
                <a:lnTo>
                  <a:pt x="483575" y="79619"/>
                </a:lnTo>
                <a:lnTo>
                  <a:pt x="502415" y="77410"/>
                </a:lnTo>
                <a:lnTo>
                  <a:pt x="521256" y="75200"/>
                </a:lnTo>
                <a:lnTo>
                  <a:pt x="540096" y="72990"/>
                </a:lnTo>
                <a:lnTo>
                  <a:pt x="558937" y="70780"/>
                </a:lnTo>
                <a:lnTo>
                  <a:pt x="577777" y="68561"/>
                </a:lnTo>
                <a:lnTo>
                  <a:pt x="596617" y="66351"/>
                </a:lnTo>
                <a:lnTo>
                  <a:pt x="615458" y="64141"/>
                </a:lnTo>
                <a:lnTo>
                  <a:pt x="634298" y="61932"/>
                </a:lnTo>
                <a:lnTo>
                  <a:pt x="653139" y="59722"/>
                </a:lnTo>
                <a:lnTo>
                  <a:pt x="671979" y="57502"/>
                </a:lnTo>
                <a:lnTo>
                  <a:pt x="690820" y="55293"/>
                </a:lnTo>
                <a:lnTo>
                  <a:pt x="709670" y="53083"/>
                </a:lnTo>
                <a:lnTo>
                  <a:pt x="728510" y="50873"/>
                </a:lnTo>
                <a:lnTo>
                  <a:pt x="747351" y="48663"/>
                </a:lnTo>
                <a:lnTo>
                  <a:pt x="766191" y="46444"/>
                </a:lnTo>
                <a:lnTo>
                  <a:pt x="785031" y="44234"/>
                </a:lnTo>
                <a:lnTo>
                  <a:pt x="803872" y="42024"/>
                </a:lnTo>
                <a:lnTo>
                  <a:pt x="822712" y="39815"/>
                </a:lnTo>
                <a:lnTo>
                  <a:pt x="841553" y="37605"/>
                </a:lnTo>
                <a:lnTo>
                  <a:pt x="860393" y="35385"/>
                </a:lnTo>
                <a:lnTo>
                  <a:pt x="879234" y="33176"/>
                </a:lnTo>
                <a:lnTo>
                  <a:pt x="898074" y="30966"/>
                </a:lnTo>
                <a:lnTo>
                  <a:pt x="916915" y="28756"/>
                </a:lnTo>
                <a:lnTo>
                  <a:pt x="935755" y="26537"/>
                </a:lnTo>
                <a:lnTo>
                  <a:pt x="954596" y="24327"/>
                </a:lnTo>
                <a:lnTo>
                  <a:pt x="973436" y="22117"/>
                </a:lnTo>
                <a:lnTo>
                  <a:pt x="992276" y="19907"/>
                </a:lnTo>
                <a:lnTo>
                  <a:pt x="1011117" y="17697"/>
                </a:lnTo>
                <a:lnTo>
                  <a:pt x="1029967" y="15478"/>
                </a:lnTo>
                <a:lnTo>
                  <a:pt x="1048807" y="13268"/>
                </a:lnTo>
                <a:lnTo>
                  <a:pt x="1067648" y="11059"/>
                </a:lnTo>
                <a:lnTo>
                  <a:pt x="1086488" y="8849"/>
                </a:lnTo>
                <a:lnTo>
                  <a:pt x="1105329" y="6639"/>
                </a:lnTo>
                <a:lnTo>
                  <a:pt x="1124169" y="4420"/>
                </a:lnTo>
                <a:lnTo>
                  <a:pt x="1143010" y="2210"/>
                </a:lnTo>
                <a:lnTo>
                  <a:pt x="1161850" y="0"/>
                </a:lnTo>
                <a:lnTo>
                  <a:pt x="1163012" y="15992"/>
                </a:lnTo>
                <a:lnTo>
                  <a:pt x="1161355" y="34890"/>
                </a:lnTo>
                <a:lnTo>
                  <a:pt x="1159688" y="53778"/>
                </a:lnTo>
                <a:lnTo>
                  <a:pt x="1158030" y="72676"/>
                </a:lnTo>
                <a:lnTo>
                  <a:pt x="1156364" y="91573"/>
                </a:lnTo>
                <a:lnTo>
                  <a:pt x="1154706" y="110471"/>
                </a:lnTo>
                <a:lnTo>
                  <a:pt x="1153039" y="129369"/>
                </a:lnTo>
                <a:lnTo>
                  <a:pt x="1151382" y="148266"/>
                </a:lnTo>
                <a:lnTo>
                  <a:pt x="1149715" y="167164"/>
                </a:lnTo>
                <a:lnTo>
                  <a:pt x="1148058" y="186061"/>
                </a:lnTo>
                <a:lnTo>
                  <a:pt x="1146391" y="204959"/>
                </a:lnTo>
                <a:lnTo>
                  <a:pt x="1144734" y="223857"/>
                </a:lnTo>
                <a:lnTo>
                  <a:pt x="1143067" y="242754"/>
                </a:lnTo>
                <a:lnTo>
                  <a:pt x="1141409" y="261652"/>
                </a:lnTo>
                <a:lnTo>
                  <a:pt x="1139742" y="280549"/>
                </a:lnTo>
                <a:lnTo>
                  <a:pt x="1138085" y="299447"/>
                </a:lnTo>
                <a:lnTo>
                  <a:pt x="1136418" y="318345"/>
                </a:lnTo>
                <a:lnTo>
                  <a:pt x="1134761" y="337242"/>
                </a:lnTo>
                <a:lnTo>
                  <a:pt x="1133094" y="356140"/>
                </a:lnTo>
                <a:lnTo>
                  <a:pt x="1131437" y="375037"/>
                </a:lnTo>
                <a:lnTo>
                  <a:pt x="1129770" y="393935"/>
                </a:lnTo>
                <a:lnTo>
                  <a:pt x="1128112" y="412833"/>
                </a:lnTo>
                <a:lnTo>
                  <a:pt x="1126446" y="431730"/>
                </a:lnTo>
                <a:lnTo>
                  <a:pt x="1124788" y="450628"/>
                </a:lnTo>
                <a:lnTo>
                  <a:pt x="1123121" y="469525"/>
                </a:lnTo>
                <a:lnTo>
                  <a:pt x="1121464" y="488423"/>
                </a:lnTo>
                <a:lnTo>
                  <a:pt x="1119797" y="507321"/>
                </a:lnTo>
                <a:lnTo>
                  <a:pt x="1118140" y="526218"/>
                </a:lnTo>
                <a:lnTo>
                  <a:pt x="1116473" y="545116"/>
                </a:lnTo>
                <a:lnTo>
                  <a:pt x="1114816" y="564013"/>
                </a:lnTo>
                <a:lnTo>
                  <a:pt x="1113149" y="582911"/>
                </a:lnTo>
                <a:lnTo>
                  <a:pt x="1111491" y="601809"/>
                </a:lnTo>
                <a:lnTo>
                  <a:pt x="1109824" y="620706"/>
                </a:lnTo>
                <a:lnTo>
                  <a:pt x="1108167" y="639604"/>
                </a:lnTo>
                <a:lnTo>
                  <a:pt x="1106500" y="658501"/>
                </a:lnTo>
                <a:lnTo>
                  <a:pt x="1104843" y="677399"/>
                </a:lnTo>
                <a:lnTo>
                  <a:pt x="1103176" y="696297"/>
                </a:lnTo>
                <a:lnTo>
                  <a:pt x="1101519" y="715194"/>
                </a:lnTo>
                <a:lnTo>
                  <a:pt x="1099852" y="734092"/>
                </a:lnTo>
                <a:lnTo>
                  <a:pt x="1098194" y="752989"/>
                </a:lnTo>
                <a:lnTo>
                  <a:pt x="1096528" y="771887"/>
                </a:lnTo>
                <a:lnTo>
                  <a:pt x="1094403" y="790327"/>
                </a:lnTo>
                <a:lnTo>
                  <a:pt x="1075563" y="792537"/>
                </a:lnTo>
                <a:lnTo>
                  <a:pt x="1056723" y="794747"/>
                </a:lnTo>
                <a:lnTo>
                  <a:pt x="1037882" y="796957"/>
                </a:lnTo>
                <a:lnTo>
                  <a:pt x="1019042" y="799167"/>
                </a:lnTo>
                <a:lnTo>
                  <a:pt x="1000192" y="801376"/>
                </a:lnTo>
                <a:lnTo>
                  <a:pt x="981351" y="803586"/>
                </a:lnTo>
                <a:lnTo>
                  <a:pt x="962511" y="805796"/>
                </a:lnTo>
                <a:lnTo>
                  <a:pt x="943670" y="808006"/>
                </a:lnTo>
                <a:lnTo>
                  <a:pt x="924830" y="810216"/>
                </a:lnTo>
                <a:lnTo>
                  <a:pt x="905989" y="812425"/>
                </a:lnTo>
                <a:lnTo>
                  <a:pt x="887149" y="814635"/>
                </a:lnTo>
                <a:lnTo>
                  <a:pt x="868309" y="816845"/>
                </a:lnTo>
                <a:lnTo>
                  <a:pt x="849468" y="819055"/>
                </a:lnTo>
                <a:lnTo>
                  <a:pt x="830628" y="821265"/>
                </a:lnTo>
                <a:lnTo>
                  <a:pt x="811787" y="823474"/>
                </a:lnTo>
                <a:lnTo>
                  <a:pt x="792947" y="825684"/>
                </a:lnTo>
                <a:lnTo>
                  <a:pt x="774097" y="827894"/>
                </a:lnTo>
                <a:lnTo>
                  <a:pt x="755256" y="830104"/>
                </a:lnTo>
                <a:lnTo>
                  <a:pt x="736416" y="832314"/>
                </a:lnTo>
                <a:lnTo>
                  <a:pt x="717575" y="834523"/>
                </a:lnTo>
                <a:lnTo>
                  <a:pt x="698735" y="836733"/>
                </a:lnTo>
                <a:lnTo>
                  <a:pt x="679895" y="838943"/>
                </a:lnTo>
                <a:lnTo>
                  <a:pt x="661054" y="841153"/>
                </a:lnTo>
                <a:lnTo>
                  <a:pt x="642214" y="843363"/>
                </a:lnTo>
                <a:lnTo>
                  <a:pt x="623373" y="845572"/>
                </a:lnTo>
                <a:lnTo>
                  <a:pt x="604533" y="847792"/>
                </a:lnTo>
                <a:lnTo>
                  <a:pt x="585692" y="850001"/>
                </a:lnTo>
                <a:lnTo>
                  <a:pt x="566852" y="852211"/>
                </a:lnTo>
                <a:lnTo>
                  <a:pt x="548002" y="854421"/>
                </a:lnTo>
                <a:lnTo>
                  <a:pt x="529161" y="856631"/>
                </a:lnTo>
                <a:lnTo>
                  <a:pt x="510321" y="858841"/>
                </a:lnTo>
                <a:lnTo>
                  <a:pt x="491480" y="861050"/>
                </a:lnTo>
                <a:lnTo>
                  <a:pt x="472640" y="863260"/>
                </a:lnTo>
                <a:lnTo>
                  <a:pt x="453800" y="865470"/>
                </a:lnTo>
                <a:lnTo>
                  <a:pt x="434959" y="867680"/>
                </a:lnTo>
                <a:lnTo>
                  <a:pt x="416119" y="869890"/>
                </a:lnTo>
                <a:lnTo>
                  <a:pt x="397278" y="872099"/>
                </a:lnTo>
                <a:lnTo>
                  <a:pt x="378438" y="874309"/>
                </a:lnTo>
                <a:lnTo>
                  <a:pt x="359597" y="876519"/>
                </a:lnTo>
                <a:lnTo>
                  <a:pt x="340757" y="878729"/>
                </a:lnTo>
                <a:lnTo>
                  <a:pt x="321907" y="880939"/>
                </a:lnTo>
                <a:lnTo>
                  <a:pt x="303066" y="883148"/>
                </a:lnTo>
                <a:lnTo>
                  <a:pt x="284226" y="885358"/>
                </a:lnTo>
                <a:lnTo>
                  <a:pt x="265386" y="887568"/>
                </a:lnTo>
                <a:lnTo>
                  <a:pt x="246545" y="889778"/>
                </a:lnTo>
                <a:lnTo>
                  <a:pt x="227705" y="891988"/>
                </a:lnTo>
                <a:lnTo>
                  <a:pt x="208864" y="894197"/>
                </a:lnTo>
                <a:lnTo>
                  <a:pt x="190024" y="896407"/>
                </a:lnTo>
                <a:lnTo>
                  <a:pt x="171183" y="898617"/>
                </a:lnTo>
                <a:lnTo>
                  <a:pt x="152343" y="900827"/>
                </a:lnTo>
                <a:lnTo>
                  <a:pt x="133502" y="903037"/>
                </a:lnTo>
                <a:lnTo>
                  <a:pt x="114662" y="905246"/>
                </a:lnTo>
                <a:lnTo>
                  <a:pt x="95812" y="907456"/>
                </a:lnTo>
                <a:lnTo>
                  <a:pt x="76972" y="909666"/>
                </a:lnTo>
                <a:lnTo>
                  <a:pt x="58131" y="911876"/>
                </a:lnTo>
                <a:lnTo>
                  <a:pt x="39291" y="914086"/>
                </a:lnTo>
                <a:lnTo>
                  <a:pt x="20450" y="916295"/>
                </a:lnTo>
                <a:lnTo>
                  <a:pt x="1610" y="918505"/>
                </a:lnTo>
                <a:lnTo>
                  <a:pt x="0" y="902999"/>
                </a:lnTo>
                <a:lnTo>
                  <a:pt x="1686" y="884101"/>
                </a:lnTo>
                <a:lnTo>
                  <a:pt x="3372" y="865203"/>
                </a:lnTo>
                <a:lnTo>
                  <a:pt x="5058" y="846306"/>
                </a:lnTo>
                <a:lnTo>
                  <a:pt x="6734" y="827418"/>
                </a:lnTo>
                <a:lnTo>
                  <a:pt x="8420" y="808520"/>
                </a:lnTo>
                <a:lnTo>
                  <a:pt x="10106" y="789623"/>
                </a:lnTo>
                <a:lnTo>
                  <a:pt x="11792" y="770725"/>
                </a:lnTo>
                <a:lnTo>
                  <a:pt x="13478" y="751837"/>
                </a:lnTo>
                <a:lnTo>
                  <a:pt x="15164" y="732939"/>
                </a:lnTo>
                <a:lnTo>
                  <a:pt x="16850" y="714042"/>
                </a:lnTo>
                <a:lnTo>
                  <a:pt x="18536" y="695144"/>
                </a:lnTo>
                <a:lnTo>
                  <a:pt x="20212" y="676246"/>
                </a:lnTo>
                <a:lnTo>
                  <a:pt x="21898" y="657358"/>
                </a:lnTo>
                <a:lnTo>
                  <a:pt x="23584" y="638461"/>
                </a:lnTo>
                <a:lnTo>
                  <a:pt x="25270" y="619563"/>
                </a:lnTo>
                <a:lnTo>
                  <a:pt x="26956" y="600666"/>
                </a:lnTo>
                <a:lnTo>
                  <a:pt x="28642" y="581777"/>
                </a:lnTo>
                <a:lnTo>
                  <a:pt x="30328" y="562880"/>
                </a:lnTo>
                <a:lnTo>
                  <a:pt x="32004" y="543982"/>
                </a:lnTo>
                <a:lnTo>
                  <a:pt x="33690" y="525085"/>
                </a:lnTo>
                <a:lnTo>
                  <a:pt x="35376" y="506187"/>
                </a:lnTo>
                <a:lnTo>
                  <a:pt x="37062" y="487299"/>
                </a:lnTo>
                <a:lnTo>
                  <a:pt x="38748" y="468401"/>
                </a:lnTo>
                <a:lnTo>
                  <a:pt x="40434" y="449504"/>
                </a:lnTo>
                <a:lnTo>
                  <a:pt x="42120" y="430606"/>
                </a:lnTo>
                <a:lnTo>
                  <a:pt x="43805" y="411718"/>
                </a:lnTo>
                <a:lnTo>
                  <a:pt x="45482" y="392821"/>
                </a:lnTo>
                <a:lnTo>
                  <a:pt x="47168" y="373923"/>
                </a:lnTo>
                <a:lnTo>
                  <a:pt x="48854" y="355025"/>
                </a:lnTo>
                <a:lnTo>
                  <a:pt x="50540" y="336137"/>
                </a:lnTo>
                <a:lnTo>
                  <a:pt x="52226" y="317240"/>
                </a:lnTo>
                <a:lnTo>
                  <a:pt x="53912" y="298342"/>
                </a:lnTo>
                <a:lnTo>
                  <a:pt x="55597" y="279444"/>
                </a:lnTo>
                <a:lnTo>
                  <a:pt x="57274" y="260547"/>
                </a:lnTo>
                <a:lnTo>
                  <a:pt x="58960" y="241659"/>
                </a:lnTo>
                <a:lnTo>
                  <a:pt x="60646" y="222761"/>
                </a:lnTo>
                <a:lnTo>
                  <a:pt x="62332" y="203864"/>
                </a:lnTo>
                <a:lnTo>
                  <a:pt x="64018" y="184966"/>
                </a:lnTo>
                <a:lnTo>
                  <a:pt x="65703" y="166078"/>
                </a:lnTo>
                <a:lnTo>
                  <a:pt x="67389" y="147180"/>
                </a:lnTo>
                <a:lnTo>
                  <a:pt x="69075" y="12828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A3CDEFF7-9F73-45CA-BD39-4B390560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5166" y="2373059"/>
            <a:ext cx="1164022" cy="918401"/>
          </a:xfrm>
          <a:custGeom xmlns:a="http://schemas.openxmlformats.org/drawingml/2006/main">
            <a:pathLst>
              <a:path w="1164022" h="918401">
                <a:moveTo>
                  <a:pt x="69094" y="128207"/>
                </a:moveTo>
                <a:lnTo>
                  <a:pt x="87935" y="125997"/>
                </a:lnTo>
                <a:lnTo>
                  <a:pt x="106785" y="123787"/>
                </a:lnTo>
                <a:lnTo>
                  <a:pt x="125625" y="121577"/>
                </a:lnTo>
                <a:lnTo>
                  <a:pt x="144475" y="119367"/>
                </a:lnTo>
                <a:lnTo>
                  <a:pt x="163325" y="117158"/>
                </a:lnTo>
                <a:lnTo>
                  <a:pt x="182166" y="114948"/>
                </a:lnTo>
                <a:lnTo>
                  <a:pt x="201016" y="112738"/>
                </a:lnTo>
                <a:lnTo>
                  <a:pt x="219866" y="110528"/>
                </a:lnTo>
                <a:lnTo>
                  <a:pt x="238706" y="108309"/>
                </a:lnTo>
                <a:lnTo>
                  <a:pt x="257556" y="106099"/>
                </a:lnTo>
                <a:lnTo>
                  <a:pt x="276396" y="103889"/>
                </a:lnTo>
                <a:lnTo>
                  <a:pt x="295246" y="101679"/>
                </a:lnTo>
                <a:lnTo>
                  <a:pt x="314096" y="99470"/>
                </a:lnTo>
                <a:lnTo>
                  <a:pt x="332937" y="97260"/>
                </a:lnTo>
                <a:lnTo>
                  <a:pt x="351787" y="95050"/>
                </a:lnTo>
                <a:lnTo>
                  <a:pt x="370627" y="92840"/>
                </a:lnTo>
                <a:lnTo>
                  <a:pt x="389477" y="90630"/>
                </a:lnTo>
                <a:lnTo>
                  <a:pt x="408327" y="88421"/>
                </a:lnTo>
                <a:lnTo>
                  <a:pt x="427168" y="86211"/>
                </a:lnTo>
                <a:lnTo>
                  <a:pt x="446018" y="84001"/>
                </a:lnTo>
                <a:lnTo>
                  <a:pt x="464868" y="81791"/>
                </a:lnTo>
                <a:lnTo>
                  <a:pt x="483708" y="79581"/>
                </a:lnTo>
                <a:lnTo>
                  <a:pt x="502558" y="77362"/>
                </a:lnTo>
                <a:lnTo>
                  <a:pt x="521399" y="75152"/>
                </a:lnTo>
                <a:lnTo>
                  <a:pt x="540248" y="72942"/>
                </a:lnTo>
                <a:lnTo>
                  <a:pt x="559098" y="70733"/>
                </a:lnTo>
                <a:lnTo>
                  <a:pt x="577939" y="68523"/>
                </a:lnTo>
                <a:lnTo>
                  <a:pt x="596789" y="66313"/>
                </a:lnTo>
                <a:lnTo>
                  <a:pt x="615629" y="64103"/>
                </a:lnTo>
                <a:lnTo>
                  <a:pt x="634479" y="61893"/>
                </a:lnTo>
                <a:lnTo>
                  <a:pt x="653329" y="59684"/>
                </a:lnTo>
                <a:lnTo>
                  <a:pt x="672170" y="57474"/>
                </a:lnTo>
                <a:lnTo>
                  <a:pt x="691020" y="55264"/>
                </a:lnTo>
                <a:lnTo>
                  <a:pt x="709870" y="53054"/>
                </a:lnTo>
                <a:lnTo>
                  <a:pt x="728710" y="50844"/>
                </a:lnTo>
                <a:lnTo>
                  <a:pt x="747560" y="48635"/>
                </a:lnTo>
                <a:lnTo>
                  <a:pt x="766401" y="46415"/>
                </a:lnTo>
                <a:lnTo>
                  <a:pt x="785251" y="44206"/>
                </a:lnTo>
                <a:lnTo>
                  <a:pt x="804101" y="41996"/>
                </a:lnTo>
                <a:lnTo>
                  <a:pt x="822941" y="39786"/>
                </a:lnTo>
                <a:lnTo>
                  <a:pt x="841791" y="37576"/>
                </a:lnTo>
                <a:lnTo>
                  <a:pt x="860641" y="35366"/>
                </a:lnTo>
                <a:lnTo>
                  <a:pt x="879481" y="33157"/>
                </a:lnTo>
                <a:lnTo>
                  <a:pt x="898331" y="30947"/>
                </a:lnTo>
                <a:lnTo>
                  <a:pt x="917172" y="28737"/>
                </a:lnTo>
                <a:lnTo>
                  <a:pt x="936022" y="26527"/>
                </a:lnTo>
                <a:lnTo>
                  <a:pt x="954872" y="24317"/>
                </a:lnTo>
                <a:lnTo>
                  <a:pt x="973712" y="22108"/>
                </a:lnTo>
                <a:lnTo>
                  <a:pt x="992562" y="19898"/>
                </a:lnTo>
                <a:lnTo>
                  <a:pt x="1011412" y="17688"/>
                </a:lnTo>
                <a:lnTo>
                  <a:pt x="1030253" y="15469"/>
                </a:lnTo>
                <a:lnTo>
                  <a:pt x="1049103" y="13259"/>
                </a:lnTo>
                <a:lnTo>
                  <a:pt x="1067943" y="11049"/>
                </a:lnTo>
                <a:lnTo>
                  <a:pt x="1086793" y="8839"/>
                </a:lnTo>
                <a:lnTo>
                  <a:pt x="1105643" y="6629"/>
                </a:lnTo>
                <a:lnTo>
                  <a:pt x="1124483" y="4420"/>
                </a:lnTo>
                <a:lnTo>
                  <a:pt x="1143333" y="2210"/>
                </a:lnTo>
                <a:lnTo>
                  <a:pt x="1162174" y="0"/>
                </a:lnTo>
                <a:lnTo>
                  <a:pt x="1164022" y="15269"/>
                </a:lnTo>
                <a:lnTo>
                  <a:pt x="1162336" y="34176"/>
                </a:lnTo>
                <a:lnTo>
                  <a:pt x="1160650" y="53073"/>
                </a:lnTo>
                <a:lnTo>
                  <a:pt x="1158964" y="71971"/>
                </a:lnTo>
                <a:lnTo>
                  <a:pt x="1157278" y="90878"/>
                </a:lnTo>
                <a:lnTo>
                  <a:pt x="1155592" y="109776"/>
                </a:lnTo>
                <a:lnTo>
                  <a:pt x="1153916" y="128673"/>
                </a:lnTo>
                <a:lnTo>
                  <a:pt x="1152230" y="147580"/>
                </a:lnTo>
                <a:lnTo>
                  <a:pt x="1150544" y="166478"/>
                </a:lnTo>
                <a:lnTo>
                  <a:pt x="1148858" y="185376"/>
                </a:lnTo>
                <a:lnTo>
                  <a:pt x="1147172" y="204273"/>
                </a:lnTo>
                <a:lnTo>
                  <a:pt x="1145486" y="223180"/>
                </a:lnTo>
                <a:lnTo>
                  <a:pt x="1143800" y="242078"/>
                </a:lnTo>
                <a:lnTo>
                  <a:pt x="1142114" y="260975"/>
                </a:lnTo>
                <a:lnTo>
                  <a:pt x="1140428" y="279883"/>
                </a:lnTo>
                <a:lnTo>
                  <a:pt x="1138742" y="298780"/>
                </a:lnTo>
                <a:lnTo>
                  <a:pt x="1137056" y="317678"/>
                </a:lnTo>
                <a:lnTo>
                  <a:pt x="1135370" y="336585"/>
                </a:lnTo>
                <a:lnTo>
                  <a:pt x="1133694" y="355483"/>
                </a:lnTo>
                <a:lnTo>
                  <a:pt x="1132008" y="374380"/>
                </a:lnTo>
                <a:lnTo>
                  <a:pt x="1130322" y="393287"/>
                </a:lnTo>
                <a:lnTo>
                  <a:pt x="1128636" y="412185"/>
                </a:lnTo>
                <a:lnTo>
                  <a:pt x="1126950" y="431082"/>
                </a:lnTo>
                <a:lnTo>
                  <a:pt x="1125264" y="449990"/>
                </a:lnTo>
                <a:lnTo>
                  <a:pt x="1123579" y="468887"/>
                </a:lnTo>
                <a:lnTo>
                  <a:pt x="1121893" y="487785"/>
                </a:lnTo>
                <a:lnTo>
                  <a:pt x="1120207" y="506682"/>
                </a:lnTo>
                <a:lnTo>
                  <a:pt x="1118521" y="525590"/>
                </a:lnTo>
                <a:lnTo>
                  <a:pt x="1116835" y="544487"/>
                </a:lnTo>
                <a:lnTo>
                  <a:pt x="1115149" y="563385"/>
                </a:lnTo>
                <a:lnTo>
                  <a:pt x="1113473" y="582292"/>
                </a:lnTo>
                <a:lnTo>
                  <a:pt x="1111787" y="601189"/>
                </a:lnTo>
                <a:lnTo>
                  <a:pt x="1110101" y="620087"/>
                </a:lnTo>
                <a:lnTo>
                  <a:pt x="1108415" y="638994"/>
                </a:lnTo>
                <a:lnTo>
                  <a:pt x="1106729" y="657892"/>
                </a:lnTo>
                <a:lnTo>
                  <a:pt x="1105043" y="676789"/>
                </a:lnTo>
                <a:lnTo>
                  <a:pt x="1103357" y="695696"/>
                </a:lnTo>
                <a:lnTo>
                  <a:pt x="1101671" y="714594"/>
                </a:lnTo>
                <a:lnTo>
                  <a:pt x="1099985" y="733492"/>
                </a:lnTo>
                <a:lnTo>
                  <a:pt x="1098299" y="752389"/>
                </a:lnTo>
                <a:lnTo>
                  <a:pt x="1096613" y="771296"/>
                </a:lnTo>
                <a:lnTo>
                  <a:pt x="1094927" y="790194"/>
                </a:lnTo>
                <a:lnTo>
                  <a:pt x="1076087" y="792404"/>
                </a:lnTo>
                <a:lnTo>
                  <a:pt x="1057237" y="794614"/>
                </a:lnTo>
                <a:lnTo>
                  <a:pt x="1038396" y="796823"/>
                </a:lnTo>
                <a:lnTo>
                  <a:pt x="1019546" y="799033"/>
                </a:lnTo>
                <a:lnTo>
                  <a:pt x="1000697" y="801243"/>
                </a:lnTo>
                <a:lnTo>
                  <a:pt x="981856" y="803462"/>
                </a:lnTo>
                <a:lnTo>
                  <a:pt x="963006" y="805672"/>
                </a:lnTo>
                <a:lnTo>
                  <a:pt x="944166" y="807882"/>
                </a:lnTo>
                <a:lnTo>
                  <a:pt x="925316" y="810092"/>
                </a:lnTo>
                <a:lnTo>
                  <a:pt x="906466" y="812302"/>
                </a:lnTo>
                <a:lnTo>
                  <a:pt x="887625" y="814511"/>
                </a:lnTo>
                <a:lnTo>
                  <a:pt x="868775" y="816721"/>
                </a:lnTo>
                <a:lnTo>
                  <a:pt x="849925" y="818931"/>
                </a:lnTo>
                <a:lnTo>
                  <a:pt x="831085" y="821141"/>
                </a:lnTo>
                <a:lnTo>
                  <a:pt x="812235" y="823351"/>
                </a:lnTo>
                <a:lnTo>
                  <a:pt x="793394" y="825560"/>
                </a:lnTo>
                <a:lnTo>
                  <a:pt x="774544" y="827770"/>
                </a:lnTo>
                <a:lnTo>
                  <a:pt x="755694" y="829980"/>
                </a:lnTo>
                <a:lnTo>
                  <a:pt x="736854" y="832190"/>
                </a:lnTo>
                <a:lnTo>
                  <a:pt x="718004" y="834409"/>
                </a:lnTo>
                <a:lnTo>
                  <a:pt x="699164" y="836619"/>
                </a:lnTo>
                <a:lnTo>
                  <a:pt x="680314" y="838829"/>
                </a:lnTo>
                <a:lnTo>
                  <a:pt x="661464" y="841038"/>
                </a:lnTo>
                <a:lnTo>
                  <a:pt x="642623" y="843248"/>
                </a:lnTo>
                <a:lnTo>
                  <a:pt x="623773" y="845458"/>
                </a:lnTo>
                <a:lnTo>
                  <a:pt x="604923" y="847668"/>
                </a:lnTo>
                <a:lnTo>
                  <a:pt x="586083" y="849878"/>
                </a:lnTo>
                <a:lnTo>
                  <a:pt x="567233" y="852087"/>
                </a:lnTo>
                <a:lnTo>
                  <a:pt x="548392" y="854297"/>
                </a:lnTo>
                <a:lnTo>
                  <a:pt x="529542" y="856507"/>
                </a:lnTo>
                <a:lnTo>
                  <a:pt x="510692" y="858717"/>
                </a:lnTo>
                <a:lnTo>
                  <a:pt x="491852" y="860927"/>
                </a:lnTo>
                <a:lnTo>
                  <a:pt x="473002" y="863136"/>
                </a:lnTo>
                <a:lnTo>
                  <a:pt x="454152" y="865356"/>
                </a:lnTo>
                <a:lnTo>
                  <a:pt x="435312" y="867566"/>
                </a:lnTo>
                <a:lnTo>
                  <a:pt x="416462" y="869775"/>
                </a:lnTo>
                <a:lnTo>
                  <a:pt x="397621" y="871985"/>
                </a:lnTo>
                <a:lnTo>
                  <a:pt x="378771" y="874195"/>
                </a:lnTo>
                <a:lnTo>
                  <a:pt x="359921" y="876405"/>
                </a:lnTo>
                <a:lnTo>
                  <a:pt x="341081" y="878615"/>
                </a:lnTo>
                <a:lnTo>
                  <a:pt x="322231" y="880824"/>
                </a:lnTo>
                <a:lnTo>
                  <a:pt x="303390" y="883034"/>
                </a:lnTo>
                <a:lnTo>
                  <a:pt x="284540" y="885244"/>
                </a:lnTo>
                <a:lnTo>
                  <a:pt x="265690" y="887454"/>
                </a:lnTo>
                <a:lnTo>
                  <a:pt x="246850" y="889664"/>
                </a:lnTo>
                <a:lnTo>
                  <a:pt x="228000" y="891873"/>
                </a:lnTo>
                <a:lnTo>
                  <a:pt x="209150" y="894083"/>
                </a:lnTo>
                <a:lnTo>
                  <a:pt x="190310" y="896303"/>
                </a:lnTo>
                <a:lnTo>
                  <a:pt x="171460" y="898512"/>
                </a:lnTo>
                <a:lnTo>
                  <a:pt x="152619" y="900722"/>
                </a:lnTo>
                <a:lnTo>
                  <a:pt x="133769" y="902932"/>
                </a:lnTo>
                <a:lnTo>
                  <a:pt x="114919" y="905142"/>
                </a:lnTo>
                <a:lnTo>
                  <a:pt x="96079" y="907352"/>
                </a:lnTo>
                <a:lnTo>
                  <a:pt x="77229" y="909561"/>
                </a:lnTo>
                <a:lnTo>
                  <a:pt x="58379" y="911771"/>
                </a:lnTo>
                <a:lnTo>
                  <a:pt x="39538" y="913981"/>
                </a:lnTo>
                <a:lnTo>
                  <a:pt x="20688" y="916191"/>
                </a:lnTo>
                <a:lnTo>
                  <a:pt x="1848" y="918401"/>
                </a:lnTo>
                <a:lnTo>
                  <a:pt x="0" y="903132"/>
                </a:lnTo>
                <a:lnTo>
                  <a:pt x="1686" y="884234"/>
                </a:lnTo>
                <a:lnTo>
                  <a:pt x="3372" y="865327"/>
                </a:lnTo>
                <a:lnTo>
                  <a:pt x="5058" y="846430"/>
                </a:lnTo>
                <a:lnTo>
                  <a:pt x="6744" y="827532"/>
                </a:lnTo>
                <a:lnTo>
                  <a:pt x="8430" y="808625"/>
                </a:lnTo>
                <a:lnTo>
                  <a:pt x="10116" y="789727"/>
                </a:lnTo>
                <a:lnTo>
                  <a:pt x="11792" y="770830"/>
                </a:lnTo>
                <a:lnTo>
                  <a:pt x="13478" y="751923"/>
                </a:lnTo>
                <a:lnTo>
                  <a:pt x="15164" y="733025"/>
                </a:lnTo>
                <a:lnTo>
                  <a:pt x="16850" y="714127"/>
                </a:lnTo>
                <a:lnTo>
                  <a:pt x="18536" y="695220"/>
                </a:lnTo>
                <a:lnTo>
                  <a:pt x="20222" y="676323"/>
                </a:lnTo>
                <a:lnTo>
                  <a:pt x="21908" y="657425"/>
                </a:lnTo>
                <a:lnTo>
                  <a:pt x="23593" y="638527"/>
                </a:lnTo>
                <a:lnTo>
                  <a:pt x="25279" y="619620"/>
                </a:lnTo>
                <a:lnTo>
                  <a:pt x="26965" y="600723"/>
                </a:lnTo>
                <a:lnTo>
                  <a:pt x="28651" y="581825"/>
                </a:lnTo>
                <a:lnTo>
                  <a:pt x="30337" y="562918"/>
                </a:lnTo>
                <a:lnTo>
                  <a:pt x="32014" y="544020"/>
                </a:lnTo>
                <a:lnTo>
                  <a:pt x="33699" y="525123"/>
                </a:lnTo>
                <a:lnTo>
                  <a:pt x="35385" y="506216"/>
                </a:lnTo>
                <a:lnTo>
                  <a:pt x="37071" y="487318"/>
                </a:lnTo>
                <a:lnTo>
                  <a:pt x="38757" y="468420"/>
                </a:lnTo>
                <a:lnTo>
                  <a:pt x="40443" y="449513"/>
                </a:lnTo>
                <a:lnTo>
                  <a:pt x="42129" y="430616"/>
                </a:lnTo>
                <a:lnTo>
                  <a:pt x="43815" y="411718"/>
                </a:lnTo>
                <a:lnTo>
                  <a:pt x="45501" y="392811"/>
                </a:lnTo>
                <a:lnTo>
                  <a:pt x="47187" y="373913"/>
                </a:lnTo>
                <a:lnTo>
                  <a:pt x="48873" y="355016"/>
                </a:lnTo>
                <a:lnTo>
                  <a:pt x="50549" y="336118"/>
                </a:lnTo>
                <a:lnTo>
                  <a:pt x="52235" y="317211"/>
                </a:lnTo>
                <a:lnTo>
                  <a:pt x="53921" y="298313"/>
                </a:lnTo>
                <a:lnTo>
                  <a:pt x="55607" y="279416"/>
                </a:lnTo>
                <a:lnTo>
                  <a:pt x="57293" y="260509"/>
                </a:lnTo>
                <a:lnTo>
                  <a:pt x="58979" y="241611"/>
                </a:lnTo>
                <a:lnTo>
                  <a:pt x="60665" y="222714"/>
                </a:lnTo>
                <a:lnTo>
                  <a:pt x="62351" y="203806"/>
                </a:lnTo>
                <a:lnTo>
                  <a:pt x="64037" y="184909"/>
                </a:lnTo>
                <a:lnTo>
                  <a:pt x="65723" y="166011"/>
                </a:lnTo>
                <a:lnTo>
                  <a:pt x="67408" y="147104"/>
                </a:lnTo>
                <a:lnTo>
                  <a:pt x="69094" y="12820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6">
            <a:extLst xmlns:a="http://schemas.openxmlformats.org/drawingml/2006/main">
              <a:ext uri="{FF2B5EF4-FFF2-40B4-BE49-F238E27FC236}">
                <a16:creationId xmlns:a16="http://schemas.microsoft.com/office/drawing/2014/main" id="{5D2D54B3-67B0-455F-929F-FC4DAF6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1993" y="2021624"/>
            <a:ext cx="1163107" cy="918381"/>
          </a:xfrm>
          <a:custGeom xmlns:a="http://schemas.openxmlformats.org/drawingml/2006/main">
            <a:pathLst>
              <a:path w="1163107" h="918381">
                <a:moveTo>
                  <a:pt x="68142" y="128168"/>
                </a:moveTo>
                <a:lnTo>
                  <a:pt x="86982" y="125959"/>
                </a:lnTo>
                <a:lnTo>
                  <a:pt x="105832" y="123749"/>
                </a:lnTo>
                <a:lnTo>
                  <a:pt x="124673" y="121539"/>
                </a:lnTo>
                <a:lnTo>
                  <a:pt x="143513" y="119329"/>
                </a:lnTo>
                <a:lnTo>
                  <a:pt x="162354" y="117119"/>
                </a:lnTo>
                <a:lnTo>
                  <a:pt x="181194" y="114910"/>
                </a:lnTo>
                <a:lnTo>
                  <a:pt x="200035" y="112700"/>
                </a:lnTo>
                <a:lnTo>
                  <a:pt x="218875" y="110490"/>
                </a:lnTo>
                <a:lnTo>
                  <a:pt x="237715" y="108280"/>
                </a:lnTo>
                <a:lnTo>
                  <a:pt x="256556" y="106070"/>
                </a:lnTo>
                <a:lnTo>
                  <a:pt x="275396" y="103861"/>
                </a:lnTo>
                <a:lnTo>
                  <a:pt x="294237" y="101651"/>
                </a:lnTo>
                <a:lnTo>
                  <a:pt x="313077" y="99441"/>
                </a:lnTo>
                <a:lnTo>
                  <a:pt x="331927" y="97231"/>
                </a:lnTo>
                <a:lnTo>
                  <a:pt x="350768" y="95021"/>
                </a:lnTo>
                <a:lnTo>
                  <a:pt x="369608" y="92812"/>
                </a:lnTo>
                <a:lnTo>
                  <a:pt x="388449" y="90602"/>
                </a:lnTo>
                <a:lnTo>
                  <a:pt x="407289" y="88392"/>
                </a:lnTo>
                <a:lnTo>
                  <a:pt x="426129" y="86182"/>
                </a:lnTo>
                <a:lnTo>
                  <a:pt x="444970" y="83972"/>
                </a:lnTo>
                <a:lnTo>
                  <a:pt x="463810" y="81763"/>
                </a:lnTo>
                <a:lnTo>
                  <a:pt x="482651" y="79553"/>
                </a:lnTo>
                <a:lnTo>
                  <a:pt x="501491" y="77343"/>
                </a:lnTo>
                <a:lnTo>
                  <a:pt x="520332" y="75133"/>
                </a:lnTo>
                <a:lnTo>
                  <a:pt x="539172" y="72923"/>
                </a:lnTo>
                <a:lnTo>
                  <a:pt x="558013" y="70714"/>
                </a:lnTo>
                <a:lnTo>
                  <a:pt x="576863" y="68504"/>
                </a:lnTo>
                <a:lnTo>
                  <a:pt x="595703" y="66294"/>
                </a:lnTo>
                <a:lnTo>
                  <a:pt x="614543" y="64084"/>
                </a:lnTo>
                <a:lnTo>
                  <a:pt x="633384" y="61874"/>
                </a:lnTo>
                <a:lnTo>
                  <a:pt x="652224" y="59665"/>
                </a:lnTo>
                <a:lnTo>
                  <a:pt x="671065" y="57455"/>
                </a:lnTo>
                <a:lnTo>
                  <a:pt x="689905" y="55245"/>
                </a:lnTo>
                <a:lnTo>
                  <a:pt x="708746" y="53035"/>
                </a:lnTo>
                <a:lnTo>
                  <a:pt x="727586" y="50825"/>
                </a:lnTo>
                <a:lnTo>
                  <a:pt x="746427" y="48616"/>
                </a:lnTo>
                <a:lnTo>
                  <a:pt x="765267" y="46406"/>
                </a:lnTo>
                <a:lnTo>
                  <a:pt x="784108" y="44196"/>
                </a:lnTo>
                <a:lnTo>
                  <a:pt x="802958" y="41986"/>
                </a:lnTo>
                <a:lnTo>
                  <a:pt x="821798" y="39776"/>
                </a:lnTo>
                <a:lnTo>
                  <a:pt x="840638" y="37567"/>
                </a:lnTo>
                <a:lnTo>
                  <a:pt x="859479" y="35357"/>
                </a:lnTo>
                <a:lnTo>
                  <a:pt x="878319" y="33147"/>
                </a:lnTo>
                <a:lnTo>
                  <a:pt x="897160" y="30937"/>
                </a:lnTo>
                <a:lnTo>
                  <a:pt x="916000" y="28727"/>
                </a:lnTo>
                <a:lnTo>
                  <a:pt x="934841" y="26518"/>
                </a:lnTo>
                <a:lnTo>
                  <a:pt x="953681" y="24308"/>
                </a:lnTo>
                <a:lnTo>
                  <a:pt x="972522" y="22098"/>
                </a:lnTo>
                <a:lnTo>
                  <a:pt x="991362" y="19888"/>
                </a:lnTo>
                <a:lnTo>
                  <a:pt x="1010202" y="17678"/>
                </a:lnTo>
                <a:lnTo>
                  <a:pt x="1029052" y="15469"/>
                </a:lnTo>
                <a:lnTo>
                  <a:pt x="1047893" y="13259"/>
                </a:lnTo>
                <a:lnTo>
                  <a:pt x="1066733" y="11049"/>
                </a:lnTo>
                <a:lnTo>
                  <a:pt x="1085574" y="8839"/>
                </a:lnTo>
                <a:lnTo>
                  <a:pt x="1104414" y="6629"/>
                </a:lnTo>
                <a:lnTo>
                  <a:pt x="1123255" y="4420"/>
                </a:lnTo>
                <a:lnTo>
                  <a:pt x="1142095" y="2210"/>
                </a:lnTo>
                <a:lnTo>
                  <a:pt x="1160936" y="0"/>
                </a:lnTo>
                <a:lnTo>
                  <a:pt x="1163107" y="14935"/>
                </a:lnTo>
                <a:lnTo>
                  <a:pt x="1161421" y="33833"/>
                </a:lnTo>
                <a:lnTo>
                  <a:pt x="1159735" y="52721"/>
                </a:lnTo>
                <a:lnTo>
                  <a:pt x="1158050" y="71618"/>
                </a:lnTo>
                <a:lnTo>
                  <a:pt x="1156364" y="90516"/>
                </a:lnTo>
                <a:lnTo>
                  <a:pt x="1154678" y="109414"/>
                </a:lnTo>
                <a:lnTo>
                  <a:pt x="1152992" y="128311"/>
                </a:lnTo>
                <a:lnTo>
                  <a:pt x="1151315" y="147199"/>
                </a:lnTo>
                <a:lnTo>
                  <a:pt x="1149629" y="166097"/>
                </a:lnTo>
                <a:lnTo>
                  <a:pt x="1147943" y="184995"/>
                </a:lnTo>
                <a:lnTo>
                  <a:pt x="1146258" y="203892"/>
                </a:lnTo>
                <a:lnTo>
                  <a:pt x="1144572" y="222780"/>
                </a:lnTo>
                <a:lnTo>
                  <a:pt x="1142886" y="241678"/>
                </a:lnTo>
                <a:lnTo>
                  <a:pt x="1141200" y="260575"/>
                </a:lnTo>
                <a:lnTo>
                  <a:pt x="1139523" y="279473"/>
                </a:lnTo>
                <a:lnTo>
                  <a:pt x="1137837" y="298371"/>
                </a:lnTo>
                <a:lnTo>
                  <a:pt x="1136152" y="317259"/>
                </a:lnTo>
                <a:lnTo>
                  <a:pt x="1134466" y="336156"/>
                </a:lnTo>
                <a:lnTo>
                  <a:pt x="1132780" y="355054"/>
                </a:lnTo>
                <a:lnTo>
                  <a:pt x="1131094" y="373952"/>
                </a:lnTo>
                <a:lnTo>
                  <a:pt x="1129408" y="392840"/>
                </a:lnTo>
                <a:lnTo>
                  <a:pt x="1127722" y="411737"/>
                </a:lnTo>
                <a:lnTo>
                  <a:pt x="1126046" y="430635"/>
                </a:lnTo>
                <a:lnTo>
                  <a:pt x="1124360" y="449532"/>
                </a:lnTo>
                <a:lnTo>
                  <a:pt x="1122674" y="468420"/>
                </a:lnTo>
                <a:lnTo>
                  <a:pt x="1120988" y="487318"/>
                </a:lnTo>
                <a:lnTo>
                  <a:pt x="1119302" y="506216"/>
                </a:lnTo>
                <a:lnTo>
                  <a:pt x="1117616" y="525113"/>
                </a:lnTo>
                <a:lnTo>
                  <a:pt x="1115930" y="544011"/>
                </a:lnTo>
                <a:lnTo>
                  <a:pt x="1114254" y="562899"/>
                </a:lnTo>
                <a:lnTo>
                  <a:pt x="1112568" y="581797"/>
                </a:lnTo>
                <a:lnTo>
                  <a:pt x="1110882" y="600694"/>
                </a:lnTo>
                <a:lnTo>
                  <a:pt x="1109196" y="619592"/>
                </a:lnTo>
                <a:lnTo>
                  <a:pt x="1107510" y="638480"/>
                </a:lnTo>
                <a:lnTo>
                  <a:pt x="1105824" y="657377"/>
                </a:lnTo>
                <a:lnTo>
                  <a:pt x="1104138" y="676275"/>
                </a:lnTo>
                <a:lnTo>
                  <a:pt x="1102452" y="695173"/>
                </a:lnTo>
                <a:lnTo>
                  <a:pt x="1100776" y="714070"/>
                </a:lnTo>
                <a:lnTo>
                  <a:pt x="1099090" y="732958"/>
                </a:lnTo>
                <a:lnTo>
                  <a:pt x="1097404" y="751856"/>
                </a:lnTo>
                <a:lnTo>
                  <a:pt x="1095718" y="770753"/>
                </a:lnTo>
                <a:lnTo>
                  <a:pt x="1094032" y="789651"/>
                </a:lnTo>
                <a:lnTo>
                  <a:pt x="1075658" y="792309"/>
                </a:lnTo>
                <a:lnTo>
                  <a:pt x="1056818" y="794528"/>
                </a:lnTo>
                <a:lnTo>
                  <a:pt x="1037977" y="796738"/>
                </a:lnTo>
                <a:lnTo>
                  <a:pt x="1019137" y="798947"/>
                </a:lnTo>
                <a:lnTo>
                  <a:pt x="1000296" y="801157"/>
                </a:lnTo>
                <a:lnTo>
                  <a:pt x="981456" y="803367"/>
                </a:lnTo>
                <a:lnTo>
                  <a:pt x="962616" y="805586"/>
                </a:lnTo>
                <a:lnTo>
                  <a:pt x="943775" y="807796"/>
                </a:lnTo>
                <a:lnTo>
                  <a:pt x="924925" y="810006"/>
                </a:lnTo>
                <a:lnTo>
                  <a:pt x="906085" y="812216"/>
                </a:lnTo>
                <a:lnTo>
                  <a:pt x="887244" y="814426"/>
                </a:lnTo>
                <a:lnTo>
                  <a:pt x="868404" y="816645"/>
                </a:lnTo>
                <a:lnTo>
                  <a:pt x="849563" y="818855"/>
                </a:lnTo>
                <a:lnTo>
                  <a:pt x="830723" y="821065"/>
                </a:lnTo>
                <a:lnTo>
                  <a:pt x="811882" y="823274"/>
                </a:lnTo>
                <a:lnTo>
                  <a:pt x="793042" y="825484"/>
                </a:lnTo>
                <a:lnTo>
                  <a:pt x="774202" y="827703"/>
                </a:lnTo>
                <a:lnTo>
                  <a:pt x="755361" y="829913"/>
                </a:lnTo>
                <a:lnTo>
                  <a:pt x="736521" y="832123"/>
                </a:lnTo>
                <a:lnTo>
                  <a:pt x="717680" y="834333"/>
                </a:lnTo>
                <a:lnTo>
                  <a:pt x="698840" y="836543"/>
                </a:lnTo>
                <a:lnTo>
                  <a:pt x="679999" y="838762"/>
                </a:lnTo>
                <a:lnTo>
                  <a:pt x="661159" y="840972"/>
                </a:lnTo>
                <a:lnTo>
                  <a:pt x="642318" y="843182"/>
                </a:lnTo>
                <a:lnTo>
                  <a:pt x="623478" y="845391"/>
                </a:lnTo>
                <a:lnTo>
                  <a:pt x="604628" y="847611"/>
                </a:lnTo>
                <a:lnTo>
                  <a:pt x="585788" y="849821"/>
                </a:lnTo>
                <a:lnTo>
                  <a:pt x="566947" y="852030"/>
                </a:lnTo>
                <a:lnTo>
                  <a:pt x="548107" y="854240"/>
                </a:lnTo>
                <a:lnTo>
                  <a:pt x="529266" y="856450"/>
                </a:lnTo>
                <a:lnTo>
                  <a:pt x="510426" y="858669"/>
                </a:lnTo>
                <a:lnTo>
                  <a:pt x="491585" y="860879"/>
                </a:lnTo>
                <a:lnTo>
                  <a:pt x="472745" y="863089"/>
                </a:lnTo>
                <a:lnTo>
                  <a:pt x="453904" y="865299"/>
                </a:lnTo>
                <a:lnTo>
                  <a:pt x="435064" y="867508"/>
                </a:lnTo>
                <a:lnTo>
                  <a:pt x="416223" y="869728"/>
                </a:lnTo>
                <a:lnTo>
                  <a:pt x="397383" y="871938"/>
                </a:lnTo>
                <a:lnTo>
                  <a:pt x="378543" y="874147"/>
                </a:lnTo>
                <a:lnTo>
                  <a:pt x="359702" y="876357"/>
                </a:lnTo>
                <a:lnTo>
                  <a:pt x="340862" y="878567"/>
                </a:lnTo>
                <a:lnTo>
                  <a:pt x="322021" y="880786"/>
                </a:lnTo>
                <a:lnTo>
                  <a:pt x="303181" y="882996"/>
                </a:lnTo>
                <a:lnTo>
                  <a:pt x="284340" y="885206"/>
                </a:lnTo>
                <a:lnTo>
                  <a:pt x="265490" y="887416"/>
                </a:lnTo>
                <a:lnTo>
                  <a:pt x="246650" y="889625"/>
                </a:lnTo>
                <a:lnTo>
                  <a:pt x="227809" y="891845"/>
                </a:lnTo>
                <a:lnTo>
                  <a:pt x="208969" y="894055"/>
                </a:lnTo>
                <a:lnTo>
                  <a:pt x="190129" y="896264"/>
                </a:lnTo>
                <a:lnTo>
                  <a:pt x="171288" y="898474"/>
                </a:lnTo>
                <a:lnTo>
                  <a:pt x="152448" y="900694"/>
                </a:lnTo>
                <a:lnTo>
                  <a:pt x="133607" y="902903"/>
                </a:lnTo>
                <a:lnTo>
                  <a:pt x="114767" y="905113"/>
                </a:lnTo>
                <a:lnTo>
                  <a:pt x="95926" y="907323"/>
                </a:lnTo>
                <a:lnTo>
                  <a:pt x="77086" y="909533"/>
                </a:lnTo>
                <a:lnTo>
                  <a:pt x="58245" y="911752"/>
                </a:lnTo>
                <a:lnTo>
                  <a:pt x="39405" y="913962"/>
                </a:lnTo>
                <a:lnTo>
                  <a:pt x="20564" y="916172"/>
                </a:lnTo>
                <a:lnTo>
                  <a:pt x="1724" y="918381"/>
                </a:lnTo>
                <a:lnTo>
                  <a:pt x="0" y="902970"/>
                </a:lnTo>
                <a:lnTo>
                  <a:pt x="1657" y="884072"/>
                </a:lnTo>
                <a:lnTo>
                  <a:pt x="3324" y="865175"/>
                </a:lnTo>
                <a:lnTo>
                  <a:pt x="4982" y="846277"/>
                </a:lnTo>
                <a:lnTo>
                  <a:pt x="6648" y="827380"/>
                </a:lnTo>
                <a:lnTo>
                  <a:pt x="8306" y="808482"/>
                </a:lnTo>
                <a:lnTo>
                  <a:pt x="9973" y="789584"/>
                </a:lnTo>
                <a:lnTo>
                  <a:pt x="11630" y="770687"/>
                </a:lnTo>
                <a:lnTo>
                  <a:pt x="13297" y="751789"/>
                </a:lnTo>
                <a:lnTo>
                  <a:pt x="14954" y="732892"/>
                </a:lnTo>
                <a:lnTo>
                  <a:pt x="16621" y="713994"/>
                </a:lnTo>
                <a:lnTo>
                  <a:pt x="18278" y="695096"/>
                </a:lnTo>
                <a:lnTo>
                  <a:pt x="19945" y="676199"/>
                </a:lnTo>
                <a:lnTo>
                  <a:pt x="21603" y="657301"/>
                </a:lnTo>
                <a:lnTo>
                  <a:pt x="23270" y="638404"/>
                </a:lnTo>
                <a:lnTo>
                  <a:pt x="24927" y="619506"/>
                </a:lnTo>
                <a:lnTo>
                  <a:pt x="26594" y="600608"/>
                </a:lnTo>
                <a:lnTo>
                  <a:pt x="28251" y="581711"/>
                </a:lnTo>
                <a:lnTo>
                  <a:pt x="29918" y="562813"/>
                </a:lnTo>
                <a:lnTo>
                  <a:pt x="31575" y="543916"/>
                </a:lnTo>
                <a:lnTo>
                  <a:pt x="33242" y="525018"/>
                </a:lnTo>
                <a:lnTo>
                  <a:pt x="34900" y="506120"/>
                </a:lnTo>
                <a:lnTo>
                  <a:pt x="36566" y="487223"/>
                </a:lnTo>
                <a:lnTo>
                  <a:pt x="38224" y="468325"/>
                </a:lnTo>
                <a:lnTo>
                  <a:pt x="39891" y="449428"/>
                </a:lnTo>
                <a:lnTo>
                  <a:pt x="41548" y="430530"/>
                </a:lnTo>
                <a:lnTo>
                  <a:pt x="43215" y="411632"/>
                </a:lnTo>
                <a:lnTo>
                  <a:pt x="44872" y="392735"/>
                </a:lnTo>
                <a:lnTo>
                  <a:pt x="46539" y="373837"/>
                </a:lnTo>
                <a:lnTo>
                  <a:pt x="48196" y="354940"/>
                </a:lnTo>
                <a:lnTo>
                  <a:pt x="49863" y="336042"/>
                </a:lnTo>
                <a:lnTo>
                  <a:pt x="51521" y="317144"/>
                </a:lnTo>
                <a:lnTo>
                  <a:pt x="53188" y="298247"/>
                </a:lnTo>
                <a:lnTo>
                  <a:pt x="54845" y="279349"/>
                </a:lnTo>
                <a:lnTo>
                  <a:pt x="56512" y="260452"/>
                </a:lnTo>
                <a:lnTo>
                  <a:pt x="58169" y="241554"/>
                </a:lnTo>
                <a:lnTo>
                  <a:pt x="59836" y="222656"/>
                </a:lnTo>
                <a:lnTo>
                  <a:pt x="61493" y="203759"/>
                </a:lnTo>
                <a:lnTo>
                  <a:pt x="63160" y="184861"/>
                </a:lnTo>
                <a:lnTo>
                  <a:pt x="64818" y="165964"/>
                </a:lnTo>
                <a:lnTo>
                  <a:pt x="66485" y="147066"/>
                </a:lnTo>
                <a:lnTo>
                  <a:pt x="68142" y="128168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A558D23F-F21A-478D-A027-9D415F38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468616"/>
            <a:ext cx="565785" cy="538677"/>
          </a:xfrm>
          <a:custGeom xmlns:a="http://schemas.openxmlformats.org/drawingml/2006/main">
            <a:pathLst>
              <a:path w="565785" h="538677">
                <a:moveTo>
                  <a:pt x="0" y="538677"/>
                </a:moveTo>
                <a:lnTo>
                  <a:pt x="0" y="519713"/>
                </a:lnTo>
                <a:lnTo>
                  <a:pt x="0" y="500748"/>
                </a:lnTo>
                <a:lnTo>
                  <a:pt x="0" y="481784"/>
                </a:lnTo>
                <a:lnTo>
                  <a:pt x="0" y="462820"/>
                </a:lnTo>
                <a:lnTo>
                  <a:pt x="0" y="443855"/>
                </a:lnTo>
                <a:lnTo>
                  <a:pt x="0" y="424891"/>
                </a:lnTo>
                <a:lnTo>
                  <a:pt x="0" y="405917"/>
                </a:lnTo>
                <a:lnTo>
                  <a:pt x="0" y="386953"/>
                </a:lnTo>
                <a:lnTo>
                  <a:pt x="0" y="367989"/>
                </a:lnTo>
                <a:lnTo>
                  <a:pt x="0" y="349025"/>
                </a:lnTo>
                <a:lnTo>
                  <a:pt x="0" y="330060"/>
                </a:lnTo>
                <a:lnTo>
                  <a:pt x="0" y="311096"/>
                </a:lnTo>
                <a:lnTo>
                  <a:pt x="0" y="292132"/>
                </a:lnTo>
                <a:lnTo>
                  <a:pt x="0" y="273167"/>
                </a:lnTo>
                <a:lnTo>
                  <a:pt x="0" y="254203"/>
                </a:lnTo>
                <a:lnTo>
                  <a:pt x="0" y="235239"/>
                </a:lnTo>
                <a:lnTo>
                  <a:pt x="0" y="216265"/>
                </a:lnTo>
                <a:lnTo>
                  <a:pt x="0" y="197301"/>
                </a:lnTo>
                <a:lnTo>
                  <a:pt x="0" y="178337"/>
                </a:lnTo>
                <a:lnTo>
                  <a:pt x="15650" y="170850"/>
                </a:lnTo>
                <a:lnTo>
                  <a:pt x="33738" y="165154"/>
                </a:lnTo>
                <a:lnTo>
                  <a:pt x="51826" y="159458"/>
                </a:lnTo>
                <a:lnTo>
                  <a:pt x="69914" y="153762"/>
                </a:lnTo>
                <a:lnTo>
                  <a:pt x="88001" y="148066"/>
                </a:lnTo>
                <a:lnTo>
                  <a:pt x="106099" y="142380"/>
                </a:lnTo>
                <a:lnTo>
                  <a:pt x="124187" y="136684"/>
                </a:lnTo>
                <a:lnTo>
                  <a:pt x="142275" y="130988"/>
                </a:lnTo>
                <a:lnTo>
                  <a:pt x="160363" y="125292"/>
                </a:lnTo>
                <a:lnTo>
                  <a:pt x="178451" y="119596"/>
                </a:lnTo>
                <a:lnTo>
                  <a:pt x="196548" y="113900"/>
                </a:lnTo>
                <a:lnTo>
                  <a:pt x="214636" y="108204"/>
                </a:lnTo>
                <a:lnTo>
                  <a:pt x="232724" y="102508"/>
                </a:lnTo>
                <a:lnTo>
                  <a:pt x="250812" y="96812"/>
                </a:lnTo>
                <a:lnTo>
                  <a:pt x="268910" y="91116"/>
                </a:lnTo>
                <a:lnTo>
                  <a:pt x="286998" y="85430"/>
                </a:lnTo>
                <a:lnTo>
                  <a:pt x="305086" y="79734"/>
                </a:lnTo>
                <a:lnTo>
                  <a:pt x="323174" y="74038"/>
                </a:lnTo>
                <a:lnTo>
                  <a:pt x="341262" y="68342"/>
                </a:lnTo>
                <a:lnTo>
                  <a:pt x="359359" y="62646"/>
                </a:lnTo>
                <a:lnTo>
                  <a:pt x="377447" y="56950"/>
                </a:lnTo>
                <a:lnTo>
                  <a:pt x="395535" y="51254"/>
                </a:lnTo>
                <a:lnTo>
                  <a:pt x="413623" y="45558"/>
                </a:lnTo>
                <a:lnTo>
                  <a:pt x="431711" y="39862"/>
                </a:lnTo>
                <a:lnTo>
                  <a:pt x="449809" y="34166"/>
                </a:lnTo>
                <a:lnTo>
                  <a:pt x="467897" y="28480"/>
                </a:lnTo>
                <a:lnTo>
                  <a:pt x="485985" y="22784"/>
                </a:lnTo>
                <a:lnTo>
                  <a:pt x="504073" y="17088"/>
                </a:lnTo>
                <a:lnTo>
                  <a:pt x="522161" y="11392"/>
                </a:lnTo>
                <a:lnTo>
                  <a:pt x="540258" y="5696"/>
                </a:lnTo>
                <a:lnTo>
                  <a:pt x="558346" y="0"/>
                </a:lnTo>
                <a:lnTo>
                  <a:pt x="565785" y="8820"/>
                </a:lnTo>
                <a:lnTo>
                  <a:pt x="565785" y="27784"/>
                </a:lnTo>
                <a:lnTo>
                  <a:pt x="565785" y="46758"/>
                </a:lnTo>
                <a:lnTo>
                  <a:pt x="565785" y="65723"/>
                </a:lnTo>
                <a:lnTo>
                  <a:pt x="565785" y="84687"/>
                </a:lnTo>
                <a:lnTo>
                  <a:pt x="565785" y="103651"/>
                </a:lnTo>
                <a:lnTo>
                  <a:pt x="565785" y="122615"/>
                </a:lnTo>
                <a:lnTo>
                  <a:pt x="565785" y="141580"/>
                </a:lnTo>
                <a:lnTo>
                  <a:pt x="565785" y="160544"/>
                </a:lnTo>
                <a:lnTo>
                  <a:pt x="565785" y="179508"/>
                </a:lnTo>
                <a:lnTo>
                  <a:pt x="565785" y="198472"/>
                </a:lnTo>
                <a:lnTo>
                  <a:pt x="565785" y="217437"/>
                </a:lnTo>
                <a:lnTo>
                  <a:pt x="565785" y="236411"/>
                </a:lnTo>
                <a:lnTo>
                  <a:pt x="565785" y="255375"/>
                </a:lnTo>
                <a:lnTo>
                  <a:pt x="565785" y="274339"/>
                </a:lnTo>
                <a:lnTo>
                  <a:pt x="565785" y="293303"/>
                </a:lnTo>
                <a:lnTo>
                  <a:pt x="565785" y="312268"/>
                </a:lnTo>
                <a:lnTo>
                  <a:pt x="565785" y="331232"/>
                </a:lnTo>
                <a:lnTo>
                  <a:pt x="554012" y="341881"/>
                </a:lnTo>
                <a:lnTo>
                  <a:pt x="536134" y="348234"/>
                </a:lnTo>
                <a:lnTo>
                  <a:pt x="518265" y="354578"/>
                </a:lnTo>
                <a:lnTo>
                  <a:pt x="500396" y="360931"/>
                </a:lnTo>
                <a:lnTo>
                  <a:pt x="482527" y="367274"/>
                </a:lnTo>
                <a:lnTo>
                  <a:pt x="464649" y="373628"/>
                </a:lnTo>
                <a:lnTo>
                  <a:pt x="446780" y="379971"/>
                </a:lnTo>
                <a:lnTo>
                  <a:pt x="428911" y="386324"/>
                </a:lnTo>
                <a:lnTo>
                  <a:pt x="411042" y="392668"/>
                </a:lnTo>
                <a:lnTo>
                  <a:pt x="393163" y="399021"/>
                </a:lnTo>
                <a:lnTo>
                  <a:pt x="375295" y="405365"/>
                </a:lnTo>
                <a:lnTo>
                  <a:pt x="357426" y="411718"/>
                </a:lnTo>
                <a:lnTo>
                  <a:pt x="339557" y="418062"/>
                </a:lnTo>
                <a:lnTo>
                  <a:pt x="321678" y="424415"/>
                </a:lnTo>
                <a:lnTo>
                  <a:pt x="303809" y="430759"/>
                </a:lnTo>
                <a:lnTo>
                  <a:pt x="285941" y="437112"/>
                </a:lnTo>
                <a:lnTo>
                  <a:pt x="268072" y="443455"/>
                </a:lnTo>
                <a:lnTo>
                  <a:pt x="250193" y="449799"/>
                </a:lnTo>
                <a:lnTo>
                  <a:pt x="232324" y="456152"/>
                </a:lnTo>
                <a:lnTo>
                  <a:pt x="214455" y="462496"/>
                </a:lnTo>
                <a:lnTo>
                  <a:pt x="196586" y="468849"/>
                </a:lnTo>
                <a:lnTo>
                  <a:pt x="178708" y="475193"/>
                </a:lnTo>
                <a:lnTo>
                  <a:pt x="160839" y="481546"/>
                </a:lnTo>
                <a:lnTo>
                  <a:pt x="142970" y="487890"/>
                </a:lnTo>
                <a:lnTo>
                  <a:pt x="125101" y="494243"/>
                </a:lnTo>
                <a:lnTo>
                  <a:pt x="107223" y="500586"/>
                </a:lnTo>
                <a:lnTo>
                  <a:pt x="89354" y="506940"/>
                </a:lnTo>
                <a:lnTo>
                  <a:pt x="71485" y="513283"/>
                </a:lnTo>
                <a:lnTo>
                  <a:pt x="53616" y="519636"/>
                </a:lnTo>
                <a:lnTo>
                  <a:pt x="35747" y="525980"/>
                </a:lnTo>
                <a:lnTo>
                  <a:pt x="17869" y="532333"/>
                </a:lnTo>
                <a:lnTo>
                  <a:pt x="0" y="53867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E77617B-E6BD-42EE-86FB-178A7903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6418" y="4806315"/>
            <a:ext cx="1885217" cy="200978"/>
          </a:xfrm>
          <a:custGeom xmlns:a="http://schemas.openxmlformats.org/drawingml/2006/main">
            <a:pathLst>
              <a:path w="1885217" h="200978">
                <a:moveTo>
                  <a:pt x="0" y="200978"/>
                </a:moveTo>
                <a:lnTo>
                  <a:pt x="18964" y="200978"/>
                </a:lnTo>
                <a:lnTo>
                  <a:pt x="37938" y="200978"/>
                </a:lnTo>
                <a:lnTo>
                  <a:pt x="56902" y="200978"/>
                </a:lnTo>
                <a:lnTo>
                  <a:pt x="75867" y="200978"/>
                </a:lnTo>
                <a:lnTo>
                  <a:pt x="94840" y="200978"/>
                </a:lnTo>
                <a:lnTo>
                  <a:pt x="113805" y="200978"/>
                </a:lnTo>
                <a:lnTo>
                  <a:pt x="132769" y="200978"/>
                </a:lnTo>
                <a:lnTo>
                  <a:pt x="151733" y="200978"/>
                </a:lnTo>
                <a:lnTo>
                  <a:pt x="170707" y="200978"/>
                </a:lnTo>
                <a:lnTo>
                  <a:pt x="189671" y="200978"/>
                </a:lnTo>
                <a:lnTo>
                  <a:pt x="208636" y="200978"/>
                </a:lnTo>
                <a:lnTo>
                  <a:pt x="227609" y="200978"/>
                </a:lnTo>
                <a:lnTo>
                  <a:pt x="246574" y="200978"/>
                </a:lnTo>
                <a:lnTo>
                  <a:pt x="265538" y="200978"/>
                </a:lnTo>
                <a:lnTo>
                  <a:pt x="284512" y="200978"/>
                </a:lnTo>
                <a:lnTo>
                  <a:pt x="303476" y="200978"/>
                </a:lnTo>
                <a:lnTo>
                  <a:pt x="322440" y="200978"/>
                </a:lnTo>
                <a:lnTo>
                  <a:pt x="341405" y="200978"/>
                </a:lnTo>
                <a:lnTo>
                  <a:pt x="360378" y="200978"/>
                </a:lnTo>
                <a:lnTo>
                  <a:pt x="379343" y="200978"/>
                </a:lnTo>
                <a:lnTo>
                  <a:pt x="398307" y="200978"/>
                </a:lnTo>
                <a:lnTo>
                  <a:pt x="417281" y="200978"/>
                </a:lnTo>
                <a:lnTo>
                  <a:pt x="436245" y="200978"/>
                </a:lnTo>
                <a:lnTo>
                  <a:pt x="455209" y="200978"/>
                </a:lnTo>
                <a:lnTo>
                  <a:pt x="474183" y="200978"/>
                </a:lnTo>
                <a:lnTo>
                  <a:pt x="493147" y="200978"/>
                </a:lnTo>
                <a:lnTo>
                  <a:pt x="512112" y="200978"/>
                </a:lnTo>
                <a:lnTo>
                  <a:pt x="531085" y="200978"/>
                </a:lnTo>
                <a:lnTo>
                  <a:pt x="550050" y="200978"/>
                </a:lnTo>
                <a:lnTo>
                  <a:pt x="569014" y="200978"/>
                </a:lnTo>
                <a:lnTo>
                  <a:pt x="587978" y="200978"/>
                </a:lnTo>
                <a:lnTo>
                  <a:pt x="606952" y="200978"/>
                </a:lnTo>
                <a:lnTo>
                  <a:pt x="625916" y="200978"/>
                </a:lnTo>
                <a:lnTo>
                  <a:pt x="644881" y="200978"/>
                </a:lnTo>
                <a:lnTo>
                  <a:pt x="663854" y="200978"/>
                </a:lnTo>
                <a:lnTo>
                  <a:pt x="682819" y="200978"/>
                </a:lnTo>
                <a:lnTo>
                  <a:pt x="701783" y="200978"/>
                </a:lnTo>
                <a:lnTo>
                  <a:pt x="720757" y="200978"/>
                </a:lnTo>
                <a:lnTo>
                  <a:pt x="739721" y="200978"/>
                </a:lnTo>
                <a:lnTo>
                  <a:pt x="758685" y="200978"/>
                </a:lnTo>
                <a:lnTo>
                  <a:pt x="777650" y="200978"/>
                </a:lnTo>
                <a:lnTo>
                  <a:pt x="796623" y="200978"/>
                </a:lnTo>
                <a:lnTo>
                  <a:pt x="815588" y="200978"/>
                </a:lnTo>
                <a:lnTo>
                  <a:pt x="834552" y="200978"/>
                </a:lnTo>
                <a:lnTo>
                  <a:pt x="853526" y="200978"/>
                </a:lnTo>
                <a:lnTo>
                  <a:pt x="872490" y="200978"/>
                </a:lnTo>
                <a:lnTo>
                  <a:pt x="891454" y="200978"/>
                </a:lnTo>
                <a:lnTo>
                  <a:pt x="910428" y="200978"/>
                </a:lnTo>
                <a:lnTo>
                  <a:pt x="929392" y="200978"/>
                </a:lnTo>
                <a:lnTo>
                  <a:pt x="948357" y="200978"/>
                </a:lnTo>
                <a:lnTo>
                  <a:pt x="967321" y="200978"/>
                </a:lnTo>
                <a:lnTo>
                  <a:pt x="986295" y="200978"/>
                </a:lnTo>
                <a:lnTo>
                  <a:pt x="1005259" y="200978"/>
                </a:lnTo>
                <a:lnTo>
                  <a:pt x="1024223" y="200978"/>
                </a:lnTo>
                <a:lnTo>
                  <a:pt x="1043197" y="200978"/>
                </a:lnTo>
                <a:lnTo>
                  <a:pt x="1062161" y="200978"/>
                </a:lnTo>
                <a:lnTo>
                  <a:pt x="1081126" y="200978"/>
                </a:lnTo>
                <a:lnTo>
                  <a:pt x="1100099" y="200978"/>
                </a:lnTo>
                <a:lnTo>
                  <a:pt x="1119064" y="200978"/>
                </a:lnTo>
                <a:lnTo>
                  <a:pt x="1138028" y="200978"/>
                </a:lnTo>
                <a:lnTo>
                  <a:pt x="1157002" y="200978"/>
                </a:lnTo>
                <a:lnTo>
                  <a:pt x="1175966" y="200978"/>
                </a:lnTo>
                <a:lnTo>
                  <a:pt x="1194930" y="200978"/>
                </a:lnTo>
                <a:lnTo>
                  <a:pt x="1213895" y="200978"/>
                </a:lnTo>
                <a:lnTo>
                  <a:pt x="1232868" y="200978"/>
                </a:lnTo>
                <a:lnTo>
                  <a:pt x="1251833" y="200978"/>
                </a:lnTo>
                <a:lnTo>
                  <a:pt x="1270797" y="200978"/>
                </a:lnTo>
                <a:lnTo>
                  <a:pt x="1289771" y="200978"/>
                </a:lnTo>
                <a:lnTo>
                  <a:pt x="1308735" y="200978"/>
                </a:lnTo>
                <a:lnTo>
                  <a:pt x="1327652" y="200682"/>
                </a:lnTo>
                <a:lnTo>
                  <a:pt x="1345521" y="194339"/>
                </a:lnTo>
                <a:lnTo>
                  <a:pt x="1363399" y="187985"/>
                </a:lnTo>
                <a:lnTo>
                  <a:pt x="1381268" y="181642"/>
                </a:lnTo>
                <a:lnTo>
                  <a:pt x="1399146" y="175289"/>
                </a:lnTo>
                <a:lnTo>
                  <a:pt x="1417015" y="168945"/>
                </a:lnTo>
                <a:lnTo>
                  <a:pt x="1434894" y="162592"/>
                </a:lnTo>
                <a:lnTo>
                  <a:pt x="1452763" y="156248"/>
                </a:lnTo>
                <a:lnTo>
                  <a:pt x="1470631" y="149895"/>
                </a:lnTo>
                <a:lnTo>
                  <a:pt x="1488510" y="143551"/>
                </a:lnTo>
                <a:lnTo>
                  <a:pt x="1506379" y="137198"/>
                </a:lnTo>
                <a:lnTo>
                  <a:pt x="1524257" y="130845"/>
                </a:lnTo>
                <a:lnTo>
                  <a:pt x="1542126" y="124501"/>
                </a:lnTo>
                <a:lnTo>
                  <a:pt x="1560005" y="118148"/>
                </a:lnTo>
                <a:lnTo>
                  <a:pt x="1577873" y="111804"/>
                </a:lnTo>
                <a:lnTo>
                  <a:pt x="1595752" y="105451"/>
                </a:lnTo>
                <a:lnTo>
                  <a:pt x="1613621" y="99108"/>
                </a:lnTo>
                <a:lnTo>
                  <a:pt x="1631490" y="92754"/>
                </a:lnTo>
                <a:lnTo>
                  <a:pt x="1649368" y="86411"/>
                </a:lnTo>
                <a:lnTo>
                  <a:pt x="1667237" y="80058"/>
                </a:lnTo>
                <a:lnTo>
                  <a:pt x="1685115" y="73714"/>
                </a:lnTo>
                <a:lnTo>
                  <a:pt x="1702984" y="67361"/>
                </a:lnTo>
                <a:lnTo>
                  <a:pt x="1720863" y="61008"/>
                </a:lnTo>
                <a:lnTo>
                  <a:pt x="1738732" y="54664"/>
                </a:lnTo>
                <a:lnTo>
                  <a:pt x="1756600" y="48311"/>
                </a:lnTo>
                <a:lnTo>
                  <a:pt x="1774479" y="41967"/>
                </a:lnTo>
                <a:lnTo>
                  <a:pt x="1792348" y="35614"/>
                </a:lnTo>
                <a:lnTo>
                  <a:pt x="1810226" y="29270"/>
                </a:lnTo>
                <a:lnTo>
                  <a:pt x="1828095" y="22917"/>
                </a:lnTo>
                <a:lnTo>
                  <a:pt x="1845974" y="16574"/>
                </a:lnTo>
                <a:lnTo>
                  <a:pt x="1863842" y="10220"/>
                </a:lnTo>
                <a:lnTo>
                  <a:pt x="1881711" y="3877"/>
                </a:lnTo>
                <a:lnTo>
                  <a:pt x="1885217" y="0"/>
                </a:lnTo>
                <a:lnTo>
                  <a:pt x="1866252" y="0"/>
                </a:lnTo>
                <a:lnTo>
                  <a:pt x="1847288" y="0"/>
                </a:lnTo>
                <a:lnTo>
                  <a:pt x="1828314" y="0"/>
                </a:lnTo>
                <a:lnTo>
                  <a:pt x="1809350" y="0"/>
                </a:lnTo>
                <a:lnTo>
                  <a:pt x="1790386" y="0"/>
                </a:lnTo>
                <a:lnTo>
                  <a:pt x="1771412" y="0"/>
                </a:lnTo>
                <a:lnTo>
                  <a:pt x="1752448" y="0"/>
                </a:lnTo>
                <a:lnTo>
                  <a:pt x="1733483" y="0"/>
                </a:lnTo>
                <a:lnTo>
                  <a:pt x="1714519" y="0"/>
                </a:lnTo>
                <a:lnTo>
                  <a:pt x="1695545" y="0"/>
                </a:lnTo>
                <a:lnTo>
                  <a:pt x="1676581" y="0"/>
                </a:lnTo>
                <a:lnTo>
                  <a:pt x="1657617" y="0"/>
                </a:lnTo>
                <a:lnTo>
                  <a:pt x="1638643" y="0"/>
                </a:lnTo>
                <a:lnTo>
                  <a:pt x="1619679" y="0"/>
                </a:lnTo>
                <a:lnTo>
                  <a:pt x="1600714" y="0"/>
                </a:lnTo>
                <a:lnTo>
                  <a:pt x="1581741" y="0"/>
                </a:lnTo>
                <a:lnTo>
                  <a:pt x="1562776" y="0"/>
                </a:lnTo>
                <a:lnTo>
                  <a:pt x="1543812" y="0"/>
                </a:lnTo>
                <a:lnTo>
                  <a:pt x="1524848" y="0"/>
                </a:lnTo>
                <a:lnTo>
                  <a:pt x="1505874" y="0"/>
                </a:lnTo>
                <a:lnTo>
                  <a:pt x="1486910" y="0"/>
                </a:lnTo>
                <a:lnTo>
                  <a:pt x="1467945" y="0"/>
                </a:lnTo>
                <a:lnTo>
                  <a:pt x="1448972" y="0"/>
                </a:lnTo>
                <a:lnTo>
                  <a:pt x="1430007" y="0"/>
                </a:lnTo>
                <a:lnTo>
                  <a:pt x="1411043" y="0"/>
                </a:lnTo>
                <a:lnTo>
                  <a:pt x="1392069" y="0"/>
                </a:lnTo>
                <a:lnTo>
                  <a:pt x="1373105" y="0"/>
                </a:lnTo>
                <a:lnTo>
                  <a:pt x="1354141" y="0"/>
                </a:lnTo>
                <a:lnTo>
                  <a:pt x="1335167" y="0"/>
                </a:lnTo>
                <a:lnTo>
                  <a:pt x="1316203" y="0"/>
                </a:lnTo>
                <a:lnTo>
                  <a:pt x="1297238" y="0"/>
                </a:lnTo>
                <a:lnTo>
                  <a:pt x="1278274" y="0"/>
                </a:lnTo>
                <a:lnTo>
                  <a:pt x="1259300" y="0"/>
                </a:lnTo>
                <a:lnTo>
                  <a:pt x="1240336" y="0"/>
                </a:lnTo>
                <a:lnTo>
                  <a:pt x="1221372" y="0"/>
                </a:lnTo>
                <a:lnTo>
                  <a:pt x="1202398" y="0"/>
                </a:lnTo>
                <a:lnTo>
                  <a:pt x="1183434" y="0"/>
                </a:lnTo>
                <a:lnTo>
                  <a:pt x="1164469" y="0"/>
                </a:lnTo>
                <a:lnTo>
                  <a:pt x="1145496" y="0"/>
                </a:lnTo>
                <a:lnTo>
                  <a:pt x="1126531" y="0"/>
                </a:lnTo>
                <a:lnTo>
                  <a:pt x="1107567" y="0"/>
                </a:lnTo>
                <a:lnTo>
                  <a:pt x="1088603" y="0"/>
                </a:lnTo>
                <a:lnTo>
                  <a:pt x="1069629" y="0"/>
                </a:lnTo>
                <a:lnTo>
                  <a:pt x="1050665" y="0"/>
                </a:lnTo>
                <a:lnTo>
                  <a:pt x="1031700" y="0"/>
                </a:lnTo>
                <a:lnTo>
                  <a:pt x="1012727" y="0"/>
                </a:lnTo>
                <a:lnTo>
                  <a:pt x="993762" y="0"/>
                </a:lnTo>
                <a:lnTo>
                  <a:pt x="974798" y="0"/>
                </a:lnTo>
                <a:lnTo>
                  <a:pt x="955824" y="0"/>
                </a:lnTo>
                <a:lnTo>
                  <a:pt x="936860" y="0"/>
                </a:lnTo>
                <a:lnTo>
                  <a:pt x="917896" y="0"/>
                </a:lnTo>
                <a:lnTo>
                  <a:pt x="898922" y="0"/>
                </a:lnTo>
                <a:lnTo>
                  <a:pt x="879958" y="0"/>
                </a:lnTo>
                <a:lnTo>
                  <a:pt x="860993" y="0"/>
                </a:lnTo>
                <a:lnTo>
                  <a:pt x="842029" y="0"/>
                </a:lnTo>
                <a:lnTo>
                  <a:pt x="823055" y="0"/>
                </a:lnTo>
                <a:lnTo>
                  <a:pt x="804091" y="0"/>
                </a:lnTo>
                <a:lnTo>
                  <a:pt x="785127" y="0"/>
                </a:lnTo>
                <a:lnTo>
                  <a:pt x="766153" y="0"/>
                </a:lnTo>
                <a:lnTo>
                  <a:pt x="747189" y="0"/>
                </a:lnTo>
                <a:lnTo>
                  <a:pt x="728224" y="0"/>
                </a:lnTo>
                <a:lnTo>
                  <a:pt x="709251" y="0"/>
                </a:lnTo>
                <a:lnTo>
                  <a:pt x="690286" y="0"/>
                </a:lnTo>
                <a:lnTo>
                  <a:pt x="671322" y="0"/>
                </a:lnTo>
                <a:lnTo>
                  <a:pt x="652358" y="0"/>
                </a:lnTo>
                <a:lnTo>
                  <a:pt x="634032" y="4239"/>
                </a:lnTo>
                <a:lnTo>
                  <a:pt x="615915" y="9858"/>
                </a:lnTo>
                <a:lnTo>
                  <a:pt x="597799" y="15488"/>
                </a:lnTo>
                <a:lnTo>
                  <a:pt x="579682" y="21107"/>
                </a:lnTo>
                <a:lnTo>
                  <a:pt x="561565" y="26727"/>
                </a:lnTo>
                <a:lnTo>
                  <a:pt x="543449" y="32347"/>
                </a:lnTo>
                <a:lnTo>
                  <a:pt x="525342" y="37967"/>
                </a:lnTo>
                <a:lnTo>
                  <a:pt x="507225" y="43586"/>
                </a:lnTo>
                <a:lnTo>
                  <a:pt x="489109" y="49206"/>
                </a:lnTo>
                <a:lnTo>
                  <a:pt x="470992" y="54835"/>
                </a:lnTo>
                <a:lnTo>
                  <a:pt x="452876" y="60455"/>
                </a:lnTo>
                <a:lnTo>
                  <a:pt x="434759" y="66075"/>
                </a:lnTo>
                <a:lnTo>
                  <a:pt x="416652" y="71695"/>
                </a:lnTo>
                <a:lnTo>
                  <a:pt x="398536" y="77314"/>
                </a:lnTo>
                <a:lnTo>
                  <a:pt x="380419" y="82934"/>
                </a:lnTo>
                <a:lnTo>
                  <a:pt x="362302" y="88554"/>
                </a:lnTo>
                <a:lnTo>
                  <a:pt x="344186" y="94174"/>
                </a:lnTo>
                <a:lnTo>
                  <a:pt x="326069" y="99803"/>
                </a:lnTo>
                <a:lnTo>
                  <a:pt x="307953" y="105423"/>
                </a:lnTo>
                <a:lnTo>
                  <a:pt x="289846" y="111042"/>
                </a:lnTo>
                <a:lnTo>
                  <a:pt x="271729" y="116662"/>
                </a:lnTo>
                <a:lnTo>
                  <a:pt x="253613" y="122282"/>
                </a:lnTo>
                <a:lnTo>
                  <a:pt x="235496" y="127902"/>
                </a:lnTo>
                <a:lnTo>
                  <a:pt x="217380" y="133521"/>
                </a:lnTo>
                <a:lnTo>
                  <a:pt x="199263" y="139151"/>
                </a:lnTo>
                <a:lnTo>
                  <a:pt x="181146" y="144770"/>
                </a:lnTo>
                <a:lnTo>
                  <a:pt x="163039" y="150390"/>
                </a:lnTo>
                <a:lnTo>
                  <a:pt x="144923" y="156010"/>
                </a:lnTo>
                <a:lnTo>
                  <a:pt x="126806" y="161630"/>
                </a:lnTo>
                <a:lnTo>
                  <a:pt x="108690" y="167249"/>
                </a:lnTo>
                <a:lnTo>
                  <a:pt x="90573" y="172869"/>
                </a:lnTo>
                <a:lnTo>
                  <a:pt x="72457" y="178489"/>
                </a:lnTo>
                <a:lnTo>
                  <a:pt x="54350" y="184118"/>
                </a:lnTo>
                <a:lnTo>
                  <a:pt x="36233" y="189738"/>
                </a:lnTo>
                <a:lnTo>
                  <a:pt x="18117" y="195358"/>
                </a:lnTo>
                <a:lnTo>
                  <a:pt x="0" y="20097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F34ACDA8-509B-4669-A2AD-0CCC4F3B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1193" y="4806315"/>
            <a:ext cx="1689735" cy="200978"/>
          </a:xfrm>
          <a:custGeom xmlns:a="http://schemas.openxmlformats.org/drawingml/2006/main">
            <a:pathLst>
              <a:path w="1689735" h="200978">
                <a:moveTo>
                  <a:pt x="0" y="200978"/>
                </a:moveTo>
                <a:lnTo>
                  <a:pt x="18945" y="200978"/>
                </a:lnTo>
                <a:lnTo>
                  <a:pt x="37890" y="200978"/>
                </a:lnTo>
                <a:lnTo>
                  <a:pt x="56836" y="200978"/>
                </a:lnTo>
                <a:lnTo>
                  <a:pt x="75781" y="200978"/>
                </a:lnTo>
                <a:lnTo>
                  <a:pt x="94726" y="200978"/>
                </a:lnTo>
                <a:lnTo>
                  <a:pt x="113671" y="200978"/>
                </a:lnTo>
                <a:lnTo>
                  <a:pt x="132617" y="200978"/>
                </a:lnTo>
                <a:lnTo>
                  <a:pt x="151562" y="200978"/>
                </a:lnTo>
                <a:lnTo>
                  <a:pt x="170507" y="200978"/>
                </a:lnTo>
                <a:lnTo>
                  <a:pt x="189452" y="200978"/>
                </a:lnTo>
                <a:lnTo>
                  <a:pt x="208397" y="200978"/>
                </a:lnTo>
                <a:lnTo>
                  <a:pt x="227343" y="200978"/>
                </a:lnTo>
                <a:lnTo>
                  <a:pt x="246288" y="200978"/>
                </a:lnTo>
                <a:lnTo>
                  <a:pt x="265233" y="200978"/>
                </a:lnTo>
                <a:lnTo>
                  <a:pt x="284178" y="200978"/>
                </a:lnTo>
                <a:lnTo>
                  <a:pt x="303124" y="200978"/>
                </a:lnTo>
                <a:lnTo>
                  <a:pt x="322059" y="200978"/>
                </a:lnTo>
                <a:lnTo>
                  <a:pt x="341005" y="200978"/>
                </a:lnTo>
                <a:lnTo>
                  <a:pt x="359950" y="200978"/>
                </a:lnTo>
                <a:lnTo>
                  <a:pt x="378895" y="200978"/>
                </a:lnTo>
                <a:lnTo>
                  <a:pt x="397840" y="200978"/>
                </a:lnTo>
                <a:lnTo>
                  <a:pt x="416785" y="200978"/>
                </a:lnTo>
                <a:lnTo>
                  <a:pt x="435731" y="200978"/>
                </a:lnTo>
                <a:lnTo>
                  <a:pt x="454676" y="200978"/>
                </a:lnTo>
                <a:lnTo>
                  <a:pt x="473621" y="200978"/>
                </a:lnTo>
                <a:lnTo>
                  <a:pt x="492566" y="200978"/>
                </a:lnTo>
                <a:lnTo>
                  <a:pt x="511512" y="200978"/>
                </a:lnTo>
                <a:lnTo>
                  <a:pt x="530457" y="200978"/>
                </a:lnTo>
                <a:lnTo>
                  <a:pt x="549402" y="200978"/>
                </a:lnTo>
                <a:lnTo>
                  <a:pt x="568347" y="200978"/>
                </a:lnTo>
                <a:lnTo>
                  <a:pt x="587292" y="200978"/>
                </a:lnTo>
                <a:lnTo>
                  <a:pt x="606238" y="200978"/>
                </a:lnTo>
                <a:lnTo>
                  <a:pt x="625183" y="200978"/>
                </a:lnTo>
                <a:lnTo>
                  <a:pt x="644128" y="200978"/>
                </a:lnTo>
                <a:lnTo>
                  <a:pt x="663073" y="200978"/>
                </a:lnTo>
                <a:lnTo>
                  <a:pt x="682019" y="200978"/>
                </a:lnTo>
                <a:lnTo>
                  <a:pt x="700964" y="200978"/>
                </a:lnTo>
                <a:lnTo>
                  <a:pt x="719909" y="200978"/>
                </a:lnTo>
                <a:lnTo>
                  <a:pt x="738854" y="200978"/>
                </a:lnTo>
                <a:lnTo>
                  <a:pt x="757799" y="200978"/>
                </a:lnTo>
                <a:lnTo>
                  <a:pt x="776745" y="200978"/>
                </a:lnTo>
                <a:lnTo>
                  <a:pt x="795690" y="200978"/>
                </a:lnTo>
                <a:lnTo>
                  <a:pt x="814635" y="200978"/>
                </a:lnTo>
                <a:lnTo>
                  <a:pt x="833580" y="200978"/>
                </a:lnTo>
                <a:lnTo>
                  <a:pt x="852526" y="200978"/>
                </a:lnTo>
                <a:lnTo>
                  <a:pt x="871471" y="200978"/>
                </a:lnTo>
                <a:lnTo>
                  <a:pt x="890416" y="200978"/>
                </a:lnTo>
                <a:lnTo>
                  <a:pt x="909361" y="200978"/>
                </a:lnTo>
                <a:lnTo>
                  <a:pt x="928306" y="200978"/>
                </a:lnTo>
                <a:lnTo>
                  <a:pt x="947252" y="200978"/>
                </a:lnTo>
                <a:lnTo>
                  <a:pt x="966187" y="200978"/>
                </a:lnTo>
                <a:lnTo>
                  <a:pt x="985133" y="200978"/>
                </a:lnTo>
                <a:lnTo>
                  <a:pt x="1004078" y="200978"/>
                </a:lnTo>
                <a:lnTo>
                  <a:pt x="1023023" y="200978"/>
                </a:lnTo>
                <a:lnTo>
                  <a:pt x="1041968" y="200978"/>
                </a:lnTo>
                <a:lnTo>
                  <a:pt x="1060914" y="200978"/>
                </a:lnTo>
                <a:lnTo>
                  <a:pt x="1079859" y="200978"/>
                </a:lnTo>
                <a:lnTo>
                  <a:pt x="1098804" y="200978"/>
                </a:lnTo>
                <a:lnTo>
                  <a:pt x="1117721" y="200825"/>
                </a:lnTo>
                <a:lnTo>
                  <a:pt x="1135599" y="194548"/>
                </a:lnTo>
                <a:lnTo>
                  <a:pt x="1153478" y="188271"/>
                </a:lnTo>
                <a:lnTo>
                  <a:pt x="1171346" y="181994"/>
                </a:lnTo>
                <a:lnTo>
                  <a:pt x="1189225" y="175717"/>
                </a:lnTo>
                <a:lnTo>
                  <a:pt x="1207103" y="169440"/>
                </a:lnTo>
                <a:lnTo>
                  <a:pt x="1224982" y="163163"/>
                </a:lnTo>
                <a:lnTo>
                  <a:pt x="1242851" y="156896"/>
                </a:lnTo>
                <a:lnTo>
                  <a:pt x="1260729" y="150619"/>
                </a:lnTo>
                <a:lnTo>
                  <a:pt x="1278607" y="144342"/>
                </a:lnTo>
                <a:lnTo>
                  <a:pt x="1296476" y="138065"/>
                </a:lnTo>
                <a:lnTo>
                  <a:pt x="1314355" y="131788"/>
                </a:lnTo>
                <a:lnTo>
                  <a:pt x="1332233" y="125511"/>
                </a:lnTo>
                <a:lnTo>
                  <a:pt x="1350102" y="119234"/>
                </a:lnTo>
                <a:lnTo>
                  <a:pt x="1367981" y="112967"/>
                </a:lnTo>
                <a:lnTo>
                  <a:pt x="1385859" y="106690"/>
                </a:lnTo>
                <a:lnTo>
                  <a:pt x="1403728" y="100413"/>
                </a:lnTo>
                <a:lnTo>
                  <a:pt x="1421606" y="94136"/>
                </a:lnTo>
                <a:lnTo>
                  <a:pt x="1439485" y="87859"/>
                </a:lnTo>
                <a:lnTo>
                  <a:pt x="1457354" y="81582"/>
                </a:lnTo>
                <a:lnTo>
                  <a:pt x="1475232" y="75305"/>
                </a:lnTo>
                <a:lnTo>
                  <a:pt x="1493110" y="69037"/>
                </a:lnTo>
                <a:lnTo>
                  <a:pt x="1510979" y="62760"/>
                </a:lnTo>
                <a:lnTo>
                  <a:pt x="1528858" y="56483"/>
                </a:lnTo>
                <a:lnTo>
                  <a:pt x="1546736" y="50206"/>
                </a:lnTo>
                <a:lnTo>
                  <a:pt x="1564605" y="43929"/>
                </a:lnTo>
                <a:lnTo>
                  <a:pt x="1582483" y="37652"/>
                </a:lnTo>
                <a:lnTo>
                  <a:pt x="1600362" y="31375"/>
                </a:lnTo>
                <a:lnTo>
                  <a:pt x="1618231" y="25098"/>
                </a:lnTo>
                <a:lnTo>
                  <a:pt x="1636109" y="18831"/>
                </a:lnTo>
                <a:lnTo>
                  <a:pt x="1653988" y="12554"/>
                </a:lnTo>
                <a:lnTo>
                  <a:pt x="1671857" y="6277"/>
                </a:lnTo>
                <a:lnTo>
                  <a:pt x="16897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F84053DE-AD39-47DC-BC66-616FB2E7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2225" y="4806315"/>
            <a:ext cx="10487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75FB2910-476F-4F5D-AFBC-1B1B544C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1035" y="4128002"/>
            <a:ext cx="482918" cy="516388"/>
          </a:xfrm>
          <a:custGeom xmlns:a="http://schemas.openxmlformats.org/drawingml/2006/main">
            <a:pathLst>
              <a:path w="482918" h="516388">
                <a:moveTo>
                  <a:pt x="0" y="516388"/>
                </a:moveTo>
                <a:lnTo>
                  <a:pt x="0" y="497424"/>
                </a:lnTo>
                <a:lnTo>
                  <a:pt x="0" y="478469"/>
                </a:lnTo>
                <a:lnTo>
                  <a:pt x="0" y="459515"/>
                </a:lnTo>
                <a:lnTo>
                  <a:pt x="0" y="440560"/>
                </a:lnTo>
                <a:lnTo>
                  <a:pt x="0" y="421605"/>
                </a:lnTo>
                <a:lnTo>
                  <a:pt x="0" y="402650"/>
                </a:lnTo>
                <a:lnTo>
                  <a:pt x="0" y="383696"/>
                </a:lnTo>
                <a:lnTo>
                  <a:pt x="0" y="364741"/>
                </a:lnTo>
                <a:lnTo>
                  <a:pt x="0" y="345786"/>
                </a:lnTo>
                <a:lnTo>
                  <a:pt x="0" y="326831"/>
                </a:lnTo>
                <a:lnTo>
                  <a:pt x="0" y="307877"/>
                </a:lnTo>
                <a:lnTo>
                  <a:pt x="0" y="288922"/>
                </a:lnTo>
                <a:lnTo>
                  <a:pt x="0" y="269967"/>
                </a:lnTo>
                <a:lnTo>
                  <a:pt x="0" y="251012"/>
                </a:lnTo>
                <a:lnTo>
                  <a:pt x="0" y="232058"/>
                </a:lnTo>
                <a:lnTo>
                  <a:pt x="0" y="213103"/>
                </a:lnTo>
                <a:lnTo>
                  <a:pt x="0" y="194148"/>
                </a:lnTo>
                <a:lnTo>
                  <a:pt x="0" y="175193"/>
                </a:lnTo>
                <a:lnTo>
                  <a:pt x="0" y="156239"/>
                </a:lnTo>
                <a:lnTo>
                  <a:pt x="15421" y="148523"/>
                </a:lnTo>
                <a:lnTo>
                  <a:pt x="33471" y="142723"/>
                </a:lnTo>
                <a:lnTo>
                  <a:pt x="51511" y="136922"/>
                </a:lnTo>
                <a:lnTo>
                  <a:pt x="69561" y="131121"/>
                </a:lnTo>
                <a:lnTo>
                  <a:pt x="87611" y="125320"/>
                </a:lnTo>
                <a:lnTo>
                  <a:pt x="105651" y="119510"/>
                </a:lnTo>
                <a:lnTo>
                  <a:pt x="123701" y="113709"/>
                </a:lnTo>
                <a:lnTo>
                  <a:pt x="141742" y="107909"/>
                </a:lnTo>
                <a:lnTo>
                  <a:pt x="159791" y="102108"/>
                </a:lnTo>
                <a:lnTo>
                  <a:pt x="177832" y="96307"/>
                </a:lnTo>
                <a:lnTo>
                  <a:pt x="195882" y="90507"/>
                </a:lnTo>
                <a:lnTo>
                  <a:pt x="213922" y="84706"/>
                </a:lnTo>
                <a:lnTo>
                  <a:pt x="231972" y="78905"/>
                </a:lnTo>
                <a:lnTo>
                  <a:pt x="250012" y="73104"/>
                </a:lnTo>
                <a:lnTo>
                  <a:pt x="268062" y="67304"/>
                </a:lnTo>
                <a:lnTo>
                  <a:pt x="286112" y="61503"/>
                </a:lnTo>
                <a:lnTo>
                  <a:pt x="304152" y="55693"/>
                </a:lnTo>
                <a:lnTo>
                  <a:pt x="322202" y="49892"/>
                </a:lnTo>
                <a:lnTo>
                  <a:pt x="340243" y="44091"/>
                </a:lnTo>
                <a:lnTo>
                  <a:pt x="358292" y="38290"/>
                </a:lnTo>
                <a:lnTo>
                  <a:pt x="376333" y="32490"/>
                </a:lnTo>
                <a:lnTo>
                  <a:pt x="394383" y="26689"/>
                </a:lnTo>
                <a:lnTo>
                  <a:pt x="412423" y="20888"/>
                </a:lnTo>
                <a:lnTo>
                  <a:pt x="430473" y="15088"/>
                </a:lnTo>
                <a:lnTo>
                  <a:pt x="448513" y="9287"/>
                </a:lnTo>
                <a:lnTo>
                  <a:pt x="466563" y="3486"/>
                </a:lnTo>
                <a:lnTo>
                  <a:pt x="482918" y="0"/>
                </a:lnTo>
                <a:lnTo>
                  <a:pt x="482918" y="18955"/>
                </a:lnTo>
                <a:lnTo>
                  <a:pt x="482918" y="37910"/>
                </a:lnTo>
                <a:lnTo>
                  <a:pt x="482918" y="56864"/>
                </a:lnTo>
                <a:lnTo>
                  <a:pt x="482918" y="75819"/>
                </a:lnTo>
                <a:lnTo>
                  <a:pt x="482918" y="94774"/>
                </a:lnTo>
                <a:lnTo>
                  <a:pt x="482918" y="113729"/>
                </a:lnTo>
                <a:lnTo>
                  <a:pt x="482918" y="132683"/>
                </a:lnTo>
                <a:lnTo>
                  <a:pt x="482918" y="151638"/>
                </a:lnTo>
                <a:lnTo>
                  <a:pt x="482918" y="170593"/>
                </a:lnTo>
                <a:lnTo>
                  <a:pt x="482918" y="189548"/>
                </a:lnTo>
                <a:lnTo>
                  <a:pt x="482918" y="208512"/>
                </a:lnTo>
                <a:lnTo>
                  <a:pt x="482918" y="227467"/>
                </a:lnTo>
                <a:lnTo>
                  <a:pt x="482918" y="246421"/>
                </a:lnTo>
                <a:lnTo>
                  <a:pt x="482918" y="265376"/>
                </a:lnTo>
                <a:lnTo>
                  <a:pt x="482918" y="284331"/>
                </a:lnTo>
                <a:lnTo>
                  <a:pt x="482918" y="303286"/>
                </a:lnTo>
                <a:lnTo>
                  <a:pt x="482918" y="322240"/>
                </a:lnTo>
                <a:lnTo>
                  <a:pt x="480174" y="339281"/>
                </a:lnTo>
                <a:lnTo>
                  <a:pt x="462391" y="345843"/>
                </a:lnTo>
                <a:lnTo>
                  <a:pt x="444598" y="352396"/>
                </a:lnTo>
                <a:lnTo>
                  <a:pt x="426815" y="358959"/>
                </a:lnTo>
                <a:lnTo>
                  <a:pt x="409032" y="365522"/>
                </a:lnTo>
                <a:lnTo>
                  <a:pt x="391249" y="372075"/>
                </a:lnTo>
                <a:lnTo>
                  <a:pt x="373466" y="378638"/>
                </a:lnTo>
                <a:lnTo>
                  <a:pt x="355683" y="385191"/>
                </a:lnTo>
                <a:lnTo>
                  <a:pt x="337899" y="391754"/>
                </a:lnTo>
                <a:lnTo>
                  <a:pt x="320116" y="398316"/>
                </a:lnTo>
                <a:lnTo>
                  <a:pt x="302333" y="404870"/>
                </a:lnTo>
                <a:lnTo>
                  <a:pt x="284550" y="411432"/>
                </a:lnTo>
                <a:lnTo>
                  <a:pt x="266757" y="417995"/>
                </a:lnTo>
                <a:lnTo>
                  <a:pt x="248974" y="424548"/>
                </a:lnTo>
                <a:lnTo>
                  <a:pt x="231191" y="431111"/>
                </a:lnTo>
                <a:lnTo>
                  <a:pt x="213408" y="437674"/>
                </a:lnTo>
                <a:lnTo>
                  <a:pt x="195624" y="444227"/>
                </a:lnTo>
                <a:lnTo>
                  <a:pt x="177841" y="450790"/>
                </a:lnTo>
                <a:lnTo>
                  <a:pt x="160058" y="457352"/>
                </a:lnTo>
                <a:lnTo>
                  <a:pt x="142275" y="463906"/>
                </a:lnTo>
                <a:lnTo>
                  <a:pt x="124492" y="470468"/>
                </a:lnTo>
                <a:lnTo>
                  <a:pt x="106709" y="477031"/>
                </a:lnTo>
                <a:lnTo>
                  <a:pt x="88916" y="483584"/>
                </a:lnTo>
                <a:lnTo>
                  <a:pt x="71133" y="490147"/>
                </a:lnTo>
                <a:lnTo>
                  <a:pt x="53350" y="496710"/>
                </a:lnTo>
                <a:lnTo>
                  <a:pt x="35566" y="503263"/>
                </a:lnTo>
                <a:lnTo>
                  <a:pt x="17783" y="509826"/>
                </a:lnTo>
                <a:lnTo>
                  <a:pt x="0" y="51638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B709BE5C-6C66-4392-A92F-B9D99C01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466273"/>
            <a:ext cx="1808626" cy="178118"/>
          </a:xfrm>
          <a:custGeom xmlns:a="http://schemas.openxmlformats.org/drawingml/2006/main">
            <a:pathLst>
              <a:path w="1808626" h="178118">
                <a:moveTo>
                  <a:pt x="0" y="178118"/>
                </a:moveTo>
                <a:lnTo>
                  <a:pt x="18974" y="178118"/>
                </a:lnTo>
                <a:lnTo>
                  <a:pt x="37948" y="178118"/>
                </a:lnTo>
                <a:lnTo>
                  <a:pt x="56912" y="178118"/>
                </a:lnTo>
                <a:lnTo>
                  <a:pt x="75886" y="178118"/>
                </a:lnTo>
                <a:lnTo>
                  <a:pt x="94859" y="178118"/>
                </a:lnTo>
                <a:lnTo>
                  <a:pt x="113833" y="178118"/>
                </a:lnTo>
                <a:lnTo>
                  <a:pt x="132807" y="178118"/>
                </a:lnTo>
                <a:lnTo>
                  <a:pt x="151781" y="178118"/>
                </a:lnTo>
                <a:lnTo>
                  <a:pt x="170745" y="178118"/>
                </a:lnTo>
                <a:lnTo>
                  <a:pt x="189719" y="178118"/>
                </a:lnTo>
                <a:lnTo>
                  <a:pt x="208693" y="178118"/>
                </a:lnTo>
                <a:lnTo>
                  <a:pt x="227667" y="178118"/>
                </a:lnTo>
                <a:lnTo>
                  <a:pt x="246640" y="178118"/>
                </a:lnTo>
                <a:lnTo>
                  <a:pt x="265605" y="178118"/>
                </a:lnTo>
                <a:lnTo>
                  <a:pt x="284578" y="178118"/>
                </a:lnTo>
                <a:lnTo>
                  <a:pt x="303552" y="178118"/>
                </a:lnTo>
                <a:lnTo>
                  <a:pt x="322526" y="178118"/>
                </a:lnTo>
                <a:lnTo>
                  <a:pt x="341500" y="178118"/>
                </a:lnTo>
                <a:lnTo>
                  <a:pt x="360474" y="178118"/>
                </a:lnTo>
                <a:lnTo>
                  <a:pt x="379438" y="178118"/>
                </a:lnTo>
                <a:lnTo>
                  <a:pt x="398412" y="178118"/>
                </a:lnTo>
                <a:lnTo>
                  <a:pt x="417386" y="178118"/>
                </a:lnTo>
                <a:lnTo>
                  <a:pt x="436359" y="178118"/>
                </a:lnTo>
                <a:lnTo>
                  <a:pt x="455333" y="178118"/>
                </a:lnTo>
                <a:lnTo>
                  <a:pt x="474297" y="178118"/>
                </a:lnTo>
                <a:lnTo>
                  <a:pt x="493271" y="178118"/>
                </a:lnTo>
                <a:lnTo>
                  <a:pt x="512245" y="178118"/>
                </a:lnTo>
                <a:lnTo>
                  <a:pt x="531219" y="178118"/>
                </a:lnTo>
                <a:lnTo>
                  <a:pt x="550193" y="178118"/>
                </a:lnTo>
                <a:lnTo>
                  <a:pt x="569166" y="178118"/>
                </a:lnTo>
                <a:lnTo>
                  <a:pt x="588131" y="178118"/>
                </a:lnTo>
                <a:lnTo>
                  <a:pt x="607104" y="178118"/>
                </a:lnTo>
                <a:lnTo>
                  <a:pt x="626078" y="178118"/>
                </a:lnTo>
                <a:lnTo>
                  <a:pt x="645052" y="178118"/>
                </a:lnTo>
                <a:lnTo>
                  <a:pt x="664026" y="178118"/>
                </a:lnTo>
                <a:lnTo>
                  <a:pt x="682990" y="178118"/>
                </a:lnTo>
                <a:lnTo>
                  <a:pt x="701964" y="178118"/>
                </a:lnTo>
                <a:lnTo>
                  <a:pt x="720938" y="178118"/>
                </a:lnTo>
                <a:lnTo>
                  <a:pt x="739912" y="178118"/>
                </a:lnTo>
                <a:lnTo>
                  <a:pt x="758885" y="178118"/>
                </a:lnTo>
                <a:lnTo>
                  <a:pt x="777859" y="178118"/>
                </a:lnTo>
                <a:lnTo>
                  <a:pt x="796823" y="178118"/>
                </a:lnTo>
                <a:lnTo>
                  <a:pt x="815797" y="178118"/>
                </a:lnTo>
                <a:lnTo>
                  <a:pt x="834771" y="178118"/>
                </a:lnTo>
                <a:lnTo>
                  <a:pt x="853745" y="178118"/>
                </a:lnTo>
                <a:lnTo>
                  <a:pt x="872719" y="178118"/>
                </a:lnTo>
                <a:lnTo>
                  <a:pt x="891683" y="178118"/>
                </a:lnTo>
                <a:lnTo>
                  <a:pt x="910657" y="178118"/>
                </a:lnTo>
                <a:lnTo>
                  <a:pt x="929630" y="178118"/>
                </a:lnTo>
                <a:lnTo>
                  <a:pt x="948604" y="178118"/>
                </a:lnTo>
                <a:lnTo>
                  <a:pt x="967578" y="178118"/>
                </a:lnTo>
                <a:lnTo>
                  <a:pt x="986552" y="178118"/>
                </a:lnTo>
                <a:lnTo>
                  <a:pt x="1005516" y="178118"/>
                </a:lnTo>
                <a:lnTo>
                  <a:pt x="1024490" y="178118"/>
                </a:lnTo>
                <a:lnTo>
                  <a:pt x="1043464" y="178118"/>
                </a:lnTo>
                <a:lnTo>
                  <a:pt x="1062438" y="178118"/>
                </a:lnTo>
                <a:lnTo>
                  <a:pt x="1081411" y="178118"/>
                </a:lnTo>
                <a:lnTo>
                  <a:pt x="1100376" y="178118"/>
                </a:lnTo>
                <a:lnTo>
                  <a:pt x="1119349" y="178118"/>
                </a:lnTo>
                <a:lnTo>
                  <a:pt x="1138323" y="178118"/>
                </a:lnTo>
                <a:lnTo>
                  <a:pt x="1157297" y="178118"/>
                </a:lnTo>
                <a:lnTo>
                  <a:pt x="1176271" y="178118"/>
                </a:lnTo>
                <a:lnTo>
                  <a:pt x="1195245" y="178118"/>
                </a:lnTo>
                <a:lnTo>
                  <a:pt x="1214209" y="178118"/>
                </a:lnTo>
                <a:lnTo>
                  <a:pt x="1233183" y="178118"/>
                </a:lnTo>
                <a:lnTo>
                  <a:pt x="1252157" y="178118"/>
                </a:lnTo>
                <a:lnTo>
                  <a:pt x="1271130" y="178118"/>
                </a:lnTo>
                <a:lnTo>
                  <a:pt x="1290104" y="178118"/>
                </a:lnTo>
                <a:lnTo>
                  <a:pt x="1309068" y="178118"/>
                </a:lnTo>
                <a:lnTo>
                  <a:pt x="1328033" y="178032"/>
                </a:lnTo>
                <a:lnTo>
                  <a:pt x="1345825" y="171460"/>
                </a:lnTo>
                <a:lnTo>
                  <a:pt x="1363628" y="164897"/>
                </a:lnTo>
                <a:lnTo>
                  <a:pt x="1381430" y="158334"/>
                </a:lnTo>
                <a:lnTo>
                  <a:pt x="1399232" y="151771"/>
                </a:lnTo>
                <a:lnTo>
                  <a:pt x="1417025" y="145199"/>
                </a:lnTo>
                <a:lnTo>
                  <a:pt x="1434827" y="138636"/>
                </a:lnTo>
                <a:lnTo>
                  <a:pt x="1452629" y="132074"/>
                </a:lnTo>
                <a:lnTo>
                  <a:pt x="1470431" y="125501"/>
                </a:lnTo>
                <a:lnTo>
                  <a:pt x="1488224" y="118939"/>
                </a:lnTo>
                <a:lnTo>
                  <a:pt x="1506026" y="112376"/>
                </a:lnTo>
                <a:lnTo>
                  <a:pt x="1523829" y="105813"/>
                </a:lnTo>
                <a:lnTo>
                  <a:pt x="1541631" y="99241"/>
                </a:lnTo>
                <a:lnTo>
                  <a:pt x="1559423" y="92678"/>
                </a:lnTo>
                <a:lnTo>
                  <a:pt x="1577226" y="86116"/>
                </a:lnTo>
                <a:lnTo>
                  <a:pt x="1595028" y="79553"/>
                </a:lnTo>
                <a:lnTo>
                  <a:pt x="1612830" y="72981"/>
                </a:lnTo>
                <a:lnTo>
                  <a:pt x="1630623" y="66418"/>
                </a:lnTo>
                <a:lnTo>
                  <a:pt x="1648425" y="59855"/>
                </a:lnTo>
                <a:lnTo>
                  <a:pt x="1666227" y="53292"/>
                </a:lnTo>
                <a:lnTo>
                  <a:pt x="1684030" y="46720"/>
                </a:lnTo>
                <a:lnTo>
                  <a:pt x="1701822" y="40157"/>
                </a:lnTo>
                <a:lnTo>
                  <a:pt x="1719624" y="33595"/>
                </a:lnTo>
                <a:lnTo>
                  <a:pt x="1737427" y="27022"/>
                </a:lnTo>
                <a:lnTo>
                  <a:pt x="1755229" y="20460"/>
                </a:lnTo>
                <a:lnTo>
                  <a:pt x="1773031" y="13897"/>
                </a:lnTo>
                <a:lnTo>
                  <a:pt x="1790824" y="7334"/>
                </a:lnTo>
                <a:lnTo>
                  <a:pt x="1808626" y="762"/>
                </a:lnTo>
                <a:lnTo>
                  <a:pt x="1793948" y="0"/>
                </a:lnTo>
                <a:lnTo>
                  <a:pt x="1774974" y="0"/>
                </a:lnTo>
                <a:lnTo>
                  <a:pt x="1756000" y="0"/>
                </a:lnTo>
                <a:lnTo>
                  <a:pt x="1737027" y="0"/>
                </a:lnTo>
                <a:lnTo>
                  <a:pt x="1718053" y="0"/>
                </a:lnTo>
                <a:lnTo>
                  <a:pt x="1699079" y="0"/>
                </a:lnTo>
                <a:lnTo>
                  <a:pt x="1680115" y="0"/>
                </a:lnTo>
                <a:lnTo>
                  <a:pt x="1661141" y="0"/>
                </a:lnTo>
                <a:lnTo>
                  <a:pt x="1642167" y="0"/>
                </a:lnTo>
                <a:lnTo>
                  <a:pt x="1623193" y="0"/>
                </a:lnTo>
                <a:lnTo>
                  <a:pt x="1604220" y="0"/>
                </a:lnTo>
                <a:lnTo>
                  <a:pt x="1585255" y="0"/>
                </a:lnTo>
                <a:lnTo>
                  <a:pt x="1566281" y="0"/>
                </a:lnTo>
                <a:lnTo>
                  <a:pt x="1547308" y="0"/>
                </a:lnTo>
                <a:lnTo>
                  <a:pt x="1528334" y="0"/>
                </a:lnTo>
                <a:lnTo>
                  <a:pt x="1509360" y="0"/>
                </a:lnTo>
                <a:lnTo>
                  <a:pt x="1490386" y="0"/>
                </a:lnTo>
                <a:lnTo>
                  <a:pt x="1471422" y="0"/>
                </a:lnTo>
                <a:lnTo>
                  <a:pt x="1452448" y="0"/>
                </a:lnTo>
                <a:lnTo>
                  <a:pt x="1433474" y="0"/>
                </a:lnTo>
                <a:lnTo>
                  <a:pt x="1414501" y="0"/>
                </a:lnTo>
                <a:lnTo>
                  <a:pt x="1395527" y="0"/>
                </a:lnTo>
                <a:lnTo>
                  <a:pt x="1376563" y="0"/>
                </a:lnTo>
                <a:lnTo>
                  <a:pt x="1357589" y="0"/>
                </a:lnTo>
                <a:lnTo>
                  <a:pt x="1338615" y="0"/>
                </a:lnTo>
                <a:lnTo>
                  <a:pt x="1319641" y="0"/>
                </a:lnTo>
                <a:lnTo>
                  <a:pt x="1300667" y="0"/>
                </a:lnTo>
                <a:lnTo>
                  <a:pt x="1281694" y="0"/>
                </a:lnTo>
                <a:lnTo>
                  <a:pt x="1262729" y="0"/>
                </a:lnTo>
                <a:lnTo>
                  <a:pt x="1243755" y="0"/>
                </a:lnTo>
                <a:lnTo>
                  <a:pt x="1224782" y="0"/>
                </a:lnTo>
                <a:lnTo>
                  <a:pt x="1205808" y="0"/>
                </a:lnTo>
                <a:lnTo>
                  <a:pt x="1186834" y="0"/>
                </a:lnTo>
                <a:lnTo>
                  <a:pt x="1167870" y="0"/>
                </a:lnTo>
                <a:lnTo>
                  <a:pt x="1148896" y="0"/>
                </a:lnTo>
                <a:lnTo>
                  <a:pt x="1129922" y="0"/>
                </a:lnTo>
                <a:lnTo>
                  <a:pt x="1110948" y="0"/>
                </a:lnTo>
                <a:lnTo>
                  <a:pt x="1091975" y="0"/>
                </a:lnTo>
                <a:lnTo>
                  <a:pt x="1073001" y="0"/>
                </a:lnTo>
                <a:lnTo>
                  <a:pt x="1054037" y="0"/>
                </a:lnTo>
                <a:lnTo>
                  <a:pt x="1035063" y="0"/>
                </a:lnTo>
                <a:lnTo>
                  <a:pt x="1016089" y="0"/>
                </a:lnTo>
                <a:lnTo>
                  <a:pt x="997115" y="0"/>
                </a:lnTo>
                <a:lnTo>
                  <a:pt x="978141" y="0"/>
                </a:lnTo>
                <a:lnTo>
                  <a:pt x="959177" y="0"/>
                </a:lnTo>
                <a:lnTo>
                  <a:pt x="940203" y="0"/>
                </a:lnTo>
                <a:lnTo>
                  <a:pt x="921229" y="0"/>
                </a:lnTo>
                <a:lnTo>
                  <a:pt x="902256" y="0"/>
                </a:lnTo>
                <a:lnTo>
                  <a:pt x="883282" y="0"/>
                </a:lnTo>
                <a:lnTo>
                  <a:pt x="864308" y="0"/>
                </a:lnTo>
                <a:lnTo>
                  <a:pt x="845344" y="0"/>
                </a:lnTo>
                <a:lnTo>
                  <a:pt x="826370" y="0"/>
                </a:lnTo>
                <a:lnTo>
                  <a:pt x="807396" y="0"/>
                </a:lnTo>
                <a:lnTo>
                  <a:pt x="788422" y="0"/>
                </a:lnTo>
                <a:lnTo>
                  <a:pt x="769449" y="0"/>
                </a:lnTo>
                <a:lnTo>
                  <a:pt x="750484" y="0"/>
                </a:lnTo>
                <a:lnTo>
                  <a:pt x="731510" y="0"/>
                </a:lnTo>
                <a:lnTo>
                  <a:pt x="712537" y="0"/>
                </a:lnTo>
                <a:lnTo>
                  <a:pt x="693563" y="0"/>
                </a:lnTo>
                <a:lnTo>
                  <a:pt x="674589" y="0"/>
                </a:lnTo>
                <a:lnTo>
                  <a:pt x="655615" y="0"/>
                </a:lnTo>
                <a:lnTo>
                  <a:pt x="636651" y="0"/>
                </a:lnTo>
                <a:lnTo>
                  <a:pt x="617677" y="0"/>
                </a:lnTo>
                <a:lnTo>
                  <a:pt x="598703" y="0"/>
                </a:lnTo>
                <a:lnTo>
                  <a:pt x="579730" y="0"/>
                </a:lnTo>
                <a:lnTo>
                  <a:pt x="560994" y="1505"/>
                </a:lnTo>
                <a:lnTo>
                  <a:pt x="542896" y="7210"/>
                </a:lnTo>
                <a:lnTo>
                  <a:pt x="524799" y="12906"/>
                </a:lnTo>
                <a:lnTo>
                  <a:pt x="506701" y="18602"/>
                </a:lnTo>
                <a:lnTo>
                  <a:pt x="488604" y="24298"/>
                </a:lnTo>
                <a:lnTo>
                  <a:pt x="470506" y="29994"/>
                </a:lnTo>
                <a:lnTo>
                  <a:pt x="452409" y="35690"/>
                </a:lnTo>
                <a:lnTo>
                  <a:pt x="434311" y="41386"/>
                </a:lnTo>
                <a:lnTo>
                  <a:pt x="416223" y="47082"/>
                </a:lnTo>
                <a:lnTo>
                  <a:pt x="398126" y="52778"/>
                </a:lnTo>
                <a:lnTo>
                  <a:pt x="380028" y="58484"/>
                </a:lnTo>
                <a:lnTo>
                  <a:pt x="361931" y="64179"/>
                </a:lnTo>
                <a:lnTo>
                  <a:pt x="343833" y="69875"/>
                </a:lnTo>
                <a:lnTo>
                  <a:pt x="325736" y="75571"/>
                </a:lnTo>
                <a:lnTo>
                  <a:pt x="307638" y="81267"/>
                </a:lnTo>
                <a:lnTo>
                  <a:pt x="289541" y="86963"/>
                </a:lnTo>
                <a:lnTo>
                  <a:pt x="271443" y="92659"/>
                </a:lnTo>
                <a:lnTo>
                  <a:pt x="253355" y="98355"/>
                </a:lnTo>
                <a:lnTo>
                  <a:pt x="235258" y="104051"/>
                </a:lnTo>
                <a:lnTo>
                  <a:pt x="217160" y="109757"/>
                </a:lnTo>
                <a:lnTo>
                  <a:pt x="199063" y="115453"/>
                </a:lnTo>
                <a:lnTo>
                  <a:pt x="180965" y="121148"/>
                </a:lnTo>
                <a:lnTo>
                  <a:pt x="162868" y="126844"/>
                </a:lnTo>
                <a:lnTo>
                  <a:pt x="144770" y="132540"/>
                </a:lnTo>
                <a:lnTo>
                  <a:pt x="126673" y="138236"/>
                </a:lnTo>
                <a:lnTo>
                  <a:pt x="108575" y="143932"/>
                </a:lnTo>
                <a:lnTo>
                  <a:pt x="90478" y="149628"/>
                </a:lnTo>
                <a:lnTo>
                  <a:pt x="72390" y="155334"/>
                </a:lnTo>
                <a:lnTo>
                  <a:pt x="54293" y="161030"/>
                </a:lnTo>
                <a:lnTo>
                  <a:pt x="36195" y="166726"/>
                </a:lnTo>
                <a:lnTo>
                  <a:pt x="18098" y="172422"/>
                </a:lnTo>
                <a:lnTo>
                  <a:pt x="0" y="17811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E0CF7338-DFAC-40A7-8979-6056787E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4466273"/>
            <a:ext cx="1607820" cy="178118"/>
          </a:xfrm>
          <a:custGeom xmlns:a="http://schemas.openxmlformats.org/drawingml/2006/main">
            <a:pathLst>
              <a:path w="1607820" h="178118">
                <a:moveTo>
                  <a:pt x="0" y="178118"/>
                </a:moveTo>
                <a:lnTo>
                  <a:pt x="18840" y="178118"/>
                </a:lnTo>
                <a:lnTo>
                  <a:pt x="37681" y="178118"/>
                </a:lnTo>
                <a:lnTo>
                  <a:pt x="56521" y="178118"/>
                </a:lnTo>
                <a:lnTo>
                  <a:pt x="75362" y="178118"/>
                </a:lnTo>
                <a:lnTo>
                  <a:pt x="94212" y="178118"/>
                </a:lnTo>
                <a:lnTo>
                  <a:pt x="113052" y="178118"/>
                </a:lnTo>
                <a:lnTo>
                  <a:pt x="131893" y="178118"/>
                </a:lnTo>
                <a:lnTo>
                  <a:pt x="150733" y="178118"/>
                </a:lnTo>
                <a:lnTo>
                  <a:pt x="169574" y="178118"/>
                </a:lnTo>
                <a:lnTo>
                  <a:pt x="188414" y="178118"/>
                </a:lnTo>
                <a:lnTo>
                  <a:pt x="207254" y="178118"/>
                </a:lnTo>
                <a:lnTo>
                  <a:pt x="226095" y="178118"/>
                </a:lnTo>
                <a:lnTo>
                  <a:pt x="244935" y="178118"/>
                </a:lnTo>
                <a:lnTo>
                  <a:pt x="263785" y="178118"/>
                </a:lnTo>
                <a:lnTo>
                  <a:pt x="282626" y="178118"/>
                </a:lnTo>
                <a:lnTo>
                  <a:pt x="301466" y="178118"/>
                </a:lnTo>
                <a:lnTo>
                  <a:pt x="320307" y="178118"/>
                </a:lnTo>
                <a:lnTo>
                  <a:pt x="339147" y="178118"/>
                </a:lnTo>
                <a:lnTo>
                  <a:pt x="357988" y="178118"/>
                </a:lnTo>
                <a:lnTo>
                  <a:pt x="376828" y="178118"/>
                </a:lnTo>
                <a:lnTo>
                  <a:pt x="395669" y="178118"/>
                </a:lnTo>
                <a:lnTo>
                  <a:pt x="414518" y="178118"/>
                </a:lnTo>
                <a:lnTo>
                  <a:pt x="433359" y="178118"/>
                </a:lnTo>
                <a:lnTo>
                  <a:pt x="452199" y="178118"/>
                </a:lnTo>
                <a:lnTo>
                  <a:pt x="471040" y="178118"/>
                </a:lnTo>
                <a:lnTo>
                  <a:pt x="489880" y="178118"/>
                </a:lnTo>
                <a:lnTo>
                  <a:pt x="508721" y="178118"/>
                </a:lnTo>
                <a:lnTo>
                  <a:pt x="527561" y="178118"/>
                </a:lnTo>
                <a:lnTo>
                  <a:pt x="546402" y="178118"/>
                </a:lnTo>
                <a:lnTo>
                  <a:pt x="565242" y="178118"/>
                </a:lnTo>
                <a:lnTo>
                  <a:pt x="584092" y="178118"/>
                </a:lnTo>
                <a:lnTo>
                  <a:pt x="602933" y="178118"/>
                </a:lnTo>
                <a:lnTo>
                  <a:pt x="621773" y="178118"/>
                </a:lnTo>
                <a:lnTo>
                  <a:pt x="640613" y="178118"/>
                </a:lnTo>
                <a:lnTo>
                  <a:pt x="659454" y="178118"/>
                </a:lnTo>
                <a:lnTo>
                  <a:pt x="678294" y="178118"/>
                </a:lnTo>
                <a:lnTo>
                  <a:pt x="697135" y="178118"/>
                </a:lnTo>
                <a:lnTo>
                  <a:pt x="715975" y="178118"/>
                </a:lnTo>
                <a:lnTo>
                  <a:pt x="734816" y="178118"/>
                </a:lnTo>
                <a:lnTo>
                  <a:pt x="753666" y="178118"/>
                </a:lnTo>
                <a:lnTo>
                  <a:pt x="772506" y="178118"/>
                </a:lnTo>
                <a:lnTo>
                  <a:pt x="791347" y="178118"/>
                </a:lnTo>
                <a:lnTo>
                  <a:pt x="810187" y="178118"/>
                </a:lnTo>
                <a:lnTo>
                  <a:pt x="829027" y="178118"/>
                </a:lnTo>
                <a:lnTo>
                  <a:pt x="847868" y="178118"/>
                </a:lnTo>
                <a:lnTo>
                  <a:pt x="866708" y="178118"/>
                </a:lnTo>
                <a:lnTo>
                  <a:pt x="885549" y="178118"/>
                </a:lnTo>
                <a:lnTo>
                  <a:pt x="904399" y="178118"/>
                </a:lnTo>
                <a:lnTo>
                  <a:pt x="923239" y="178118"/>
                </a:lnTo>
                <a:lnTo>
                  <a:pt x="942080" y="178118"/>
                </a:lnTo>
                <a:lnTo>
                  <a:pt x="960920" y="178118"/>
                </a:lnTo>
                <a:lnTo>
                  <a:pt x="979761" y="178118"/>
                </a:lnTo>
                <a:lnTo>
                  <a:pt x="998601" y="178118"/>
                </a:lnTo>
                <a:lnTo>
                  <a:pt x="1017441" y="178118"/>
                </a:lnTo>
                <a:lnTo>
                  <a:pt x="1036282" y="178118"/>
                </a:lnTo>
                <a:lnTo>
                  <a:pt x="1055122" y="178118"/>
                </a:lnTo>
                <a:lnTo>
                  <a:pt x="1073972" y="178118"/>
                </a:lnTo>
                <a:lnTo>
                  <a:pt x="1092813" y="178118"/>
                </a:lnTo>
                <a:lnTo>
                  <a:pt x="1111653" y="178118"/>
                </a:lnTo>
                <a:lnTo>
                  <a:pt x="1129751" y="173927"/>
                </a:lnTo>
                <a:lnTo>
                  <a:pt x="1147458" y="167488"/>
                </a:lnTo>
                <a:lnTo>
                  <a:pt x="1165165" y="161039"/>
                </a:lnTo>
                <a:lnTo>
                  <a:pt x="1182872" y="154600"/>
                </a:lnTo>
                <a:lnTo>
                  <a:pt x="1200579" y="148161"/>
                </a:lnTo>
                <a:lnTo>
                  <a:pt x="1218286" y="141722"/>
                </a:lnTo>
                <a:lnTo>
                  <a:pt x="1235993" y="135274"/>
                </a:lnTo>
                <a:lnTo>
                  <a:pt x="1253700" y="128835"/>
                </a:lnTo>
                <a:lnTo>
                  <a:pt x="1271407" y="122396"/>
                </a:lnTo>
                <a:lnTo>
                  <a:pt x="1289114" y="115948"/>
                </a:lnTo>
                <a:lnTo>
                  <a:pt x="1306811" y="109509"/>
                </a:lnTo>
                <a:lnTo>
                  <a:pt x="1324518" y="103070"/>
                </a:lnTo>
                <a:lnTo>
                  <a:pt x="1342225" y="96622"/>
                </a:lnTo>
                <a:lnTo>
                  <a:pt x="1359932" y="90183"/>
                </a:lnTo>
                <a:lnTo>
                  <a:pt x="1377639" y="83744"/>
                </a:lnTo>
                <a:lnTo>
                  <a:pt x="1395346" y="77305"/>
                </a:lnTo>
                <a:lnTo>
                  <a:pt x="1413053" y="70856"/>
                </a:lnTo>
                <a:lnTo>
                  <a:pt x="1430760" y="64418"/>
                </a:lnTo>
                <a:lnTo>
                  <a:pt x="1448467" y="57979"/>
                </a:lnTo>
                <a:lnTo>
                  <a:pt x="1466174" y="51530"/>
                </a:lnTo>
                <a:lnTo>
                  <a:pt x="1483881" y="45091"/>
                </a:lnTo>
                <a:lnTo>
                  <a:pt x="1501588" y="38652"/>
                </a:lnTo>
                <a:lnTo>
                  <a:pt x="1519285" y="32214"/>
                </a:lnTo>
                <a:lnTo>
                  <a:pt x="1536992" y="25765"/>
                </a:lnTo>
                <a:lnTo>
                  <a:pt x="1554699" y="19326"/>
                </a:lnTo>
                <a:lnTo>
                  <a:pt x="1572406" y="12887"/>
                </a:lnTo>
                <a:lnTo>
                  <a:pt x="1590113" y="6439"/>
                </a:lnTo>
                <a:lnTo>
                  <a:pt x="1607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9967ABB5-F19E-4868-95C2-4B642C59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143" y="4466273"/>
            <a:ext cx="10487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E143DF37-EE09-4F46-8529-287A887D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7868" y="3788474"/>
            <a:ext cx="401003" cy="493014"/>
          </a:xfrm>
          <a:custGeom xmlns:a="http://schemas.openxmlformats.org/drawingml/2006/main">
            <a:pathLst>
              <a:path w="401003" h="493014">
                <a:moveTo>
                  <a:pt x="0" y="493014"/>
                </a:moveTo>
                <a:lnTo>
                  <a:pt x="0" y="474059"/>
                </a:lnTo>
                <a:lnTo>
                  <a:pt x="0" y="455095"/>
                </a:lnTo>
                <a:lnTo>
                  <a:pt x="0" y="436140"/>
                </a:lnTo>
                <a:lnTo>
                  <a:pt x="0" y="417176"/>
                </a:lnTo>
                <a:lnTo>
                  <a:pt x="0" y="398221"/>
                </a:lnTo>
                <a:lnTo>
                  <a:pt x="0" y="379266"/>
                </a:lnTo>
                <a:lnTo>
                  <a:pt x="0" y="360302"/>
                </a:lnTo>
                <a:lnTo>
                  <a:pt x="0" y="341347"/>
                </a:lnTo>
                <a:lnTo>
                  <a:pt x="0" y="322383"/>
                </a:lnTo>
                <a:lnTo>
                  <a:pt x="0" y="303428"/>
                </a:lnTo>
                <a:lnTo>
                  <a:pt x="0" y="284474"/>
                </a:lnTo>
                <a:lnTo>
                  <a:pt x="0" y="265509"/>
                </a:lnTo>
                <a:lnTo>
                  <a:pt x="0" y="246555"/>
                </a:lnTo>
                <a:lnTo>
                  <a:pt x="0" y="227590"/>
                </a:lnTo>
                <a:lnTo>
                  <a:pt x="0" y="208636"/>
                </a:lnTo>
                <a:lnTo>
                  <a:pt x="0" y="189681"/>
                </a:lnTo>
                <a:lnTo>
                  <a:pt x="0" y="170717"/>
                </a:lnTo>
                <a:lnTo>
                  <a:pt x="0" y="151762"/>
                </a:lnTo>
                <a:lnTo>
                  <a:pt x="0" y="132807"/>
                </a:lnTo>
                <a:lnTo>
                  <a:pt x="16335" y="125625"/>
                </a:lnTo>
                <a:lnTo>
                  <a:pt x="34328" y="119644"/>
                </a:lnTo>
                <a:lnTo>
                  <a:pt x="52321" y="113662"/>
                </a:lnTo>
                <a:lnTo>
                  <a:pt x="70314" y="107680"/>
                </a:lnTo>
                <a:lnTo>
                  <a:pt x="88297" y="101698"/>
                </a:lnTo>
                <a:lnTo>
                  <a:pt x="106289" y="95717"/>
                </a:lnTo>
                <a:lnTo>
                  <a:pt x="124282" y="89735"/>
                </a:lnTo>
                <a:lnTo>
                  <a:pt x="142265" y="83753"/>
                </a:lnTo>
                <a:lnTo>
                  <a:pt x="160258" y="77772"/>
                </a:lnTo>
                <a:lnTo>
                  <a:pt x="178251" y="71790"/>
                </a:lnTo>
                <a:lnTo>
                  <a:pt x="196234" y="65808"/>
                </a:lnTo>
                <a:lnTo>
                  <a:pt x="214227" y="59827"/>
                </a:lnTo>
                <a:lnTo>
                  <a:pt x="232220" y="53845"/>
                </a:lnTo>
                <a:lnTo>
                  <a:pt x="250212" y="47863"/>
                </a:lnTo>
                <a:lnTo>
                  <a:pt x="268195" y="41872"/>
                </a:lnTo>
                <a:lnTo>
                  <a:pt x="286188" y="35890"/>
                </a:lnTo>
                <a:lnTo>
                  <a:pt x="304181" y="29909"/>
                </a:lnTo>
                <a:lnTo>
                  <a:pt x="322164" y="23927"/>
                </a:lnTo>
                <a:lnTo>
                  <a:pt x="340157" y="17945"/>
                </a:lnTo>
                <a:lnTo>
                  <a:pt x="358150" y="11963"/>
                </a:lnTo>
                <a:lnTo>
                  <a:pt x="376133" y="5982"/>
                </a:lnTo>
                <a:lnTo>
                  <a:pt x="394125" y="0"/>
                </a:lnTo>
                <a:lnTo>
                  <a:pt x="401003" y="9430"/>
                </a:lnTo>
                <a:lnTo>
                  <a:pt x="401003" y="28385"/>
                </a:lnTo>
                <a:lnTo>
                  <a:pt x="401003" y="47339"/>
                </a:lnTo>
                <a:lnTo>
                  <a:pt x="401003" y="66304"/>
                </a:lnTo>
                <a:lnTo>
                  <a:pt x="401003" y="85258"/>
                </a:lnTo>
                <a:lnTo>
                  <a:pt x="401003" y="104223"/>
                </a:lnTo>
                <a:lnTo>
                  <a:pt x="401003" y="123177"/>
                </a:lnTo>
                <a:lnTo>
                  <a:pt x="401003" y="142132"/>
                </a:lnTo>
                <a:lnTo>
                  <a:pt x="401003" y="161096"/>
                </a:lnTo>
                <a:lnTo>
                  <a:pt x="401003" y="180051"/>
                </a:lnTo>
                <a:lnTo>
                  <a:pt x="401003" y="199015"/>
                </a:lnTo>
                <a:lnTo>
                  <a:pt x="401003" y="217970"/>
                </a:lnTo>
                <a:lnTo>
                  <a:pt x="401003" y="236925"/>
                </a:lnTo>
                <a:lnTo>
                  <a:pt x="401003" y="255889"/>
                </a:lnTo>
                <a:lnTo>
                  <a:pt x="401003" y="274844"/>
                </a:lnTo>
                <a:lnTo>
                  <a:pt x="401003" y="293799"/>
                </a:lnTo>
                <a:lnTo>
                  <a:pt x="401003" y="312763"/>
                </a:lnTo>
                <a:lnTo>
                  <a:pt x="401003" y="331718"/>
                </a:lnTo>
                <a:lnTo>
                  <a:pt x="388953" y="342424"/>
                </a:lnTo>
                <a:lnTo>
                  <a:pt x="371275" y="349263"/>
                </a:lnTo>
                <a:lnTo>
                  <a:pt x="353597" y="356111"/>
                </a:lnTo>
                <a:lnTo>
                  <a:pt x="335909" y="362960"/>
                </a:lnTo>
                <a:lnTo>
                  <a:pt x="318230" y="369799"/>
                </a:lnTo>
                <a:lnTo>
                  <a:pt x="300552" y="376647"/>
                </a:lnTo>
                <a:lnTo>
                  <a:pt x="282873" y="383496"/>
                </a:lnTo>
                <a:lnTo>
                  <a:pt x="265195" y="390334"/>
                </a:lnTo>
                <a:lnTo>
                  <a:pt x="247517" y="397183"/>
                </a:lnTo>
                <a:lnTo>
                  <a:pt x="229838" y="404031"/>
                </a:lnTo>
                <a:lnTo>
                  <a:pt x="212160" y="410870"/>
                </a:lnTo>
                <a:lnTo>
                  <a:pt x="194472" y="417719"/>
                </a:lnTo>
                <a:lnTo>
                  <a:pt x="176794" y="424567"/>
                </a:lnTo>
                <a:lnTo>
                  <a:pt x="159115" y="431406"/>
                </a:lnTo>
                <a:lnTo>
                  <a:pt x="141437" y="438255"/>
                </a:lnTo>
                <a:lnTo>
                  <a:pt x="123758" y="445094"/>
                </a:lnTo>
                <a:lnTo>
                  <a:pt x="106080" y="451942"/>
                </a:lnTo>
                <a:lnTo>
                  <a:pt x="88402" y="458791"/>
                </a:lnTo>
                <a:lnTo>
                  <a:pt x="70714" y="465630"/>
                </a:lnTo>
                <a:lnTo>
                  <a:pt x="53035" y="472478"/>
                </a:lnTo>
                <a:lnTo>
                  <a:pt x="35357" y="479327"/>
                </a:lnTo>
                <a:lnTo>
                  <a:pt x="17678" y="486166"/>
                </a:lnTo>
                <a:lnTo>
                  <a:pt x="0" y="49301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C73A8BF5-3D3C-46D0-9301-B8C2B74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1035" y="4126230"/>
            <a:ext cx="1720682" cy="155258"/>
          </a:xfrm>
          <a:custGeom xmlns:a="http://schemas.openxmlformats.org/drawingml/2006/main">
            <a:pathLst>
              <a:path w="1720682" h="155258">
                <a:moveTo>
                  <a:pt x="0" y="155258"/>
                </a:moveTo>
                <a:lnTo>
                  <a:pt x="18964" y="155258"/>
                </a:lnTo>
                <a:lnTo>
                  <a:pt x="37938" y="155258"/>
                </a:lnTo>
                <a:lnTo>
                  <a:pt x="56902" y="155258"/>
                </a:lnTo>
                <a:lnTo>
                  <a:pt x="75867" y="155258"/>
                </a:lnTo>
                <a:lnTo>
                  <a:pt x="94840" y="155258"/>
                </a:lnTo>
                <a:lnTo>
                  <a:pt x="113805" y="155258"/>
                </a:lnTo>
                <a:lnTo>
                  <a:pt x="132779" y="155258"/>
                </a:lnTo>
                <a:lnTo>
                  <a:pt x="151743" y="155258"/>
                </a:lnTo>
                <a:lnTo>
                  <a:pt x="170707" y="155258"/>
                </a:lnTo>
                <a:lnTo>
                  <a:pt x="189681" y="155258"/>
                </a:lnTo>
                <a:lnTo>
                  <a:pt x="208645" y="155258"/>
                </a:lnTo>
                <a:lnTo>
                  <a:pt x="227609" y="155258"/>
                </a:lnTo>
                <a:lnTo>
                  <a:pt x="246583" y="155258"/>
                </a:lnTo>
                <a:lnTo>
                  <a:pt x="265547" y="155258"/>
                </a:lnTo>
                <a:lnTo>
                  <a:pt x="284512" y="155258"/>
                </a:lnTo>
                <a:lnTo>
                  <a:pt x="303486" y="155258"/>
                </a:lnTo>
                <a:lnTo>
                  <a:pt x="322450" y="155258"/>
                </a:lnTo>
                <a:lnTo>
                  <a:pt x="341414" y="155258"/>
                </a:lnTo>
                <a:lnTo>
                  <a:pt x="360388" y="155258"/>
                </a:lnTo>
                <a:lnTo>
                  <a:pt x="379352" y="155258"/>
                </a:lnTo>
                <a:lnTo>
                  <a:pt x="398326" y="155258"/>
                </a:lnTo>
                <a:lnTo>
                  <a:pt x="417290" y="155258"/>
                </a:lnTo>
                <a:lnTo>
                  <a:pt x="436255" y="155258"/>
                </a:lnTo>
                <a:lnTo>
                  <a:pt x="455228" y="155258"/>
                </a:lnTo>
                <a:lnTo>
                  <a:pt x="474193" y="155258"/>
                </a:lnTo>
                <a:lnTo>
                  <a:pt x="493157" y="155258"/>
                </a:lnTo>
                <a:lnTo>
                  <a:pt x="512131" y="155258"/>
                </a:lnTo>
                <a:lnTo>
                  <a:pt x="531095" y="155258"/>
                </a:lnTo>
                <a:lnTo>
                  <a:pt x="550059" y="155258"/>
                </a:lnTo>
                <a:lnTo>
                  <a:pt x="569033" y="155258"/>
                </a:lnTo>
                <a:lnTo>
                  <a:pt x="587997" y="155258"/>
                </a:lnTo>
                <a:lnTo>
                  <a:pt x="606962" y="155258"/>
                </a:lnTo>
                <a:lnTo>
                  <a:pt x="625935" y="155258"/>
                </a:lnTo>
                <a:lnTo>
                  <a:pt x="644900" y="155258"/>
                </a:lnTo>
                <a:lnTo>
                  <a:pt x="663873" y="155258"/>
                </a:lnTo>
                <a:lnTo>
                  <a:pt x="682838" y="155258"/>
                </a:lnTo>
                <a:lnTo>
                  <a:pt x="701802" y="155258"/>
                </a:lnTo>
                <a:lnTo>
                  <a:pt x="720776" y="155258"/>
                </a:lnTo>
                <a:lnTo>
                  <a:pt x="739740" y="155258"/>
                </a:lnTo>
                <a:lnTo>
                  <a:pt x="758704" y="155258"/>
                </a:lnTo>
                <a:lnTo>
                  <a:pt x="777678" y="155258"/>
                </a:lnTo>
                <a:lnTo>
                  <a:pt x="796642" y="155258"/>
                </a:lnTo>
                <a:lnTo>
                  <a:pt x="815607" y="155258"/>
                </a:lnTo>
                <a:lnTo>
                  <a:pt x="834581" y="155258"/>
                </a:lnTo>
                <a:lnTo>
                  <a:pt x="853545" y="155258"/>
                </a:lnTo>
                <a:lnTo>
                  <a:pt x="872509" y="155258"/>
                </a:lnTo>
                <a:lnTo>
                  <a:pt x="891483" y="155258"/>
                </a:lnTo>
                <a:lnTo>
                  <a:pt x="910447" y="155258"/>
                </a:lnTo>
                <a:lnTo>
                  <a:pt x="929421" y="155258"/>
                </a:lnTo>
                <a:lnTo>
                  <a:pt x="948385" y="155258"/>
                </a:lnTo>
                <a:lnTo>
                  <a:pt x="967349" y="155258"/>
                </a:lnTo>
                <a:lnTo>
                  <a:pt x="986323" y="155258"/>
                </a:lnTo>
                <a:lnTo>
                  <a:pt x="1005288" y="155258"/>
                </a:lnTo>
                <a:lnTo>
                  <a:pt x="1024252" y="155258"/>
                </a:lnTo>
                <a:lnTo>
                  <a:pt x="1043226" y="155258"/>
                </a:lnTo>
                <a:lnTo>
                  <a:pt x="1062190" y="155258"/>
                </a:lnTo>
                <a:lnTo>
                  <a:pt x="1081154" y="155258"/>
                </a:lnTo>
                <a:lnTo>
                  <a:pt x="1100128" y="155258"/>
                </a:lnTo>
                <a:lnTo>
                  <a:pt x="1119092" y="155258"/>
                </a:lnTo>
                <a:lnTo>
                  <a:pt x="1138057" y="155258"/>
                </a:lnTo>
                <a:lnTo>
                  <a:pt x="1157030" y="155258"/>
                </a:lnTo>
                <a:lnTo>
                  <a:pt x="1175995" y="155258"/>
                </a:lnTo>
                <a:lnTo>
                  <a:pt x="1194968" y="155258"/>
                </a:lnTo>
                <a:lnTo>
                  <a:pt x="1213933" y="155258"/>
                </a:lnTo>
                <a:lnTo>
                  <a:pt x="1232897" y="155258"/>
                </a:lnTo>
                <a:lnTo>
                  <a:pt x="1251871" y="155258"/>
                </a:lnTo>
                <a:lnTo>
                  <a:pt x="1270835" y="155258"/>
                </a:lnTo>
                <a:lnTo>
                  <a:pt x="1289799" y="155258"/>
                </a:lnTo>
                <a:lnTo>
                  <a:pt x="1308773" y="155258"/>
                </a:lnTo>
                <a:lnTo>
                  <a:pt x="1327680" y="154934"/>
                </a:lnTo>
                <a:lnTo>
                  <a:pt x="1345368" y="148085"/>
                </a:lnTo>
                <a:lnTo>
                  <a:pt x="1363056" y="141237"/>
                </a:lnTo>
                <a:lnTo>
                  <a:pt x="1380744" y="134388"/>
                </a:lnTo>
                <a:lnTo>
                  <a:pt x="1398432" y="127540"/>
                </a:lnTo>
                <a:lnTo>
                  <a:pt x="1416120" y="120691"/>
                </a:lnTo>
                <a:lnTo>
                  <a:pt x="1433808" y="113843"/>
                </a:lnTo>
                <a:lnTo>
                  <a:pt x="1451496" y="106994"/>
                </a:lnTo>
                <a:lnTo>
                  <a:pt x="1469184" y="100146"/>
                </a:lnTo>
                <a:lnTo>
                  <a:pt x="1486872" y="93297"/>
                </a:lnTo>
                <a:lnTo>
                  <a:pt x="1504559" y="86449"/>
                </a:lnTo>
                <a:lnTo>
                  <a:pt x="1522247" y="79600"/>
                </a:lnTo>
                <a:lnTo>
                  <a:pt x="1539935" y="72752"/>
                </a:lnTo>
                <a:lnTo>
                  <a:pt x="1557623" y="65903"/>
                </a:lnTo>
                <a:lnTo>
                  <a:pt x="1575311" y="59055"/>
                </a:lnTo>
                <a:lnTo>
                  <a:pt x="1592999" y="52207"/>
                </a:lnTo>
                <a:lnTo>
                  <a:pt x="1610687" y="45358"/>
                </a:lnTo>
                <a:lnTo>
                  <a:pt x="1628375" y="38510"/>
                </a:lnTo>
                <a:lnTo>
                  <a:pt x="1646063" y="31661"/>
                </a:lnTo>
                <a:lnTo>
                  <a:pt x="1663751" y="24813"/>
                </a:lnTo>
                <a:lnTo>
                  <a:pt x="1681439" y="17964"/>
                </a:lnTo>
                <a:lnTo>
                  <a:pt x="1699127" y="11116"/>
                </a:lnTo>
                <a:lnTo>
                  <a:pt x="1716815" y="4267"/>
                </a:lnTo>
                <a:lnTo>
                  <a:pt x="1720682" y="0"/>
                </a:lnTo>
                <a:lnTo>
                  <a:pt x="1701717" y="0"/>
                </a:lnTo>
                <a:lnTo>
                  <a:pt x="1682744" y="0"/>
                </a:lnTo>
                <a:lnTo>
                  <a:pt x="1663779" y="0"/>
                </a:lnTo>
                <a:lnTo>
                  <a:pt x="1644815" y="0"/>
                </a:lnTo>
                <a:lnTo>
                  <a:pt x="1625841" y="0"/>
                </a:lnTo>
                <a:lnTo>
                  <a:pt x="1606877" y="0"/>
                </a:lnTo>
                <a:lnTo>
                  <a:pt x="1587913" y="0"/>
                </a:lnTo>
                <a:lnTo>
                  <a:pt x="1568939" y="0"/>
                </a:lnTo>
                <a:lnTo>
                  <a:pt x="1549975" y="0"/>
                </a:lnTo>
                <a:lnTo>
                  <a:pt x="1531010" y="0"/>
                </a:lnTo>
                <a:lnTo>
                  <a:pt x="1512037" y="0"/>
                </a:lnTo>
                <a:lnTo>
                  <a:pt x="1493072" y="0"/>
                </a:lnTo>
                <a:lnTo>
                  <a:pt x="1474099" y="0"/>
                </a:lnTo>
                <a:lnTo>
                  <a:pt x="1455134" y="0"/>
                </a:lnTo>
                <a:lnTo>
                  <a:pt x="1436170" y="0"/>
                </a:lnTo>
                <a:lnTo>
                  <a:pt x="1417196" y="0"/>
                </a:lnTo>
                <a:lnTo>
                  <a:pt x="1398232" y="0"/>
                </a:lnTo>
                <a:lnTo>
                  <a:pt x="1379268" y="0"/>
                </a:lnTo>
                <a:lnTo>
                  <a:pt x="1360294" y="0"/>
                </a:lnTo>
                <a:lnTo>
                  <a:pt x="1341330" y="0"/>
                </a:lnTo>
                <a:lnTo>
                  <a:pt x="1322365" y="0"/>
                </a:lnTo>
                <a:lnTo>
                  <a:pt x="1303391" y="0"/>
                </a:lnTo>
                <a:lnTo>
                  <a:pt x="1284427" y="0"/>
                </a:lnTo>
                <a:lnTo>
                  <a:pt x="1265463" y="0"/>
                </a:lnTo>
                <a:lnTo>
                  <a:pt x="1246489" y="0"/>
                </a:lnTo>
                <a:lnTo>
                  <a:pt x="1227525" y="0"/>
                </a:lnTo>
                <a:lnTo>
                  <a:pt x="1208551" y="0"/>
                </a:lnTo>
                <a:lnTo>
                  <a:pt x="1189587" y="0"/>
                </a:lnTo>
                <a:lnTo>
                  <a:pt x="1170623" y="0"/>
                </a:lnTo>
                <a:lnTo>
                  <a:pt x="1151649" y="0"/>
                </a:lnTo>
                <a:lnTo>
                  <a:pt x="1132684" y="0"/>
                </a:lnTo>
                <a:lnTo>
                  <a:pt x="1113720" y="0"/>
                </a:lnTo>
                <a:lnTo>
                  <a:pt x="1094746" y="0"/>
                </a:lnTo>
                <a:lnTo>
                  <a:pt x="1075782" y="0"/>
                </a:lnTo>
                <a:lnTo>
                  <a:pt x="1056818" y="0"/>
                </a:lnTo>
                <a:lnTo>
                  <a:pt x="1037844" y="0"/>
                </a:lnTo>
                <a:lnTo>
                  <a:pt x="1018880" y="0"/>
                </a:lnTo>
                <a:lnTo>
                  <a:pt x="999915" y="0"/>
                </a:lnTo>
                <a:lnTo>
                  <a:pt x="980942" y="0"/>
                </a:lnTo>
                <a:lnTo>
                  <a:pt x="961977" y="0"/>
                </a:lnTo>
                <a:lnTo>
                  <a:pt x="943004" y="0"/>
                </a:lnTo>
                <a:lnTo>
                  <a:pt x="924039" y="0"/>
                </a:lnTo>
                <a:lnTo>
                  <a:pt x="905075" y="0"/>
                </a:lnTo>
                <a:lnTo>
                  <a:pt x="886101" y="0"/>
                </a:lnTo>
                <a:lnTo>
                  <a:pt x="867137" y="0"/>
                </a:lnTo>
                <a:lnTo>
                  <a:pt x="848173" y="0"/>
                </a:lnTo>
                <a:lnTo>
                  <a:pt x="829199" y="0"/>
                </a:lnTo>
                <a:lnTo>
                  <a:pt x="810235" y="0"/>
                </a:lnTo>
                <a:lnTo>
                  <a:pt x="791270" y="0"/>
                </a:lnTo>
                <a:lnTo>
                  <a:pt x="772297" y="0"/>
                </a:lnTo>
                <a:lnTo>
                  <a:pt x="753332" y="0"/>
                </a:lnTo>
                <a:lnTo>
                  <a:pt x="734368" y="0"/>
                </a:lnTo>
                <a:lnTo>
                  <a:pt x="715394" y="0"/>
                </a:lnTo>
                <a:lnTo>
                  <a:pt x="696430" y="0"/>
                </a:lnTo>
                <a:lnTo>
                  <a:pt x="677456" y="0"/>
                </a:lnTo>
                <a:lnTo>
                  <a:pt x="658492" y="0"/>
                </a:lnTo>
                <a:lnTo>
                  <a:pt x="639528" y="0"/>
                </a:lnTo>
                <a:lnTo>
                  <a:pt x="620554" y="0"/>
                </a:lnTo>
                <a:lnTo>
                  <a:pt x="601589" y="0"/>
                </a:lnTo>
                <a:lnTo>
                  <a:pt x="582625" y="0"/>
                </a:lnTo>
                <a:lnTo>
                  <a:pt x="563651" y="0"/>
                </a:lnTo>
                <a:lnTo>
                  <a:pt x="544687" y="0"/>
                </a:lnTo>
                <a:lnTo>
                  <a:pt x="525723" y="0"/>
                </a:lnTo>
                <a:lnTo>
                  <a:pt x="506749" y="0"/>
                </a:lnTo>
                <a:lnTo>
                  <a:pt x="487785" y="0"/>
                </a:lnTo>
                <a:lnTo>
                  <a:pt x="469497" y="4315"/>
                </a:lnTo>
                <a:lnTo>
                  <a:pt x="451437" y="10125"/>
                </a:lnTo>
                <a:lnTo>
                  <a:pt x="433378" y="15926"/>
                </a:lnTo>
                <a:lnTo>
                  <a:pt x="415319" y="21736"/>
                </a:lnTo>
                <a:lnTo>
                  <a:pt x="397259" y="27537"/>
                </a:lnTo>
                <a:lnTo>
                  <a:pt x="379209" y="33347"/>
                </a:lnTo>
                <a:lnTo>
                  <a:pt x="361150" y="39148"/>
                </a:lnTo>
                <a:lnTo>
                  <a:pt x="343091" y="44958"/>
                </a:lnTo>
                <a:lnTo>
                  <a:pt x="325031" y="50759"/>
                </a:lnTo>
                <a:lnTo>
                  <a:pt x="306972" y="56569"/>
                </a:lnTo>
                <a:lnTo>
                  <a:pt x="288922" y="62370"/>
                </a:lnTo>
                <a:lnTo>
                  <a:pt x="270862" y="68180"/>
                </a:lnTo>
                <a:lnTo>
                  <a:pt x="252803" y="73981"/>
                </a:lnTo>
                <a:lnTo>
                  <a:pt x="234744" y="79791"/>
                </a:lnTo>
                <a:lnTo>
                  <a:pt x="216694" y="85592"/>
                </a:lnTo>
                <a:lnTo>
                  <a:pt x="198634" y="91402"/>
                </a:lnTo>
                <a:lnTo>
                  <a:pt x="180575" y="97203"/>
                </a:lnTo>
                <a:lnTo>
                  <a:pt x="162516" y="103013"/>
                </a:lnTo>
                <a:lnTo>
                  <a:pt x="144456" y="108814"/>
                </a:lnTo>
                <a:lnTo>
                  <a:pt x="126406" y="114624"/>
                </a:lnTo>
                <a:lnTo>
                  <a:pt x="108347" y="120425"/>
                </a:lnTo>
                <a:lnTo>
                  <a:pt x="90287" y="126235"/>
                </a:lnTo>
                <a:lnTo>
                  <a:pt x="72228" y="132036"/>
                </a:lnTo>
                <a:lnTo>
                  <a:pt x="54169" y="137836"/>
                </a:lnTo>
                <a:lnTo>
                  <a:pt x="36119" y="143647"/>
                </a:lnTo>
                <a:lnTo>
                  <a:pt x="18059" y="149447"/>
                </a:lnTo>
                <a:lnTo>
                  <a:pt x="0" y="15525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9BD9FF7-0D9D-4B8B-B0E8-F5C669F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5810" y="4126230"/>
            <a:ext cx="1524000" cy="155258"/>
          </a:xfrm>
          <a:custGeom xmlns:a="http://schemas.openxmlformats.org/drawingml/2006/main">
            <a:pathLst>
              <a:path w="1524000" h="155258">
                <a:moveTo>
                  <a:pt x="0" y="155258"/>
                </a:moveTo>
                <a:lnTo>
                  <a:pt x="18936" y="155258"/>
                </a:lnTo>
                <a:lnTo>
                  <a:pt x="37871" y="155258"/>
                </a:lnTo>
                <a:lnTo>
                  <a:pt x="56807" y="155258"/>
                </a:lnTo>
                <a:lnTo>
                  <a:pt x="75733" y="155258"/>
                </a:lnTo>
                <a:lnTo>
                  <a:pt x="94669" y="155258"/>
                </a:lnTo>
                <a:lnTo>
                  <a:pt x="113605" y="155258"/>
                </a:lnTo>
                <a:lnTo>
                  <a:pt x="132540" y="155258"/>
                </a:lnTo>
                <a:lnTo>
                  <a:pt x="151476" y="155258"/>
                </a:lnTo>
                <a:lnTo>
                  <a:pt x="170412" y="155258"/>
                </a:lnTo>
                <a:lnTo>
                  <a:pt x="189347" y="155258"/>
                </a:lnTo>
                <a:lnTo>
                  <a:pt x="208283" y="155258"/>
                </a:lnTo>
                <a:lnTo>
                  <a:pt x="227209" y="155258"/>
                </a:lnTo>
                <a:lnTo>
                  <a:pt x="246145" y="155258"/>
                </a:lnTo>
                <a:lnTo>
                  <a:pt x="265081" y="155258"/>
                </a:lnTo>
                <a:lnTo>
                  <a:pt x="284016" y="155258"/>
                </a:lnTo>
                <a:lnTo>
                  <a:pt x="302952" y="155258"/>
                </a:lnTo>
                <a:lnTo>
                  <a:pt x="321888" y="155258"/>
                </a:lnTo>
                <a:lnTo>
                  <a:pt x="340824" y="155258"/>
                </a:lnTo>
                <a:lnTo>
                  <a:pt x="359759" y="155258"/>
                </a:lnTo>
                <a:lnTo>
                  <a:pt x="378685" y="155258"/>
                </a:lnTo>
                <a:lnTo>
                  <a:pt x="397621" y="155258"/>
                </a:lnTo>
                <a:lnTo>
                  <a:pt x="416557" y="155258"/>
                </a:lnTo>
                <a:lnTo>
                  <a:pt x="435493" y="155258"/>
                </a:lnTo>
                <a:lnTo>
                  <a:pt x="454428" y="155258"/>
                </a:lnTo>
                <a:lnTo>
                  <a:pt x="473364" y="155258"/>
                </a:lnTo>
                <a:lnTo>
                  <a:pt x="492300" y="155258"/>
                </a:lnTo>
                <a:lnTo>
                  <a:pt x="511226" y="155258"/>
                </a:lnTo>
                <a:lnTo>
                  <a:pt x="530162" y="155258"/>
                </a:lnTo>
                <a:lnTo>
                  <a:pt x="549097" y="155258"/>
                </a:lnTo>
                <a:lnTo>
                  <a:pt x="568033" y="155258"/>
                </a:lnTo>
                <a:lnTo>
                  <a:pt x="586969" y="155258"/>
                </a:lnTo>
                <a:lnTo>
                  <a:pt x="605904" y="155258"/>
                </a:lnTo>
                <a:lnTo>
                  <a:pt x="624840" y="155258"/>
                </a:lnTo>
                <a:lnTo>
                  <a:pt x="643776" y="155258"/>
                </a:lnTo>
                <a:lnTo>
                  <a:pt x="662702" y="155258"/>
                </a:lnTo>
                <a:lnTo>
                  <a:pt x="681638" y="155258"/>
                </a:lnTo>
                <a:lnTo>
                  <a:pt x="700573" y="155258"/>
                </a:lnTo>
                <a:lnTo>
                  <a:pt x="719509" y="155258"/>
                </a:lnTo>
                <a:lnTo>
                  <a:pt x="738445" y="155258"/>
                </a:lnTo>
                <a:lnTo>
                  <a:pt x="757380" y="155258"/>
                </a:lnTo>
                <a:lnTo>
                  <a:pt x="776316" y="155258"/>
                </a:lnTo>
                <a:lnTo>
                  <a:pt x="795252" y="155258"/>
                </a:lnTo>
                <a:lnTo>
                  <a:pt x="814178" y="155258"/>
                </a:lnTo>
                <a:lnTo>
                  <a:pt x="833114" y="155258"/>
                </a:lnTo>
                <a:lnTo>
                  <a:pt x="852049" y="155258"/>
                </a:lnTo>
                <a:lnTo>
                  <a:pt x="870985" y="155258"/>
                </a:lnTo>
                <a:lnTo>
                  <a:pt x="889921" y="155258"/>
                </a:lnTo>
                <a:lnTo>
                  <a:pt x="908856" y="155258"/>
                </a:lnTo>
                <a:lnTo>
                  <a:pt x="927792" y="155258"/>
                </a:lnTo>
                <a:lnTo>
                  <a:pt x="946728" y="155258"/>
                </a:lnTo>
                <a:lnTo>
                  <a:pt x="965654" y="155258"/>
                </a:lnTo>
                <a:lnTo>
                  <a:pt x="984590" y="155258"/>
                </a:lnTo>
                <a:lnTo>
                  <a:pt x="1003525" y="155258"/>
                </a:lnTo>
                <a:lnTo>
                  <a:pt x="1022461" y="155258"/>
                </a:lnTo>
                <a:lnTo>
                  <a:pt x="1041397" y="155258"/>
                </a:lnTo>
                <a:lnTo>
                  <a:pt x="1060333" y="155258"/>
                </a:lnTo>
                <a:lnTo>
                  <a:pt x="1079268" y="155258"/>
                </a:lnTo>
                <a:lnTo>
                  <a:pt x="1098194" y="155258"/>
                </a:lnTo>
                <a:lnTo>
                  <a:pt x="1117130" y="155258"/>
                </a:lnTo>
                <a:lnTo>
                  <a:pt x="1134837" y="148561"/>
                </a:lnTo>
                <a:lnTo>
                  <a:pt x="1152525" y="141808"/>
                </a:lnTo>
                <a:lnTo>
                  <a:pt x="1170213" y="135055"/>
                </a:lnTo>
                <a:lnTo>
                  <a:pt x="1187901" y="128302"/>
                </a:lnTo>
                <a:lnTo>
                  <a:pt x="1205589" y="121549"/>
                </a:lnTo>
                <a:lnTo>
                  <a:pt x="1223277" y="114795"/>
                </a:lnTo>
                <a:lnTo>
                  <a:pt x="1240965" y="108042"/>
                </a:lnTo>
                <a:lnTo>
                  <a:pt x="1258662" y="101289"/>
                </a:lnTo>
                <a:lnTo>
                  <a:pt x="1276350" y="94536"/>
                </a:lnTo>
                <a:lnTo>
                  <a:pt x="1294038" y="87782"/>
                </a:lnTo>
                <a:lnTo>
                  <a:pt x="1311726" y="81029"/>
                </a:lnTo>
                <a:lnTo>
                  <a:pt x="1329414" y="74276"/>
                </a:lnTo>
                <a:lnTo>
                  <a:pt x="1347102" y="67523"/>
                </a:lnTo>
                <a:lnTo>
                  <a:pt x="1364799" y="60770"/>
                </a:lnTo>
                <a:lnTo>
                  <a:pt x="1382487" y="54026"/>
                </a:lnTo>
                <a:lnTo>
                  <a:pt x="1400175" y="47273"/>
                </a:lnTo>
                <a:lnTo>
                  <a:pt x="1417863" y="40519"/>
                </a:lnTo>
                <a:lnTo>
                  <a:pt x="1435551" y="33766"/>
                </a:lnTo>
                <a:lnTo>
                  <a:pt x="1453239" y="27013"/>
                </a:lnTo>
                <a:lnTo>
                  <a:pt x="1470936" y="20260"/>
                </a:lnTo>
                <a:lnTo>
                  <a:pt x="1488624" y="13506"/>
                </a:lnTo>
                <a:lnTo>
                  <a:pt x="1506312" y="6753"/>
                </a:lnTo>
                <a:lnTo>
                  <a:pt x="152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5DF6843A-DC20-4345-923A-45C69978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2060" y="412623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29B94845-AA09-45C1-BF3A-F96A28FE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447669"/>
            <a:ext cx="319088" cy="471869"/>
          </a:xfrm>
          <a:custGeom xmlns:a="http://schemas.openxmlformats.org/drawingml/2006/main">
            <a:pathLst>
              <a:path w="319088" h="471869">
                <a:moveTo>
                  <a:pt x="0" y="471869"/>
                </a:moveTo>
                <a:lnTo>
                  <a:pt x="0" y="452866"/>
                </a:lnTo>
                <a:lnTo>
                  <a:pt x="0" y="433854"/>
                </a:lnTo>
                <a:lnTo>
                  <a:pt x="0" y="414842"/>
                </a:lnTo>
                <a:lnTo>
                  <a:pt x="0" y="395830"/>
                </a:lnTo>
                <a:lnTo>
                  <a:pt x="0" y="376828"/>
                </a:lnTo>
                <a:lnTo>
                  <a:pt x="0" y="357816"/>
                </a:lnTo>
                <a:lnTo>
                  <a:pt x="0" y="338804"/>
                </a:lnTo>
                <a:lnTo>
                  <a:pt x="0" y="319792"/>
                </a:lnTo>
                <a:lnTo>
                  <a:pt x="0" y="300780"/>
                </a:lnTo>
                <a:lnTo>
                  <a:pt x="0" y="281778"/>
                </a:lnTo>
                <a:lnTo>
                  <a:pt x="0" y="262766"/>
                </a:lnTo>
                <a:lnTo>
                  <a:pt x="0" y="243754"/>
                </a:lnTo>
                <a:lnTo>
                  <a:pt x="0" y="224742"/>
                </a:lnTo>
                <a:lnTo>
                  <a:pt x="0" y="205730"/>
                </a:lnTo>
                <a:lnTo>
                  <a:pt x="0" y="186728"/>
                </a:lnTo>
                <a:lnTo>
                  <a:pt x="0" y="167716"/>
                </a:lnTo>
                <a:lnTo>
                  <a:pt x="0" y="148704"/>
                </a:lnTo>
                <a:lnTo>
                  <a:pt x="0" y="129692"/>
                </a:lnTo>
                <a:lnTo>
                  <a:pt x="0" y="110690"/>
                </a:lnTo>
                <a:lnTo>
                  <a:pt x="16326" y="103270"/>
                </a:lnTo>
                <a:lnTo>
                  <a:pt x="34271" y="97003"/>
                </a:lnTo>
                <a:lnTo>
                  <a:pt x="52216" y="90735"/>
                </a:lnTo>
                <a:lnTo>
                  <a:pt x="70171" y="84468"/>
                </a:lnTo>
                <a:lnTo>
                  <a:pt x="88116" y="78200"/>
                </a:lnTo>
                <a:lnTo>
                  <a:pt x="106061" y="71923"/>
                </a:lnTo>
                <a:lnTo>
                  <a:pt x="124006" y="65656"/>
                </a:lnTo>
                <a:lnTo>
                  <a:pt x="141951" y="59388"/>
                </a:lnTo>
                <a:lnTo>
                  <a:pt x="159896" y="53121"/>
                </a:lnTo>
                <a:lnTo>
                  <a:pt x="177851" y="46853"/>
                </a:lnTo>
                <a:lnTo>
                  <a:pt x="195796" y="40586"/>
                </a:lnTo>
                <a:lnTo>
                  <a:pt x="213741" y="34319"/>
                </a:lnTo>
                <a:lnTo>
                  <a:pt x="231686" y="28051"/>
                </a:lnTo>
                <a:lnTo>
                  <a:pt x="249631" y="21784"/>
                </a:lnTo>
                <a:lnTo>
                  <a:pt x="267586" y="15516"/>
                </a:lnTo>
                <a:lnTo>
                  <a:pt x="285531" y="9249"/>
                </a:lnTo>
                <a:lnTo>
                  <a:pt x="303476" y="2981"/>
                </a:lnTo>
                <a:lnTo>
                  <a:pt x="319088" y="0"/>
                </a:lnTo>
                <a:lnTo>
                  <a:pt x="319088" y="19012"/>
                </a:lnTo>
                <a:lnTo>
                  <a:pt x="319088" y="38024"/>
                </a:lnTo>
                <a:lnTo>
                  <a:pt x="319088" y="57026"/>
                </a:lnTo>
                <a:lnTo>
                  <a:pt x="319088" y="76038"/>
                </a:lnTo>
                <a:lnTo>
                  <a:pt x="319088" y="95050"/>
                </a:lnTo>
                <a:lnTo>
                  <a:pt x="319088" y="114062"/>
                </a:lnTo>
                <a:lnTo>
                  <a:pt x="319088" y="133064"/>
                </a:lnTo>
                <a:lnTo>
                  <a:pt x="319088" y="152076"/>
                </a:lnTo>
                <a:lnTo>
                  <a:pt x="319088" y="171088"/>
                </a:lnTo>
                <a:lnTo>
                  <a:pt x="319088" y="190100"/>
                </a:lnTo>
                <a:lnTo>
                  <a:pt x="319088" y="209112"/>
                </a:lnTo>
                <a:lnTo>
                  <a:pt x="319088" y="228114"/>
                </a:lnTo>
                <a:lnTo>
                  <a:pt x="319088" y="247126"/>
                </a:lnTo>
                <a:lnTo>
                  <a:pt x="319088" y="266138"/>
                </a:lnTo>
                <a:lnTo>
                  <a:pt x="319088" y="285150"/>
                </a:lnTo>
                <a:lnTo>
                  <a:pt x="319088" y="304162"/>
                </a:lnTo>
                <a:lnTo>
                  <a:pt x="319088" y="323164"/>
                </a:lnTo>
                <a:lnTo>
                  <a:pt x="315716" y="339928"/>
                </a:lnTo>
                <a:lnTo>
                  <a:pt x="298180" y="347262"/>
                </a:lnTo>
                <a:lnTo>
                  <a:pt x="280635" y="354587"/>
                </a:lnTo>
                <a:lnTo>
                  <a:pt x="263100" y="361921"/>
                </a:lnTo>
                <a:lnTo>
                  <a:pt x="245555" y="369256"/>
                </a:lnTo>
                <a:lnTo>
                  <a:pt x="228019" y="376580"/>
                </a:lnTo>
                <a:lnTo>
                  <a:pt x="210474" y="383915"/>
                </a:lnTo>
                <a:lnTo>
                  <a:pt x="192938" y="391239"/>
                </a:lnTo>
                <a:lnTo>
                  <a:pt x="175393" y="398574"/>
                </a:lnTo>
                <a:lnTo>
                  <a:pt x="157858" y="405898"/>
                </a:lnTo>
                <a:lnTo>
                  <a:pt x="140322" y="413233"/>
                </a:lnTo>
                <a:lnTo>
                  <a:pt x="122777" y="420567"/>
                </a:lnTo>
                <a:lnTo>
                  <a:pt x="105242" y="427892"/>
                </a:lnTo>
                <a:lnTo>
                  <a:pt x="87697" y="435226"/>
                </a:lnTo>
                <a:lnTo>
                  <a:pt x="70161" y="442551"/>
                </a:lnTo>
                <a:lnTo>
                  <a:pt x="52616" y="449885"/>
                </a:lnTo>
                <a:lnTo>
                  <a:pt x="35081" y="457210"/>
                </a:lnTo>
                <a:lnTo>
                  <a:pt x="17536" y="464544"/>
                </a:lnTo>
                <a:lnTo>
                  <a:pt x="0" y="471869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25FFF5EE-A1A4-446F-BAD5-C78F96FA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7868" y="3786188"/>
            <a:ext cx="1643539" cy="133350"/>
          </a:xfrm>
          <a:custGeom xmlns:a="http://schemas.openxmlformats.org/drawingml/2006/main">
            <a:pathLst>
              <a:path w="1643539" h="133350">
                <a:moveTo>
                  <a:pt x="0" y="133350"/>
                </a:moveTo>
                <a:lnTo>
                  <a:pt x="18974" y="133350"/>
                </a:lnTo>
                <a:lnTo>
                  <a:pt x="37957" y="133350"/>
                </a:lnTo>
                <a:lnTo>
                  <a:pt x="56931" y="133350"/>
                </a:lnTo>
                <a:lnTo>
                  <a:pt x="75914" y="133350"/>
                </a:lnTo>
                <a:lnTo>
                  <a:pt x="94888" y="133350"/>
                </a:lnTo>
                <a:lnTo>
                  <a:pt x="113871" y="133350"/>
                </a:lnTo>
                <a:lnTo>
                  <a:pt x="132845" y="133350"/>
                </a:lnTo>
                <a:lnTo>
                  <a:pt x="151829" y="133350"/>
                </a:lnTo>
                <a:lnTo>
                  <a:pt x="170802" y="133350"/>
                </a:lnTo>
                <a:lnTo>
                  <a:pt x="189786" y="133350"/>
                </a:lnTo>
                <a:lnTo>
                  <a:pt x="208759" y="133350"/>
                </a:lnTo>
                <a:lnTo>
                  <a:pt x="227743" y="133350"/>
                </a:lnTo>
                <a:lnTo>
                  <a:pt x="246717" y="133350"/>
                </a:lnTo>
                <a:lnTo>
                  <a:pt x="265700" y="133350"/>
                </a:lnTo>
                <a:lnTo>
                  <a:pt x="284674" y="133350"/>
                </a:lnTo>
                <a:lnTo>
                  <a:pt x="303647" y="133350"/>
                </a:lnTo>
                <a:lnTo>
                  <a:pt x="322631" y="133350"/>
                </a:lnTo>
                <a:lnTo>
                  <a:pt x="341605" y="133350"/>
                </a:lnTo>
                <a:lnTo>
                  <a:pt x="360588" y="133350"/>
                </a:lnTo>
                <a:lnTo>
                  <a:pt x="379562" y="133350"/>
                </a:lnTo>
                <a:lnTo>
                  <a:pt x="398545" y="133350"/>
                </a:lnTo>
                <a:lnTo>
                  <a:pt x="417519" y="133350"/>
                </a:lnTo>
                <a:lnTo>
                  <a:pt x="436502" y="133350"/>
                </a:lnTo>
                <a:lnTo>
                  <a:pt x="455476" y="133350"/>
                </a:lnTo>
                <a:lnTo>
                  <a:pt x="474459" y="133350"/>
                </a:lnTo>
                <a:lnTo>
                  <a:pt x="493433" y="133350"/>
                </a:lnTo>
                <a:lnTo>
                  <a:pt x="512416" y="133350"/>
                </a:lnTo>
                <a:lnTo>
                  <a:pt x="531390" y="133350"/>
                </a:lnTo>
                <a:lnTo>
                  <a:pt x="550374" y="133350"/>
                </a:lnTo>
                <a:lnTo>
                  <a:pt x="569347" y="133350"/>
                </a:lnTo>
                <a:lnTo>
                  <a:pt x="588331" y="133350"/>
                </a:lnTo>
                <a:lnTo>
                  <a:pt x="607304" y="133350"/>
                </a:lnTo>
                <a:lnTo>
                  <a:pt x="626278" y="133350"/>
                </a:lnTo>
                <a:lnTo>
                  <a:pt x="645262" y="133350"/>
                </a:lnTo>
                <a:lnTo>
                  <a:pt x="664235" y="133350"/>
                </a:lnTo>
                <a:lnTo>
                  <a:pt x="683219" y="133350"/>
                </a:lnTo>
                <a:lnTo>
                  <a:pt x="702193" y="133350"/>
                </a:lnTo>
                <a:lnTo>
                  <a:pt x="721176" y="133350"/>
                </a:lnTo>
                <a:lnTo>
                  <a:pt x="740150" y="133350"/>
                </a:lnTo>
                <a:lnTo>
                  <a:pt x="759133" y="133350"/>
                </a:lnTo>
                <a:lnTo>
                  <a:pt x="778107" y="133350"/>
                </a:lnTo>
                <a:lnTo>
                  <a:pt x="797090" y="133350"/>
                </a:lnTo>
                <a:lnTo>
                  <a:pt x="816064" y="133350"/>
                </a:lnTo>
                <a:lnTo>
                  <a:pt x="835047" y="133350"/>
                </a:lnTo>
                <a:lnTo>
                  <a:pt x="854021" y="133350"/>
                </a:lnTo>
                <a:lnTo>
                  <a:pt x="873004" y="133350"/>
                </a:lnTo>
                <a:lnTo>
                  <a:pt x="891978" y="133350"/>
                </a:lnTo>
                <a:lnTo>
                  <a:pt x="910952" y="133350"/>
                </a:lnTo>
                <a:lnTo>
                  <a:pt x="929935" y="133350"/>
                </a:lnTo>
                <a:lnTo>
                  <a:pt x="948909" y="133350"/>
                </a:lnTo>
                <a:lnTo>
                  <a:pt x="967892" y="133350"/>
                </a:lnTo>
                <a:lnTo>
                  <a:pt x="986866" y="133350"/>
                </a:lnTo>
                <a:lnTo>
                  <a:pt x="1005850" y="133350"/>
                </a:lnTo>
                <a:lnTo>
                  <a:pt x="1024823" y="133350"/>
                </a:lnTo>
                <a:lnTo>
                  <a:pt x="1043807" y="133350"/>
                </a:lnTo>
                <a:lnTo>
                  <a:pt x="1062780" y="133350"/>
                </a:lnTo>
                <a:lnTo>
                  <a:pt x="1081764" y="133350"/>
                </a:lnTo>
                <a:lnTo>
                  <a:pt x="1100738" y="133350"/>
                </a:lnTo>
                <a:lnTo>
                  <a:pt x="1119721" y="133350"/>
                </a:lnTo>
                <a:lnTo>
                  <a:pt x="1138695" y="133350"/>
                </a:lnTo>
                <a:lnTo>
                  <a:pt x="1157678" y="133350"/>
                </a:lnTo>
                <a:lnTo>
                  <a:pt x="1176652" y="133350"/>
                </a:lnTo>
                <a:lnTo>
                  <a:pt x="1195635" y="133350"/>
                </a:lnTo>
                <a:lnTo>
                  <a:pt x="1214609" y="133350"/>
                </a:lnTo>
                <a:lnTo>
                  <a:pt x="1233583" y="133350"/>
                </a:lnTo>
                <a:lnTo>
                  <a:pt x="1252566" y="133350"/>
                </a:lnTo>
                <a:lnTo>
                  <a:pt x="1271540" y="133350"/>
                </a:lnTo>
                <a:lnTo>
                  <a:pt x="1290523" y="133350"/>
                </a:lnTo>
                <a:lnTo>
                  <a:pt x="1309497" y="133350"/>
                </a:lnTo>
                <a:lnTo>
                  <a:pt x="1328347" y="132712"/>
                </a:lnTo>
                <a:lnTo>
                  <a:pt x="1345863" y="125397"/>
                </a:lnTo>
                <a:lnTo>
                  <a:pt x="1363370" y="118081"/>
                </a:lnTo>
                <a:lnTo>
                  <a:pt x="1380887" y="110766"/>
                </a:lnTo>
                <a:lnTo>
                  <a:pt x="1398394" y="103442"/>
                </a:lnTo>
                <a:lnTo>
                  <a:pt x="1415901" y="96126"/>
                </a:lnTo>
                <a:lnTo>
                  <a:pt x="1433417" y="88811"/>
                </a:lnTo>
                <a:lnTo>
                  <a:pt x="1450924" y="81486"/>
                </a:lnTo>
                <a:lnTo>
                  <a:pt x="1468441" y="74171"/>
                </a:lnTo>
                <a:lnTo>
                  <a:pt x="1485948" y="66856"/>
                </a:lnTo>
                <a:lnTo>
                  <a:pt x="1503455" y="59541"/>
                </a:lnTo>
                <a:lnTo>
                  <a:pt x="1520971" y="52216"/>
                </a:lnTo>
                <a:lnTo>
                  <a:pt x="1538478" y="44901"/>
                </a:lnTo>
                <a:lnTo>
                  <a:pt x="1555985" y="37586"/>
                </a:lnTo>
                <a:lnTo>
                  <a:pt x="1573501" y="30261"/>
                </a:lnTo>
                <a:lnTo>
                  <a:pt x="1591008" y="22946"/>
                </a:lnTo>
                <a:lnTo>
                  <a:pt x="1608525" y="15631"/>
                </a:lnTo>
                <a:lnTo>
                  <a:pt x="1626032" y="8315"/>
                </a:lnTo>
                <a:lnTo>
                  <a:pt x="1643539" y="991"/>
                </a:lnTo>
                <a:lnTo>
                  <a:pt x="1629518" y="0"/>
                </a:lnTo>
                <a:lnTo>
                  <a:pt x="1610544" y="0"/>
                </a:lnTo>
                <a:lnTo>
                  <a:pt x="1591561" y="0"/>
                </a:lnTo>
                <a:lnTo>
                  <a:pt x="1572587" y="0"/>
                </a:lnTo>
                <a:lnTo>
                  <a:pt x="1553604" y="0"/>
                </a:lnTo>
                <a:lnTo>
                  <a:pt x="1534630" y="0"/>
                </a:lnTo>
                <a:lnTo>
                  <a:pt x="1515647" y="0"/>
                </a:lnTo>
                <a:lnTo>
                  <a:pt x="1496673" y="0"/>
                </a:lnTo>
                <a:lnTo>
                  <a:pt x="1477689" y="0"/>
                </a:lnTo>
                <a:lnTo>
                  <a:pt x="1458716" y="0"/>
                </a:lnTo>
                <a:lnTo>
                  <a:pt x="1439732" y="0"/>
                </a:lnTo>
                <a:lnTo>
                  <a:pt x="1420759" y="0"/>
                </a:lnTo>
                <a:lnTo>
                  <a:pt x="1401775" y="0"/>
                </a:lnTo>
                <a:lnTo>
                  <a:pt x="1382801" y="0"/>
                </a:lnTo>
                <a:lnTo>
                  <a:pt x="1363818" y="0"/>
                </a:lnTo>
                <a:lnTo>
                  <a:pt x="1344844" y="0"/>
                </a:lnTo>
                <a:lnTo>
                  <a:pt x="1325861" y="0"/>
                </a:lnTo>
                <a:lnTo>
                  <a:pt x="1306887" y="0"/>
                </a:lnTo>
                <a:lnTo>
                  <a:pt x="1287913" y="0"/>
                </a:lnTo>
                <a:lnTo>
                  <a:pt x="1268930" y="0"/>
                </a:lnTo>
                <a:lnTo>
                  <a:pt x="1249956" y="0"/>
                </a:lnTo>
                <a:lnTo>
                  <a:pt x="1230973" y="0"/>
                </a:lnTo>
                <a:lnTo>
                  <a:pt x="1211999" y="0"/>
                </a:lnTo>
                <a:lnTo>
                  <a:pt x="1193016" y="0"/>
                </a:lnTo>
                <a:lnTo>
                  <a:pt x="1174042" y="0"/>
                </a:lnTo>
                <a:lnTo>
                  <a:pt x="1155059" y="0"/>
                </a:lnTo>
                <a:lnTo>
                  <a:pt x="1136085" y="0"/>
                </a:lnTo>
                <a:lnTo>
                  <a:pt x="1117102" y="0"/>
                </a:lnTo>
                <a:lnTo>
                  <a:pt x="1098128" y="0"/>
                </a:lnTo>
                <a:lnTo>
                  <a:pt x="1079144" y="0"/>
                </a:lnTo>
                <a:lnTo>
                  <a:pt x="1060171" y="0"/>
                </a:lnTo>
                <a:lnTo>
                  <a:pt x="1041187" y="0"/>
                </a:lnTo>
                <a:lnTo>
                  <a:pt x="1022213" y="0"/>
                </a:lnTo>
                <a:lnTo>
                  <a:pt x="1003240" y="0"/>
                </a:lnTo>
                <a:lnTo>
                  <a:pt x="984256" y="0"/>
                </a:lnTo>
                <a:lnTo>
                  <a:pt x="965283" y="0"/>
                </a:lnTo>
                <a:lnTo>
                  <a:pt x="946299" y="0"/>
                </a:lnTo>
                <a:lnTo>
                  <a:pt x="927325" y="0"/>
                </a:lnTo>
                <a:lnTo>
                  <a:pt x="908342" y="0"/>
                </a:lnTo>
                <a:lnTo>
                  <a:pt x="889368" y="0"/>
                </a:lnTo>
                <a:lnTo>
                  <a:pt x="870385" y="0"/>
                </a:lnTo>
                <a:lnTo>
                  <a:pt x="851411" y="0"/>
                </a:lnTo>
                <a:lnTo>
                  <a:pt x="832428" y="0"/>
                </a:lnTo>
                <a:lnTo>
                  <a:pt x="813454" y="0"/>
                </a:lnTo>
                <a:lnTo>
                  <a:pt x="794471" y="0"/>
                </a:lnTo>
                <a:lnTo>
                  <a:pt x="775497" y="0"/>
                </a:lnTo>
                <a:lnTo>
                  <a:pt x="756514" y="0"/>
                </a:lnTo>
                <a:lnTo>
                  <a:pt x="737540" y="0"/>
                </a:lnTo>
                <a:lnTo>
                  <a:pt x="718566" y="0"/>
                </a:lnTo>
                <a:lnTo>
                  <a:pt x="699583" y="0"/>
                </a:lnTo>
                <a:lnTo>
                  <a:pt x="680609" y="0"/>
                </a:lnTo>
                <a:lnTo>
                  <a:pt x="661626" y="0"/>
                </a:lnTo>
                <a:lnTo>
                  <a:pt x="642652" y="0"/>
                </a:lnTo>
                <a:lnTo>
                  <a:pt x="623668" y="0"/>
                </a:lnTo>
                <a:lnTo>
                  <a:pt x="604695" y="0"/>
                </a:lnTo>
                <a:lnTo>
                  <a:pt x="585711" y="0"/>
                </a:lnTo>
                <a:lnTo>
                  <a:pt x="566738" y="0"/>
                </a:lnTo>
                <a:lnTo>
                  <a:pt x="547754" y="0"/>
                </a:lnTo>
                <a:lnTo>
                  <a:pt x="528780" y="0"/>
                </a:lnTo>
                <a:lnTo>
                  <a:pt x="509797" y="0"/>
                </a:lnTo>
                <a:lnTo>
                  <a:pt x="490823" y="0"/>
                </a:lnTo>
                <a:lnTo>
                  <a:pt x="471840" y="0"/>
                </a:lnTo>
                <a:lnTo>
                  <a:pt x="452866" y="0"/>
                </a:lnTo>
                <a:lnTo>
                  <a:pt x="433883" y="0"/>
                </a:lnTo>
                <a:lnTo>
                  <a:pt x="414909" y="0"/>
                </a:lnTo>
                <a:lnTo>
                  <a:pt x="396192" y="1600"/>
                </a:lnTo>
                <a:lnTo>
                  <a:pt x="378181" y="7591"/>
                </a:lnTo>
                <a:lnTo>
                  <a:pt x="360169" y="13573"/>
                </a:lnTo>
                <a:lnTo>
                  <a:pt x="342167" y="19564"/>
                </a:lnTo>
                <a:lnTo>
                  <a:pt x="324155" y="25556"/>
                </a:lnTo>
                <a:lnTo>
                  <a:pt x="306143" y="31547"/>
                </a:lnTo>
                <a:lnTo>
                  <a:pt x="288141" y="37529"/>
                </a:lnTo>
                <a:lnTo>
                  <a:pt x="270129" y="43520"/>
                </a:lnTo>
                <a:lnTo>
                  <a:pt x="252117" y="49511"/>
                </a:lnTo>
                <a:lnTo>
                  <a:pt x="234115" y="55502"/>
                </a:lnTo>
                <a:lnTo>
                  <a:pt x="216103" y="61484"/>
                </a:lnTo>
                <a:lnTo>
                  <a:pt x="198091" y="67475"/>
                </a:lnTo>
                <a:lnTo>
                  <a:pt x="180089" y="73466"/>
                </a:lnTo>
                <a:lnTo>
                  <a:pt x="162077" y="79448"/>
                </a:lnTo>
                <a:lnTo>
                  <a:pt x="144066" y="85439"/>
                </a:lnTo>
                <a:lnTo>
                  <a:pt x="126063" y="91430"/>
                </a:lnTo>
                <a:lnTo>
                  <a:pt x="108052" y="97422"/>
                </a:lnTo>
                <a:lnTo>
                  <a:pt x="90040" y="103403"/>
                </a:lnTo>
                <a:lnTo>
                  <a:pt x="72038" y="109395"/>
                </a:lnTo>
                <a:lnTo>
                  <a:pt x="54026" y="115386"/>
                </a:lnTo>
                <a:lnTo>
                  <a:pt x="36014" y="121377"/>
                </a:lnTo>
                <a:lnTo>
                  <a:pt x="18012" y="127359"/>
                </a:lnTo>
                <a:lnTo>
                  <a:pt x="0" y="13335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AC2E3E93-11D7-4AE1-9716-623F696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2643" y="3786188"/>
            <a:ext cx="1442085" cy="133350"/>
          </a:xfrm>
          <a:custGeom xmlns:a="http://schemas.openxmlformats.org/drawingml/2006/main">
            <a:pathLst>
              <a:path w="1442085" h="133350">
                <a:moveTo>
                  <a:pt x="0" y="133350"/>
                </a:moveTo>
                <a:lnTo>
                  <a:pt x="18821" y="133350"/>
                </a:lnTo>
                <a:lnTo>
                  <a:pt x="37652" y="133350"/>
                </a:lnTo>
                <a:lnTo>
                  <a:pt x="56474" y="133350"/>
                </a:lnTo>
                <a:lnTo>
                  <a:pt x="75305" y="133350"/>
                </a:lnTo>
                <a:lnTo>
                  <a:pt x="94126" y="133350"/>
                </a:lnTo>
                <a:lnTo>
                  <a:pt x="112957" y="133350"/>
                </a:lnTo>
                <a:lnTo>
                  <a:pt x="131778" y="133350"/>
                </a:lnTo>
                <a:lnTo>
                  <a:pt x="150600" y="133350"/>
                </a:lnTo>
                <a:lnTo>
                  <a:pt x="169431" y="133350"/>
                </a:lnTo>
                <a:lnTo>
                  <a:pt x="188252" y="133350"/>
                </a:lnTo>
                <a:lnTo>
                  <a:pt x="207083" y="133350"/>
                </a:lnTo>
                <a:lnTo>
                  <a:pt x="225904" y="133350"/>
                </a:lnTo>
                <a:lnTo>
                  <a:pt x="244735" y="133350"/>
                </a:lnTo>
                <a:lnTo>
                  <a:pt x="263557" y="133350"/>
                </a:lnTo>
                <a:lnTo>
                  <a:pt x="282388" y="133350"/>
                </a:lnTo>
                <a:lnTo>
                  <a:pt x="301209" y="133350"/>
                </a:lnTo>
                <a:lnTo>
                  <a:pt x="320030" y="133350"/>
                </a:lnTo>
                <a:lnTo>
                  <a:pt x="338861" y="133350"/>
                </a:lnTo>
                <a:lnTo>
                  <a:pt x="357683" y="133350"/>
                </a:lnTo>
                <a:lnTo>
                  <a:pt x="376514" y="133350"/>
                </a:lnTo>
                <a:lnTo>
                  <a:pt x="395335" y="133350"/>
                </a:lnTo>
                <a:lnTo>
                  <a:pt x="414166" y="133350"/>
                </a:lnTo>
                <a:lnTo>
                  <a:pt x="432987" y="133350"/>
                </a:lnTo>
                <a:lnTo>
                  <a:pt x="451809" y="133350"/>
                </a:lnTo>
                <a:lnTo>
                  <a:pt x="470640" y="133350"/>
                </a:lnTo>
                <a:lnTo>
                  <a:pt x="489461" y="133350"/>
                </a:lnTo>
                <a:lnTo>
                  <a:pt x="508292" y="133350"/>
                </a:lnTo>
                <a:lnTo>
                  <a:pt x="527114" y="133350"/>
                </a:lnTo>
                <a:lnTo>
                  <a:pt x="545944" y="133350"/>
                </a:lnTo>
                <a:lnTo>
                  <a:pt x="564766" y="133350"/>
                </a:lnTo>
                <a:lnTo>
                  <a:pt x="583597" y="133350"/>
                </a:lnTo>
                <a:lnTo>
                  <a:pt x="602418" y="133350"/>
                </a:lnTo>
                <a:lnTo>
                  <a:pt x="621240" y="133350"/>
                </a:lnTo>
                <a:lnTo>
                  <a:pt x="640070" y="133350"/>
                </a:lnTo>
                <a:lnTo>
                  <a:pt x="658892" y="133350"/>
                </a:lnTo>
                <a:lnTo>
                  <a:pt x="677723" y="133350"/>
                </a:lnTo>
                <a:lnTo>
                  <a:pt x="696544" y="133350"/>
                </a:lnTo>
                <a:lnTo>
                  <a:pt x="715375" y="133350"/>
                </a:lnTo>
                <a:lnTo>
                  <a:pt x="734197" y="133350"/>
                </a:lnTo>
                <a:lnTo>
                  <a:pt x="753018" y="133350"/>
                </a:lnTo>
                <a:lnTo>
                  <a:pt x="771849" y="133350"/>
                </a:lnTo>
                <a:lnTo>
                  <a:pt x="790670" y="133350"/>
                </a:lnTo>
                <a:lnTo>
                  <a:pt x="809501" y="133350"/>
                </a:lnTo>
                <a:lnTo>
                  <a:pt x="828323" y="133350"/>
                </a:lnTo>
                <a:lnTo>
                  <a:pt x="847154" y="133350"/>
                </a:lnTo>
                <a:lnTo>
                  <a:pt x="865975" y="133350"/>
                </a:lnTo>
                <a:lnTo>
                  <a:pt x="884806" y="133350"/>
                </a:lnTo>
                <a:lnTo>
                  <a:pt x="903627" y="133350"/>
                </a:lnTo>
                <a:lnTo>
                  <a:pt x="922449" y="133350"/>
                </a:lnTo>
                <a:lnTo>
                  <a:pt x="941280" y="133350"/>
                </a:lnTo>
                <a:lnTo>
                  <a:pt x="960101" y="133350"/>
                </a:lnTo>
                <a:lnTo>
                  <a:pt x="978932" y="133350"/>
                </a:lnTo>
                <a:lnTo>
                  <a:pt x="997753" y="133350"/>
                </a:lnTo>
                <a:lnTo>
                  <a:pt x="1016584" y="133350"/>
                </a:lnTo>
                <a:lnTo>
                  <a:pt x="1035406" y="133350"/>
                </a:lnTo>
                <a:lnTo>
                  <a:pt x="1054227" y="133350"/>
                </a:lnTo>
                <a:lnTo>
                  <a:pt x="1073058" y="133350"/>
                </a:lnTo>
                <a:lnTo>
                  <a:pt x="1091879" y="133350"/>
                </a:lnTo>
                <a:lnTo>
                  <a:pt x="1110710" y="133350"/>
                </a:lnTo>
                <a:lnTo>
                  <a:pt x="1128617" y="128702"/>
                </a:lnTo>
                <a:lnTo>
                  <a:pt x="1146029" y="121549"/>
                </a:lnTo>
                <a:lnTo>
                  <a:pt x="1163441" y="114395"/>
                </a:lnTo>
                <a:lnTo>
                  <a:pt x="1180862" y="107252"/>
                </a:lnTo>
                <a:lnTo>
                  <a:pt x="1198274" y="100098"/>
                </a:lnTo>
                <a:lnTo>
                  <a:pt x="1215695" y="92945"/>
                </a:lnTo>
                <a:lnTo>
                  <a:pt x="1233107" y="85801"/>
                </a:lnTo>
                <a:lnTo>
                  <a:pt x="1250518" y="78648"/>
                </a:lnTo>
                <a:lnTo>
                  <a:pt x="1267939" y="71495"/>
                </a:lnTo>
                <a:lnTo>
                  <a:pt x="1285351" y="64351"/>
                </a:lnTo>
                <a:lnTo>
                  <a:pt x="1302763" y="57198"/>
                </a:lnTo>
                <a:lnTo>
                  <a:pt x="1320184" y="50044"/>
                </a:lnTo>
                <a:lnTo>
                  <a:pt x="1337596" y="42901"/>
                </a:lnTo>
                <a:lnTo>
                  <a:pt x="1355007" y="35747"/>
                </a:lnTo>
                <a:lnTo>
                  <a:pt x="1372429" y="28604"/>
                </a:lnTo>
                <a:lnTo>
                  <a:pt x="1389840" y="21450"/>
                </a:lnTo>
                <a:lnTo>
                  <a:pt x="1407252" y="14297"/>
                </a:lnTo>
                <a:lnTo>
                  <a:pt x="1424673" y="7153"/>
                </a:lnTo>
                <a:lnTo>
                  <a:pt x="1442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9AE218D1-7DA6-48E6-85FD-2D184FF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978" y="3786188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2724E0D6-06D0-42CD-959E-4F509AD6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2485" y="3107598"/>
            <a:ext cx="236220" cy="449037"/>
          </a:xfrm>
          <a:custGeom xmlns:a="http://schemas.openxmlformats.org/drawingml/2006/main">
            <a:pathLst>
              <a:path w="236220" h="449037">
                <a:moveTo>
                  <a:pt x="0" y="449037"/>
                </a:moveTo>
                <a:lnTo>
                  <a:pt x="0" y="430025"/>
                </a:lnTo>
                <a:lnTo>
                  <a:pt x="0" y="411023"/>
                </a:lnTo>
                <a:lnTo>
                  <a:pt x="0" y="392011"/>
                </a:lnTo>
                <a:lnTo>
                  <a:pt x="0" y="373009"/>
                </a:lnTo>
                <a:lnTo>
                  <a:pt x="0" y="354006"/>
                </a:lnTo>
                <a:lnTo>
                  <a:pt x="0" y="334994"/>
                </a:lnTo>
                <a:lnTo>
                  <a:pt x="0" y="315992"/>
                </a:lnTo>
                <a:lnTo>
                  <a:pt x="0" y="296980"/>
                </a:lnTo>
                <a:lnTo>
                  <a:pt x="0" y="277978"/>
                </a:lnTo>
                <a:lnTo>
                  <a:pt x="0" y="258966"/>
                </a:lnTo>
                <a:lnTo>
                  <a:pt x="0" y="239963"/>
                </a:lnTo>
                <a:lnTo>
                  <a:pt x="0" y="220961"/>
                </a:lnTo>
                <a:lnTo>
                  <a:pt x="0" y="201949"/>
                </a:lnTo>
                <a:lnTo>
                  <a:pt x="0" y="182947"/>
                </a:lnTo>
                <a:lnTo>
                  <a:pt x="0" y="163935"/>
                </a:lnTo>
                <a:lnTo>
                  <a:pt x="0" y="144932"/>
                </a:lnTo>
                <a:lnTo>
                  <a:pt x="0" y="125921"/>
                </a:lnTo>
                <a:lnTo>
                  <a:pt x="0" y="106918"/>
                </a:lnTo>
                <a:lnTo>
                  <a:pt x="0" y="87916"/>
                </a:lnTo>
                <a:lnTo>
                  <a:pt x="16126" y="80086"/>
                </a:lnTo>
                <a:lnTo>
                  <a:pt x="33928" y="73409"/>
                </a:lnTo>
                <a:lnTo>
                  <a:pt x="51721" y="66732"/>
                </a:lnTo>
                <a:lnTo>
                  <a:pt x="69523" y="60065"/>
                </a:lnTo>
                <a:lnTo>
                  <a:pt x="87316" y="53388"/>
                </a:lnTo>
                <a:lnTo>
                  <a:pt x="105108" y="46711"/>
                </a:lnTo>
                <a:lnTo>
                  <a:pt x="122911" y="40043"/>
                </a:lnTo>
                <a:lnTo>
                  <a:pt x="140703" y="33366"/>
                </a:lnTo>
                <a:lnTo>
                  <a:pt x="158506" y="26699"/>
                </a:lnTo>
                <a:lnTo>
                  <a:pt x="176298" y="20022"/>
                </a:lnTo>
                <a:lnTo>
                  <a:pt x="194091" y="13345"/>
                </a:lnTo>
                <a:lnTo>
                  <a:pt x="211893" y="6677"/>
                </a:lnTo>
                <a:lnTo>
                  <a:pt x="229686" y="0"/>
                </a:lnTo>
                <a:lnTo>
                  <a:pt x="236220" y="9582"/>
                </a:lnTo>
                <a:lnTo>
                  <a:pt x="236220" y="28585"/>
                </a:lnTo>
                <a:lnTo>
                  <a:pt x="236220" y="47596"/>
                </a:lnTo>
                <a:lnTo>
                  <a:pt x="236220" y="66599"/>
                </a:lnTo>
                <a:lnTo>
                  <a:pt x="236220" y="85601"/>
                </a:lnTo>
                <a:lnTo>
                  <a:pt x="236220" y="104613"/>
                </a:lnTo>
                <a:lnTo>
                  <a:pt x="236220" y="123615"/>
                </a:lnTo>
                <a:lnTo>
                  <a:pt x="236220" y="142627"/>
                </a:lnTo>
                <a:lnTo>
                  <a:pt x="236220" y="161630"/>
                </a:lnTo>
                <a:lnTo>
                  <a:pt x="236220" y="180642"/>
                </a:lnTo>
                <a:lnTo>
                  <a:pt x="236220" y="199644"/>
                </a:lnTo>
                <a:lnTo>
                  <a:pt x="236220" y="218646"/>
                </a:lnTo>
                <a:lnTo>
                  <a:pt x="236220" y="237658"/>
                </a:lnTo>
                <a:lnTo>
                  <a:pt x="236220" y="256661"/>
                </a:lnTo>
                <a:lnTo>
                  <a:pt x="236220" y="275673"/>
                </a:lnTo>
                <a:lnTo>
                  <a:pt x="236220" y="294675"/>
                </a:lnTo>
                <a:lnTo>
                  <a:pt x="236220" y="313687"/>
                </a:lnTo>
                <a:lnTo>
                  <a:pt x="236220" y="332689"/>
                </a:lnTo>
                <a:lnTo>
                  <a:pt x="223466" y="343614"/>
                </a:lnTo>
                <a:lnTo>
                  <a:pt x="206273" y="351720"/>
                </a:lnTo>
                <a:lnTo>
                  <a:pt x="189090" y="359826"/>
                </a:lnTo>
                <a:lnTo>
                  <a:pt x="171898" y="367941"/>
                </a:lnTo>
                <a:lnTo>
                  <a:pt x="154705" y="376047"/>
                </a:lnTo>
                <a:lnTo>
                  <a:pt x="137512" y="384162"/>
                </a:lnTo>
                <a:lnTo>
                  <a:pt x="120329" y="392268"/>
                </a:lnTo>
                <a:lnTo>
                  <a:pt x="103137" y="400374"/>
                </a:lnTo>
                <a:lnTo>
                  <a:pt x="85944" y="408489"/>
                </a:lnTo>
                <a:lnTo>
                  <a:pt x="68761" y="416595"/>
                </a:lnTo>
                <a:lnTo>
                  <a:pt x="51568" y="424710"/>
                </a:lnTo>
                <a:lnTo>
                  <a:pt x="34376" y="432816"/>
                </a:lnTo>
                <a:lnTo>
                  <a:pt x="17193" y="440922"/>
                </a:lnTo>
                <a:lnTo>
                  <a:pt x="0" y="44903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0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D8630171-5803-4BDA-93C1-F98805BD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445193"/>
            <a:ext cx="1557538" cy="111443"/>
          </a:xfrm>
          <a:custGeom xmlns:a="http://schemas.openxmlformats.org/drawingml/2006/main">
            <a:pathLst>
              <a:path w="1557538" h="111443">
                <a:moveTo>
                  <a:pt x="0" y="111443"/>
                </a:moveTo>
                <a:lnTo>
                  <a:pt x="18993" y="111443"/>
                </a:lnTo>
                <a:lnTo>
                  <a:pt x="37986" y="111443"/>
                </a:lnTo>
                <a:lnTo>
                  <a:pt x="56979" y="111443"/>
                </a:lnTo>
                <a:lnTo>
                  <a:pt x="75971" y="111443"/>
                </a:lnTo>
                <a:lnTo>
                  <a:pt x="94964" y="111443"/>
                </a:lnTo>
                <a:lnTo>
                  <a:pt x="113957" y="111443"/>
                </a:lnTo>
                <a:lnTo>
                  <a:pt x="132950" y="111443"/>
                </a:lnTo>
                <a:lnTo>
                  <a:pt x="151943" y="111443"/>
                </a:lnTo>
                <a:lnTo>
                  <a:pt x="170936" y="111443"/>
                </a:lnTo>
                <a:lnTo>
                  <a:pt x="189929" y="111443"/>
                </a:lnTo>
                <a:lnTo>
                  <a:pt x="208931" y="111443"/>
                </a:lnTo>
                <a:lnTo>
                  <a:pt x="227924" y="111443"/>
                </a:lnTo>
                <a:lnTo>
                  <a:pt x="246917" y="111443"/>
                </a:lnTo>
                <a:lnTo>
                  <a:pt x="265909" y="111443"/>
                </a:lnTo>
                <a:lnTo>
                  <a:pt x="284902" y="111443"/>
                </a:lnTo>
                <a:lnTo>
                  <a:pt x="303895" y="111443"/>
                </a:lnTo>
                <a:lnTo>
                  <a:pt x="322888" y="111443"/>
                </a:lnTo>
                <a:lnTo>
                  <a:pt x="341881" y="111443"/>
                </a:lnTo>
                <a:lnTo>
                  <a:pt x="360874" y="111443"/>
                </a:lnTo>
                <a:lnTo>
                  <a:pt x="379867" y="111443"/>
                </a:lnTo>
                <a:lnTo>
                  <a:pt x="398859" y="111443"/>
                </a:lnTo>
                <a:lnTo>
                  <a:pt x="417852" y="111443"/>
                </a:lnTo>
                <a:lnTo>
                  <a:pt x="436845" y="111443"/>
                </a:lnTo>
                <a:lnTo>
                  <a:pt x="455838" y="111443"/>
                </a:lnTo>
                <a:lnTo>
                  <a:pt x="474831" y="111443"/>
                </a:lnTo>
                <a:lnTo>
                  <a:pt x="493824" y="111443"/>
                </a:lnTo>
                <a:lnTo>
                  <a:pt x="512816" y="111443"/>
                </a:lnTo>
                <a:lnTo>
                  <a:pt x="531809" y="111443"/>
                </a:lnTo>
                <a:lnTo>
                  <a:pt x="550802" y="111443"/>
                </a:lnTo>
                <a:lnTo>
                  <a:pt x="569795" y="111443"/>
                </a:lnTo>
                <a:lnTo>
                  <a:pt x="588788" y="111443"/>
                </a:lnTo>
                <a:lnTo>
                  <a:pt x="607790" y="111443"/>
                </a:lnTo>
                <a:lnTo>
                  <a:pt x="626783" y="111443"/>
                </a:lnTo>
                <a:lnTo>
                  <a:pt x="645776" y="111443"/>
                </a:lnTo>
                <a:lnTo>
                  <a:pt x="664769" y="111443"/>
                </a:lnTo>
                <a:lnTo>
                  <a:pt x="683762" y="111443"/>
                </a:lnTo>
                <a:lnTo>
                  <a:pt x="702755" y="111443"/>
                </a:lnTo>
                <a:lnTo>
                  <a:pt x="721747" y="111443"/>
                </a:lnTo>
                <a:lnTo>
                  <a:pt x="740740" y="111443"/>
                </a:lnTo>
                <a:lnTo>
                  <a:pt x="759733" y="111443"/>
                </a:lnTo>
                <a:lnTo>
                  <a:pt x="778726" y="111443"/>
                </a:lnTo>
                <a:lnTo>
                  <a:pt x="797719" y="111443"/>
                </a:lnTo>
                <a:lnTo>
                  <a:pt x="816712" y="111443"/>
                </a:lnTo>
                <a:lnTo>
                  <a:pt x="835704" y="111443"/>
                </a:lnTo>
                <a:lnTo>
                  <a:pt x="854697" y="111443"/>
                </a:lnTo>
                <a:lnTo>
                  <a:pt x="873690" y="111443"/>
                </a:lnTo>
                <a:lnTo>
                  <a:pt x="892683" y="111443"/>
                </a:lnTo>
                <a:lnTo>
                  <a:pt x="911676" y="111443"/>
                </a:lnTo>
                <a:lnTo>
                  <a:pt x="930669" y="111443"/>
                </a:lnTo>
                <a:lnTo>
                  <a:pt x="949662" y="111443"/>
                </a:lnTo>
                <a:lnTo>
                  <a:pt x="968654" y="111443"/>
                </a:lnTo>
                <a:lnTo>
                  <a:pt x="987647" y="111443"/>
                </a:lnTo>
                <a:lnTo>
                  <a:pt x="1006640" y="111443"/>
                </a:lnTo>
                <a:lnTo>
                  <a:pt x="1025642" y="111443"/>
                </a:lnTo>
                <a:lnTo>
                  <a:pt x="1044635" y="111443"/>
                </a:lnTo>
                <a:lnTo>
                  <a:pt x="1063628" y="111443"/>
                </a:lnTo>
                <a:lnTo>
                  <a:pt x="1082621" y="111443"/>
                </a:lnTo>
                <a:lnTo>
                  <a:pt x="1101614" y="111443"/>
                </a:lnTo>
                <a:lnTo>
                  <a:pt x="1120607" y="111443"/>
                </a:lnTo>
                <a:lnTo>
                  <a:pt x="1139600" y="111443"/>
                </a:lnTo>
                <a:lnTo>
                  <a:pt x="1158592" y="111443"/>
                </a:lnTo>
                <a:lnTo>
                  <a:pt x="1177585" y="111443"/>
                </a:lnTo>
                <a:lnTo>
                  <a:pt x="1196578" y="111443"/>
                </a:lnTo>
                <a:lnTo>
                  <a:pt x="1215571" y="111443"/>
                </a:lnTo>
                <a:lnTo>
                  <a:pt x="1234564" y="111443"/>
                </a:lnTo>
                <a:lnTo>
                  <a:pt x="1253557" y="111443"/>
                </a:lnTo>
                <a:lnTo>
                  <a:pt x="1272550" y="111443"/>
                </a:lnTo>
                <a:lnTo>
                  <a:pt x="1291542" y="111443"/>
                </a:lnTo>
                <a:lnTo>
                  <a:pt x="1310535" y="111443"/>
                </a:lnTo>
                <a:lnTo>
                  <a:pt x="1329366" y="110700"/>
                </a:lnTo>
                <a:lnTo>
                  <a:pt x="1346540" y="102594"/>
                </a:lnTo>
                <a:lnTo>
                  <a:pt x="1363723" y="94488"/>
                </a:lnTo>
                <a:lnTo>
                  <a:pt x="1380896" y="86382"/>
                </a:lnTo>
                <a:lnTo>
                  <a:pt x="1398070" y="78286"/>
                </a:lnTo>
                <a:lnTo>
                  <a:pt x="1415253" y="70180"/>
                </a:lnTo>
                <a:lnTo>
                  <a:pt x="1432427" y="62074"/>
                </a:lnTo>
                <a:lnTo>
                  <a:pt x="1449610" y="53969"/>
                </a:lnTo>
                <a:lnTo>
                  <a:pt x="1466783" y="45863"/>
                </a:lnTo>
                <a:lnTo>
                  <a:pt x="1483966" y="37767"/>
                </a:lnTo>
                <a:lnTo>
                  <a:pt x="1501140" y="29661"/>
                </a:lnTo>
                <a:lnTo>
                  <a:pt x="1518314" y="21555"/>
                </a:lnTo>
                <a:lnTo>
                  <a:pt x="1535497" y="13449"/>
                </a:lnTo>
                <a:lnTo>
                  <a:pt x="1552670" y="5344"/>
                </a:lnTo>
                <a:lnTo>
                  <a:pt x="1557538" y="0"/>
                </a:lnTo>
                <a:lnTo>
                  <a:pt x="1538545" y="0"/>
                </a:lnTo>
                <a:lnTo>
                  <a:pt x="1519552" y="0"/>
                </a:lnTo>
                <a:lnTo>
                  <a:pt x="1500559" y="0"/>
                </a:lnTo>
                <a:lnTo>
                  <a:pt x="1481566" y="0"/>
                </a:lnTo>
                <a:lnTo>
                  <a:pt x="1462573" y="0"/>
                </a:lnTo>
                <a:lnTo>
                  <a:pt x="1443580" y="0"/>
                </a:lnTo>
                <a:lnTo>
                  <a:pt x="1424588" y="0"/>
                </a:lnTo>
                <a:lnTo>
                  <a:pt x="1405595" y="0"/>
                </a:lnTo>
                <a:lnTo>
                  <a:pt x="1386602" y="0"/>
                </a:lnTo>
                <a:lnTo>
                  <a:pt x="1367609" y="0"/>
                </a:lnTo>
                <a:lnTo>
                  <a:pt x="1348616" y="0"/>
                </a:lnTo>
                <a:lnTo>
                  <a:pt x="1329623" y="0"/>
                </a:lnTo>
                <a:lnTo>
                  <a:pt x="1310630" y="0"/>
                </a:lnTo>
                <a:lnTo>
                  <a:pt x="1291638" y="0"/>
                </a:lnTo>
                <a:lnTo>
                  <a:pt x="1272645" y="0"/>
                </a:lnTo>
                <a:lnTo>
                  <a:pt x="1253652" y="0"/>
                </a:lnTo>
                <a:lnTo>
                  <a:pt x="1234659" y="0"/>
                </a:lnTo>
                <a:lnTo>
                  <a:pt x="1215666" y="0"/>
                </a:lnTo>
                <a:lnTo>
                  <a:pt x="1196673" y="0"/>
                </a:lnTo>
                <a:lnTo>
                  <a:pt x="1177681" y="0"/>
                </a:lnTo>
                <a:lnTo>
                  <a:pt x="1158678" y="0"/>
                </a:lnTo>
                <a:lnTo>
                  <a:pt x="1139685" y="0"/>
                </a:lnTo>
                <a:lnTo>
                  <a:pt x="1120692" y="0"/>
                </a:lnTo>
                <a:lnTo>
                  <a:pt x="1101700" y="0"/>
                </a:lnTo>
                <a:lnTo>
                  <a:pt x="1082707" y="0"/>
                </a:lnTo>
                <a:lnTo>
                  <a:pt x="1063714" y="0"/>
                </a:lnTo>
                <a:lnTo>
                  <a:pt x="1044721" y="0"/>
                </a:lnTo>
                <a:lnTo>
                  <a:pt x="1025728" y="0"/>
                </a:lnTo>
                <a:lnTo>
                  <a:pt x="1006735" y="0"/>
                </a:lnTo>
                <a:lnTo>
                  <a:pt x="987743" y="0"/>
                </a:lnTo>
                <a:lnTo>
                  <a:pt x="968750" y="0"/>
                </a:lnTo>
                <a:lnTo>
                  <a:pt x="949757" y="0"/>
                </a:lnTo>
                <a:lnTo>
                  <a:pt x="930764" y="0"/>
                </a:lnTo>
                <a:lnTo>
                  <a:pt x="911771" y="0"/>
                </a:lnTo>
                <a:lnTo>
                  <a:pt x="892778" y="0"/>
                </a:lnTo>
                <a:lnTo>
                  <a:pt x="873785" y="0"/>
                </a:lnTo>
                <a:lnTo>
                  <a:pt x="854793" y="0"/>
                </a:lnTo>
                <a:lnTo>
                  <a:pt x="835800" y="0"/>
                </a:lnTo>
                <a:lnTo>
                  <a:pt x="816807" y="0"/>
                </a:lnTo>
                <a:lnTo>
                  <a:pt x="797814" y="0"/>
                </a:lnTo>
                <a:lnTo>
                  <a:pt x="778821" y="0"/>
                </a:lnTo>
                <a:lnTo>
                  <a:pt x="759828" y="0"/>
                </a:lnTo>
                <a:lnTo>
                  <a:pt x="740826" y="0"/>
                </a:lnTo>
                <a:lnTo>
                  <a:pt x="721833" y="0"/>
                </a:lnTo>
                <a:lnTo>
                  <a:pt x="702840" y="0"/>
                </a:lnTo>
                <a:lnTo>
                  <a:pt x="683847" y="0"/>
                </a:lnTo>
                <a:lnTo>
                  <a:pt x="664855" y="0"/>
                </a:lnTo>
                <a:lnTo>
                  <a:pt x="645862" y="0"/>
                </a:lnTo>
                <a:lnTo>
                  <a:pt x="626869" y="0"/>
                </a:lnTo>
                <a:lnTo>
                  <a:pt x="607876" y="0"/>
                </a:lnTo>
                <a:lnTo>
                  <a:pt x="588883" y="0"/>
                </a:lnTo>
                <a:lnTo>
                  <a:pt x="569890" y="0"/>
                </a:lnTo>
                <a:lnTo>
                  <a:pt x="550897" y="0"/>
                </a:lnTo>
                <a:lnTo>
                  <a:pt x="531905" y="0"/>
                </a:lnTo>
                <a:lnTo>
                  <a:pt x="512912" y="0"/>
                </a:lnTo>
                <a:lnTo>
                  <a:pt x="493919" y="0"/>
                </a:lnTo>
                <a:lnTo>
                  <a:pt x="474926" y="0"/>
                </a:lnTo>
                <a:lnTo>
                  <a:pt x="455933" y="0"/>
                </a:lnTo>
                <a:lnTo>
                  <a:pt x="436940" y="0"/>
                </a:lnTo>
                <a:lnTo>
                  <a:pt x="417947" y="0"/>
                </a:lnTo>
                <a:lnTo>
                  <a:pt x="398955" y="0"/>
                </a:lnTo>
                <a:lnTo>
                  <a:pt x="379962" y="0"/>
                </a:lnTo>
                <a:lnTo>
                  <a:pt x="360969" y="0"/>
                </a:lnTo>
                <a:lnTo>
                  <a:pt x="341967" y="0"/>
                </a:lnTo>
                <a:lnTo>
                  <a:pt x="322974" y="0"/>
                </a:lnTo>
                <a:lnTo>
                  <a:pt x="304829" y="4982"/>
                </a:lnTo>
                <a:lnTo>
                  <a:pt x="286903" y="11240"/>
                </a:lnTo>
                <a:lnTo>
                  <a:pt x="268967" y="17507"/>
                </a:lnTo>
                <a:lnTo>
                  <a:pt x="251031" y="23765"/>
                </a:lnTo>
                <a:lnTo>
                  <a:pt x="233105" y="30032"/>
                </a:lnTo>
                <a:lnTo>
                  <a:pt x="215170" y="36290"/>
                </a:lnTo>
                <a:lnTo>
                  <a:pt x="197244" y="42558"/>
                </a:lnTo>
                <a:lnTo>
                  <a:pt x="179308" y="48816"/>
                </a:lnTo>
                <a:lnTo>
                  <a:pt x="161382" y="55083"/>
                </a:lnTo>
                <a:lnTo>
                  <a:pt x="143447" y="61341"/>
                </a:lnTo>
                <a:lnTo>
                  <a:pt x="125520" y="67608"/>
                </a:lnTo>
                <a:lnTo>
                  <a:pt x="107585" y="73866"/>
                </a:lnTo>
                <a:lnTo>
                  <a:pt x="89659" y="80134"/>
                </a:lnTo>
                <a:lnTo>
                  <a:pt x="71723" y="86392"/>
                </a:lnTo>
                <a:lnTo>
                  <a:pt x="53797" y="92659"/>
                </a:lnTo>
                <a:lnTo>
                  <a:pt x="35862" y="98917"/>
                </a:lnTo>
                <a:lnTo>
                  <a:pt x="17936" y="105185"/>
                </a:lnTo>
                <a:lnTo>
                  <a:pt x="0" y="11144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1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586998E2-B42E-4534-9F98-4F22FC94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45193"/>
            <a:ext cx="1360170" cy="111443"/>
          </a:xfrm>
          <a:custGeom xmlns:a="http://schemas.openxmlformats.org/drawingml/2006/main">
            <a:pathLst>
              <a:path w="1360170" h="111443">
                <a:moveTo>
                  <a:pt x="0" y="111443"/>
                </a:moveTo>
                <a:lnTo>
                  <a:pt x="18964" y="111443"/>
                </a:lnTo>
                <a:lnTo>
                  <a:pt x="37938" y="111443"/>
                </a:lnTo>
                <a:lnTo>
                  <a:pt x="56902" y="111443"/>
                </a:lnTo>
                <a:lnTo>
                  <a:pt x="75867" y="111443"/>
                </a:lnTo>
                <a:lnTo>
                  <a:pt x="94840" y="111443"/>
                </a:lnTo>
                <a:lnTo>
                  <a:pt x="113805" y="111443"/>
                </a:lnTo>
                <a:lnTo>
                  <a:pt x="132769" y="111443"/>
                </a:lnTo>
                <a:lnTo>
                  <a:pt x="151733" y="111443"/>
                </a:lnTo>
                <a:lnTo>
                  <a:pt x="170707" y="111443"/>
                </a:lnTo>
                <a:lnTo>
                  <a:pt x="189671" y="111443"/>
                </a:lnTo>
                <a:lnTo>
                  <a:pt x="208636" y="111443"/>
                </a:lnTo>
                <a:lnTo>
                  <a:pt x="227609" y="111443"/>
                </a:lnTo>
                <a:lnTo>
                  <a:pt x="246574" y="111443"/>
                </a:lnTo>
                <a:lnTo>
                  <a:pt x="265538" y="111443"/>
                </a:lnTo>
                <a:lnTo>
                  <a:pt x="284512" y="111443"/>
                </a:lnTo>
                <a:lnTo>
                  <a:pt x="303476" y="111443"/>
                </a:lnTo>
                <a:lnTo>
                  <a:pt x="322440" y="111443"/>
                </a:lnTo>
                <a:lnTo>
                  <a:pt x="341405" y="111443"/>
                </a:lnTo>
                <a:lnTo>
                  <a:pt x="360378" y="111443"/>
                </a:lnTo>
                <a:lnTo>
                  <a:pt x="379343" y="111443"/>
                </a:lnTo>
                <a:lnTo>
                  <a:pt x="398307" y="111443"/>
                </a:lnTo>
                <a:lnTo>
                  <a:pt x="417281" y="111443"/>
                </a:lnTo>
                <a:lnTo>
                  <a:pt x="436245" y="111443"/>
                </a:lnTo>
                <a:lnTo>
                  <a:pt x="455209" y="111443"/>
                </a:lnTo>
                <a:lnTo>
                  <a:pt x="474183" y="111443"/>
                </a:lnTo>
                <a:lnTo>
                  <a:pt x="493147" y="111443"/>
                </a:lnTo>
                <a:lnTo>
                  <a:pt x="512112" y="111443"/>
                </a:lnTo>
                <a:lnTo>
                  <a:pt x="531076" y="111443"/>
                </a:lnTo>
                <a:lnTo>
                  <a:pt x="550050" y="111443"/>
                </a:lnTo>
                <a:lnTo>
                  <a:pt x="569014" y="111443"/>
                </a:lnTo>
                <a:lnTo>
                  <a:pt x="587978" y="111443"/>
                </a:lnTo>
                <a:lnTo>
                  <a:pt x="606952" y="111443"/>
                </a:lnTo>
                <a:lnTo>
                  <a:pt x="625916" y="111443"/>
                </a:lnTo>
                <a:lnTo>
                  <a:pt x="644881" y="111443"/>
                </a:lnTo>
                <a:lnTo>
                  <a:pt x="663854" y="111443"/>
                </a:lnTo>
                <a:lnTo>
                  <a:pt x="682819" y="111443"/>
                </a:lnTo>
                <a:lnTo>
                  <a:pt x="701783" y="111443"/>
                </a:lnTo>
                <a:lnTo>
                  <a:pt x="720757" y="111443"/>
                </a:lnTo>
                <a:lnTo>
                  <a:pt x="739721" y="111443"/>
                </a:lnTo>
                <a:lnTo>
                  <a:pt x="758685" y="111443"/>
                </a:lnTo>
                <a:lnTo>
                  <a:pt x="777650" y="111443"/>
                </a:lnTo>
                <a:lnTo>
                  <a:pt x="796623" y="111443"/>
                </a:lnTo>
                <a:lnTo>
                  <a:pt x="815588" y="111443"/>
                </a:lnTo>
                <a:lnTo>
                  <a:pt x="834552" y="111443"/>
                </a:lnTo>
                <a:lnTo>
                  <a:pt x="853526" y="111443"/>
                </a:lnTo>
                <a:lnTo>
                  <a:pt x="872490" y="111443"/>
                </a:lnTo>
                <a:lnTo>
                  <a:pt x="891454" y="111443"/>
                </a:lnTo>
                <a:lnTo>
                  <a:pt x="910428" y="111443"/>
                </a:lnTo>
                <a:lnTo>
                  <a:pt x="929392" y="111443"/>
                </a:lnTo>
                <a:lnTo>
                  <a:pt x="948357" y="111443"/>
                </a:lnTo>
                <a:lnTo>
                  <a:pt x="967321" y="111443"/>
                </a:lnTo>
                <a:lnTo>
                  <a:pt x="986295" y="111443"/>
                </a:lnTo>
                <a:lnTo>
                  <a:pt x="1005259" y="111443"/>
                </a:lnTo>
                <a:lnTo>
                  <a:pt x="1024223" y="111443"/>
                </a:lnTo>
                <a:lnTo>
                  <a:pt x="1043197" y="111443"/>
                </a:lnTo>
                <a:lnTo>
                  <a:pt x="1062161" y="111443"/>
                </a:lnTo>
                <a:lnTo>
                  <a:pt x="1081126" y="111443"/>
                </a:lnTo>
                <a:lnTo>
                  <a:pt x="1100099" y="111443"/>
                </a:lnTo>
                <a:lnTo>
                  <a:pt x="1118987" y="111100"/>
                </a:lnTo>
                <a:lnTo>
                  <a:pt x="1136218" y="103165"/>
                </a:lnTo>
                <a:lnTo>
                  <a:pt x="1153439" y="95221"/>
                </a:lnTo>
                <a:lnTo>
                  <a:pt x="1170670" y="87287"/>
                </a:lnTo>
                <a:lnTo>
                  <a:pt x="1187901" y="79353"/>
                </a:lnTo>
                <a:lnTo>
                  <a:pt x="1205122" y="71418"/>
                </a:lnTo>
                <a:lnTo>
                  <a:pt x="1222353" y="63484"/>
                </a:lnTo>
                <a:lnTo>
                  <a:pt x="1239574" y="55550"/>
                </a:lnTo>
                <a:lnTo>
                  <a:pt x="1256805" y="47615"/>
                </a:lnTo>
                <a:lnTo>
                  <a:pt x="1274035" y="39681"/>
                </a:lnTo>
                <a:lnTo>
                  <a:pt x="1291257" y="31737"/>
                </a:lnTo>
                <a:lnTo>
                  <a:pt x="1308487" y="23803"/>
                </a:lnTo>
                <a:lnTo>
                  <a:pt x="1325718" y="15869"/>
                </a:lnTo>
                <a:lnTo>
                  <a:pt x="1342939" y="7934"/>
                </a:lnTo>
                <a:lnTo>
                  <a:pt x="13601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2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493D5D07-CC93-4741-86C6-7350880B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895" y="3445193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maturity-step-riser-6">
            <a:extLst xmlns:a="http://schemas.openxmlformats.org/drawingml/2006/main">
              <a:ext uri="{FF2B5EF4-FFF2-40B4-BE49-F238E27FC236}">
                <a16:creationId xmlns:a16="http://schemas.microsoft.com/office/drawing/2014/main" id="{1F0568CB-03E3-4832-8877-D7F3191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9318" y="3108608"/>
            <a:ext cx="154305" cy="226352"/>
          </a:xfrm>
          <a:custGeom xmlns:a="http://schemas.openxmlformats.org/drawingml/2006/main">
            <a:pathLst>
              <a:path w="154305" h="226352">
                <a:moveTo>
                  <a:pt x="0" y="85125"/>
                </a:moveTo>
                <a:lnTo>
                  <a:pt x="0" y="104118"/>
                </a:lnTo>
                <a:lnTo>
                  <a:pt x="0" y="123111"/>
                </a:lnTo>
                <a:lnTo>
                  <a:pt x="0" y="142113"/>
                </a:lnTo>
                <a:lnTo>
                  <a:pt x="0" y="161106"/>
                </a:lnTo>
                <a:lnTo>
                  <a:pt x="0" y="180108"/>
                </a:lnTo>
                <a:lnTo>
                  <a:pt x="0" y="199101"/>
                </a:lnTo>
                <a:lnTo>
                  <a:pt x="0" y="218094"/>
                </a:lnTo>
                <a:lnTo>
                  <a:pt x="6258" y="226352"/>
                </a:lnTo>
                <a:lnTo>
                  <a:pt x="22774" y="216970"/>
                </a:lnTo>
                <a:lnTo>
                  <a:pt x="39291" y="207588"/>
                </a:lnTo>
                <a:lnTo>
                  <a:pt x="55807" y="198206"/>
                </a:lnTo>
                <a:lnTo>
                  <a:pt x="72333" y="188824"/>
                </a:lnTo>
                <a:lnTo>
                  <a:pt x="88849" y="179441"/>
                </a:lnTo>
                <a:lnTo>
                  <a:pt x="105366" y="170059"/>
                </a:lnTo>
                <a:lnTo>
                  <a:pt x="121891" y="160677"/>
                </a:lnTo>
                <a:lnTo>
                  <a:pt x="138408" y="151295"/>
                </a:lnTo>
                <a:lnTo>
                  <a:pt x="154305" y="141561"/>
                </a:lnTo>
                <a:lnTo>
                  <a:pt x="154305" y="122558"/>
                </a:lnTo>
                <a:lnTo>
                  <a:pt x="154305" y="103565"/>
                </a:lnTo>
                <a:lnTo>
                  <a:pt x="154305" y="84572"/>
                </a:lnTo>
                <a:lnTo>
                  <a:pt x="154305" y="65570"/>
                </a:lnTo>
                <a:lnTo>
                  <a:pt x="154305" y="46577"/>
                </a:lnTo>
                <a:lnTo>
                  <a:pt x="154305" y="27575"/>
                </a:lnTo>
                <a:lnTo>
                  <a:pt x="154305" y="8582"/>
                </a:lnTo>
                <a:lnTo>
                  <a:pt x="148276" y="0"/>
                </a:lnTo>
                <a:lnTo>
                  <a:pt x="131797" y="9458"/>
                </a:lnTo>
                <a:lnTo>
                  <a:pt x="115329" y="18917"/>
                </a:lnTo>
                <a:lnTo>
                  <a:pt x="98850" y="28375"/>
                </a:lnTo>
                <a:lnTo>
                  <a:pt x="82372" y="37833"/>
                </a:lnTo>
                <a:lnTo>
                  <a:pt x="65903" y="47292"/>
                </a:lnTo>
                <a:lnTo>
                  <a:pt x="49425" y="56750"/>
                </a:lnTo>
                <a:lnTo>
                  <a:pt x="32947" y="66208"/>
                </a:lnTo>
                <a:lnTo>
                  <a:pt x="16478" y="75667"/>
                </a:lnTo>
                <a:lnTo>
                  <a:pt x="0" y="8512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4" name="maturity-step-top-6">
            <a:extLst xmlns:a="http://schemas.openxmlformats.org/drawingml/2006/main">
              <a:ext uri="{FF2B5EF4-FFF2-40B4-BE49-F238E27FC236}">
                <a16:creationId xmlns:a16="http://schemas.microsoft.com/office/drawing/2014/main" id="{D36BE110-A5A8-4000-818B-962CB3B3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2485" y="3105150"/>
            <a:ext cx="1477861" cy="88583"/>
          </a:xfrm>
          <a:custGeom xmlns:a="http://schemas.openxmlformats.org/drawingml/2006/main">
            <a:pathLst>
              <a:path w="1477861" h="88583">
                <a:moveTo>
                  <a:pt x="0" y="88583"/>
                </a:moveTo>
                <a:lnTo>
                  <a:pt x="19002" y="88583"/>
                </a:lnTo>
                <a:lnTo>
                  <a:pt x="37995" y="88583"/>
                </a:lnTo>
                <a:lnTo>
                  <a:pt x="56998" y="88583"/>
                </a:lnTo>
                <a:lnTo>
                  <a:pt x="76000" y="88583"/>
                </a:lnTo>
                <a:lnTo>
                  <a:pt x="95002" y="88583"/>
                </a:lnTo>
                <a:lnTo>
                  <a:pt x="113995" y="88583"/>
                </a:lnTo>
                <a:lnTo>
                  <a:pt x="132998" y="88583"/>
                </a:lnTo>
                <a:lnTo>
                  <a:pt x="152000" y="88583"/>
                </a:lnTo>
                <a:lnTo>
                  <a:pt x="171002" y="88583"/>
                </a:lnTo>
                <a:lnTo>
                  <a:pt x="189995" y="88583"/>
                </a:lnTo>
                <a:lnTo>
                  <a:pt x="208998" y="88583"/>
                </a:lnTo>
                <a:lnTo>
                  <a:pt x="228000" y="88583"/>
                </a:lnTo>
                <a:lnTo>
                  <a:pt x="246993" y="88583"/>
                </a:lnTo>
                <a:lnTo>
                  <a:pt x="265995" y="88583"/>
                </a:lnTo>
                <a:lnTo>
                  <a:pt x="284998" y="88583"/>
                </a:lnTo>
                <a:lnTo>
                  <a:pt x="304000" y="88583"/>
                </a:lnTo>
                <a:lnTo>
                  <a:pt x="322993" y="88583"/>
                </a:lnTo>
                <a:lnTo>
                  <a:pt x="341995" y="88583"/>
                </a:lnTo>
                <a:lnTo>
                  <a:pt x="360998" y="88583"/>
                </a:lnTo>
                <a:lnTo>
                  <a:pt x="379990" y="88583"/>
                </a:lnTo>
                <a:lnTo>
                  <a:pt x="398993" y="88583"/>
                </a:lnTo>
                <a:lnTo>
                  <a:pt x="417995" y="88583"/>
                </a:lnTo>
                <a:lnTo>
                  <a:pt x="436997" y="88583"/>
                </a:lnTo>
                <a:lnTo>
                  <a:pt x="455990" y="88583"/>
                </a:lnTo>
                <a:lnTo>
                  <a:pt x="474993" y="88583"/>
                </a:lnTo>
                <a:lnTo>
                  <a:pt x="493995" y="88583"/>
                </a:lnTo>
                <a:lnTo>
                  <a:pt x="512988" y="88583"/>
                </a:lnTo>
                <a:lnTo>
                  <a:pt x="531990" y="88583"/>
                </a:lnTo>
                <a:lnTo>
                  <a:pt x="550993" y="88583"/>
                </a:lnTo>
                <a:lnTo>
                  <a:pt x="569995" y="88583"/>
                </a:lnTo>
                <a:lnTo>
                  <a:pt x="588988" y="88583"/>
                </a:lnTo>
                <a:lnTo>
                  <a:pt x="607990" y="88583"/>
                </a:lnTo>
                <a:lnTo>
                  <a:pt x="626993" y="88583"/>
                </a:lnTo>
                <a:lnTo>
                  <a:pt x="645995" y="88583"/>
                </a:lnTo>
                <a:lnTo>
                  <a:pt x="664988" y="88583"/>
                </a:lnTo>
                <a:lnTo>
                  <a:pt x="683990" y="88583"/>
                </a:lnTo>
                <a:lnTo>
                  <a:pt x="702993" y="88583"/>
                </a:lnTo>
                <a:lnTo>
                  <a:pt x="721985" y="88583"/>
                </a:lnTo>
                <a:lnTo>
                  <a:pt x="740988" y="88583"/>
                </a:lnTo>
                <a:lnTo>
                  <a:pt x="759990" y="88583"/>
                </a:lnTo>
                <a:lnTo>
                  <a:pt x="778993" y="88583"/>
                </a:lnTo>
                <a:lnTo>
                  <a:pt x="797985" y="88583"/>
                </a:lnTo>
                <a:lnTo>
                  <a:pt x="816988" y="88583"/>
                </a:lnTo>
                <a:lnTo>
                  <a:pt x="835990" y="88583"/>
                </a:lnTo>
                <a:lnTo>
                  <a:pt x="854993" y="88583"/>
                </a:lnTo>
                <a:lnTo>
                  <a:pt x="873985" y="88583"/>
                </a:lnTo>
                <a:lnTo>
                  <a:pt x="892988" y="88583"/>
                </a:lnTo>
                <a:lnTo>
                  <a:pt x="911990" y="88583"/>
                </a:lnTo>
                <a:lnTo>
                  <a:pt x="930983" y="88583"/>
                </a:lnTo>
                <a:lnTo>
                  <a:pt x="949985" y="88583"/>
                </a:lnTo>
                <a:lnTo>
                  <a:pt x="968988" y="88583"/>
                </a:lnTo>
                <a:lnTo>
                  <a:pt x="987990" y="88583"/>
                </a:lnTo>
                <a:lnTo>
                  <a:pt x="1006983" y="88583"/>
                </a:lnTo>
                <a:lnTo>
                  <a:pt x="1025985" y="88583"/>
                </a:lnTo>
                <a:lnTo>
                  <a:pt x="1044988" y="88583"/>
                </a:lnTo>
                <a:lnTo>
                  <a:pt x="1063981" y="88583"/>
                </a:lnTo>
                <a:lnTo>
                  <a:pt x="1082983" y="88583"/>
                </a:lnTo>
                <a:lnTo>
                  <a:pt x="1101985" y="88583"/>
                </a:lnTo>
                <a:lnTo>
                  <a:pt x="1120988" y="88583"/>
                </a:lnTo>
                <a:lnTo>
                  <a:pt x="1139981" y="88583"/>
                </a:lnTo>
                <a:lnTo>
                  <a:pt x="1158983" y="88583"/>
                </a:lnTo>
                <a:lnTo>
                  <a:pt x="1177985" y="88583"/>
                </a:lnTo>
                <a:lnTo>
                  <a:pt x="1196978" y="88583"/>
                </a:lnTo>
                <a:lnTo>
                  <a:pt x="1215981" y="88583"/>
                </a:lnTo>
                <a:lnTo>
                  <a:pt x="1234983" y="88583"/>
                </a:lnTo>
                <a:lnTo>
                  <a:pt x="1253985" y="88583"/>
                </a:lnTo>
                <a:lnTo>
                  <a:pt x="1272978" y="88583"/>
                </a:lnTo>
                <a:lnTo>
                  <a:pt x="1291981" y="88583"/>
                </a:lnTo>
                <a:lnTo>
                  <a:pt x="1310983" y="88583"/>
                </a:lnTo>
                <a:lnTo>
                  <a:pt x="1329566" y="87011"/>
                </a:lnTo>
                <a:lnTo>
                  <a:pt x="1346044" y="77553"/>
                </a:lnTo>
                <a:lnTo>
                  <a:pt x="1362523" y="68094"/>
                </a:lnTo>
                <a:lnTo>
                  <a:pt x="1378991" y="58636"/>
                </a:lnTo>
                <a:lnTo>
                  <a:pt x="1395470" y="49178"/>
                </a:lnTo>
                <a:lnTo>
                  <a:pt x="1411948" y="39719"/>
                </a:lnTo>
                <a:lnTo>
                  <a:pt x="1428426" y="30261"/>
                </a:lnTo>
                <a:lnTo>
                  <a:pt x="1444904" y="20803"/>
                </a:lnTo>
                <a:lnTo>
                  <a:pt x="1461383" y="11344"/>
                </a:lnTo>
                <a:lnTo>
                  <a:pt x="1477861" y="1876"/>
                </a:lnTo>
                <a:lnTo>
                  <a:pt x="1465917" y="0"/>
                </a:lnTo>
                <a:lnTo>
                  <a:pt x="1446914" y="0"/>
                </a:lnTo>
                <a:lnTo>
                  <a:pt x="1427912" y="0"/>
                </a:lnTo>
                <a:lnTo>
                  <a:pt x="1408919" y="0"/>
                </a:lnTo>
                <a:lnTo>
                  <a:pt x="1389917" y="0"/>
                </a:lnTo>
                <a:lnTo>
                  <a:pt x="1370914" y="0"/>
                </a:lnTo>
                <a:lnTo>
                  <a:pt x="1351921" y="0"/>
                </a:lnTo>
                <a:lnTo>
                  <a:pt x="1332919" y="0"/>
                </a:lnTo>
                <a:lnTo>
                  <a:pt x="1313917" y="0"/>
                </a:lnTo>
                <a:lnTo>
                  <a:pt x="1294914" y="0"/>
                </a:lnTo>
                <a:lnTo>
                  <a:pt x="1275921" y="0"/>
                </a:lnTo>
                <a:lnTo>
                  <a:pt x="1256919" y="0"/>
                </a:lnTo>
                <a:lnTo>
                  <a:pt x="1237917" y="0"/>
                </a:lnTo>
                <a:lnTo>
                  <a:pt x="1218924" y="0"/>
                </a:lnTo>
                <a:lnTo>
                  <a:pt x="1199921" y="0"/>
                </a:lnTo>
                <a:lnTo>
                  <a:pt x="1180919" y="0"/>
                </a:lnTo>
                <a:lnTo>
                  <a:pt x="1161917" y="0"/>
                </a:lnTo>
                <a:lnTo>
                  <a:pt x="1142924" y="0"/>
                </a:lnTo>
                <a:lnTo>
                  <a:pt x="1123921" y="0"/>
                </a:lnTo>
                <a:lnTo>
                  <a:pt x="1104919" y="0"/>
                </a:lnTo>
                <a:lnTo>
                  <a:pt x="1085917" y="0"/>
                </a:lnTo>
                <a:lnTo>
                  <a:pt x="1066924" y="0"/>
                </a:lnTo>
                <a:lnTo>
                  <a:pt x="1047921" y="0"/>
                </a:lnTo>
                <a:lnTo>
                  <a:pt x="1028919" y="0"/>
                </a:lnTo>
                <a:lnTo>
                  <a:pt x="1009926" y="0"/>
                </a:lnTo>
                <a:lnTo>
                  <a:pt x="990924" y="0"/>
                </a:lnTo>
                <a:lnTo>
                  <a:pt x="971921" y="0"/>
                </a:lnTo>
                <a:lnTo>
                  <a:pt x="952919" y="0"/>
                </a:lnTo>
                <a:lnTo>
                  <a:pt x="933926" y="0"/>
                </a:lnTo>
                <a:lnTo>
                  <a:pt x="914924" y="0"/>
                </a:lnTo>
                <a:lnTo>
                  <a:pt x="895922" y="0"/>
                </a:lnTo>
                <a:lnTo>
                  <a:pt x="876929" y="0"/>
                </a:lnTo>
                <a:lnTo>
                  <a:pt x="857926" y="0"/>
                </a:lnTo>
                <a:lnTo>
                  <a:pt x="838924" y="0"/>
                </a:lnTo>
                <a:lnTo>
                  <a:pt x="819922" y="0"/>
                </a:lnTo>
                <a:lnTo>
                  <a:pt x="800929" y="0"/>
                </a:lnTo>
                <a:lnTo>
                  <a:pt x="781926" y="0"/>
                </a:lnTo>
                <a:lnTo>
                  <a:pt x="762924" y="0"/>
                </a:lnTo>
                <a:lnTo>
                  <a:pt x="743922" y="0"/>
                </a:lnTo>
                <a:lnTo>
                  <a:pt x="724929" y="0"/>
                </a:lnTo>
                <a:lnTo>
                  <a:pt x="705926" y="0"/>
                </a:lnTo>
                <a:lnTo>
                  <a:pt x="686924" y="0"/>
                </a:lnTo>
                <a:lnTo>
                  <a:pt x="667931" y="0"/>
                </a:lnTo>
                <a:lnTo>
                  <a:pt x="648929" y="0"/>
                </a:lnTo>
                <a:lnTo>
                  <a:pt x="629926" y="0"/>
                </a:lnTo>
                <a:lnTo>
                  <a:pt x="610924" y="0"/>
                </a:lnTo>
                <a:lnTo>
                  <a:pt x="591931" y="0"/>
                </a:lnTo>
                <a:lnTo>
                  <a:pt x="572929" y="0"/>
                </a:lnTo>
                <a:lnTo>
                  <a:pt x="553926" y="0"/>
                </a:lnTo>
                <a:lnTo>
                  <a:pt x="534934" y="0"/>
                </a:lnTo>
                <a:lnTo>
                  <a:pt x="515931" y="0"/>
                </a:lnTo>
                <a:lnTo>
                  <a:pt x="496929" y="0"/>
                </a:lnTo>
                <a:lnTo>
                  <a:pt x="477926" y="0"/>
                </a:lnTo>
                <a:lnTo>
                  <a:pt x="458934" y="0"/>
                </a:lnTo>
                <a:lnTo>
                  <a:pt x="439931" y="0"/>
                </a:lnTo>
                <a:lnTo>
                  <a:pt x="420929" y="0"/>
                </a:lnTo>
                <a:lnTo>
                  <a:pt x="401936" y="0"/>
                </a:lnTo>
                <a:lnTo>
                  <a:pt x="382934" y="0"/>
                </a:lnTo>
                <a:lnTo>
                  <a:pt x="363931" y="0"/>
                </a:lnTo>
                <a:lnTo>
                  <a:pt x="344929" y="0"/>
                </a:lnTo>
                <a:lnTo>
                  <a:pt x="325936" y="0"/>
                </a:lnTo>
                <a:lnTo>
                  <a:pt x="306934" y="0"/>
                </a:lnTo>
                <a:lnTo>
                  <a:pt x="287931" y="0"/>
                </a:lnTo>
                <a:lnTo>
                  <a:pt x="268929" y="0"/>
                </a:lnTo>
                <a:lnTo>
                  <a:pt x="249936" y="0"/>
                </a:lnTo>
                <a:lnTo>
                  <a:pt x="231267" y="1857"/>
                </a:lnTo>
                <a:lnTo>
                  <a:pt x="213484" y="8525"/>
                </a:lnTo>
                <a:lnTo>
                  <a:pt x="195691" y="15202"/>
                </a:lnTo>
                <a:lnTo>
                  <a:pt x="177898" y="21869"/>
                </a:lnTo>
                <a:lnTo>
                  <a:pt x="160106" y="28537"/>
                </a:lnTo>
                <a:lnTo>
                  <a:pt x="142323" y="35214"/>
                </a:lnTo>
                <a:lnTo>
                  <a:pt x="124530" y="41881"/>
                </a:lnTo>
                <a:lnTo>
                  <a:pt x="106737" y="48558"/>
                </a:lnTo>
                <a:lnTo>
                  <a:pt x="88954" y="55226"/>
                </a:lnTo>
                <a:lnTo>
                  <a:pt x="71161" y="61893"/>
                </a:lnTo>
                <a:lnTo>
                  <a:pt x="53369" y="68570"/>
                </a:lnTo>
                <a:lnTo>
                  <a:pt x="35576" y="75238"/>
                </a:lnTo>
                <a:lnTo>
                  <a:pt x="17793" y="81915"/>
                </a:lnTo>
                <a:lnTo>
                  <a:pt x="0" y="8858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35" name="maturity-step-inset-6">
            <a:extLst xmlns:a="http://schemas.openxmlformats.org/drawingml/2006/main">
              <a:ext uri="{FF2B5EF4-FFF2-40B4-BE49-F238E27FC236}">
                <a16:creationId xmlns:a16="http://schemas.microsoft.com/office/drawing/2014/main" id="{341B90A3-0C00-4433-8371-19AA4469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7260" y="3105150"/>
            <a:ext cx="1277303" cy="88583"/>
          </a:xfrm>
          <a:custGeom xmlns:a="http://schemas.openxmlformats.org/drawingml/2006/main">
            <a:pathLst>
              <a:path w="1277303" h="88583">
                <a:moveTo>
                  <a:pt x="0" y="88583"/>
                </a:moveTo>
                <a:lnTo>
                  <a:pt x="18840" y="88583"/>
                </a:lnTo>
                <a:lnTo>
                  <a:pt x="37690" y="88583"/>
                </a:lnTo>
                <a:lnTo>
                  <a:pt x="56531" y="88583"/>
                </a:lnTo>
                <a:lnTo>
                  <a:pt x="75371" y="88583"/>
                </a:lnTo>
                <a:lnTo>
                  <a:pt x="94212" y="88583"/>
                </a:lnTo>
                <a:lnTo>
                  <a:pt x="113062" y="88583"/>
                </a:lnTo>
                <a:lnTo>
                  <a:pt x="131902" y="88583"/>
                </a:lnTo>
                <a:lnTo>
                  <a:pt x="150743" y="88583"/>
                </a:lnTo>
                <a:lnTo>
                  <a:pt x="169593" y="88583"/>
                </a:lnTo>
                <a:lnTo>
                  <a:pt x="188433" y="88583"/>
                </a:lnTo>
                <a:lnTo>
                  <a:pt x="207274" y="88583"/>
                </a:lnTo>
                <a:lnTo>
                  <a:pt x="226123" y="88583"/>
                </a:lnTo>
                <a:lnTo>
                  <a:pt x="244964" y="88583"/>
                </a:lnTo>
                <a:lnTo>
                  <a:pt x="263804" y="88583"/>
                </a:lnTo>
                <a:lnTo>
                  <a:pt x="282645" y="88583"/>
                </a:lnTo>
                <a:lnTo>
                  <a:pt x="301495" y="88583"/>
                </a:lnTo>
                <a:lnTo>
                  <a:pt x="320335" y="88583"/>
                </a:lnTo>
                <a:lnTo>
                  <a:pt x="339176" y="88583"/>
                </a:lnTo>
                <a:lnTo>
                  <a:pt x="358026" y="88583"/>
                </a:lnTo>
                <a:lnTo>
                  <a:pt x="376866" y="88583"/>
                </a:lnTo>
                <a:lnTo>
                  <a:pt x="395707" y="88583"/>
                </a:lnTo>
                <a:lnTo>
                  <a:pt x="414547" y="88583"/>
                </a:lnTo>
                <a:lnTo>
                  <a:pt x="433397" y="88583"/>
                </a:lnTo>
                <a:lnTo>
                  <a:pt x="452237" y="88583"/>
                </a:lnTo>
                <a:lnTo>
                  <a:pt x="471078" y="88583"/>
                </a:lnTo>
                <a:lnTo>
                  <a:pt x="489928" y="88583"/>
                </a:lnTo>
                <a:lnTo>
                  <a:pt x="508768" y="88583"/>
                </a:lnTo>
                <a:lnTo>
                  <a:pt x="527609" y="88583"/>
                </a:lnTo>
                <a:lnTo>
                  <a:pt x="546459" y="88583"/>
                </a:lnTo>
                <a:lnTo>
                  <a:pt x="565299" y="88583"/>
                </a:lnTo>
                <a:lnTo>
                  <a:pt x="584140" y="88583"/>
                </a:lnTo>
                <a:lnTo>
                  <a:pt x="602980" y="88583"/>
                </a:lnTo>
                <a:lnTo>
                  <a:pt x="621830" y="88583"/>
                </a:lnTo>
                <a:lnTo>
                  <a:pt x="640671" y="88583"/>
                </a:lnTo>
                <a:lnTo>
                  <a:pt x="659511" y="88583"/>
                </a:lnTo>
                <a:lnTo>
                  <a:pt x="678361" y="88583"/>
                </a:lnTo>
                <a:lnTo>
                  <a:pt x="697201" y="88583"/>
                </a:lnTo>
                <a:lnTo>
                  <a:pt x="716042" y="88583"/>
                </a:lnTo>
                <a:lnTo>
                  <a:pt x="734892" y="88583"/>
                </a:lnTo>
                <a:lnTo>
                  <a:pt x="753732" y="88583"/>
                </a:lnTo>
                <a:lnTo>
                  <a:pt x="772573" y="88583"/>
                </a:lnTo>
                <a:lnTo>
                  <a:pt x="791413" y="88583"/>
                </a:lnTo>
                <a:lnTo>
                  <a:pt x="810263" y="88583"/>
                </a:lnTo>
                <a:lnTo>
                  <a:pt x="829104" y="88583"/>
                </a:lnTo>
                <a:lnTo>
                  <a:pt x="847944" y="88583"/>
                </a:lnTo>
                <a:lnTo>
                  <a:pt x="866794" y="88583"/>
                </a:lnTo>
                <a:lnTo>
                  <a:pt x="885635" y="88583"/>
                </a:lnTo>
                <a:lnTo>
                  <a:pt x="904475" y="88583"/>
                </a:lnTo>
                <a:lnTo>
                  <a:pt x="923315" y="88583"/>
                </a:lnTo>
                <a:lnTo>
                  <a:pt x="942165" y="88583"/>
                </a:lnTo>
                <a:lnTo>
                  <a:pt x="961006" y="88583"/>
                </a:lnTo>
                <a:lnTo>
                  <a:pt x="979846" y="88583"/>
                </a:lnTo>
                <a:lnTo>
                  <a:pt x="998696" y="88583"/>
                </a:lnTo>
                <a:lnTo>
                  <a:pt x="1017537" y="88583"/>
                </a:lnTo>
                <a:lnTo>
                  <a:pt x="1036377" y="88583"/>
                </a:lnTo>
                <a:lnTo>
                  <a:pt x="1055218" y="88583"/>
                </a:lnTo>
                <a:lnTo>
                  <a:pt x="1074068" y="88583"/>
                </a:lnTo>
                <a:lnTo>
                  <a:pt x="1092908" y="88583"/>
                </a:lnTo>
                <a:lnTo>
                  <a:pt x="1111748" y="88583"/>
                </a:lnTo>
                <a:lnTo>
                  <a:pt x="1128932" y="82134"/>
                </a:lnTo>
                <a:lnTo>
                  <a:pt x="1145419" y="73009"/>
                </a:lnTo>
                <a:lnTo>
                  <a:pt x="1161898" y="63884"/>
                </a:lnTo>
                <a:lnTo>
                  <a:pt x="1178385" y="54759"/>
                </a:lnTo>
                <a:lnTo>
                  <a:pt x="1194873" y="45634"/>
                </a:lnTo>
                <a:lnTo>
                  <a:pt x="1211361" y="36500"/>
                </a:lnTo>
                <a:lnTo>
                  <a:pt x="1227849" y="27375"/>
                </a:lnTo>
                <a:lnTo>
                  <a:pt x="1244327" y="18250"/>
                </a:lnTo>
                <a:lnTo>
                  <a:pt x="1260815" y="9125"/>
                </a:lnTo>
                <a:lnTo>
                  <a:pt x="1277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6" name="maturity-step-projection-6">
            <a:extLst xmlns:a="http://schemas.openxmlformats.org/drawingml/2006/main">
              <a:ext uri="{FF2B5EF4-FFF2-40B4-BE49-F238E27FC236}">
                <a16:creationId xmlns:a16="http://schemas.microsoft.com/office/drawing/2014/main" id="{C116F8DF-9232-4148-A7D0-B66DFE5D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6813" y="31051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7" name="collect-suggestions-text-heading">
            <a:extLst xmlns:a="http://schemas.openxmlformats.org/drawingml/2006/main">
              <a:ext uri="{FF2B5EF4-FFF2-40B4-BE49-F238E27FC236}">
                <a16:creationId xmlns:a16="http://schemas.microsoft.com/office/drawing/2014/main" id="{587AF958-64E1-43A5-A581-727BB3EB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4898" y="3938435"/>
            <a:ext cx="956367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征集建议</a:t>
            </a:r>
          </a:p>
        </p:txBody>
      </p:sp>
      <p:sp>
        <p:nvSpPr>
          <p:cNvPr id="38" name="collect-suggestions-text-body">
            <a:extLst xmlns:a="http://schemas.openxmlformats.org/drawingml/2006/main">
              <a:ext uri="{FF2B5EF4-FFF2-40B4-BE49-F238E27FC236}">
                <a16:creationId xmlns:a16="http://schemas.microsoft.com/office/drawing/2014/main" id="{D847089F-F10F-49FE-8C96-593A1B6A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4898" y="4186533"/>
            <a:ext cx="956367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从四类入口收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集线索</a:t>
            </a:r>
          </a:p>
        </p:txBody>
      </p:sp>
      <p:sp>
        <p:nvSpPr>
          <p:cNvPr id="3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67ADF9C3-CFFF-4B1E-A353-FB01F504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3870" y="4737497"/>
            <a:ext cx="338433" cy="338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0" name="clarify-problem-text-heading">
            <a:extLst xmlns:a="http://schemas.openxmlformats.org/drawingml/2006/main">
              <a:ext uri="{FF2B5EF4-FFF2-40B4-BE49-F238E27FC236}">
                <a16:creationId xmlns:a16="http://schemas.microsoft.com/office/drawing/2014/main" id="{A74EA286-4B5C-4A6D-8B9A-BA624CC0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3587058"/>
            <a:ext cx="956367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明确问题</a:t>
            </a:r>
          </a:p>
        </p:txBody>
      </p:sp>
      <p:sp>
        <p:nvSpPr>
          <p:cNvPr id="41" name="clarify-problem-text-body">
            <a:extLst xmlns:a="http://schemas.openxmlformats.org/drawingml/2006/main">
              <a:ext uri="{FF2B5EF4-FFF2-40B4-BE49-F238E27FC236}">
                <a16:creationId xmlns:a16="http://schemas.microsoft.com/office/drawing/2014/main" id="{B9F86E96-354F-47CA-BF58-B9714F4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0925" y="3835156"/>
            <a:ext cx="956367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模糊意见改成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可核对问题</a:t>
            </a:r>
          </a:p>
        </p:txBody>
      </p:sp>
      <p:sp>
        <p:nvSpPr>
          <p:cNvPr id="4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3A97C41F-50F7-4094-A9E5-2B9073A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9897" y="4385967"/>
            <a:ext cx="338433" cy="338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43" name="check-basis-text-heading">
            <a:extLst xmlns:a="http://schemas.openxmlformats.org/drawingml/2006/main">
              <a:ext uri="{FF2B5EF4-FFF2-40B4-BE49-F238E27FC236}">
                <a16:creationId xmlns:a16="http://schemas.microsoft.com/office/drawing/2014/main" id="{9DA33303-CF9F-47D1-B944-AB45EA10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952" y="3235671"/>
            <a:ext cx="956367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核对依据</a:t>
            </a:r>
          </a:p>
        </p:txBody>
      </p:sp>
      <p:sp>
        <p:nvSpPr>
          <p:cNvPr id="44" name="check-basis-text-body">
            <a:extLst xmlns:a="http://schemas.openxmlformats.org/drawingml/2006/main">
              <a:ext uri="{FF2B5EF4-FFF2-40B4-BE49-F238E27FC236}">
                <a16:creationId xmlns:a16="http://schemas.microsoft.com/office/drawing/2014/main" id="{5E60A34A-FF81-47BF-86F4-A601B62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952" y="3483769"/>
            <a:ext cx="956367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补齐现场与既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有记录</a:t>
            </a:r>
          </a:p>
        </p:txBody>
      </p:sp>
      <p:sp>
        <p:nvSpPr>
          <p:cNvPr id="4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1011793B-2F4C-47CC-8ECB-37BAE0FB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5915" y="4034580"/>
            <a:ext cx="338433" cy="338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6" name="small-validation-text-heading">
            <a:extLst xmlns:a="http://schemas.openxmlformats.org/drawingml/2006/main">
              <a:ext uri="{FF2B5EF4-FFF2-40B4-BE49-F238E27FC236}">
                <a16:creationId xmlns:a16="http://schemas.microsoft.com/office/drawing/2014/main" id="{074CC016-1E94-444D-8378-4EBF9D1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970" y="2884141"/>
            <a:ext cx="956367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小步验证</a:t>
            </a:r>
          </a:p>
        </p:txBody>
      </p:sp>
      <p:sp>
        <p:nvSpPr>
          <p:cNvPr id="47" name="small-validation-text-body">
            <a:extLst xmlns:a="http://schemas.openxmlformats.org/drawingml/2006/main">
              <a:ext uri="{FF2B5EF4-FFF2-40B4-BE49-F238E27FC236}">
                <a16:creationId xmlns:a16="http://schemas.microsoft.com/office/drawing/2014/main" id="{11473B25-F2EF-47D1-A623-7F139AD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2970" y="3132239"/>
            <a:ext cx="956367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小范围动作观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察是否成立</a:t>
            </a:r>
          </a:p>
        </p:txBody>
      </p:sp>
      <p:sp>
        <p:nvSpPr>
          <p:cNvPr id="4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2CA63A4C-2241-45DC-9471-86013A82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790" y="3683203"/>
            <a:ext cx="338433" cy="338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9" name="assess-impact-text-heading">
            <a:extLst xmlns:a="http://schemas.openxmlformats.org/drawingml/2006/main">
              <a:ext uri="{FF2B5EF4-FFF2-40B4-BE49-F238E27FC236}">
                <a16:creationId xmlns:a16="http://schemas.microsoft.com/office/drawing/2014/main" id="{80620A26-9706-4E1F-8F24-AAEAA1F5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845" y="2532755"/>
            <a:ext cx="956367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评估影响</a:t>
            </a:r>
          </a:p>
        </p:txBody>
      </p:sp>
      <p:sp>
        <p:nvSpPr>
          <p:cNvPr id="50" name="assess-impact-text-body">
            <a:extLst xmlns:a="http://schemas.openxmlformats.org/drawingml/2006/main">
              <a:ext uri="{FF2B5EF4-FFF2-40B4-BE49-F238E27FC236}">
                <a16:creationId xmlns:a16="http://schemas.microsoft.com/office/drawing/2014/main" id="{E4380B90-D0CA-4D17-A520-DA754D7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845" y="2780852"/>
            <a:ext cx="956367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判断交付与责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任边界影响</a:t>
            </a:r>
          </a:p>
        </p:txBody>
      </p:sp>
      <p:sp>
        <p:nvSpPr>
          <p:cNvPr id="51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8DF08246-04B7-4DD2-884E-C88B356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7817" y="3331664"/>
            <a:ext cx="338433" cy="338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2" name="include-plan-text-heading">
            <a:extLst xmlns:a="http://schemas.openxmlformats.org/drawingml/2006/main">
              <a:ext uri="{FF2B5EF4-FFF2-40B4-BE49-F238E27FC236}">
                <a16:creationId xmlns:a16="http://schemas.microsoft.com/office/drawing/2014/main" id="{0E1AE026-3BB0-4C80-A81B-7F74F08D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873" y="2181377"/>
            <a:ext cx="956367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纳入计划</a:t>
            </a:r>
          </a:p>
        </p:txBody>
      </p:sp>
      <p:sp>
        <p:nvSpPr>
          <p:cNvPr id="53" name="include-plan-text-body">
            <a:extLst xmlns:a="http://schemas.openxmlformats.org/drawingml/2006/main">
              <a:ext uri="{FF2B5EF4-FFF2-40B4-BE49-F238E27FC236}">
                <a16:creationId xmlns:a16="http://schemas.microsoft.com/office/drawing/2014/main" id="{0A5152D8-AEDF-427F-9073-32E1E3E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873" y="2429475"/>
            <a:ext cx="956367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明确排期与责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任安排</a:t>
            </a:r>
          </a:p>
        </p:txBody>
      </p:sp>
      <p:sp>
        <p:nvSpPr>
          <p:cNvPr id="54" name="maturity-level-index-6">
            <a:extLst xmlns:a="http://schemas.openxmlformats.org/drawingml/2006/main">
              <a:ext uri="{FF2B5EF4-FFF2-40B4-BE49-F238E27FC236}">
                <a16:creationId xmlns:a16="http://schemas.microsoft.com/office/drawing/2014/main" id="{34461F53-3928-438D-BD14-87ADA0F0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3835" y="2980287"/>
            <a:ext cx="338433" cy="3384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6625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2026-09-07T23:26:33.3730000Z</dcterms:created>
  <dcterms:modified xsi:type="dcterms:W3CDTF">2026-09-07T23:26:33.3730000Z</dcterms:modified>
</coreProperties>
</file>