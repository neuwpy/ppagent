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d7b4d1652c4b3e" /><Relationship Type="http://schemas.openxmlformats.org/officeDocument/2006/relationships/extended-properties" Target="/docProps/app.xml" Id="R3a0a188430b54be2" /><Relationship Type="http://schemas.openxmlformats.org/officeDocument/2006/relationships/officeDocument" Target="/ppt/presentation.xml" Id="Re085381c735c4e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65dff8dac74771"/>
  </p:sldMasterIdLst>
  <p:notesMasterIdLst>
    <p:notesMasterId xmlns:r="http://schemas.openxmlformats.org/officeDocument/2006/relationships" r:id="R0a912f4b96624692"/>
  </p:notesMasterIdLst>
  <p:sldIdLst>
    <p:sldId xmlns:r="http://schemas.openxmlformats.org/officeDocument/2006/relationships" id="256" r:id="R395770739dd441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c7be0564374fcb" /><Relationship Type="http://schemas.openxmlformats.org/officeDocument/2006/relationships/slideMaster" Target="/ppt/slideMasters/slideMaster1.xml" Id="Re265dff8dac74771" /><Relationship Type="http://schemas.openxmlformats.org/officeDocument/2006/relationships/notesMaster" Target="/ppt/notesMasters/notesMaster1.xml" Id="R0a912f4b96624692" /><Relationship Type="http://schemas.openxmlformats.org/officeDocument/2006/relationships/presProps" Target="/ppt/presProps.xml" Id="Rb5cdc38d7d4e42b5" /><Relationship Type="http://schemas.openxmlformats.org/officeDocument/2006/relationships/tableStyles" Target="/ppt/tableStyles.xml" Id="Rc4348d1ffc6a4080" /><Relationship Type="http://schemas.openxmlformats.org/officeDocument/2006/relationships/slide" Target="/ppt/slides/slide1.xml" Id="R395770739dd441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5251cf98da4a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66dc50ff31486a" /><Relationship Type="http://schemas.openxmlformats.org/officeDocument/2006/relationships/notesMaster" Target="/ppt/notesMasters/notesMaster1.xml" Id="R78d48ab9a56e43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c788a906f44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9bb223f05a49f8" /><Relationship Type="http://schemas.openxmlformats.org/officeDocument/2006/relationships/slideLayout" Target="/ppt/slideLayouts/slideLayout1.xml" Id="R3d097032a93c46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097032a93c46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12b865d1444d1" /><Relationship Type="http://schemas.openxmlformats.org/officeDocument/2006/relationships/image" Target="/ppt/media/image.png" Id="R4f31d2bf76254f6c" /><Relationship Type="http://schemas.openxmlformats.org/officeDocument/2006/relationships/image" Target="/ppt/media/image.svg" Id="Rbe5f1b56c96648e2" /><Relationship Type="http://schemas.openxmlformats.org/officeDocument/2006/relationships/image" Target="/ppt/media/image2.png" Id="Rfbf12af34c2c4731" /><Relationship Type="http://schemas.openxmlformats.org/officeDocument/2006/relationships/image" Target="/ppt/media/image2.svg" Id="Rf20a87cc85d3417b" /><Relationship Type="http://schemas.openxmlformats.org/officeDocument/2006/relationships/image" Target="/ppt/media/image3.png" Id="R271607fa6b1d48f2" /><Relationship Type="http://schemas.openxmlformats.org/officeDocument/2006/relationships/image" Target="/ppt/media/image3.svg" Id="Ref0753995c28453b" /><Relationship Type="http://schemas.openxmlformats.org/officeDocument/2006/relationships/notesSlide" Target="/ppt/notesSlides/notesSlide1.xml" Id="R269a38765daa49d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paper">
            <a:extLst xmlns:a="http://schemas.openxmlformats.org/drawingml/2006/main">
              <a:ext uri="{FF2B5EF4-FFF2-40B4-BE49-F238E27FC236}">
                <a16:creationId xmlns:a16="http://schemas.microsoft.com/office/drawing/2014/main" id="{68F6A095-E99A-4AFC-8064-22E27B69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AC7202C0-4098-483A-9F42-E3B38AA1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1F27975-B8A5-4003-9EB0-DB673004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133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客户反馈持续收敛成发布范围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53898AA-62D5-4A3D-80A1-3C29AF08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47700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aux">
            <a:extLst xmlns:a="http://schemas.openxmlformats.org/drawingml/2006/main">
              <a:ext uri="{FF2B5EF4-FFF2-40B4-BE49-F238E27FC236}">
                <a16:creationId xmlns:a16="http://schemas.microsoft.com/office/drawing/2014/main" id="{83642E4A-2320-4655-B941-F2AD6EAF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入口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访谈 · 工单 · 使用记录</a:t>
            </a:r>
          </a:p>
        </p:txBody>
      </p:sp>
      <p:sp>
        <p:nvSpPr>
          <p:cNvPr id="6" name="plain-1-aux">
            <a:extLst xmlns:a="http://schemas.openxmlformats.org/drawingml/2006/main">
              <a:ext uri="{FF2B5EF4-FFF2-40B4-BE49-F238E27FC236}">
                <a16:creationId xmlns:a16="http://schemas.microsoft.com/office/drawing/2014/main" id="{038C5803-0F6D-4C9B-91BC-CCFA7E2F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4787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从原始反馈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走向明确交付范围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2ACEE2-C21C-45E0-97FA-AD089305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8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C6965E2E-AEFE-4C58-B285-0530F7D6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3657248" y="2035797"/>
            <a:ext cx="4877495" cy="34655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66E0B0C1-21D4-4DF1-8FFD-8820A380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2955" y="2574884"/>
            <a:ext cx="3157861" cy="603285"/>
          </a:xfrm>
          <a:custGeom xmlns:a="http://schemas.openxmlformats.org/drawingml/2006/main">
            <a:pathLst>
              <a:path w="3157861" h="603285">
                <a:moveTo>
                  <a:pt x="0" y="0"/>
                </a:moveTo>
                <a:lnTo>
                  <a:pt x="16916" y="23279"/>
                </a:lnTo>
                <a:lnTo>
                  <a:pt x="33833" y="46568"/>
                </a:lnTo>
                <a:lnTo>
                  <a:pt x="50749" y="69847"/>
                </a:lnTo>
                <a:lnTo>
                  <a:pt x="67666" y="93126"/>
                </a:lnTo>
                <a:lnTo>
                  <a:pt x="84592" y="116415"/>
                </a:lnTo>
                <a:lnTo>
                  <a:pt x="101508" y="139694"/>
                </a:lnTo>
                <a:lnTo>
                  <a:pt x="118424" y="162973"/>
                </a:lnTo>
                <a:lnTo>
                  <a:pt x="135341" y="186261"/>
                </a:lnTo>
                <a:lnTo>
                  <a:pt x="152257" y="209540"/>
                </a:lnTo>
                <a:lnTo>
                  <a:pt x="169174" y="232820"/>
                </a:lnTo>
                <a:lnTo>
                  <a:pt x="186090" y="256099"/>
                </a:lnTo>
                <a:lnTo>
                  <a:pt x="203006" y="279387"/>
                </a:lnTo>
                <a:lnTo>
                  <a:pt x="219923" y="302666"/>
                </a:lnTo>
                <a:lnTo>
                  <a:pt x="236849" y="325946"/>
                </a:lnTo>
                <a:lnTo>
                  <a:pt x="253765" y="349234"/>
                </a:lnTo>
                <a:lnTo>
                  <a:pt x="270681" y="372513"/>
                </a:lnTo>
                <a:lnTo>
                  <a:pt x="287598" y="395792"/>
                </a:lnTo>
                <a:lnTo>
                  <a:pt x="304514" y="419081"/>
                </a:lnTo>
                <a:lnTo>
                  <a:pt x="321431" y="442360"/>
                </a:lnTo>
                <a:lnTo>
                  <a:pt x="338347" y="465639"/>
                </a:lnTo>
                <a:lnTo>
                  <a:pt x="355263" y="488928"/>
                </a:lnTo>
                <a:lnTo>
                  <a:pt x="372180" y="512207"/>
                </a:lnTo>
                <a:lnTo>
                  <a:pt x="388058" y="535962"/>
                </a:lnTo>
                <a:lnTo>
                  <a:pt x="413147" y="549040"/>
                </a:lnTo>
                <a:lnTo>
                  <a:pt x="441131" y="555746"/>
                </a:lnTo>
                <a:lnTo>
                  <a:pt x="469478" y="560670"/>
                </a:lnTo>
                <a:lnTo>
                  <a:pt x="497977" y="564680"/>
                </a:lnTo>
                <a:lnTo>
                  <a:pt x="526552" y="568081"/>
                </a:lnTo>
                <a:lnTo>
                  <a:pt x="555184" y="571062"/>
                </a:lnTo>
                <a:lnTo>
                  <a:pt x="583835" y="573719"/>
                </a:lnTo>
                <a:lnTo>
                  <a:pt x="612515" y="576110"/>
                </a:lnTo>
                <a:lnTo>
                  <a:pt x="641213" y="578291"/>
                </a:lnTo>
                <a:lnTo>
                  <a:pt x="669922" y="580282"/>
                </a:lnTo>
                <a:lnTo>
                  <a:pt x="698640" y="582120"/>
                </a:lnTo>
                <a:lnTo>
                  <a:pt x="727377" y="583816"/>
                </a:lnTo>
                <a:lnTo>
                  <a:pt x="756104" y="585407"/>
                </a:lnTo>
                <a:lnTo>
                  <a:pt x="784850" y="586873"/>
                </a:lnTo>
                <a:lnTo>
                  <a:pt x="813597" y="588245"/>
                </a:lnTo>
                <a:lnTo>
                  <a:pt x="842343" y="589531"/>
                </a:lnTo>
                <a:lnTo>
                  <a:pt x="871099" y="590731"/>
                </a:lnTo>
                <a:lnTo>
                  <a:pt x="899855" y="591855"/>
                </a:lnTo>
                <a:lnTo>
                  <a:pt x="928621" y="592903"/>
                </a:lnTo>
                <a:lnTo>
                  <a:pt x="957386" y="593893"/>
                </a:lnTo>
                <a:lnTo>
                  <a:pt x="986152" y="594817"/>
                </a:lnTo>
                <a:lnTo>
                  <a:pt x="1014917" y="595674"/>
                </a:lnTo>
                <a:lnTo>
                  <a:pt x="1043683" y="596484"/>
                </a:lnTo>
                <a:lnTo>
                  <a:pt x="1072448" y="597227"/>
                </a:lnTo>
                <a:lnTo>
                  <a:pt x="1101223" y="597932"/>
                </a:lnTo>
                <a:lnTo>
                  <a:pt x="1129998" y="598580"/>
                </a:lnTo>
                <a:lnTo>
                  <a:pt x="1158764" y="599180"/>
                </a:lnTo>
                <a:lnTo>
                  <a:pt x="1187539" y="599742"/>
                </a:lnTo>
                <a:lnTo>
                  <a:pt x="1216314" y="600256"/>
                </a:lnTo>
                <a:lnTo>
                  <a:pt x="1245089" y="600723"/>
                </a:lnTo>
                <a:lnTo>
                  <a:pt x="1273874" y="601151"/>
                </a:lnTo>
                <a:lnTo>
                  <a:pt x="1302649" y="601542"/>
                </a:lnTo>
                <a:lnTo>
                  <a:pt x="1331424" y="601885"/>
                </a:lnTo>
                <a:lnTo>
                  <a:pt x="1360199" y="602190"/>
                </a:lnTo>
                <a:lnTo>
                  <a:pt x="1388983" y="602456"/>
                </a:lnTo>
                <a:lnTo>
                  <a:pt x="1417758" y="602685"/>
                </a:lnTo>
                <a:lnTo>
                  <a:pt x="1446533" y="602875"/>
                </a:lnTo>
                <a:lnTo>
                  <a:pt x="1475318" y="603028"/>
                </a:lnTo>
                <a:lnTo>
                  <a:pt x="1504093" y="603133"/>
                </a:lnTo>
                <a:lnTo>
                  <a:pt x="1532877" y="603237"/>
                </a:lnTo>
                <a:lnTo>
                  <a:pt x="1561652" y="603275"/>
                </a:lnTo>
                <a:lnTo>
                  <a:pt x="1590437" y="603285"/>
                </a:lnTo>
                <a:lnTo>
                  <a:pt x="1619212" y="603256"/>
                </a:lnTo>
                <a:lnTo>
                  <a:pt x="1647987" y="603190"/>
                </a:lnTo>
                <a:lnTo>
                  <a:pt x="1676771" y="603085"/>
                </a:lnTo>
                <a:lnTo>
                  <a:pt x="1705547" y="602961"/>
                </a:lnTo>
                <a:lnTo>
                  <a:pt x="1734331" y="602780"/>
                </a:lnTo>
                <a:lnTo>
                  <a:pt x="1763106" y="602571"/>
                </a:lnTo>
                <a:lnTo>
                  <a:pt x="1791891" y="602323"/>
                </a:lnTo>
                <a:lnTo>
                  <a:pt x="1820666" y="602037"/>
                </a:lnTo>
                <a:lnTo>
                  <a:pt x="1849441" y="601704"/>
                </a:lnTo>
                <a:lnTo>
                  <a:pt x="1878216" y="601342"/>
                </a:lnTo>
                <a:lnTo>
                  <a:pt x="1906991" y="600932"/>
                </a:lnTo>
                <a:lnTo>
                  <a:pt x="1935775" y="600485"/>
                </a:lnTo>
                <a:lnTo>
                  <a:pt x="1964550" y="599999"/>
                </a:lnTo>
                <a:lnTo>
                  <a:pt x="1993325" y="599465"/>
                </a:lnTo>
                <a:lnTo>
                  <a:pt x="2022091" y="598884"/>
                </a:lnTo>
                <a:lnTo>
                  <a:pt x="2050866" y="598256"/>
                </a:lnTo>
                <a:lnTo>
                  <a:pt x="2079641" y="597579"/>
                </a:lnTo>
                <a:lnTo>
                  <a:pt x="2108406" y="596856"/>
                </a:lnTo>
                <a:lnTo>
                  <a:pt x="2137181" y="596075"/>
                </a:lnTo>
                <a:lnTo>
                  <a:pt x="2165947" y="595236"/>
                </a:lnTo>
                <a:lnTo>
                  <a:pt x="2194712" y="594350"/>
                </a:lnTo>
                <a:lnTo>
                  <a:pt x="2223478" y="593398"/>
                </a:lnTo>
                <a:lnTo>
                  <a:pt x="2252234" y="592379"/>
                </a:lnTo>
                <a:lnTo>
                  <a:pt x="2280999" y="591283"/>
                </a:lnTo>
                <a:lnTo>
                  <a:pt x="2309755" y="590121"/>
                </a:lnTo>
                <a:lnTo>
                  <a:pt x="2338502" y="588883"/>
                </a:lnTo>
                <a:lnTo>
                  <a:pt x="2367248" y="587559"/>
                </a:lnTo>
                <a:lnTo>
                  <a:pt x="2395995" y="586130"/>
                </a:lnTo>
                <a:lnTo>
                  <a:pt x="2424732" y="584606"/>
                </a:lnTo>
                <a:lnTo>
                  <a:pt x="2453469" y="582959"/>
                </a:lnTo>
                <a:lnTo>
                  <a:pt x="2482196" y="581196"/>
                </a:lnTo>
                <a:lnTo>
                  <a:pt x="2510904" y="579272"/>
                </a:lnTo>
                <a:lnTo>
                  <a:pt x="2539613" y="577196"/>
                </a:lnTo>
                <a:lnTo>
                  <a:pt x="2568302" y="574910"/>
                </a:lnTo>
                <a:lnTo>
                  <a:pt x="2596972" y="572395"/>
                </a:lnTo>
                <a:lnTo>
                  <a:pt x="2625614" y="569585"/>
                </a:lnTo>
                <a:lnTo>
                  <a:pt x="2654217" y="566395"/>
                </a:lnTo>
                <a:lnTo>
                  <a:pt x="2682754" y="562718"/>
                </a:lnTo>
                <a:lnTo>
                  <a:pt x="2711196" y="558289"/>
                </a:lnTo>
                <a:lnTo>
                  <a:pt x="2739409" y="552621"/>
                </a:lnTo>
                <a:lnTo>
                  <a:pt x="2766832" y="544039"/>
                </a:lnTo>
                <a:lnTo>
                  <a:pt x="2785672" y="523542"/>
                </a:lnTo>
                <a:lnTo>
                  <a:pt x="2802588" y="500253"/>
                </a:lnTo>
                <a:lnTo>
                  <a:pt x="2819514" y="476974"/>
                </a:lnTo>
                <a:lnTo>
                  <a:pt x="2836431" y="453695"/>
                </a:lnTo>
                <a:lnTo>
                  <a:pt x="2853347" y="430406"/>
                </a:lnTo>
                <a:lnTo>
                  <a:pt x="2870263" y="407127"/>
                </a:lnTo>
                <a:lnTo>
                  <a:pt x="2887180" y="383848"/>
                </a:lnTo>
                <a:lnTo>
                  <a:pt x="2904096" y="360569"/>
                </a:lnTo>
                <a:lnTo>
                  <a:pt x="2921013" y="337280"/>
                </a:lnTo>
                <a:lnTo>
                  <a:pt x="2937929" y="314001"/>
                </a:lnTo>
                <a:lnTo>
                  <a:pt x="2954846" y="290722"/>
                </a:lnTo>
                <a:lnTo>
                  <a:pt x="2971771" y="267433"/>
                </a:lnTo>
                <a:lnTo>
                  <a:pt x="2988688" y="244154"/>
                </a:lnTo>
                <a:lnTo>
                  <a:pt x="3005604" y="220875"/>
                </a:lnTo>
                <a:lnTo>
                  <a:pt x="3022521" y="197587"/>
                </a:lnTo>
                <a:lnTo>
                  <a:pt x="3039437" y="174308"/>
                </a:lnTo>
                <a:lnTo>
                  <a:pt x="3056353" y="151028"/>
                </a:lnTo>
                <a:lnTo>
                  <a:pt x="3073270" y="127740"/>
                </a:lnTo>
                <a:lnTo>
                  <a:pt x="3090186" y="104461"/>
                </a:lnTo>
                <a:lnTo>
                  <a:pt x="3107103" y="81182"/>
                </a:lnTo>
                <a:lnTo>
                  <a:pt x="3124029" y="57893"/>
                </a:lnTo>
                <a:lnTo>
                  <a:pt x="3140945" y="34614"/>
                </a:lnTo>
                <a:lnTo>
                  <a:pt x="3157861" y="11335"/>
                </a:lnTo>
                <a:lnTo>
                  <a:pt x="3155452" y="9230"/>
                </a:lnTo>
                <a:lnTo>
                  <a:pt x="3127820" y="17116"/>
                </a:lnTo>
                <a:lnTo>
                  <a:pt x="3099502" y="22231"/>
                </a:lnTo>
                <a:lnTo>
                  <a:pt x="3070993" y="26222"/>
                </a:lnTo>
                <a:lnTo>
                  <a:pt x="3042409" y="29556"/>
                </a:lnTo>
                <a:lnTo>
                  <a:pt x="3013777" y="32452"/>
                </a:lnTo>
                <a:lnTo>
                  <a:pt x="2985116" y="35023"/>
                </a:lnTo>
                <a:lnTo>
                  <a:pt x="2956427" y="37338"/>
                </a:lnTo>
                <a:lnTo>
                  <a:pt x="2927728" y="39453"/>
                </a:lnTo>
                <a:lnTo>
                  <a:pt x="2899010" y="41396"/>
                </a:lnTo>
                <a:lnTo>
                  <a:pt x="2870292" y="43196"/>
                </a:lnTo>
                <a:lnTo>
                  <a:pt x="2841565" y="44863"/>
                </a:lnTo>
                <a:lnTo>
                  <a:pt x="2812828" y="46434"/>
                </a:lnTo>
                <a:lnTo>
                  <a:pt x="2784081" y="47901"/>
                </a:lnTo>
                <a:lnTo>
                  <a:pt x="2755335" y="49292"/>
                </a:lnTo>
                <a:lnTo>
                  <a:pt x="2726588" y="50597"/>
                </a:lnTo>
                <a:lnTo>
                  <a:pt x="2697832" y="51826"/>
                </a:lnTo>
                <a:lnTo>
                  <a:pt x="2669076" y="52988"/>
                </a:lnTo>
                <a:lnTo>
                  <a:pt x="2640320" y="54092"/>
                </a:lnTo>
                <a:lnTo>
                  <a:pt x="2611555" y="55140"/>
                </a:lnTo>
                <a:lnTo>
                  <a:pt x="2582799" y="56131"/>
                </a:lnTo>
                <a:lnTo>
                  <a:pt x="2554034" y="57083"/>
                </a:lnTo>
                <a:lnTo>
                  <a:pt x="2525268" y="57979"/>
                </a:lnTo>
                <a:lnTo>
                  <a:pt x="2496503" y="58836"/>
                </a:lnTo>
                <a:lnTo>
                  <a:pt x="2467727" y="59646"/>
                </a:lnTo>
                <a:lnTo>
                  <a:pt x="2438962" y="60417"/>
                </a:lnTo>
                <a:lnTo>
                  <a:pt x="2410196" y="61160"/>
                </a:lnTo>
                <a:lnTo>
                  <a:pt x="2381421" y="61855"/>
                </a:lnTo>
                <a:lnTo>
                  <a:pt x="2352646" y="62522"/>
                </a:lnTo>
                <a:lnTo>
                  <a:pt x="2323881" y="63160"/>
                </a:lnTo>
                <a:lnTo>
                  <a:pt x="2295106" y="63760"/>
                </a:lnTo>
                <a:lnTo>
                  <a:pt x="2266331" y="64332"/>
                </a:lnTo>
                <a:lnTo>
                  <a:pt x="2237556" y="64875"/>
                </a:lnTo>
                <a:lnTo>
                  <a:pt x="2208781" y="65380"/>
                </a:lnTo>
                <a:lnTo>
                  <a:pt x="2180006" y="65865"/>
                </a:lnTo>
                <a:lnTo>
                  <a:pt x="2151231" y="66313"/>
                </a:lnTo>
                <a:lnTo>
                  <a:pt x="2122456" y="66742"/>
                </a:lnTo>
                <a:lnTo>
                  <a:pt x="2093681" y="67161"/>
                </a:lnTo>
                <a:lnTo>
                  <a:pt x="2064896" y="67523"/>
                </a:lnTo>
                <a:lnTo>
                  <a:pt x="2036121" y="67885"/>
                </a:lnTo>
                <a:lnTo>
                  <a:pt x="2007346" y="68218"/>
                </a:lnTo>
                <a:lnTo>
                  <a:pt x="1978571" y="68523"/>
                </a:lnTo>
                <a:lnTo>
                  <a:pt x="1949787" y="68818"/>
                </a:lnTo>
                <a:lnTo>
                  <a:pt x="1921012" y="69066"/>
                </a:lnTo>
                <a:lnTo>
                  <a:pt x="1892237" y="69313"/>
                </a:lnTo>
                <a:lnTo>
                  <a:pt x="1863452" y="69523"/>
                </a:lnTo>
                <a:lnTo>
                  <a:pt x="1834677" y="69713"/>
                </a:lnTo>
                <a:lnTo>
                  <a:pt x="1805892" y="69904"/>
                </a:lnTo>
                <a:lnTo>
                  <a:pt x="1777117" y="70037"/>
                </a:lnTo>
                <a:lnTo>
                  <a:pt x="1748342" y="70180"/>
                </a:lnTo>
                <a:lnTo>
                  <a:pt x="1719558" y="70285"/>
                </a:lnTo>
                <a:lnTo>
                  <a:pt x="1690783" y="70371"/>
                </a:lnTo>
                <a:lnTo>
                  <a:pt x="1661998" y="70447"/>
                </a:lnTo>
                <a:lnTo>
                  <a:pt x="1633223" y="70485"/>
                </a:lnTo>
                <a:lnTo>
                  <a:pt x="1604439" y="70514"/>
                </a:lnTo>
                <a:lnTo>
                  <a:pt x="1575664" y="70523"/>
                </a:lnTo>
                <a:lnTo>
                  <a:pt x="1546879" y="70495"/>
                </a:lnTo>
                <a:lnTo>
                  <a:pt x="1518104" y="70475"/>
                </a:lnTo>
                <a:lnTo>
                  <a:pt x="1489319" y="70409"/>
                </a:lnTo>
                <a:lnTo>
                  <a:pt x="1460544" y="70323"/>
                </a:lnTo>
                <a:lnTo>
                  <a:pt x="1431769" y="70237"/>
                </a:lnTo>
                <a:lnTo>
                  <a:pt x="1402985" y="70104"/>
                </a:lnTo>
                <a:lnTo>
                  <a:pt x="1374210" y="69971"/>
                </a:lnTo>
                <a:lnTo>
                  <a:pt x="1345425" y="69809"/>
                </a:lnTo>
                <a:lnTo>
                  <a:pt x="1316650" y="69618"/>
                </a:lnTo>
                <a:lnTo>
                  <a:pt x="1287866" y="69428"/>
                </a:lnTo>
                <a:lnTo>
                  <a:pt x="1259091" y="69180"/>
                </a:lnTo>
                <a:lnTo>
                  <a:pt x="1230316" y="68942"/>
                </a:lnTo>
                <a:lnTo>
                  <a:pt x="1201531" y="68666"/>
                </a:lnTo>
                <a:lnTo>
                  <a:pt x="1172756" y="68361"/>
                </a:lnTo>
                <a:lnTo>
                  <a:pt x="1143981" y="68066"/>
                </a:lnTo>
                <a:lnTo>
                  <a:pt x="1115197" y="67704"/>
                </a:lnTo>
                <a:lnTo>
                  <a:pt x="1086422" y="67342"/>
                </a:lnTo>
                <a:lnTo>
                  <a:pt x="1057646" y="66942"/>
                </a:lnTo>
                <a:lnTo>
                  <a:pt x="1028871" y="66523"/>
                </a:lnTo>
                <a:lnTo>
                  <a:pt x="1000096" y="66094"/>
                </a:lnTo>
                <a:lnTo>
                  <a:pt x="971321" y="65608"/>
                </a:lnTo>
                <a:lnTo>
                  <a:pt x="942546" y="65113"/>
                </a:lnTo>
                <a:lnTo>
                  <a:pt x="913771" y="64599"/>
                </a:lnTo>
                <a:lnTo>
                  <a:pt x="884996" y="64037"/>
                </a:lnTo>
                <a:lnTo>
                  <a:pt x="856221" y="63456"/>
                </a:lnTo>
                <a:lnTo>
                  <a:pt x="827446" y="62836"/>
                </a:lnTo>
                <a:lnTo>
                  <a:pt x="798681" y="62189"/>
                </a:lnTo>
                <a:lnTo>
                  <a:pt x="769906" y="61503"/>
                </a:lnTo>
                <a:lnTo>
                  <a:pt x="741140" y="60789"/>
                </a:lnTo>
                <a:lnTo>
                  <a:pt x="712365" y="60027"/>
                </a:lnTo>
                <a:lnTo>
                  <a:pt x="683600" y="59236"/>
                </a:lnTo>
                <a:lnTo>
                  <a:pt x="654834" y="58398"/>
                </a:lnTo>
                <a:lnTo>
                  <a:pt x="626059" y="57521"/>
                </a:lnTo>
                <a:lnTo>
                  <a:pt x="597303" y="56598"/>
                </a:lnTo>
                <a:lnTo>
                  <a:pt x="568538" y="55626"/>
                </a:lnTo>
                <a:lnTo>
                  <a:pt x="539772" y="54607"/>
                </a:lnTo>
                <a:lnTo>
                  <a:pt x="511016" y="53531"/>
                </a:lnTo>
                <a:lnTo>
                  <a:pt x="482260" y="52397"/>
                </a:lnTo>
                <a:lnTo>
                  <a:pt x="453504" y="51197"/>
                </a:lnTo>
                <a:lnTo>
                  <a:pt x="424748" y="49930"/>
                </a:lnTo>
                <a:lnTo>
                  <a:pt x="396002" y="48587"/>
                </a:lnTo>
                <a:lnTo>
                  <a:pt x="367265" y="47158"/>
                </a:lnTo>
                <a:lnTo>
                  <a:pt x="338519" y="45653"/>
                </a:lnTo>
                <a:lnTo>
                  <a:pt x="309791" y="44025"/>
                </a:lnTo>
                <a:lnTo>
                  <a:pt x="281064" y="42281"/>
                </a:lnTo>
                <a:lnTo>
                  <a:pt x="252346" y="40415"/>
                </a:lnTo>
                <a:lnTo>
                  <a:pt x="223637" y="38395"/>
                </a:lnTo>
                <a:lnTo>
                  <a:pt x="194939" y="36176"/>
                </a:lnTo>
                <a:lnTo>
                  <a:pt x="166268" y="33738"/>
                </a:lnTo>
                <a:lnTo>
                  <a:pt x="137617" y="31013"/>
                </a:lnTo>
                <a:lnTo>
                  <a:pt x="109004" y="27908"/>
                </a:lnTo>
                <a:lnTo>
                  <a:pt x="80458" y="24270"/>
                </a:lnTo>
                <a:lnTo>
                  <a:pt x="52026" y="19802"/>
                </a:lnTo>
                <a:lnTo>
                  <a:pt x="23917" y="136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0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3ED1DA03-029D-424F-88D4-900C6C87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2955" y="2474595"/>
            <a:ext cx="3166091" cy="2005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1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CDA6A3DB-8B61-4BA7-A0FB-D9F1E6A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0070" y="3270142"/>
            <a:ext cx="2391251" cy="603294"/>
          </a:xfrm>
          <a:custGeom xmlns:a="http://schemas.openxmlformats.org/drawingml/2006/main">
            <a:pathLst>
              <a:path w="2391251" h="603294">
                <a:moveTo>
                  <a:pt x="0" y="0"/>
                </a:moveTo>
                <a:lnTo>
                  <a:pt x="11039" y="19841"/>
                </a:lnTo>
                <a:lnTo>
                  <a:pt x="22069" y="39681"/>
                </a:lnTo>
                <a:lnTo>
                  <a:pt x="33109" y="59531"/>
                </a:lnTo>
                <a:lnTo>
                  <a:pt x="44148" y="79372"/>
                </a:lnTo>
                <a:lnTo>
                  <a:pt x="55188" y="99212"/>
                </a:lnTo>
                <a:lnTo>
                  <a:pt x="66218" y="119053"/>
                </a:lnTo>
                <a:lnTo>
                  <a:pt x="77257" y="138894"/>
                </a:lnTo>
                <a:lnTo>
                  <a:pt x="88297" y="158744"/>
                </a:lnTo>
                <a:lnTo>
                  <a:pt x="99327" y="178584"/>
                </a:lnTo>
                <a:lnTo>
                  <a:pt x="110366" y="198425"/>
                </a:lnTo>
                <a:lnTo>
                  <a:pt x="121406" y="218265"/>
                </a:lnTo>
                <a:lnTo>
                  <a:pt x="132445" y="238115"/>
                </a:lnTo>
                <a:lnTo>
                  <a:pt x="143475" y="257956"/>
                </a:lnTo>
                <a:lnTo>
                  <a:pt x="154515" y="277797"/>
                </a:lnTo>
                <a:lnTo>
                  <a:pt x="165554" y="297637"/>
                </a:lnTo>
                <a:lnTo>
                  <a:pt x="176584" y="317478"/>
                </a:lnTo>
                <a:lnTo>
                  <a:pt x="187623" y="337328"/>
                </a:lnTo>
                <a:lnTo>
                  <a:pt x="198663" y="357168"/>
                </a:lnTo>
                <a:lnTo>
                  <a:pt x="209702" y="377009"/>
                </a:lnTo>
                <a:lnTo>
                  <a:pt x="220732" y="396850"/>
                </a:lnTo>
                <a:lnTo>
                  <a:pt x="231772" y="416690"/>
                </a:lnTo>
                <a:lnTo>
                  <a:pt x="242811" y="436540"/>
                </a:lnTo>
                <a:lnTo>
                  <a:pt x="253841" y="456381"/>
                </a:lnTo>
                <a:lnTo>
                  <a:pt x="264881" y="476221"/>
                </a:lnTo>
                <a:lnTo>
                  <a:pt x="275920" y="496062"/>
                </a:lnTo>
                <a:lnTo>
                  <a:pt x="286960" y="515903"/>
                </a:lnTo>
                <a:lnTo>
                  <a:pt x="297085" y="536067"/>
                </a:lnTo>
                <a:lnTo>
                  <a:pt x="315335" y="548811"/>
                </a:lnTo>
                <a:lnTo>
                  <a:pt x="336947" y="555736"/>
                </a:lnTo>
                <a:lnTo>
                  <a:pt x="359064" y="560832"/>
                </a:lnTo>
                <a:lnTo>
                  <a:pt x="381391" y="564966"/>
                </a:lnTo>
                <a:lnTo>
                  <a:pt x="403822" y="568471"/>
                </a:lnTo>
                <a:lnTo>
                  <a:pt x="426320" y="571529"/>
                </a:lnTo>
                <a:lnTo>
                  <a:pt x="448866" y="574243"/>
                </a:lnTo>
                <a:lnTo>
                  <a:pt x="471440" y="576691"/>
                </a:lnTo>
                <a:lnTo>
                  <a:pt x="494033" y="578910"/>
                </a:lnTo>
                <a:lnTo>
                  <a:pt x="516646" y="580949"/>
                </a:lnTo>
                <a:lnTo>
                  <a:pt x="539277" y="582816"/>
                </a:lnTo>
                <a:lnTo>
                  <a:pt x="561918" y="584549"/>
                </a:lnTo>
                <a:lnTo>
                  <a:pt x="584568" y="586140"/>
                </a:lnTo>
                <a:lnTo>
                  <a:pt x="607219" y="587635"/>
                </a:lnTo>
                <a:lnTo>
                  <a:pt x="629888" y="589016"/>
                </a:lnTo>
                <a:lnTo>
                  <a:pt x="652558" y="590302"/>
                </a:lnTo>
                <a:lnTo>
                  <a:pt x="675227" y="591512"/>
                </a:lnTo>
                <a:lnTo>
                  <a:pt x="697906" y="592636"/>
                </a:lnTo>
                <a:lnTo>
                  <a:pt x="720585" y="593684"/>
                </a:lnTo>
                <a:lnTo>
                  <a:pt x="743274" y="594655"/>
                </a:lnTo>
                <a:lnTo>
                  <a:pt x="765953" y="595579"/>
                </a:lnTo>
                <a:lnTo>
                  <a:pt x="788651" y="596427"/>
                </a:lnTo>
                <a:lnTo>
                  <a:pt x="811340" y="597218"/>
                </a:lnTo>
                <a:lnTo>
                  <a:pt x="834028" y="597951"/>
                </a:lnTo>
                <a:lnTo>
                  <a:pt x="856726" y="598627"/>
                </a:lnTo>
                <a:lnTo>
                  <a:pt x="879424" y="599256"/>
                </a:lnTo>
                <a:lnTo>
                  <a:pt x="902122" y="599837"/>
                </a:lnTo>
                <a:lnTo>
                  <a:pt x="924820" y="600361"/>
                </a:lnTo>
                <a:lnTo>
                  <a:pt x="947518" y="600847"/>
                </a:lnTo>
                <a:lnTo>
                  <a:pt x="970226" y="601275"/>
                </a:lnTo>
                <a:lnTo>
                  <a:pt x="992924" y="601666"/>
                </a:lnTo>
                <a:lnTo>
                  <a:pt x="1015632" y="602009"/>
                </a:lnTo>
                <a:lnTo>
                  <a:pt x="1038330" y="602313"/>
                </a:lnTo>
                <a:lnTo>
                  <a:pt x="1061037" y="602580"/>
                </a:lnTo>
                <a:lnTo>
                  <a:pt x="1083735" y="602799"/>
                </a:lnTo>
                <a:lnTo>
                  <a:pt x="1106443" y="602980"/>
                </a:lnTo>
                <a:lnTo>
                  <a:pt x="1129151" y="603113"/>
                </a:lnTo>
                <a:lnTo>
                  <a:pt x="1151858" y="603218"/>
                </a:lnTo>
                <a:lnTo>
                  <a:pt x="1174556" y="603275"/>
                </a:lnTo>
                <a:lnTo>
                  <a:pt x="1197264" y="603294"/>
                </a:lnTo>
                <a:lnTo>
                  <a:pt x="1219972" y="603266"/>
                </a:lnTo>
                <a:lnTo>
                  <a:pt x="1242679" y="603199"/>
                </a:lnTo>
                <a:lnTo>
                  <a:pt x="1265377" y="603104"/>
                </a:lnTo>
                <a:lnTo>
                  <a:pt x="1288085" y="602952"/>
                </a:lnTo>
                <a:lnTo>
                  <a:pt x="1310792" y="602771"/>
                </a:lnTo>
                <a:lnTo>
                  <a:pt x="1333500" y="602552"/>
                </a:lnTo>
                <a:lnTo>
                  <a:pt x="1356198" y="602285"/>
                </a:lnTo>
                <a:lnTo>
                  <a:pt x="1378906" y="601970"/>
                </a:lnTo>
                <a:lnTo>
                  <a:pt x="1401604" y="601628"/>
                </a:lnTo>
                <a:lnTo>
                  <a:pt x="1424311" y="601228"/>
                </a:lnTo>
                <a:lnTo>
                  <a:pt x="1447009" y="600789"/>
                </a:lnTo>
                <a:lnTo>
                  <a:pt x="1469708" y="600304"/>
                </a:lnTo>
                <a:lnTo>
                  <a:pt x="1492406" y="599770"/>
                </a:lnTo>
                <a:lnTo>
                  <a:pt x="1515104" y="599180"/>
                </a:lnTo>
                <a:lnTo>
                  <a:pt x="1537802" y="598551"/>
                </a:lnTo>
                <a:lnTo>
                  <a:pt x="1560500" y="597865"/>
                </a:lnTo>
                <a:lnTo>
                  <a:pt x="1583188" y="597122"/>
                </a:lnTo>
                <a:lnTo>
                  <a:pt x="1605886" y="596332"/>
                </a:lnTo>
                <a:lnTo>
                  <a:pt x="1628575" y="595465"/>
                </a:lnTo>
                <a:lnTo>
                  <a:pt x="1651254" y="594551"/>
                </a:lnTo>
                <a:lnTo>
                  <a:pt x="1673943" y="593560"/>
                </a:lnTo>
                <a:lnTo>
                  <a:pt x="1696622" y="592512"/>
                </a:lnTo>
                <a:lnTo>
                  <a:pt x="1719301" y="591369"/>
                </a:lnTo>
                <a:lnTo>
                  <a:pt x="1741970" y="590159"/>
                </a:lnTo>
                <a:lnTo>
                  <a:pt x="1764640" y="588864"/>
                </a:lnTo>
                <a:lnTo>
                  <a:pt x="1787300" y="587464"/>
                </a:lnTo>
                <a:lnTo>
                  <a:pt x="1809960" y="585959"/>
                </a:lnTo>
                <a:lnTo>
                  <a:pt x="1832610" y="584349"/>
                </a:lnTo>
                <a:lnTo>
                  <a:pt x="1855241" y="582597"/>
                </a:lnTo>
                <a:lnTo>
                  <a:pt x="1877873" y="580711"/>
                </a:lnTo>
                <a:lnTo>
                  <a:pt x="1900485" y="578663"/>
                </a:lnTo>
                <a:lnTo>
                  <a:pt x="1923078" y="576415"/>
                </a:lnTo>
                <a:lnTo>
                  <a:pt x="1945653" y="573938"/>
                </a:lnTo>
                <a:lnTo>
                  <a:pt x="1968189" y="571186"/>
                </a:lnTo>
                <a:lnTo>
                  <a:pt x="1990677" y="568081"/>
                </a:lnTo>
                <a:lnTo>
                  <a:pt x="2013099" y="564518"/>
                </a:lnTo>
                <a:lnTo>
                  <a:pt x="2035407" y="560299"/>
                </a:lnTo>
                <a:lnTo>
                  <a:pt x="2057495" y="555041"/>
                </a:lnTo>
                <a:lnTo>
                  <a:pt x="2078984" y="547783"/>
                </a:lnTo>
                <a:lnTo>
                  <a:pt x="2095490" y="533505"/>
                </a:lnTo>
                <a:lnTo>
                  <a:pt x="2106197" y="513569"/>
                </a:lnTo>
                <a:lnTo>
                  <a:pt x="2117236" y="493728"/>
                </a:lnTo>
                <a:lnTo>
                  <a:pt x="2128276" y="473888"/>
                </a:lnTo>
                <a:lnTo>
                  <a:pt x="2139315" y="454038"/>
                </a:lnTo>
                <a:lnTo>
                  <a:pt x="2150345" y="434197"/>
                </a:lnTo>
                <a:lnTo>
                  <a:pt x="2161384" y="414357"/>
                </a:lnTo>
                <a:lnTo>
                  <a:pt x="2172424" y="394516"/>
                </a:lnTo>
                <a:lnTo>
                  <a:pt x="2183454" y="374675"/>
                </a:lnTo>
                <a:lnTo>
                  <a:pt x="2194493" y="354825"/>
                </a:lnTo>
                <a:lnTo>
                  <a:pt x="2205533" y="334985"/>
                </a:lnTo>
                <a:lnTo>
                  <a:pt x="2216572" y="315144"/>
                </a:lnTo>
                <a:lnTo>
                  <a:pt x="2227602" y="295304"/>
                </a:lnTo>
                <a:lnTo>
                  <a:pt x="2238642" y="275463"/>
                </a:lnTo>
                <a:lnTo>
                  <a:pt x="2249681" y="255613"/>
                </a:lnTo>
                <a:lnTo>
                  <a:pt x="2260711" y="235772"/>
                </a:lnTo>
                <a:lnTo>
                  <a:pt x="2271751" y="215932"/>
                </a:lnTo>
                <a:lnTo>
                  <a:pt x="2282790" y="196091"/>
                </a:lnTo>
                <a:lnTo>
                  <a:pt x="2293830" y="176251"/>
                </a:lnTo>
                <a:lnTo>
                  <a:pt x="2304860" y="156401"/>
                </a:lnTo>
                <a:lnTo>
                  <a:pt x="2315899" y="136560"/>
                </a:lnTo>
                <a:lnTo>
                  <a:pt x="2326938" y="116719"/>
                </a:lnTo>
                <a:lnTo>
                  <a:pt x="2337968" y="96879"/>
                </a:lnTo>
                <a:lnTo>
                  <a:pt x="2349008" y="77038"/>
                </a:lnTo>
                <a:lnTo>
                  <a:pt x="2360047" y="57188"/>
                </a:lnTo>
                <a:lnTo>
                  <a:pt x="2371087" y="37348"/>
                </a:lnTo>
                <a:lnTo>
                  <a:pt x="2382117" y="17507"/>
                </a:lnTo>
                <a:lnTo>
                  <a:pt x="2391251" y="2581"/>
                </a:lnTo>
                <a:lnTo>
                  <a:pt x="2372268" y="14211"/>
                </a:lnTo>
                <a:lnTo>
                  <a:pt x="2350408" y="20298"/>
                </a:lnTo>
                <a:lnTo>
                  <a:pt x="2328158" y="24813"/>
                </a:lnTo>
                <a:lnTo>
                  <a:pt x="2305755" y="28480"/>
                </a:lnTo>
                <a:lnTo>
                  <a:pt x="2283266" y="31623"/>
                </a:lnTo>
                <a:lnTo>
                  <a:pt x="2260730" y="34385"/>
                </a:lnTo>
                <a:lnTo>
                  <a:pt x="2238165" y="36852"/>
                </a:lnTo>
                <a:lnTo>
                  <a:pt x="2215563" y="39100"/>
                </a:lnTo>
                <a:lnTo>
                  <a:pt x="2192950" y="41148"/>
                </a:lnTo>
                <a:lnTo>
                  <a:pt x="2170328" y="43043"/>
                </a:lnTo>
                <a:lnTo>
                  <a:pt x="2147687" y="44787"/>
                </a:lnTo>
                <a:lnTo>
                  <a:pt x="2125047" y="46425"/>
                </a:lnTo>
                <a:lnTo>
                  <a:pt x="2102387" y="47958"/>
                </a:lnTo>
                <a:lnTo>
                  <a:pt x="2079727" y="49406"/>
                </a:lnTo>
                <a:lnTo>
                  <a:pt x="2057067" y="50749"/>
                </a:lnTo>
                <a:lnTo>
                  <a:pt x="2034397" y="52026"/>
                </a:lnTo>
                <a:lnTo>
                  <a:pt x="2011718" y="53226"/>
                </a:lnTo>
                <a:lnTo>
                  <a:pt x="1989049" y="54359"/>
                </a:lnTo>
                <a:lnTo>
                  <a:pt x="1966370" y="55445"/>
                </a:lnTo>
                <a:lnTo>
                  <a:pt x="1943681" y="56464"/>
                </a:lnTo>
                <a:lnTo>
                  <a:pt x="1921002" y="57436"/>
                </a:lnTo>
                <a:lnTo>
                  <a:pt x="1898313" y="58350"/>
                </a:lnTo>
                <a:lnTo>
                  <a:pt x="1875625" y="59226"/>
                </a:lnTo>
                <a:lnTo>
                  <a:pt x="1852936" y="60055"/>
                </a:lnTo>
                <a:lnTo>
                  <a:pt x="1830238" y="60846"/>
                </a:lnTo>
                <a:lnTo>
                  <a:pt x="1807550" y="61589"/>
                </a:lnTo>
                <a:lnTo>
                  <a:pt x="1784852" y="62303"/>
                </a:lnTo>
                <a:lnTo>
                  <a:pt x="1762154" y="62970"/>
                </a:lnTo>
                <a:lnTo>
                  <a:pt x="1739465" y="63608"/>
                </a:lnTo>
                <a:lnTo>
                  <a:pt x="1716767" y="64208"/>
                </a:lnTo>
                <a:lnTo>
                  <a:pt x="1694069" y="64780"/>
                </a:lnTo>
                <a:lnTo>
                  <a:pt x="1671371" y="65322"/>
                </a:lnTo>
                <a:lnTo>
                  <a:pt x="1648663" y="65827"/>
                </a:lnTo>
                <a:lnTo>
                  <a:pt x="1625965" y="66304"/>
                </a:lnTo>
                <a:lnTo>
                  <a:pt x="1603267" y="66761"/>
                </a:lnTo>
                <a:lnTo>
                  <a:pt x="1580559" y="67180"/>
                </a:lnTo>
                <a:lnTo>
                  <a:pt x="1557861" y="67580"/>
                </a:lnTo>
                <a:lnTo>
                  <a:pt x="1535163" y="67942"/>
                </a:lnTo>
                <a:lnTo>
                  <a:pt x="1512456" y="68285"/>
                </a:lnTo>
                <a:lnTo>
                  <a:pt x="1489758" y="68599"/>
                </a:lnTo>
                <a:lnTo>
                  <a:pt x="1467050" y="68894"/>
                </a:lnTo>
                <a:lnTo>
                  <a:pt x="1444342" y="69161"/>
                </a:lnTo>
                <a:lnTo>
                  <a:pt x="1421644" y="69399"/>
                </a:lnTo>
                <a:lnTo>
                  <a:pt x="1398937" y="69618"/>
                </a:lnTo>
                <a:lnTo>
                  <a:pt x="1376229" y="69809"/>
                </a:lnTo>
                <a:lnTo>
                  <a:pt x="1353531" y="69980"/>
                </a:lnTo>
                <a:lnTo>
                  <a:pt x="1330823" y="70133"/>
                </a:lnTo>
                <a:lnTo>
                  <a:pt x="1308116" y="70256"/>
                </a:lnTo>
                <a:lnTo>
                  <a:pt x="1285408" y="70342"/>
                </a:lnTo>
                <a:lnTo>
                  <a:pt x="1262710" y="70418"/>
                </a:lnTo>
                <a:lnTo>
                  <a:pt x="1240003" y="70485"/>
                </a:lnTo>
                <a:lnTo>
                  <a:pt x="1217295" y="70514"/>
                </a:lnTo>
                <a:lnTo>
                  <a:pt x="1194587" y="70533"/>
                </a:lnTo>
                <a:lnTo>
                  <a:pt x="1171889" y="70514"/>
                </a:lnTo>
                <a:lnTo>
                  <a:pt x="1149182" y="70475"/>
                </a:lnTo>
                <a:lnTo>
                  <a:pt x="1126474" y="70409"/>
                </a:lnTo>
                <a:lnTo>
                  <a:pt x="1103767" y="70333"/>
                </a:lnTo>
                <a:lnTo>
                  <a:pt x="1081068" y="70237"/>
                </a:lnTo>
                <a:lnTo>
                  <a:pt x="1058361" y="70114"/>
                </a:lnTo>
                <a:lnTo>
                  <a:pt x="1035653" y="69961"/>
                </a:lnTo>
                <a:lnTo>
                  <a:pt x="1012946" y="69790"/>
                </a:lnTo>
                <a:lnTo>
                  <a:pt x="990248" y="69590"/>
                </a:lnTo>
                <a:lnTo>
                  <a:pt x="967540" y="69371"/>
                </a:lnTo>
                <a:lnTo>
                  <a:pt x="944832" y="69132"/>
                </a:lnTo>
                <a:lnTo>
                  <a:pt x="922134" y="68856"/>
                </a:lnTo>
                <a:lnTo>
                  <a:pt x="899427" y="68561"/>
                </a:lnTo>
                <a:lnTo>
                  <a:pt x="876729" y="68247"/>
                </a:lnTo>
                <a:lnTo>
                  <a:pt x="854021" y="67904"/>
                </a:lnTo>
                <a:lnTo>
                  <a:pt x="831323" y="67532"/>
                </a:lnTo>
                <a:lnTo>
                  <a:pt x="808615" y="67132"/>
                </a:lnTo>
                <a:lnTo>
                  <a:pt x="785917" y="66704"/>
                </a:lnTo>
                <a:lnTo>
                  <a:pt x="763219" y="66256"/>
                </a:lnTo>
                <a:lnTo>
                  <a:pt x="740512" y="65770"/>
                </a:lnTo>
                <a:lnTo>
                  <a:pt x="717814" y="65256"/>
                </a:lnTo>
                <a:lnTo>
                  <a:pt x="695115" y="64713"/>
                </a:lnTo>
                <a:lnTo>
                  <a:pt x="672417" y="64141"/>
                </a:lnTo>
                <a:lnTo>
                  <a:pt x="649719" y="63532"/>
                </a:lnTo>
                <a:lnTo>
                  <a:pt x="627021" y="62894"/>
                </a:lnTo>
                <a:lnTo>
                  <a:pt x="604333" y="62217"/>
                </a:lnTo>
                <a:lnTo>
                  <a:pt x="581635" y="61503"/>
                </a:lnTo>
                <a:lnTo>
                  <a:pt x="558946" y="60750"/>
                </a:lnTo>
                <a:lnTo>
                  <a:pt x="536248" y="59960"/>
                </a:lnTo>
                <a:lnTo>
                  <a:pt x="513559" y="59122"/>
                </a:lnTo>
                <a:lnTo>
                  <a:pt x="490871" y="58245"/>
                </a:lnTo>
                <a:lnTo>
                  <a:pt x="468182" y="57321"/>
                </a:lnTo>
                <a:lnTo>
                  <a:pt x="445503" y="56350"/>
                </a:lnTo>
                <a:lnTo>
                  <a:pt x="422815" y="55321"/>
                </a:lnTo>
                <a:lnTo>
                  <a:pt x="400136" y="54235"/>
                </a:lnTo>
                <a:lnTo>
                  <a:pt x="377466" y="53092"/>
                </a:lnTo>
                <a:lnTo>
                  <a:pt x="354787" y="51883"/>
                </a:lnTo>
                <a:lnTo>
                  <a:pt x="332118" y="50597"/>
                </a:lnTo>
                <a:lnTo>
                  <a:pt x="309458" y="49235"/>
                </a:lnTo>
                <a:lnTo>
                  <a:pt x="286798" y="47787"/>
                </a:lnTo>
                <a:lnTo>
                  <a:pt x="264147" y="46244"/>
                </a:lnTo>
                <a:lnTo>
                  <a:pt x="241497" y="44596"/>
                </a:lnTo>
                <a:lnTo>
                  <a:pt x="218865" y="42824"/>
                </a:lnTo>
                <a:lnTo>
                  <a:pt x="196234" y="40919"/>
                </a:lnTo>
                <a:lnTo>
                  <a:pt x="173631" y="38843"/>
                </a:lnTo>
                <a:lnTo>
                  <a:pt x="151038" y="36576"/>
                </a:lnTo>
                <a:lnTo>
                  <a:pt x="128464" y="34080"/>
                </a:lnTo>
                <a:lnTo>
                  <a:pt x="105937" y="31280"/>
                </a:lnTo>
                <a:lnTo>
                  <a:pt x="83458" y="28080"/>
                </a:lnTo>
                <a:lnTo>
                  <a:pt x="61065" y="24327"/>
                </a:lnTo>
                <a:lnTo>
                  <a:pt x="38843" y="19688"/>
                </a:lnTo>
                <a:lnTo>
                  <a:pt x="17069" y="132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9BD2BF9E-7B54-4113-9254-F5CE8BBC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0079" y="3169853"/>
            <a:ext cx="2391842" cy="2005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B1FB79FA-BCEC-4181-B966-C8620BAC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6402" y="3965400"/>
            <a:ext cx="1795710" cy="603285"/>
          </a:xfrm>
          <a:custGeom xmlns:a="http://schemas.openxmlformats.org/drawingml/2006/main">
            <a:pathLst>
              <a:path w="1795710" h="603285">
                <a:moveTo>
                  <a:pt x="0" y="0"/>
                </a:moveTo>
                <a:lnTo>
                  <a:pt x="8096" y="15992"/>
                </a:lnTo>
                <a:lnTo>
                  <a:pt x="16183" y="31985"/>
                </a:lnTo>
                <a:lnTo>
                  <a:pt x="24279" y="47987"/>
                </a:lnTo>
                <a:lnTo>
                  <a:pt x="32366" y="63979"/>
                </a:lnTo>
                <a:lnTo>
                  <a:pt x="40462" y="79972"/>
                </a:lnTo>
                <a:lnTo>
                  <a:pt x="48549" y="95964"/>
                </a:lnTo>
                <a:lnTo>
                  <a:pt x="56645" y="111957"/>
                </a:lnTo>
                <a:lnTo>
                  <a:pt x="64741" y="127949"/>
                </a:lnTo>
                <a:lnTo>
                  <a:pt x="72828" y="143951"/>
                </a:lnTo>
                <a:lnTo>
                  <a:pt x="80924" y="159944"/>
                </a:lnTo>
                <a:lnTo>
                  <a:pt x="89011" y="175936"/>
                </a:lnTo>
                <a:lnTo>
                  <a:pt x="97107" y="191929"/>
                </a:lnTo>
                <a:lnTo>
                  <a:pt x="105194" y="207921"/>
                </a:lnTo>
                <a:lnTo>
                  <a:pt x="113290" y="223914"/>
                </a:lnTo>
                <a:lnTo>
                  <a:pt x="121377" y="239916"/>
                </a:lnTo>
                <a:lnTo>
                  <a:pt x="129473" y="255908"/>
                </a:lnTo>
                <a:lnTo>
                  <a:pt x="137570" y="271901"/>
                </a:lnTo>
                <a:lnTo>
                  <a:pt x="145656" y="287893"/>
                </a:lnTo>
                <a:lnTo>
                  <a:pt x="153753" y="303886"/>
                </a:lnTo>
                <a:lnTo>
                  <a:pt x="161839" y="319878"/>
                </a:lnTo>
                <a:lnTo>
                  <a:pt x="169936" y="335880"/>
                </a:lnTo>
                <a:lnTo>
                  <a:pt x="178022" y="351873"/>
                </a:lnTo>
                <a:lnTo>
                  <a:pt x="186119" y="367865"/>
                </a:lnTo>
                <a:lnTo>
                  <a:pt x="194215" y="383858"/>
                </a:lnTo>
                <a:lnTo>
                  <a:pt x="202301" y="399850"/>
                </a:lnTo>
                <a:lnTo>
                  <a:pt x="210398" y="415852"/>
                </a:lnTo>
                <a:lnTo>
                  <a:pt x="218484" y="431844"/>
                </a:lnTo>
                <a:lnTo>
                  <a:pt x="226581" y="447837"/>
                </a:lnTo>
                <a:lnTo>
                  <a:pt x="234667" y="463829"/>
                </a:lnTo>
                <a:lnTo>
                  <a:pt x="242764" y="479822"/>
                </a:lnTo>
                <a:lnTo>
                  <a:pt x="250860" y="495814"/>
                </a:lnTo>
                <a:lnTo>
                  <a:pt x="258947" y="511816"/>
                </a:lnTo>
                <a:lnTo>
                  <a:pt x="267043" y="527809"/>
                </a:lnTo>
                <a:lnTo>
                  <a:pt x="275187" y="543363"/>
                </a:lnTo>
                <a:lnTo>
                  <a:pt x="290436" y="552641"/>
                </a:lnTo>
                <a:lnTo>
                  <a:pt x="307210" y="558927"/>
                </a:lnTo>
                <a:lnTo>
                  <a:pt x="324460" y="563813"/>
                </a:lnTo>
                <a:lnTo>
                  <a:pt x="341919" y="567852"/>
                </a:lnTo>
                <a:lnTo>
                  <a:pt x="359502" y="571329"/>
                </a:lnTo>
                <a:lnTo>
                  <a:pt x="377171" y="574377"/>
                </a:lnTo>
                <a:lnTo>
                  <a:pt x="394887" y="577091"/>
                </a:lnTo>
                <a:lnTo>
                  <a:pt x="412642" y="579530"/>
                </a:lnTo>
                <a:lnTo>
                  <a:pt x="430425" y="581739"/>
                </a:lnTo>
                <a:lnTo>
                  <a:pt x="448237" y="583759"/>
                </a:lnTo>
                <a:lnTo>
                  <a:pt x="466068" y="585616"/>
                </a:lnTo>
                <a:lnTo>
                  <a:pt x="483908" y="587321"/>
                </a:lnTo>
                <a:lnTo>
                  <a:pt x="501767" y="588902"/>
                </a:lnTo>
                <a:lnTo>
                  <a:pt x="519636" y="590350"/>
                </a:lnTo>
                <a:lnTo>
                  <a:pt x="537505" y="591703"/>
                </a:lnTo>
                <a:lnTo>
                  <a:pt x="555384" y="592941"/>
                </a:lnTo>
                <a:lnTo>
                  <a:pt x="573272" y="594103"/>
                </a:lnTo>
                <a:lnTo>
                  <a:pt x="591169" y="595160"/>
                </a:lnTo>
                <a:lnTo>
                  <a:pt x="609067" y="596151"/>
                </a:lnTo>
                <a:lnTo>
                  <a:pt x="626964" y="597056"/>
                </a:lnTo>
                <a:lnTo>
                  <a:pt x="644871" y="597894"/>
                </a:lnTo>
                <a:lnTo>
                  <a:pt x="662778" y="598656"/>
                </a:lnTo>
                <a:lnTo>
                  <a:pt x="680695" y="599361"/>
                </a:lnTo>
                <a:lnTo>
                  <a:pt x="698602" y="599999"/>
                </a:lnTo>
                <a:lnTo>
                  <a:pt x="716518" y="600570"/>
                </a:lnTo>
                <a:lnTo>
                  <a:pt x="734435" y="601085"/>
                </a:lnTo>
                <a:lnTo>
                  <a:pt x="752361" y="601551"/>
                </a:lnTo>
                <a:lnTo>
                  <a:pt x="770277" y="601951"/>
                </a:lnTo>
                <a:lnTo>
                  <a:pt x="788194" y="602294"/>
                </a:lnTo>
                <a:lnTo>
                  <a:pt x="806120" y="602590"/>
                </a:lnTo>
                <a:lnTo>
                  <a:pt x="824046" y="602837"/>
                </a:lnTo>
                <a:lnTo>
                  <a:pt x="841962" y="603028"/>
                </a:lnTo>
                <a:lnTo>
                  <a:pt x="859888" y="603161"/>
                </a:lnTo>
                <a:lnTo>
                  <a:pt x="877814" y="603247"/>
                </a:lnTo>
                <a:lnTo>
                  <a:pt x="895741" y="603285"/>
                </a:lnTo>
                <a:lnTo>
                  <a:pt x="913667" y="603275"/>
                </a:lnTo>
                <a:lnTo>
                  <a:pt x="931593" y="603209"/>
                </a:lnTo>
                <a:lnTo>
                  <a:pt x="949519" y="603085"/>
                </a:lnTo>
                <a:lnTo>
                  <a:pt x="967435" y="602923"/>
                </a:lnTo>
                <a:lnTo>
                  <a:pt x="985361" y="602704"/>
                </a:lnTo>
                <a:lnTo>
                  <a:pt x="1003287" y="602437"/>
                </a:lnTo>
                <a:lnTo>
                  <a:pt x="1021204" y="602104"/>
                </a:lnTo>
                <a:lnTo>
                  <a:pt x="1039130" y="601723"/>
                </a:lnTo>
                <a:lnTo>
                  <a:pt x="1057046" y="601294"/>
                </a:lnTo>
                <a:lnTo>
                  <a:pt x="1074963" y="600808"/>
                </a:lnTo>
                <a:lnTo>
                  <a:pt x="1092879" y="600246"/>
                </a:lnTo>
                <a:lnTo>
                  <a:pt x="1110796" y="599637"/>
                </a:lnTo>
                <a:lnTo>
                  <a:pt x="1128703" y="598970"/>
                </a:lnTo>
                <a:lnTo>
                  <a:pt x="1146620" y="598227"/>
                </a:lnTo>
                <a:lnTo>
                  <a:pt x="1164527" y="597427"/>
                </a:lnTo>
                <a:lnTo>
                  <a:pt x="1182424" y="596551"/>
                </a:lnTo>
                <a:lnTo>
                  <a:pt x="1200321" y="595598"/>
                </a:lnTo>
                <a:lnTo>
                  <a:pt x="1218219" y="594560"/>
                </a:lnTo>
                <a:lnTo>
                  <a:pt x="1236107" y="593455"/>
                </a:lnTo>
                <a:lnTo>
                  <a:pt x="1253995" y="592245"/>
                </a:lnTo>
                <a:lnTo>
                  <a:pt x="1271873" y="590941"/>
                </a:lnTo>
                <a:lnTo>
                  <a:pt x="1289742" y="589540"/>
                </a:lnTo>
                <a:lnTo>
                  <a:pt x="1307602" y="588016"/>
                </a:lnTo>
                <a:lnTo>
                  <a:pt x="1325451" y="586369"/>
                </a:lnTo>
                <a:lnTo>
                  <a:pt x="1343282" y="584587"/>
                </a:lnTo>
                <a:lnTo>
                  <a:pt x="1361103" y="582635"/>
                </a:lnTo>
                <a:lnTo>
                  <a:pt x="1378896" y="580511"/>
                </a:lnTo>
                <a:lnTo>
                  <a:pt x="1396670" y="578168"/>
                </a:lnTo>
                <a:lnTo>
                  <a:pt x="1414405" y="575577"/>
                </a:lnTo>
                <a:lnTo>
                  <a:pt x="1432093" y="572681"/>
                </a:lnTo>
                <a:lnTo>
                  <a:pt x="1449724" y="569414"/>
                </a:lnTo>
                <a:lnTo>
                  <a:pt x="1467241" y="565633"/>
                </a:lnTo>
                <a:lnTo>
                  <a:pt x="1484595" y="561156"/>
                </a:lnTo>
                <a:lnTo>
                  <a:pt x="1501626" y="555574"/>
                </a:lnTo>
                <a:lnTo>
                  <a:pt x="1517809" y="547935"/>
                </a:lnTo>
                <a:lnTo>
                  <a:pt x="1529429" y="534914"/>
                </a:lnTo>
                <a:lnTo>
                  <a:pt x="1536764" y="518693"/>
                </a:lnTo>
                <a:lnTo>
                  <a:pt x="1544860" y="502701"/>
                </a:lnTo>
                <a:lnTo>
                  <a:pt x="1552946" y="486708"/>
                </a:lnTo>
                <a:lnTo>
                  <a:pt x="1561043" y="470716"/>
                </a:lnTo>
                <a:lnTo>
                  <a:pt x="1569139" y="454724"/>
                </a:lnTo>
                <a:lnTo>
                  <a:pt x="1577226" y="438731"/>
                </a:lnTo>
                <a:lnTo>
                  <a:pt x="1585322" y="422729"/>
                </a:lnTo>
                <a:lnTo>
                  <a:pt x="1593409" y="406737"/>
                </a:lnTo>
                <a:lnTo>
                  <a:pt x="1601505" y="390744"/>
                </a:lnTo>
                <a:lnTo>
                  <a:pt x="1609592" y="374752"/>
                </a:lnTo>
                <a:lnTo>
                  <a:pt x="1617688" y="358759"/>
                </a:lnTo>
                <a:lnTo>
                  <a:pt x="1625784" y="342767"/>
                </a:lnTo>
                <a:lnTo>
                  <a:pt x="1633871" y="326765"/>
                </a:lnTo>
                <a:lnTo>
                  <a:pt x="1641967" y="310772"/>
                </a:lnTo>
                <a:lnTo>
                  <a:pt x="1650054" y="294780"/>
                </a:lnTo>
                <a:lnTo>
                  <a:pt x="1658150" y="278787"/>
                </a:lnTo>
                <a:lnTo>
                  <a:pt x="1666237" y="262795"/>
                </a:lnTo>
                <a:lnTo>
                  <a:pt x="1674333" y="246802"/>
                </a:lnTo>
                <a:lnTo>
                  <a:pt x="1682420" y="230800"/>
                </a:lnTo>
                <a:lnTo>
                  <a:pt x="1690516" y="214808"/>
                </a:lnTo>
                <a:lnTo>
                  <a:pt x="1698612" y="198815"/>
                </a:lnTo>
                <a:lnTo>
                  <a:pt x="1706699" y="182823"/>
                </a:lnTo>
                <a:lnTo>
                  <a:pt x="1714795" y="166830"/>
                </a:lnTo>
                <a:lnTo>
                  <a:pt x="1722882" y="150828"/>
                </a:lnTo>
                <a:lnTo>
                  <a:pt x="1730978" y="134836"/>
                </a:lnTo>
                <a:lnTo>
                  <a:pt x="1739065" y="118843"/>
                </a:lnTo>
                <a:lnTo>
                  <a:pt x="1747161" y="102851"/>
                </a:lnTo>
                <a:lnTo>
                  <a:pt x="1755257" y="86858"/>
                </a:lnTo>
                <a:lnTo>
                  <a:pt x="1763344" y="70866"/>
                </a:lnTo>
                <a:lnTo>
                  <a:pt x="1771440" y="54864"/>
                </a:lnTo>
                <a:lnTo>
                  <a:pt x="1779527" y="38872"/>
                </a:lnTo>
                <a:lnTo>
                  <a:pt x="1787623" y="22879"/>
                </a:lnTo>
                <a:lnTo>
                  <a:pt x="1795710" y="6887"/>
                </a:lnTo>
                <a:lnTo>
                  <a:pt x="1794119" y="8468"/>
                </a:lnTo>
                <a:lnTo>
                  <a:pt x="1778327" y="16783"/>
                </a:lnTo>
                <a:lnTo>
                  <a:pt x="1761258" y="22260"/>
                </a:lnTo>
                <a:lnTo>
                  <a:pt x="1743856" y="26508"/>
                </a:lnTo>
                <a:lnTo>
                  <a:pt x="1726282" y="30051"/>
                </a:lnTo>
                <a:lnTo>
                  <a:pt x="1708623" y="33118"/>
                </a:lnTo>
                <a:lnTo>
                  <a:pt x="1690907" y="35824"/>
                </a:lnTo>
                <a:lnTo>
                  <a:pt x="1673142" y="38262"/>
                </a:lnTo>
                <a:lnTo>
                  <a:pt x="1655359" y="40472"/>
                </a:lnTo>
                <a:lnTo>
                  <a:pt x="1637548" y="42501"/>
                </a:lnTo>
                <a:lnTo>
                  <a:pt x="1619717" y="44377"/>
                </a:lnTo>
                <a:lnTo>
                  <a:pt x="1601876" y="46120"/>
                </a:lnTo>
                <a:lnTo>
                  <a:pt x="1584027" y="47730"/>
                </a:lnTo>
                <a:lnTo>
                  <a:pt x="1566167" y="49254"/>
                </a:lnTo>
                <a:lnTo>
                  <a:pt x="1548298" y="50683"/>
                </a:lnTo>
                <a:lnTo>
                  <a:pt x="1530429" y="52016"/>
                </a:lnTo>
                <a:lnTo>
                  <a:pt x="1512551" y="53273"/>
                </a:lnTo>
                <a:lnTo>
                  <a:pt x="1494663" y="54464"/>
                </a:lnTo>
                <a:lnTo>
                  <a:pt x="1476775" y="55588"/>
                </a:lnTo>
                <a:lnTo>
                  <a:pt x="1458878" y="56645"/>
                </a:lnTo>
                <a:lnTo>
                  <a:pt x="1440980" y="57655"/>
                </a:lnTo>
                <a:lnTo>
                  <a:pt x="1423083" y="58607"/>
                </a:lnTo>
                <a:lnTo>
                  <a:pt x="1405185" y="59503"/>
                </a:lnTo>
                <a:lnTo>
                  <a:pt x="1387278" y="60360"/>
                </a:lnTo>
                <a:lnTo>
                  <a:pt x="1369371" y="61170"/>
                </a:lnTo>
                <a:lnTo>
                  <a:pt x="1351464" y="61932"/>
                </a:lnTo>
                <a:lnTo>
                  <a:pt x="1333548" y="62655"/>
                </a:lnTo>
                <a:lnTo>
                  <a:pt x="1315641" y="63341"/>
                </a:lnTo>
                <a:lnTo>
                  <a:pt x="1297724" y="63989"/>
                </a:lnTo>
                <a:lnTo>
                  <a:pt x="1279808" y="64599"/>
                </a:lnTo>
                <a:lnTo>
                  <a:pt x="1261901" y="65170"/>
                </a:lnTo>
                <a:lnTo>
                  <a:pt x="1243984" y="65713"/>
                </a:lnTo>
                <a:lnTo>
                  <a:pt x="1226068" y="66227"/>
                </a:lnTo>
                <a:lnTo>
                  <a:pt x="1208141" y="66704"/>
                </a:lnTo>
                <a:lnTo>
                  <a:pt x="1190225" y="67151"/>
                </a:lnTo>
                <a:lnTo>
                  <a:pt x="1172308" y="67570"/>
                </a:lnTo>
                <a:lnTo>
                  <a:pt x="1154382" y="67951"/>
                </a:lnTo>
                <a:lnTo>
                  <a:pt x="1136466" y="68304"/>
                </a:lnTo>
                <a:lnTo>
                  <a:pt x="1118540" y="68637"/>
                </a:lnTo>
                <a:lnTo>
                  <a:pt x="1100623" y="68942"/>
                </a:lnTo>
                <a:lnTo>
                  <a:pt x="1082697" y="69209"/>
                </a:lnTo>
                <a:lnTo>
                  <a:pt x="1064771" y="69466"/>
                </a:lnTo>
                <a:lnTo>
                  <a:pt x="1046855" y="69685"/>
                </a:lnTo>
                <a:lnTo>
                  <a:pt x="1028929" y="69875"/>
                </a:lnTo>
                <a:lnTo>
                  <a:pt x="1011003" y="70047"/>
                </a:lnTo>
                <a:lnTo>
                  <a:pt x="993077" y="70190"/>
                </a:lnTo>
                <a:lnTo>
                  <a:pt x="975160" y="70304"/>
                </a:lnTo>
                <a:lnTo>
                  <a:pt x="957234" y="70399"/>
                </a:lnTo>
                <a:lnTo>
                  <a:pt x="939308" y="70466"/>
                </a:lnTo>
                <a:lnTo>
                  <a:pt x="921382" y="70514"/>
                </a:lnTo>
                <a:lnTo>
                  <a:pt x="903456" y="70533"/>
                </a:lnTo>
                <a:lnTo>
                  <a:pt x="885530" y="70523"/>
                </a:lnTo>
                <a:lnTo>
                  <a:pt x="867604" y="70485"/>
                </a:lnTo>
                <a:lnTo>
                  <a:pt x="849687" y="70428"/>
                </a:lnTo>
                <a:lnTo>
                  <a:pt x="831761" y="70352"/>
                </a:lnTo>
                <a:lnTo>
                  <a:pt x="813835" y="70247"/>
                </a:lnTo>
                <a:lnTo>
                  <a:pt x="795909" y="70114"/>
                </a:lnTo>
                <a:lnTo>
                  <a:pt x="777983" y="69952"/>
                </a:lnTo>
                <a:lnTo>
                  <a:pt x="760066" y="69771"/>
                </a:lnTo>
                <a:lnTo>
                  <a:pt x="742140" y="69561"/>
                </a:lnTo>
                <a:lnTo>
                  <a:pt x="724214" y="69323"/>
                </a:lnTo>
                <a:lnTo>
                  <a:pt x="706298" y="69056"/>
                </a:lnTo>
                <a:lnTo>
                  <a:pt x="688372" y="68771"/>
                </a:lnTo>
                <a:lnTo>
                  <a:pt x="670446" y="68456"/>
                </a:lnTo>
                <a:lnTo>
                  <a:pt x="652529" y="68113"/>
                </a:lnTo>
                <a:lnTo>
                  <a:pt x="634603" y="67732"/>
                </a:lnTo>
                <a:lnTo>
                  <a:pt x="616687" y="67332"/>
                </a:lnTo>
                <a:lnTo>
                  <a:pt x="598770" y="66894"/>
                </a:lnTo>
                <a:lnTo>
                  <a:pt x="580844" y="66437"/>
                </a:lnTo>
                <a:lnTo>
                  <a:pt x="562928" y="65942"/>
                </a:lnTo>
                <a:lnTo>
                  <a:pt x="545011" y="65418"/>
                </a:lnTo>
                <a:lnTo>
                  <a:pt x="527094" y="64856"/>
                </a:lnTo>
                <a:lnTo>
                  <a:pt x="509187" y="64256"/>
                </a:lnTo>
                <a:lnTo>
                  <a:pt x="491271" y="63627"/>
                </a:lnTo>
                <a:lnTo>
                  <a:pt x="473354" y="62960"/>
                </a:lnTo>
                <a:lnTo>
                  <a:pt x="455447" y="62255"/>
                </a:lnTo>
                <a:lnTo>
                  <a:pt x="437540" y="61503"/>
                </a:lnTo>
                <a:lnTo>
                  <a:pt x="419633" y="60712"/>
                </a:lnTo>
                <a:lnTo>
                  <a:pt x="401726" y="59884"/>
                </a:lnTo>
                <a:lnTo>
                  <a:pt x="383819" y="58998"/>
                </a:lnTo>
                <a:lnTo>
                  <a:pt x="365922" y="58074"/>
                </a:lnTo>
                <a:lnTo>
                  <a:pt x="348024" y="57093"/>
                </a:lnTo>
                <a:lnTo>
                  <a:pt x="330127" y="56055"/>
                </a:lnTo>
                <a:lnTo>
                  <a:pt x="312239" y="54959"/>
                </a:lnTo>
                <a:lnTo>
                  <a:pt x="294351" y="53797"/>
                </a:lnTo>
                <a:lnTo>
                  <a:pt x="276473" y="52568"/>
                </a:lnTo>
                <a:lnTo>
                  <a:pt x="258594" y="51264"/>
                </a:lnTo>
                <a:lnTo>
                  <a:pt x="240716" y="49873"/>
                </a:lnTo>
                <a:lnTo>
                  <a:pt x="222856" y="48406"/>
                </a:lnTo>
                <a:lnTo>
                  <a:pt x="204997" y="46825"/>
                </a:lnTo>
                <a:lnTo>
                  <a:pt x="187157" y="45139"/>
                </a:lnTo>
                <a:lnTo>
                  <a:pt x="169326" y="43329"/>
                </a:lnTo>
                <a:lnTo>
                  <a:pt x="151505" y="41367"/>
                </a:lnTo>
                <a:lnTo>
                  <a:pt x="133712" y="39233"/>
                </a:lnTo>
                <a:lnTo>
                  <a:pt x="115938" y="36900"/>
                </a:lnTo>
                <a:lnTo>
                  <a:pt x="98203" y="34319"/>
                </a:lnTo>
                <a:lnTo>
                  <a:pt x="80515" y="31423"/>
                </a:lnTo>
                <a:lnTo>
                  <a:pt x="62894" y="28108"/>
                </a:lnTo>
                <a:lnTo>
                  <a:pt x="45406" y="24203"/>
                </a:lnTo>
                <a:lnTo>
                  <a:pt x="28156" y="19345"/>
                </a:lnTo>
                <a:lnTo>
                  <a:pt x="11554" y="126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485B0800-100B-4946-ACCB-D465E390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6383" y="3865112"/>
            <a:ext cx="1799225" cy="2005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79859B49-63E2-43D2-B837-F761E36C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5950" y="4660659"/>
            <a:ext cx="1257367" cy="603285"/>
          </a:xfrm>
          <a:custGeom xmlns:a="http://schemas.openxmlformats.org/drawingml/2006/main">
            <a:pathLst>
              <a:path w="1257367" h="603285">
                <a:moveTo>
                  <a:pt x="0" y="0"/>
                </a:moveTo>
                <a:lnTo>
                  <a:pt x="7325" y="15402"/>
                </a:lnTo>
                <a:lnTo>
                  <a:pt x="14659" y="30804"/>
                </a:lnTo>
                <a:lnTo>
                  <a:pt x="21984" y="46196"/>
                </a:lnTo>
                <a:lnTo>
                  <a:pt x="29318" y="61598"/>
                </a:lnTo>
                <a:lnTo>
                  <a:pt x="36643" y="77000"/>
                </a:lnTo>
                <a:lnTo>
                  <a:pt x="43977" y="92402"/>
                </a:lnTo>
                <a:lnTo>
                  <a:pt x="51302" y="107794"/>
                </a:lnTo>
                <a:lnTo>
                  <a:pt x="58626" y="123196"/>
                </a:lnTo>
                <a:lnTo>
                  <a:pt x="65961" y="138598"/>
                </a:lnTo>
                <a:lnTo>
                  <a:pt x="73285" y="154000"/>
                </a:lnTo>
                <a:lnTo>
                  <a:pt x="80620" y="169402"/>
                </a:lnTo>
                <a:lnTo>
                  <a:pt x="87944" y="184795"/>
                </a:lnTo>
                <a:lnTo>
                  <a:pt x="95279" y="200196"/>
                </a:lnTo>
                <a:lnTo>
                  <a:pt x="102603" y="215598"/>
                </a:lnTo>
                <a:lnTo>
                  <a:pt x="109938" y="231000"/>
                </a:lnTo>
                <a:lnTo>
                  <a:pt x="117262" y="246393"/>
                </a:lnTo>
                <a:lnTo>
                  <a:pt x="124587" y="261795"/>
                </a:lnTo>
                <a:lnTo>
                  <a:pt x="131921" y="277197"/>
                </a:lnTo>
                <a:lnTo>
                  <a:pt x="139246" y="292598"/>
                </a:lnTo>
                <a:lnTo>
                  <a:pt x="146580" y="308000"/>
                </a:lnTo>
                <a:lnTo>
                  <a:pt x="153905" y="323393"/>
                </a:lnTo>
                <a:lnTo>
                  <a:pt x="161239" y="338795"/>
                </a:lnTo>
                <a:lnTo>
                  <a:pt x="168564" y="354197"/>
                </a:lnTo>
                <a:lnTo>
                  <a:pt x="175898" y="369599"/>
                </a:lnTo>
                <a:lnTo>
                  <a:pt x="183223" y="384991"/>
                </a:lnTo>
                <a:lnTo>
                  <a:pt x="190548" y="400393"/>
                </a:lnTo>
                <a:lnTo>
                  <a:pt x="197882" y="415795"/>
                </a:lnTo>
                <a:lnTo>
                  <a:pt x="205207" y="431197"/>
                </a:lnTo>
                <a:lnTo>
                  <a:pt x="212541" y="446599"/>
                </a:lnTo>
                <a:lnTo>
                  <a:pt x="219866" y="461991"/>
                </a:lnTo>
                <a:lnTo>
                  <a:pt x="227200" y="477393"/>
                </a:lnTo>
                <a:lnTo>
                  <a:pt x="234525" y="492795"/>
                </a:lnTo>
                <a:lnTo>
                  <a:pt x="241849" y="508197"/>
                </a:lnTo>
                <a:lnTo>
                  <a:pt x="249184" y="523589"/>
                </a:lnTo>
                <a:lnTo>
                  <a:pt x="254870" y="539486"/>
                </a:lnTo>
                <a:lnTo>
                  <a:pt x="265709" y="552402"/>
                </a:lnTo>
                <a:lnTo>
                  <a:pt x="280340" y="561099"/>
                </a:lnTo>
                <a:lnTo>
                  <a:pt x="296094" y="567614"/>
                </a:lnTo>
                <a:lnTo>
                  <a:pt x="312334" y="572824"/>
                </a:lnTo>
                <a:lnTo>
                  <a:pt x="328822" y="577177"/>
                </a:lnTo>
                <a:lnTo>
                  <a:pt x="345462" y="580892"/>
                </a:lnTo>
                <a:lnTo>
                  <a:pt x="362217" y="584102"/>
                </a:lnTo>
                <a:lnTo>
                  <a:pt x="379038" y="586921"/>
                </a:lnTo>
                <a:lnTo>
                  <a:pt x="395907" y="589397"/>
                </a:lnTo>
                <a:lnTo>
                  <a:pt x="412823" y="591598"/>
                </a:lnTo>
                <a:lnTo>
                  <a:pt x="429768" y="593541"/>
                </a:lnTo>
                <a:lnTo>
                  <a:pt x="446732" y="595255"/>
                </a:lnTo>
                <a:lnTo>
                  <a:pt x="463725" y="596770"/>
                </a:lnTo>
                <a:lnTo>
                  <a:pt x="480727" y="598103"/>
                </a:lnTo>
                <a:lnTo>
                  <a:pt x="497738" y="599265"/>
                </a:lnTo>
                <a:lnTo>
                  <a:pt x="514760" y="600266"/>
                </a:lnTo>
                <a:lnTo>
                  <a:pt x="531800" y="601104"/>
                </a:lnTo>
                <a:lnTo>
                  <a:pt x="548840" y="601809"/>
                </a:lnTo>
                <a:lnTo>
                  <a:pt x="565880" y="602371"/>
                </a:lnTo>
                <a:lnTo>
                  <a:pt x="582930" y="602790"/>
                </a:lnTo>
                <a:lnTo>
                  <a:pt x="599989" y="603085"/>
                </a:lnTo>
                <a:lnTo>
                  <a:pt x="617039" y="603247"/>
                </a:lnTo>
                <a:lnTo>
                  <a:pt x="634098" y="603285"/>
                </a:lnTo>
                <a:lnTo>
                  <a:pt x="651148" y="603190"/>
                </a:lnTo>
                <a:lnTo>
                  <a:pt x="668198" y="602961"/>
                </a:lnTo>
                <a:lnTo>
                  <a:pt x="685257" y="602609"/>
                </a:lnTo>
                <a:lnTo>
                  <a:pt x="702297" y="602123"/>
                </a:lnTo>
                <a:lnTo>
                  <a:pt x="719347" y="601494"/>
                </a:lnTo>
                <a:lnTo>
                  <a:pt x="736378" y="600723"/>
                </a:lnTo>
                <a:lnTo>
                  <a:pt x="753408" y="599808"/>
                </a:lnTo>
                <a:lnTo>
                  <a:pt x="770430" y="598732"/>
                </a:lnTo>
                <a:lnTo>
                  <a:pt x="787441" y="597494"/>
                </a:lnTo>
                <a:lnTo>
                  <a:pt x="804434" y="596075"/>
                </a:lnTo>
                <a:lnTo>
                  <a:pt x="821417" y="594465"/>
                </a:lnTo>
                <a:lnTo>
                  <a:pt x="838371" y="592646"/>
                </a:lnTo>
                <a:lnTo>
                  <a:pt x="855307" y="590588"/>
                </a:lnTo>
                <a:lnTo>
                  <a:pt x="872195" y="588264"/>
                </a:lnTo>
                <a:lnTo>
                  <a:pt x="889044" y="585635"/>
                </a:lnTo>
                <a:lnTo>
                  <a:pt x="905837" y="582635"/>
                </a:lnTo>
                <a:lnTo>
                  <a:pt x="922544" y="579196"/>
                </a:lnTo>
                <a:lnTo>
                  <a:pt x="939117" y="575205"/>
                </a:lnTo>
                <a:lnTo>
                  <a:pt x="955510" y="570481"/>
                </a:lnTo>
                <a:lnTo>
                  <a:pt x="971550" y="564718"/>
                </a:lnTo>
                <a:lnTo>
                  <a:pt x="986914" y="557336"/>
                </a:lnTo>
                <a:lnTo>
                  <a:pt x="1000382" y="546983"/>
                </a:lnTo>
                <a:lnTo>
                  <a:pt x="1007069" y="531695"/>
                </a:lnTo>
                <a:lnTo>
                  <a:pt x="1014393" y="516293"/>
                </a:lnTo>
                <a:lnTo>
                  <a:pt x="1021728" y="500901"/>
                </a:lnTo>
                <a:lnTo>
                  <a:pt x="1029052" y="485499"/>
                </a:lnTo>
                <a:lnTo>
                  <a:pt x="1036387" y="470097"/>
                </a:lnTo>
                <a:lnTo>
                  <a:pt x="1043711" y="454695"/>
                </a:lnTo>
                <a:lnTo>
                  <a:pt x="1051036" y="439303"/>
                </a:lnTo>
                <a:lnTo>
                  <a:pt x="1058370" y="423901"/>
                </a:lnTo>
                <a:lnTo>
                  <a:pt x="1065695" y="408499"/>
                </a:lnTo>
                <a:lnTo>
                  <a:pt x="1073029" y="393097"/>
                </a:lnTo>
                <a:lnTo>
                  <a:pt x="1080354" y="377695"/>
                </a:lnTo>
                <a:lnTo>
                  <a:pt x="1087688" y="362302"/>
                </a:lnTo>
                <a:lnTo>
                  <a:pt x="1095013" y="346901"/>
                </a:lnTo>
                <a:lnTo>
                  <a:pt x="1102347" y="331499"/>
                </a:lnTo>
                <a:lnTo>
                  <a:pt x="1109672" y="316097"/>
                </a:lnTo>
                <a:lnTo>
                  <a:pt x="1116997" y="300704"/>
                </a:lnTo>
                <a:lnTo>
                  <a:pt x="1124331" y="285302"/>
                </a:lnTo>
                <a:lnTo>
                  <a:pt x="1131656" y="269900"/>
                </a:lnTo>
                <a:lnTo>
                  <a:pt x="1138990" y="254498"/>
                </a:lnTo>
                <a:lnTo>
                  <a:pt x="1146315" y="239097"/>
                </a:lnTo>
                <a:lnTo>
                  <a:pt x="1153649" y="223704"/>
                </a:lnTo>
                <a:lnTo>
                  <a:pt x="1160974" y="208302"/>
                </a:lnTo>
                <a:lnTo>
                  <a:pt x="1168298" y="192900"/>
                </a:lnTo>
                <a:lnTo>
                  <a:pt x="1175633" y="177498"/>
                </a:lnTo>
                <a:lnTo>
                  <a:pt x="1182957" y="162096"/>
                </a:lnTo>
                <a:lnTo>
                  <a:pt x="1190292" y="146704"/>
                </a:lnTo>
                <a:lnTo>
                  <a:pt x="1197616" y="131302"/>
                </a:lnTo>
                <a:lnTo>
                  <a:pt x="1204951" y="115900"/>
                </a:lnTo>
                <a:lnTo>
                  <a:pt x="1212275" y="100498"/>
                </a:lnTo>
                <a:lnTo>
                  <a:pt x="1219610" y="85106"/>
                </a:lnTo>
                <a:lnTo>
                  <a:pt x="1226934" y="69704"/>
                </a:lnTo>
                <a:lnTo>
                  <a:pt x="1234259" y="54302"/>
                </a:lnTo>
                <a:lnTo>
                  <a:pt x="1241593" y="38900"/>
                </a:lnTo>
                <a:lnTo>
                  <a:pt x="1248918" y="23498"/>
                </a:lnTo>
                <a:lnTo>
                  <a:pt x="1256252" y="8106"/>
                </a:lnTo>
                <a:lnTo>
                  <a:pt x="1257367" y="7449"/>
                </a:lnTo>
                <a:lnTo>
                  <a:pt x="1243870" y="17650"/>
                </a:lnTo>
                <a:lnTo>
                  <a:pt x="1228154" y="24251"/>
                </a:lnTo>
                <a:lnTo>
                  <a:pt x="1211866" y="29289"/>
                </a:lnTo>
                <a:lnTo>
                  <a:pt x="1195321" y="33423"/>
                </a:lnTo>
                <a:lnTo>
                  <a:pt x="1178643" y="36957"/>
                </a:lnTo>
                <a:lnTo>
                  <a:pt x="1161869" y="40043"/>
                </a:lnTo>
                <a:lnTo>
                  <a:pt x="1145038" y="42786"/>
                </a:lnTo>
                <a:lnTo>
                  <a:pt x="1128160" y="45263"/>
                </a:lnTo>
                <a:lnTo>
                  <a:pt x="1111253" y="47511"/>
                </a:lnTo>
                <a:lnTo>
                  <a:pt x="1094318" y="49559"/>
                </a:lnTo>
                <a:lnTo>
                  <a:pt x="1077373" y="51435"/>
                </a:lnTo>
                <a:lnTo>
                  <a:pt x="1060409" y="53169"/>
                </a:lnTo>
                <a:lnTo>
                  <a:pt x="1043426" y="54778"/>
                </a:lnTo>
                <a:lnTo>
                  <a:pt x="1026433" y="56264"/>
                </a:lnTo>
                <a:lnTo>
                  <a:pt x="1009440" y="57636"/>
                </a:lnTo>
                <a:lnTo>
                  <a:pt x="992429" y="58922"/>
                </a:lnTo>
                <a:lnTo>
                  <a:pt x="975417" y="60103"/>
                </a:lnTo>
                <a:lnTo>
                  <a:pt x="958396" y="61208"/>
                </a:lnTo>
                <a:lnTo>
                  <a:pt x="941375" y="62236"/>
                </a:lnTo>
                <a:lnTo>
                  <a:pt x="924344" y="63189"/>
                </a:lnTo>
                <a:lnTo>
                  <a:pt x="907313" y="64065"/>
                </a:lnTo>
                <a:lnTo>
                  <a:pt x="890283" y="64884"/>
                </a:lnTo>
                <a:lnTo>
                  <a:pt x="873242" y="65637"/>
                </a:lnTo>
                <a:lnTo>
                  <a:pt x="856202" y="66323"/>
                </a:lnTo>
                <a:lnTo>
                  <a:pt x="839153" y="66951"/>
                </a:lnTo>
                <a:lnTo>
                  <a:pt x="822112" y="67532"/>
                </a:lnTo>
                <a:lnTo>
                  <a:pt x="805063" y="68056"/>
                </a:lnTo>
                <a:lnTo>
                  <a:pt x="788013" y="68523"/>
                </a:lnTo>
                <a:lnTo>
                  <a:pt x="770963" y="68932"/>
                </a:lnTo>
                <a:lnTo>
                  <a:pt x="753913" y="69304"/>
                </a:lnTo>
                <a:lnTo>
                  <a:pt x="736864" y="69618"/>
                </a:lnTo>
                <a:lnTo>
                  <a:pt x="719814" y="69885"/>
                </a:lnTo>
                <a:lnTo>
                  <a:pt x="702755" y="70114"/>
                </a:lnTo>
                <a:lnTo>
                  <a:pt x="685705" y="70285"/>
                </a:lnTo>
                <a:lnTo>
                  <a:pt x="668645" y="70409"/>
                </a:lnTo>
                <a:lnTo>
                  <a:pt x="651596" y="70495"/>
                </a:lnTo>
                <a:lnTo>
                  <a:pt x="634536" y="70523"/>
                </a:lnTo>
                <a:lnTo>
                  <a:pt x="617487" y="70514"/>
                </a:lnTo>
                <a:lnTo>
                  <a:pt x="600427" y="70466"/>
                </a:lnTo>
                <a:lnTo>
                  <a:pt x="583378" y="70352"/>
                </a:lnTo>
                <a:lnTo>
                  <a:pt x="566318" y="70209"/>
                </a:lnTo>
                <a:lnTo>
                  <a:pt x="549269" y="70009"/>
                </a:lnTo>
                <a:lnTo>
                  <a:pt x="532219" y="69761"/>
                </a:lnTo>
                <a:lnTo>
                  <a:pt x="515160" y="69475"/>
                </a:lnTo>
                <a:lnTo>
                  <a:pt x="498110" y="69142"/>
                </a:lnTo>
                <a:lnTo>
                  <a:pt x="481060" y="68742"/>
                </a:lnTo>
                <a:lnTo>
                  <a:pt x="464010" y="68304"/>
                </a:lnTo>
                <a:lnTo>
                  <a:pt x="446961" y="67808"/>
                </a:lnTo>
                <a:lnTo>
                  <a:pt x="429920" y="67266"/>
                </a:lnTo>
                <a:lnTo>
                  <a:pt x="412871" y="66665"/>
                </a:lnTo>
                <a:lnTo>
                  <a:pt x="395830" y="66008"/>
                </a:lnTo>
                <a:lnTo>
                  <a:pt x="378790" y="65284"/>
                </a:lnTo>
                <a:lnTo>
                  <a:pt x="361759" y="64503"/>
                </a:lnTo>
                <a:lnTo>
                  <a:pt x="344719" y="63665"/>
                </a:lnTo>
                <a:lnTo>
                  <a:pt x="327689" y="62741"/>
                </a:lnTo>
                <a:lnTo>
                  <a:pt x="310667" y="61760"/>
                </a:lnTo>
                <a:lnTo>
                  <a:pt x="293646" y="60703"/>
                </a:lnTo>
                <a:lnTo>
                  <a:pt x="276625" y="59550"/>
                </a:lnTo>
                <a:lnTo>
                  <a:pt x="259613" y="58322"/>
                </a:lnTo>
                <a:lnTo>
                  <a:pt x="242611" y="56998"/>
                </a:lnTo>
                <a:lnTo>
                  <a:pt x="225619" y="55569"/>
                </a:lnTo>
                <a:lnTo>
                  <a:pt x="208636" y="54035"/>
                </a:lnTo>
                <a:lnTo>
                  <a:pt x="191662" y="52368"/>
                </a:lnTo>
                <a:lnTo>
                  <a:pt x="174698" y="50568"/>
                </a:lnTo>
                <a:lnTo>
                  <a:pt x="157763" y="48606"/>
                </a:lnTo>
                <a:lnTo>
                  <a:pt x="140837" y="46472"/>
                </a:lnTo>
                <a:lnTo>
                  <a:pt x="123949" y="44120"/>
                </a:lnTo>
                <a:lnTo>
                  <a:pt x="107090" y="41529"/>
                </a:lnTo>
                <a:lnTo>
                  <a:pt x="90287" y="38633"/>
                </a:lnTo>
                <a:lnTo>
                  <a:pt x="73552" y="35347"/>
                </a:lnTo>
                <a:lnTo>
                  <a:pt x="56921" y="31556"/>
                </a:lnTo>
                <a:lnTo>
                  <a:pt x="40472" y="27041"/>
                </a:lnTo>
                <a:lnTo>
                  <a:pt x="24394" y="21384"/>
                </a:lnTo>
                <a:lnTo>
                  <a:pt x="9306" y="135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789459FB-2844-4AA3-9F00-2EEFB181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5950" y="4560370"/>
            <a:ext cx="1260100" cy="2005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CE613262-CB93-405B-B10A-6152F452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2811" y="2540660"/>
            <a:ext cx="1646368" cy="2773718"/>
          </a:xfrm>
          <a:custGeom xmlns:a="http://schemas.openxmlformats.org/drawingml/2006/main">
            <a:pathLst>
              <a:path w="1646368" h="2773718">
                <a:moveTo>
                  <a:pt x="0" y="0"/>
                </a:moveTo>
                <a:lnTo>
                  <a:pt x="143" y="34709"/>
                </a:lnTo>
                <a:lnTo>
                  <a:pt x="10154" y="67970"/>
                </a:lnTo>
                <a:lnTo>
                  <a:pt x="20164" y="101232"/>
                </a:lnTo>
                <a:lnTo>
                  <a:pt x="30185" y="134483"/>
                </a:lnTo>
                <a:lnTo>
                  <a:pt x="40196" y="167745"/>
                </a:lnTo>
                <a:lnTo>
                  <a:pt x="50206" y="201006"/>
                </a:lnTo>
                <a:lnTo>
                  <a:pt x="60217" y="234258"/>
                </a:lnTo>
                <a:lnTo>
                  <a:pt x="70228" y="267519"/>
                </a:lnTo>
                <a:lnTo>
                  <a:pt x="80239" y="300780"/>
                </a:lnTo>
                <a:lnTo>
                  <a:pt x="90249" y="334032"/>
                </a:lnTo>
                <a:lnTo>
                  <a:pt x="100260" y="367294"/>
                </a:lnTo>
                <a:lnTo>
                  <a:pt x="110271" y="400555"/>
                </a:lnTo>
                <a:lnTo>
                  <a:pt x="120282" y="433816"/>
                </a:lnTo>
                <a:lnTo>
                  <a:pt x="130292" y="467068"/>
                </a:lnTo>
                <a:lnTo>
                  <a:pt x="140303" y="500329"/>
                </a:lnTo>
                <a:lnTo>
                  <a:pt x="150324" y="533591"/>
                </a:lnTo>
                <a:lnTo>
                  <a:pt x="160334" y="566842"/>
                </a:lnTo>
                <a:lnTo>
                  <a:pt x="170345" y="600104"/>
                </a:lnTo>
                <a:lnTo>
                  <a:pt x="180356" y="633365"/>
                </a:lnTo>
                <a:lnTo>
                  <a:pt x="190071" y="666702"/>
                </a:lnTo>
                <a:lnTo>
                  <a:pt x="198339" y="700440"/>
                </a:lnTo>
                <a:lnTo>
                  <a:pt x="206521" y="734187"/>
                </a:lnTo>
                <a:lnTo>
                  <a:pt x="214227" y="768058"/>
                </a:lnTo>
                <a:lnTo>
                  <a:pt x="221933" y="801919"/>
                </a:lnTo>
                <a:lnTo>
                  <a:pt x="229629" y="835790"/>
                </a:lnTo>
                <a:lnTo>
                  <a:pt x="237334" y="869661"/>
                </a:lnTo>
                <a:lnTo>
                  <a:pt x="245040" y="903522"/>
                </a:lnTo>
                <a:lnTo>
                  <a:pt x="252736" y="937393"/>
                </a:lnTo>
                <a:lnTo>
                  <a:pt x="260442" y="971264"/>
                </a:lnTo>
                <a:lnTo>
                  <a:pt x="268148" y="1005126"/>
                </a:lnTo>
                <a:lnTo>
                  <a:pt x="275854" y="1038997"/>
                </a:lnTo>
                <a:lnTo>
                  <a:pt x="283550" y="1072867"/>
                </a:lnTo>
                <a:lnTo>
                  <a:pt x="291255" y="1106729"/>
                </a:lnTo>
                <a:lnTo>
                  <a:pt x="298961" y="1140600"/>
                </a:lnTo>
                <a:lnTo>
                  <a:pt x="306657" y="1174471"/>
                </a:lnTo>
                <a:lnTo>
                  <a:pt x="314363" y="1208332"/>
                </a:lnTo>
                <a:lnTo>
                  <a:pt x="322069" y="1242203"/>
                </a:lnTo>
                <a:lnTo>
                  <a:pt x="329765" y="1276074"/>
                </a:lnTo>
                <a:lnTo>
                  <a:pt x="337471" y="1309935"/>
                </a:lnTo>
                <a:lnTo>
                  <a:pt x="345176" y="1343806"/>
                </a:lnTo>
                <a:lnTo>
                  <a:pt x="352625" y="1377734"/>
                </a:lnTo>
                <a:lnTo>
                  <a:pt x="359921" y="1411691"/>
                </a:lnTo>
                <a:lnTo>
                  <a:pt x="367055" y="1445676"/>
                </a:lnTo>
                <a:lnTo>
                  <a:pt x="374075" y="1479699"/>
                </a:lnTo>
                <a:lnTo>
                  <a:pt x="381095" y="1513713"/>
                </a:lnTo>
                <a:lnTo>
                  <a:pt x="388115" y="1547727"/>
                </a:lnTo>
                <a:lnTo>
                  <a:pt x="395135" y="1581741"/>
                </a:lnTo>
                <a:lnTo>
                  <a:pt x="402165" y="1615754"/>
                </a:lnTo>
                <a:lnTo>
                  <a:pt x="409184" y="1649768"/>
                </a:lnTo>
                <a:lnTo>
                  <a:pt x="416204" y="1683791"/>
                </a:lnTo>
                <a:lnTo>
                  <a:pt x="423224" y="1717805"/>
                </a:lnTo>
                <a:lnTo>
                  <a:pt x="430244" y="1751819"/>
                </a:lnTo>
                <a:lnTo>
                  <a:pt x="437264" y="1785833"/>
                </a:lnTo>
                <a:lnTo>
                  <a:pt x="444284" y="1819847"/>
                </a:lnTo>
                <a:lnTo>
                  <a:pt x="451314" y="1853870"/>
                </a:lnTo>
                <a:lnTo>
                  <a:pt x="458333" y="1887884"/>
                </a:lnTo>
                <a:lnTo>
                  <a:pt x="465353" y="1921897"/>
                </a:lnTo>
                <a:lnTo>
                  <a:pt x="472373" y="1955911"/>
                </a:lnTo>
                <a:lnTo>
                  <a:pt x="479393" y="1989925"/>
                </a:lnTo>
                <a:lnTo>
                  <a:pt x="486413" y="2023939"/>
                </a:lnTo>
                <a:lnTo>
                  <a:pt x="493395" y="2057962"/>
                </a:lnTo>
                <a:lnTo>
                  <a:pt x="500205" y="2092023"/>
                </a:lnTo>
                <a:lnTo>
                  <a:pt x="507006" y="2126085"/>
                </a:lnTo>
                <a:lnTo>
                  <a:pt x="513740" y="2160156"/>
                </a:lnTo>
                <a:lnTo>
                  <a:pt x="520475" y="2194236"/>
                </a:lnTo>
                <a:lnTo>
                  <a:pt x="522961" y="2224821"/>
                </a:lnTo>
                <a:lnTo>
                  <a:pt x="488232" y="2224821"/>
                </a:lnTo>
                <a:lnTo>
                  <a:pt x="453495" y="2224821"/>
                </a:lnTo>
                <a:lnTo>
                  <a:pt x="418767" y="2224821"/>
                </a:lnTo>
                <a:lnTo>
                  <a:pt x="384029" y="2224821"/>
                </a:lnTo>
                <a:lnTo>
                  <a:pt x="349301" y="2224821"/>
                </a:lnTo>
                <a:lnTo>
                  <a:pt x="314563" y="2224821"/>
                </a:lnTo>
                <a:lnTo>
                  <a:pt x="279835" y="2224821"/>
                </a:lnTo>
                <a:lnTo>
                  <a:pt x="272720" y="2236184"/>
                </a:lnTo>
                <a:lnTo>
                  <a:pt x="297409" y="2260616"/>
                </a:lnTo>
                <a:lnTo>
                  <a:pt x="322088" y="2285048"/>
                </a:lnTo>
                <a:lnTo>
                  <a:pt x="346777" y="2309479"/>
                </a:lnTo>
                <a:lnTo>
                  <a:pt x="371465" y="2333911"/>
                </a:lnTo>
                <a:lnTo>
                  <a:pt x="396145" y="2358352"/>
                </a:lnTo>
                <a:lnTo>
                  <a:pt x="420834" y="2382784"/>
                </a:lnTo>
                <a:lnTo>
                  <a:pt x="445513" y="2407215"/>
                </a:lnTo>
                <a:lnTo>
                  <a:pt x="470202" y="2431647"/>
                </a:lnTo>
                <a:lnTo>
                  <a:pt x="494890" y="2456078"/>
                </a:lnTo>
                <a:lnTo>
                  <a:pt x="519570" y="2480510"/>
                </a:lnTo>
                <a:lnTo>
                  <a:pt x="544259" y="2504951"/>
                </a:lnTo>
                <a:lnTo>
                  <a:pt x="568947" y="2529383"/>
                </a:lnTo>
                <a:lnTo>
                  <a:pt x="593627" y="2553814"/>
                </a:lnTo>
                <a:lnTo>
                  <a:pt x="618315" y="2578246"/>
                </a:lnTo>
                <a:lnTo>
                  <a:pt x="642995" y="2602678"/>
                </a:lnTo>
                <a:lnTo>
                  <a:pt x="667683" y="2627119"/>
                </a:lnTo>
                <a:lnTo>
                  <a:pt x="692372" y="2651550"/>
                </a:lnTo>
                <a:lnTo>
                  <a:pt x="717052" y="2675982"/>
                </a:lnTo>
                <a:lnTo>
                  <a:pt x="741740" y="2700414"/>
                </a:lnTo>
                <a:lnTo>
                  <a:pt x="766429" y="2724845"/>
                </a:lnTo>
                <a:lnTo>
                  <a:pt x="791108" y="2749286"/>
                </a:lnTo>
                <a:lnTo>
                  <a:pt x="815797" y="2773718"/>
                </a:lnTo>
                <a:lnTo>
                  <a:pt x="840476" y="2763907"/>
                </a:lnTo>
                <a:lnTo>
                  <a:pt x="865165" y="2739476"/>
                </a:lnTo>
                <a:lnTo>
                  <a:pt x="889854" y="2715044"/>
                </a:lnTo>
                <a:lnTo>
                  <a:pt x="914533" y="2690612"/>
                </a:lnTo>
                <a:lnTo>
                  <a:pt x="939222" y="2666171"/>
                </a:lnTo>
                <a:lnTo>
                  <a:pt x="963911" y="2641740"/>
                </a:lnTo>
                <a:lnTo>
                  <a:pt x="988590" y="2617308"/>
                </a:lnTo>
                <a:lnTo>
                  <a:pt x="1013279" y="2592876"/>
                </a:lnTo>
                <a:lnTo>
                  <a:pt x="1037958" y="2568445"/>
                </a:lnTo>
                <a:lnTo>
                  <a:pt x="1062647" y="2544013"/>
                </a:lnTo>
                <a:lnTo>
                  <a:pt x="1087336" y="2519572"/>
                </a:lnTo>
                <a:lnTo>
                  <a:pt x="1112015" y="2495140"/>
                </a:lnTo>
                <a:lnTo>
                  <a:pt x="1136704" y="2470709"/>
                </a:lnTo>
                <a:lnTo>
                  <a:pt x="1161393" y="2446277"/>
                </a:lnTo>
                <a:lnTo>
                  <a:pt x="1186072" y="2421846"/>
                </a:lnTo>
                <a:lnTo>
                  <a:pt x="1210761" y="2397404"/>
                </a:lnTo>
                <a:lnTo>
                  <a:pt x="1235440" y="2372973"/>
                </a:lnTo>
                <a:lnTo>
                  <a:pt x="1260129" y="2348541"/>
                </a:lnTo>
                <a:lnTo>
                  <a:pt x="1284818" y="2324110"/>
                </a:lnTo>
                <a:lnTo>
                  <a:pt x="1309497" y="2299678"/>
                </a:lnTo>
                <a:lnTo>
                  <a:pt x="1334186" y="2275246"/>
                </a:lnTo>
                <a:lnTo>
                  <a:pt x="1358875" y="2250805"/>
                </a:lnTo>
                <a:lnTo>
                  <a:pt x="1383554" y="2226374"/>
                </a:lnTo>
                <a:lnTo>
                  <a:pt x="1352598" y="2224821"/>
                </a:lnTo>
                <a:lnTo>
                  <a:pt x="1317860" y="2224821"/>
                </a:lnTo>
                <a:lnTo>
                  <a:pt x="1283132" y="2224821"/>
                </a:lnTo>
                <a:lnTo>
                  <a:pt x="1248394" y="2224821"/>
                </a:lnTo>
                <a:lnTo>
                  <a:pt x="1213666" y="2224821"/>
                </a:lnTo>
                <a:lnTo>
                  <a:pt x="1178938" y="2224821"/>
                </a:lnTo>
                <a:lnTo>
                  <a:pt x="1144200" y="2224821"/>
                </a:lnTo>
                <a:lnTo>
                  <a:pt x="1121874" y="2214629"/>
                </a:lnTo>
                <a:lnTo>
                  <a:pt x="1128598" y="2180558"/>
                </a:lnTo>
                <a:lnTo>
                  <a:pt x="1135332" y="2146487"/>
                </a:lnTo>
                <a:lnTo>
                  <a:pt x="1142086" y="2112416"/>
                </a:lnTo>
                <a:lnTo>
                  <a:pt x="1148896" y="2078355"/>
                </a:lnTo>
                <a:lnTo>
                  <a:pt x="1155754" y="2044303"/>
                </a:lnTo>
                <a:lnTo>
                  <a:pt x="1162774" y="2010289"/>
                </a:lnTo>
                <a:lnTo>
                  <a:pt x="1169794" y="1976276"/>
                </a:lnTo>
                <a:lnTo>
                  <a:pt x="1176814" y="1942262"/>
                </a:lnTo>
                <a:lnTo>
                  <a:pt x="1183834" y="1908248"/>
                </a:lnTo>
                <a:lnTo>
                  <a:pt x="1190854" y="1874234"/>
                </a:lnTo>
                <a:lnTo>
                  <a:pt x="1197874" y="1840211"/>
                </a:lnTo>
                <a:lnTo>
                  <a:pt x="1204903" y="1806197"/>
                </a:lnTo>
                <a:lnTo>
                  <a:pt x="1211923" y="1772183"/>
                </a:lnTo>
                <a:lnTo>
                  <a:pt x="1218943" y="1738170"/>
                </a:lnTo>
                <a:lnTo>
                  <a:pt x="1225963" y="1704156"/>
                </a:lnTo>
                <a:lnTo>
                  <a:pt x="1232983" y="1670133"/>
                </a:lnTo>
                <a:lnTo>
                  <a:pt x="1240003" y="1636119"/>
                </a:lnTo>
                <a:lnTo>
                  <a:pt x="1247023" y="1602105"/>
                </a:lnTo>
                <a:lnTo>
                  <a:pt x="1254052" y="1568091"/>
                </a:lnTo>
                <a:lnTo>
                  <a:pt x="1261072" y="1534077"/>
                </a:lnTo>
                <a:lnTo>
                  <a:pt x="1268092" y="1500064"/>
                </a:lnTo>
                <a:lnTo>
                  <a:pt x="1275112" y="1466040"/>
                </a:lnTo>
                <a:lnTo>
                  <a:pt x="1282132" y="1432027"/>
                </a:lnTo>
                <a:lnTo>
                  <a:pt x="1289371" y="1398060"/>
                </a:lnTo>
                <a:lnTo>
                  <a:pt x="1296676" y="1364104"/>
                </a:lnTo>
                <a:lnTo>
                  <a:pt x="1304287" y="1330214"/>
                </a:lnTo>
                <a:lnTo>
                  <a:pt x="1311993" y="1296343"/>
                </a:lnTo>
                <a:lnTo>
                  <a:pt x="1319689" y="1262482"/>
                </a:lnTo>
                <a:lnTo>
                  <a:pt x="1327394" y="1228611"/>
                </a:lnTo>
                <a:lnTo>
                  <a:pt x="1335100" y="1194740"/>
                </a:lnTo>
                <a:lnTo>
                  <a:pt x="1342796" y="1160878"/>
                </a:lnTo>
                <a:lnTo>
                  <a:pt x="1350502" y="1127008"/>
                </a:lnTo>
                <a:lnTo>
                  <a:pt x="1358208" y="1093137"/>
                </a:lnTo>
                <a:lnTo>
                  <a:pt x="1365904" y="1059275"/>
                </a:lnTo>
                <a:lnTo>
                  <a:pt x="1373610" y="1025404"/>
                </a:lnTo>
                <a:lnTo>
                  <a:pt x="1381316" y="991533"/>
                </a:lnTo>
                <a:lnTo>
                  <a:pt x="1389021" y="957672"/>
                </a:lnTo>
                <a:lnTo>
                  <a:pt x="1396717" y="923801"/>
                </a:lnTo>
                <a:lnTo>
                  <a:pt x="1404423" y="889940"/>
                </a:lnTo>
                <a:lnTo>
                  <a:pt x="1412129" y="856069"/>
                </a:lnTo>
                <a:lnTo>
                  <a:pt x="1419825" y="822198"/>
                </a:lnTo>
                <a:lnTo>
                  <a:pt x="1427531" y="788337"/>
                </a:lnTo>
                <a:lnTo>
                  <a:pt x="1435237" y="754466"/>
                </a:lnTo>
                <a:lnTo>
                  <a:pt x="1443085" y="720633"/>
                </a:lnTo>
                <a:lnTo>
                  <a:pt x="1451353" y="686895"/>
                </a:lnTo>
                <a:lnTo>
                  <a:pt x="1460021" y="653272"/>
                </a:lnTo>
                <a:lnTo>
                  <a:pt x="1470031" y="620011"/>
                </a:lnTo>
                <a:lnTo>
                  <a:pt x="1480042" y="586759"/>
                </a:lnTo>
                <a:lnTo>
                  <a:pt x="1490053" y="553498"/>
                </a:lnTo>
                <a:lnTo>
                  <a:pt x="1500064" y="520236"/>
                </a:lnTo>
                <a:lnTo>
                  <a:pt x="1510084" y="486985"/>
                </a:lnTo>
                <a:lnTo>
                  <a:pt x="1520095" y="453723"/>
                </a:lnTo>
                <a:lnTo>
                  <a:pt x="1530106" y="420462"/>
                </a:lnTo>
                <a:lnTo>
                  <a:pt x="1540116" y="387210"/>
                </a:lnTo>
                <a:lnTo>
                  <a:pt x="1550127" y="353949"/>
                </a:lnTo>
                <a:lnTo>
                  <a:pt x="1560138" y="320688"/>
                </a:lnTo>
                <a:lnTo>
                  <a:pt x="1570149" y="287436"/>
                </a:lnTo>
                <a:lnTo>
                  <a:pt x="1580159" y="254175"/>
                </a:lnTo>
                <a:lnTo>
                  <a:pt x="1590170" y="220913"/>
                </a:lnTo>
                <a:lnTo>
                  <a:pt x="1600181" y="187652"/>
                </a:lnTo>
                <a:lnTo>
                  <a:pt x="1610192" y="154400"/>
                </a:lnTo>
                <a:lnTo>
                  <a:pt x="1620203" y="121139"/>
                </a:lnTo>
                <a:lnTo>
                  <a:pt x="1630223" y="87878"/>
                </a:lnTo>
                <a:lnTo>
                  <a:pt x="1640234" y="54626"/>
                </a:lnTo>
                <a:lnTo>
                  <a:pt x="1646368" y="20793"/>
                </a:lnTo>
                <a:lnTo>
                  <a:pt x="1632433" y="0"/>
                </a:lnTo>
                <a:lnTo>
                  <a:pt x="1597695" y="0"/>
                </a:lnTo>
                <a:lnTo>
                  <a:pt x="1562967" y="0"/>
                </a:lnTo>
                <a:lnTo>
                  <a:pt x="1528229" y="0"/>
                </a:lnTo>
                <a:lnTo>
                  <a:pt x="1493501" y="0"/>
                </a:lnTo>
                <a:lnTo>
                  <a:pt x="1458763" y="0"/>
                </a:lnTo>
                <a:lnTo>
                  <a:pt x="1424035" y="0"/>
                </a:lnTo>
                <a:lnTo>
                  <a:pt x="1389307" y="0"/>
                </a:lnTo>
                <a:lnTo>
                  <a:pt x="1354569" y="0"/>
                </a:lnTo>
                <a:lnTo>
                  <a:pt x="1319841" y="0"/>
                </a:lnTo>
                <a:lnTo>
                  <a:pt x="1285103" y="0"/>
                </a:lnTo>
                <a:lnTo>
                  <a:pt x="1250375" y="0"/>
                </a:lnTo>
                <a:lnTo>
                  <a:pt x="1215638" y="0"/>
                </a:lnTo>
                <a:lnTo>
                  <a:pt x="1180910" y="0"/>
                </a:lnTo>
                <a:lnTo>
                  <a:pt x="1146172" y="0"/>
                </a:lnTo>
                <a:lnTo>
                  <a:pt x="1111444" y="0"/>
                </a:lnTo>
                <a:lnTo>
                  <a:pt x="1076706" y="0"/>
                </a:lnTo>
                <a:lnTo>
                  <a:pt x="1041978" y="0"/>
                </a:lnTo>
                <a:lnTo>
                  <a:pt x="1007240" y="0"/>
                </a:lnTo>
                <a:lnTo>
                  <a:pt x="972512" y="0"/>
                </a:lnTo>
                <a:lnTo>
                  <a:pt x="937784" y="0"/>
                </a:lnTo>
                <a:lnTo>
                  <a:pt x="903046" y="0"/>
                </a:lnTo>
                <a:lnTo>
                  <a:pt x="868318" y="0"/>
                </a:lnTo>
                <a:lnTo>
                  <a:pt x="833580" y="0"/>
                </a:lnTo>
                <a:lnTo>
                  <a:pt x="798852" y="0"/>
                </a:lnTo>
                <a:lnTo>
                  <a:pt x="764115" y="0"/>
                </a:lnTo>
                <a:lnTo>
                  <a:pt x="729386" y="0"/>
                </a:lnTo>
                <a:lnTo>
                  <a:pt x="694649" y="0"/>
                </a:lnTo>
                <a:lnTo>
                  <a:pt x="659921" y="0"/>
                </a:lnTo>
                <a:lnTo>
                  <a:pt x="625183" y="0"/>
                </a:lnTo>
                <a:lnTo>
                  <a:pt x="590455" y="0"/>
                </a:lnTo>
                <a:lnTo>
                  <a:pt x="555717" y="0"/>
                </a:lnTo>
                <a:lnTo>
                  <a:pt x="520989" y="0"/>
                </a:lnTo>
                <a:lnTo>
                  <a:pt x="486251" y="0"/>
                </a:lnTo>
                <a:lnTo>
                  <a:pt x="451523" y="0"/>
                </a:lnTo>
                <a:lnTo>
                  <a:pt x="416795" y="0"/>
                </a:lnTo>
                <a:lnTo>
                  <a:pt x="382057" y="0"/>
                </a:lnTo>
                <a:lnTo>
                  <a:pt x="347329" y="0"/>
                </a:lnTo>
                <a:lnTo>
                  <a:pt x="312591" y="0"/>
                </a:lnTo>
                <a:lnTo>
                  <a:pt x="277863" y="0"/>
                </a:lnTo>
                <a:lnTo>
                  <a:pt x="243126" y="0"/>
                </a:lnTo>
                <a:lnTo>
                  <a:pt x="208397" y="0"/>
                </a:lnTo>
                <a:lnTo>
                  <a:pt x="173660" y="0"/>
                </a:lnTo>
                <a:lnTo>
                  <a:pt x="138932" y="0"/>
                </a:lnTo>
                <a:lnTo>
                  <a:pt x="104194" y="0"/>
                </a:lnTo>
                <a:lnTo>
                  <a:pt x="69466" y="0"/>
                </a:lnTo>
                <a:lnTo>
                  <a:pt x="34728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8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A99325B5-ACC5-42E2-B83F-71AB0C1F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0773" y="2609107"/>
            <a:ext cx="2710463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19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7862D881-29EE-4040-85E2-3475C749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483" y="3304280"/>
            <a:ext cx="2027044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0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DAF83501-F821-4ACA-823B-93E00FE9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5404" y="3999605"/>
            <a:ext cx="1461192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1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89A2B949-0356-4907-9F21-A8553066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6970" y="4694787"/>
            <a:ext cx="938060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2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FF8FA431-38A8-4E60-8676-65B35E38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7915" y="1915868"/>
            <a:ext cx="393506" cy="393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1d2bf76254f6c">
            <a:extLst>
              <a:ext uri="{96DAC541-7B7A-43D3-8B79-37D633B846F1}">
                <asvg:svgBlip xmlns:asvg="http://schemas.microsoft.com/office/drawing/2016/SVG/main" r:embed="Rbe5f1b56c96648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62385" y="2020338"/>
            <a:ext cx="184547" cy="184547"/>
          </a:xfrm>
          <a:prstGeom xmlns:a="http://schemas.openxmlformats.org/drawingml/2006/main" prst="rect">
            <a:avLst/>
          </a:prstGeom>
        </p:spPr>
      </p:pic>
      <p:sp>
        <p:nvSpPr>
          <p:cNvPr id="24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1014B49B-B88F-4B0B-816E-98E63143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921" y="1727597"/>
            <a:ext cx="342157" cy="3421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12af34c2c4731">
            <a:extLst>
              <a:ext uri="{96DAC541-7B7A-43D3-8B79-37D633B846F1}">
                <asvg:svgBlip xmlns:asvg="http://schemas.microsoft.com/office/drawing/2016/SVG/main" r:embed="Rf20a87cc85d341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29401" y="1832077"/>
            <a:ext cx="133198" cy="133198"/>
          </a:xfrm>
          <a:prstGeom xmlns:a="http://schemas.openxmlformats.org/drawingml/2006/main" prst="rect">
            <a:avLst/>
          </a:prstGeom>
        </p:spPr>
      </p:pic>
      <p:sp>
        <p:nvSpPr>
          <p:cNvPr id="26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8C603EDA-4190-4554-8131-35DDF805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0436" y="1881635"/>
            <a:ext cx="393506" cy="393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607fa6b1d48f2">
            <a:extLst>
              <a:ext uri="{96DAC541-7B7A-43D3-8B79-37D633B846F1}">
                <asvg:svgBlip xmlns:asvg="http://schemas.microsoft.com/office/drawing/2016/SVG/main" r:embed="Ref0753995c2845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44916" y="1986115"/>
            <a:ext cx="184547" cy="184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87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2026-09-07T23:25:07.1390000Z</dcterms:created>
  <dcterms:modified xsi:type="dcterms:W3CDTF">2026-09-07T23:25:07.1390000Z</dcterms:modified>
</coreProperties>
</file>