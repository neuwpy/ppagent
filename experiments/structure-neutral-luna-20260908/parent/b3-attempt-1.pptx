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2a58b2bbf4b40" /><Relationship Type="http://schemas.openxmlformats.org/officeDocument/2006/relationships/extended-properties" Target="/docProps/app.xml" Id="Rf42209390d25429b" /><Relationship Type="http://schemas.openxmlformats.org/officeDocument/2006/relationships/officeDocument" Target="/ppt/presentation.xml" Id="Rd0e28f15950c4a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4ab4340144a3b"/>
  </p:sldMasterIdLst>
  <p:notesMasterIdLst>
    <p:notesMasterId xmlns:r="http://schemas.openxmlformats.org/officeDocument/2006/relationships" r:id="R6c6782927ed844c6"/>
  </p:notesMasterIdLst>
  <p:sldIdLst>
    <p:sldId xmlns:r="http://schemas.openxmlformats.org/officeDocument/2006/relationships" id="256" r:id="R67cb508b667c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ed50981a240f4" /><Relationship Type="http://schemas.openxmlformats.org/officeDocument/2006/relationships/slideMaster" Target="/ppt/slideMasters/slideMaster1.xml" Id="Rd7c4ab4340144a3b" /><Relationship Type="http://schemas.openxmlformats.org/officeDocument/2006/relationships/notesMaster" Target="/ppt/notesMasters/notesMaster1.xml" Id="R6c6782927ed844c6" /><Relationship Type="http://schemas.openxmlformats.org/officeDocument/2006/relationships/presProps" Target="/ppt/presProps.xml" Id="Rfc3fecec347b43b3" /><Relationship Type="http://schemas.openxmlformats.org/officeDocument/2006/relationships/tableStyles" Target="/ppt/tableStyles.xml" Id="R404b5122615c47a4" /><Relationship Type="http://schemas.openxmlformats.org/officeDocument/2006/relationships/slide" Target="/ppt/slides/slide1.xml" Id="R67cb508b667c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ba5cd07593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d1531339d4792" /><Relationship Type="http://schemas.openxmlformats.org/officeDocument/2006/relationships/notesMaster" Target="/ppt/notesMasters/notesMaster1.xml" Id="Rfe833b79265146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011a616d8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0cad5fb2d4c97" /><Relationship Type="http://schemas.openxmlformats.org/officeDocument/2006/relationships/slideLayout" Target="/ppt/slideLayouts/slideLayout1.xml" Id="R15f517173a3f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517173a3f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7f16d7cc947ab" /><Relationship Type="http://schemas.openxmlformats.org/officeDocument/2006/relationships/image" Target="/ppt/media/image.png" Id="Ree3091269b1f4439" /><Relationship Type="http://schemas.openxmlformats.org/officeDocument/2006/relationships/image" Target="/ppt/media/image.svg" Id="Rbbcdedd823394035" /><Relationship Type="http://schemas.openxmlformats.org/officeDocument/2006/relationships/image" Target="/ppt/media/image2.png" Id="R033a46eadfae43f9" /><Relationship Type="http://schemas.openxmlformats.org/officeDocument/2006/relationships/image" Target="/ppt/media/image2.svg" Id="R5a8d74909fe840f6" /><Relationship Type="http://schemas.openxmlformats.org/officeDocument/2006/relationships/image" Target="/ppt/media/image3.png" Id="Rb2efe0c825684c67" /><Relationship Type="http://schemas.openxmlformats.org/officeDocument/2006/relationships/image" Target="/ppt/media/image3.svg" Id="Rf57ab4889cff44a5" /><Relationship Type="http://schemas.openxmlformats.org/officeDocument/2006/relationships/image" Target="/ppt/media/image4.png" Id="R5d9394bfb78a4ffb" /><Relationship Type="http://schemas.openxmlformats.org/officeDocument/2006/relationships/image" Target="/ppt/media/image4.svg" Id="Re021a80d95214b18" /><Relationship Type="http://schemas.openxmlformats.org/officeDocument/2006/relationships/notesSlide" Target="/ppt/notesSlides/notesSlide1.xml" Id="Rff3f3208bdc245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7734008-F214-4747-83B5-8BFAAE7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1022833-BD4B-4470-BC5B-DEC4E07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74ED1DE-D8A6-45BD-BB57-73B33B3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六层筛选把建议收束为可执行计划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D73CFB-1621-4A57-8FD6-19B51C73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3DE208D-66E1-4CDA-B002-FEF1EB36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入口：用户访谈、现场记录、客服工单、内部复盘。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7D9EBA45-DD29-4635-9B0F-40971C8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征集建议：从四类入口收集待处理线索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DEFC3A81-DFFD-4E5E-82D4-0CF2A4C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明确问题：把模糊意见改写为可核对问题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52A6E839-A96B-461C-A743-424F55D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核对依据：补齐现场材料与既有记录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1B85FD64-D404-4424-9525-6B0909A6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小步验证：用小范围动作观察是否成立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17117388-307A-4B0F-B908-23DD700F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评估影响：判断对交付与责任边界的影响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207F00DC-834E-4E06-B8A1-18DB6FF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纳入计划：形成可执行的排期与责任安排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26AD69-DF16-455A-A27E-1D8BBC68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1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6D7417A2-FAA6-493E-B4DE-76382F76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581470" y="2237451"/>
            <a:ext cx="4553569" cy="323542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E5C82FC-8143-49B8-AA3C-1D50582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341" y="2740743"/>
            <a:ext cx="2952645" cy="374228"/>
          </a:xfrm>
          <a:custGeom xmlns:a="http://schemas.openxmlformats.org/drawingml/2006/main">
            <a:pathLst>
              <a:path w="2952645" h="374228">
                <a:moveTo>
                  <a:pt x="0" y="0"/>
                </a:moveTo>
                <a:lnTo>
                  <a:pt x="16059" y="20488"/>
                </a:lnTo>
                <a:lnTo>
                  <a:pt x="32128" y="40967"/>
                </a:lnTo>
                <a:lnTo>
                  <a:pt x="48187" y="61455"/>
                </a:lnTo>
                <a:lnTo>
                  <a:pt x="64256" y="81944"/>
                </a:lnTo>
                <a:lnTo>
                  <a:pt x="80315" y="102422"/>
                </a:lnTo>
                <a:lnTo>
                  <a:pt x="96374" y="122911"/>
                </a:lnTo>
                <a:lnTo>
                  <a:pt x="112443" y="143389"/>
                </a:lnTo>
                <a:lnTo>
                  <a:pt x="128502" y="163878"/>
                </a:lnTo>
                <a:lnTo>
                  <a:pt x="144570" y="184366"/>
                </a:lnTo>
                <a:lnTo>
                  <a:pt x="160630" y="204845"/>
                </a:lnTo>
                <a:lnTo>
                  <a:pt x="176689" y="225333"/>
                </a:lnTo>
                <a:lnTo>
                  <a:pt x="192757" y="245812"/>
                </a:lnTo>
                <a:lnTo>
                  <a:pt x="208817" y="266300"/>
                </a:lnTo>
                <a:lnTo>
                  <a:pt x="224885" y="286788"/>
                </a:lnTo>
                <a:lnTo>
                  <a:pt x="240944" y="307267"/>
                </a:lnTo>
                <a:lnTo>
                  <a:pt x="257004" y="327755"/>
                </a:lnTo>
                <a:lnTo>
                  <a:pt x="279025" y="339290"/>
                </a:lnTo>
                <a:lnTo>
                  <a:pt x="304705" y="343538"/>
                </a:lnTo>
                <a:lnTo>
                  <a:pt x="330556" y="346567"/>
                </a:lnTo>
                <a:lnTo>
                  <a:pt x="356473" y="349006"/>
                </a:lnTo>
                <a:lnTo>
                  <a:pt x="382419" y="351072"/>
                </a:lnTo>
                <a:lnTo>
                  <a:pt x="408394" y="352873"/>
                </a:lnTo>
                <a:lnTo>
                  <a:pt x="434378" y="354482"/>
                </a:lnTo>
                <a:lnTo>
                  <a:pt x="460362" y="355930"/>
                </a:lnTo>
                <a:lnTo>
                  <a:pt x="486366" y="357254"/>
                </a:lnTo>
                <a:lnTo>
                  <a:pt x="512369" y="358464"/>
                </a:lnTo>
                <a:lnTo>
                  <a:pt x="538372" y="359597"/>
                </a:lnTo>
                <a:lnTo>
                  <a:pt x="564385" y="360636"/>
                </a:lnTo>
                <a:lnTo>
                  <a:pt x="590398" y="361607"/>
                </a:lnTo>
                <a:lnTo>
                  <a:pt x="616410" y="362522"/>
                </a:lnTo>
                <a:lnTo>
                  <a:pt x="642433" y="363369"/>
                </a:lnTo>
                <a:lnTo>
                  <a:pt x="668445" y="364169"/>
                </a:lnTo>
                <a:lnTo>
                  <a:pt x="694468" y="364922"/>
                </a:lnTo>
                <a:lnTo>
                  <a:pt x="720490" y="365627"/>
                </a:lnTo>
                <a:lnTo>
                  <a:pt x="746512" y="366293"/>
                </a:lnTo>
                <a:lnTo>
                  <a:pt x="772535" y="366932"/>
                </a:lnTo>
                <a:lnTo>
                  <a:pt x="798566" y="367522"/>
                </a:lnTo>
                <a:lnTo>
                  <a:pt x="824589" y="368084"/>
                </a:lnTo>
                <a:lnTo>
                  <a:pt x="850611" y="368598"/>
                </a:lnTo>
                <a:lnTo>
                  <a:pt x="876643" y="369103"/>
                </a:lnTo>
                <a:lnTo>
                  <a:pt x="902665" y="369560"/>
                </a:lnTo>
                <a:lnTo>
                  <a:pt x="928697" y="370018"/>
                </a:lnTo>
                <a:lnTo>
                  <a:pt x="954729" y="370418"/>
                </a:lnTo>
                <a:lnTo>
                  <a:pt x="980751" y="370818"/>
                </a:lnTo>
                <a:lnTo>
                  <a:pt x="1006783" y="371170"/>
                </a:lnTo>
                <a:lnTo>
                  <a:pt x="1032815" y="371523"/>
                </a:lnTo>
                <a:lnTo>
                  <a:pt x="1058847" y="371837"/>
                </a:lnTo>
                <a:lnTo>
                  <a:pt x="1084869" y="372142"/>
                </a:lnTo>
                <a:lnTo>
                  <a:pt x="1110901" y="372408"/>
                </a:lnTo>
                <a:lnTo>
                  <a:pt x="1136933" y="372675"/>
                </a:lnTo>
                <a:lnTo>
                  <a:pt x="1162964" y="372894"/>
                </a:lnTo>
                <a:lnTo>
                  <a:pt x="1188996" y="373113"/>
                </a:lnTo>
                <a:lnTo>
                  <a:pt x="1215028" y="373304"/>
                </a:lnTo>
                <a:lnTo>
                  <a:pt x="1241060" y="373485"/>
                </a:lnTo>
                <a:lnTo>
                  <a:pt x="1267082" y="373637"/>
                </a:lnTo>
                <a:lnTo>
                  <a:pt x="1293114" y="373771"/>
                </a:lnTo>
                <a:lnTo>
                  <a:pt x="1319146" y="373894"/>
                </a:lnTo>
                <a:lnTo>
                  <a:pt x="1345178" y="373990"/>
                </a:lnTo>
                <a:lnTo>
                  <a:pt x="1371209" y="374075"/>
                </a:lnTo>
                <a:lnTo>
                  <a:pt x="1397241" y="374132"/>
                </a:lnTo>
                <a:lnTo>
                  <a:pt x="1423273" y="374190"/>
                </a:lnTo>
                <a:lnTo>
                  <a:pt x="1449305" y="374209"/>
                </a:lnTo>
                <a:lnTo>
                  <a:pt x="1475337" y="374228"/>
                </a:lnTo>
                <a:lnTo>
                  <a:pt x="1501369" y="374218"/>
                </a:lnTo>
                <a:lnTo>
                  <a:pt x="1527400" y="374190"/>
                </a:lnTo>
                <a:lnTo>
                  <a:pt x="1553432" y="374152"/>
                </a:lnTo>
                <a:lnTo>
                  <a:pt x="1579464" y="374085"/>
                </a:lnTo>
                <a:lnTo>
                  <a:pt x="1605496" y="374009"/>
                </a:lnTo>
                <a:lnTo>
                  <a:pt x="1631528" y="373913"/>
                </a:lnTo>
                <a:lnTo>
                  <a:pt x="1657560" y="373799"/>
                </a:lnTo>
                <a:lnTo>
                  <a:pt x="1683591" y="373666"/>
                </a:lnTo>
                <a:lnTo>
                  <a:pt x="1709623" y="373513"/>
                </a:lnTo>
                <a:lnTo>
                  <a:pt x="1735655" y="373342"/>
                </a:lnTo>
                <a:lnTo>
                  <a:pt x="1761687" y="373161"/>
                </a:lnTo>
                <a:lnTo>
                  <a:pt x="1787709" y="372942"/>
                </a:lnTo>
                <a:lnTo>
                  <a:pt x="1813741" y="372723"/>
                </a:lnTo>
                <a:lnTo>
                  <a:pt x="1839773" y="372456"/>
                </a:lnTo>
                <a:lnTo>
                  <a:pt x="1865805" y="372199"/>
                </a:lnTo>
                <a:lnTo>
                  <a:pt x="1891836" y="371894"/>
                </a:lnTo>
                <a:lnTo>
                  <a:pt x="1917859" y="371589"/>
                </a:lnTo>
                <a:lnTo>
                  <a:pt x="1943891" y="371246"/>
                </a:lnTo>
                <a:lnTo>
                  <a:pt x="1969922" y="370884"/>
                </a:lnTo>
                <a:lnTo>
                  <a:pt x="1995954" y="370503"/>
                </a:lnTo>
                <a:lnTo>
                  <a:pt x="2021977" y="370094"/>
                </a:lnTo>
                <a:lnTo>
                  <a:pt x="2048008" y="369656"/>
                </a:lnTo>
                <a:lnTo>
                  <a:pt x="2074031" y="369199"/>
                </a:lnTo>
                <a:lnTo>
                  <a:pt x="2100062" y="368694"/>
                </a:lnTo>
                <a:lnTo>
                  <a:pt x="2126085" y="368179"/>
                </a:lnTo>
                <a:lnTo>
                  <a:pt x="2152117" y="367617"/>
                </a:lnTo>
                <a:lnTo>
                  <a:pt x="2178139" y="367046"/>
                </a:lnTo>
                <a:lnTo>
                  <a:pt x="2204161" y="366427"/>
                </a:lnTo>
                <a:lnTo>
                  <a:pt x="2230184" y="365770"/>
                </a:lnTo>
                <a:lnTo>
                  <a:pt x="2256206" y="365065"/>
                </a:lnTo>
                <a:lnTo>
                  <a:pt x="2282228" y="364322"/>
                </a:lnTo>
                <a:lnTo>
                  <a:pt x="2308250" y="363531"/>
                </a:lnTo>
                <a:lnTo>
                  <a:pt x="2334263" y="362693"/>
                </a:lnTo>
                <a:lnTo>
                  <a:pt x="2360285" y="361798"/>
                </a:lnTo>
                <a:lnTo>
                  <a:pt x="2386298" y="360836"/>
                </a:lnTo>
                <a:lnTo>
                  <a:pt x="2412302" y="359807"/>
                </a:lnTo>
                <a:lnTo>
                  <a:pt x="2438314" y="358702"/>
                </a:lnTo>
                <a:lnTo>
                  <a:pt x="2464318" y="357502"/>
                </a:lnTo>
                <a:lnTo>
                  <a:pt x="2490321" y="356206"/>
                </a:lnTo>
                <a:lnTo>
                  <a:pt x="2516305" y="354778"/>
                </a:lnTo>
                <a:lnTo>
                  <a:pt x="2542289" y="353197"/>
                </a:lnTo>
                <a:lnTo>
                  <a:pt x="2568264" y="351444"/>
                </a:lnTo>
                <a:lnTo>
                  <a:pt x="2594219" y="349434"/>
                </a:lnTo>
                <a:lnTo>
                  <a:pt x="2620147" y="347091"/>
                </a:lnTo>
                <a:lnTo>
                  <a:pt x="2646016" y="344205"/>
                </a:lnTo>
                <a:lnTo>
                  <a:pt x="2671743" y="340290"/>
                </a:lnTo>
                <a:lnTo>
                  <a:pt x="2696099" y="332032"/>
                </a:lnTo>
                <a:lnTo>
                  <a:pt x="2711701" y="311325"/>
                </a:lnTo>
                <a:lnTo>
                  <a:pt x="2727760" y="290836"/>
                </a:lnTo>
                <a:lnTo>
                  <a:pt x="2743829" y="270358"/>
                </a:lnTo>
                <a:lnTo>
                  <a:pt x="2759888" y="249869"/>
                </a:lnTo>
                <a:lnTo>
                  <a:pt x="2775956" y="229381"/>
                </a:lnTo>
                <a:lnTo>
                  <a:pt x="2792016" y="208902"/>
                </a:lnTo>
                <a:lnTo>
                  <a:pt x="2808075" y="188414"/>
                </a:lnTo>
                <a:lnTo>
                  <a:pt x="2824143" y="167926"/>
                </a:lnTo>
                <a:lnTo>
                  <a:pt x="2840203" y="147447"/>
                </a:lnTo>
                <a:lnTo>
                  <a:pt x="2856271" y="126959"/>
                </a:lnTo>
                <a:lnTo>
                  <a:pt x="2872330" y="106480"/>
                </a:lnTo>
                <a:lnTo>
                  <a:pt x="2888390" y="85992"/>
                </a:lnTo>
                <a:lnTo>
                  <a:pt x="2904458" y="65503"/>
                </a:lnTo>
                <a:lnTo>
                  <a:pt x="2920517" y="45025"/>
                </a:lnTo>
                <a:lnTo>
                  <a:pt x="2936586" y="24536"/>
                </a:lnTo>
                <a:lnTo>
                  <a:pt x="2952645" y="4048"/>
                </a:lnTo>
                <a:lnTo>
                  <a:pt x="2937215" y="7763"/>
                </a:lnTo>
                <a:lnTo>
                  <a:pt x="2911497" y="11754"/>
                </a:lnTo>
                <a:lnTo>
                  <a:pt x="2885618" y="14592"/>
                </a:lnTo>
                <a:lnTo>
                  <a:pt x="2859691" y="16859"/>
                </a:lnTo>
                <a:lnTo>
                  <a:pt x="2833726" y="18793"/>
                </a:lnTo>
                <a:lnTo>
                  <a:pt x="2807751" y="20488"/>
                </a:lnTo>
                <a:lnTo>
                  <a:pt x="2781767" y="22003"/>
                </a:lnTo>
                <a:lnTo>
                  <a:pt x="2755773" y="23374"/>
                </a:lnTo>
                <a:lnTo>
                  <a:pt x="2729770" y="24622"/>
                </a:lnTo>
                <a:lnTo>
                  <a:pt x="2703767" y="25794"/>
                </a:lnTo>
                <a:lnTo>
                  <a:pt x="2677754" y="26861"/>
                </a:lnTo>
                <a:lnTo>
                  <a:pt x="2651741" y="27861"/>
                </a:lnTo>
                <a:lnTo>
                  <a:pt x="2625728" y="28804"/>
                </a:lnTo>
                <a:lnTo>
                  <a:pt x="2599715" y="29689"/>
                </a:lnTo>
                <a:lnTo>
                  <a:pt x="2573693" y="30518"/>
                </a:lnTo>
                <a:lnTo>
                  <a:pt x="2547671" y="31309"/>
                </a:lnTo>
                <a:lnTo>
                  <a:pt x="2521649" y="32052"/>
                </a:lnTo>
                <a:lnTo>
                  <a:pt x="2495626" y="32756"/>
                </a:lnTo>
                <a:lnTo>
                  <a:pt x="2469604" y="33433"/>
                </a:lnTo>
                <a:lnTo>
                  <a:pt x="2443582" y="34061"/>
                </a:lnTo>
                <a:lnTo>
                  <a:pt x="2417559" y="34671"/>
                </a:lnTo>
                <a:lnTo>
                  <a:pt x="2391537" y="35243"/>
                </a:lnTo>
                <a:lnTo>
                  <a:pt x="2365505" y="35776"/>
                </a:lnTo>
                <a:lnTo>
                  <a:pt x="2339483" y="36309"/>
                </a:lnTo>
                <a:lnTo>
                  <a:pt x="2313451" y="36805"/>
                </a:lnTo>
                <a:lnTo>
                  <a:pt x="2287429" y="37271"/>
                </a:lnTo>
                <a:lnTo>
                  <a:pt x="2261397" y="37729"/>
                </a:lnTo>
                <a:lnTo>
                  <a:pt x="2235375" y="38157"/>
                </a:lnTo>
                <a:lnTo>
                  <a:pt x="2209343" y="38576"/>
                </a:lnTo>
                <a:lnTo>
                  <a:pt x="2183311" y="38957"/>
                </a:lnTo>
                <a:lnTo>
                  <a:pt x="2157289" y="39338"/>
                </a:lnTo>
                <a:lnTo>
                  <a:pt x="2131257" y="39681"/>
                </a:lnTo>
                <a:lnTo>
                  <a:pt x="2105225" y="40015"/>
                </a:lnTo>
                <a:lnTo>
                  <a:pt x="2079203" y="40348"/>
                </a:lnTo>
                <a:lnTo>
                  <a:pt x="2053171" y="40634"/>
                </a:lnTo>
                <a:lnTo>
                  <a:pt x="2027139" y="40929"/>
                </a:lnTo>
                <a:lnTo>
                  <a:pt x="2001107" y="41196"/>
                </a:lnTo>
                <a:lnTo>
                  <a:pt x="1975075" y="41453"/>
                </a:lnTo>
                <a:lnTo>
                  <a:pt x="1949044" y="41700"/>
                </a:lnTo>
                <a:lnTo>
                  <a:pt x="1923021" y="41910"/>
                </a:lnTo>
                <a:lnTo>
                  <a:pt x="1896989" y="42129"/>
                </a:lnTo>
                <a:lnTo>
                  <a:pt x="1870958" y="42329"/>
                </a:lnTo>
                <a:lnTo>
                  <a:pt x="1844926" y="42510"/>
                </a:lnTo>
                <a:lnTo>
                  <a:pt x="1818894" y="42682"/>
                </a:lnTo>
                <a:lnTo>
                  <a:pt x="1792862" y="42834"/>
                </a:lnTo>
                <a:lnTo>
                  <a:pt x="1766830" y="42977"/>
                </a:lnTo>
                <a:lnTo>
                  <a:pt x="1740799" y="43110"/>
                </a:lnTo>
                <a:lnTo>
                  <a:pt x="1714767" y="43224"/>
                </a:lnTo>
                <a:lnTo>
                  <a:pt x="1688735" y="43339"/>
                </a:lnTo>
                <a:lnTo>
                  <a:pt x="1662703" y="43424"/>
                </a:lnTo>
                <a:lnTo>
                  <a:pt x="1636671" y="43501"/>
                </a:lnTo>
                <a:lnTo>
                  <a:pt x="1610639" y="43577"/>
                </a:lnTo>
                <a:lnTo>
                  <a:pt x="1584608" y="43625"/>
                </a:lnTo>
                <a:lnTo>
                  <a:pt x="1558576" y="43672"/>
                </a:lnTo>
                <a:lnTo>
                  <a:pt x="1532553" y="43701"/>
                </a:lnTo>
                <a:lnTo>
                  <a:pt x="1506522" y="43720"/>
                </a:lnTo>
                <a:lnTo>
                  <a:pt x="1480490" y="43739"/>
                </a:lnTo>
                <a:lnTo>
                  <a:pt x="1454458" y="43720"/>
                </a:lnTo>
                <a:lnTo>
                  <a:pt x="1428426" y="43710"/>
                </a:lnTo>
                <a:lnTo>
                  <a:pt x="1402394" y="43682"/>
                </a:lnTo>
                <a:lnTo>
                  <a:pt x="1376363" y="43634"/>
                </a:lnTo>
                <a:lnTo>
                  <a:pt x="1350331" y="43586"/>
                </a:lnTo>
                <a:lnTo>
                  <a:pt x="1324299" y="43520"/>
                </a:lnTo>
                <a:lnTo>
                  <a:pt x="1298267" y="43444"/>
                </a:lnTo>
                <a:lnTo>
                  <a:pt x="1272235" y="43358"/>
                </a:lnTo>
                <a:lnTo>
                  <a:pt x="1246203" y="43244"/>
                </a:lnTo>
                <a:lnTo>
                  <a:pt x="1220172" y="43129"/>
                </a:lnTo>
                <a:lnTo>
                  <a:pt x="1194140" y="43005"/>
                </a:lnTo>
                <a:lnTo>
                  <a:pt x="1168108" y="42863"/>
                </a:lnTo>
                <a:lnTo>
                  <a:pt x="1142076" y="42710"/>
                </a:lnTo>
                <a:lnTo>
                  <a:pt x="1116044" y="42539"/>
                </a:lnTo>
                <a:lnTo>
                  <a:pt x="1090012" y="42358"/>
                </a:lnTo>
                <a:lnTo>
                  <a:pt x="1063981" y="42177"/>
                </a:lnTo>
                <a:lnTo>
                  <a:pt x="1037958" y="41958"/>
                </a:lnTo>
                <a:lnTo>
                  <a:pt x="1011926" y="41739"/>
                </a:lnTo>
                <a:lnTo>
                  <a:pt x="985895" y="41500"/>
                </a:lnTo>
                <a:lnTo>
                  <a:pt x="959863" y="41243"/>
                </a:lnTo>
                <a:lnTo>
                  <a:pt x="933831" y="40986"/>
                </a:lnTo>
                <a:lnTo>
                  <a:pt x="907799" y="40691"/>
                </a:lnTo>
                <a:lnTo>
                  <a:pt x="881777" y="40405"/>
                </a:lnTo>
                <a:lnTo>
                  <a:pt x="855745" y="40081"/>
                </a:lnTo>
                <a:lnTo>
                  <a:pt x="829713" y="39748"/>
                </a:lnTo>
                <a:lnTo>
                  <a:pt x="803681" y="39405"/>
                </a:lnTo>
                <a:lnTo>
                  <a:pt x="777659" y="39033"/>
                </a:lnTo>
                <a:lnTo>
                  <a:pt x="751627" y="38652"/>
                </a:lnTo>
                <a:lnTo>
                  <a:pt x="725595" y="38243"/>
                </a:lnTo>
                <a:lnTo>
                  <a:pt x="699573" y="37814"/>
                </a:lnTo>
                <a:lnTo>
                  <a:pt x="673541" y="37367"/>
                </a:lnTo>
                <a:lnTo>
                  <a:pt x="647519" y="36900"/>
                </a:lnTo>
                <a:lnTo>
                  <a:pt x="621487" y="36414"/>
                </a:lnTo>
                <a:lnTo>
                  <a:pt x="595465" y="35881"/>
                </a:lnTo>
                <a:lnTo>
                  <a:pt x="569433" y="35357"/>
                </a:lnTo>
                <a:lnTo>
                  <a:pt x="543411" y="34785"/>
                </a:lnTo>
                <a:lnTo>
                  <a:pt x="517388" y="34185"/>
                </a:lnTo>
                <a:lnTo>
                  <a:pt x="491366" y="33557"/>
                </a:lnTo>
                <a:lnTo>
                  <a:pt x="465344" y="32890"/>
                </a:lnTo>
                <a:lnTo>
                  <a:pt x="439322" y="32195"/>
                </a:lnTo>
                <a:lnTo>
                  <a:pt x="413299" y="31461"/>
                </a:lnTo>
                <a:lnTo>
                  <a:pt x="387277" y="30680"/>
                </a:lnTo>
                <a:lnTo>
                  <a:pt x="361255" y="29861"/>
                </a:lnTo>
                <a:lnTo>
                  <a:pt x="335242" y="28985"/>
                </a:lnTo>
                <a:lnTo>
                  <a:pt x="309229" y="28051"/>
                </a:lnTo>
                <a:lnTo>
                  <a:pt x="283216" y="27061"/>
                </a:lnTo>
                <a:lnTo>
                  <a:pt x="257204" y="26003"/>
                </a:lnTo>
                <a:lnTo>
                  <a:pt x="231200" y="24870"/>
                </a:lnTo>
                <a:lnTo>
                  <a:pt x="205197" y="23622"/>
                </a:lnTo>
                <a:lnTo>
                  <a:pt x="179194" y="22279"/>
                </a:lnTo>
                <a:lnTo>
                  <a:pt x="153210" y="20793"/>
                </a:lnTo>
                <a:lnTo>
                  <a:pt x="127225" y="19155"/>
                </a:lnTo>
                <a:lnTo>
                  <a:pt x="101270" y="17269"/>
                </a:lnTo>
                <a:lnTo>
                  <a:pt x="75324" y="15069"/>
                </a:lnTo>
                <a:lnTo>
                  <a:pt x="49435" y="12383"/>
                </a:lnTo>
                <a:lnTo>
                  <a:pt x="23670" y="8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EDBAC27E-4C76-4343-A8B0-8487F6D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341" y="2678535"/>
            <a:ext cx="2955827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5C13230C-A6E2-45D3-8EDC-A07391A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488" y="3169491"/>
            <a:ext cx="2431332" cy="374142"/>
          </a:xfrm>
          <a:custGeom xmlns:a="http://schemas.openxmlformats.org/drawingml/2006/main">
            <a:pathLst>
              <a:path w="2431332" h="374142">
                <a:moveTo>
                  <a:pt x="0" y="0"/>
                </a:moveTo>
                <a:lnTo>
                  <a:pt x="11297" y="18812"/>
                </a:lnTo>
                <a:lnTo>
                  <a:pt x="22593" y="37614"/>
                </a:lnTo>
                <a:lnTo>
                  <a:pt x="33890" y="56426"/>
                </a:lnTo>
                <a:lnTo>
                  <a:pt x="45187" y="75228"/>
                </a:lnTo>
                <a:lnTo>
                  <a:pt x="56474" y="94040"/>
                </a:lnTo>
                <a:lnTo>
                  <a:pt x="67770" y="112843"/>
                </a:lnTo>
                <a:lnTo>
                  <a:pt x="79067" y="131655"/>
                </a:lnTo>
                <a:lnTo>
                  <a:pt x="90364" y="150457"/>
                </a:lnTo>
                <a:lnTo>
                  <a:pt x="101660" y="169269"/>
                </a:lnTo>
                <a:lnTo>
                  <a:pt x="112957" y="188081"/>
                </a:lnTo>
                <a:lnTo>
                  <a:pt x="124254" y="206883"/>
                </a:lnTo>
                <a:lnTo>
                  <a:pt x="135550" y="225695"/>
                </a:lnTo>
                <a:lnTo>
                  <a:pt x="146837" y="244497"/>
                </a:lnTo>
                <a:lnTo>
                  <a:pt x="158134" y="263309"/>
                </a:lnTo>
                <a:lnTo>
                  <a:pt x="169431" y="282111"/>
                </a:lnTo>
                <a:lnTo>
                  <a:pt x="180727" y="300923"/>
                </a:lnTo>
                <a:lnTo>
                  <a:pt x="192024" y="319726"/>
                </a:lnTo>
                <a:lnTo>
                  <a:pt x="205397" y="336175"/>
                </a:lnTo>
                <a:lnTo>
                  <a:pt x="226600" y="341719"/>
                </a:lnTo>
                <a:lnTo>
                  <a:pt x="248260" y="345186"/>
                </a:lnTo>
                <a:lnTo>
                  <a:pt x="270034" y="347872"/>
                </a:lnTo>
                <a:lnTo>
                  <a:pt x="291856" y="350101"/>
                </a:lnTo>
                <a:lnTo>
                  <a:pt x="313706" y="352025"/>
                </a:lnTo>
                <a:lnTo>
                  <a:pt x="335585" y="353711"/>
                </a:lnTo>
                <a:lnTo>
                  <a:pt x="357464" y="355244"/>
                </a:lnTo>
                <a:lnTo>
                  <a:pt x="379362" y="356616"/>
                </a:lnTo>
                <a:lnTo>
                  <a:pt x="401269" y="357892"/>
                </a:lnTo>
                <a:lnTo>
                  <a:pt x="423177" y="359054"/>
                </a:lnTo>
                <a:lnTo>
                  <a:pt x="445084" y="360140"/>
                </a:lnTo>
                <a:lnTo>
                  <a:pt x="467001" y="361150"/>
                </a:lnTo>
                <a:lnTo>
                  <a:pt x="488918" y="362083"/>
                </a:lnTo>
                <a:lnTo>
                  <a:pt x="510845" y="362969"/>
                </a:lnTo>
                <a:lnTo>
                  <a:pt x="532762" y="363788"/>
                </a:lnTo>
                <a:lnTo>
                  <a:pt x="554688" y="364569"/>
                </a:lnTo>
                <a:lnTo>
                  <a:pt x="576615" y="365293"/>
                </a:lnTo>
                <a:lnTo>
                  <a:pt x="598541" y="365979"/>
                </a:lnTo>
                <a:lnTo>
                  <a:pt x="620478" y="366627"/>
                </a:lnTo>
                <a:lnTo>
                  <a:pt x="642404" y="367236"/>
                </a:lnTo>
                <a:lnTo>
                  <a:pt x="664340" y="367808"/>
                </a:lnTo>
                <a:lnTo>
                  <a:pt x="686267" y="368341"/>
                </a:lnTo>
                <a:lnTo>
                  <a:pt x="708203" y="368865"/>
                </a:lnTo>
                <a:lnTo>
                  <a:pt x="730139" y="369332"/>
                </a:lnTo>
                <a:lnTo>
                  <a:pt x="752065" y="369799"/>
                </a:lnTo>
                <a:lnTo>
                  <a:pt x="774002" y="370218"/>
                </a:lnTo>
                <a:lnTo>
                  <a:pt x="795938" y="370618"/>
                </a:lnTo>
                <a:lnTo>
                  <a:pt x="817874" y="370989"/>
                </a:lnTo>
                <a:lnTo>
                  <a:pt x="839810" y="371351"/>
                </a:lnTo>
                <a:lnTo>
                  <a:pt x="861746" y="371666"/>
                </a:lnTo>
                <a:lnTo>
                  <a:pt x="883682" y="371980"/>
                </a:lnTo>
                <a:lnTo>
                  <a:pt x="905618" y="372256"/>
                </a:lnTo>
                <a:lnTo>
                  <a:pt x="927554" y="372523"/>
                </a:lnTo>
                <a:lnTo>
                  <a:pt x="949500" y="372761"/>
                </a:lnTo>
                <a:lnTo>
                  <a:pt x="971436" y="372980"/>
                </a:lnTo>
                <a:lnTo>
                  <a:pt x="993372" y="373180"/>
                </a:lnTo>
                <a:lnTo>
                  <a:pt x="1015308" y="373361"/>
                </a:lnTo>
                <a:lnTo>
                  <a:pt x="1037244" y="373523"/>
                </a:lnTo>
                <a:lnTo>
                  <a:pt x="1059190" y="373666"/>
                </a:lnTo>
                <a:lnTo>
                  <a:pt x="1081126" y="373790"/>
                </a:lnTo>
                <a:lnTo>
                  <a:pt x="1103062" y="373894"/>
                </a:lnTo>
                <a:lnTo>
                  <a:pt x="1124998" y="373990"/>
                </a:lnTo>
                <a:lnTo>
                  <a:pt x="1146943" y="374047"/>
                </a:lnTo>
                <a:lnTo>
                  <a:pt x="1168879" y="374104"/>
                </a:lnTo>
                <a:lnTo>
                  <a:pt x="1190816" y="374123"/>
                </a:lnTo>
                <a:lnTo>
                  <a:pt x="1212761" y="374142"/>
                </a:lnTo>
                <a:lnTo>
                  <a:pt x="1234697" y="374132"/>
                </a:lnTo>
                <a:lnTo>
                  <a:pt x="1256633" y="374113"/>
                </a:lnTo>
                <a:lnTo>
                  <a:pt x="1278569" y="374075"/>
                </a:lnTo>
                <a:lnTo>
                  <a:pt x="1300515" y="374018"/>
                </a:lnTo>
                <a:lnTo>
                  <a:pt x="1322451" y="373942"/>
                </a:lnTo>
                <a:lnTo>
                  <a:pt x="1344387" y="373847"/>
                </a:lnTo>
                <a:lnTo>
                  <a:pt x="1366333" y="373742"/>
                </a:lnTo>
                <a:lnTo>
                  <a:pt x="1388269" y="373599"/>
                </a:lnTo>
                <a:lnTo>
                  <a:pt x="1410205" y="373456"/>
                </a:lnTo>
                <a:lnTo>
                  <a:pt x="1432141" y="373275"/>
                </a:lnTo>
                <a:lnTo>
                  <a:pt x="1454087" y="373094"/>
                </a:lnTo>
                <a:lnTo>
                  <a:pt x="1476023" y="372885"/>
                </a:lnTo>
                <a:lnTo>
                  <a:pt x="1497959" y="372656"/>
                </a:lnTo>
                <a:lnTo>
                  <a:pt x="1519895" y="372399"/>
                </a:lnTo>
                <a:lnTo>
                  <a:pt x="1541831" y="372132"/>
                </a:lnTo>
                <a:lnTo>
                  <a:pt x="1563767" y="371837"/>
                </a:lnTo>
                <a:lnTo>
                  <a:pt x="1585703" y="371523"/>
                </a:lnTo>
                <a:lnTo>
                  <a:pt x="1607639" y="371189"/>
                </a:lnTo>
                <a:lnTo>
                  <a:pt x="1629575" y="370827"/>
                </a:lnTo>
                <a:lnTo>
                  <a:pt x="1651511" y="370437"/>
                </a:lnTo>
                <a:lnTo>
                  <a:pt x="1673447" y="370027"/>
                </a:lnTo>
                <a:lnTo>
                  <a:pt x="1695383" y="369589"/>
                </a:lnTo>
                <a:lnTo>
                  <a:pt x="1717319" y="369122"/>
                </a:lnTo>
                <a:lnTo>
                  <a:pt x="1739246" y="368627"/>
                </a:lnTo>
                <a:lnTo>
                  <a:pt x="1761182" y="368113"/>
                </a:lnTo>
                <a:lnTo>
                  <a:pt x="1783118" y="367560"/>
                </a:lnTo>
                <a:lnTo>
                  <a:pt x="1805045" y="366970"/>
                </a:lnTo>
                <a:lnTo>
                  <a:pt x="1826971" y="366341"/>
                </a:lnTo>
                <a:lnTo>
                  <a:pt x="1848907" y="365674"/>
                </a:lnTo>
                <a:lnTo>
                  <a:pt x="1870834" y="364969"/>
                </a:lnTo>
                <a:lnTo>
                  <a:pt x="1892760" y="364217"/>
                </a:lnTo>
                <a:lnTo>
                  <a:pt x="1914687" y="363426"/>
                </a:lnTo>
                <a:lnTo>
                  <a:pt x="1936604" y="362579"/>
                </a:lnTo>
                <a:lnTo>
                  <a:pt x="1958521" y="361664"/>
                </a:lnTo>
                <a:lnTo>
                  <a:pt x="1980448" y="360693"/>
                </a:lnTo>
                <a:lnTo>
                  <a:pt x="2002355" y="359664"/>
                </a:lnTo>
                <a:lnTo>
                  <a:pt x="2024263" y="358540"/>
                </a:lnTo>
                <a:lnTo>
                  <a:pt x="2046170" y="357330"/>
                </a:lnTo>
                <a:lnTo>
                  <a:pt x="2068068" y="356006"/>
                </a:lnTo>
                <a:lnTo>
                  <a:pt x="2089966" y="354568"/>
                </a:lnTo>
                <a:lnTo>
                  <a:pt x="2111845" y="352968"/>
                </a:lnTo>
                <a:lnTo>
                  <a:pt x="2133705" y="351177"/>
                </a:lnTo>
                <a:lnTo>
                  <a:pt x="2155555" y="349129"/>
                </a:lnTo>
                <a:lnTo>
                  <a:pt x="2177358" y="346729"/>
                </a:lnTo>
                <a:lnTo>
                  <a:pt x="2199094" y="343748"/>
                </a:lnTo>
                <a:lnTo>
                  <a:pt x="2220639" y="339652"/>
                </a:lnTo>
                <a:lnTo>
                  <a:pt x="2239318" y="330013"/>
                </a:lnTo>
                <a:lnTo>
                  <a:pt x="2250605" y="311210"/>
                </a:lnTo>
                <a:lnTo>
                  <a:pt x="2261902" y="292398"/>
                </a:lnTo>
                <a:lnTo>
                  <a:pt x="2273198" y="273596"/>
                </a:lnTo>
                <a:lnTo>
                  <a:pt x="2284495" y="254784"/>
                </a:lnTo>
                <a:lnTo>
                  <a:pt x="2295792" y="235982"/>
                </a:lnTo>
                <a:lnTo>
                  <a:pt x="2307088" y="217170"/>
                </a:lnTo>
                <a:lnTo>
                  <a:pt x="2318385" y="198368"/>
                </a:lnTo>
                <a:lnTo>
                  <a:pt x="2329682" y="179556"/>
                </a:lnTo>
                <a:lnTo>
                  <a:pt x="2340969" y="160744"/>
                </a:lnTo>
                <a:lnTo>
                  <a:pt x="2352265" y="141942"/>
                </a:lnTo>
                <a:lnTo>
                  <a:pt x="2363562" y="123130"/>
                </a:lnTo>
                <a:lnTo>
                  <a:pt x="2374859" y="104327"/>
                </a:lnTo>
                <a:lnTo>
                  <a:pt x="2386155" y="85515"/>
                </a:lnTo>
                <a:lnTo>
                  <a:pt x="2397452" y="66713"/>
                </a:lnTo>
                <a:lnTo>
                  <a:pt x="2408749" y="47901"/>
                </a:lnTo>
                <a:lnTo>
                  <a:pt x="2420045" y="29099"/>
                </a:lnTo>
                <a:lnTo>
                  <a:pt x="2431332" y="10287"/>
                </a:lnTo>
                <a:lnTo>
                  <a:pt x="2429818" y="5553"/>
                </a:lnTo>
                <a:lnTo>
                  <a:pt x="2408482" y="10544"/>
                </a:lnTo>
                <a:lnTo>
                  <a:pt x="2386775" y="13716"/>
                </a:lnTo>
                <a:lnTo>
                  <a:pt x="2364981" y="16193"/>
                </a:lnTo>
                <a:lnTo>
                  <a:pt x="2343140" y="18259"/>
                </a:lnTo>
                <a:lnTo>
                  <a:pt x="2321271" y="20050"/>
                </a:lnTo>
                <a:lnTo>
                  <a:pt x="2299392" y="21631"/>
                </a:lnTo>
                <a:lnTo>
                  <a:pt x="2277494" y="23070"/>
                </a:lnTo>
                <a:lnTo>
                  <a:pt x="2255596" y="24374"/>
                </a:lnTo>
                <a:lnTo>
                  <a:pt x="2233689" y="25575"/>
                </a:lnTo>
                <a:lnTo>
                  <a:pt x="2211781" y="26689"/>
                </a:lnTo>
                <a:lnTo>
                  <a:pt x="2189864" y="27727"/>
                </a:lnTo>
                <a:lnTo>
                  <a:pt x="2167947" y="28689"/>
                </a:lnTo>
                <a:lnTo>
                  <a:pt x="2146030" y="29604"/>
                </a:lnTo>
                <a:lnTo>
                  <a:pt x="2124104" y="30451"/>
                </a:lnTo>
                <a:lnTo>
                  <a:pt x="2102187" y="31261"/>
                </a:lnTo>
                <a:lnTo>
                  <a:pt x="2080260" y="32023"/>
                </a:lnTo>
                <a:lnTo>
                  <a:pt x="2058333" y="32747"/>
                </a:lnTo>
                <a:lnTo>
                  <a:pt x="2036407" y="33433"/>
                </a:lnTo>
                <a:lnTo>
                  <a:pt x="2014471" y="34080"/>
                </a:lnTo>
                <a:lnTo>
                  <a:pt x="1992544" y="34700"/>
                </a:lnTo>
                <a:lnTo>
                  <a:pt x="1970608" y="35281"/>
                </a:lnTo>
                <a:lnTo>
                  <a:pt x="1948682" y="35843"/>
                </a:lnTo>
                <a:lnTo>
                  <a:pt x="1926746" y="36376"/>
                </a:lnTo>
                <a:lnTo>
                  <a:pt x="1904819" y="36881"/>
                </a:lnTo>
                <a:lnTo>
                  <a:pt x="1882883" y="37357"/>
                </a:lnTo>
                <a:lnTo>
                  <a:pt x="1860947" y="37805"/>
                </a:lnTo>
                <a:lnTo>
                  <a:pt x="1839011" y="38243"/>
                </a:lnTo>
                <a:lnTo>
                  <a:pt x="1817075" y="38662"/>
                </a:lnTo>
                <a:lnTo>
                  <a:pt x="1795139" y="39053"/>
                </a:lnTo>
                <a:lnTo>
                  <a:pt x="1773203" y="39434"/>
                </a:lnTo>
                <a:lnTo>
                  <a:pt x="1751267" y="39786"/>
                </a:lnTo>
                <a:lnTo>
                  <a:pt x="1729330" y="40119"/>
                </a:lnTo>
                <a:lnTo>
                  <a:pt x="1707394" y="40443"/>
                </a:lnTo>
                <a:lnTo>
                  <a:pt x="1685458" y="40738"/>
                </a:lnTo>
                <a:lnTo>
                  <a:pt x="1663522" y="41034"/>
                </a:lnTo>
                <a:lnTo>
                  <a:pt x="1641586" y="41300"/>
                </a:lnTo>
                <a:lnTo>
                  <a:pt x="1619650" y="41558"/>
                </a:lnTo>
                <a:lnTo>
                  <a:pt x="1597714" y="41796"/>
                </a:lnTo>
                <a:lnTo>
                  <a:pt x="1575778" y="42015"/>
                </a:lnTo>
                <a:lnTo>
                  <a:pt x="1553832" y="42234"/>
                </a:lnTo>
                <a:lnTo>
                  <a:pt x="1531896" y="42415"/>
                </a:lnTo>
                <a:lnTo>
                  <a:pt x="1509960" y="42605"/>
                </a:lnTo>
                <a:lnTo>
                  <a:pt x="1488024" y="42767"/>
                </a:lnTo>
                <a:lnTo>
                  <a:pt x="1466088" y="42920"/>
                </a:lnTo>
                <a:lnTo>
                  <a:pt x="1444142" y="43063"/>
                </a:lnTo>
                <a:lnTo>
                  <a:pt x="1422206" y="43177"/>
                </a:lnTo>
                <a:lnTo>
                  <a:pt x="1400270" y="43301"/>
                </a:lnTo>
                <a:lnTo>
                  <a:pt x="1378325" y="43396"/>
                </a:lnTo>
                <a:lnTo>
                  <a:pt x="1356389" y="43482"/>
                </a:lnTo>
                <a:lnTo>
                  <a:pt x="1334453" y="43558"/>
                </a:lnTo>
                <a:lnTo>
                  <a:pt x="1312516" y="43615"/>
                </a:lnTo>
                <a:lnTo>
                  <a:pt x="1290571" y="43663"/>
                </a:lnTo>
                <a:lnTo>
                  <a:pt x="1268635" y="43701"/>
                </a:lnTo>
                <a:lnTo>
                  <a:pt x="1246699" y="43720"/>
                </a:lnTo>
                <a:lnTo>
                  <a:pt x="1224753" y="43729"/>
                </a:lnTo>
                <a:lnTo>
                  <a:pt x="1202817" y="43729"/>
                </a:lnTo>
                <a:lnTo>
                  <a:pt x="1180881" y="43710"/>
                </a:lnTo>
                <a:lnTo>
                  <a:pt x="1158945" y="43691"/>
                </a:lnTo>
                <a:lnTo>
                  <a:pt x="1136999" y="43644"/>
                </a:lnTo>
                <a:lnTo>
                  <a:pt x="1115063" y="43586"/>
                </a:lnTo>
                <a:lnTo>
                  <a:pt x="1093127" y="43520"/>
                </a:lnTo>
                <a:lnTo>
                  <a:pt x="1071182" y="43444"/>
                </a:lnTo>
                <a:lnTo>
                  <a:pt x="1049245" y="43358"/>
                </a:lnTo>
                <a:lnTo>
                  <a:pt x="1027309" y="43244"/>
                </a:lnTo>
                <a:lnTo>
                  <a:pt x="1005373" y="43129"/>
                </a:lnTo>
                <a:lnTo>
                  <a:pt x="983428" y="42996"/>
                </a:lnTo>
                <a:lnTo>
                  <a:pt x="961492" y="42853"/>
                </a:lnTo>
                <a:lnTo>
                  <a:pt x="939556" y="42701"/>
                </a:lnTo>
                <a:lnTo>
                  <a:pt x="917619" y="42520"/>
                </a:lnTo>
                <a:lnTo>
                  <a:pt x="895674" y="42329"/>
                </a:lnTo>
                <a:lnTo>
                  <a:pt x="873738" y="42139"/>
                </a:lnTo>
                <a:lnTo>
                  <a:pt x="851802" y="41910"/>
                </a:lnTo>
                <a:lnTo>
                  <a:pt x="829866" y="41691"/>
                </a:lnTo>
                <a:lnTo>
                  <a:pt x="807930" y="41443"/>
                </a:lnTo>
                <a:lnTo>
                  <a:pt x="785993" y="41177"/>
                </a:lnTo>
                <a:lnTo>
                  <a:pt x="764048" y="40910"/>
                </a:lnTo>
                <a:lnTo>
                  <a:pt x="742112" y="40605"/>
                </a:lnTo>
                <a:lnTo>
                  <a:pt x="720176" y="40310"/>
                </a:lnTo>
                <a:lnTo>
                  <a:pt x="698240" y="39967"/>
                </a:lnTo>
                <a:lnTo>
                  <a:pt x="676304" y="39624"/>
                </a:lnTo>
                <a:lnTo>
                  <a:pt x="654368" y="39262"/>
                </a:lnTo>
                <a:lnTo>
                  <a:pt x="632431" y="38872"/>
                </a:lnTo>
                <a:lnTo>
                  <a:pt x="610495" y="38481"/>
                </a:lnTo>
                <a:lnTo>
                  <a:pt x="588569" y="38043"/>
                </a:lnTo>
                <a:lnTo>
                  <a:pt x="566633" y="37614"/>
                </a:lnTo>
                <a:lnTo>
                  <a:pt x="544697" y="37128"/>
                </a:lnTo>
                <a:lnTo>
                  <a:pt x="522761" y="36652"/>
                </a:lnTo>
                <a:lnTo>
                  <a:pt x="500834" y="36138"/>
                </a:lnTo>
                <a:lnTo>
                  <a:pt x="478898" y="35595"/>
                </a:lnTo>
                <a:lnTo>
                  <a:pt x="456962" y="35023"/>
                </a:lnTo>
                <a:lnTo>
                  <a:pt x="435035" y="34423"/>
                </a:lnTo>
                <a:lnTo>
                  <a:pt x="413109" y="33785"/>
                </a:lnTo>
                <a:lnTo>
                  <a:pt x="391173" y="33128"/>
                </a:lnTo>
                <a:lnTo>
                  <a:pt x="369246" y="32423"/>
                </a:lnTo>
                <a:lnTo>
                  <a:pt x="347320" y="31680"/>
                </a:lnTo>
                <a:lnTo>
                  <a:pt x="325403" y="30899"/>
                </a:lnTo>
                <a:lnTo>
                  <a:pt x="303476" y="30070"/>
                </a:lnTo>
                <a:lnTo>
                  <a:pt x="281549" y="29194"/>
                </a:lnTo>
                <a:lnTo>
                  <a:pt x="259632" y="28261"/>
                </a:lnTo>
                <a:lnTo>
                  <a:pt x="237715" y="27261"/>
                </a:lnTo>
                <a:lnTo>
                  <a:pt x="215808" y="26194"/>
                </a:lnTo>
                <a:lnTo>
                  <a:pt x="193900" y="25041"/>
                </a:lnTo>
                <a:lnTo>
                  <a:pt x="171993" y="23793"/>
                </a:lnTo>
                <a:lnTo>
                  <a:pt x="150095" y="22431"/>
                </a:lnTo>
                <a:lnTo>
                  <a:pt x="128207" y="20936"/>
                </a:lnTo>
                <a:lnTo>
                  <a:pt x="106337" y="19260"/>
                </a:lnTo>
                <a:lnTo>
                  <a:pt x="84477" y="17364"/>
                </a:lnTo>
                <a:lnTo>
                  <a:pt x="62655" y="15135"/>
                </a:lnTo>
                <a:lnTo>
                  <a:pt x="40891" y="12392"/>
                </a:lnTo>
                <a:lnTo>
                  <a:pt x="19269" y="86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A1E91E94-0B3E-4193-89AE-20CCF81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526" y="3107265"/>
            <a:ext cx="2437448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8F63D7E-25D9-4E67-8098-404F513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7932" y="3598174"/>
            <a:ext cx="2036054" cy="374228"/>
          </a:xfrm>
          <a:custGeom xmlns:a="http://schemas.openxmlformats.org/drawingml/2006/main">
            <a:pathLst>
              <a:path w="2036054" h="374228">
                <a:moveTo>
                  <a:pt x="0" y="0"/>
                </a:moveTo>
                <a:lnTo>
                  <a:pt x="8973" y="16431"/>
                </a:lnTo>
                <a:lnTo>
                  <a:pt x="17945" y="32852"/>
                </a:lnTo>
                <a:lnTo>
                  <a:pt x="26908" y="49282"/>
                </a:lnTo>
                <a:lnTo>
                  <a:pt x="35881" y="65713"/>
                </a:lnTo>
                <a:lnTo>
                  <a:pt x="44853" y="82134"/>
                </a:lnTo>
                <a:lnTo>
                  <a:pt x="53826" y="98565"/>
                </a:lnTo>
                <a:lnTo>
                  <a:pt x="62789" y="114995"/>
                </a:lnTo>
                <a:lnTo>
                  <a:pt x="71761" y="131426"/>
                </a:lnTo>
                <a:lnTo>
                  <a:pt x="80734" y="147847"/>
                </a:lnTo>
                <a:lnTo>
                  <a:pt x="89706" y="164278"/>
                </a:lnTo>
                <a:lnTo>
                  <a:pt x="98669" y="180708"/>
                </a:lnTo>
                <a:lnTo>
                  <a:pt x="107642" y="197129"/>
                </a:lnTo>
                <a:lnTo>
                  <a:pt x="116615" y="213560"/>
                </a:lnTo>
                <a:lnTo>
                  <a:pt x="125587" y="229991"/>
                </a:lnTo>
                <a:lnTo>
                  <a:pt x="134550" y="246412"/>
                </a:lnTo>
                <a:lnTo>
                  <a:pt x="143523" y="262842"/>
                </a:lnTo>
                <a:lnTo>
                  <a:pt x="152495" y="279273"/>
                </a:lnTo>
                <a:lnTo>
                  <a:pt x="161468" y="295694"/>
                </a:lnTo>
                <a:lnTo>
                  <a:pt x="170440" y="312125"/>
                </a:lnTo>
                <a:lnTo>
                  <a:pt x="179403" y="328555"/>
                </a:lnTo>
                <a:lnTo>
                  <a:pt x="193653" y="339128"/>
                </a:lnTo>
                <a:lnTo>
                  <a:pt x="211826" y="343529"/>
                </a:lnTo>
                <a:lnTo>
                  <a:pt x="230286" y="346662"/>
                </a:lnTo>
                <a:lnTo>
                  <a:pt x="248831" y="349167"/>
                </a:lnTo>
                <a:lnTo>
                  <a:pt x="267424" y="351282"/>
                </a:lnTo>
                <a:lnTo>
                  <a:pt x="286055" y="353130"/>
                </a:lnTo>
                <a:lnTo>
                  <a:pt x="304695" y="354768"/>
                </a:lnTo>
                <a:lnTo>
                  <a:pt x="323355" y="356254"/>
                </a:lnTo>
                <a:lnTo>
                  <a:pt x="342024" y="357597"/>
                </a:lnTo>
                <a:lnTo>
                  <a:pt x="360702" y="358845"/>
                </a:lnTo>
                <a:lnTo>
                  <a:pt x="379381" y="359978"/>
                </a:lnTo>
                <a:lnTo>
                  <a:pt x="398069" y="361036"/>
                </a:lnTo>
                <a:lnTo>
                  <a:pt x="416766" y="362026"/>
                </a:lnTo>
                <a:lnTo>
                  <a:pt x="435454" y="362941"/>
                </a:lnTo>
                <a:lnTo>
                  <a:pt x="454152" y="363807"/>
                </a:lnTo>
                <a:lnTo>
                  <a:pt x="472859" y="364617"/>
                </a:lnTo>
                <a:lnTo>
                  <a:pt x="491557" y="365369"/>
                </a:lnTo>
                <a:lnTo>
                  <a:pt x="510264" y="366074"/>
                </a:lnTo>
                <a:lnTo>
                  <a:pt x="528961" y="366741"/>
                </a:lnTo>
                <a:lnTo>
                  <a:pt x="547668" y="367370"/>
                </a:lnTo>
                <a:lnTo>
                  <a:pt x="566385" y="367970"/>
                </a:lnTo>
                <a:lnTo>
                  <a:pt x="585092" y="368522"/>
                </a:lnTo>
                <a:lnTo>
                  <a:pt x="603799" y="369046"/>
                </a:lnTo>
                <a:lnTo>
                  <a:pt x="622506" y="369541"/>
                </a:lnTo>
                <a:lnTo>
                  <a:pt x="641223" y="369999"/>
                </a:lnTo>
                <a:lnTo>
                  <a:pt x="659930" y="370437"/>
                </a:lnTo>
                <a:lnTo>
                  <a:pt x="678647" y="370837"/>
                </a:lnTo>
                <a:lnTo>
                  <a:pt x="697363" y="371208"/>
                </a:lnTo>
                <a:lnTo>
                  <a:pt x="716070" y="371570"/>
                </a:lnTo>
                <a:lnTo>
                  <a:pt x="734787" y="371894"/>
                </a:lnTo>
                <a:lnTo>
                  <a:pt x="753504" y="372199"/>
                </a:lnTo>
                <a:lnTo>
                  <a:pt x="772220" y="372475"/>
                </a:lnTo>
                <a:lnTo>
                  <a:pt x="790937" y="372742"/>
                </a:lnTo>
                <a:lnTo>
                  <a:pt x="809654" y="372970"/>
                </a:lnTo>
                <a:lnTo>
                  <a:pt x="828370" y="373199"/>
                </a:lnTo>
                <a:lnTo>
                  <a:pt x="847087" y="373380"/>
                </a:lnTo>
                <a:lnTo>
                  <a:pt x="865794" y="373561"/>
                </a:lnTo>
                <a:lnTo>
                  <a:pt x="884511" y="373704"/>
                </a:lnTo>
                <a:lnTo>
                  <a:pt x="903237" y="373847"/>
                </a:lnTo>
                <a:lnTo>
                  <a:pt x="921953" y="373952"/>
                </a:lnTo>
                <a:lnTo>
                  <a:pt x="940670" y="374056"/>
                </a:lnTo>
                <a:lnTo>
                  <a:pt x="959387" y="374113"/>
                </a:lnTo>
                <a:lnTo>
                  <a:pt x="978103" y="374180"/>
                </a:lnTo>
                <a:lnTo>
                  <a:pt x="996820" y="374209"/>
                </a:lnTo>
                <a:lnTo>
                  <a:pt x="1015536" y="374228"/>
                </a:lnTo>
                <a:lnTo>
                  <a:pt x="1034253" y="374218"/>
                </a:lnTo>
                <a:lnTo>
                  <a:pt x="1052970" y="374199"/>
                </a:lnTo>
                <a:lnTo>
                  <a:pt x="1071686" y="374152"/>
                </a:lnTo>
                <a:lnTo>
                  <a:pt x="1090403" y="374085"/>
                </a:lnTo>
                <a:lnTo>
                  <a:pt x="1109120" y="374009"/>
                </a:lnTo>
                <a:lnTo>
                  <a:pt x="1127836" y="373904"/>
                </a:lnTo>
                <a:lnTo>
                  <a:pt x="1146553" y="373780"/>
                </a:lnTo>
                <a:lnTo>
                  <a:pt x="1165269" y="373637"/>
                </a:lnTo>
                <a:lnTo>
                  <a:pt x="1183986" y="373475"/>
                </a:lnTo>
                <a:lnTo>
                  <a:pt x="1202703" y="373294"/>
                </a:lnTo>
                <a:lnTo>
                  <a:pt x="1221419" y="373094"/>
                </a:lnTo>
                <a:lnTo>
                  <a:pt x="1240136" y="372856"/>
                </a:lnTo>
                <a:lnTo>
                  <a:pt x="1258853" y="372618"/>
                </a:lnTo>
                <a:lnTo>
                  <a:pt x="1277569" y="372342"/>
                </a:lnTo>
                <a:lnTo>
                  <a:pt x="1296286" y="372056"/>
                </a:lnTo>
                <a:lnTo>
                  <a:pt x="1314993" y="371732"/>
                </a:lnTo>
                <a:lnTo>
                  <a:pt x="1333710" y="371399"/>
                </a:lnTo>
                <a:lnTo>
                  <a:pt x="1352426" y="371027"/>
                </a:lnTo>
                <a:lnTo>
                  <a:pt x="1371133" y="370646"/>
                </a:lnTo>
                <a:lnTo>
                  <a:pt x="1389850" y="370227"/>
                </a:lnTo>
                <a:lnTo>
                  <a:pt x="1408567" y="369780"/>
                </a:lnTo>
                <a:lnTo>
                  <a:pt x="1427274" y="369303"/>
                </a:lnTo>
                <a:lnTo>
                  <a:pt x="1445981" y="368789"/>
                </a:lnTo>
                <a:lnTo>
                  <a:pt x="1464697" y="368256"/>
                </a:lnTo>
                <a:lnTo>
                  <a:pt x="1483404" y="367684"/>
                </a:lnTo>
                <a:lnTo>
                  <a:pt x="1502112" y="367074"/>
                </a:lnTo>
                <a:lnTo>
                  <a:pt x="1520819" y="366427"/>
                </a:lnTo>
                <a:lnTo>
                  <a:pt x="1539516" y="365731"/>
                </a:lnTo>
                <a:lnTo>
                  <a:pt x="1558223" y="364998"/>
                </a:lnTo>
                <a:lnTo>
                  <a:pt x="1576921" y="364217"/>
                </a:lnTo>
                <a:lnTo>
                  <a:pt x="1595618" y="363388"/>
                </a:lnTo>
                <a:lnTo>
                  <a:pt x="1614316" y="362502"/>
                </a:lnTo>
                <a:lnTo>
                  <a:pt x="1633014" y="361550"/>
                </a:lnTo>
                <a:lnTo>
                  <a:pt x="1651702" y="360531"/>
                </a:lnTo>
                <a:lnTo>
                  <a:pt x="1670390" y="359435"/>
                </a:lnTo>
                <a:lnTo>
                  <a:pt x="1689068" y="358245"/>
                </a:lnTo>
                <a:lnTo>
                  <a:pt x="1707737" y="356959"/>
                </a:lnTo>
                <a:lnTo>
                  <a:pt x="1726406" y="355549"/>
                </a:lnTo>
                <a:lnTo>
                  <a:pt x="1745056" y="353987"/>
                </a:lnTo>
                <a:lnTo>
                  <a:pt x="1763687" y="352254"/>
                </a:lnTo>
                <a:lnTo>
                  <a:pt x="1782308" y="350291"/>
                </a:lnTo>
                <a:lnTo>
                  <a:pt x="1800882" y="347996"/>
                </a:lnTo>
                <a:lnTo>
                  <a:pt x="1819389" y="345234"/>
                </a:lnTo>
                <a:lnTo>
                  <a:pt x="1837754" y="341624"/>
                </a:lnTo>
                <a:lnTo>
                  <a:pt x="1855470" y="335728"/>
                </a:lnTo>
                <a:lnTo>
                  <a:pt x="1865614" y="320526"/>
                </a:lnTo>
                <a:lnTo>
                  <a:pt x="1874587" y="304095"/>
                </a:lnTo>
                <a:lnTo>
                  <a:pt x="1883559" y="287665"/>
                </a:lnTo>
                <a:lnTo>
                  <a:pt x="1892522" y="271243"/>
                </a:lnTo>
                <a:lnTo>
                  <a:pt x="1901495" y="254813"/>
                </a:lnTo>
                <a:lnTo>
                  <a:pt x="1910467" y="238382"/>
                </a:lnTo>
                <a:lnTo>
                  <a:pt x="1919440" y="221961"/>
                </a:lnTo>
                <a:lnTo>
                  <a:pt x="1928403" y="205530"/>
                </a:lnTo>
                <a:lnTo>
                  <a:pt x="1937375" y="189100"/>
                </a:lnTo>
                <a:lnTo>
                  <a:pt x="1946348" y="172669"/>
                </a:lnTo>
                <a:lnTo>
                  <a:pt x="1955321" y="156248"/>
                </a:lnTo>
                <a:lnTo>
                  <a:pt x="1964293" y="139817"/>
                </a:lnTo>
                <a:lnTo>
                  <a:pt x="1973256" y="123387"/>
                </a:lnTo>
                <a:lnTo>
                  <a:pt x="1982229" y="106966"/>
                </a:lnTo>
                <a:lnTo>
                  <a:pt x="1991201" y="90535"/>
                </a:lnTo>
                <a:lnTo>
                  <a:pt x="2000174" y="74105"/>
                </a:lnTo>
                <a:lnTo>
                  <a:pt x="2009137" y="57683"/>
                </a:lnTo>
                <a:lnTo>
                  <a:pt x="2018109" y="41253"/>
                </a:lnTo>
                <a:lnTo>
                  <a:pt x="2027082" y="24822"/>
                </a:lnTo>
                <a:lnTo>
                  <a:pt x="2036054" y="8401"/>
                </a:lnTo>
                <a:lnTo>
                  <a:pt x="2033978" y="5639"/>
                </a:lnTo>
                <a:lnTo>
                  <a:pt x="2015957" y="10620"/>
                </a:lnTo>
                <a:lnTo>
                  <a:pt x="1997516" y="13811"/>
                </a:lnTo>
                <a:lnTo>
                  <a:pt x="1978971" y="16307"/>
                </a:lnTo>
                <a:lnTo>
                  <a:pt x="1960369" y="18383"/>
                </a:lnTo>
                <a:lnTo>
                  <a:pt x="1941738" y="20193"/>
                </a:lnTo>
                <a:lnTo>
                  <a:pt x="1923088" y="21793"/>
                </a:lnTo>
                <a:lnTo>
                  <a:pt x="1904429" y="23231"/>
                </a:lnTo>
                <a:lnTo>
                  <a:pt x="1885760" y="24546"/>
                </a:lnTo>
                <a:lnTo>
                  <a:pt x="1867081" y="25765"/>
                </a:lnTo>
                <a:lnTo>
                  <a:pt x="1848393" y="26880"/>
                </a:lnTo>
                <a:lnTo>
                  <a:pt x="1829705" y="27918"/>
                </a:lnTo>
                <a:lnTo>
                  <a:pt x="1811017" y="28889"/>
                </a:lnTo>
                <a:lnTo>
                  <a:pt x="1792319" y="29804"/>
                </a:lnTo>
                <a:lnTo>
                  <a:pt x="1773622" y="30671"/>
                </a:lnTo>
                <a:lnTo>
                  <a:pt x="1754924" y="31471"/>
                </a:lnTo>
                <a:lnTo>
                  <a:pt x="1736227" y="32242"/>
                </a:lnTo>
                <a:lnTo>
                  <a:pt x="1717519" y="32966"/>
                </a:lnTo>
                <a:lnTo>
                  <a:pt x="1698812" y="33652"/>
                </a:lnTo>
                <a:lnTo>
                  <a:pt x="1680105" y="34300"/>
                </a:lnTo>
                <a:lnTo>
                  <a:pt x="1661398" y="34919"/>
                </a:lnTo>
                <a:lnTo>
                  <a:pt x="1642691" y="35500"/>
                </a:lnTo>
                <a:lnTo>
                  <a:pt x="1623984" y="36062"/>
                </a:lnTo>
                <a:lnTo>
                  <a:pt x="1605277" y="36586"/>
                </a:lnTo>
                <a:lnTo>
                  <a:pt x="1586560" y="37090"/>
                </a:lnTo>
                <a:lnTo>
                  <a:pt x="1567853" y="37576"/>
                </a:lnTo>
                <a:lnTo>
                  <a:pt x="1549146" y="38033"/>
                </a:lnTo>
                <a:lnTo>
                  <a:pt x="1530429" y="38462"/>
                </a:lnTo>
                <a:lnTo>
                  <a:pt x="1511713" y="38862"/>
                </a:lnTo>
                <a:lnTo>
                  <a:pt x="1493006" y="39253"/>
                </a:lnTo>
                <a:lnTo>
                  <a:pt x="1474289" y="39634"/>
                </a:lnTo>
                <a:lnTo>
                  <a:pt x="1455572" y="39976"/>
                </a:lnTo>
                <a:lnTo>
                  <a:pt x="1436865" y="40319"/>
                </a:lnTo>
                <a:lnTo>
                  <a:pt x="1418149" y="40624"/>
                </a:lnTo>
                <a:lnTo>
                  <a:pt x="1399432" y="40929"/>
                </a:lnTo>
                <a:lnTo>
                  <a:pt x="1380715" y="41205"/>
                </a:lnTo>
                <a:lnTo>
                  <a:pt x="1361999" y="41472"/>
                </a:lnTo>
                <a:lnTo>
                  <a:pt x="1343282" y="41720"/>
                </a:lnTo>
                <a:lnTo>
                  <a:pt x="1324566" y="41948"/>
                </a:lnTo>
                <a:lnTo>
                  <a:pt x="1305858" y="42177"/>
                </a:lnTo>
                <a:lnTo>
                  <a:pt x="1287142" y="42367"/>
                </a:lnTo>
                <a:lnTo>
                  <a:pt x="1268425" y="42558"/>
                </a:lnTo>
                <a:lnTo>
                  <a:pt x="1249709" y="42739"/>
                </a:lnTo>
                <a:lnTo>
                  <a:pt x="1230992" y="42891"/>
                </a:lnTo>
                <a:lnTo>
                  <a:pt x="1212275" y="43043"/>
                </a:lnTo>
                <a:lnTo>
                  <a:pt x="1193559" y="43167"/>
                </a:lnTo>
                <a:lnTo>
                  <a:pt x="1174842" y="43282"/>
                </a:lnTo>
                <a:lnTo>
                  <a:pt x="1156125" y="43386"/>
                </a:lnTo>
                <a:lnTo>
                  <a:pt x="1137409" y="43472"/>
                </a:lnTo>
                <a:lnTo>
                  <a:pt x="1118683" y="43558"/>
                </a:lnTo>
                <a:lnTo>
                  <a:pt x="1099966" y="43605"/>
                </a:lnTo>
                <a:lnTo>
                  <a:pt x="1081249" y="43663"/>
                </a:lnTo>
                <a:lnTo>
                  <a:pt x="1062533" y="43701"/>
                </a:lnTo>
                <a:lnTo>
                  <a:pt x="1043816" y="43720"/>
                </a:lnTo>
                <a:lnTo>
                  <a:pt x="1025100" y="43729"/>
                </a:lnTo>
                <a:lnTo>
                  <a:pt x="1006383" y="43729"/>
                </a:lnTo>
                <a:lnTo>
                  <a:pt x="987666" y="43710"/>
                </a:lnTo>
                <a:lnTo>
                  <a:pt x="968950" y="43682"/>
                </a:lnTo>
                <a:lnTo>
                  <a:pt x="950233" y="43634"/>
                </a:lnTo>
                <a:lnTo>
                  <a:pt x="931516" y="43586"/>
                </a:lnTo>
                <a:lnTo>
                  <a:pt x="912800" y="43510"/>
                </a:lnTo>
                <a:lnTo>
                  <a:pt x="894083" y="43434"/>
                </a:lnTo>
                <a:lnTo>
                  <a:pt x="875367" y="43339"/>
                </a:lnTo>
                <a:lnTo>
                  <a:pt x="856650" y="43224"/>
                </a:lnTo>
                <a:lnTo>
                  <a:pt x="837933" y="43101"/>
                </a:lnTo>
                <a:lnTo>
                  <a:pt x="819217" y="42967"/>
                </a:lnTo>
                <a:lnTo>
                  <a:pt x="800500" y="42815"/>
                </a:lnTo>
                <a:lnTo>
                  <a:pt x="781783" y="42653"/>
                </a:lnTo>
                <a:lnTo>
                  <a:pt x="763067" y="42462"/>
                </a:lnTo>
                <a:lnTo>
                  <a:pt x="744350" y="42281"/>
                </a:lnTo>
                <a:lnTo>
                  <a:pt x="725634" y="42062"/>
                </a:lnTo>
                <a:lnTo>
                  <a:pt x="706917" y="41843"/>
                </a:lnTo>
                <a:lnTo>
                  <a:pt x="688200" y="41605"/>
                </a:lnTo>
                <a:lnTo>
                  <a:pt x="669484" y="41339"/>
                </a:lnTo>
                <a:lnTo>
                  <a:pt x="650767" y="41081"/>
                </a:lnTo>
                <a:lnTo>
                  <a:pt x="632050" y="40786"/>
                </a:lnTo>
                <a:lnTo>
                  <a:pt x="613343" y="40472"/>
                </a:lnTo>
                <a:lnTo>
                  <a:pt x="594627" y="40157"/>
                </a:lnTo>
                <a:lnTo>
                  <a:pt x="575910" y="39805"/>
                </a:lnTo>
                <a:lnTo>
                  <a:pt x="557193" y="39462"/>
                </a:lnTo>
                <a:lnTo>
                  <a:pt x="538486" y="39062"/>
                </a:lnTo>
                <a:lnTo>
                  <a:pt x="519770" y="38671"/>
                </a:lnTo>
                <a:lnTo>
                  <a:pt x="501063" y="38243"/>
                </a:lnTo>
                <a:lnTo>
                  <a:pt x="482346" y="37805"/>
                </a:lnTo>
                <a:lnTo>
                  <a:pt x="463639" y="37338"/>
                </a:lnTo>
                <a:lnTo>
                  <a:pt x="444922" y="36852"/>
                </a:lnTo>
                <a:lnTo>
                  <a:pt x="426215" y="36328"/>
                </a:lnTo>
                <a:lnTo>
                  <a:pt x="407508" y="35785"/>
                </a:lnTo>
                <a:lnTo>
                  <a:pt x="388791" y="35214"/>
                </a:lnTo>
                <a:lnTo>
                  <a:pt x="370084" y="34614"/>
                </a:lnTo>
                <a:lnTo>
                  <a:pt x="351377" y="33985"/>
                </a:lnTo>
                <a:lnTo>
                  <a:pt x="332680" y="33318"/>
                </a:lnTo>
                <a:lnTo>
                  <a:pt x="313973" y="32614"/>
                </a:lnTo>
                <a:lnTo>
                  <a:pt x="295265" y="31871"/>
                </a:lnTo>
                <a:lnTo>
                  <a:pt x="276568" y="31080"/>
                </a:lnTo>
                <a:lnTo>
                  <a:pt x="257870" y="30251"/>
                </a:lnTo>
                <a:lnTo>
                  <a:pt x="239173" y="29366"/>
                </a:lnTo>
                <a:lnTo>
                  <a:pt x="220485" y="28423"/>
                </a:lnTo>
                <a:lnTo>
                  <a:pt x="201787" y="27422"/>
                </a:lnTo>
                <a:lnTo>
                  <a:pt x="183099" y="26337"/>
                </a:lnTo>
                <a:lnTo>
                  <a:pt x="164421" y="25175"/>
                </a:lnTo>
                <a:lnTo>
                  <a:pt x="145752" y="23917"/>
                </a:lnTo>
                <a:lnTo>
                  <a:pt x="127083" y="22546"/>
                </a:lnTo>
                <a:lnTo>
                  <a:pt x="108423" y="21031"/>
                </a:lnTo>
                <a:lnTo>
                  <a:pt x="89783" y="19336"/>
                </a:lnTo>
                <a:lnTo>
                  <a:pt x="71171" y="17412"/>
                </a:lnTo>
                <a:lnTo>
                  <a:pt x="52588" y="15154"/>
                </a:lnTo>
                <a:lnTo>
                  <a:pt x="34080" y="12373"/>
                </a:lnTo>
                <a:lnTo>
                  <a:pt x="15754" y="8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4A094A97-1DD0-4A1C-A101-B0A8202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7903" y="3535994"/>
            <a:ext cx="2040684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0AFB60CE-163A-4FB0-8C2A-C034C3FB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8393" y="4026922"/>
            <a:ext cx="1678324" cy="374218"/>
          </a:xfrm>
          <a:custGeom xmlns:a="http://schemas.openxmlformats.org/drawingml/2006/main">
            <a:pathLst>
              <a:path w="1678324" h="374218">
                <a:moveTo>
                  <a:pt x="0" y="0"/>
                </a:moveTo>
                <a:lnTo>
                  <a:pt x="7296" y="14202"/>
                </a:lnTo>
                <a:lnTo>
                  <a:pt x="14592" y="28413"/>
                </a:lnTo>
                <a:lnTo>
                  <a:pt x="21888" y="42615"/>
                </a:lnTo>
                <a:lnTo>
                  <a:pt x="29185" y="56817"/>
                </a:lnTo>
                <a:lnTo>
                  <a:pt x="36481" y="71028"/>
                </a:lnTo>
                <a:lnTo>
                  <a:pt x="43777" y="85230"/>
                </a:lnTo>
                <a:lnTo>
                  <a:pt x="51073" y="99431"/>
                </a:lnTo>
                <a:lnTo>
                  <a:pt x="58369" y="113643"/>
                </a:lnTo>
                <a:lnTo>
                  <a:pt x="65665" y="127845"/>
                </a:lnTo>
                <a:lnTo>
                  <a:pt x="72962" y="142046"/>
                </a:lnTo>
                <a:lnTo>
                  <a:pt x="80258" y="156248"/>
                </a:lnTo>
                <a:lnTo>
                  <a:pt x="87554" y="170459"/>
                </a:lnTo>
                <a:lnTo>
                  <a:pt x="94850" y="184661"/>
                </a:lnTo>
                <a:lnTo>
                  <a:pt x="102146" y="198863"/>
                </a:lnTo>
                <a:lnTo>
                  <a:pt x="109442" y="213074"/>
                </a:lnTo>
                <a:lnTo>
                  <a:pt x="116738" y="227276"/>
                </a:lnTo>
                <a:lnTo>
                  <a:pt x="124035" y="241478"/>
                </a:lnTo>
                <a:lnTo>
                  <a:pt x="131331" y="255689"/>
                </a:lnTo>
                <a:lnTo>
                  <a:pt x="138627" y="269891"/>
                </a:lnTo>
                <a:lnTo>
                  <a:pt x="145933" y="284093"/>
                </a:lnTo>
                <a:lnTo>
                  <a:pt x="153229" y="298304"/>
                </a:lnTo>
                <a:lnTo>
                  <a:pt x="160525" y="312506"/>
                </a:lnTo>
                <a:lnTo>
                  <a:pt x="167821" y="326708"/>
                </a:lnTo>
                <a:lnTo>
                  <a:pt x="177917" y="338128"/>
                </a:lnTo>
                <a:lnTo>
                  <a:pt x="193062" y="343100"/>
                </a:lnTo>
                <a:lnTo>
                  <a:pt x="208664" y="346500"/>
                </a:lnTo>
                <a:lnTo>
                  <a:pt x="224409" y="349186"/>
                </a:lnTo>
                <a:lnTo>
                  <a:pt x="240221" y="351425"/>
                </a:lnTo>
                <a:lnTo>
                  <a:pt x="256070" y="353368"/>
                </a:lnTo>
                <a:lnTo>
                  <a:pt x="271948" y="355092"/>
                </a:lnTo>
                <a:lnTo>
                  <a:pt x="287846" y="356635"/>
                </a:lnTo>
                <a:lnTo>
                  <a:pt x="303743" y="358035"/>
                </a:lnTo>
                <a:lnTo>
                  <a:pt x="319669" y="359312"/>
                </a:lnTo>
                <a:lnTo>
                  <a:pt x="335594" y="360493"/>
                </a:lnTo>
                <a:lnTo>
                  <a:pt x="351520" y="361588"/>
                </a:lnTo>
                <a:lnTo>
                  <a:pt x="367455" y="362598"/>
                </a:lnTo>
                <a:lnTo>
                  <a:pt x="383400" y="363541"/>
                </a:lnTo>
                <a:lnTo>
                  <a:pt x="399345" y="364417"/>
                </a:lnTo>
                <a:lnTo>
                  <a:pt x="415290" y="365236"/>
                </a:lnTo>
                <a:lnTo>
                  <a:pt x="431244" y="365998"/>
                </a:lnTo>
                <a:lnTo>
                  <a:pt x="447199" y="366722"/>
                </a:lnTo>
                <a:lnTo>
                  <a:pt x="463153" y="367389"/>
                </a:lnTo>
                <a:lnTo>
                  <a:pt x="479108" y="368027"/>
                </a:lnTo>
                <a:lnTo>
                  <a:pt x="495071" y="368618"/>
                </a:lnTo>
                <a:lnTo>
                  <a:pt x="511026" y="369160"/>
                </a:lnTo>
                <a:lnTo>
                  <a:pt x="526990" y="369684"/>
                </a:lnTo>
                <a:lnTo>
                  <a:pt x="542954" y="370161"/>
                </a:lnTo>
                <a:lnTo>
                  <a:pt x="558917" y="370618"/>
                </a:lnTo>
                <a:lnTo>
                  <a:pt x="574872" y="371037"/>
                </a:lnTo>
                <a:lnTo>
                  <a:pt x="590845" y="371427"/>
                </a:lnTo>
                <a:lnTo>
                  <a:pt x="606809" y="371780"/>
                </a:lnTo>
                <a:lnTo>
                  <a:pt x="622773" y="372123"/>
                </a:lnTo>
                <a:lnTo>
                  <a:pt x="638737" y="372418"/>
                </a:lnTo>
                <a:lnTo>
                  <a:pt x="654701" y="372713"/>
                </a:lnTo>
                <a:lnTo>
                  <a:pt x="670674" y="372961"/>
                </a:lnTo>
                <a:lnTo>
                  <a:pt x="686638" y="373199"/>
                </a:lnTo>
                <a:lnTo>
                  <a:pt x="702602" y="373399"/>
                </a:lnTo>
                <a:lnTo>
                  <a:pt x="718576" y="373580"/>
                </a:lnTo>
                <a:lnTo>
                  <a:pt x="734539" y="373742"/>
                </a:lnTo>
                <a:lnTo>
                  <a:pt x="750513" y="373875"/>
                </a:lnTo>
                <a:lnTo>
                  <a:pt x="766477" y="373990"/>
                </a:lnTo>
                <a:lnTo>
                  <a:pt x="782450" y="374085"/>
                </a:lnTo>
                <a:lnTo>
                  <a:pt x="798414" y="374152"/>
                </a:lnTo>
                <a:lnTo>
                  <a:pt x="814388" y="374199"/>
                </a:lnTo>
                <a:lnTo>
                  <a:pt x="830351" y="374218"/>
                </a:lnTo>
                <a:lnTo>
                  <a:pt x="846325" y="374218"/>
                </a:lnTo>
                <a:lnTo>
                  <a:pt x="862298" y="374199"/>
                </a:lnTo>
                <a:lnTo>
                  <a:pt x="878262" y="374161"/>
                </a:lnTo>
                <a:lnTo>
                  <a:pt x="894236" y="374094"/>
                </a:lnTo>
                <a:lnTo>
                  <a:pt x="910199" y="374009"/>
                </a:lnTo>
                <a:lnTo>
                  <a:pt x="926173" y="373904"/>
                </a:lnTo>
                <a:lnTo>
                  <a:pt x="942137" y="373771"/>
                </a:lnTo>
                <a:lnTo>
                  <a:pt x="958110" y="373609"/>
                </a:lnTo>
                <a:lnTo>
                  <a:pt x="974074" y="373437"/>
                </a:lnTo>
                <a:lnTo>
                  <a:pt x="990038" y="373237"/>
                </a:lnTo>
                <a:lnTo>
                  <a:pt x="1006011" y="372999"/>
                </a:lnTo>
                <a:lnTo>
                  <a:pt x="1021975" y="372761"/>
                </a:lnTo>
                <a:lnTo>
                  <a:pt x="1037939" y="372475"/>
                </a:lnTo>
                <a:lnTo>
                  <a:pt x="1053913" y="372180"/>
                </a:lnTo>
                <a:lnTo>
                  <a:pt x="1069877" y="371846"/>
                </a:lnTo>
                <a:lnTo>
                  <a:pt x="1085840" y="371504"/>
                </a:lnTo>
                <a:lnTo>
                  <a:pt x="1101804" y="371104"/>
                </a:lnTo>
                <a:lnTo>
                  <a:pt x="1117768" y="370694"/>
                </a:lnTo>
                <a:lnTo>
                  <a:pt x="1133732" y="370256"/>
                </a:lnTo>
                <a:lnTo>
                  <a:pt x="1149696" y="369780"/>
                </a:lnTo>
                <a:lnTo>
                  <a:pt x="1165660" y="369265"/>
                </a:lnTo>
                <a:lnTo>
                  <a:pt x="1181614" y="368722"/>
                </a:lnTo>
                <a:lnTo>
                  <a:pt x="1197578" y="368141"/>
                </a:lnTo>
                <a:lnTo>
                  <a:pt x="1213533" y="367513"/>
                </a:lnTo>
                <a:lnTo>
                  <a:pt x="1229487" y="366846"/>
                </a:lnTo>
                <a:lnTo>
                  <a:pt x="1245441" y="366141"/>
                </a:lnTo>
                <a:lnTo>
                  <a:pt x="1261386" y="365379"/>
                </a:lnTo>
                <a:lnTo>
                  <a:pt x="1277341" y="364579"/>
                </a:lnTo>
                <a:lnTo>
                  <a:pt x="1293285" y="363703"/>
                </a:lnTo>
                <a:lnTo>
                  <a:pt x="1309230" y="362779"/>
                </a:lnTo>
                <a:lnTo>
                  <a:pt x="1325166" y="361788"/>
                </a:lnTo>
                <a:lnTo>
                  <a:pt x="1341101" y="360712"/>
                </a:lnTo>
                <a:lnTo>
                  <a:pt x="1357027" y="359550"/>
                </a:lnTo>
                <a:lnTo>
                  <a:pt x="1372943" y="358283"/>
                </a:lnTo>
                <a:lnTo>
                  <a:pt x="1388850" y="356911"/>
                </a:lnTo>
                <a:lnTo>
                  <a:pt x="1404747" y="355397"/>
                </a:lnTo>
                <a:lnTo>
                  <a:pt x="1420635" y="353711"/>
                </a:lnTo>
                <a:lnTo>
                  <a:pt x="1436484" y="351815"/>
                </a:lnTo>
                <a:lnTo>
                  <a:pt x="1452305" y="349634"/>
                </a:lnTo>
                <a:lnTo>
                  <a:pt x="1468060" y="347053"/>
                </a:lnTo>
                <a:lnTo>
                  <a:pt x="1483700" y="343824"/>
                </a:lnTo>
                <a:lnTo>
                  <a:pt x="1498997" y="339290"/>
                </a:lnTo>
                <a:lnTo>
                  <a:pt x="1510503" y="329403"/>
                </a:lnTo>
                <a:lnTo>
                  <a:pt x="1517799" y="315192"/>
                </a:lnTo>
                <a:lnTo>
                  <a:pt x="1525095" y="300990"/>
                </a:lnTo>
                <a:lnTo>
                  <a:pt x="1532392" y="286788"/>
                </a:lnTo>
                <a:lnTo>
                  <a:pt x="1539697" y="272586"/>
                </a:lnTo>
                <a:lnTo>
                  <a:pt x="1546993" y="258375"/>
                </a:lnTo>
                <a:lnTo>
                  <a:pt x="1554290" y="244173"/>
                </a:lnTo>
                <a:lnTo>
                  <a:pt x="1561586" y="229972"/>
                </a:lnTo>
                <a:lnTo>
                  <a:pt x="1568882" y="215760"/>
                </a:lnTo>
                <a:lnTo>
                  <a:pt x="1576178" y="201559"/>
                </a:lnTo>
                <a:lnTo>
                  <a:pt x="1583474" y="187357"/>
                </a:lnTo>
                <a:lnTo>
                  <a:pt x="1590770" y="173145"/>
                </a:lnTo>
                <a:lnTo>
                  <a:pt x="1598066" y="158944"/>
                </a:lnTo>
                <a:lnTo>
                  <a:pt x="1605363" y="144742"/>
                </a:lnTo>
                <a:lnTo>
                  <a:pt x="1612659" y="130531"/>
                </a:lnTo>
                <a:lnTo>
                  <a:pt x="1619955" y="116329"/>
                </a:lnTo>
                <a:lnTo>
                  <a:pt x="1627251" y="102127"/>
                </a:lnTo>
                <a:lnTo>
                  <a:pt x="1634547" y="87916"/>
                </a:lnTo>
                <a:lnTo>
                  <a:pt x="1641843" y="73714"/>
                </a:lnTo>
                <a:lnTo>
                  <a:pt x="1649139" y="59512"/>
                </a:lnTo>
                <a:lnTo>
                  <a:pt x="1656436" y="45301"/>
                </a:lnTo>
                <a:lnTo>
                  <a:pt x="1663732" y="31099"/>
                </a:lnTo>
                <a:lnTo>
                  <a:pt x="1671028" y="16897"/>
                </a:lnTo>
                <a:lnTo>
                  <a:pt x="1678324" y="2696"/>
                </a:lnTo>
                <a:lnTo>
                  <a:pt x="1669894" y="7487"/>
                </a:lnTo>
                <a:lnTo>
                  <a:pt x="1654521" y="11763"/>
                </a:lnTo>
                <a:lnTo>
                  <a:pt x="1638833" y="14754"/>
                </a:lnTo>
                <a:lnTo>
                  <a:pt x="1623050" y="17145"/>
                </a:lnTo>
                <a:lnTo>
                  <a:pt x="1607210" y="19174"/>
                </a:lnTo>
                <a:lnTo>
                  <a:pt x="1591342" y="20936"/>
                </a:lnTo>
                <a:lnTo>
                  <a:pt x="1575445" y="22517"/>
                </a:lnTo>
                <a:lnTo>
                  <a:pt x="1559538" y="23936"/>
                </a:lnTo>
                <a:lnTo>
                  <a:pt x="1543622" y="25232"/>
                </a:lnTo>
                <a:lnTo>
                  <a:pt x="1527705" y="26432"/>
                </a:lnTo>
                <a:lnTo>
                  <a:pt x="1511770" y="27546"/>
                </a:lnTo>
                <a:lnTo>
                  <a:pt x="1495835" y="28575"/>
                </a:lnTo>
                <a:lnTo>
                  <a:pt x="1479899" y="29537"/>
                </a:lnTo>
                <a:lnTo>
                  <a:pt x="1463954" y="30442"/>
                </a:lnTo>
                <a:lnTo>
                  <a:pt x="1448010" y="31299"/>
                </a:lnTo>
                <a:lnTo>
                  <a:pt x="1432055" y="32099"/>
                </a:lnTo>
                <a:lnTo>
                  <a:pt x="1416110" y="32852"/>
                </a:lnTo>
                <a:lnTo>
                  <a:pt x="1400156" y="33566"/>
                </a:lnTo>
                <a:lnTo>
                  <a:pt x="1384202" y="34242"/>
                </a:lnTo>
                <a:lnTo>
                  <a:pt x="1368238" y="34890"/>
                </a:lnTo>
                <a:lnTo>
                  <a:pt x="1352283" y="35500"/>
                </a:lnTo>
                <a:lnTo>
                  <a:pt x="1336329" y="36071"/>
                </a:lnTo>
                <a:lnTo>
                  <a:pt x="1320365" y="36624"/>
                </a:lnTo>
                <a:lnTo>
                  <a:pt x="1304401" y="37148"/>
                </a:lnTo>
                <a:lnTo>
                  <a:pt x="1288447" y="37633"/>
                </a:lnTo>
                <a:lnTo>
                  <a:pt x="1272483" y="38110"/>
                </a:lnTo>
                <a:lnTo>
                  <a:pt x="1256519" y="38548"/>
                </a:lnTo>
                <a:lnTo>
                  <a:pt x="1240555" y="38976"/>
                </a:lnTo>
                <a:lnTo>
                  <a:pt x="1224591" y="39367"/>
                </a:lnTo>
                <a:lnTo>
                  <a:pt x="1208627" y="39748"/>
                </a:lnTo>
                <a:lnTo>
                  <a:pt x="1192663" y="40110"/>
                </a:lnTo>
                <a:lnTo>
                  <a:pt x="1176699" y="40443"/>
                </a:lnTo>
                <a:lnTo>
                  <a:pt x="1160726" y="40757"/>
                </a:lnTo>
                <a:lnTo>
                  <a:pt x="1144762" y="41062"/>
                </a:lnTo>
                <a:lnTo>
                  <a:pt x="1128798" y="41339"/>
                </a:lnTo>
                <a:lnTo>
                  <a:pt x="1112834" y="41615"/>
                </a:lnTo>
                <a:lnTo>
                  <a:pt x="1096861" y="41853"/>
                </a:lnTo>
                <a:lnTo>
                  <a:pt x="1080897" y="42091"/>
                </a:lnTo>
                <a:lnTo>
                  <a:pt x="1064924" y="42301"/>
                </a:lnTo>
                <a:lnTo>
                  <a:pt x="1048960" y="42501"/>
                </a:lnTo>
                <a:lnTo>
                  <a:pt x="1032996" y="42691"/>
                </a:lnTo>
                <a:lnTo>
                  <a:pt x="1017022" y="42853"/>
                </a:lnTo>
                <a:lnTo>
                  <a:pt x="1001058" y="43005"/>
                </a:lnTo>
                <a:lnTo>
                  <a:pt x="985085" y="43139"/>
                </a:lnTo>
                <a:lnTo>
                  <a:pt x="969121" y="43263"/>
                </a:lnTo>
                <a:lnTo>
                  <a:pt x="953148" y="43377"/>
                </a:lnTo>
                <a:lnTo>
                  <a:pt x="937184" y="43463"/>
                </a:lnTo>
                <a:lnTo>
                  <a:pt x="921210" y="43548"/>
                </a:lnTo>
                <a:lnTo>
                  <a:pt x="905246" y="43615"/>
                </a:lnTo>
                <a:lnTo>
                  <a:pt x="889273" y="43663"/>
                </a:lnTo>
                <a:lnTo>
                  <a:pt x="873300" y="43701"/>
                </a:lnTo>
                <a:lnTo>
                  <a:pt x="857336" y="43720"/>
                </a:lnTo>
                <a:lnTo>
                  <a:pt x="841362" y="43739"/>
                </a:lnTo>
                <a:lnTo>
                  <a:pt x="825398" y="43720"/>
                </a:lnTo>
                <a:lnTo>
                  <a:pt x="809425" y="43701"/>
                </a:lnTo>
                <a:lnTo>
                  <a:pt x="793461" y="43672"/>
                </a:lnTo>
                <a:lnTo>
                  <a:pt x="777488" y="43625"/>
                </a:lnTo>
                <a:lnTo>
                  <a:pt x="761524" y="43567"/>
                </a:lnTo>
                <a:lnTo>
                  <a:pt x="745550" y="43482"/>
                </a:lnTo>
                <a:lnTo>
                  <a:pt x="729586" y="43396"/>
                </a:lnTo>
                <a:lnTo>
                  <a:pt x="713613" y="43291"/>
                </a:lnTo>
                <a:lnTo>
                  <a:pt x="697649" y="43167"/>
                </a:lnTo>
                <a:lnTo>
                  <a:pt x="681676" y="43043"/>
                </a:lnTo>
                <a:lnTo>
                  <a:pt x="665712" y="42882"/>
                </a:lnTo>
                <a:lnTo>
                  <a:pt x="649738" y="42720"/>
                </a:lnTo>
                <a:lnTo>
                  <a:pt x="633774" y="42539"/>
                </a:lnTo>
                <a:lnTo>
                  <a:pt x="617801" y="42339"/>
                </a:lnTo>
                <a:lnTo>
                  <a:pt x="601837" y="42129"/>
                </a:lnTo>
                <a:lnTo>
                  <a:pt x="585873" y="41900"/>
                </a:lnTo>
                <a:lnTo>
                  <a:pt x="569900" y="41662"/>
                </a:lnTo>
                <a:lnTo>
                  <a:pt x="553936" y="41396"/>
                </a:lnTo>
                <a:lnTo>
                  <a:pt x="537972" y="41119"/>
                </a:lnTo>
                <a:lnTo>
                  <a:pt x="521999" y="40815"/>
                </a:lnTo>
                <a:lnTo>
                  <a:pt x="506035" y="40500"/>
                </a:lnTo>
                <a:lnTo>
                  <a:pt x="490071" y="40176"/>
                </a:lnTo>
                <a:lnTo>
                  <a:pt x="474107" y="39824"/>
                </a:lnTo>
                <a:lnTo>
                  <a:pt x="458143" y="39443"/>
                </a:lnTo>
                <a:lnTo>
                  <a:pt x="442179" y="39053"/>
                </a:lnTo>
                <a:lnTo>
                  <a:pt x="426215" y="38633"/>
                </a:lnTo>
                <a:lnTo>
                  <a:pt x="410251" y="38195"/>
                </a:lnTo>
                <a:lnTo>
                  <a:pt x="394287" y="37729"/>
                </a:lnTo>
                <a:lnTo>
                  <a:pt x="378323" y="37233"/>
                </a:lnTo>
                <a:lnTo>
                  <a:pt x="362369" y="36719"/>
                </a:lnTo>
                <a:lnTo>
                  <a:pt x="346405" y="36176"/>
                </a:lnTo>
                <a:lnTo>
                  <a:pt x="330441" y="35604"/>
                </a:lnTo>
                <a:lnTo>
                  <a:pt x="314487" y="35004"/>
                </a:lnTo>
                <a:lnTo>
                  <a:pt x="298533" y="34366"/>
                </a:lnTo>
                <a:lnTo>
                  <a:pt x="282578" y="33699"/>
                </a:lnTo>
                <a:lnTo>
                  <a:pt x="266624" y="32995"/>
                </a:lnTo>
                <a:lnTo>
                  <a:pt x="250669" y="32242"/>
                </a:lnTo>
                <a:lnTo>
                  <a:pt x="234725" y="31452"/>
                </a:lnTo>
                <a:lnTo>
                  <a:pt x="218780" y="30613"/>
                </a:lnTo>
                <a:lnTo>
                  <a:pt x="202835" y="29718"/>
                </a:lnTo>
                <a:lnTo>
                  <a:pt x="186890" y="28766"/>
                </a:lnTo>
                <a:lnTo>
                  <a:pt x="170955" y="27746"/>
                </a:lnTo>
                <a:lnTo>
                  <a:pt x="155019" y="26651"/>
                </a:lnTo>
                <a:lnTo>
                  <a:pt x="139094" y="25470"/>
                </a:lnTo>
                <a:lnTo>
                  <a:pt x="123177" y="24194"/>
                </a:lnTo>
                <a:lnTo>
                  <a:pt x="107271" y="22793"/>
                </a:lnTo>
                <a:lnTo>
                  <a:pt x="91373" y="21250"/>
                </a:lnTo>
                <a:lnTo>
                  <a:pt x="75505" y="19526"/>
                </a:lnTo>
                <a:lnTo>
                  <a:pt x="59655" y="17555"/>
                </a:lnTo>
                <a:lnTo>
                  <a:pt x="43853" y="15240"/>
                </a:lnTo>
                <a:lnTo>
                  <a:pt x="28146" y="12392"/>
                </a:lnTo>
                <a:lnTo>
                  <a:pt x="12668" y="84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BD670BE6-7AEA-475B-B9F2-DC58864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8383" y="3964715"/>
            <a:ext cx="1679734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step-body-4">
            <a:extLst xmlns:a="http://schemas.openxmlformats.org/drawingml/2006/main">
              <a:ext uri="{FF2B5EF4-FFF2-40B4-BE49-F238E27FC236}">
                <a16:creationId xmlns:a16="http://schemas.microsoft.com/office/drawing/2014/main" id="{2E8CCF70-0842-4294-A62E-0677A16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157" y="4455681"/>
            <a:ext cx="1340053" cy="374142"/>
          </a:xfrm>
          <a:custGeom xmlns:a="http://schemas.openxmlformats.org/drawingml/2006/main">
            <a:pathLst>
              <a:path w="1340053" h="374142">
                <a:moveTo>
                  <a:pt x="0" y="0"/>
                </a:moveTo>
                <a:lnTo>
                  <a:pt x="7010" y="14278"/>
                </a:lnTo>
                <a:lnTo>
                  <a:pt x="14021" y="28565"/>
                </a:lnTo>
                <a:lnTo>
                  <a:pt x="21031" y="42843"/>
                </a:lnTo>
                <a:lnTo>
                  <a:pt x="28032" y="57121"/>
                </a:lnTo>
                <a:lnTo>
                  <a:pt x="35042" y="71409"/>
                </a:lnTo>
                <a:lnTo>
                  <a:pt x="42053" y="85687"/>
                </a:lnTo>
                <a:lnTo>
                  <a:pt x="49063" y="99965"/>
                </a:lnTo>
                <a:lnTo>
                  <a:pt x="56074" y="114243"/>
                </a:lnTo>
                <a:lnTo>
                  <a:pt x="63084" y="128530"/>
                </a:lnTo>
                <a:lnTo>
                  <a:pt x="70094" y="142808"/>
                </a:lnTo>
                <a:lnTo>
                  <a:pt x="77105" y="157086"/>
                </a:lnTo>
                <a:lnTo>
                  <a:pt x="84115" y="171374"/>
                </a:lnTo>
                <a:lnTo>
                  <a:pt x="91116" y="185652"/>
                </a:lnTo>
                <a:lnTo>
                  <a:pt x="98127" y="199930"/>
                </a:lnTo>
                <a:lnTo>
                  <a:pt x="105137" y="214217"/>
                </a:lnTo>
                <a:lnTo>
                  <a:pt x="112147" y="228495"/>
                </a:lnTo>
                <a:lnTo>
                  <a:pt x="119158" y="242773"/>
                </a:lnTo>
                <a:lnTo>
                  <a:pt x="126168" y="257051"/>
                </a:lnTo>
                <a:lnTo>
                  <a:pt x="133179" y="271339"/>
                </a:lnTo>
                <a:lnTo>
                  <a:pt x="140189" y="285617"/>
                </a:lnTo>
                <a:lnTo>
                  <a:pt x="147190" y="299895"/>
                </a:lnTo>
                <a:lnTo>
                  <a:pt x="154200" y="314182"/>
                </a:lnTo>
                <a:lnTo>
                  <a:pt x="161211" y="328460"/>
                </a:lnTo>
                <a:lnTo>
                  <a:pt x="171421" y="339681"/>
                </a:lnTo>
                <a:lnTo>
                  <a:pt x="186385" y="345024"/>
                </a:lnTo>
                <a:lnTo>
                  <a:pt x="201844" y="348739"/>
                </a:lnTo>
                <a:lnTo>
                  <a:pt x="217484" y="351673"/>
                </a:lnTo>
                <a:lnTo>
                  <a:pt x="233201" y="354120"/>
                </a:lnTo>
                <a:lnTo>
                  <a:pt x="248964" y="356225"/>
                </a:lnTo>
                <a:lnTo>
                  <a:pt x="264766" y="358073"/>
                </a:lnTo>
                <a:lnTo>
                  <a:pt x="280587" y="359712"/>
                </a:lnTo>
                <a:lnTo>
                  <a:pt x="296428" y="361198"/>
                </a:lnTo>
                <a:lnTo>
                  <a:pt x="312277" y="362541"/>
                </a:lnTo>
                <a:lnTo>
                  <a:pt x="328146" y="363760"/>
                </a:lnTo>
                <a:lnTo>
                  <a:pt x="344014" y="364874"/>
                </a:lnTo>
                <a:lnTo>
                  <a:pt x="359883" y="365893"/>
                </a:lnTo>
                <a:lnTo>
                  <a:pt x="375771" y="366827"/>
                </a:lnTo>
                <a:lnTo>
                  <a:pt x="391649" y="367684"/>
                </a:lnTo>
                <a:lnTo>
                  <a:pt x="407537" y="368475"/>
                </a:lnTo>
                <a:lnTo>
                  <a:pt x="423434" y="369199"/>
                </a:lnTo>
                <a:lnTo>
                  <a:pt x="439331" y="369865"/>
                </a:lnTo>
                <a:lnTo>
                  <a:pt x="455228" y="370465"/>
                </a:lnTo>
                <a:lnTo>
                  <a:pt x="471126" y="371018"/>
                </a:lnTo>
                <a:lnTo>
                  <a:pt x="487023" y="371523"/>
                </a:lnTo>
                <a:lnTo>
                  <a:pt x="502930" y="371970"/>
                </a:lnTo>
                <a:lnTo>
                  <a:pt x="518827" y="372380"/>
                </a:lnTo>
                <a:lnTo>
                  <a:pt x="534734" y="372742"/>
                </a:lnTo>
                <a:lnTo>
                  <a:pt x="550640" y="373056"/>
                </a:lnTo>
                <a:lnTo>
                  <a:pt x="566547" y="373332"/>
                </a:lnTo>
                <a:lnTo>
                  <a:pt x="582454" y="373561"/>
                </a:lnTo>
                <a:lnTo>
                  <a:pt x="598361" y="373761"/>
                </a:lnTo>
                <a:lnTo>
                  <a:pt x="614267" y="373904"/>
                </a:lnTo>
                <a:lnTo>
                  <a:pt x="630174" y="374018"/>
                </a:lnTo>
                <a:lnTo>
                  <a:pt x="646081" y="374104"/>
                </a:lnTo>
                <a:lnTo>
                  <a:pt x="661988" y="374132"/>
                </a:lnTo>
                <a:lnTo>
                  <a:pt x="677894" y="374142"/>
                </a:lnTo>
                <a:lnTo>
                  <a:pt x="693801" y="374113"/>
                </a:lnTo>
                <a:lnTo>
                  <a:pt x="709708" y="374028"/>
                </a:lnTo>
                <a:lnTo>
                  <a:pt x="725624" y="373904"/>
                </a:lnTo>
                <a:lnTo>
                  <a:pt x="741531" y="373761"/>
                </a:lnTo>
                <a:lnTo>
                  <a:pt x="757438" y="373561"/>
                </a:lnTo>
                <a:lnTo>
                  <a:pt x="773344" y="373323"/>
                </a:lnTo>
                <a:lnTo>
                  <a:pt x="789251" y="373066"/>
                </a:lnTo>
                <a:lnTo>
                  <a:pt x="805148" y="372742"/>
                </a:lnTo>
                <a:lnTo>
                  <a:pt x="821055" y="372389"/>
                </a:lnTo>
                <a:lnTo>
                  <a:pt x="836962" y="371980"/>
                </a:lnTo>
                <a:lnTo>
                  <a:pt x="852859" y="371532"/>
                </a:lnTo>
                <a:lnTo>
                  <a:pt x="868766" y="371027"/>
                </a:lnTo>
                <a:lnTo>
                  <a:pt x="884663" y="370475"/>
                </a:lnTo>
                <a:lnTo>
                  <a:pt x="900560" y="369875"/>
                </a:lnTo>
                <a:lnTo>
                  <a:pt x="916448" y="369208"/>
                </a:lnTo>
                <a:lnTo>
                  <a:pt x="932345" y="368494"/>
                </a:lnTo>
                <a:lnTo>
                  <a:pt x="948233" y="367703"/>
                </a:lnTo>
                <a:lnTo>
                  <a:pt x="964121" y="366846"/>
                </a:lnTo>
                <a:lnTo>
                  <a:pt x="979999" y="365912"/>
                </a:lnTo>
                <a:lnTo>
                  <a:pt x="995877" y="364893"/>
                </a:lnTo>
                <a:lnTo>
                  <a:pt x="1011746" y="363779"/>
                </a:lnTo>
                <a:lnTo>
                  <a:pt x="1027605" y="362560"/>
                </a:lnTo>
                <a:lnTo>
                  <a:pt x="1043454" y="361226"/>
                </a:lnTo>
                <a:lnTo>
                  <a:pt x="1059294" y="359750"/>
                </a:lnTo>
                <a:lnTo>
                  <a:pt x="1075115" y="358102"/>
                </a:lnTo>
                <a:lnTo>
                  <a:pt x="1090917" y="356264"/>
                </a:lnTo>
                <a:lnTo>
                  <a:pt x="1106691" y="354159"/>
                </a:lnTo>
                <a:lnTo>
                  <a:pt x="1122407" y="351720"/>
                </a:lnTo>
                <a:lnTo>
                  <a:pt x="1138047" y="348806"/>
                </a:lnTo>
                <a:lnTo>
                  <a:pt x="1153516" y="345110"/>
                </a:lnTo>
                <a:lnTo>
                  <a:pt x="1168498" y="339814"/>
                </a:lnTo>
                <a:lnTo>
                  <a:pt x="1178843" y="328727"/>
                </a:lnTo>
                <a:lnTo>
                  <a:pt x="1185853" y="314449"/>
                </a:lnTo>
                <a:lnTo>
                  <a:pt x="1192863" y="300171"/>
                </a:lnTo>
                <a:lnTo>
                  <a:pt x="1199864" y="285893"/>
                </a:lnTo>
                <a:lnTo>
                  <a:pt x="1206875" y="271605"/>
                </a:lnTo>
                <a:lnTo>
                  <a:pt x="1213885" y="257327"/>
                </a:lnTo>
                <a:lnTo>
                  <a:pt x="1220895" y="243049"/>
                </a:lnTo>
                <a:lnTo>
                  <a:pt x="1227906" y="228762"/>
                </a:lnTo>
                <a:lnTo>
                  <a:pt x="1234916" y="214484"/>
                </a:lnTo>
                <a:lnTo>
                  <a:pt x="1241927" y="200206"/>
                </a:lnTo>
                <a:lnTo>
                  <a:pt x="1248937" y="185918"/>
                </a:lnTo>
                <a:lnTo>
                  <a:pt x="1255938" y="171641"/>
                </a:lnTo>
                <a:lnTo>
                  <a:pt x="1262948" y="157363"/>
                </a:lnTo>
                <a:lnTo>
                  <a:pt x="1269959" y="143075"/>
                </a:lnTo>
                <a:lnTo>
                  <a:pt x="1276969" y="128797"/>
                </a:lnTo>
                <a:lnTo>
                  <a:pt x="1283980" y="114519"/>
                </a:lnTo>
                <a:lnTo>
                  <a:pt x="1290990" y="100241"/>
                </a:lnTo>
                <a:lnTo>
                  <a:pt x="1298000" y="85954"/>
                </a:lnTo>
                <a:lnTo>
                  <a:pt x="1305011" y="71676"/>
                </a:lnTo>
                <a:lnTo>
                  <a:pt x="1312012" y="57398"/>
                </a:lnTo>
                <a:lnTo>
                  <a:pt x="1319022" y="43110"/>
                </a:lnTo>
                <a:lnTo>
                  <a:pt x="1326032" y="28832"/>
                </a:lnTo>
                <a:lnTo>
                  <a:pt x="1333043" y="14554"/>
                </a:lnTo>
                <a:lnTo>
                  <a:pt x="1340053" y="276"/>
                </a:lnTo>
                <a:lnTo>
                  <a:pt x="1328433" y="9106"/>
                </a:lnTo>
                <a:lnTo>
                  <a:pt x="1313164" y="13516"/>
                </a:lnTo>
                <a:lnTo>
                  <a:pt x="1297572" y="16688"/>
                </a:lnTo>
                <a:lnTo>
                  <a:pt x="1281875" y="19241"/>
                </a:lnTo>
                <a:lnTo>
                  <a:pt x="1266111" y="21403"/>
                </a:lnTo>
                <a:lnTo>
                  <a:pt x="1250318" y="23279"/>
                </a:lnTo>
                <a:lnTo>
                  <a:pt x="1234497" y="24956"/>
                </a:lnTo>
                <a:lnTo>
                  <a:pt x="1218657" y="26451"/>
                </a:lnTo>
                <a:lnTo>
                  <a:pt x="1202807" y="27823"/>
                </a:lnTo>
                <a:lnTo>
                  <a:pt x="1186948" y="29080"/>
                </a:lnTo>
                <a:lnTo>
                  <a:pt x="1171080" y="30232"/>
                </a:lnTo>
                <a:lnTo>
                  <a:pt x="1155211" y="31299"/>
                </a:lnTo>
                <a:lnTo>
                  <a:pt x="1139333" y="32290"/>
                </a:lnTo>
                <a:lnTo>
                  <a:pt x="1123455" y="33214"/>
                </a:lnTo>
                <a:lnTo>
                  <a:pt x="1107567" y="34080"/>
                </a:lnTo>
                <a:lnTo>
                  <a:pt x="1091679" y="34890"/>
                </a:lnTo>
                <a:lnTo>
                  <a:pt x="1075792" y="35643"/>
                </a:lnTo>
                <a:lnTo>
                  <a:pt x="1059894" y="36347"/>
                </a:lnTo>
                <a:lnTo>
                  <a:pt x="1044007" y="37014"/>
                </a:lnTo>
                <a:lnTo>
                  <a:pt x="1028109" y="37633"/>
                </a:lnTo>
                <a:lnTo>
                  <a:pt x="1012212" y="38214"/>
                </a:lnTo>
                <a:lnTo>
                  <a:pt x="996305" y="38757"/>
                </a:lnTo>
                <a:lnTo>
                  <a:pt x="980408" y="39272"/>
                </a:lnTo>
                <a:lnTo>
                  <a:pt x="964511" y="39748"/>
                </a:lnTo>
                <a:lnTo>
                  <a:pt x="948604" y="40186"/>
                </a:lnTo>
                <a:lnTo>
                  <a:pt x="932707" y="40605"/>
                </a:lnTo>
                <a:lnTo>
                  <a:pt x="916800" y="40986"/>
                </a:lnTo>
                <a:lnTo>
                  <a:pt x="900894" y="41329"/>
                </a:lnTo>
                <a:lnTo>
                  <a:pt x="884996" y="41672"/>
                </a:lnTo>
                <a:lnTo>
                  <a:pt x="869090" y="41967"/>
                </a:lnTo>
                <a:lnTo>
                  <a:pt x="853183" y="42253"/>
                </a:lnTo>
                <a:lnTo>
                  <a:pt x="837276" y="42491"/>
                </a:lnTo>
                <a:lnTo>
                  <a:pt x="821369" y="42729"/>
                </a:lnTo>
                <a:lnTo>
                  <a:pt x="805463" y="42929"/>
                </a:lnTo>
                <a:lnTo>
                  <a:pt x="789556" y="43110"/>
                </a:lnTo>
                <a:lnTo>
                  <a:pt x="773649" y="43263"/>
                </a:lnTo>
                <a:lnTo>
                  <a:pt x="757742" y="43396"/>
                </a:lnTo>
                <a:lnTo>
                  <a:pt x="741836" y="43510"/>
                </a:lnTo>
                <a:lnTo>
                  <a:pt x="725919" y="43596"/>
                </a:lnTo>
                <a:lnTo>
                  <a:pt x="710013" y="43663"/>
                </a:lnTo>
                <a:lnTo>
                  <a:pt x="694106" y="43710"/>
                </a:lnTo>
                <a:lnTo>
                  <a:pt x="678199" y="43729"/>
                </a:lnTo>
                <a:lnTo>
                  <a:pt x="662292" y="43729"/>
                </a:lnTo>
                <a:lnTo>
                  <a:pt x="646386" y="43710"/>
                </a:lnTo>
                <a:lnTo>
                  <a:pt x="630469" y="43663"/>
                </a:lnTo>
                <a:lnTo>
                  <a:pt x="614563" y="43596"/>
                </a:lnTo>
                <a:lnTo>
                  <a:pt x="598656" y="43510"/>
                </a:lnTo>
                <a:lnTo>
                  <a:pt x="582749" y="43396"/>
                </a:lnTo>
                <a:lnTo>
                  <a:pt x="566842" y="43263"/>
                </a:lnTo>
                <a:lnTo>
                  <a:pt x="550936" y="43110"/>
                </a:lnTo>
                <a:lnTo>
                  <a:pt x="535029" y="42929"/>
                </a:lnTo>
                <a:lnTo>
                  <a:pt x="519122" y="42729"/>
                </a:lnTo>
                <a:lnTo>
                  <a:pt x="503215" y="42501"/>
                </a:lnTo>
                <a:lnTo>
                  <a:pt x="487309" y="42253"/>
                </a:lnTo>
                <a:lnTo>
                  <a:pt x="471402" y="41967"/>
                </a:lnTo>
                <a:lnTo>
                  <a:pt x="455495" y="41681"/>
                </a:lnTo>
                <a:lnTo>
                  <a:pt x="439588" y="41339"/>
                </a:lnTo>
                <a:lnTo>
                  <a:pt x="423691" y="40996"/>
                </a:lnTo>
                <a:lnTo>
                  <a:pt x="407784" y="40596"/>
                </a:lnTo>
                <a:lnTo>
                  <a:pt x="391878" y="40196"/>
                </a:lnTo>
                <a:lnTo>
                  <a:pt x="375980" y="39757"/>
                </a:lnTo>
                <a:lnTo>
                  <a:pt x="360074" y="39281"/>
                </a:lnTo>
                <a:lnTo>
                  <a:pt x="344176" y="38767"/>
                </a:lnTo>
                <a:lnTo>
                  <a:pt x="328279" y="38224"/>
                </a:lnTo>
                <a:lnTo>
                  <a:pt x="312382" y="37643"/>
                </a:lnTo>
                <a:lnTo>
                  <a:pt x="296485" y="37024"/>
                </a:lnTo>
                <a:lnTo>
                  <a:pt x="280587" y="36366"/>
                </a:lnTo>
                <a:lnTo>
                  <a:pt x="264700" y="35652"/>
                </a:lnTo>
                <a:lnTo>
                  <a:pt x="248812" y="34900"/>
                </a:lnTo>
                <a:lnTo>
                  <a:pt x="232924" y="34100"/>
                </a:lnTo>
                <a:lnTo>
                  <a:pt x="217037" y="33233"/>
                </a:lnTo>
                <a:lnTo>
                  <a:pt x="201158" y="32309"/>
                </a:lnTo>
                <a:lnTo>
                  <a:pt x="185280" y="31328"/>
                </a:lnTo>
                <a:lnTo>
                  <a:pt x="169402" y="30251"/>
                </a:lnTo>
                <a:lnTo>
                  <a:pt x="153543" y="29108"/>
                </a:lnTo>
                <a:lnTo>
                  <a:pt x="137684" y="27851"/>
                </a:lnTo>
                <a:lnTo>
                  <a:pt x="121834" y="26479"/>
                </a:lnTo>
                <a:lnTo>
                  <a:pt x="105994" y="24984"/>
                </a:lnTo>
                <a:lnTo>
                  <a:pt x="90173" y="23317"/>
                </a:lnTo>
                <a:lnTo>
                  <a:pt x="74371" y="21441"/>
                </a:lnTo>
                <a:lnTo>
                  <a:pt x="58617" y="19288"/>
                </a:lnTo>
                <a:lnTo>
                  <a:pt x="42910" y="16745"/>
                </a:lnTo>
                <a:lnTo>
                  <a:pt x="27318" y="13583"/>
                </a:lnTo>
                <a:lnTo>
                  <a:pt x="12040" y="9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simple-step-cap-4">
            <a:extLst xmlns:a="http://schemas.openxmlformats.org/drawingml/2006/main">
              <a:ext uri="{FF2B5EF4-FFF2-40B4-BE49-F238E27FC236}">
                <a16:creationId xmlns:a16="http://schemas.microsoft.com/office/drawing/2014/main" id="{925EEA80-46CC-4047-ADD9-285CA6B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138" y="4393444"/>
            <a:ext cx="1340234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simple-step-body-5">
            <a:extLst xmlns:a="http://schemas.openxmlformats.org/drawingml/2006/main">
              <a:ext uri="{FF2B5EF4-FFF2-40B4-BE49-F238E27FC236}">
                <a16:creationId xmlns:a16="http://schemas.microsoft.com/office/drawing/2014/main" id="{F8186E66-3AE0-482E-95E2-41E2046B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329" y="4884353"/>
            <a:ext cx="1014012" cy="374228"/>
          </a:xfrm>
          <a:custGeom xmlns:a="http://schemas.openxmlformats.org/drawingml/2006/main">
            <a:pathLst>
              <a:path w="1014012" h="374228">
                <a:moveTo>
                  <a:pt x="0" y="0"/>
                </a:moveTo>
                <a:lnTo>
                  <a:pt x="6810" y="14383"/>
                </a:lnTo>
                <a:lnTo>
                  <a:pt x="13611" y="28766"/>
                </a:lnTo>
                <a:lnTo>
                  <a:pt x="20422" y="43148"/>
                </a:lnTo>
                <a:lnTo>
                  <a:pt x="27232" y="57531"/>
                </a:lnTo>
                <a:lnTo>
                  <a:pt x="34033" y="71914"/>
                </a:lnTo>
                <a:lnTo>
                  <a:pt x="40843" y="86297"/>
                </a:lnTo>
                <a:lnTo>
                  <a:pt x="47654" y="100679"/>
                </a:lnTo>
                <a:lnTo>
                  <a:pt x="54454" y="115062"/>
                </a:lnTo>
                <a:lnTo>
                  <a:pt x="61265" y="129445"/>
                </a:lnTo>
                <a:lnTo>
                  <a:pt x="68066" y="143828"/>
                </a:lnTo>
                <a:lnTo>
                  <a:pt x="74876" y="158201"/>
                </a:lnTo>
                <a:lnTo>
                  <a:pt x="81686" y="172583"/>
                </a:lnTo>
                <a:lnTo>
                  <a:pt x="88487" y="186966"/>
                </a:lnTo>
                <a:lnTo>
                  <a:pt x="95298" y="201349"/>
                </a:lnTo>
                <a:lnTo>
                  <a:pt x="102108" y="215732"/>
                </a:lnTo>
                <a:lnTo>
                  <a:pt x="108909" y="230114"/>
                </a:lnTo>
                <a:lnTo>
                  <a:pt x="115719" y="244497"/>
                </a:lnTo>
                <a:lnTo>
                  <a:pt x="122530" y="258880"/>
                </a:lnTo>
                <a:lnTo>
                  <a:pt x="129330" y="273263"/>
                </a:lnTo>
                <a:lnTo>
                  <a:pt x="136141" y="287645"/>
                </a:lnTo>
                <a:lnTo>
                  <a:pt x="142951" y="302028"/>
                </a:lnTo>
                <a:lnTo>
                  <a:pt x="149752" y="316411"/>
                </a:lnTo>
                <a:lnTo>
                  <a:pt x="156429" y="330822"/>
                </a:lnTo>
                <a:lnTo>
                  <a:pt x="166688" y="342109"/>
                </a:lnTo>
                <a:lnTo>
                  <a:pt x="181423" y="348063"/>
                </a:lnTo>
                <a:lnTo>
                  <a:pt x="196767" y="352254"/>
                </a:lnTo>
                <a:lnTo>
                  <a:pt x="212341" y="355540"/>
                </a:lnTo>
                <a:lnTo>
                  <a:pt x="228019" y="358245"/>
                </a:lnTo>
                <a:lnTo>
                  <a:pt x="243764" y="360540"/>
                </a:lnTo>
                <a:lnTo>
                  <a:pt x="259547" y="362531"/>
                </a:lnTo>
                <a:lnTo>
                  <a:pt x="275368" y="364265"/>
                </a:lnTo>
                <a:lnTo>
                  <a:pt x="291208" y="365789"/>
                </a:lnTo>
                <a:lnTo>
                  <a:pt x="307057" y="367132"/>
                </a:lnTo>
                <a:lnTo>
                  <a:pt x="322926" y="368322"/>
                </a:lnTo>
                <a:lnTo>
                  <a:pt x="338804" y="369380"/>
                </a:lnTo>
                <a:lnTo>
                  <a:pt x="354682" y="370303"/>
                </a:lnTo>
                <a:lnTo>
                  <a:pt x="370580" y="371113"/>
                </a:lnTo>
                <a:lnTo>
                  <a:pt x="386477" y="371827"/>
                </a:lnTo>
                <a:lnTo>
                  <a:pt x="402374" y="372428"/>
                </a:lnTo>
                <a:lnTo>
                  <a:pt x="418281" y="372942"/>
                </a:lnTo>
                <a:lnTo>
                  <a:pt x="434188" y="373361"/>
                </a:lnTo>
                <a:lnTo>
                  <a:pt x="450094" y="373704"/>
                </a:lnTo>
                <a:lnTo>
                  <a:pt x="466001" y="373952"/>
                </a:lnTo>
                <a:lnTo>
                  <a:pt x="481917" y="374123"/>
                </a:lnTo>
                <a:lnTo>
                  <a:pt x="497824" y="374209"/>
                </a:lnTo>
                <a:lnTo>
                  <a:pt x="513740" y="374228"/>
                </a:lnTo>
                <a:lnTo>
                  <a:pt x="529647" y="374152"/>
                </a:lnTo>
                <a:lnTo>
                  <a:pt x="545563" y="374009"/>
                </a:lnTo>
                <a:lnTo>
                  <a:pt x="561470" y="373771"/>
                </a:lnTo>
                <a:lnTo>
                  <a:pt x="577377" y="373456"/>
                </a:lnTo>
                <a:lnTo>
                  <a:pt x="593284" y="373066"/>
                </a:lnTo>
                <a:lnTo>
                  <a:pt x="609190" y="372570"/>
                </a:lnTo>
                <a:lnTo>
                  <a:pt x="625088" y="371989"/>
                </a:lnTo>
                <a:lnTo>
                  <a:pt x="640985" y="371313"/>
                </a:lnTo>
                <a:lnTo>
                  <a:pt x="656882" y="370532"/>
                </a:lnTo>
                <a:lnTo>
                  <a:pt x="672770" y="369637"/>
                </a:lnTo>
                <a:lnTo>
                  <a:pt x="688648" y="368627"/>
                </a:lnTo>
                <a:lnTo>
                  <a:pt x="704517" y="367475"/>
                </a:lnTo>
                <a:lnTo>
                  <a:pt x="720376" y="366170"/>
                </a:lnTo>
                <a:lnTo>
                  <a:pt x="736216" y="364693"/>
                </a:lnTo>
                <a:lnTo>
                  <a:pt x="752037" y="363017"/>
                </a:lnTo>
                <a:lnTo>
                  <a:pt x="767839" y="361112"/>
                </a:lnTo>
                <a:lnTo>
                  <a:pt x="783593" y="358902"/>
                </a:lnTo>
                <a:lnTo>
                  <a:pt x="799290" y="356321"/>
                </a:lnTo>
                <a:lnTo>
                  <a:pt x="814902" y="353206"/>
                </a:lnTo>
                <a:lnTo>
                  <a:pt x="830323" y="349310"/>
                </a:lnTo>
                <a:lnTo>
                  <a:pt x="845306" y="343986"/>
                </a:lnTo>
                <a:lnTo>
                  <a:pt x="858079" y="334842"/>
                </a:lnTo>
                <a:lnTo>
                  <a:pt x="864260" y="320278"/>
                </a:lnTo>
                <a:lnTo>
                  <a:pt x="871061" y="305905"/>
                </a:lnTo>
                <a:lnTo>
                  <a:pt x="877872" y="291522"/>
                </a:lnTo>
                <a:lnTo>
                  <a:pt x="884682" y="277139"/>
                </a:lnTo>
                <a:lnTo>
                  <a:pt x="891483" y="262757"/>
                </a:lnTo>
                <a:lnTo>
                  <a:pt x="898293" y="248374"/>
                </a:lnTo>
                <a:lnTo>
                  <a:pt x="905104" y="233991"/>
                </a:lnTo>
                <a:lnTo>
                  <a:pt x="911904" y="219608"/>
                </a:lnTo>
                <a:lnTo>
                  <a:pt x="918715" y="205226"/>
                </a:lnTo>
                <a:lnTo>
                  <a:pt x="925525" y="190843"/>
                </a:lnTo>
                <a:lnTo>
                  <a:pt x="932326" y="176460"/>
                </a:lnTo>
                <a:lnTo>
                  <a:pt x="939136" y="162077"/>
                </a:lnTo>
                <a:lnTo>
                  <a:pt x="945937" y="147695"/>
                </a:lnTo>
                <a:lnTo>
                  <a:pt x="952748" y="133312"/>
                </a:lnTo>
                <a:lnTo>
                  <a:pt x="959558" y="118929"/>
                </a:lnTo>
                <a:lnTo>
                  <a:pt x="966359" y="104546"/>
                </a:lnTo>
                <a:lnTo>
                  <a:pt x="973169" y="90164"/>
                </a:lnTo>
                <a:lnTo>
                  <a:pt x="979980" y="75781"/>
                </a:lnTo>
                <a:lnTo>
                  <a:pt x="986780" y="61398"/>
                </a:lnTo>
                <a:lnTo>
                  <a:pt x="993591" y="47015"/>
                </a:lnTo>
                <a:lnTo>
                  <a:pt x="1000401" y="32633"/>
                </a:lnTo>
                <a:lnTo>
                  <a:pt x="1007202" y="18250"/>
                </a:lnTo>
                <a:lnTo>
                  <a:pt x="1014012" y="3877"/>
                </a:lnTo>
                <a:lnTo>
                  <a:pt x="1008469" y="8315"/>
                </a:lnTo>
                <a:lnTo>
                  <a:pt x="993658" y="14030"/>
                </a:lnTo>
                <a:lnTo>
                  <a:pt x="978218" y="17888"/>
                </a:lnTo>
                <a:lnTo>
                  <a:pt x="962597" y="20907"/>
                </a:lnTo>
                <a:lnTo>
                  <a:pt x="946880" y="23403"/>
                </a:lnTo>
                <a:lnTo>
                  <a:pt x="931116" y="25546"/>
                </a:lnTo>
                <a:lnTo>
                  <a:pt x="915314" y="27432"/>
                </a:lnTo>
                <a:lnTo>
                  <a:pt x="899493" y="29099"/>
                </a:lnTo>
                <a:lnTo>
                  <a:pt x="883653" y="30604"/>
                </a:lnTo>
                <a:lnTo>
                  <a:pt x="867804" y="31956"/>
                </a:lnTo>
                <a:lnTo>
                  <a:pt x="851935" y="33195"/>
                </a:lnTo>
                <a:lnTo>
                  <a:pt x="836066" y="34319"/>
                </a:lnTo>
                <a:lnTo>
                  <a:pt x="820188" y="35357"/>
                </a:lnTo>
                <a:lnTo>
                  <a:pt x="804301" y="36300"/>
                </a:lnTo>
                <a:lnTo>
                  <a:pt x="788413" y="37167"/>
                </a:lnTo>
                <a:lnTo>
                  <a:pt x="772525" y="37967"/>
                </a:lnTo>
                <a:lnTo>
                  <a:pt x="756628" y="38700"/>
                </a:lnTo>
                <a:lnTo>
                  <a:pt x="740731" y="39367"/>
                </a:lnTo>
                <a:lnTo>
                  <a:pt x="724833" y="39976"/>
                </a:lnTo>
                <a:lnTo>
                  <a:pt x="708927" y="40538"/>
                </a:lnTo>
                <a:lnTo>
                  <a:pt x="693020" y="41043"/>
                </a:lnTo>
                <a:lnTo>
                  <a:pt x="677123" y="41500"/>
                </a:lnTo>
                <a:lnTo>
                  <a:pt x="661216" y="41920"/>
                </a:lnTo>
                <a:lnTo>
                  <a:pt x="645300" y="42281"/>
                </a:lnTo>
                <a:lnTo>
                  <a:pt x="629393" y="42605"/>
                </a:lnTo>
                <a:lnTo>
                  <a:pt x="613486" y="42891"/>
                </a:lnTo>
                <a:lnTo>
                  <a:pt x="597579" y="43120"/>
                </a:lnTo>
                <a:lnTo>
                  <a:pt x="581663" y="43320"/>
                </a:lnTo>
                <a:lnTo>
                  <a:pt x="565756" y="43472"/>
                </a:lnTo>
                <a:lnTo>
                  <a:pt x="549840" y="43596"/>
                </a:lnTo>
                <a:lnTo>
                  <a:pt x="533933" y="43682"/>
                </a:lnTo>
                <a:lnTo>
                  <a:pt x="518017" y="43720"/>
                </a:lnTo>
                <a:lnTo>
                  <a:pt x="502110" y="43729"/>
                </a:lnTo>
                <a:lnTo>
                  <a:pt x="486194" y="43701"/>
                </a:lnTo>
                <a:lnTo>
                  <a:pt x="470287" y="43625"/>
                </a:lnTo>
                <a:lnTo>
                  <a:pt x="454371" y="43510"/>
                </a:lnTo>
                <a:lnTo>
                  <a:pt x="438464" y="43367"/>
                </a:lnTo>
                <a:lnTo>
                  <a:pt x="422548" y="43177"/>
                </a:lnTo>
                <a:lnTo>
                  <a:pt x="406641" y="42948"/>
                </a:lnTo>
                <a:lnTo>
                  <a:pt x="390735" y="42682"/>
                </a:lnTo>
                <a:lnTo>
                  <a:pt x="374828" y="42377"/>
                </a:lnTo>
                <a:lnTo>
                  <a:pt x="358912" y="42015"/>
                </a:lnTo>
                <a:lnTo>
                  <a:pt x="343005" y="41624"/>
                </a:lnTo>
                <a:lnTo>
                  <a:pt x="327108" y="41177"/>
                </a:lnTo>
                <a:lnTo>
                  <a:pt x="311201" y="40681"/>
                </a:lnTo>
                <a:lnTo>
                  <a:pt x="295294" y="40138"/>
                </a:lnTo>
                <a:lnTo>
                  <a:pt x="279397" y="39538"/>
                </a:lnTo>
                <a:lnTo>
                  <a:pt x="263500" y="38881"/>
                </a:lnTo>
                <a:lnTo>
                  <a:pt x="247602" y="38167"/>
                </a:lnTo>
                <a:lnTo>
                  <a:pt x="231705" y="37386"/>
                </a:lnTo>
                <a:lnTo>
                  <a:pt x="215817" y="36538"/>
                </a:lnTo>
                <a:lnTo>
                  <a:pt x="199939" y="35614"/>
                </a:lnTo>
                <a:lnTo>
                  <a:pt x="184052" y="34604"/>
                </a:lnTo>
                <a:lnTo>
                  <a:pt x="168183" y="33509"/>
                </a:lnTo>
                <a:lnTo>
                  <a:pt x="152314" y="32299"/>
                </a:lnTo>
                <a:lnTo>
                  <a:pt x="136455" y="30975"/>
                </a:lnTo>
                <a:lnTo>
                  <a:pt x="120615" y="29518"/>
                </a:lnTo>
                <a:lnTo>
                  <a:pt x="104785" y="27889"/>
                </a:lnTo>
                <a:lnTo>
                  <a:pt x="88973" y="26079"/>
                </a:lnTo>
                <a:lnTo>
                  <a:pt x="73200" y="24013"/>
                </a:lnTo>
                <a:lnTo>
                  <a:pt x="57474" y="21622"/>
                </a:lnTo>
                <a:lnTo>
                  <a:pt x="41815" y="18764"/>
                </a:lnTo>
                <a:lnTo>
                  <a:pt x="26318" y="15183"/>
                </a:lnTo>
                <a:lnTo>
                  <a:pt x="11230" y="101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simple-step-cap-5">
            <a:extLst xmlns:a="http://schemas.openxmlformats.org/drawingml/2006/main">
              <a:ext uri="{FF2B5EF4-FFF2-40B4-BE49-F238E27FC236}">
                <a16:creationId xmlns:a16="http://schemas.microsoft.com/office/drawing/2014/main" id="{87210A0E-0795-4FB3-91F6-EF2AC38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329" y="4822174"/>
            <a:ext cx="1015841" cy="124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A3A7EB11-76D4-4B01-8ECA-E4153FB0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735" y="2708786"/>
            <a:ext cx="1537030" cy="2589467"/>
          </a:xfrm>
          <a:custGeom xmlns:a="http://schemas.openxmlformats.org/drawingml/2006/main">
            <a:pathLst>
              <a:path w="1537030" h="2589467">
                <a:moveTo>
                  <a:pt x="0" y="0"/>
                </a:moveTo>
                <a:lnTo>
                  <a:pt x="143" y="32404"/>
                </a:lnTo>
                <a:lnTo>
                  <a:pt x="10144" y="63256"/>
                </a:lnTo>
                <a:lnTo>
                  <a:pt x="20136" y="94107"/>
                </a:lnTo>
                <a:lnTo>
                  <a:pt x="30137" y="124949"/>
                </a:lnTo>
                <a:lnTo>
                  <a:pt x="40129" y="155800"/>
                </a:lnTo>
                <a:lnTo>
                  <a:pt x="50121" y="186652"/>
                </a:lnTo>
                <a:lnTo>
                  <a:pt x="60122" y="217503"/>
                </a:lnTo>
                <a:lnTo>
                  <a:pt x="70114" y="248345"/>
                </a:lnTo>
                <a:lnTo>
                  <a:pt x="80115" y="279197"/>
                </a:lnTo>
                <a:lnTo>
                  <a:pt x="90107" y="310048"/>
                </a:lnTo>
                <a:lnTo>
                  <a:pt x="100108" y="340900"/>
                </a:lnTo>
                <a:lnTo>
                  <a:pt x="110099" y="371742"/>
                </a:lnTo>
                <a:lnTo>
                  <a:pt x="120091" y="402593"/>
                </a:lnTo>
                <a:lnTo>
                  <a:pt x="129388" y="433654"/>
                </a:lnTo>
                <a:lnTo>
                  <a:pt x="137589" y="465030"/>
                </a:lnTo>
                <a:lnTo>
                  <a:pt x="145304" y="496519"/>
                </a:lnTo>
                <a:lnTo>
                  <a:pt x="153019" y="528018"/>
                </a:lnTo>
                <a:lnTo>
                  <a:pt x="160734" y="559518"/>
                </a:lnTo>
                <a:lnTo>
                  <a:pt x="168450" y="591017"/>
                </a:lnTo>
                <a:lnTo>
                  <a:pt x="176165" y="622506"/>
                </a:lnTo>
                <a:lnTo>
                  <a:pt x="183880" y="654006"/>
                </a:lnTo>
                <a:lnTo>
                  <a:pt x="191595" y="685505"/>
                </a:lnTo>
                <a:lnTo>
                  <a:pt x="199311" y="717004"/>
                </a:lnTo>
                <a:lnTo>
                  <a:pt x="207026" y="748494"/>
                </a:lnTo>
                <a:lnTo>
                  <a:pt x="214741" y="779993"/>
                </a:lnTo>
                <a:lnTo>
                  <a:pt x="222456" y="811492"/>
                </a:lnTo>
                <a:lnTo>
                  <a:pt x="230172" y="842991"/>
                </a:lnTo>
                <a:lnTo>
                  <a:pt x="237582" y="874557"/>
                </a:lnTo>
                <a:lnTo>
                  <a:pt x="244754" y="906180"/>
                </a:lnTo>
                <a:lnTo>
                  <a:pt x="251793" y="937841"/>
                </a:lnTo>
                <a:lnTo>
                  <a:pt x="258832" y="969493"/>
                </a:lnTo>
                <a:lnTo>
                  <a:pt x="265862" y="1001144"/>
                </a:lnTo>
                <a:lnTo>
                  <a:pt x="272901" y="1032805"/>
                </a:lnTo>
                <a:lnTo>
                  <a:pt x="279940" y="1064457"/>
                </a:lnTo>
                <a:lnTo>
                  <a:pt x="286979" y="1096118"/>
                </a:lnTo>
                <a:lnTo>
                  <a:pt x="294018" y="1127770"/>
                </a:lnTo>
                <a:lnTo>
                  <a:pt x="301057" y="1159421"/>
                </a:lnTo>
                <a:lnTo>
                  <a:pt x="308096" y="1191082"/>
                </a:lnTo>
                <a:lnTo>
                  <a:pt x="315125" y="1222734"/>
                </a:lnTo>
                <a:lnTo>
                  <a:pt x="322164" y="1254395"/>
                </a:lnTo>
                <a:lnTo>
                  <a:pt x="329155" y="1286056"/>
                </a:lnTo>
                <a:lnTo>
                  <a:pt x="336004" y="1317755"/>
                </a:lnTo>
                <a:lnTo>
                  <a:pt x="342633" y="1349492"/>
                </a:lnTo>
                <a:lnTo>
                  <a:pt x="349272" y="1381239"/>
                </a:lnTo>
                <a:lnTo>
                  <a:pt x="355902" y="1412977"/>
                </a:lnTo>
                <a:lnTo>
                  <a:pt x="362541" y="1444723"/>
                </a:lnTo>
                <a:lnTo>
                  <a:pt x="369170" y="1476470"/>
                </a:lnTo>
                <a:lnTo>
                  <a:pt x="375799" y="1508208"/>
                </a:lnTo>
                <a:lnTo>
                  <a:pt x="382438" y="1539954"/>
                </a:lnTo>
                <a:lnTo>
                  <a:pt x="389068" y="1571692"/>
                </a:lnTo>
                <a:lnTo>
                  <a:pt x="395697" y="1603439"/>
                </a:lnTo>
                <a:lnTo>
                  <a:pt x="402336" y="1635176"/>
                </a:lnTo>
                <a:lnTo>
                  <a:pt x="408965" y="1666923"/>
                </a:lnTo>
                <a:lnTo>
                  <a:pt x="415595" y="1698660"/>
                </a:lnTo>
                <a:lnTo>
                  <a:pt x="422119" y="1730426"/>
                </a:lnTo>
                <a:lnTo>
                  <a:pt x="428549" y="1762211"/>
                </a:lnTo>
                <a:lnTo>
                  <a:pt x="434911" y="1794015"/>
                </a:lnTo>
                <a:lnTo>
                  <a:pt x="441274" y="1825809"/>
                </a:lnTo>
                <a:lnTo>
                  <a:pt x="447637" y="1857613"/>
                </a:lnTo>
                <a:lnTo>
                  <a:pt x="454000" y="1889408"/>
                </a:lnTo>
                <a:lnTo>
                  <a:pt x="460362" y="1921202"/>
                </a:lnTo>
                <a:lnTo>
                  <a:pt x="466725" y="1953006"/>
                </a:lnTo>
                <a:lnTo>
                  <a:pt x="473088" y="1984800"/>
                </a:lnTo>
                <a:lnTo>
                  <a:pt x="479450" y="2016595"/>
                </a:lnTo>
                <a:lnTo>
                  <a:pt x="485813" y="2048399"/>
                </a:lnTo>
                <a:lnTo>
                  <a:pt x="488356" y="2077069"/>
                </a:lnTo>
                <a:lnTo>
                  <a:pt x="455924" y="2077069"/>
                </a:lnTo>
                <a:lnTo>
                  <a:pt x="423501" y="2077069"/>
                </a:lnTo>
                <a:lnTo>
                  <a:pt x="391068" y="2077069"/>
                </a:lnTo>
                <a:lnTo>
                  <a:pt x="358645" y="2077069"/>
                </a:lnTo>
                <a:lnTo>
                  <a:pt x="326212" y="2077069"/>
                </a:lnTo>
                <a:lnTo>
                  <a:pt x="293789" y="2077069"/>
                </a:lnTo>
                <a:lnTo>
                  <a:pt x="261356" y="2077069"/>
                </a:lnTo>
                <a:lnTo>
                  <a:pt x="254537" y="2087594"/>
                </a:lnTo>
                <a:lnTo>
                  <a:pt x="277578" y="2110407"/>
                </a:lnTo>
                <a:lnTo>
                  <a:pt x="300628" y="2133219"/>
                </a:lnTo>
                <a:lnTo>
                  <a:pt x="323679" y="2156031"/>
                </a:lnTo>
                <a:lnTo>
                  <a:pt x="346720" y="2178844"/>
                </a:lnTo>
                <a:lnTo>
                  <a:pt x="369770" y="2201656"/>
                </a:lnTo>
                <a:lnTo>
                  <a:pt x="392821" y="2224469"/>
                </a:lnTo>
                <a:lnTo>
                  <a:pt x="415861" y="2247281"/>
                </a:lnTo>
                <a:lnTo>
                  <a:pt x="438912" y="2270093"/>
                </a:lnTo>
                <a:lnTo>
                  <a:pt x="461963" y="2292906"/>
                </a:lnTo>
                <a:lnTo>
                  <a:pt x="485003" y="2315718"/>
                </a:lnTo>
                <a:lnTo>
                  <a:pt x="508054" y="2338530"/>
                </a:lnTo>
                <a:lnTo>
                  <a:pt x="531104" y="2361343"/>
                </a:lnTo>
                <a:lnTo>
                  <a:pt x="554145" y="2384155"/>
                </a:lnTo>
                <a:lnTo>
                  <a:pt x="577196" y="2406968"/>
                </a:lnTo>
                <a:lnTo>
                  <a:pt x="600246" y="2429780"/>
                </a:lnTo>
                <a:lnTo>
                  <a:pt x="623287" y="2452592"/>
                </a:lnTo>
                <a:lnTo>
                  <a:pt x="646338" y="2475405"/>
                </a:lnTo>
                <a:lnTo>
                  <a:pt x="669388" y="2498217"/>
                </a:lnTo>
                <a:lnTo>
                  <a:pt x="692429" y="2521029"/>
                </a:lnTo>
                <a:lnTo>
                  <a:pt x="715480" y="2543842"/>
                </a:lnTo>
                <a:lnTo>
                  <a:pt x="738530" y="2566654"/>
                </a:lnTo>
                <a:lnTo>
                  <a:pt x="761571" y="2589467"/>
                </a:lnTo>
                <a:lnTo>
                  <a:pt x="784622" y="2580389"/>
                </a:lnTo>
                <a:lnTo>
                  <a:pt x="807672" y="2557577"/>
                </a:lnTo>
                <a:lnTo>
                  <a:pt x="830723" y="2534764"/>
                </a:lnTo>
                <a:lnTo>
                  <a:pt x="853764" y="2511952"/>
                </a:lnTo>
                <a:lnTo>
                  <a:pt x="876814" y="2489140"/>
                </a:lnTo>
                <a:lnTo>
                  <a:pt x="899865" y="2466327"/>
                </a:lnTo>
                <a:lnTo>
                  <a:pt x="922906" y="2443515"/>
                </a:lnTo>
                <a:lnTo>
                  <a:pt x="945956" y="2420703"/>
                </a:lnTo>
                <a:lnTo>
                  <a:pt x="969007" y="2397890"/>
                </a:lnTo>
                <a:lnTo>
                  <a:pt x="992048" y="2375078"/>
                </a:lnTo>
                <a:lnTo>
                  <a:pt x="1015098" y="2352265"/>
                </a:lnTo>
                <a:lnTo>
                  <a:pt x="1038149" y="2329453"/>
                </a:lnTo>
                <a:lnTo>
                  <a:pt x="1061190" y="2306641"/>
                </a:lnTo>
                <a:lnTo>
                  <a:pt x="1084240" y="2283828"/>
                </a:lnTo>
                <a:lnTo>
                  <a:pt x="1107291" y="2261016"/>
                </a:lnTo>
                <a:lnTo>
                  <a:pt x="1130332" y="2238204"/>
                </a:lnTo>
                <a:lnTo>
                  <a:pt x="1153382" y="2215391"/>
                </a:lnTo>
                <a:lnTo>
                  <a:pt x="1176433" y="2192579"/>
                </a:lnTo>
                <a:lnTo>
                  <a:pt x="1199474" y="2169766"/>
                </a:lnTo>
                <a:lnTo>
                  <a:pt x="1222524" y="2146954"/>
                </a:lnTo>
                <a:lnTo>
                  <a:pt x="1245575" y="2124142"/>
                </a:lnTo>
                <a:lnTo>
                  <a:pt x="1268616" y="2101329"/>
                </a:lnTo>
                <a:lnTo>
                  <a:pt x="1291666" y="2078517"/>
                </a:lnTo>
                <a:lnTo>
                  <a:pt x="1262767" y="2077069"/>
                </a:lnTo>
                <a:lnTo>
                  <a:pt x="1230335" y="2077069"/>
                </a:lnTo>
                <a:lnTo>
                  <a:pt x="1197912" y="2077069"/>
                </a:lnTo>
                <a:lnTo>
                  <a:pt x="1165479" y="2077069"/>
                </a:lnTo>
                <a:lnTo>
                  <a:pt x="1133056" y="2077069"/>
                </a:lnTo>
                <a:lnTo>
                  <a:pt x="1100623" y="2077069"/>
                </a:lnTo>
                <a:lnTo>
                  <a:pt x="1068200" y="2077069"/>
                </a:lnTo>
                <a:lnTo>
                  <a:pt x="1047388" y="2067544"/>
                </a:lnTo>
                <a:lnTo>
                  <a:pt x="1053751" y="2035740"/>
                </a:lnTo>
                <a:lnTo>
                  <a:pt x="1060113" y="2003946"/>
                </a:lnTo>
                <a:lnTo>
                  <a:pt x="1066476" y="1972142"/>
                </a:lnTo>
                <a:lnTo>
                  <a:pt x="1072839" y="1940347"/>
                </a:lnTo>
                <a:lnTo>
                  <a:pt x="1079202" y="1908553"/>
                </a:lnTo>
                <a:lnTo>
                  <a:pt x="1085564" y="1876749"/>
                </a:lnTo>
                <a:lnTo>
                  <a:pt x="1091927" y="1844954"/>
                </a:lnTo>
                <a:lnTo>
                  <a:pt x="1098290" y="1813160"/>
                </a:lnTo>
                <a:lnTo>
                  <a:pt x="1104652" y="1781356"/>
                </a:lnTo>
                <a:lnTo>
                  <a:pt x="1111015" y="1749562"/>
                </a:lnTo>
                <a:lnTo>
                  <a:pt x="1117483" y="1717786"/>
                </a:lnTo>
                <a:lnTo>
                  <a:pt x="1124064" y="1686030"/>
                </a:lnTo>
                <a:lnTo>
                  <a:pt x="1130703" y="1654292"/>
                </a:lnTo>
                <a:lnTo>
                  <a:pt x="1137333" y="1622546"/>
                </a:lnTo>
                <a:lnTo>
                  <a:pt x="1143962" y="1590808"/>
                </a:lnTo>
                <a:lnTo>
                  <a:pt x="1150601" y="1559062"/>
                </a:lnTo>
                <a:lnTo>
                  <a:pt x="1157230" y="1527324"/>
                </a:lnTo>
                <a:lnTo>
                  <a:pt x="1163869" y="1495577"/>
                </a:lnTo>
                <a:lnTo>
                  <a:pt x="1170499" y="1463831"/>
                </a:lnTo>
                <a:lnTo>
                  <a:pt x="1177128" y="1432093"/>
                </a:lnTo>
                <a:lnTo>
                  <a:pt x="1183767" y="1400346"/>
                </a:lnTo>
                <a:lnTo>
                  <a:pt x="1190396" y="1368609"/>
                </a:lnTo>
                <a:lnTo>
                  <a:pt x="1197026" y="1336862"/>
                </a:lnTo>
                <a:lnTo>
                  <a:pt x="1203750" y="1305144"/>
                </a:lnTo>
                <a:lnTo>
                  <a:pt x="1210628" y="1273445"/>
                </a:lnTo>
                <a:lnTo>
                  <a:pt x="1217666" y="1241793"/>
                </a:lnTo>
                <a:lnTo>
                  <a:pt x="1224696" y="1210142"/>
                </a:lnTo>
                <a:lnTo>
                  <a:pt x="1231735" y="1178481"/>
                </a:lnTo>
                <a:lnTo>
                  <a:pt x="1238774" y="1146829"/>
                </a:lnTo>
                <a:lnTo>
                  <a:pt x="1245813" y="1115177"/>
                </a:lnTo>
                <a:lnTo>
                  <a:pt x="1252852" y="1083516"/>
                </a:lnTo>
                <a:lnTo>
                  <a:pt x="1259891" y="1051865"/>
                </a:lnTo>
                <a:lnTo>
                  <a:pt x="1266920" y="1020204"/>
                </a:lnTo>
                <a:lnTo>
                  <a:pt x="1273959" y="988552"/>
                </a:lnTo>
                <a:lnTo>
                  <a:pt x="1280998" y="956901"/>
                </a:lnTo>
                <a:lnTo>
                  <a:pt x="1288037" y="925239"/>
                </a:lnTo>
                <a:lnTo>
                  <a:pt x="1295076" y="893588"/>
                </a:lnTo>
                <a:lnTo>
                  <a:pt x="1302363" y="861984"/>
                </a:lnTo>
                <a:lnTo>
                  <a:pt x="1309926" y="830456"/>
                </a:lnTo>
                <a:lnTo>
                  <a:pt x="1317641" y="798957"/>
                </a:lnTo>
                <a:lnTo>
                  <a:pt x="1325356" y="767458"/>
                </a:lnTo>
                <a:lnTo>
                  <a:pt x="1333071" y="735959"/>
                </a:lnTo>
                <a:lnTo>
                  <a:pt x="1340787" y="704469"/>
                </a:lnTo>
                <a:lnTo>
                  <a:pt x="1348502" y="672970"/>
                </a:lnTo>
                <a:lnTo>
                  <a:pt x="1356217" y="641471"/>
                </a:lnTo>
                <a:lnTo>
                  <a:pt x="1363932" y="609971"/>
                </a:lnTo>
                <a:lnTo>
                  <a:pt x="1371648" y="578482"/>
                </a:lnTo>
                <a:lnTo>
                  <a:pt x="1379363" y="546983"/>
                </a:lnTo>
                <a:lnTo>
                  <a:pt x="1387078" y="515483"/>
                </a:lnTo>
                <a:lnTo>
                  <a:pt x="1394803" y="483984"/>
                </a:lnTo>
                <a:lnTo>
                  <a:pt x="1402661" y="452533"/>
                </a:lnTo>
                <a:lnTo>
                  <a:pt x="1410938" y="421176"/>
                </a:lnTo>
                <a:lnTo>
                  <a:pt x="1420911" y="390315"/>
                </a:lnTo>
                <a:lnTo>
                  <a:pt x="1430903" y="359474"/>
                </a:lnTo>
                <a:lnTo>
                  <a:pt x="1440904" y="328622"/>
                </a:lnTo>
                <a:lnTo>
                  <a:pt x="1450896" y="297771"/>
                </a:lnTo>
                <a:lnTo>
                  <a:pt x="1460897" y="266919"/>
                </a:lnTo>
                <a:lnTo>
                  <a:pt x="1470889" y="236077"/>
                </a:lnTo>
                <a:lnTo>
                  <a:pt x="1480890" y="205226"/>
                </a:lnTo>
                <a:lnTo>
                  <a:pt x="1490882" y="174374"/>
                </a:lnTo>
                <a:lnTo>
                  <a:pt x="1500873" y="143523"/>
                </a:lnTo>
                <a:lnTo>
                  <a:pt x="1510875" y="112681"/>
                </a:lnTo>
                <a:lnTo>
                  <a:pt x="1520866" y="81829"/>
                </a:lnTo>
                <a:lnTo>
                  <a:pt x="1530868" y="50978"/>
                </a:lnTo>
                <a:lnTo>
                  <a:pt x="1537030" y="19526"/>
                </a:lnTo>
                <a:lnTo>
                  <a:pt x="1524124" y="0"/>
                </a:lnTo>
                <a:lnTo>
                  <a:pt x="1491691" y="0"/>
                </a:lnTo>
                <a:lnTo>
                  <a:pt x="1459268" y="0"/>
                </a:lnTo>
                <a:lnTo>
                  <a:pt x="1426835" y="0"/>
                </a:lnTo>
                <a:lnTo>
                  <a:pt x="1394412" y="0"/>
                </a:lnTo>
                <a:lnTo>
                  <a:pt x="1361980" y="0"/>
                </a:lnTo>
                <a:lnTo>
                  <a:pt x="1329557" y="0"/>
                </a:lnTo>
                <a:lnTo>
                  <a:pt x="1297124" y="0"/>
                </a:lnTo>
                <a:lnTo>
                  <a:pt x="1264701" y="0"/>
                </a:lnTo>
                <a:lnTo>
                  <a:pt x="1232268" y="0"/>
                </a:lnTo>
                <a:lnTo>
                  <a:pt x="1199845" y="0"/>
                </a:lnTo>
                <a:lnTo>
                  <a:pt x="1167413" y="0"/>
                </a:lnTo>
                <a:lnTo>
                  <a:pt x="1134989" y="0"/>
                </a:lnTo>
                <a:lnTo>
                  <a:pt x="1102557" y="0"/>
                </a:lnTo>
                <a:lnTo>
                  <a:pt x="1070134" y="0"/>
                </a:lnTo>
                <a:lnTo>
                  <a:pt x="1037701" y="0"/>
                </a:lnTo>
                <a:lnTo>
                  <a:pt x="1005269" y="0"/>
                </a:lnTo>
                <a:lnTo>
                  <a:pt x="972845" y="0"/>
                </a:lnTo>
                <a:lnTo>
                  <a:pt x="940413" y="0"/>
                </a:lnTo>
                <a:lnTo>
                  <a:pt x="907990" y="0"/>
                </a:lnTo>
                <a:lnTo>
                  <a:pt x="875557" y="0"/>
                </a:lnTo>
                <a:lnTo>
                  <a:pt x="843134" y="0"/>
                </a:lnTo>
                <a:lnTo>
                  <a:pt x="810701" y="0"/>
                </a:lnTo>
                <a:lnTo>
                  <a:pt x="778278" y="0"/>
                </a:lnTo>
                <a:lnTo>
                  <a:pt x="745846" y="0"/>
                </a:lnTo>
                <a:lnTo>
                  <a:pt x="713423" y="0"/>
                </a:lnTo>
                <a:lnTo>
                  <a:pt x="680990" y="0"/>
                </a:lnTo>
                <a:lnTo>
                  <a:pt x="648567" y="0"/>
                </a:lnTo>
                <a:lnTo>
                  <a:pt x="616134" y="0"/>
                </a:lnTo>
                <a:lnTo>
                  <a:pt x="583711" y="0"/>
                </a:lnTo>
                <a:lnTo>
                  <a:pt x="551278" y="0"/>
                </a:lnTo>
                <a:lnTo>
                  <a:pt x="518855" y="0"/>
                </a:lnTo>
                <a:lnTo>
                  <a:pt x="486423" y="0"/>
                </a:lnTo>
                <a:lnTo>
                  <a:pt x="453990" y="0"/>
                </a:lnTo>
                <a:lnTo>
                  <a:pt x="421567" y="0"/>
                </a:lnTo>
                <a:lnTo>
                  <a:pt x="389134" y="0"/>
                </a:lnTo>
                <a:lnTo>
                  <a:pt x="356711" y="0"/>
                </a:lnTo>
                <a:lnTo>
                  <a:pt x="324279" y="0"/>
                </a:lnTo>
                <a:lnTo>
                  <a:pt x="291856" y="0"/>
                </a:lnTo>
                <a:lnTo>
                  <a:pt x="259423" y="0"/>
                </a:lnTo>
                <a:lnTo>
                  <a:pt x="227000" y="0"/>
                </a:lnTo>
                <a:lnTo>
                  <a:pt x="194567" y="0"/>
                </a:lnTo>
                <a:lnTo>
                  <a:pt x="162144" y="0"/>
                </a:lnTo>
                <a:lnTo>
                  <a:pt x="129711" y="0"/>
                </a:lnTo>
                <a:lnTo>
                  <a:pt x="97288" y="0"/>
                </a:lnTo>
                <a:lnTo>
                  <a:pt x="64856" y="0"/>
                </a:lnTo>
                <a:lnTo>
                  <a:pt x="32433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7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05305EF-1CDF-4129-8756-75EB2EC3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943" y="2772670"/>
            <a:ext cx="2632624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征集建议</a:t>
            </a:r>
          </a:p>
        </p:txBody>
      </p:sp>
      <p:sp>
        <p:nvSpPr>
          <p:cNvPr id="28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61F05D8E-721F-4D0D-BF9C-7C8E772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685" y="3201295"/>
            <a:ext cx="2175119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明确问题</a:t>
            </a:r>
          </a:p>
        </p:txBody>
      </p:sp>
      <p:sp>
        <p:nvSpPr>
          <p:cNvPr id="29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130312A7-DC61-4B34-AF08-06C74178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147" y="3630063"/>
            <a:ext cx="1796205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核对依据</a:t>
            </a:r>
          </a:p>
        </p:txBody>
      </p:sp>
      <p:sp>
        <p:nvSpPr>
          <p:cNvPr id="30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EAD0C3DC-3876-43FF-ACA5-9A686FB6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5245" y="4058841"/>
            <a:ext cx="1446019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小步验证</a:t>
            </a:r>
          </a:p>
        </p:txBody>
      </p:sp>
      <p:sp>
        <p:nvSpPr>
          <p:cNvPr id="31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2FFBDE6A-D901-4A50-92AA-EBE7986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190" y="4487466"/>
            <a:ext cx="1114130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评估影响</a:t>
            </a:r>
          </a:p>
        </p:txBody>
      </p:sp>
      <p:sp>
        <p:nvSpPr>
          <p:cNvPr id="32" name="simple-step-title-5">
            <a:extLst xmlns:a="http://schemas.openxmlformats.org/drawingml/2006/main">
              <a:ext uri="{FF2B5EF4-FFF2-40B4-BE49-F238E27FC236}">
                <a16:creationId xmlns:a16="http://schemas.microsoft.com/office/drawing/2014/main" id="{4C3040A3-2F91-4253-8B51-2D71C2C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05" y="4916243"/>
            <a:ext cx="795490" cy="2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纳入计划</a:t>
            </a:r>
          </a:p>
        </p:txBody>
      </p:sp>
      <p:sp>
        <p:nvSpPr>
          <p:cNvPr id="33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08A33E92-ABDA-4238-88B7-1258C4E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883" y="2149526"/>
            <a:ext cx="367455" cy="367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091269b1f4439">
            <a:extLst>
              <a:ext uri="{96DAC541-7B7A-43D3-8B79-37D633B846F1}">
                <asvg:svgBlip xmlns:asvg="http://schemas.microsoft.com/office/drawing/2016/SVG/main" r:embed="Rbbcdedd8233940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74705" y="2248348"/>
            <a:ext cx="169812" cy="169812"/>
          </a:xfrm>
          <a:prstGeom xmlns:a="http://schemas.openxmlformats.org/drawingml/2006/main" prst="rect">
            <a:avLst/>
          </a:prstGeom>
        </p:spPr>
      </p:pic>
      <p:sp>
        <p:nvSpPr>
          <p:cNvPr id="35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777CC30C-B77F-4821-9558-2EC35B21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5550" y="1981800"/>
            <a:ext cx="319535" cy="31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a46eadfae43f9">
            <a:extLst>
              <a:ext uri="{96DAC541-7B7A-43D3-8B79-37D633B846F1}">
                <asvg:svgBlip xmlns:asvg="http://schemas.microsoft.com/office/drawing/2016/SVG/main" r:embed="R5a8d74909fe840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64372" y="2080622"/>
            <a:ext cx="121891" cy="121891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F08DC34D-6AB3-4FB2-96CB-63810FA7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297" y="1941757"/>
            <a:ext cx="367455" cy="367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fe0c825684c67">
            <a:extLst>
              <a:ext uri="{96DAC541-7B7A-43D3-8B79-37D633B846F1}">
                <asvg:svgBlip xmlns:asvg="http://schemas.microsoft.com/office/drawing/2016/SVG/main" r:embed="Rf57ab4889cff44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06119" y="2040579"/>
            <a:ext cx="169812" cy="169812"/>
          </a:xfrm>
          <a:prstGeom xmlns:a="http://schemas.openxmlformats.org/drawingml/2006/main" prst="rect">
            <a:avLst/>
          </a:prstGeom>
        </p:spPr>
      </p:pic>
      <p:sp>
        <p:nvSpPr>
          <p:cNvPr id="39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74BBED76-0DBC-4FA2-86FF-3B67E41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974" y="2109492"/>
            <a:ext cx="319535" cy="31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394bfb78a4ffb">
            <a:extLst>
              <a:ext uri="{96DAC541-7B7A-43D3-8B79-37D633B846F1}">
                <asvg:svgBlip xmlns:asvg="http://schemas.microsoft.com/office/drawing/2016/SVG/main" r:embed="Re021a80d95214b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5796" y="2208314"/>
            <a:ext cx="121891" cy="1218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33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2026-09-07T23:36:55.1430000Z</dcterms:created>
  <dcterms:modified xsi:type="dcterms:W3CDTF">2026-09-07T23:36:55.1430000Z</dcterms:modified>
</coreProperties>
</file>