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3e47825b14c59" /><Relationship Type="http://schemas.openxmlformats.org/officeDocument/2006/relationships/extended-properties" Target="/docProps/app.xml" Id="R92c3e2e6dad94d32" /><Relationship Type="http://schemas.openxmlformats.org/officeDocument/2006/relationships/officeDocument" Target="/ppt/presentation.xml" Id="R26d440f13848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2790c9aab1444e"/>
  </p:sldMasterIdLst>
  <p:notesMasterIdLst>
    <p:notesMasterId xmlns:r="http://schemas.openxmlformats.org/officeDocument/2006/relationships" r:id="R5a9d3ceb1ba94a1f"/>
  </p:notesMasterIdLst>
  <p:sldIdLst>
    <p:sldId xmlns:r="http://schemas.openxmlformats.org/officeDocument/2006/relationships" id="256" r:id="Rfaaa1ee1c0d249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3c79318084be9" /><Relationship Type="http://schemas.openxmlformats.org/officeDocument/2006/relationships/slideMaster" Target="/ppt/slideMasters/slideMaster1.xml" Id="Reb2790c9aab1444e" /><Relationship Type="http://schemas.openxmlformats.org/officeDocument/2006/relationships/notesMaster" Target="/ppt/notesMasters/notesMaster1.xml" Id="R5a9d3ceb1ba94a1f" /><Relationship Type="http://schemas.openxmlformats.org/officeDocument/2006/relationships/presProps" Target="/ppt/presProps.xml" Id="R83cf84ad4c6f4691" /><Relationship Type="http://schemas.openxmlformats.org/officeDocument/2006/relationships/tableStyles" Target="/ppt/tableStyles.xml" Id="R9ca5ce45699c4ee8" /><Relationship Type="http://schemas.openxmlformats.org/officeDocument/2006/relationships/slide" Target="/ppt/slides/slide1.xml" Id="Rfaaa1ee1c0d2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6d499de591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0b86ea1914755" /><Relationship Type="http://schemas.openxmlformats.org/officeDocument/2006/relationships/notesMaster" Target="/ppt/notesMasters/notesMaster1.xml" Id="Re56c7108351d4b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1bd9469fe49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4c5ab14544db2" /><Relationship Type="http://schemas.openxmlformats.org/officeDocument/2006/relationships/slideLayout" Target="/ppt/slideLayouts/slideLayout1.xml" Id="R3a5bd447815e44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bd447815e44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d65ae07fc4a8d" /><Relationship Type="http://schemas.openxmlformats.org/officeDocument/2006/relationships/notesSlide" Target="/ppt/notesSlides/notesSlide1.xml" Id="Rd5f68312171647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age-paper">
            <a:extLst xmlns:a="http://schemas.openxmlformats.org/drawingml/2006/main">
              <a:ext uri="{FF2B5EF4-FFF2-40B4-BE49-F238E27FC236}">
                <a16:creationId xmlns:a16="http://schemas.microsoft.com/office/drawing/2014/main" id="{933AA3D5-D2B8-4F7F-AE40-769A1D69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E639FE73-8B26-4967-85D9-0C9D154A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4513A77-F0DC-4286-B1CC-ABFE8E5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1704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知识管理成熟度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822A858-20DC-4462-AF29-D1EE1188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47700"/>
            <a:ext cx="871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97F13F1B-2B37-4E3F-A101-645428E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当前处于统一分类阶段，目标是根据使用反馈持续优化。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9D1ADF-230F-4914-BBE3-F89D5801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8A6CBB3A-CF09-4AF2-93A7-481FEEE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201" y="4247998"/>
            <a:ext cx="1344578" cy="1055456"/>
          </a:xfrm>
          <a:custGeom xmlns:a="http://schemas.openxmlformats.org/drawingml/2006/main">
            <a:pathLst>
              <a:path w="1344578" h="1055456">
                <a:moveTo>
                  <a:pt x="80772" y="145885"/>
                </a:moveTo>
                <a:lnTo>
                  <a:pt x="99660" y="143675"/>
                </a:lnTo>
                <a:lnTo>
                  <a:pt x="118548" y="141465"/>
                </a:lnTo>
                <a:lnTo>
                  <a:pt x="137446" y="139265"/>
                </a:lnTo>
                <a:lnTo>
                  <a:pt x="156334" y="137055"/>
                </a:lnTo>
                <a:lnTo>
                  <a:pt x="175222" y="134845"/>
                </a:lnTo>
                <a:lnTo>
                  <a:pt x="194120" y="132645"/>
                </a:lnTo>
                <a:lnTo>
                  <a:pt x="213008" y="130435"/>
                </a:lnTo>
                <a:lnTo>
                  <a:pt x="231896" y="128226"/>
                </a:lnTo>
                <a:lnTo>
                  <a:pt x="250793" y="126025"/>
                </a:lnTo>
                <a:lnTo>
                  <a:pt x="269681" y="123815"/>
                </a:lnTo>
                <a:lnTo>
                  <a:pt x="288569" y="121606"/>
                </a:lnTo>
                <a:lnTo>
                  <a:pt x="307467" y="119405"/>
                </a:lnTo>
                <a:lnTo>
                  <a:pt x="326355" y="117196"/>
                </a:lnTo>
                <a:lnTo>
                  <a:pt x="345253" y="114986"/>
                </a:lnTo>
                <a:lnTo>
                  <a:pt x="364141" y="112786"/>
                </a:lnTo>
                <a:lnTo>
                  <a:pt x="383029" y="110576"/>
                </a:lnTo>
                <a:lnTo>
                  <a:pt x="401926" y="108366"/>
                </a:lnTo>
                <a:lnTo>
                  <a:pt x="420815" y="106166"/>
                </a:lnTo>
                <a:lnTo>
                  <a:pt x="439703" y="103956"/>
                </a:lnTo>
                <a:lnTo>
                  <a:pt x="458600" y="101746"/>
                </a:lnTo>
                <a:lnTo>
                  <a:pt x="477488" y="99546"/>
                </a:lnTo>
                <a:lnTo>
                  <a:pt x="496376" y="97336"/>
                </a:lnTo>
                <a:lnTo>
                  <a:pt x="515274" y="95126"/>
                </a:lnTo>
                <a:lnTo>
                  <a:pt x="534162" y="92926"/>
                </a:lnTo>
                <a:lnTo>
                  <a:pt x="553050" y="90716"/>
                </a:lnTo>
                <a:lnTo>
                  <a:pt x="571948" y="88506"/>
                </a:lnTo>
                <a:lnTo>
                  <a:pt x="590836" y="86306"/>
                </a:lnTo>
                <a:lnTo>
                  <a:pt x="609724" y="84096"/>
                </a:lnTo>
                <a:lnTo>
                  <a:pt x="628621" y="81886"/>
                </a:lnTo>
                <a:lnTo>
                  <a:pt x="647510" y="79686"/>
                </a:lnTo>
                <a:lnTo>
                  <a:pt x="666398" y="77476"/>
                </a:lnTo>
                <a:lnTo>
                  <a:pt x="685295" y="75267"/>
                </a:lnTo>
                <a:lnTo>
                  <a:pt x="704183" y="73066"/>
                </a:lnTo>
                <a:lnTo>
                  <a:pt x="723071" y="70856"/>
                </a:lnTo>
                <a:lnTo>
                  <a:pt x="741969" y="68647"/>
                </a:lnTo>
                <a:lnTo>
                  <a:pt x="760857" y="66446"/>
                </a:lnTo>
                <a:lnTo>
                  <a:pt x="779745" y="64237"/>
                </a:lnTo>
                <a:lnTo>
                  <a:pt x="798643" y="62027"/>
                </a:lnTo>
                <a:lnTo>
                  <a:pt x="817531" y="59827"/>
                </a:lnTo>
                <a:lnTo>
                  <a:pt x="836419" y="57617"/>
                </a:lnTo>
                <a:lnTo>
                  <a:pt x="855316" y="55407"/>
                </a:lnTo>
                <a:lnTo>
                  <a:pt x="874205" y="53207"/>
                </a:lnTo>
                <a:lnTo>
                  <a:pt x="893093" y="50997"/>
                </a:lnTo>
                <a:lnTo>
                  <a:pt x="911990" y="48787"/>
                </a:lnTo>
                <a:lnTo>
                  <a:pt x="930878" y="46587"/>
                </a:lnTo>
                <a:lnTo>
                  <a:pt x="949766" y="44377"/>
                </a:lnTo>
                <a:lnTo>
                  <a:pt x="968664" y="42167"/>
                </a:lnTo>
                <a:lnTo>
                  <a:pt x="987552" y="39967"/>
                </a:lnTo>
                <a:lnTo>
                  <a:pt x="1006440" y="37757"/>
                </a:lnTo>
                <a:lnTo>
                  <a:pt x="1025338" y="35547"/>
                </a:lnTo>
                <a:lnTo>
                  <a:pt x="1044226" y="33347"/>
                </a:lnTo>
                <a:lnTo>
                  <a:pt x="1063114" y="31137"/>
                </a:lnTo>
                <a:lnTo>
                  <a:pt x="1082011" y="28927"/>
                </a:lnTo>
                <a:lnTo>
                  <a:pt x="1100900" y="26727"/>
                </a:lnTo>
                <a:lnTo>
                  <a:pt x="1119797" y="24517"/>
                </a:lnTo>
                <a:lnTo>
                  <a:pt x="1138685" y="22308"/>
                </a:lnTo>
                <a:lnTo>
                  <a:pt x="1157573" y="20107"/>
                </a:lnTo>
                <a:lnTo>
                  <a:pt x="1176471" y="17897"/>
                </a:lnTo>
                <a:lnTo>
                  <a:pt x="1195359" y="15688"/>
                </a:lnTo>
                <a:lnTo>
                  <a:pt x="1214247" y="13487"/>
                </a:lnTo>
                <a:lnTo>
                  <a:pt x="1233145" y="11278"/>
                </a:lnTo>
                <a:lnTo>
                  <a:pt x="1252033" y="9068"/>
                </a:lnTo>
                <a:lnTo>
                  <a:pt x="1270921" y="6868"/>
                </a:lnTo>
                <a:lnTo>
                  <a:pt x="1289818" y="4658"/>
                </a:lnTo>
                <a:lnTo>
                  <a:pt x="1308706" y="2448"/>
                </a:lnTo>
                <a:lnTo>
                  <a:pt x="1327595" y="248"/>
                </a:lnTo>
                <a:lnTo>
                  <a:pt x="1344578" y="0"/>
                </a:lnTo>
                <a:lnTo>
                  <a:pt x="1342892" y="18945"/>
                </a:lnTo>
                <a:lnTo>
                  <a:pt x="1341215" y="37890"/>
                </a:lnTo>
                <a:lnTo>
                  <a:pt x="1339529" y="56836"/>
                </a:lnTo>
                <a:lnTo>
                  <a:pt x="1337843" y="75781"/>
                </a:lnTo>
                <a:lnTo>
                  <a:pt x="1336157" y="94726"/>
                </a:lnTo>
                <a:lnTo>
                  <a:pt x="1334472" y="113671"/>
                </a:lnTo>
                <a:lnTo>
                  <a:pt x="1332786" y="132617"/>
                </a:lnTo>
                <a:lnTo>
                  <a:pt x="1331109" y="151562"/>
                </a:lnTo>
                <a:lnTo>
                  <a:pt x="1329423" y="170507"/>
                </a:lnTo>
                <a:lnTo>
                  <a:pt x="1327737" y="189452"/>
                </a:lnTo>
                <a:lnTo>
                  <a:pt x="1326051" y="208397"/>
                </a:lnTo>
                <a:lnTo>
                  <a:pt x="1324366" y="227343"/>
                </a:lnTo>
                <a:lnTo>
                  <a:pt x="1322680" y="246288"/>
                </a:lnTo>
                <a:lnTo>
                  <a:pt x="1321003" y="265233"/>
                </a:lnTo>
                <a:lnTo>
                  <a:pt x="1319317" y="284178"/>
                </a:lnTo>
                <a:lnTo>
                  <a:pt x="1317631" y="303124"/>
                </a:lnTo>
                <a:lnTo>
                  <a:pt x="1315945" y="322069"/>
                </a:lnTo>
                <a:lnTo>
                  <a:pt x="1314260" y="341014"/>
                </a:lnTo>
                <a:lnTo>
                  <a:pt x="1312574" y="359959"/>
                </a:lnTo>
                <a:lnTo>
                  <a:pt x="1310888" y="378905"/>
                </a:lnTo>
                <a:lnTo>
                  <a:pt x="1309211" y="397850"/>
                </a:lnTo>
                <a:lnTo>
                  <a:pt x="1307525" y="416795"/>
                </a:lnTo>
                <a:lnTo>
                  <a:pt x="1305839" y="435740"/>
                </a:lnTo>
                <a:lnTo>
                  <a:pt x="1304153" y="454676"/>
                </a:lnTo>
                <a:lnTo>
                  <a:pt x="1302468" y="473621"/>
                </a:lnTo>
                <a:lnTo>
                  <a:pt x="1300782" y="492566"/>
                </a:lnTo>
                <a:lnTo>
                  <a:pt x="1299105" y="511512"/>
                </a:lnTo>
                <a:lnTo>
                  <a:pt x="1297419" y="530457"/>
                </a:lnTo>
                <a:lnTo>
                  <a:pt x="1295733" y="549402"/>
                </a:lnTo>
                <a:lnTo>
                  <a:pt x="1294047" y="568347"/>
                </a:lnTo>
                <a:lnTo>
                  <a:pt x="1292362" y="587292"/>
                </a:lnTo>
                <a:lnTo>
                  <a:pt x="1290676" y="606238"/>
                </a:lnTo>
                <a:lnTo>
                  <a:pt x="1288990" y="625183"/>
                </a:lnTo>
                <a:lnTo>
                  <a:pt x="1287313" y="644128"/>
                </a:lnTo>
                <a:lnTo>
                  <a:pt x="1285627" y="663073"/>
                </a:lnTo>
                <a:lnTo>
                  <a:pt x="1283941" y="682019"/>
                </a:lnTo>
                <a:lnTo>
                  <a:pt x="1282256" y="700964"/>
                </a:lnTo>
                <a:lnTo>
                  <a:pt x="1280570" y="719909"/>
                </a:lnTo>
                <a:lnTo>
                  <a:pt x="1278884" y="738854"/>
                </a:lnTo>
                <a:lnTo>
                  <a:pt x="1277207" y="757799"/>
                </a:lnTo>
                <a:lnTo>
                  <a:pt x="1275521" y="776745"/>
                </a:lnTo>
                <a:lnTo>
                  <a:pt x="1273835" y="795690"/>
                </a:lnTo>
                <a:lnTo>
                  <a:pt x="1272149" y="814635"/>
                </a:lnTo>
                <a:lnTo>
                  <a:pt x="1270464" y="833580"/>
                </a:lnTo>
                <a:lnTo>
                  <a:pt x="1268778" y="852526"/>
                </a:lnTo>
                <a:lnTo>
                  <a:pt x="1267101" y="871471"/>
                </a:lnTo>
                <a:lnTo>
                  <a:pt x="1265415" y="890416"/>
                </a:lnTo>
                <a:lnTo>
                  <a:pt x="1263244" y="908895"/>
                </a:lnTo>
                <a:lnTo>
                  <a:pt x="1244356" y="911114"/>
                </a:lnTo>
                <a:lnTo>
                  <a:pt x="1225467" y="913333"/>
                </a:lnTo>
                <a:lnTo>
                  <a:pt x="1206579" y="915553"/>
                </a:lnTo>
                <a:lnTo>
                  <a:pt x="1187691" y="917781"/>
                </a:lnTo>
                <a:lnTo>
                  <a:pt x="1168803" y="920001"/>
                </a:lnTo>
                <a:lnTo>
                  <a:pt x="1149906" y="922220"/>
                </a:lnTo>
                <a:lnTo>
                  <a:pt x="1131018" y="924439"/>
                </a:lnTo>
                <a:lnTo>
                  <a:pt x="1112129" y="926659"/>
                </a:lnTo>
                <a:lnTo>
                  <a:pt x="1093241" y="928878"/>
                </a:lnTo>
                <a:lnTo>
                  <a:pt x="1074353" y="931097"/>
                </a:lnTo>
                <a:lnTo>
                  <a:pt x="1055465" y="933326"/>
                </a:lnTo>
                <a:lnTo>
                  <a:pt x="1036568" y="935546"/>
                </a:lnTo>
                <a:lnTo>
                  <a:pt x="1017680" y="937765"/>
                </a:lnTo>
                <a:lnTo>
                  <a:pt x="998792" y="939984"/>
                </a:lnTo>
                <a:lnTo>
                  <a:pt x="979903" y="942203"/>
                </a:lnTo>
                <a:lnTo>
                  <a:pt x="961015" y="944423"/>
                </a:lnTo>
                <a:lnTo>
                  <a:pt x="942127" y="946642"/>
                </a:lnTo>
                <a:lnTo>
                  <a:pt x="923230" y="948871"/>
                </a:lnTo>
                <a:lnTo>
                  <a:pt x="904342" y="951090"/>
                </a:lnTo>
                <a:lnTo>
                  <a:pt x="885454" y="953310"/>
                </a:lnTo>
                <a:lnTo>
                  <a:pt x="866565" y="955529"/>
                </a:lnTo>
                <a:lnTo>
                  <a:pt x="847677" y="957748"/>
                </a:lnTo>
                <a:lnTo>
                  <a:pt x="828789" y="959968"/>
                </a:lnTo>
                <a:lnTo>
                  <a:pt x="809892" y="962187"/>
                </a:lnTo>
                <a:lnTo>
                  <a:pt x="791004" y="964416"/>
                </a:lnTo>
                <a:lnTo>
                  <a:pt x="772116" y="966635"/>
                </a:lnTo>
                <a:lnTo>
                  <a:pt x="753227" y="968854"/>
                </a:lnTo>
                <a:lnTo>
                  <a:pt x="734339" y="971074"/>
                </a:lnTo>
                <a:lnTo>
                  <a:pt x="715451" y="973293"/>
                </a:lnTo>
                <a:lnTo>
                  <a:pt x="696554" y="975512"/>
                </a:lnTo>
                <a:lnTo>
                  <a:pt x="677666" y="977732"/>
                </a:lnTo>
                <a:lnTo>
                  <a:pt x="658778" y="979961"/>
                </a:lnTo>
                <a:lnTo>
                  <a:pt x="639890" y="982180"/>
                </a:lnTo>
                <a:lnTo>
                  <a:pt x="621001" y="984399"/>
                </a:lnTo>
                <a:lnTo>
                  <a:pt x="602113" y="986619"/>
                </a:lnTo>
                <a:lnTo>
                  <a:pt x="583216" y="988838"/>
                </a:lnTo>
                <a:lnTo>
                  <a:pt x="564328" y="991057"/>
                </a:lnTo>
                <a:lnTo>
                  <a:pt x="545440" y="993277"/>
                </a:lnTo>
                <a:lnTo>
                  <a:pt x="526552" y="995496"/>
                </a:lnTo>
                <a:lnTo>
                  <a:pt x="507663" y="997725"/>
                </a:lnTo>
                <a:lnTo>
                  <a:pt x="488775" y="999944"/>
                </a:lnTo>
                <a:lnTo>
                  <a:pt x="469878" y="1002163"/>
                </a:lnTo>
                <a:lnTo>
                  <a:pt x="450990" y="1004383"/>
                </a:lnTo>
                <a:lnTo>
                  <a:pt x="432102" y="1006602"/>
                </a:lnTo>
                <a:lnTo>
                  <a:pt x="413214" y="1008821"/>
                </a:lnTo>
                <a:lnTo>
                  <a:pt x="394325" y="1011041"/>
                </a:lnTo>
                <a:lnTo>
                  <a:pt x="375437" y="1013270"/>
                </a:lnTo>
                <a:lnTo>
                  <a:pt x="356540" y="1015489"/>
                </a:lnTo>
                <a:lnTo>
                  <a:pt x="337652" y="1017708"/>
                </a:lnTo>
                <a:lnTo>
                  <a:pt x="318764" y="1019927"/>
                </a:lnTo>
                <a:lnTo>
                  <a:pt x="299876" y="1022147"/>
                </a:lnTo>
                <a:lnTo>
                  <a:pt x="280988" y="1024366"/>
                </a:lnTo>
                <a:lnTo>
                  <a:pt x="262099" y="1026585"/>
                </a:lnTo>
                <a:lnTo>
                  <a:pt x="243202" y="1028814"/>
                </a:lnTo>
                <a:lnTo>
                  <a:pt x="224314" y="1031034"/>
                </a:lnTo>
                <a:lnTo>
                  <a:pt x="205426" y="1033253"/>
                </a:lnTo>
                <a:lnTo>
                  <a:pt x="186538" y="1035472"/>
                </a:lnTo>
                <a:lnTo>
                  <a:pt x="167650" y="1037692"/>
                </a:lnTo>
                <a:lnTo>
                  <a:pt x="148761" y="1039911"/>
                </a:lnTo>
                <a:lnTo>
                  <a:pt x="129864" y="1042130"/>
                </a:lnTo>
                <a:lnTo>
                  <a:pt x="110976" y="1044359"/>
                </a:lnTo>
                <a:lnTo>
                  <a:pt x="92088" y="1046578"/>
                </a:lnTo>
                <a:lnTo>
                  <a:pt x="73200" y="1048798"/>
                </a:lnTo>
                <a:lnTo>
                  <a:pt x="54312" y="1051017"/>
                </a:lnTo>
                <a:lnTo>
                  <a:pt x="35423" y="1053236"/>
                </a:lnTo>
                <a:lnTo>
                  <a:pt x="16526" y="1055456"/>
                </a:lnTo>
                <a:lnTo>
                  <a:pt x="0" y="1055246"/>
                </a:lnTo>
                <a:lnTo>
                  <a:pt x="1686" y="1036301"/>
                </a:lnTo>
                <a:lnTo>
                  <a:pt x="3362" y="1017356"/>
                </a:lnTo>
                <a:lnTo>
                  <a:pt x="5048" y="998410"/>
                </a:lnTo>
                <a:lnTo>
                  <a:pt x="6734" y="979465"/>
                </a:lnTo>
                <a:lnTo>
                  <a:pt x="8411" y="960520"/>
                </a:lnTo>
                <a:lnTo>
                  <a:pt x="10097" y="941575"/>
                </a:lnTo>
                <a:lnTo>
                  <a:pt x="11782" y="922630"/>
                </a:lnTo>
                <a:lnTo>
                  <a:pt x="13459" y="903684"/>
                </a:lnTo>
                <a:lnTo>
                  <a:pt x="15145" y="884739"/>
                </a:lnTo>
                <a:lnTo>
                  <a:pt x="16831" y="865794"/>
                </a:lnTo>
                <a:lnTo>
                  <a:pt x="18507" y="846849"/>
                </a:lnTo>
                <a:lnTo>
                  <a:pt x="20193" y="827903"/>
                </a:lnTo>
                <a:lnTo>
                  <a:pt x="21879" y="808958"/>
                </a:lnTo>
                <a:lnTo>
                  <a:pt x="23555" y="790013"/>
                </a:lnTo>
                <a:lnTo>
                  <a:pt x="25241" y="771068"/>
                </a:lnTo>
                <a:lnTo>
                  <a:pt x="26927" y="752123"/>
                </a:lnTo>
                <a:lnTo>
                  <a:pt x="28604" y="733177"/>
                </a:lnTo>
                <a:lnTo>
                  <a:pt x="30290" y="714232"/>
                </a:lnTo>
                <a:lnTo>
                  <a:pt x="31975" y="695287"/>
                </a:lnTo>
                <a:lnTo>
                  <a:pt x="33652" y="676342"/>
                </a:lnTo>
                <a:lnTo>
                  <a:pt x="35338" y="657396"/>
                </a:lnTo>
                <a:lnTo>
                  <a:pt x="37024" y="638451"/>
                </a:lnTo>
                <a:lnTo>
                  <a:pt x="38700" y="619506"/>
                </a:lnTo>
                <a:lnTo>
                  <a:pt x="40386" y="600561"/>
                </a:lnTo>
                <a:lnTo>
                  <a:pt x="42072" y="581625"/>
                </a:lnTo>
                <a:lnTo>
                  <a:pt x="43748" y="562680"/>
                </a:lnTo>
                <a:lnTo>
                  <a:pt x="45434" y="543735"/>
                </a:lnTo>
                <a:lnTo>
                  <a:pt x="47120" y="524780"/>
                </a:lnTo>
                <a:lnTo>
                  <a:pt x="48797" y="505844"/>
                </a:lnTo>
                <a:lnTo>
                  <a:pt x="50483" y="486899"/>
                </a:lnTo>
                <a:lnTo>
                  <a:pt x="52159" y="467954"/>
                </a:lnTo>
                <a:lnTo>
                  <a:pt x="53845" y="449009"/>
                </a:lnTo>
                <a:lnTo>
                  <a:pt x="55531" y="430063"/>
                </a:lnTo>
                <a:lnTo>
                  <a:pt x="57207" y="411118"/>
                </a:lnTo>
                <a:lnTo>
                  <a:pt x="58893" y="392173"/>
                </a:lnTo>
                <a:lnTo>
                  <a:pt x="60579" y="373228"/>
                </a:lnTo>
                <a:lnTo>
                  <a:pt x="62255" y="354282"/>
                </a:lnTo>
                <a:lnTo>
                  <a:pt x="63941" y="335337"/>
                </a:lnTo>
                <a:lnTo>
                  <a:pt x="65627" y="316392"/>
                </a:lnTo>
                <a:lnTo>
                  <a:pt x="67304" y="297447"/>
                </a:lnTo>
                <a:lnTo>
                  <a:pt x="68990" y="278501"/>
                </a:lnTo>
                <a:lnTo>
                  <a:pt x="70676" y="259556"/>
                </a:lnTo>
                <a:lnTo>
                  <a:pt x="72352" y="240611"/>
                </a:lnTo>
                <a:lnTo>
                  <a:pt x="74038" y="221666"/>
                </a:lnTo>
                <a:lnTo>
                  <a:pt x="75724" y="202721"/>
                </a:lnTo>
                <a:lnTo>
                  <a:pt x="77400" y="183775"/>
                </a:lnTo>
                <a:lnTo>
                  <a:pt x="79086" y="164830"/>
                </a:lnTo>
                <a:lnTo>
                  <a:pt x="80772" y="14588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FEC2E12C-4AF6-453F-BEAD-948A0334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7176" y="3842433"/>
            <a:ext cx="1343644" cy="1055780"/>
          </a:xfrm>
          <a:custGeom xmlns:a="http://schemas.openxmlformats.org/drawingml/2006/main">
            <a:pathLst>
              <a:path w="1343644" h="1055780">
                <a:moveTo>
                  <a:pt x="80839" y="146637"/>
                </a:moveTo>
                <a:lnTo>
                  <a:pt x="99717" y="144418"/>
                </a:lnTo>
                <a:lnTo>
                  <a:pt x="118605" y="142189"/>
                </a:lnTo>
                <a:lnTo>
                  <a:pt x="137493" y="139970"/>
                </a:lnTo>
                <a:lnTo>
                  <a:pt x="156372" y="137751"/>
                </a:lnTo>
                <a:lnTo>
                  <a:pt x="175260" y="135531"/>
                </a:lnTo>
                <a:lnTo>
                  <a:pt x="194148" y="133302"/>
                </a:lnTo>
                <a:lnTo>
                  <a:pt x="213027" y="131083"/>
                </a:lnTo>
                <a:lnTo>
                  <a:pt x="231915" y="128864"/>
                </a:lnTo>
                <a:lnTo>
                  <a:pt x="250803" y="126644"/>
                </a:lnTo>
                <a:lnTo>
                  <a:pt x="269681" y="124416"/>
                </a:lnTo>
                <a:lnTo>
                  <a:pt x="288569" y="122196"/>
                </a:lnTo>
                <a:lnTo>
                  <a:pt x="307457" y="119977"/>
                </a:lnTo>
                <a:lnTo>
                  <a:pt x="326336" y="117758"/>
                </a:lnTo>
                <a:lnTo>
                  <a:pt x="345224" y="115529"/>
                </a:lnTo>
                <a:lnTo>
                  <a:pt x="364112" y="113309"/>
                </a:lnTo>
                <a:lnTo>
                  <a:pt x="382991" y="111090"/>
                </a:lnTo>
                <a:lnTo>
                  <a:pt x="401879" y="108871"/>
                </a:lnTo>
                <a:lnTo>
                  <a:pt x="420767" y="106642"/>
                </a:lnTo>
                <a:lnTo>
                  <a:pt x="439655" y="104423"/>
                </a:lnTo>
                <a:lnTo>
                  <a:pt x="458534" y="102203"/>
                </a:lnTo>
                <a:lnTo>
                  <a:pt x="477422" y="99984"/>
                </a:lnTo>
                <a:lnTo>
                  <a:pt x="496310" y="97755"/>
                </a:lnTo>
                <a:lnTo>
                  <a:pt x="515188" y="95536"/>
                </a:lnTo>
                <a:lnTo>
                  <a:pt x="534076" y="93316"/>
                </a:lnTo>
                <a:lnTo>
                  <a:pt x="552964" y="91097"/>
                </a:lnTo>
                <a:lnTo>
                  <a:pt x="571843" y="88868"/>
                </a:lnTo>
                <a:lnTo>
                  <a:pt x="590731" y="86649"/>
                </a:lnTo>
                <a:lnTo>
                  <a:pt x="609619" y="84430"/>
                </a:lnTo>
                <a:lnTo>
                  <a:pt x="628498" y="82201"/>
                </a:lnTo>
                <a:lnTo>
                  <a:pt x="647386" y="79981"/>
                </a:lnTo>
                <a:lnTo>
                  <a:pt x="666274" y="77762"/>
                </a:lnTo>
                <a:lnTo>
                  <a:pt x="685152" y="75543"/>
                </a:lnTo>
                <a:lnTo>
                  <a:pt x="704040" y="73314"/>
                </a:lnTo>
                <a:lnTo>
                  <a:pt x="722928" y="71095"/>
                </a:lnTo>
                <a:lnTo>
                  <a:pt x="741807" y="68875"/>
                </a:lnTo>
                <a:lnTo>
                  <a:pt x="760695" y="66656"/>
                </a:lnTo>
                <a:lnTo>
                  <a:pt x="779583" y="64427"/>
                </a:lnTo>
                <a:lnTo>
                  <a:pt x="798462" y="62208"/>
                </a:lnTo>
                <a:lnTo>
                  <a:pt x="817350" y="59988"/>
                </a:lnTo>
                <a:lnTo>
                  <a:pt x="836238" y="57769"/>
                </a:lnTo>
                <a:lnTo>
                  <a:pt x="855116" y="55540"/>
                </a:lnTo>
                <a:lnTo>
                  <a:pt x="874004" y="53321"/>
                </a:lnTo>
                <a:lnTo>
                  <a:pt x="892893" y="51102"/>
                </a:lnTo>
                <a:lnTo>
                  <a:pt x="911781" y="48882"/>
                </a:lnTo>
                <a:lnTo>
                  <a:pt x="930659" y="46653"/>
                </a:lnTo>
                <a:lnTo>
                  <a:pt x="949547" y="44434"/>
                </a:lnTo>
                <a:lnTo>
                  <a:pt x="968435" y="42215"/>
                </a:lnTo>
                <a:lnTo>
                  <a:pt x="987314" y="39995"/>
                </a:lnTo>
                <a:lnTo>
                  <a:pt x="1006202" y="37767"/>
                </a:lnTo>
                <a:lnTo>
                  <a:pt x="1025090" y="35547"/>
                </a:lnTo>
                <a:lnTo>
                  <a:pt x="1043969" y="33328"/>
                </a:lnTo>
                <a:lnTo>
                  <a:pt x="1062857" y="31109"/>
                </a:lnTo>
                <a:lnTo>
                  <a:pt x="1081745" y="28880"/>
                </a:lnTo>
                <a:lnTo>
                  <a:pt x="1100623" y="26660"/>
                </a:lnTo>
                <a:lnTo>
                  <a:pt x="1119511" y="24441"/>
                </a:lnTo>
                <a:lnTo>
                  <a:pt x="1138399" y="22222"/>
                </a:lnTo>
                <a:lnTo>
                  <a:pt x="1157278" y="19993"/>
                </a:lnTo>
                <a:lnTo>
                  <a:pt x="1176166" y="17774"/>
                </a:lnTo>
                <a:lnTo>
                  <a:pt x="1195054" y="15554"/>
                </a:lnTo>
                <a:lnTo>
                  <a:pt x="1213933" y="13335"/>
                </a:lnTo>
                <a:lnTo>
                  <a:pt x="1232821" y="11106"/>
                </a:lnTo>
                <a:lnTo>
                  <a:pt x="1251709" y="8887"/>
                </a:lnTo>
                <a:lnTo>
                  <a:pt x="1270597" y="6668"/>
                </a:lnTo>
                <a:lnTo>
                  <a:pt x="1289475" y="4448"/>
                </a:lnTo>
                <a:lnTo>
                  <a:pt x="1308364" y="2219"/>
                </a:lnTo>
                <a:lnTo>
                  <a:pt x="1327252" y="0"/>
                </a:lnTo>
                <a:lnTo>
                  <a:pt x="1343644" y="333"/>
                </a:lnTo>
                <a:lnTo>
                  <a:pt x="1341987" y="19279"/>
                </a:lnTo>
                <a:lnTo>
                  <a:pt x="1340320" y="38224"/>
                </a:lnTo>
                <a:lnTo>
                  <a:pt x="1338663" y="57160"/>
                </a:lnTo>
                <a:lnTo>
                  <a:pt x="1336996" y="76105"/>
                </a:lnTo>
                <a:lnTo>
                  <a:pt x="1335338" y="95050"/>
                </a:lnTo>
                <a:lnTo>
                  <a:pt x="1333671" y="113995"/>
                </a:lnTo>
                <a:lnTo>
                  <a:pt x="1332014" y="132931"/>
                </a:lnTo>
                <a:lnTo>
                  <a:pt x="1330347" y="151876"/>
                </a:lnTo>
                <a:lnTo>
                  <a:pt x="1328680" y="170821"/>
                </a:lnTo>
                <a:lnTo>
                  <a:pt x="1327023" y="189757"/>
                </a:lnTo>
                <a:lnTo>
                  <a:pt x="1325356" y="208702"/>
                </a:lnTo>
                <a:lnTo>
                  <a:pt x="1323699" y="227648"/>
                </a:lnTo>
                <a:lnTo>
                  <a:pt x="1322032" y="246593"/>
                </a:lnTo>
                <a:lnTo>
                  <a:pt x="1320375" y="265528"/>
                </a:lnTo>
                <a:lnTo>
                  <a:pt x="1318708" y="284474"/>
                </a:lnTo>
                <a:lnTo>
                  <a:pt x="1317050" y="303419"/>
                </a:lnTo>
                <a:lnTo>
                  <a:pt x="1315383" y="322355"/>
                </a:lnTo>
                <a:lnTo>
                  <a:pt x="1313717" y="341300"/>
                </a:lnTo>
                <a:lnTo>
                  <a:pt x="1312059" y="360245"/>
                </a:lnTo>
                <a:lnTo>
                  <a:pt x="1310392" y="379190"/>
                </a:lnTo>
                <a:lnTo>
                  <a:pt x="1308735" y="398126"/>
                </a:lnTo>
                <a:lnTo>
                  <a:pt x="1307068" y="417071"/>
                </a:lnTo>
                <a:lnTo>
                  <a:pt x="1305411" y="436016"/>
                </a:lnTo>
                <a:lnTo>
                  <a:pt x="1303744" y="454952"/>
                </a:lnTo>
                <a:lnTo>
                  <a:pt x="1302087" y="473897"/>
                </a:lnTo>
                <a:lnTo>
                  <a:pt x="1300420" y="492843"/>
                </a:lnTo>
                <a:lnTo>
                  <a:pt x="1298753" y="511778"/>
                </a:lnTo>
                <a:lnTo>
                  <a:pt x="1297095" y="530723"/>
                </a:lnTo>
                <a:lnTo>
                  <a:pt x="1295429" y="549669"/>
                </a:lnTo>
                <a:lnTo>
                  <a:pt x="1293771" y="568614"/>
                </a:lnTo>
                <a:lnTo>
                  <a:pt x="1292104" y="587550"/>
                </a:lnTo>
                <a:lnTo>
                  <a:pt x="1290447" y="606495"/>
                </a:lnTo>
                <a:lnTo>
                  <a:pt x="1288780" y="625440"/>
                </a:lnTo>
                <a:lnTo>
                  <a:pt x="1287113" y="644376"/>
                </a:lnTo>
                <a:lnTo>
                  <a:pt x="1285456" y="663321"/>
                </a:lnTo>
                <a:lnTo>
                  <a:pt x="1283789" y="682266"/>
                </a:lnTo>
                <a:lnTo>
                  <a:pt x="1282132" y="701211"/>
                </a:lnTo>
                <a:lnTo>
                  <a:pt x="1280465" y="720147"/>
                </a:lnTo>
                <a:lnTo>
                  <a:pt x="1278807" y="739092"/>
                </a:lnTo>
                <a:lnTo>
                  <a:pt x="1277141" y="758038"/>
                </a:lnTo>
                <a:lnTo>
                  <a:pt x="1275483" y="776973"/>
                </a:lnTo>
                <a:lnTo>
                  <a:pt x="1273816" y="795919"/>
                </a:lnTo>
                <a:lnTo>
                  <a:pt x="1272149" y="814864"/>
                </a:lnTo>
                <a:lnTo>
                  <a:pt x="1270492" y="833809"/>
                </a:lnTo>
                <a:lnTo>
                  <a:pt x="1268825" y="852745"/>
                </a:lnTo>
                <a:lnTo>
                  <a:pt x="1267168" y="871690"/>
                </a:lnTo>
                <a:lnTo>
                  <a:pt x="1265501" y="890635"/>
                </a:lnTo>
                <a:lnTo>
                  <a:pt x="1263844" y="909571"/>
                </a:lnTo>
                <a:lnTo>
                  <a:pt x="1244965" y="911790"/>
                </a:lnTo>
                <a:lnTo>
                  <a:pt x="1226077" y="914000"/>
                </a:lnTo>
                <a:lnTo>
                  <a:pt x="1207189" y="916210"/>
                </a:lnTo>
                <a:lnTo>
                  <a:pt x="1188310" y="918410"/>
                </a:lnTo>
                <a:lnTo>
                  <a:pt x="1169422" y="920620"/>
                </a:lnTo>
                <a:lnTo>
                  <a:pt x="1150534" y="922820"/>
                </a:lnTo>
                <a:lnTo>
                  <a:pt x="1131646" y="925030"/>
                </a:lnTo>
                <a:lnTo>
                  <a:pt x="1112758" y="927240"/>
                </a:lnTo>
                <a:lnTo>
                  <a:pt x="1093870" y="929440"/>
                </a:lnTo>
                <a:lnTo>
                  <a:pt x="1074982" y="931650"/>
                </a:lnTo>
                <a:lnTo>
                  <a:pt x="1056094" y="933850"/>
                </a:lnTo>
                <a:lnTo>
                  <a:pt x="1037215" y="936060"/>
                </a:lnTo>
                <a:lnTo>
                  <a:pt x="1018327" y="938270"/>
                </a:lnTo>
                <a:lnTo>
                  <a:pt x="999439" y="940470"/>
                </a:lnTo>
                <a:lnTo>
                  <a:pt x="980551" y="942680"/>
                </a:lnTo>
                <a:lnTo>
                  <a:pt x="961663" y="944890"/>
                </a:lnTo>
                <a:lnTo>
                  <a:pt x="942775" y="947090"/>
                </a:lnTo>
                <a:lnTo>
                  <a:pt x="923887" y="949300"/>
                </a:lnTo>
                <a:lnTo>
                  <a:pt x="904999" y="951500"/>
                </a:lnTo>
                <a:lnTo>
                  <a:pt x="886120" y="953710"/>
                </a:lnTo>
                <a:lnTo>
                  <a:pt x="867232" y="955919"/>
                </a:lnTo>
                <a:lnTo>
                  <a:pt x="848344" y="958120"/>
                </a:lnTo>
                <a:lnTo>
                  <a:pt x="829456" y="960330"/>
                </a:lnTo>
                <a:lnTo>
                  <a:pt x="810568" y="962530"/>
                </a:lnTo>
                <a:lnTo>
                  <a:pt x="791680" y="964740"/>
                </a:lnTo>
                <a:lnTo>
                  <a:pt x="772792" y="966949"/>
                </a:lnTo>
                <a:lnTo>
                  <a:pt x="753904" y="969150"/>
                </a:lnTo>
                <a:lnTo>
                  <a:pt x="735025" y="971360"/>
                </a:lnTo>
                <a:lnTo>
                  <a:pt x="716137" y="973560"/>
                </a:lnTo>
                <a:lnTo>
                  <a:pt x="697249" y="975770"/>
                </a:lnTo>
                <a:lnTo>
                  <a:pt x="678361" y="977979"/>
                </a:lnTo>
                <a:lnTo>
                  <a:pt x="659473" y="980180"/>
                </a:lnTo>
                <a:lnTo>
                  <a:pt x="640585" y="982389"/>
                </a:lnTo>
                <a:lnTo>
                  <a:pt x="621697" y="984590"/>
                </a:lnTo>
                <a:lnTo>
                  <a:pt x="602809" y="986800"/>
                </a:lnTo>
                <a:lnTo>
                  <a:pt x="583930" y="989009"/>
                </a:lnTo>
                <a:lnTo>
                  <a:pt x="565042" y="991210"/>
                </a:lnTo>
                <a:lnTo>
                  <a:pt x="546154" y="993419"/>
                </a:lnTo>
                <a:lnTo>
                  <a:pt x="527266" y="995629"/>
                </a:lnTo>
                <a:lnTo>
                  <a:pt x="508378" y="997829"/>
                </a:lnTo>
                <a:lnTo>
                  <a:pt x="489490" y="1000039"/>
                </a:lnTo>
                <a:lnTo>
                  <a:pt x="470602" y="1002240"/>
                </a:lnTo>
                <a:lnTo>
                  <a:pt x="451714" y="1004449"/>
                </a:lnTo>
                <a:lnTo>
                  <a:pt x="432835" y="1006659"/>
                </a:lnTo>
                <a:lnTo>
                  <a:pt x="413947" y="1008859"/>
                </a:lnTo>
                <a:lnTo>
                  <a:pt x="395059" y="1011069"/>
                </a:lnTo>
                <a:lnTo>
                  <a:pt x="376171" y="1013270"/>
                </a:lnTo>
                <a:lnTo>
                  <a:pt x="357283" y="1015479"/>
                </a:lnTo>
                <a:lnTo>
                  <a:pt x="338395" y="1017689"/>
                </a:lnTo>
                <a:lnTo>
                  <a:pt x="319507" y="1019889"/>
                </a:lnTo>
                <a:lnTo>
                  <a:pt x="300619" y="1022099"/>
                </a:lnTo>
                <a:lnTo>
                  <a:pt x="281740" y="1024299"/>
                </a:lnTo>
                <a:lnTo>
                  <a:pt x="262852" y="1026509"/>
                </a:lnTo>
                <a:lnTo>
                  <a:pt x="243964" y="1028719"/>
                </a:lnTo>
                <a:lnTo>
                  <a:pt x="225076" y="1030919"/>
                </a:lnTo>
                <a:lnTo>
                  <a:pt x="206188" y="1033129"/>
                </a:lnTo>
                <a:lnTo>
                  <a:pt x="187300" y="1035329"/>
                </a:lnTo>
                <a:lnTo>
                  <a:pt x="168412" y="1037539"/>
                </a:lnTo>
                <a:lnTo>
                  <a:pt x="149523" y="1039749"/>
                </a:lnTo>
                <a:lnTo>
                  <a:pt x="130645" y="1041949"/>
                </a:lnTo>
                <a:lnTo>
                  <a:pt x="111757" y="1044159"/>
                </a:lnTo>
                <a:lnTo>
                  <a:pt x="92869" y="1046369"/>
                </a:lnTo>
                <a:lnTo>
                  <a:pt x="73981" y="1048569"/>
                </a:lnTo>
                <a:lnTo>
                  <a:pt x="55093" y="1050779"/>
                </a:lnTo>
                <a:lnTo>
                  <a:pt x="36205" y="1052979"/>
                </a:lnTo>
                <a:lnTo>
                  <a:pt x="17316" y="1055189"/>
                </a:lnTo>
                <a:lnTo>
                  <a:pt x="0" y="1055780"/>
                </a:lnTo>
                <a:lnTo>
                  <a:pt x="1686" y="1036844"/>
                </a:lnTo>
                <a:lnTo>
                  <a:pt x="3372" y="1017899"/>
                </a:lnTo>
                <a:lnTo>
                  <a:pt x="5048" y="998963"/>
                </a:lnTo>
                <a:lnTo>
                  <a:pt x="6734" y="980018"/>
                </a:lnTo>
                <a:lnTo>
                  <a:pt x="8420" y="961082"/>
                </a:lnTo>
                <a:lnTo>
                  <a:pt x="10106" y="942137"/>
                </a:lnTo>
                <a:lnTo>
                  <a:pt x="11792" y="923201"/>
                </a:lnTo>
                <a:lnTo>
                  <a:pt x="13468" y="904256"/>
                </a:lnTo>
                <a:lnTo>
                  <a:pt x="15154" y="885320"/>
                </a:lnTo>
                <a:lnTo>
                  <a:pt x="16840" y="866375"/>
                </a:lnTo>
                <a:lnTo>
                  <a:pt x="18526" y="847439"/>
                </a:lnTo>
                <a:lnTo>
                  <a:pt x="20212" y="828494"/>
                </a:lnTo>
                <a:lnTo>
                  <a:pt x="21888" y="809558"/>
                </a:lnTo>
                <a:lnTo>
                  <a:pt x="23574" y="790613"/>
                </a:lnTo>
                <a:lnTo>
                  <a:pt x="25260" y="771677"/>
                </a:lnTo>
                <a:lnTo>
                  <a:pt x="26946" y="752732"/>
                </a:lnTo>
                <a:lnTo>
                  <a:pt x="28632" y="733796"/>
                </a:lnTo>
                <a:lnTo>
                  <a:pt x="30309" y="714851"/>
                </a:lnTo>
                <a:lnTo>
                  <a:pt x="31994" y="695916"/>
                </a:lnTo>
                <a:lnTo>
                  <a:pt x="33680" y="676970"/>
                </a:lnTo>
                <a:lnTo>
                  <a:pt x="35366" y="658035"/>
                </a:lnTo>
                <a:lnTo>
                  <a:pt x="37052" y="639089"/>
                </a:lnTo>
                <a:lnTo>
                  <a:pt x="38729" y="620154"/>
                </a:lnTo>
                <a:lnTo>
                  <a:pt x="40415" y="601208"/>
                </a:lnTo>
                <a:lnTo>
                  <a:pt x="42101" y="582273"/>
                </a:lnTo>
                <a:lnTo>
                  <a:pt x="43786" y="563328"/>
                </a:lnTo>
                <a:lnTo>
                  <a:pt x="45472" y="544392"/>
                </a:lnTo>
                <a:lnTo>
                  <a:pt x="47158" y="525447"/>
                </a:lnTo>
                <a:lnTo>
                  <a:pt x="48835" y="506511"/>
                </a:lnTo>
                <a:lnTo>
                  <a:pt x="50521" y="487566"/>
                </a:lnTo>
                <a:lnTo>
                  <a:pt x="52207" y="468630"/>
                </a:lnTo>
                <a:lnTo>
                  <a:pt x="53892" y="449685"/>
                </a:lnTo>
                <a:lnTo>
                  <a:pt x="55578" y="430749"/>
                </a:lnTo>
                <a:lnTo>
                  <a:pt x="57255" y="411804"/>
                </a:lnTo>
                <a:lnTo>
                  <a:pt x="58941" y="392868"/>
                </a:lnTo>
                <a:lnTo>
                  <a:pt x="60627" y="373923"/>
                </a:lnTo>
                <a:lnTo>
                  <a:pt x="62313" y="354987"/>
                </a:lnTo>
                <a:lnTo>
                  <a:pt x="63998" y="336042"/>
                </a:lnTo>
                <a:lnTo>
                  <a:pt x="65675" y="317106"/>
                </a:lnTo>
                <a:lnTo>
                  <a:pt x="67361" y="298161"/>
                </a:lnTo>
                <a:lnTo>
                  <a:pt x="69047" y="279225"/>
                </a:lnTo>
                <a:lnTo>
                  <a:pt x="70733" y="260280"/>
                </a:lnTo>
                <a:lnTo>
                  <a:pt x="72419" y="241335"/>
                </a:lnTo>
                <a:lnTo>
                  <a:pt x="74095" y="222399"/>
                </a:lnTo>
                <a:lnTo>
                  <a:pt x="75781" y="203454"/>
                </a:lnTo>
                <a:lnTo>
                  <a:pt x="77467" y="184518"/>
                </a:lnTo>
                <a:lnTo>
                  <a:pt x="79153" y="165573"/>
                </a:lnTo>
                <a:lnTo>
                  <a:pt x="80839" y="14663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C438272-4E10-492D-BC26-63A568FF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228" y="3436772"/>
            <a:ext cx="1343749" cy="1056542"/>
          </a:xfrm>
          <a:custGeom xmlns:a="http://schemas.openxmlformats.org/drawingml/2006/main">
            <a:pathLst>
              <a:path w="1343749" h="1056542">
                <a:moveTo>
                  <a:pt x="79877" y="147485"/>
                </a:moveTo>
                <a:lnTo>
                  <a:pt x="98755" y="145266"/>
                </a:lnTo>
                <a:lnTo>
                  <a:pt x="117634" y="143046"/>
                </a:lnTo>
                <a:lnTo>
                  <a:pt x="136522" y="140827"/>
                </a:lnTo>
                <a:lnTo>
                  <a:pt x="155400" y="138608"/>
                </a:lnTo>
                <a:lnTo>
                  <a:pt x="174279" y="136388"/>
                </a:lnTo>
                <a:lnTo>
                  <a:pt x="193167" y="134169"/>
                </a:lnTo>
                <a:lnTo>
                  <a:pt x="212046" y="131950"/>
                </a:lnTo>
                <a:lnTo>
                  <a:pt x="230924" y="129730"/>
                </a:lnTo>
                <a:lnTo>
                  <a:pt x="249812" y="127511"/>
                </a:lnTo>
                <a:lnTo>
                  <a:pt x="268691" y="125292"/>
                </a:lnTo>
                <a:lnTo>
                  <a:pt x="287569" y="123073"/>
                </a:lnTo>
                <a:lnTo>
                  <a:pt x="306457" y="120853"/>
                </a:lnTo>
                <a:lnTo>
                  <a:pt x="325336" y="118634"/>
                </a:lnTo>
                <a:lnTo>
                  <a:pt x="344214" y="116415"/>
                </a:lnTo>
                <a:lnTo>
                  <a:pt x="363103" y="114195"/>
                </a:lnTo>
                <a:lnTo>
                  <a:pt x="381981" y="111966"/>
                </a:lnTo>
                <a:lnTo>
                  <a:pt x="400860" y="109747"/>
                </a:lnTo>
                <a:lnTo>
                  <a:pt x="419748" y="107528"/>
                </a:lnTo>
                <a:lnTo>
                  <a:pt x="438626" y="105308"/>
                </a:lnTo>
                <a:lnTo>
                  <a:pt x="457505" y="103089"/>
                </a:lnTo>
                <a:lnTo>
                  <a:pt x="476393" y="100870"/>
                </a:lnTo>
                <a:lnTo>
                  <a:pt x="495271" y="98650"/>
                </a:lnTo>
                <a:lnTo>
                  <a:pt x="514150" y="96431"/>
                </a:lnTo>
                <a:lnTo>
                  <a:pt x="533038" y="94212"/>
                </a:lnTo>
                <a:lnTo>
                  <a:pt x="551917" y="91992"/>
                </a:lnTo>
                <a:lnTo>
                  <a:pt x="570795" y="89773"/>
                </a:lnTo>
                <a:lnTo>
                  <a:pt x="589683" y="87554"/>
                </a:lnTo>
                <a:lnTo>
                  <a:pt x="608562" y="85334"/>
                </a:lnTo>
                <a:lnTo>
                  <a:pt x="627440" y="83115"/>
                </a:lnTo>
                <a:lnTo>
                  <a:pt x="646328" y="80896"/>
                </a:lnTo>
                <a:lnTo>
                  <a:pt x="665207" y="78677"/>
                </a:lnTo>
                <a:lnTo>
                  <a:pt x="684085" y="76457"/>
                </a:lnTo>
                <a:lnTo>
                  <a:pt x="702964" y="74238"/>
                </a:lnTo>
                <a:lnTo>
                  <a:pt x="721852" y="72019"/>
                </a:lnTo>
                <a:lnTo>
                  <a:pt x="740731" y="69799"/>
                </a:lnTo>
                <a:lnTo>
                  <a:pt x="759609" y="67580"/>
                </a:lnTo>
                <a:lnTo>
                  <a:pt x="778497" y="65361"/>
                </a:lnTo>
                <a:lnTo>
                  <a:pt x="797376" y="63141"/>
                </a:lnTo>
                <a:lnTo>
                  <a:pt x="816254" y="60922"/>
                </a:lnTo>
                <a:lnTo>
                  <a:pt x="835142" y="58703"/>
                </a:lnTo>
                <a:lnTo>
                  <a:pt x="854021" y="56483"/>
                </a:lnTo>
                <a:lnTo>
                  <a:pt x="872900" y="54254"/>
                </a:lnTo>
                <a:lnTo>
                  <a:pt x="891788" y="52035"/>
                </a:lnTo>
                <a:lnTo>
                  <a:pt x="910666" y="49816"/>
                </a:lnTo>
                <a:lnTo>
                  <a:pt x="929545" y="47596"/>
                </a:lnTo>
                <a:lnTo>
                  <a:pt x="948433" y="45377"/>
                </a:lnTo>
                <a:lnTo>
                  <a:pt x="967311" y="43158"/>
                </a:lnTo>
                <a:lnTo>
                  <a:pt x="986190" y="40938"/>
                </a:lnTo>
                <a:lnTo>
                  <a:pt x="1005078" y="38719"/>
                </a:lnTo>
                <a:lnTo>
                  <a:pt x="1023957" y="36500"/>
                </a:lnTo>
                <a:lnTo>
                  <a:pt x="1042835" y="34280"/>
                </a:lnTo>
                <a:lnTo>
                  <a:pt x="1061723" y="32061"/>
                </a:lnTo>
                <a:lnTo>
                  <a:pt x="1080602" y="29842"/>
                </a:lnTo>
                <a:lnTo>
                  <a:pt x="1099480" y="27623"/>
                </a:lnTo>
                <a:lnTo>
                  <a:pt x="1118368" y="25403"/>
                </a:lnTo>
                <a:lnTo>
                  <a:pt x="1137247" y="23184"/>
                </a:lnTo>
                <a:lnTo>
                  <a:pt x="1156125" y="20965"/>
                </a:lnTo>
                <a:lnTo>
                  <a:pt x="1175014" y="18745"/>
                </a:lnTo>
                <a:lnTo>
                  <a:pt x="1193892" y="16526"/>
                </a:lnTo>
                <a:lnTo>
                  <a:pt x="1212771" y="14307"/>
                </a:lnTo>
                <a:lnTo>
                  <a:pt x="1231659" y="12087"/>
                </a:lnTo>
                <a:lnTo>
                  <a:pt x="1250537" y="9868"/>
                </a:lnTo>
                <a:lnTo>
                  <a:pt x="1269416" y="7649"/>
                </a:lnTo>
                <a:lnTo>
                  <a:pt x="1288304" y="5429"/>
                </a:lnTo>
                <a:lnTo>
                  <a:pt x="1307182" y="3210"/>
                </a:lnTo>
                <a:lnTo>
                  <a:pt x="1326061" y="991"/>
                </a:lnTo>
                <a:lnTo>
                  <a:pt x="1343749" y="0"/>
                </a:lnTo>
                <a:lnTo>
                  <a:pt x="1342063" y="18936"/>
                </a:lnTo>
                <a:lnTo>
                  <a:pt x="1340377" y="37871"/>
                </a:lnTo>
                <a:lnTo>
                  <a:pt x="1338691" y="56807"/>
                </a:lnTo>
                <a:lnTo>
                  <a:pt x="1337005" y="75752"/>
                </a:lnTo>
                <a:lnTo>
                  <a:pt x="1335329" y="94688"/>
                </a:lnTo>
                <a:lnTo>
                  <a:pt x="1333643" y="113624"/>
                </a:lnTo>
                <a:lnTo>
                  <a:pt x="1331957" y="132559"/>
                </a:lnTo>
                <a:lnTo>
                  <a:pt x="1330271" y="151495"/>
                </a:lnTo>
                <a:lnTo>
                  <a:pt x="1328595" y="170431"/>
                </a:lnTo>
                <a:lnTo>
                  <a:pt x="1326909" y="189367"/>
                </a:lnTo>
                <a:lnTo>
                  <a:pt x="1325223" y="208302"/>
                </a:lnTo>
                <a:lnTo>
                  <a:pt x="1323537" y="227247"/>
                </a:lnTo>
                <a:lnTo>
                  <a:pt x="1321860" y="246183"/>
                </a:lnTo>
                <a:lnTo>
                  <a:pt x="1320175" y="265119"/>
                </a:lnTo>
                <a:lnTo>
                  <a:pt x="1318489" y="284055"/>
                </a:lnTo>
                <a:lnTo>
                  <a:pt x="1316803" y="302990"/>
                </a:lnTo>
                <a:lnTo>
                  <a:pt x="1315117" y="321926"/>
                </a:lnTo>
                <a:lnTo>
                  <a:pt x="1313440" y="340862"/>
                </a:lnTo>
                <a:lnTo>
                  <a:pt x="1311754" y="359797"/>
                </a:lnTo>
                <a:lnTo>
                  <a:pt x="1310069" y="378743"/>
                </a:lnTo>
                <a:lnTo>
                  <a:pt x="1308383" y="397678"/>
                </a:lnTo>
                <a:lnTo>
                  <a:pt x="1306706" y="416614"/>
                </a:lnTo>
                <a:lnTo>
                  <a:pt x="1305020" y="435550"/>
                </a:lnTo>
                <a:lnTo>
                  <a:pt x="1303334" y="454485"/>
                </a:lnTo>
                <a:lnTo>
                  <a:pt x="1301648" y="473421"/>
                </a:lnTo>
                <a:lnTo>
                  <a:pt x="1299972" y="492357"/>
                </a:lnTo>
                <a:lnTo>
                  <a:pt x="1298286" y="511302"/>
                </a:lnTo>
                <a:lnTo>
                  <a:pt x="1296600" y="530238"/>
                </a:lnTo>
                <a:lnTo>
                  <a:pt x="1294914" y="549173"/>
                </a:lnTo>
                <a:lnTo>
                  <a:pt x="1293238" y="568109"/>
                </a:lnTo>
                <a:lnTo>
                  <a:pt x="1291552" y="587045"/>
                </a:lnTo>
                <a:lnTo>
                  <a:pt x="1289866" y="605981"/>
                </a:lnTo>
                <a:lnTo>
                  <a:pt x="1288180" y="624916"/>
                </a:lnTo>
                <a:lnTo>
                  <a:pt x="1286494" y="643852"/>
                </a:lnTo>
                <a:lnTo>
                  <a:pt x="1284818" y="662797"/>
                </a:lnTo>
                <a:lnTo>
                  <a:pt x="1283132" y="681733"/>
                </a:lnTo>
                <a:lnTo>
                  <a:pt x="1281446" y="700669"/>
                </a:lnTo>
                <a:lnTo>
                  <a:pt x="1279760" y="719604"/>
                </a:lnTo>
                <a:lnTo>
                  <a:pt x="1278084" y="738540"/>
                </a:lnTo>
                <a:lnTo>
                  <a:pt x="1276398" y="757476"/>
                </a:lnTo>
                <a:lnTo>
                  <a:pt x="1274712" y="776411"/>
                </a:lnTo>
                <a:lnTo>
                  <a:pt x="1273026" y="795347"/>
                </a:lnTo>
                <a:lnTo>
                  <a:pt x="1271340" y="814292"/>
                </a:lnTo>
                <a:lnTo>
                  <a:pt x="1269663" y="833228"/>
                </a:lnTo>
                <a:lnTo>
                  <a:pt x="1267978" y="852164"/>
                </a:lnTo>
                <a:lnTo>
                  <a:pt x="1266292" y="871099"/>
                </a:lnTo>
                <a:lnTo>
                  <a:pt x="1264606" y="890035"/>
                </a:lnTo>
                <a:lnTo>
                  <a:pt x="1262929" y="908971"/>
                </a:lnTo>
                <a:lnTo>
                  <a:pt x="1244508" y="911647"/>
                </a:lnTo>
                <a:lnTo>
                  <a:pt x="1225629" y="913867"/>
                </a:lnTo>
                <a:lnTo>
                  <a:pt x="1206751" y="916086"/>
                </a:lnTo>
                <a:lnTo>
                  <a:pt x="1187863" y="918315"/>
                </a:lnTo>
                <a:lnTo>
                  <a:pt x="1168984" y="920534"/>
                </a:lnTo>
                <a:lnTo>
                  <a:pt x="1150106" y="922753"/>
                </a:lnTo>
                <a:lnTo>
                  <a:pt x="1131218" y="924973"/>
                </a:lnTo>
                <a:lnTo>
                  <a:pt x="1112339" y="927192"/>
                </a:lnTo>
                <a:lnTo>
                  <a:pt x="1093460" y="929421"/>
                </a:lnTo>
                <a:lnTo>
                  <a:pt x="1074582" y="931640"/>
                </a:lnTo>
                <a:lnTo>
                  <a:pt x="1055694" y="933860"/>
                </a:lnTo>
                <a:lnTo>
                  <a:pt x="1036815" y="936079"/>
                </a:lnTo>
                <a:lnTo>
                  <a:pt x="1017937" y="938308"/>
                </a:lnTo>
                <a:lnTo>
                  <a:pt x="999049" y="940527"/>
                </a:lnTo>
                <a:lnTo>
                  <a:pt x="980170" y="942746"/>
                </a:lnTo>
                <a:lnTo>
                  <a:pt x="961292" y="944966"/>
                </a:lnTo>
                <a:lnTo>
                  <a:pt x="942404" y="947185"/>
                </a:lnTo>
                <a:lnTo>
                  <a:pt x="923525" y="949414"/>
                </a:lnTo>
                <a:lnTo>
                  <a:pt x="904646" y="951633"/>
                </a:lnTo>
                <a:lnTo>
                  <a:pt x="885768" y="953853"/>
                </a:lnTo>
                <a:lnTo>
                  <a:pt x="866880" y="956072"/>
                </a:lnTo>
                <a:lnTo>
                  <a:pt x="848001" y="958291"/>
                </a:lnTo>
                <a:lnTo>
                  <a:pt x="829123" y="960520"/>
                </a:lnTo>
                <a:lnTo>
                  <a:pt x="810235" y="962739"/>
                </a:lnTo>
                <a:lnTo>
                  <a:pt x="791356" y="964959"/>
                </a:lnTo>
                <a:lnTo>
                  <a:pt x="772478" y="967178"/>
                </a:lnTo>
                <a:lnTo>
                  <a:pt x="753589" y="969397"/>
                </a:lnTo>
                <a:lnTo>
                  <a:pt x="734711" y="971626"/>
                </a:lnTo>
                <a:lnTo>
                  <a:pt x="715832" y="973846"/>
                </a:lnTo>
                <a:lnTo>
                  <a:pt x="696954" y="976065"/>
                </a:lnTo>
                <a:lnTo>
                  <a:pt x="678066" y="978284"/>
                </a:lnTo>
                <a:lnTo>
                  <a:pt x="659187" y="980513"/>
                </a:lnTo>
                <a:lnTo>
                  <a:pt x="640309" y="982732"/>
                </a:lnTo>
                <a:lnTo>
                  <a:pt x="621421" y="984952"/>
                </a:lnTo>
                <a:lnTo>
                  <a:pt x="602542" y="987171"/>
                </a:lnTo>
                <a:lnTo>
                  <a:pt x="583663" y="989390"/>
                </a:lnTo>
                <a:lnTo>
                  <a:pt x="564775" y="991619"/>
                </a:lnTo>
                <a:lnTo>
                  <a:pt x="545897" y="993839"/>
                </a:lnTo>
                <a:lnTo>
                  <a:pt x="527018" y="996058"/>
                </a:lnTo>
                <a:lnTo>
                  <a:pt x="508130" y="998277"/>
                </a:lnTo>
                <a:lnTo>
                  <a:pt x="489252" y="1000496"/>
                </a:lnTo>
                <a:lnTo>
                  <a:pt x="470373" y="1002725"/>
                </a:lnTo>
                <a:lnTo>
                  <a:pt x="451495" y="1004945"/>
                </a:lnTo>
                <a:lnTo>
                  <a:pt x="432606" y="1007164"/>
                </a:lnTo>
                <a:lnTo>
                  <a:pt x="413728" y="1009383"/>
                </a:lnTo>
                <a:lnTo>
                  <a:pt x="394849" y="1011612"/>
                </a:lnTo>
                <a:lnTo>
                  <a:pt x="375961" y="1013831"/>
                </a:lnTo>
                <a:lnTo>
                  <a:pt x="357083" y="1016051"/>
                </a:lnTo>
                <a:lnTo>
                  <a:pt x="338204" y="1018270"/>
                </a:lnTo>
                <a:lnTo>
                  <a:pt x="319316" y="1020489"/>
                </a:lnTo>
                <a:lnTo>
                  <a:pt x="300438" y="1022718"/>
                </a:lnTo>
                <a:lnTo>
                  <a:pt x="281559" y="1024938"/>
                </a:lnTo>
                <a:lnTo>
                  <a:pt x="262680" y="1027157"/>
                </a:lnTo>
                <a:lnTo>
                  <a:pt x="243792" y="1029376"/>
                </a:lnTo>
                <a:lnTo>
                  <a:pt x="224914" y="1031596"/>
                </a:lnTo>
                <a:lnTo>
                  <a:pt x="206035" y="1033824"/>
                </a:lnTo>
                <a:lnTo>
                  <a:pt x="187147" y="1036044"/>
                </a:lnTo>
                <a:lnTo>
                  <a:pt x="168269" y="1038263"/>
                </a:lnTo>
                <a:lnTo>
                  <a:pt x="149390" y="1040482"/>
                </a:lnTo>
                <a:lnTo>
                  <a:pt x="130502" y="1042702"/>
                </a:lnTo>
                <a:lnTo>
                  <a:pt x="111623" y="1044931"/>
                </a:lnTo>
                <a:lnTo>
                  <a:pt x="92745" y="1047150"/>
                </a:lnTo>
                <a:lnTo>
                  <a:pt x="73866" y="1049369"/>
                </a:lnTo>
                <a:lnTo>
                  <a:pt x="54978" y="1051589"/>
                </a:lnTo>
                <a:lnTo>
                  <a:pt x="36100" y="1053817"/>
                </a:lnTo>
                <a:lnTo>
                  <a:pt x="17221" y="1056037"/>
                </a:lnTo>
                <a:lnTo>
                  <a:pt x="0" y="1056542"/>
                </a:lnTo>
                <a:lnTo>
                  <a:pt x="1667" y="1037606"/>
                </a:lnTo>
                <a:lnTo>
                  <a:pt x="3324" y="1018661"/>
                </a:lnTo>
                <a:lnTo>
                  <a:pt x="4991" y="999725"/>
                </a:lnTo>
                <a:lnTo>
                  <a:pt x="6658" y="980789"/>
                </a:lnTo>
                <a:lnTo>
                  <a:pt x="8325" y="961854"/>
                </a:lnTo>
                <a:lnTo>
                  <a:pt x="9982" y="942908"/>
                </a:lnTo>
                <a:lnTo>
                  <a:pt x="11649" y="923973"/>
                </a:lnTo>
                <a:lnTo>
                  <a:pt x="13316" y="905037"/>
                </a:lnTo>
                <a:lnTo>
                  <a:pt x="14973" y="886092"/>
                </a:lnTo>
                <a:lnTo>
                  <a:pt x="16640" y="867156"/>
                </a:lnTo>
                <a:lnTo>
                  <a:pt x="18307" y="848220"/>
                </a:lnTo>
                <a:lnTo>
                  <a:pt x="19964" y="829275"/>
                </a:lnTo>
                <a:lnTo>
                  <a:pt x="21631" y="810339"/>
                </a:lnTo>
                <a:lnTo>
                  <a:pt x="23298" y="791404"/>
                </a:lnTo>
                <a:lnTo>
                  <a:pt x="24965" y="772458"/>
                </a:lnTo>
                <a:lnTo>
                  <a:pt x="26622" y="753523"/>
                </a:lnTo>
                <a:lnTo>
                  <a:pt x="28289" y="734587"/>
                </a:lnTo>
                <a:lnTo>
                  <a:pt x="29956" y="715642"/>
                </a:lnTo>
                <a:lnTo>
                  <a:pt x="31613" y="696706"/>
                </a:lnTo>
                <a:lnTo>
                  <a:pt x="33280" y="677770"/>
                </a:lnTo>
                <a:lnTo>
                  <a:pt x="34947" y="658835"/>
                </a:lnTo>
                <a:lnTo>
                  <a:pt x="36614" y="639890"/>
                </a:lnTo>
                <a:lnTo>
                  <a:pt x="38271" y="620954"/>
                </a:lnTo>
                <a:lnTo>
                  <a:pt x="39938" y="602018"/>
                </a:lnTo>
                <a:lnTo>
                  <a:pt x="41605" y="583073"/>
                </a:lnTo>
                <a:lnTo>
                  <a:pt x="43263" y="564137"/>
                </a:lnTo>
                <a:lnTo>
                  <a:pt x="44929" y="545201"/>
                </a:lnTo>
                <a:lnTo>
                  <a:pt x="46596" y="526256"/>
                </a:lnTo>
                <a:lnTo>
                  <a:pt x="48254" y="507321"/>
                </a:lnTo>
                <a:lnTo>
                  <a:pt x="49921" y="488385"/>
                </a:lnTo>
                <a:lnTo>
                  <a:pt x="51587" y="469440"/>
                </a:lnTo>
                <a:lnTo>
                  <a:pt x="53254" y="450504"/>
                </a:lnTo>
                <a:lnTo>
                  <a:pt x="54912" y="431568"/>
                </a:lnTo>
                <a:lnTo>
                  <a:pt x="56579" y="412623"/>
                </a:lnTo>
                <a:lnTo>
                  <a:pt x="58245" y="393687"/>
                </a:lnTo>
                <a:lnTo>
                  <a:pt x="59903" y="374752"/>
                </a:lnTo>
                <a:lnTo>
                  <a:pt x="61570" y="355806"/>
                </a:lnTo>
                <a:lnTo>
                  <a:pt x="63236" y="336871"/>
                </a:lnTo>
                <a:lnTo>
                  <a:pt x="64903" y="317935"/>
                </a:lnTo>
                <a:lnTo>
                  <a:pt x="66561" y="298999"/>
                </a:lnTo>
                <a:lnTo>
                  <a:pt x="68228" y="280054"/>
                </a:lnTo>
                <a:lnTo>
                  <a:pt x="69894" y="261118"/>
                </a:lnTo>
                <a:lnTo>
                  <a:pt x="71552" y="242183"/>
                </a:lnTo>
                <a:lnTo>
                  <a:pt x="73219" y="223237"/>
                </a:lnTo>
                <a:lnTo>
                  <a:pt x="74886" y="204302"/>
                </a:lnTo>
                <a:lnTo>
                  <a:pt x="76543" y="185366"/>
                </a:lnTo>
                <a:lnTo>
                  <a:pt x="78210" y="166421"/>
                </a:lnTo>
                <a:lnTo>
                  <a:pt x="79877" y="14748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023E76EC-B325-42B4-B9F2-563D944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2356" y="3031855"/>
            <a:ext cx="1344587" cy="1056227"/>
          </a:xfrm>
          <a:custGeom xmlns:a="http://schemas.openxmlformats.org/drawingml/2006/main">
            <a:pathLst>
              <a:path w="1344587" h="1056227">
                <a:moveTo>
                  <a:pt x="80791" y="146637"/>
                </a:moveTo>
                <a:lnTo>
                  <a:pt x="99679" y="144418"/>
                </a:lnTo>
                <a:lnTo>
                  <a:pt x="118577" y="142189"/>
                </a:lnTo>
                <a:lnTo>
                  <a:pt x="137474" y="139970"/>
                </a:lnTo>
                <a:lnTo>
                  <a:pt x="156362" y="137751"/>
                </a:lnTo>
                <a:lnTo>
                  <a:pt x="175260" y="135531"/>
                </a:lnTo>
                <a:lnTo>
                  <a:pt x="194158" y="133312"/>
                </a:lnTo>
                <a:lnTo>
                  <a:pt x="213046" y="131093"/>
                </a:lnTo>
                <a:lnTo>
                  <a:pt x="231943" y="128864"/>
                </a:lnTo>
                <a:lnTo>
                  <a:pt x="250841" y="126644"/>
                </a:lnTo>
                <a:lnTo>
                  <a:pt x="269729" y="124425"/>
                </a:lnTo>
                <a:lnTo>
                  <a:pt x="288627" y="122206"/>
                </a:lnTo>
                <a:lnTo>
                  <a:pt x="307524" y="119986"/>
                </a:lnTo>
                <a:lnTo>
                  <a:pt x="326412" y="117758"/>
                </a:lnTo>
                <a:lnTo>
                  <a:pt x="345310" y="115538"/>
                </a:lnTo>
                <a:lnTo>
                  <a:pt x="364207" y="113319"/>
                </a:lnTo>
                <a:lnTo>
                  <a:pt x="383096" y="111100"/>
                </a:lnTo>
                <a:lnTo>
                  <a:pt x="401993" y="108880"/>
                </a:lnTo>
                <a:lnTo>
                  <a:pt x="420891" y="106651"/>
                </a:lnTo>
                <a:lnTo>
                  <a:pt x="439779" y="104432"/>
                </a:lnTo>
                <a:lnTo>
                  <a:pt x="458676" y="102213"/>
                </a:lnTo>
                <a:lnTo>
                  <a:pt x="477564" y="99993"/>
                </a:lnTo>
                <a:lnTo>
                  <a:pt x="496462" y="97774"/>
                </a:lnTo>
                <a:lnTo>
                  <a:pt x="515360" y="95545"/>
                </a:lnTo>
                <a:lnTo>
                  <a:pt x="534248" y="93326"/>
                </a:lnTo>
                <a:lnTo>
                  <a:pt x="553145" y="91107"/>
                </a:lnTo>
                <a:lnTo>
                  <a:pt x="572043" y="88887"/>
                </a:lnTo>
                <a:lnTo>
                  <a:pt x="590931" y="86668"/>
                </a:lnTo>
                <a:lnTo>
                  <a:pt x="609829" y="84439"/>
                </a:lnTo>
                <a:lnTo>
                  <a:pt x="628726" y="82220"/>
                </a:lnTo>
                <a:lnTo>
                  <a:pt x="647614" y="80000"/>
                </a:lnTo>
                <a:lnTo>
                  <a:pt x="666512" y="77781"/>
                </a:lnTo>
                <a:lnTo>
                  <a:pt x="685409" y="75562"/>
                </a:lnTo>
                <a:lnTo>
                  <a:pt x="704298" y="73333"/>
                </a:lnTo>
                <a:lnTo>
                  <a:pt x="723195" y="71114"/>
                </a:lnTo>
                <a:lnTo>
                  <a:pt x="742093" y="68894"/>
                </a:lnTo>
                <a:lnTo>
                  <a:pt x="760981" y="66675"/>
                </a:lnTo>
                <a:lnTo>
                  <a:pt x="779878" y="64456"/>
                </a:lnTo>
                <a:lnTo>
                  <a:pt x="798767" y="62227"/>
                </a:lnTo>
                <a:lnTo>
                  <a:pt x="817664" y="60008"/>
                </a:lnTo>
                <a:lnTo>
                  <a:pt x="836562" y="57788"/>
                </a:lnTo>
                <a:lnTo>
                  <a:pt x="855450" y="55569"/>
                </a:lnTo>
                <a:lnTo>
                  <a:pt x="874347" y="53350"/>
                </a:lnTo>
                <a:lnTo>
                  <a:pt x="893245" y="51130"/>
                </a:lnTo>
                <a:lnTo>
                  <a:pt x="912133" y="48901"/>
                </a:lnTo>
                <a:lnTo>
                  <a:pt x="931031" y="46682"/>
                </a:lnTo>
                <a:lnTo>
                  <a:pt x="949928" y="44463"/>
                </a:lnTo>
                <a:lnTo>
                  <a:pt x="968816" y="42243"/>
                </a:lnTo>
                <a:lnTo>
                  <a:pt x="987714" y="40024"/>
                </a:lnTo>
                <a:lnTo>
                  <a:pt x="1006612" y="37795"/>
                </a:lnTo>
                <a:lnTo>
                  <a:pt x="1025500" y="35576"/>
                </a:lnTo>
                <a:lnTo>
                  <a:pt x="1044397" y="33357"/>
                </a:lnTo>
                <a:lnTo>
                  <a:pt x="1063295" y="31137"/>
                </a:lnTo>
                <a:lnTo>
                  <a:pt x="1082183" y="28918"/>
                </a:lnTo>
                <a:lnTo>
                  <a:pt x="1101080" y="26689"/>
                </a:lnTo>
                <a:lnTo>
                  <a:pt x="1119978" y="24470"/>
                </a:lnTo>
                <a:lnTo>
                  <a:pt x="1138866" y="22250"/>
                </a:lnTo>
                <a:lnTo>
                  <a:pt x="1157764" y="20031"/>
                </a:lnTo>
                <a:lnTo>
                  <a:pt x="1176652" y="17812"/>
                </a:lnTo>
                <a:lnTo>
                  <a:pt x="1195549" y="15583"/>
                </a:lnTo>
                <a:lnTo>
                  <a:pt x="1214447" y="13364"/>
                </a:lnTo>
                <a:lnTo>
                  <a:pt x="1233335" y="11144"/>
                </a:lnTo>
                <a:lnTo>
                  <a:pt x="1252233" y="8925"/>
                </a:lnTo>
                <a:lnTo>
                  <a:pt x="1271130" y="6706"/>
                </a:lnTo>
                <a:lnTo>
                  <a:pt x="1290018" y="4477"/>
                </a:lnTo>
                <a:lnTo>
                  <a:pt x="1308916" y="2257"/>
                </a:lnTo>
                <a:lnTo>
                  <a:pt x="1327814" y="38"/>
                </a:lnTo>
                <a:lnTo>
                  <a:pt x="1344587" y="0"/>
                </a:lnTo>
                <a:lnTo>
                  <a:pt x="1342901" y="18945"/>
                </a:lnTo>
                <a:lnTo>
                  <a:pt x="1341215" y="37900"/>
                </a:lnTo>
                <a:lnTo>
                  <a:pt x="1339529" y="56845"/>
                </a:lnTo>
                <a:lnTo>
                  <a:pt x="1337853" y="75800"/>
                </a:lnTo>
                <a:lnTo>
                  <a:pt x="1336167" y="94745"/>
                </a:lnTo>
                <a:lnTo>
                  <a:pt x="1334481" y="113700"/>
                </a:lnTo>
                <a:lnTo>
                  <a:pt x="1332805" y="132645"/>
                </a:lnTo>
                <a:lnTo>
                  <a:pt x="1331119" y="151600"/>
                </a:lnTo>
                <a:lnTo>
                  <a:pt x="1329433" y="170545"/>
                </a:lnTo>
                <a:lnTo>
                  <a:pt x="1327747" y="189500"/>
                </a:lnTo>
                <a:lnTo>
                  <a:pt x="1326071" y="208445"/>
                </a:lnTo>
                <a:lnTo>
                  <a:pt x="1324385" y="227400"/>
                </a:lnTo>
                <a:lnTo>
                  <a:pt x="1322699" y="246345"/>
                </a:lnTo>
                <a:lnTo>
                  <a:pt x="1321022" y="265300"/>
                </a:lnTo>
                <a:lnTo>
                  <a:pt x="1319336" y="284245"/>
                </a:lnTo>
                <a:lnTo>
                  <a:pt x="1317650" y="303200"/>
                </a:lnTo>
                <a:lnTo>
                  <a:pt x="1315974" y="322145"/>
                </a:lnTo>
                <a:lnTo>
                  <a:pt x="1314288" y="341100"/>
                </a:lnTo>
                <a:lnTo>
                  <a:pt x="1312602" y="360045"/>
                </a:lnTo>
                <a:lnTo>
                  <a:pt x="1310916" y="379000"/>
                </a:lnTo>
                <a:lnTo>
                  <a:pt x="1309240" y="397945"/>
                </a:lnTo>
                <a:lnTo>
                  <a:pt x="1307554" y="416890"/>
                </a:lnTo>
                <a:lnTo>
                  <a:pt x="1305868" y="435845"/>
                </a:lnTo>
                <a:lnTo>
                  <a:pt x="1304192" y="454790"/>
                </a:lnTo>
                <a:lnTo>
                  <a:pt x="1302506" y="473745"/>
                </a:lnTo>
                <a:lnTo>
                  <a:pt x="1300820" y="492690"/>
                </a:lnTo>
                <a:lnTo>
                  <a:pt x="1299143" y="511645"/>
                </a:lnTo>
                <a:lnTo>
                  <a:pt x="1297457" y="530590"/>
                </a:lnTo>
                <a:lnTo>
                  <a:pt x="1295771" y="549545"/>
                </a:lnTo>
                <a:lnTo>
                  <a:pt x="1294086" y="568490"/>
                </a:lnTo>
                <a:lnTo>
                  <a:pt x="1292409" y="587445"/>
                </a:lnTo>
                <a:lnTo>
                  <a:pt x="1290723" y="606390"/>
                </a:lnTo>
                <a:lnTo>
                  <a:pt x="1289037" y="625345"/>
                </a:lnTo>
                <a:lnTo>
                  <a:pt x="1287361" y="644290"/>
                </a:lnTo>
                <a:lnTo>
                  <a:pt x="1285675" y="663245"/>
                </a:lnTo>
                <a:lnTo>
                  <a:pt x="1283989" y="682190"/>
                </a:lnTo>
                <a:lnTo>
                  <a:pt x="1282303" y="701145"/>
                </a:lnTo>
                <a:lnTo>
                  <a:pt x="1280627" y="720090"/>
                </a:lnTo>
                <a:lnTo>
                  <a:pt x="1278941" y="739045"/>
                </a:lnTo>
                <a:lnTo>
                  <a:pt x="1277255" y="757990"/>
                </a:lnTo>
                <a:lnTo>
                  <a:pt x="1275578" y="776945"/>
                </a:lnTo>
                <a:lnTo>
                  <a:pt x="1273893" y="795890"/>
                </a:lnTo>
                <a:lnTo>
                  <a:pt x="1272207" y="814845"/>
                </a:lnTo>
                <a:lnTo>
                  <a:pt x="1270530" y="833790"/>
                </a:lnTo>
                <a:lnTo>
                  <a:pt x="1268844" y="852735"/>
                </a:lnTo>
                <a:lnTo>
                  <a:pt x="1267158" y="871690"/>
                </a:lnTo>
                <a:lnTo>
                  <a:pt x="1265472" y="890635"/>
                </a:lnTo>
                <a:lnTo>
                  <a:pt x="1263796" y="909590"/>
                </a:lnTo>
                <a:lnTo>
                  <a:pt x="1244898" y="911809"/>
                </a:lnTo>
                <a:lnTo>
                  <a:pt x="1226001" y="914029"/>
                </a:lnTo>
                <a:lnTo>
                  <a:pt x="1207113" y="916248"/>
                </a:lnTo>
                <a:lnTo>
                  <a:pt x="1188215" y="918477"/>
                </a:lnTo>
                <a:lnTo>
                  <a:pt x="1169327" y="920696"/>
                </a:lnTo>
                <a:lnTo>
                  <a:pt x="1150430" y="922915"/>
                </a:lnTo>
                <a:lnTo>
                  <a:pt x="1131532" y="925135"/>
                </a:lnTo>
                <a:lnTo>
                  <a:pt x="1112644" y="927354"/>
                </a:lnTo>
                <a:lnTo>
                  <a:pt x="1093746" y="929583"/>
                </a:lnTo>
                <a:lnTo>
                  <a:pt x="1074849" y="931802"/>
                </a:lnTo>
                <a:lnTo>
                  <a:pt x="1055961" y="934022"/>
                </a:lnTo>
                <a:lnTo>
                  <a:pt x="1037063" y="936241"/>
                </a:lnTo>
                <a:lnTo>
                  <a:pt x="1018165" y="938460"/>
                </a:lnTo>
                <a:lnTo>
                  <a:pt x="999277" y="940689"/>
                </a:lnTo>
                <a:lnTo>
                  <a:pt x="980380" y="942908"/>
                </a:lnTo>
                <a:lnTo>
                  <a:pt x="961482" y="945128"/>
                </a:lnTo>
                <a:lnTo>
                  <a:pt x="942594" y="947347"/>
                </a:lnTo>
                <a:lnTo>
                  <a:pt x="923696" y="949566"/>
                </a:lnTo>
                <a:lnTo>
                  <a:pt x="904799" y="951795"/>
                </a:lnTo>
                <a:lnTo>
                  <a:pt x="885911" y="954014"/>
                </a:lnTo>
                <a:lnTo>
                  <a:pt x="867013" y="956234"/>
                </a:lnTo>
                <a:lnTo>
                  <a:pt x="848125" y="958453"/>
                </a:lnTo>
                <a:lnTo>
                  <a:pt x="829227" y="960672"/>
                </a:lnTo>
                <a:lnTo>
                  <a:pt x="810330" y="962901"/>
                </a:lnTo>
                <a:lnTo>
                  <a:pt x="791442" y="965121"/>
                </a:lnTo>
                <a:lnTo>
                  <a:pt x="772544" y="967340"/>
                </a:lnTo>
                <a:lnTo>
                  <a:pt x="753647" y="969559"/>
                </a:lnTo>
                <a:lnTo>
                  <a:pt x="734759" y="971779"/>
                </a:lnTo>
                <a:lnTo>
                  <a:pt x="715861" y="974007"/>
                </a:lnTo>
                <a:lnTo>
                  <a:pt x="696963" y="976227"/>
                </a:lnTo>
                <a:lnTo>
                  <a:pt x="678075" y="978446"/>
                </a:lnTo>
                <a:lnTo>
                  <a:pt x="659178" y="980665"/>
                </a:lnTo>
                <a:lnTo>
                  <a:pt x="640280" y="982885"/>
                </a:lnTo>
                <a:lnTo>
                  <a:pt x="621392" y="985104"/>
                </a:lnTo>
                <a:lnTo>
                  <a:pt x="602494" y="987333"/>
                </a:lnTo>
                <a:lnTo>
                  <a:pt x="583597" y="989552"/>
                </a:lnTo>
                <a:lnTo>
                  <a:pt x="564709" y="991772"/>
                </a:lnTo>
                <a:lnTo>
                  <a:pt x="545811" y="993991"/>
                </a:lnTo>
                <a:lnTo>
                  <a:pt x="526913" y="996210"/>
                </a:lnTo>
                <a:lnTo>
                  <a:pt x="508025" y="998439"/>
                </a:lnTo>
                <a:lnTo>
                  <a:pt x="489128" y="1000658"/>
                </a:lnTo>
                <a:lnTo>
                  <a:pt x="470240" y="1002878"/>
                </a:lnTo>
                <a:lnTo>
                  <a:pt x="451342" y="1005097"/>
                </a:lnTo>
                <a:lnTo>
                  <a:pt x="432445" y="1007316"/>
                </a:lnTo>
                <a:lnTo>
                  <a:pt x="413556" y="1009545"/>
                </a:lnTo>
                <a:lnTo>
                  <a:pt x="394659" y="1011765"/>
                </a:lnTo>
                <a:lnTo>
                  <a:pt x="375761" y="1013984"/>
                </a:lnTo>
                <a:lnTo>
                  <a:pt x="356873" y="1016203"/>
                </a:lnTo>
                <a:lnTo>
                  <a:pt x="337976" y="1018423"/>
                </a:lnTo>
                <a:lnTo>
                  <a:pt x="319078" y="1020651"/>
                </a:lnTo>
                <a:lnTo>
                  <a:pt x="300190" y="1022871"/>
                </a:lnTo>
                <a:lnTo>
                  <a:pt x="281292" y="1025090"/>
                </a:lnTo>
                <a:lnTo>
                  <a:pt x="262395" y="1027309"/>
                </a:lnTo>
                <a:lnTo>
                  <a:pt x="243507" y="1029529"/>
                </a:lnTo>
                <a:lnTo>
                  <a:pt x="224609" y="1031758"/>
                </a:lnTo>
                <a:lnTo>
                  <a:pt x="205711" y="1033977"/>
                </a:lnTo>
                <a:lnTo>
                  <a:pt x="186823" y="1036196"/>
                </a:lnTo>
                <a:lnTo>
                  <a:pt x="167926" y="1038416"/>
                </a:lnTo>
                <a:lnTo>
                  <a:pt x="149028" y="1040635"/>
                </a:lnTo>
                <a:lnTo>
                  <a:pt x="130140" y="1042864"/>
                </a:lnTo>
                <a:lnTo>
                  <a:pt x="111242" y="1045083"/>
                </a:lnTo>
                <a:lnTo>
                  <a:pt x="92354" y="1047302"/>
                </a:lnTo>
                <a:lnTo>
                  <a:pt x="73457" y="1049522"/>
                </a:lnTo>
                <a:lnTo>
                  <a:pt x="54559" y="1051741"/>
                </a:lnTo>
                <a:lnTo>
                  <a:pt x="35671" y="1053970"/>
                </a:lnTo>
                <a:lnTo>
                  <a:pt x="16774" y="1056189"/>
                </a:lnTo>
                <a:lnTo>
                  <a:pt x="0" y="1056227"/>
                </a:lnTo>
                <a:lnTo>
                  <a:pt x="1686" y="1037273"/>
                </a:lnTo>
                <a:lnTo>
                  <a:pt x="3362" y="1018327"/>
                </a:lnTo>
                <a:lnTo>
                  <a:pt x="5048" y="999373"/>
                </a:lnTo>
                <a:lnTo>
                  <a:pt x="6734" y="980427"/>
                </a:lnTo>
                <a:lnTo>
                  <a:pt x="8420" y="961473"/>
                </a:lnTo>
                <a:lnTo>
                  <a:pt x="10097" y="942527"/>
                </a:lnTo>
                <a:lnTo>
                  <a:pt x="11782" y="923573"/>
                </a:lnTo>
                <a:lnTo>
                  <a:pt x="13468" y="904627"/>
                </a:lnTo>
                <a:lnTo>
                  <a:pt x="15145" y="885673"/>
                </a:lnTo>
                <a:lnTo>
                  <a:pt x="16831" y="866727"/>
                </a:lnTo>
                <a:lnTo>
                  <a:pt x="18517" y="847782"/>
                </a:lnTo>
                <a:lnTo>
                  <a:pt x="20193" y="828827"/>
                </a:lnTo>
                <a:lnTo>
                  <a:pt x="21879" y="809882"/>
                </a:lnTo>
                <a:lnTo>
                  <a:pt x="23565" y="790927"/>
                </a:lnTo>
                <a:lnTo>
                  <a:pt x="25251" y="771982"/>
                </a:lnTo>
                <a:lnTo>
                  <a:pt x="26927" y="753027"/>
                </a:lnTo>
                <a:lnTo>
                  <a:pt x="28613" y="734082"/>
                </a:lnTo>
                <a:lnTo>
                  <a:pt x="30299" y="715127"/>
                </a:lnTo>
                <a:lnTo>
                  <a:pt x="31975" y="696182"/>
                </a:lnTo>
                <a:lnTo>
                  <a:pt x="33661" y="677228"/>
                </a:lnTo>
                <a:lnTo>
                  <a:pt x="35347" y="658282"/>
                </a:lnTo>
                <a:lnTo>
                  <a:pt x="37033" y="639328"/>
                </a:lnTo>
                <a:lnTo>
                  <a:pt x="38710" y="620382"/>
                </a:lnTo>
                <a:lnTo>
                  <a:pt x="40396" y="601428"/>
                </a:lnTo>
                <a:lnTo>
                  <a:pt x="42081" y="582482"/>
                </a:lnTo>
                <a:lnTo>
                  <a:pt x="43758" y="563528"/>
                </a:lnTo>
                <a:lnTo>
                  <a:pt x="45444" y="544582"/>
                </a:lnTo>
                <a:lnTo>
                  <a:pt x="47130" y="525628"/>
                </a:lnTo>
                <a:lnTo>
                  <a:pt x="48806" y="506682"/>
                </a:lnTo>
                <a:lnTo>
                  <a:pt x="50492" y="487728"/>
                </a:lnTo>
                <a:lnTo>
                  <a:pt x="52178" y="468782"/>
                </a:lnTo>
                <a:lnTo>
                  <a:pt x="53864" y="449837"/>
                </a:lnTo>
                <a:lnTo>
                  <a:pt x="55540" y="430882"/>
                </a:lnTo>
                <a:lnTo>
                  <a:pt x="57226" y="411937"/>
                </a:lnTo>
                <a:lnTo>
                  <a:pt x="58912" y="392982"/>
                </a:lnTo>
                <a:lnTo>
                  <a:pt x="60589" y="374037"/>
                </a:lnTo>
                <a:lnTo>
                  <a:pt x="62274" y="355082"/>
                </a:lnTo>
                <a:lnTo>
                  <a:pt x="63960" y="336137"/>
                </a:lnTo>
                <a:lnTo>
                  <a:pt x="65637" y="317183"/>
                </a:lnTo>
                <a:lnTo>
                  <a:pt x="67323" y="298237"/>
                </a:lnTo>
                <a:lnTo>
                  <a:pt x="69009" y="279283"/>
                </a:lnTo>
                <a:lnTo>
                  <a:pt x="70695" y="260337"/>
                </a:lnTo>
                <a:lnTo>
                  <a:pt x="72371" y="241383"/>
                </a:lnTo>
                <a:lnTo>
                  <a:pt x="74057" y="222437"/>
                </a:lnTo>
                <a:lnTo>
                  <a:pt x="75743" y="203483"/>
                </a:lnTo>
                <a:lnTo>
                  <a:pt x="77419" y="184537"/>
                </a:lnTo>
                <a:lnTo>
                  <a:pt x="79105" y="165583"/>
                </a:lnTo>
                <a:lnTo>
                  <a:pt x="80791" y="14663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5">
            <a:extLst xmlns:a="http://schemas.openxmlformats.org/drawingml/2006/main">
              <a:ext uri="{FF2B5EF4-FFF2-40B4-BE49-F238E27FC236}">
                <a16:creationId xmlns:a16="http://schemas.microsoft.com/office/drawing/2014/main" id="{D130E2E0-6F7C-4FB9-B85A-43F3A08E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5351" y="2627043"/>
            <a:ext cx="1343644" cy="1055780"/>
          </a:xfrm>
          <a:custGeom xmlns:a="http://schemas.openxmlformats.org/drawingml/2006/main">
            <a:pathLst>
              <a:path w="1343644" h="1055780">
                <a:moveTo>
                  <a:pt x="80839" y="146637"/>
                </a:moveTo>
                <a:lnTo>
                  <a:pt x="99717" y="144418"/>
                </a:lnTo>
                <a:lnTo>
                  <a:pt x="118605" y="142189"/>
                </a:lnTo>
                <a:lnTo>
                  <a:pt x="137493" y="139970"/>
                </a:lnTo>
                <a:lnTo>
                  <a:pt x="156372" y="137751"/>
                </a:lnTo>
                <a:lnTo>
                  <a:pt x="175260" y="135531"/>
                </a:lnTo>
                <a:lnTo>
                  <a:pt x="194148" y="133302"/>
                </a:lnTo>
                <a:lnTo>
                  <a:pt x="213027" y="131083"/>
                </a:lnTo>
                <a:lnTo>
                  <a:pt x="231915" y="128864"/>
                </a:lnTo>
                <a:lnTo>
                  <a:pt x="250803" y="126644"/>
                </a:lnTo>
                <a:lnTo>
                  <a:pt x="269681" y="124416"/>
                </a:lnTo>
                <a:lnTo>
                  <a:pt x="288569" y="122196"/>
                </a:lnTo>
                <a:lnTo>
                  <a:pt x="307457" y="119977"/>
                </a:lnTo>
                <a:lnTo>
                  <a:pt x="326336" y="117758"/>
                </a:lnTo>
                <a:lnTo>
                  <a:pt x="345224" y="115529"/>
                </a:lnTo>
                <a:lnTo>
                  <a:pt x="364112" y="113309"/>
                </a:lnTo>
                <a:lnTo>
                  <a:pt x="382991" y="111090"/>
                </a:lnTo>
                <a:lnTo>
                  <a:pt x="401879" y="108871"/>
                </a:lnTo>
                <a:lnTo>
                  <a:pt x="420767" y="106642"/>
                </a:lnTo>
                <a:lnTo>
                  <a:pt x="439645" y="104423"/>
                </a:lnTo>
                <a:lnTo>
                  <a:pt x="458534" y="102203"/>
                </a:lnTo>
                <a:lnTo>
                  <a:pt x="477422" y="99984"/>
                </a:lnTo>
                <a:lnTo>
                  <a:pt x="496310" y="97755"/>
                </a:lnTo>
                <a:lnTo>
                  <a:pt x="515188" y="95536"/>
                </a:lnTo>
                <a:lnTo>
                  <a:pt x="534076" y="93316"/>
                </a:lnTo>
                <a:lnTo>
                  <a:pt x="552964" y="91097"/>
                </a:lnTo>
                <a:lnTo>
                  <a:pt x="571843" y="88868"/>
                </a:lnTo>
                <a:lnTo>
                  <a:pt x="590731" y="86649"/>
                </a:lnTo>
                <a:lnTo>
                  <a:pt x="609619" y="84430"/>
                </a:lnTo>
                <a:lnTo>
                  <a:pt x="628498" y="82201"/>
                </a:lnTo>
                <a:lnTo>
                  <a:pt x="647386" y="79981"/>
                </a:lnTo>
                <a:lnTo>
                  <a:pt x="666274" y="77762"/>
                </a:lnTo>
                <a:lnTo>
                  <a:pt x="685152" y="75543"/>
                </a:lnTo>
                <a:lnTo>
                  <a:pt x="704040" y="73314"/>
                </a:lnTo>
                <a:lnTo>
                  <a:pt x="722928" y="71095"/>
                </a:lnTo>
                <a:lnTo>
                  <a:pt x="741807" y="68875"/>
                </a:lnTo>
                <a:lnTo>
                  <a:pt x="760695" y="66656"/>
                </a:lnTo>
                <a:lnTo>
                  <a:pt x="779583" y="64427"/>
                </a:lnTo>
                <a:lnTo>
                  <a:pt x="798462" y="62208"/>
                </a:lnTo>
                <a:lnTo>
                  <a:pt x="817350" y="59988"/>
                </a:lnTo>
                <a:lnTo>
                  <a:pt x="836238" y="57769"/>
                </a:lnTo>
                <a:lnTo>
                  <a:pt x="855116" y="55540"/>
                </a:lnTo>
                <a:lnTo>
                  <a:pt x="874004" y="53321"/>
                </a:lnTo>
                <a:lnTo>
                  <a:pt x="892893" y="51102"/>
                </a:lnTo>
                <a:lnTo>
                  <a:pt x="911781" y="48882"/>
                </a:lnTo>
                <a:lnTo>
                  <a:pt x="930659" y="46653"/>
                </a:lnTo>
                <a:lnTo>
                  <a:pt x="949547" y="44434"/>
                </a:lnTo>
                <a:lnTo>
                  <a:pt x="968435" y="42215"/>
                </a:lnTo>
                <a:lnTo>
                  <a:pt x="987314" y="39995"/>
                </a:lnTo>
                <a:lnTo>
                  <a:pt x="1006202" y="37767"/>
                </a:lnTo>
                <a:lnTo>
                  <a:pt x="1025090" y="35547"/>
                </a:lnTo>
                <a:lnTo>
                  <a:pt x="1043969" y="33328"/>
                </a:lnTo>
                <a:lnTo>
                  <a:pt x="1062857" y="31109"/>
                </a:lnTo>
                <a:lnTo>
                  <a:pt x="1081745" y="28880"/>
                </a:lnTo>
                <a:lnTo>
                  <a:pt x="1100623" y="26660"/>
                </a:lnTo>
                <a:lnTo>
                  <a:pt x="1119511" y="24441"/>
                </a:lnTo>
                <a:lnTo>
                  <a:pt x="1138399" y="22222"/>
                </a:lnTo>
                <a:lnTo>
                  <a:pt x="1157278" y="19993"/>
                </a:lnTo>
                <a:lnTo>
                  <a:pt x="1176166" y="17774"/>
                </a:lnTo>
                <a:lnTo>
                  <a:pt x="1195054" y="15554"/>
                </a:lnTo>
                <a:lnTo>
                  <a:pt x="1213933" y="13335"/>
                </a:lnTo>
                <a:lnTo>
                  <a:pt x="1232821" y="11106"/>
                </a:lnTo>
                <a:lnTo>
                  <a:pt x="1251709" y="8887"/>
                </a:lnTo>
                <a:lnTo>
                  <a:pt x="1270597" y="6668"/>
                </a:lnTo>
                <a:lnTo>
                  <a:pt x="1289475" y="4448"/>
                </a:lnTo>
                <a:lnTo>
                  <a:pt x="1308364" y="2219"/>
                </a:lnTo>
                <a:lnTo>
                  <a:pt x="1327252" y="0"/>
                </a:lnTo>
                <a:lnTo>
                  <a:pt x="1343644" y="333"/>
                </a:lnTo>
                <a:lnTo>
                  <a:pt x="1341987" y="19279"/>
                </a:lnTo>
                <a:lnTo>
                  <a:pt x="1340320" y="38224"/>
                </a:lnTo>
                <a:lnTo>
                  <a:pt x="1338663" y="57160"/>
                </a:lnTo>
                <a:lnTo>
                  <a:pt x="1336996" y="76105"/>
                </a:lnTo>
                <a:lnTo>
                  <a:pt x="1335338" y="95050"/>
                </a:lnTo>
                <a:lnTo>
                  <a:pt x="1333671" y="113995"/>
                </a:lnTo>
                <a:lnTo>
                  <a:pt x="1332014" y="132931"/>
                </a:lnTo>
                <a:lnTo>
                  <a:pt x="1330347" y="151876"/>
                </a:lnTo>
                <a:lnTo>
                  <a:pt x="1328680" y="170821"/>
                </a:lnTo>
                <a:lnTo>
                  <a:pt x="1327023" y="189757"/>
                </a:lnTo>
                <a:lnTo>
                  <a:pt x="1325356" y="208702"/>
                </a:lnTo>
                <a:lnTo>
                  <a:pt x="1323699" y="227648"/>
                </a:lnTo>
                <a:lnTo>
                  <a:pt x="1322032" y="246593"/>
                </a:lnTo>
                <a:lnTo>
                  <a:pt x="1320375" y="265528"/>
                </a:lnTo>
                <a:lnTo>
                  <a:pt x="1318708" y="284474"/>
                </a:lnTo>
                <a:lnTo>
                  <a:pt x="1317050" y="303419"/>
                </a:lnTo>
                <a:lnTo>
                  <a:pt x="1315383" y="322355"/>
                </a:lnTo>
                <a:lnTo>
                  <a:pt x="1313717" y="341300"/>
                </a:lnTo>
                <a:lnTo>
                  <a:pt x="1312059" y="360245"/>
                </a:lnTo>
                <a:lnTo>
                  <a:pt x="1310392" y="379190"/>
                </a:lnTo>
                <a:lnTo>
                  <a:pt x="1308735" y="398126"/>
                </a:lnTo>
                <a:lnTo>
                  <a:pt x="1307068" y="417071"/>
                </a:lnTo>
                <a:lnTo>
                  <a:pt x="1305411" y="436016"/>
                </a:lnTo>
                <a:lnTo>
                  <a:pt x="1303744" y="454952"/>
                </a:lnTo>
                <a:lnTo>
                  <a:pt x="1302077" y="473897"/>
                </a:lnTo>
                <a:lnTo>
                  <a:pt x="1300420" y="492843"/>
                </a:lnTo>
                <a:lnTo>
                  <a:pt x="1298753" y="511778"/>
                </a:lnTo>
                <a:lnTo>
                  <a:pt x="1297095" y="530723"/>
                </a:lnTo>
                <a:lnTo>
                  <a:pt x="1295429" y="549669"/>
                </a:lnTo>
                <a:lnTo>
                  <a:pt x="1293771" y="568614"/>
                </a:lnTo>
                <a:lnTo>
                  <a:pt x="1292104" y="587550"/>
                </a:lnTo>
                <a:lnTo>
                  <a:pt x="1290447" y="606495"/>
                </a:lnTo>
                <a:lnTo>
                  <a:pt x="1288780" y="625440"/>
                </a:lnTo>
                <a:lnTo>
                  <a:pt x="1287113" y="644376"/>
                </a:lnTo>
                <a:lnTo>
                  <a:pt x="1285456" y="663321"/>
                </a:lnTo>
                <a:lnTo>
                  <a:pt x="1283789" y="682266"/>
                </a:lnTo>
                <a:lnTo>
                  <a:pt x="1282132" y="701211"/>
                </a:lnTo>
                <a:lnTo>
                  <a:pt x="1280465" y="720147"/>
                </a:lnTo>
                <a:lnTo>
                  <a:pt x="1278807" y="739092"/>
                </a:lnTo>
                <a:lnTo>
                  <a:pt x="1277141" y="758038"/>
                </a:lnTo>
                <a:lnTo>
                  <a:pt x="1275483" y="776973"/>
                </a:lnTo>
                <a:lnTo>
                  <a:pt x="1273816" y="795919"/>
                </a:lnTo>
                <a:lnTo>
                  <a:pt x="1272149" y="814864"/>
                </a:lnTo>
                <a:lnTo>
                  <a:pt x="1270492" y="833809"/>
                </a:lnTo>
                <a:lnTo>
                  <a:pt x="1268825" y="852745"/>
                </a:lnTo>
                <a:lnTo>
                  <a:pt x="1267168" y="871690"/>
                </a:lnTo>
                <a:lnTo>
                  <a:pt x="1265501" y="890635"/>
                </a:lnTo>
                <a:lnTo>
                  <a:pt x="1263844" y="909571"/>
                </a:lnTo>
                <a:lnTo>
                  <a:pt x="1244965" y="911790"/>
                </a:lnTo>
                <a:lnTo>
                  <a:pt x="1226077" y="914000"/>
                </a:lnTo>
                <a:lnTo>
                  <a:pt x="1207189" y="916210"/>
                </a:lnTo>
                <a:lnTo>
                  <a:pt x="1188310" y="918410"/>
                </a:lnTo>
                <a:lnTo>
                  <a:pt x="1169422" y="920620"/>
                </a:lnTo>
                <a:lnTo>
                  <a:pt x="1150534" y="922820"/>
                </a:lnTo>
                <a:lnTo>
                  <a:pt x="1131646" y="925030"/>
                </a:lnTo>
                <a:lnTo>
                  <a:pt x="1112758" y="927240"/>
                </a:lnTo>
                <a:lnTo>
                  <a:pt x="1093870" y="929440"/>
                </a:lnTo>
                <a:lnTo>
                  <a:pt x="1074982" y="931650"/>
                </a:lnTo>
                <a:lnTo>
                  <a:pt x="1056094" y="933850"/>
                </a:lnTo>
                <a:lnTo>
                  <a:pt x="1037215" y="936060"/>
                </a:lnTo>
                <a:lnTo>
                  <a:pt x="1018327" y="938270"/>
                </a:lnTo>
                <a:lnTo>
                  <a:pt x="999439" y="940470"/>
                </a:lnTo>
                <a:lnTo>
                  <a:pt x="980551" y="942680"/>
                </a:lnTo>
                <a:lnTo>
                  <a:pt x="961663" y="944890"/>
                </a:lnTo>
                <a:lnTo>
                  <a:pt x="942775" y="947090"/>
                </a:lnTo>
                <a:lnTo>
                  <a:pt x="923887" y="949300"/>
                </a:lnTo>
                <a:lnTo>
                  <a:pt x="904999" y="951500"/>
                </a:lnTo>
                <a:lnTo>
                  <a:pt x="886120" y="953710"/>
                </a:lnTo>
                <a:lnTo>
                  <a:pt x="867232" y="955919"/>
                </a:lnTo>
                <a:lnTo>
                  <a:pt x="848344" y="958120"/>
                </a:lnTo>
                <a:lnTo>
                  <a:pt x="829456" y="960330"/>
                </a:lnTo>
                <a:lnTo>
                  <a:pt x="810568" y="962530"/>
                </a:lnTo>
                <a:lnTo>
                  <a:pt x="791680" y="964740"/>
                </a:lnTo>
                <a:lnTo>
                  <a:pt x="772792" y="966949"/>
                </a:lnTo>
                <a:lnTo>
                  <a:pt x="753904" y="969150"/>
                </a:lnTo>
                <a:lnTo>
                  <a:pt x="735025" y="971360"/>
                </a:lnTo>
                <a:lnTo>
                  <a:pt x="716137" y="973560"/>
                </a:lnTo>
                <a:lnTo>
                  <a:pt x="697249" y="975770"/>
                </a:lnTo>
                <a:lnTo>
                  <a:pt x="678361" y="977979"/>
                </a:lnTo>
                <a:lnTo>
                  <a:pt x="659473" y="980180"/>
                </a:lnTo>
                <a:lnTo>
                  <a:pt x="640585" y="982389"/>
                </a:lnTo>
                <a:lnTo>
                  <a:pt x="621697" y="984590"/>
                </a:lnTo>
                <a:lnTo>
                  <a:pt x="602809" y="986800"/>
                </a:lnTo>
                <a:lnTo>
                  <a:pt x="583930" y="989009"/>
                </a:lnTo>
                <a:lnTo>
                  <a:pt x="565042" y="991210"/>
                </a:lnTo>
                <a:lnTo>
                  <a:pt x="546154" y="993419"/>
                </a:lnTo>
                <a:lnTo>
                  <a:pt x="527266" y="995629"/>
                </a:lnTo>
                <a:lnTo>
                  <a:pt x="508378" y="997829"/>
                </a:lnTo>
                <a:lnTo>
                  <a:pt x="489490" y="1000039"/>
                </a:lnTo>
                <a:lnTo>
                  <a:pt x="470602" y="1002240"/>
                </a:lnTo>
                <a:lnTo>
                  <a:pt x="451714" y="1004449"/>
                </a:lnTo>
                <a:lnTo>
                  <a:pt x="432835" y="1006659"/>
                </a:lnTo>
                <a:lnTo>
                  <a:pt x="413947" y="1008859"/>
                </a:lnTo>
                <a:lnTo>
                  <a:pt x="395059" y="1011069"/>
                </a:lnTo>
                <a:lnTo>
                  <a:pt x="376171" y="1013270"/>
                </a:lnTo>
                <a:lnTo>
                  <a:pt x="357283" y="1015479"/>
                </a:lnTo>
                <a:lnTo>
                  <a:pt x="338395" y="1017689"/>
                </a:lnTo>
                <a:lnTo>
                  <a:pt x="319507" y="1019889"/>
                </a:lnTo>
                <a:lnTo>
                  <a:pt x="300619" y="1022099"/>
                </a:lnTo>
                <a:lnTo>
                  <a:pt x="281740" y="1024299"/>
                </a:lnTo>
                <a:lnTo>
                  <a:pt x="262852" y="1026509"/>
                </a:lnTo>
                <a:lnTo>
                  <a:pt x="243964" y="1028719"/>
                </a:lnTo>
                <a:lnTo>
                  <a:pt x="225076" y="1030919"/>
                </a:lnTo>
                <a:lnTo>
                  <a:pt x="206188" y="1033129"/>
                </a:lnTo>
                <a:lnTo>
                  <a:pt x="187300" y="1035329"/>
                </a:lnTo>
                <a:lnTo>
                  <a:pt x="168412" y="1037539"/>
                </a:lnTo>
                <a:lnTo>
                  <a:pt x="149523" y="1039749"/>
                </a:lnTo>
                <a:lnTo>
                  <a:pt x="130645" y="1041949"/>
                </a:lnTo>
                <a:lnTo>
                  <a:pt x="111757" y="1044159"/>
                </a:lnTo>
                <a:lnTo>
                  <a:pt x="92869" y="1046369"/>
                </a:lnTo>
                <a:lnTo>
                  <a:pt x="73981" y="1048569"/>
                </a:lnTo>
                <a:lnTo>
                  <a:pt x="55093" y="1050779"/>
                </a:lnTo>
                <a:lnTo>
                  <a:pt x="36205" y="1052979"/>
                </a:lnTo>
                <a:lnTo>
                  <a:pt x="17316" y="1055189"/>
                </a:lnTo>
                <a:lnTo>
                  <a:pt x="0" y="1055780"/>
                </a:lnTo>
                <a:lnTo>
                  <a:pt x="1686" y="1036844"/>
                </a:lnTo>
                <a:lnTo>
                  <a:pt x="3372" y="1017899"/>
                </a:lnTo>
                <a:lnTo>
                  <a:pt x="5048" y="998963"/>
                </a:lnTo>
                <a:lnTo>
                  <a:pt x="6734" y="980018"/>
                </a:lnTo>
                <a:lnTo>
                  <a:pt x="8420" y="961082"/>
                </a:lnTo>
                <a:lnTo>
                  <a:pt x="10106" y="942137"/>
                </a:lnTo>
                <a:lnTo>
                  <a:pt x="11792" y="923201"/>
                </a:lnTo>
                <a:lnTo>
                  <a:pt x="13468" y="904256"/>
                </a:lnTo>
                <a:lnTo>
                  <a:pt x="15154" y="885320"/>
                </a:lnTo>
                <a:lnTo>
                  <a:pt x="16840" y="866375"/>
                </a:lnTo>
                <a:lnTo>
                  <a:pt x="18526" y="847439"/>
                </a:lnTo>
                <a:lnTo>
                  <a:pt x="20212" y="828494"/>
                </a:lnTo>
                <a:lnTo>
                  <a:pt x="21888" y="809558"/>
                </a:lnTo>
                <a:lnTo>
                  <a:pt x="23574" y="790613"/>
                </a:lnTo>
                <a:lnTo>
                  <a:pt x="25260" y="771677"/>
                </a:lnTo>
                <a:lnTo>
                  <a:pt x="26946" y="752732"/>
                </a:lnTo>
                <a:lnTo>
                  <a:pt x="28632" y="733796"/>
                </a:lnTo>
                <a:lnTo>
                  <a:pt x="30309" y="714851"/>
                </a:lnTo>
                <a:lnTo>
                  <a:pt x="31994" y="695916"/>
                </a:lnTo>
                <a:lnTo>
                  <a:pt x="33680" y="676970"/>
                </a:lnTo>
                <a:lnTo>
                  <a:pt x="35366" y="658035"/>
                </a:lnTo>
                <a:lnTo>
                  <a:pt x="37052" y="639089"/>
                </a:lnTo>
                <a:lnTo>
                  <a:pt x="38729" y="620154"/>
                </a:lnTo>
                <a:lnTo>
                  <a:pt x="40415" y="601208"/>
                </a:lnTo>
                <a:lnTo>
                  <a:pt x="42101" y="582273"/>
                </a:lnTo>
                <a:lnTo>
                  <a:pt x="43786" y="563328"/>
                </a:lnTo>
                <a:lnTo>
                  <a:pt x="45472" y="544392"/>
                </a:lnTo>
                <a:lnTo>
                  <a:pt x="47149" y="525447"/>
                </a:lnTo>
                <a:lnTo>
                  <a:pt x="48835" y="506511"/>
                </a:lnTo>
                <a:lnTo>
                  <a:pt x="50521" y="487566"/>
                </a:lnTo>
                <a:lnTo>
                  <a:pt x="52207" y="468630"/>
                </a:lnTo>
                <a:lnTo>
                  <a:pt x="53892" y="449685"/>
                </a:lnTo>
                <a:lnTo>
                  <a:pt x="55569" y="430749"/>
                </a:lnTo>
                <a:lnTo>
                  <a:pt x="57255" y="411804"/>
                </a:lnTo>
                <a:lnTo>
                  <a:pt x="58941" y="392868"/>
                </a:lnTo>
                <a:lnTo>
                  <a:pt x="60627" y="373923"/>
                </a:lnTo>
                <a:lnTo>
                  <a:pt x="62313" y="354987"/>
                </a:lnTo>
                <a:lnTo>
                  <a:pt x="63998" y="336042"/>
                </a:lnTo>
                <a:lnTo>
                  <a:pt x="65675" y="317106"/>
                </a:lnTo>
                <a:lnTo>
                  <a:pt x="67361" y="298161"/>
                </a:lnTo>
                <a:lnTo>
                  <a:pt x="69047" y="279225"/>
                </a:lnTo>
                <a:lnTo>
                  <a:pt x="70733" y="260280"/>
                </a:lnTo>
                <a:lnTo>
                  <a:pt x="72409" y="241335"/>
                </a:lnTo>
                <a:lnTo>
                  <a:pt x="74095" y="222399"/>
                </a:lnTo>
                <a:lnTo>
                  <a:pt x="75781" y="203454"/>
                </a:lnTo>
                <a:lnTo>
                  <a:pt x="77467" y="184518"/>
                </a:lnTo>
                <a:lnTo>
                  <a:pt x="79153" y="165573"/>
                </a:lnTo>
                <a:lnTo>
                  <a:pt x="80839" y="14663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6">
            <a:extLst xmlns:a="http://schemas.openxmlformats.org/drawingml/2006/main">
              <a:ext uri="{FF2B5EF4-FFF2-40B4-BE49-F238E27FC236}">
                <a16:creationId xmlns:a16="http://schemas.microsoft.com/office/drawing/2014/main" id="{BB93F47A-152C-48A7-A8BC-5511D95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8470" y="2221735"/>
            <a:ext cx="1343644" cy="1055770"/>
          </a:xfrm>
          <a:custGeom xmlns:a="http://schemas.openxmlformats.org/drawingml/2006/main">
            <a:pathLst>
              <a:path w="1343644" h="1055770">
                <a:moveTo>
                  <a:pt x="79810" y="146180"/>
                </a:moveTo>
                <a:lnTo>
                  <a:pt x="98698" y="143970"/>
                </a:lnTo>
                <a:lnTo>
                  <a:pt x="117586" y="141770"/>
                </a:lnTo>
                <a:lnTo>
                  <a:pt x="136465" y="139560"/>
                </a:lnTo>
                <a:lnTo>
                  <a:pt x="155353" y="137360"/>
                </a:lnTo>
                <a:lnTo>
                  <a:pt x="174241" y="135150"/>
                </a:lnTo>
                <a:lnTo>
                  <a:pt x="193129" y="132940"/>
                </a:lnTo>
                <a:lnTo>
                  <a:pt x="212017" y="130740"/>
                </a:lnTo>
                <a:lnTo>
                  <a:pt x="230905" y="128530"/>
                </a:lnTo>
                <a:lnTo>
                  <a:pt x="249793" y="126321"/>
                </a:lnTo>
                <a:lnTo>
                  <a:pt x="268681" y="124120"/>
                </a:lnTo>
                <a:lnTo>
                  <a:pt x="287560" y="121910"/>
                </a:lnTo>
                <a:lnTo>
                  <a:pt x="306448" y="119710"/>
                </a:lnTo>
                <a:lnTo>
                  <a:pt x="325336" y="117500"/>
                </a:lnTo>
                <a:lnTo>
                  <a:pt x="344224" y="115291"/>
                </a:lnTo>
                <a:lnTo>
                  <a:pt x="363112" y="113090"/>
                </a:lnTo>
                <a:lnTo>
                  <a:pt x="382000" y="110881"/>
                </a:lnTo>
                <a:lnTo>
                  <a:pt x="400888" y="108680"/>
                </a:lnTo>
                <a:lnTo>
                  <a:pt x="419776" y="106470"/>
                </a:lnTo>
                <a:lnTo>
                  <a:pt x="438655" y="104261"/>
                </a:lnTo>
                <a:lnTo>
                  <a:pt x="457543" y="102060"/>
                </a:lnTo>
                <a:lnTo>
                  <a:pt x="476431" y="99851"/>
                </a:lnTo>
                <a:lnTo>
                  <a:pt x="495319" y="97650"/>
                </a:lnTo>
                <a:lnTo>
                  <a:pt x="514207" y="95441"/>
                </a:lnTo>
                <a:lnTo>
                  <a:pt x="533095" y="93231"/>
                </a:lnTo>
                <a:lnTo>
                  <a:pt x="551983" y="91030"/>
                </a:lnTo>
                <a:lnTo>
                  <a:pt x="570871" y="88821"/>
                </a:lnTo>
                <a:lnTo>
                  <a:pt x="589750" y="86620"/>
                </a:lnTo>
                <a:lnTo>
                  <a:pt x="608638" y="84411"/>
                </a:lnTo>
                <a:lnTo>
                  <a:pt x="627526" y="82201"/>
                </a:lnTo>
                <a:lnTo>
                  <a:pt x="646414" y="80000"/>
                </a:lnTo>
                <a:lnTo>
                  <a:pt x="665302" y="77791"/>
                </a:lnTo>
                <a:lnTo>
                  <a:pt x="684190" y="75581"/>
                </a:lnTo>
                <a:lnTo>
                  <a:pt x="703078" y="73381"/>
                </a:lnTo>
                <a:lnTo>
                  <a:pt x="721966" y="71171"/>
                </a:lnTo>
                <a:lnTo>
                  <a:pt x="740845" y="68971"/>
                </a:lnTo>
                <a:lnTo>
                  <a:pt x="759733" y="66761"/>
                </a:lnTo>
                <a:lnTo>
                  <a:pt x="778621" y="64551"/>
                </a:lnTo>
                <a:lnTo>
                  <a:pt x="797509" y="62351"/>
                </a:lnTo>
                <a:lnTo>
                  <a:pt x="816397" y="60141"/>
                </a:lnTo>
                <a:lnTo>
                  <a:pt x="835285" y="57941"/>
                </a:lnTo>
                <a:lnTo>
                  <a:pt x="854173" y="55731"/>
                </a:lnTo>
                <a:lnTo>
                  <a:pt x="873062" y="53521"/>
                </a:lnTo>
                <a:lnTo>
                  <a:pt x="891940" y="51321"/>
                </a:lnTo>
                <a:lnTo>
                  <a:pt x="910828" y="49111"/>
                </a:lnTo>
                <a:lnTo>
                  <a:pt x="929716" y="46911"/>
                </a:lnTo>
                <a:lnTo>
                  <a:pt x="948604" y="44701"/>
                </a:lnTo>
                <a:lnTo>
                  <a:pt x="967492" y="42491"/>
                </a:lnTo>
                <a:lnTo>
                  <a:pt x="986380" y="40291"/>
                </a:lnTo>
                <a:lnTo>
                  <a:pt x="1005269" y="38081"/>
                </a:lnTo>
                <a:lnTo>
                  <a:pt x="1024157" y="35871"/>
                </a:lnTo>
                <a:lnTo>
                  <a:pt x="1043035" y="33671"/>
                </a:lnTo>
                <a:lnTo>
                  <a:pt x="1061923" y="31461"/>
                </a:lnTo>
                <a:lnTo>
                  <a:pt x="1080811" y="29261"/>
                </a:lnTo>
                <a:lnTo>
                  <a:pt x="1099699" y="27051"/>
                </a:lnTo>
                <a:lnTo>
                  <a:pt x="1118587" y="24841"/>
                </a:lnTo>
                <a:lnTo>
                  <a:pt x="1137476" y="22641"/>
                </a:lnTo>
                <a:lnTo>
                  <a:pt x="1156364" y="20431"/>
                </a:lnTo>
                <a:lnTo>
                  <a:pt x="1175252" y="18231"/>
                </a:lnTo>
                <a:lnTo>
                  <a:pt x="1194130" y="16021"/>
                </a:lnTo>
                <a:lnTo>
                  <a:pt x="1213018" y="13811"/>
                </a:lnTo>
                <a:lnTo>
                  <a:pt x="1231906" y="11611"/>
                </a:lnTo>
                <a:lnTo>
                  <a:pt x="1250794" y="9401"/>
                </a:lnTo>
                <a:lnTo>
                  <a:pt x="1269683" y="7201"/>
                </a:lnTo>
                <a:lnTo>
                  <a:pt x="1288571" y="4991"/>
                </a:lnTo>
                <a:lnTo>
                  <a:pt x="1307459" y="2781"/>
                </a:lnTo>
                <a:lnTo>
                  <a:pt x="1326347" y="581"/>
                </a:lnTo>
                <a:lnTo>
                  <a:pt x="1343644" y="0"/>
                </a:lnTo>
                <a:lnTo>
                  <a:pt x="1341958" y="18945"/>
                </a:lnTo>
                <a:lnTo>
                  <a:pt x="1340282" y="37881"/>
                </a:lnTo>
                <a:lnTo>
                  <a:pt x="1338596" y="56826"/>
                </a:lnTo>
                <a:lnTo>
                  <a:pt x="1336910" y="75762"/>
                </a:lnTo>
                <a:lnTo>
                  <a:pt x="1335224" y="94707"/>
                </a:lnTo>
                <a:lnTo>
                  <a:pt x="1333538" y="113643"/>
                </a:lnTo>
                <a:lnTo>
                  <a:pt x="1331862" y="132588"/>
                </a:lnTo>
                <a:lnTo>
                  <a:pt x="1330176" y="151524"/>
                </a:lnTo>
                <a:lnTo>
                  <a:pt x="1328490" y="170469"/>
                </a:lnTo>
                <a:lnTo>
                  <a:pt x="1326804" y="189405"/>
                </a:lnTo>
                <a:lnTo>
                  <a:pt x="1325118" y="208350"/>
                </a:lnTo>
                <a:lnTo>
                  <a:pt x="1323442" y="227286"/>
                </a:lnTo>
                <a:lnTo>
                  <a:pt x="1321756" y="246231"/>
                </a:lnTo>
                <a:lnTo>
                  <a:pt x="1320070" y="265166"/>
                </a:lnTo>
                <a:lnTo>
                  <a:pt x="1318384" y="284112"/>
                </a:lnTo>
                <a:lnTo>
                  <a:pt x="1316698" y="303047"/>
                </a:lnTo>
                <a:lnTo>
                  <a:pt x="1315022" y="321993"/>
                </a:lnTo>
                <a:lnTo>
                  <a:pt x="1313336" y="340928"/>
                </a:lnTo>
                <a:lnTo>
                  <a:pt x="1311650" y="359874"/>
                </a:lnTo>
                <a:lnTo>
                  <a:pt x="1309964" y="378809"/>
                </a:lnTo>
                <a:lnTo>
                  <a:pt x="1308278" y="397754"/>
                </a:lnTo>
                <a:lnTo>
                  <a:pt x="1306592" y="416690"/>
                </a:lnTo>
                <a:lnTo>
                  <a:pt x="1304915" y="435635"/>
                </a:lnTo>
                <a:lnTo>
                  <a:pt x="1303230" y="454571"/>
                </a:lnTo>
                <a:lnTo>
                  <a:pt x="1301544" y="473516"/>
                </a:lnTo>
                <a:lnTo>
                  <a:pt x="1299858" y="492452"/>
                </a:lnTo>
                <a:lnTo>
                  <a:pt x="1298181" y="511397"/>
                </a:lnTo>
                <a:lnTo>
                  <a:pt x="1296495" y="530333"/>
                </a:lnTo>
                <a:lnTo>
                  <a:pt x="1294809" y="549278"/>
                </a:lnTo>
                <a:lnTo>
                  <a:pt x="1293124" y="568214"/>
                </a:lnTo>
                <a:lnTo>
                  <a:pt x="1291438" y="587159"/>
                </a:lnTo>
                <a:lnTo>
                  <a:pt x="1289761" y="606095"/>
                </a:lnTo>
                <a:lnTo>
                  <a:pt x="1288075" y="625040"/>
                </a:lnTo>
                <a:lnTo>
                  <a:pt x="1286389" y="643976"/>
                </a:lnTo>
                <a:lnTo>
                  <a:pt x="1284703" y="662921"/>
                </a:lnTo>
                <a:lnTo>
                  <a:pt x="1283018" y="681857"/>
                </a:lnTo>
                <a:lnTo>
                  <a:pt x="1281332" y="700802"/>
                </a:lnTo>
                <a:lnTo>
                  <a:pt x="1279655" y="719738"/>
                </a:lnTo>
                <a:lnTo>
                  <a:pt x="1277969" y="738683"/>
                </a:lnTo>
                <a:lnTo>
                  <a:pt x="1276283" y="757619"/>
                </a:lnTo>
                <a:lnTo>
                  <a:pt x="1274597" y="776564"/>
                </a:lnTo>
                <a:lnTo>
                  <a:pt x="1272911" y="795499"/>
                </a:lnTo>
                <a:lnTo>
                  <a:pt x="1271235" y="814445"/>
                </a:lnTo>
                <a:lnTo>
                  <a:pt x="1269549" y="833380"/>
                </a:lnTo>
                <a:lnTo>
                  <a:pt x="1267863" y="852326"/>
                </a:lnTo>
                <a:lnTo>
                  <a:pt x="1266177" y="871271"/>
                </a:lnTo>
                <a:lnTo>
                  <a:pt x="1264491" y="890206"/>
                </a:lnTo>
                <a:lnTo>
                  <a:pt x="1262796" y="909133"/>
                </a:lnTo>
                <a:lnTo>
                  <a:pt x="1243917" y="911352"/>
                </a:lnTo>
                <a:lnTo>
                  <a:pt x="1225029" y="913581"/>
                </a:lnTo>
                <a:lnTo>
                  <a:pt x="1206141" y="915800"/>
                </a:lnTo>
                <a:lnTo>
                  <a:pt x="1187253" y="918020"/>
                </a:lnTo>
                <a:lnTo>
                  <a:pt x="1168375" y="920239"/>
                </a:lnTo>
                <a:lnTo>
                  <a:pt x="1149487" y="922468"/>
                </a:lnTo>
                <a:lnTo>
                  <a:pt x="1130598" y="924687"/>
                </a:lnTo>
                <a:lnTo>
                  <a:pt x="1111720" y="926906"/>
                </a:lnTo>
                <a:lnTo>
                  <a:pt x="1092832" y="929126"/>
                </a:lnTo>
                <a:lnTo>
                  <a:pt x="1073944" y="931355"/>
                </a:lnTo>
                <a:lnTo>
                  <a:pt x="1055065" y="933574"/>
                </a:lnTo>
                <a:lnTo>
                  <a:pt x="1036177" y="935793"/>
                </a:lnTo>
                <a:lnTo>
                  <a:pt x="1017289" y="938012"/>
                </a:lnTo>
                <a:lnTo>
                  <a:pt x="998410" y="940241"/>
                </a:lnTo>
                <a:lnTo>
                  <a:pt x="979522" y="942461"/>
                </a:lnTo>
                <a:lnTo>
                  <a:pt x="960634" y="944680"/>
                </a:lnTo>
                <a:lnTo>
                  <a:pt x="941756" y="946909"/>
                </a:lnTo>
                <a:lnTo>
                  <a:pt x="922868" y="949128"/>
                </a:lnTo>
                <a:lnTo>
                  <a:pt x="903980" y="951347"/>
                </a:lnTo>
                <a:lnTo>
                  <a:pt x="885101" y="953567"/>
                </a:lnTo>
                <a:lnTo>
                  <a:pt x="866213" y="955796"/>
                </a:lnTo>
                <a:lnTo>
                  <a:pt x="847325" y="958015"/>
                </a:lnTo>
                <a:lnTo>
                  <a:pt x="828446" y="960234"/>
                </a:lnTo>
                <a:lnTo>
                  <a:pt x="809558" y="962454"/>
                </a:lnTo>
                <a:lnTo>
                  <a:pt x="790670" y="964682"/>
                </a:lnTo>
                <a:lnTo>
                  <a:pt x="771792" y="966902"/>
                </a:lnTo>
                <a:lnTo>
                  <a:pt x="752904" y="969121"/>
                </a:lnTo>
                <a:lnTo>
                  <a:pt x="734016" y="971340"/>
                </a:lnTo>
                <a:lnTo>
                  <a:pt x="715127" y="973569"/>
                </a:lnTo>
                <a:lnTo>
                  <a:pt x="696249" y="975789"/>
                </a:lnTo>
                <a:lnTo>
                  <a:pt x="677361" y="978008"/>
                </a:lnTo>
                <a:lnTo>
                  <a:pt x="658473" y="980227"/>
                </a:lnTo>
                <a:lnTo>
                  <a:pt x="639594" y="982456"/>
                </a:lnTo>
                <a:lnTo>
                  <a:pt x="620706" y="984675"/>
                </a:lnTo>
                <a:lnTo>
                  <a:pt x="601818" y="986895"/>
                </a:lnTo>
                <a:lnTo>
                  <a:pt x="582940" y="989114"/>
                </a:lnTo>
                <a:lnTo>
                  <a:pt x="564051" y="991343"/>
                </a:lnTo>
                <a:lnTo>
                  <a:pt x="545163" y="993562"/>
                </a:lnTo>
                <a:lnTo>
                  <a:pt x="526285" y="995782"/>
                </a:lnTo>
                <a:lnTo>
                  <a:pt x="507397" y="998001"/>
                </a:lnTo>
                <a:lnTo>
                  <a:pt x="488509" y="1000230"/>
                </a:lnTo>
                <a:lnTo>
                  <a:pt x="469630" y="1002449"/>
                </a:lnTo>
                <a:lnTo>
                  <a:pt x="450742" y="1004668"/>
                </a:lnTo>
                <a:lnTo>
                  <a:pt x="431854" y="1006888"/>
                </a:lnTo>
                <a:lnTo>
                  <a:pt x="412975" y="1009117"/>
                </a:lnTo>
                <a:lnTo>
                  <a:pt x="394087" y="1011336"/>
                </a:lnTo>
                <a:lnTo>
                  <a:pt x="375199" y="1013555"/>
                </a:lnTo>
                <a:lnTo>
                  <a:pt x="356321" y="1015775"/>
                </a:lnTo>
                <a:lnTo>
                  <a:pt x="337433" y="1018003"/>
                </a:lnTo>
                <a:lnTo>
                  <a:pt x="318545" y="1020223"/>
                </a:lnTo>
                <a:lnTo>
                  <a:pt x="299657" y="1022442"/>
                </a:lnTo>
                <a:lnTo>
                  <a:pt x="280778" y="1024661"/>
                </a:lnTo>
                <a:lnTo>
                  <a:pt x="261890" y="1026890"/>
                </a:lnTo>
                <a:lnTo>
                  <a:pt x="243002" y="1029110"/>
                </a:lnTo>
                <a:lnTo>
                  <a:pt x="224123" y="1031329"/>
                </a:lnTo>
                <a:lnTo>
                  <a:pt x="205235" y="1033558"/>
                </a:lnTo>
                <a:lnTo>
                  <a:pt x="186347" y="1035777"/>
                </a:lnTo>
                <a:lnTo>
                  <a:pt x="167469" y="1037996"/>
                </a:lnTo>
                <a:lnTo>
                  <a:pt x="148580" y="1040216"/>
                </a:lnTo>
                <a:lnTo>
                  <a:pt x="129692" y="1042445"/>
                </a:lnTo>
                <a:lnTo>
                  <a:pt x="110814" y="1044664"/>
                </a:lnTo>
                <a:lnTo>
                  <a:pt x="91926" y="1046883"/>
                </a:lnTo>
                <a:lnTo>
                  <a:pt x="73038" y="1049103"/>
                </a:lnTo>
                <a:lnTo>
                  <a:pt x="54159" y="1051331"/>
                </a:lnTo>
                <a:lnTo>
                  <a:pt x="35271" y="1053551"/>
                </a:lnTo>
                <a:lnTo>
                  <a:pt x="16383" y="1055770"/>
                </a:lnTo>
                <a:lnTo>
                  <a:pt x="0" y="1055418"/>
                </a:lnTo>
                <a:lnTo>
                  <a:pt x="1667" y="1036472"/>
                </a:lnTo>
                <a:lnTo>
                  <a:pt x="3324" y="1017537"/>
                </a:lnTo>
                <a:lnTo>
                  <a:pt x="4991" y="998591"/>
                </a:lnTo>
                <a:lnTo>
                  <a:pt x="6648" y="979646"/>
                </a:lnTo>
                <a:lnTo>
                  <a:pt x="8315" y="960701"/>
                </a:lnTo>
                <a:lnTo>
                  <a:pt x="9973" y="941765"/>
                </a:lnTo>
                <a:lnTo>
                  <a:pt x="11640" y="922820"/>
                </a:lnTo>
                <a:lnTo>
                  <a:pt x="13297" y="903875"/>
                </a:lnTo>
                <a:lnTo>
                  <a:pt x="14964" y="884939"/>
                </a:lnTo>
                <a:lnTo>
                  <a:pt x="16631" y="865994"/>
                </a:lnTo>
                <a:lnTo>
                  <a:pt x="18288" y="847049"/>
                </a:lnTo>
                <a:lnTo>
                  <a:pt x="19955" y="828104"/>
                </a:lnTo>
                <a:lnTo>
                  <a:pt x="21612" y="809168"/>
                </a:lnTo>
                <a:lnTo>
                  <a:pt x="23279" y="790223"/>
                </a:lnTo>
                <a:lnTo>
                  <a:pt x="24936" y="771277"/>
                </a:lnTo>
                <a:lnTo>
                  <a:pt x="26603" y="752342"/>
                </a:lnTo>
                <a:lnTo>
                  <a:pt x="28261" y="733396"/>
                </a:lnTo>
                <a:lnTo>
                  <a:pt x="29928" y="714451"/>
                </a:lnTo>
                <a:lnTo>
                  <a:pt x="31594" y="695516"/>
                </a:lnTo>
                <a:lnTo>
                  <a:pt x="33252" y="676570"/>
                </a:lnTo>
                <a:lnTo>
                  <a:pt x="34919" y="657625"/>
                </a:lnTo>
                <a:lnTo>
                  <a:pt x="36576" y="638680"/>
                </a:lnTo>
                <a:lnTo>
                  <a:pt x="38243" y="619744"/>
                </a:lnTo>
                <a:lnTo>
                  <a:pt x="39900" y="600799"/>
                </a:lnTo>
                <a:lnTo>
                  <a:pt x="41567" y="581854"/>
                </a:lnTo>
                <a:lnTo>
                  <a:pt x="43234" y="562918"/>
                </a:lnTo>
                <a:lnTo>
                  <a:pt x="44891" y="543973"/>
                </a:lnTo>
                <a:lnTo>
                  <a:pt x="46558" y="525028"/>
                </a:lnTo>
                <a:lnTo>
                  <a:pt x="48216" y="506082"/>
                </a:lnTo>
                <a:lnTo>
                  <a:pt x="49882" y="487147"/>
                </a:lnTo>
                <a:lnTo>
                  <a:pt x="51540" y="468201"/>
                </a:lnTo>
                <a:lnTo>
                  <a:pt x="53207" y="449256"/>
                </a:lnTo>
                <a:lnTo>
                  <a:pt x="54864" y="430320"/>
                </a:lnTo>
                <a:lnTo>
                  <a:pt x="56531" y="411375"/>
                </a:lnTo>
                <a:lnTo>
                  <a:pt x="58198" y="392430"/>
                </a:lnTo>
                <a:lnTo>
                  <a:pt x="59855" y="373485"/>
                </a:lnTo>
                <a:lnTo>
                  <a:pt x="61522" y="354549"/>
                </a:lnTo>
                <a:lnTo>
                  <a:pt x="63179" y="335604"/>
                </a:lnTo>
                <a:lnTo>
                  <a:pt x="64846" y="316659"/>
                </a:lnTo>
                <a:lnTo>
                  <a:pt x="66504" y="297723"/>
                </a:lnTo>
                <a:lnTo>
                  <a:pt x="68170" y="278778"/>
                </a:lnTo>
                <a:lnTo>
                  <a:pt x="69828" y="259832"/>
                </a:lnTo>
                <a:lnTo>
                  <a:pt x="71495" y="240897"/>
                </a:lnTo>
                <a:lnTo>
                  <a:pt x="73162" y="221952"/>
                </a:lnTo>
                <a:lnTo>
                  <a:pt x="74819" y="203006"/>
                </a:lnTo>
                <a:lnTo>
                  <a:pt x="76486" y="184061"/>
                </a:lnTo>
                <a:lnTo>
                  <a:pt x="78143" y="165125"/>
                </a:lnTo>
                <a:lnTo>
                  <a:pt x="79810" y="14618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3539516C-FD59-41D7-8019-9563DDD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1765" y="5039458"/>
            <a:ext cx="651510" cy="623154"/>
          </a:xfrm>
          <a:custGeom xmlns:a="http://schemas.openxmlformats.org/drawingml/2006/main">
            <a:pathLst>
              <a:path w="651510" h="623154">
                <a:moveTo>
                  <a:pt x="0" y="623154"/>
                </a:moveTo>
                <a:lnTo>
                  <a:pt x="0" y="604152"/>
                </a:lnTo>
                <a:lnTo>
                  <a:pt x="0" y="585149"/>
                </a:lnTo>
                <a:lnTo>
                  <a:pt x="0" y="566147"/>
                </a:lnTo>
                <a:lnTo>
                  <a:pt x="0" y="547145"/>
                </a:lnTo>
                <a:lnTo>
                  <a:pt x="0" y="528142"/>
                </a:lnTo>
                <a:lnTo>
                  <a:pt x="0" y="509149"/>
                </a:lnTo>
                <a:lnTo>
                  <a:pt x="0" y="490147"/>
                </a:lnTo>
                <a:lnTo>
                  <a:pt x="0" y="471145"/>
                </a:lnTo>
                <a:lnTo>
                  <a:pt x="0" y="452142"/>
                </a:lnTo>
                <a:lnTo>
                  <a:pt x="0" y="433140"/>
                </a:lnTo>
                <a:lnTo>
                  <a:pt x="0" y="414137"/>
                </a:lnTo>
                <a:lnTo>
                  <a:pt x="0" y="395135"/>
                </a:lnTo>
                <a:lnTo>
                  <a:pt x="0" y="376133"/>
                </a:lnTo>
                <a:lnTo>
                  <a:pt x="0" y="357130"/>
                </a:lnTo>
                <a:lnTo>
                  <a:pt x="0" y="338128"/>
                </a:lnTo>
                <a:lnTo>
                  <a:pt x="0" y="319126"/>
                </a:lnTo>
                <a:lnTo>
                  <a:pt x="0" y="300123"/>
                </a:lnTo>
                <a:lnTo>
                  <a:pt x="0" y="281121"/>
                </a:lnTo>
                <a:lnTo>
                  <a:pt x="0" y="262118"/>
                </a:lnTo>
                <a:lnTo>
                  <a:pt x="0" y="243116"/>
                </a:lnTo>
                <a:lnTo>
                  <a:pt x="0" y="224114"/>
                </a:lnTo>
                <a:lnTo>
                  <a:pt x="0" y="205121"/>
                </a:lnTo>
                <a:lnTo>
                  <a:pt x="18012" y="199320"/>
                </a:lnTo>
                <a:lnTo>
                  <a:pt x="36138" y="193596"/>
                </a:lnTo>
                <a:lnTo>
                  <a:pt x="54254" y="187871"/>
                </a:lnTo>
                <a:lnTo>
                  <a:pt x="72371" y="182156"/>
                </a:lnTo>
                <a:lnTo>
                  <a:pt x="90497" y="176432"/>
                </a:lnTo>
                <a:lnTo>
                  <a:pt x="108614" y="170707"/>
                </a:lnTo>
                <a:lnTo>
                  <a:pt x="126730" y="164983"/>
                </a:lnTo>
                <a:lnTo>
                  <a:pt x="144856" y="159268"/>
                </a:lnTo>
                <a:lnTo>
                  <a:pt x="162973" y="153543"/>
                </a:lnTo>
                <a:lnTo>
                  <a:pt x="181099" y="147818"/>
                </a:lnTo>
                <a:lnTo>
                  <a:pt x="199215" y="142094"/>
                </a:lnTo>
                <a:lnTo>
                  <a:pt x="217332" y="136379"/>
                </a:lnTo>
                <a:lnTo>
                  <a:pt x="235458" y="130654"/>
                </a:lnTo>
                <a:lnTo>
                  <a:pt x="253575" y="124930"/>
                </a:lnTo>
                <a:lnTo>
                  <a:pt x="271691" y="119215"/>
                </a:lnTo>
                <a:lnTo>
                  <a:pt x="289817" y="113490"/>
                </a:lnTo>
                <a:lnTo>
                  <a:pt x="307934" y="107766"/>
                </a:lnTo>
                <a:lnTo>
                  <a:pt x="326050" y="102041"/>
                </a:lnTo>
                <a:lnTo>
                  <a:pt x="344176" y="96326"/>
                </a:lnTo>
                <a:lnTo>
                  <a:pt x="362293" y="90602"/>
                </a:lnTo>
                <a:lnTo>
                  <a:pt x="380409" y="84877"/>
                </a:lnTo>
                <a:lnTo>
                  <a:pt x="398536" y="79153"/>
                </a:lnTo>
                <a:lnTo>
                  <a:pt x="416652" y="73438"/>
                </a:lnTo>
                <a:lnTo>
                  <a:pt x="434769" y="67713"/>
                </a:lnTo>
                <a:lnTo>
                  <a:pt x="452895" y="61989"/>
                </a:lnTo>
                <a:lnTo>
                  <a:pt x="471011" y="56264"/>
                </a:lnTo>
                <a:lnTo>
                  <a:pt x="489128" y="50549"/>
                </a:lnTo>
                <a:lnTo>
                  <a:pt x="507254" y="44825"/>
                </a:lnTo>
                <a:lnTo>
                  <a:pt x="525370" y="39100"/>
                </a:lnTo>
                <a:lnTo>
                  <a:pt x="543487" y="33376"/>
                </a:lnTo>
                <a:lnTo>
                  <a:pt x="561613" y="27661"/>
                </a:lnTo>
                <a:lnTo>
                  <a:pt x="579730" y="21936"/>
                </a:lnTo>
                <a:lnTo>
                  <a:pt x="597846" y="16212"/>
                </a:lnTo>
                <a:lnTo>
                  <a:pt x="615972" y="10497"/>
                </a:lnTo>
                <a:lnTo>
                  <a:pt x="634089" y="4772"/>
                </a:lnTo>
                <a:lnTo>
                  <a:pt x="651510" y="0"/>
                </a:lnTo>
                <a:lnTo>
                  <a:pt x="651510" y="19002"/>
                </a:lnTo>
                <a:lnTo>
                  <a:pt x="651510" y="38005"/>
                </a:lnTo>
                <a:lnTo>
                  <a:pt x="651510" y="57007"/>
                </a:lnTo>
                <a:lnTo>
                  <a:pt x="651510" y="76010"/>
                </a:lnTo>
                <a:lnTo>
                  <a:pt x="651510" y="95012"/>
                </a:lnTo>
                <a:lnTo>
                  <a:pt x="651510" y="114014"/>
                </a:lnTo>
                <a:lnTo>
                  <a:pt x="651510" y="133017"/>
                </a:lnTo>
                <a:lnTo>
                  <a:pt x="651510" y="152019"/>
                </a:lnTo>
                <a:lnTo>
                  <a:pt x="651510" y="171012"/>
                </a:lnTo>
                <a:lnTo>
                  <a:pt x="651510" y="190014"/>
                </a:lnTo>
                <a:lnTo>
                  <a:pt x="651510" y="209017"/>
                </a:lnTo>
                <a:lnTo>
                  <a:pt x="651510" y="228019"/>
                </a:lnTo>
                <a:lnTo>
                  <a:pt x="651510" y="247021"/>
                </a:lnTo>
                <a:lnTo>
                  <a:pt x="651510" y="266024"/>
                </a:lnTo>
                <a:lnTo>
                  <a:pt x="651510" y="285026"/>
                </a:lnTo>
                <a:lnTo>
                  <a:pt x="651510" y="304028"/>
                </a:lnTo>
                <a:lnTo>
                  <a:pt x="651510" y="323031"/>
                </a:lnTo>
                <a:lnTo>
                  <a:pt x="651510" y="342033"/>
                </a:lnTo>
                <a:lnTo>
                  <a:pt x="651510" y="361036"/>
                </a:lnTo>
                <a:lnTo>
                  <a:pt x="651510" y="380038"/>
                </a:lnTo>
                <a:lnTo>
                  <a:pt x="644595" y="394154"/>
                </a:lnTo>
                <a:lnTo>
                  <a:pt x="626688" y="400517"/>
                </a:lnTo>
                <a:lnTo>
                  <a:pt x="608781" y="406879"/>
                </a:lnTo>
                <a:lnTo>
                  <a:pt x="590874" y="413242"/>
                </a:lnTo>
                <a:lnTo>
                  <a:pt x="572976" y="419595"/>
                </a:lnTo>
                <a:lnTo>
                  <a:pt x="555069" y="425958"/>
                </a:lnTo>
                <a:lnTo>
                  <a:pt x="537162" y="432321"/>
                </a:lnTo>
                <a:lnTo>
                  <a:pt x="519255" y="438683"/>
                </a:lnTo>
                <a:lnTo>
                  <a:pt x="501348" y="445046"/>
                </a:lnTo>
                <a:lnTo>
                  <a:pt x="483441" y="451409"/>
                </a:lnTo>
                <a:lnTo>
                  <a:pt x="465544" y="457762"/>
                </a:lnTo>
                <a:lnTo>
                  <a:pt x="447637" y="464125"/>
                </a:lnTo>
                <a:lnTo>
                  <a:pt x="429730" y="470487"/>
                </a:lnTo>
                <a:lnTo>
                  <a:pt x="411823" y="476850"/>
                </a:lnTo>
                <a:lnTo>
                  <a:pt x="393916" y="483213"/>
                </a:lnTo>
                <a:lnTo>
                  <a:pt x="376009" y="489575"/>
                </a:lnTo>
                <a:lnTo>
                  <a:pt x="358111" y="495929"/>
                </a:lnTo>
                <a:lnTo>
                  <a:pt x="340204" y="502291"/>
                </a:lnTo>
                <a:lnTo>
                  <a:pt x="322297" y="508654"/>
                </a:lnTo>
                <a:lnTo>
                  <a:pt x="304390" y="515017"/>
                </a:lnTo>
                <a:lnTo>
                  <a:pt x="286483" y="521379"/>
                </a:lnTo>
                <a:lnTo>
                  <a:pt x="268576" y="527742"/>
                </a:lnTo>
                <a:lnTo>
                  <a:pt x="250679" y="534095"/>
                </a:lnTo>
                <a:lnTo>
                  <a:pt x="232772" y="540458"/>
                </a:lnTo>
                <a:lnTo>
                  <a:pt x="214865" y="546821"/>
                </a:lnTo>
                <a:lnTo>
                  <a:pt x="196958" y="553183"/>
                </a:lnTo>
                <a:lnTo>
                  <a:pt x="179051" y="559546"/>
                </a:lnTo>
                <a:lnTo>
                  <a:pt x="161144" y="565909"/>
                </a:lnTo>
                <a:lnTo>
                  <a:pt x="143246" y="572262"/>
                </a:lnTo>
                <a:lnTo>
                  <a:pt x="125339" y="578625"/>
                </a:lnTo>
                <a:lnTo>
                  <a:pt x="107432" y="584987"/>
                </a:lnTo>
                <a:lnTo>
                  <a:pt x="89525" y="591350"/>
                </a:lnTo>
                <a:lnTo>
                  <a:pt x="71618" y="597713"/>
                </a:lnTo>
                <a:lnTo>
                  <a:pt x="53711" y="604076"/>
                </a:lnTo>
                <a:lnTo>
                  <a:pt x="35814" y="610429"/>
                </a:lnTo>
                <a:lnTo>
                  <a:pt x="17907" y="616791"/>
                </a:lnTo>
                <a:lnTo>
                  <a:pt x="0" y="62315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DE55D45D-AC62-41B8-A32E-00E4266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5431155"/>
            <a:ext cx="2174100" cy="231458"/>
          </a:xfrm>
          <a:custGeom xmlns:a="http://schemas.openxmlformats.org/drawingml/2006/main">
            <a:pathLst>
              <a:path w="2174100" h="231458">
                <a:moveTo>
                  <a:pt x="0" y="231458"/>
                </a:moveTo>
                <a:lnTo>
                  <a:pt x="19040" y="231458"/>
                </a:lnTo>
                <a:lnTo>
                  <a:pt x="38090" y="231458"/>
                </a:lnTo>
                <a:lnTo>
                  <a:pt x="57131" y="231458"/>
                </a:lnTo>
                <a:lnTo>
                  <a:pt x="76181" y="231458"/>
                </a:lnTo>
                <a:lnTo>
                  <a:pt x="95221" y="231458"/>
                </a:lnTo>
                <a:lnTo>
                  <a:pt x="114271" y="231458"/>
                </a:lnTo>
                <a:lnTo>
                  <a:pt x="133312" y="231458"/>
                </a:lnTo>
                <a:lnTo>
                  <a:pt x="152362" y="231458"/>
                </a:lnTo>
                <a:lnTo>
                  <a:pt x="171402" y="231458"/>
                </a:lnTo>
                <a:lnTo>
                  <a:pt x="190452" y="231458"/>
                </a:lnTo>
                <a:lnTo>
                  <a:pt x="209493" y="231458"/>
                </a:lnTo>
                <a:lnTo>
                  <a:pt x="228533" y="231458"/>
                </a:lnTo>
                <a:lnTo>
                  <a:pt x="247583" y="231458"/>
                </a:lnTo>
                <a:lnTo>
                  <a:pt x="266624" y="231458"/>
                </a:lnTo>
                <a:lnTo>
                  <a:pt x="285674" y="231458"/>
                </a:lnTo>
                <a:lnTo>
                  <a:pt x="304714" y="231458"/>
                </a:lnTo>
                <a:lnTo>
                  <a:pt x="323764" y="231458"/>
                </a:lnTo>
                <a:lnTo>
                  <a:pt x="342805" y="231458"/>
                </a:lnTo>
                <a:lnTo>
                  <a:pt x="361855" y="231458"/>
                </a:lnTo>
                <a:lnTo>
                  <a:pt x="380895" y="231458"/>
                </a:lnTo>
                <a:lnTo>
                  <a:pt x="399936" y="231458"/>
                </a:lnTo>
                <a:lnTo>
                  <a:pt x="418986" y="231458"/>
                </a:lnTo>
                <a:lnTo>
                  <a:pt x="438026" y="231458"/>
                </a:lnTo>
                <a:lnTo>
                  <a:pt x="457076" y="231458"/>
                </a:lnTo>
                <a:lnTo>
                  <a:pt x="476117" y="231458"/>
                </a:lnTo>
                <a:lnTo>
                  <a:pt x="495167" y="231458"/>
                </a:lnTo>
                <a:lnTo>
                  <a:pt x="514207" y="231458"/>
                </a:lnTo>
                <a:lnTo>
                  <a:pt x="533257" y="231458"/>
                </a:lnTo>
                <a:lnTo>
                  <a:pt x="552298" y="231458"/>
                </a:lnTo>
                <a:lnTo>
                  <a:pt x="571348" y="231458"/>
                </a:lnTo>
                <a:lnTo>
                  <a:pt x="590388" y="231458"/>
                </a:lnTo>
                <a:lnTo>
                  <a:pt x="609429" y="231458"/>
                </a:lnTo>
                <a:lnTo>
                  <a:pt x="628479" y="231458"/>
                </a:lnTo>
                <a:lnTo>
                  <a:pt x="647519" y="231458"/>
                </a:lnTo>
                <a:lnTo>
                  <a:pt x="666569" y="231458"/>
                </a:lnTo>
                <a:lnTo>
                  <a:pt x="685610" y="231458"/>
                </a:lnTo>
                <a:lnTo>
                  <a:pt x="704660" y="231458"/>
                </a:lnTo>
                <a:lnTo>
                  <a:pt x="723700" y="231458"/>
                </a:lnTo>
                <a:lnTo>
                  <a:pt x="742750" y="231458"/>
                </a:lnTo>
                <a:lnTo>
                  <a:pt x="761790" y="231458"/>
                </a:lnTo>
                <a:lnTo>
                  <a:pt x="780840" y="231458"/>
                </a:lnTo>
                <a:lnTo>
                  <a:pt x="799881" y="231458"/>
                </a:lnTo>
                <a:lnTo>
                  <a:pt x="818921" y="231458"/>
                </a:lnTo>
                <a:lnTo>
                  <a:pt x="837971" y="231458"/>
                </a:lnTo>
                <a:lnTo>
                  <a:pt x="857012" y="231458"/>
                </a:lnTo>
                <a:lnTo>
                  <a:pt x="876062" y="231458"/>
                </a:lnTo>
                <a:lnTo>
                  <a:pt x="895102" y="231458"/>
                </a:lnTo>
                <a:lnTo>
                  <a:pt x="914152" y="231458"/>
                </a:lnTo>
                <a:lnTo>
                  <a:pt x="933193" y="231458"/>
                </a:lnTo>
                <a:lnTo>
                  <a:pt x="952243" y="231458"/>
                </a:lnTo>
                <a:lnTo>
                  <a:pt x="971283" y="231458"/>
                </a:lnTo>
                <a:lnTo>
                  <a:pt x="990324" y="231458"/>
                </a:lnTo>
                <a:lnTo>
                  <a:pt x="1009374" y="231458"/>
                </a:lnTo>
                <a:lnTo>
                  <a:pt x="1028414" y="231458"/>
                </a:lnTo>
                <a:lnTo>
                  <a:pt x="1047464" y="231458"/>
                </a:lnTo>
                <a:lnTo>
                  <a:pt x="1066505" y="231458"/>
                </a:lnTo>
                <a:lnTo>
                  <a:pt x="1085555" y="231458"/>
                </a:lnTo>
                <a:lnTo>
                  <a:pt x="1104595" y="231458"/>
                </a:lnTo>
                <a:lnTo>
                  <a:pt x="1123645" y="231458"/>
                </a:lnTo>
                <a:lnTo>
                  <a:pt x="1142686" y="231458"/>
                </a:lnTo>
                <a:lnTo>
                  <a:pt x="1161736" y="231458"/>
                </a:lnTo>
                <a:lnTo>
                  <a:pt x="1180776" y="231458"/>
                </a:lnTo>
                <a:lnTo>
                  <a:pt x="1199817" y="231458"/>
                </a:lnTo>
                <a:lnTo>
                  <a:pt x="1218867" y="231458"/>
                </a:lnTo>
                <a:lnTo>
                  <a:pt x="1237907" y="231458"/>
                </a:lnTo>
                <a:lnTo>
                  <a:pt x="1256957" y="231458"/>
                </a:lnTo>
                <a:lnTo>
                  <a:pt x="1275998" y="231458"/>
                </a:lnTo>
                <a:lnTo>
                  <a:pt x="1295048" y="231458"/>
                </a:lnTo>
                <a:lnTo>
                  <a:pt x="1314088" y="231458"/>
                </a:lnTo>
                <a:lnTo>
                  <a:pt x="1333138" y="231458"/>
                </a:lnTo>
                <a:lnTo>
                  <a:pt x="1352179" y="231458"/>
                </a:lnTo>
                <a:lnTo>
                  <a:pt x="1371229" y="231458"/>
                </a:lnTo>
                <a:lnTo>
                  <a:pt x="1390269" y="231458"/>
                </a:lnTo>
                <a:lnTo>
                  <a:pt x="1409309" y="231458"/>
                </a:lnTo>
                <a:lnTo>
                  <a:pt x="1428359" y="231458"/>
                </a:lnTo>
                <a:lnTo>
                  <a:pt x="1447400" y="231458"/>
                </a:lnTo>
                <a:lnTo>
                  <a:pt x="1466450" y="231458"/>
                </a:lnTo>
                <a:lnTo>
                  <a:pt x="1485490" y="231458"/>
                </a:lnTo>
                <a:lnTo>
                  <a:pt x="1504540" y="231458"/>
                </a:lnTo>
                <a:lnTo>
                  <a:pt x="1523581" y="231458"/>
                </a:lnTo>
                <a:lnTo>
                  <a:pt x="1541878" y="227133"/>
                </a:lnTo>
                <a:lnTo>
                  <a:pt x="1559824" y="220761"/>
                </a:lnTo>
                <a:lnTo>
                  <a:pt x="1577778" y="214379"/>
                </a:lnTo>
                <a:lnTo>
                  <a:pt x="1595723" y="208007"/>
                </a:lnTo>
                <a:lnTo>
                  <a:pt x="1613668" y="201635"/>
                </a:lnTo>
                <a:lnTo>
                  <a:pt x="1631613" y="195253"/>
                </a:lnTo>
                <a:lnTo>
                  <a:pt x="1649559" y="188881"/>
                </a:lnTo>
                <a:lnTo>
                  <a:pt x="1667504" y="182509"/>
                </a:lnTo>
                <a:lnTo>
                  <a:pt x="1685449" y="176127"/>
                </a:lnTo>
                <a:lnTo>
                  <a:pt x="1703394" y="169755"/>
                </a:lnTo>
                <a:lnTo>
                  <a:pt x="1721339" y="163382"/>
                </a:lnTo>
                <a:lnTo>
                  <a:pt x="1739284" y="157001"/>
                </a:lnTo>
                <a:lnTo>
                  <a:pt x="1757229" y="150628"/>
                </a:lnTo>
                <a:lnTo>
                  <a:pt x="1775174" y="144256"/>
                </a:lnTo>
                <a:lnTo>
                  <a:pt x="1793129" y="137874"/>
                </a:lnTo>
                <a:lnTo>
                  <a:pt x="1811074" y="131502"/>
                </a:lnTo>
                <a:lnTo>
                  <a:pt x="1829019" y="125130"/>
                </a:lnTo>
                <a:lnTo>
                  <a:pt x="1846964" y="118748"/>
                </a:lnTo>
                <a:lnTo>
                  <a:pt x="1864909" y="112376"/>
                </a:lnTo>
                <a:lnTo>
                  <a:pt x="1882854" y="106004"/>
                </a:lnTo>
                <a:lnTo>
                  <a:pt x="1900799" y="99622"/>
                </a:lnTo>
                <a:lnTo>
                  <a:pt x="1918745" y="93250"/>
                </a:lnTo>
                <a:lnTo>
                  <a:pt x="1936690" y="86878"/>
                </a:lnTo>
                <a:lnTo>
                  <a:pt x="1954635" y="80496"/>
                </a:lnTo>
                <a:lnTo>
                  <a:pt x="1972580" y="74124"/>
                </a:lnTo>
                <a:lnTo>
                  <a:pt x="1990535" y="67751"/>
                </a:lnTo>
                <a:lnTo>
                  <a:pt x="2008480" y="61370"/>
                </a:lnTo>
                <a:lnTo>
                  <a:pt x="2026425" y="54997"/>
                </a:lnTo>
                <a:lnTo>
                  <a:pt x="2044370" y="48616"/>
                </a:lnTo>
                <a:lnTo>
                  <a:pt x="2062315" y="42243"/>
                </a:lnTo>
                <a:lnTo>
                  <a:pt x="2080260" y="35871"/>
                </a:lnTo>
                <a:lnTo>
                  <a:pt x="2098205" y="29489"/>
                </a:lnTo>
                <a:lnTo>
                  <a:pt x="2116150" y="23117"/>
                </a:lnTo>
                <a:lnTo>
                  <a:pt x="2134095" y="16745"/>
                </a:lnTo>
                <a:lnTo>
                  <a:pt x="2152040" y="10363"/>
                </a:lnTo>
                <a:lnTo>
                  <a:pt x="2169986" y="3991"/>
                </a:lnTo>
                <a:lnTo>
                  <a:pt x="2174100" y="0"/>
                </a:lnTo>
                <a:lnTo>
                  <a:pt x="2155060" y="0"/>
                </a:lnTo>
                <a:lnTo>
                  <a:pt x="2136010" y="0"/>
                </a:lnTo>
                <a:lnTo>
                  <a:pt x="2116969" y="0"/>
                </a:lnTo>
                <a:lnTo>
                  <a:pt x="2097929" y="0"/>
                </a:lnTo>
                <a:lnTo>
                  <a:pt x="2078879" y="0"/>
                </a:lnTo>
                <a:lnTo>
                  <a:pt x="2059838" y="0"/>
                </a:lnTo>
                <a:lnTo>
                  <a:pt x="2040788" y="0"/>
                </a:lnTo>
                <a:lnTo>
                  <a:pt x="2021748" y="0"/>
                </a:lnTo>
                <a:lnTo>
                  <a:pt x="2002698" y="0"/>
                </a:lnTo>
                <a:lnTo>
                  <a:pt x="1983657" y="0"/>
                </a:lnTo>
                <a:lnTo>
                  <a:pt x="1964607" y="0"/>
                </a:lnTo>
                <a:lnTo>
                  <a:pt x="1945567" y="0"/>
                </a:lnTo>
                <a:lnTo>
                  <a:pt x="1926527" y="0"/>
                </a:lnTo>
                <a:lnTo>
                  <a:pt x="1907477" y="0"/>
                </a:lnTo>
                <a:lnTo>
                  <a:pt x="1888436" y="0"/>
                </a:lnTo>
                <a:lnTo>
                  <a:pt x="1869386" y="0"/>
                </a:lnTo>
                <a:lnTo>
                  <a:pt x="1850346" y="0"/>
                </a:lnTo>
                <a:lnTo>
                  <a:pt x="1831296" y="0"/>
                </a:lnTo>
                <a:lnTo>
                  <a:pt x="1812255" y="0"/>
                </a:lnTo>
                <a:lnTo>
                  <a:pt x="1793205" y="0"/>
                </a:lnTo>
                <a:lnTo>
                  <a:pt x="1774165" y="0"/>
                </a:lnTo>
                <a:lnTo>
                  <a:pt x="1755115" y="0"/>
                </a:lnTo>
                <a:lnTo>
                  <a:pt x="1736074" y="0"/>
                </a:lnTo>
                <a:lnTo>
                  <a:pt x="1717034" y="0"/>
                </a:lnTo>
                <a:lnTo>
                  <a:pt x="1697984" y="0"/>
                </a:lnTo>
                <a:lnTo>
                  <a:pt x="1678943" y="0"/>
                </a:lnTo>
                <a:lnTo>
                  <a:pt x="1659893" y="0"/>
                </a:lnTo>
                <a:lnTo>
                  <a:pt x="1640853" y="0"/>
                </a:lnTo>
                <a:lnTo>
                  <a:pt x="1621803" y="0"/>
                </a:lnTo>
                <a:lnTo>
                  <a:pt x="1602762" y="0"/>
                </a:lnTo>
                <a:lnTo>
                  <a:pt x="1583712" y="0"/>
                </a:lnTo>
                <a:lnTo>
                  <a:pt x="1564672" y="0"/>
                </a:lnTo>
                <a:lnTo>
                  <a:pt x="1545622" y="0"/>
                </a:lnTo>
                <a:lnTo>
                  <a:pt x="1526581" y="0"/>
                </a:lnTo>
                <a:lnTo>
                  <a:pt x="1507541" y="0"/>
                </a:lnTo>
                <a:lnTo>
                  <a:pt x="1488491" y="0"/>
                </a:lnTo>
                <a:lnTo>
                  <a:pt x="1469450" y="0"/>
                </a:lnTo>
                <a:lnTo>
                  <a:pt x="1450400" y="0"/>
                </a:lnTo>
                <a:lnTo>
                  <a:pt x="1431360" y="0"/>
                </a:lnTo>
                <a:lnTo>
                  <a:pt x="1412310" y="0"/>
                </a:lnTo>
                <a:lnTo>
                  <a:pt x="1393269" y="0"/>
                </a:lnTo>
                <a:lnTo>
                  <a:pt x="1374219" y="0"/>
                </a:lnTo>
                <a:lnTo>
                  <a:pt x="1355179" y="0"/>
                </a:lnTo>
                <a:lnTo>
                  <a:pt x="1336129" y="0"/>
                </a:lnTo>
                <a:lnTo>
                  <a:pt x="1317088" y="0"/>
                </a:lnTo>
                <a:lnTo>
                  <a:pt x="1298048" y="0"/>
                </a:lnTo>
                <a:lnTo>
                  <a:pt x="1278998" y="0"/>
                </a:lnTo>
                <a:lnTo>
                  <a:pt x="1259957" y="0"/>
                </a:lnTo>
                <a:lnTo>
                  <a:pt x="1240907" y="0"/>
                </a:lnTo>
                <a:lnTo>
                  <a:pt x="1221867" y="0"/>
                </a:lnTo>
                <a:lnTo>
                  <a:pt x="1202817" y="0"/>
                </a:lnTo>
                <a:lnTo>
                  <a:pt x="1183777" y="0"/>
                </a:lnTo>
                <a:lnTo>
                  <a:pt x="1164727" y="0"/>
                </a:lnTo>
                <a:lnTo>
                  <a:pt x="1145686" y="0"/>
                </a:lnTo>
                <a:lnTo>
                  <a:pt x="1126646" y="0"/>
                </a:lnTo>
                <a:lnTo>
                  <a:pt x="1107596" y="0"/>
                </a:lnTo>
                <a:lnTo>
                  <a:pt x="1088555" y="0"/>
                </a:lnTo>
                <a:lnTo>
                  <a:pt x="1069505" y="0"/>
                </a:lnTo>
                <a:lnTo>
                  <a:pt x="1050465" y="0"/>
                </a:lnTo>
                <a:lnTo>
                  <a:pt x="1031415" y="0"/>
                </a:lnTo>
                <a:lnTo>
                  <a:pt x="1012374" y="0"/>
                </a:lnTo>
                <a:lnTo>
                  <a:pt x="993324" y="0"/>
                </a:lnTo>
                <a:lnTo>
                  <a:pt x="974284" y="0"/>
                </a:lnTo>
                <a:lnTo>
                  <a:pt x="955234" y="0"/>
                </a:lnTo>
                <a:lnTo>
                  <a:pt x="936193" y="0"/>
                </a:lnTo>
                <a:lnTo>
                  <a:pt x="917153" y="0"/>
                </a:lnTo>
                <a:lnTo>
                  <a:pt x="898103" y="0"/>
                </a:lnTo>
                <a:lnTo>
                  <a:pt x="879062" y="0"/>
                </a:lnTo>
                <a:lnTo>
                  <a:pt x="860012" y="0"/>
                </a:lnTo>
                <a:lnTo>
                  <a:pt x="840972" y="0"/>
                </a:lnTo>
                <a:lnTo>
                  <a:pt x="821922" y="0"/>
                </a:lnTo>
                <a:lnTo>
                  <a:pt x="802881" y="0"/>
                </a:lnTo>
                <a:lnTo>
                  <a:pt x="783831" y="0"/>
                </a:lnTo>
                <a:lnTo>
                  <a:pt x="764791" y="0"/>
                </a:lnTo>
                <a:lnTo>
                  <a:pt x="745750" y="19"/>
                </a:lnTo>
                <a:lnTo>
                  <a:pt x="727558" y="5667"/>
                </a:lnTo>
                <a:lnTo>
                  <a:pt x="709374" y="11306"/>
                </a:lnTo>
                <a:lnTo>
                  <a:pt x="691182" y="16955"/>
                </a:lnTo>
                <a:lnTo>
                  <a:pt x="672989" y="22593"/>
                </a:lnTo>
                <a:lnTo>
                  <a:pt x="654806" y="28242"/>
                </a:lnTo>
                <a:lnTo>
                  <a:pt x="636613" y="33890"/>
                </a:lnTo>
                <a:lnTo>
                  <a:pt x="618430" y="39529"/>
                </a:lnTo>
                <a:lnTo>
                  <a:pt x="600237" y="45177"/>
                </a:lnTo>
                <a:lnTo>
                  <a:pt x="582044" y="50825"/>
                </a:lnTo>
                <a:lnTo>
                  <a:pt x="563861" y="56464"/>
                </a:lnTo>
                <a:lnTo>
                  <a:pt x="545668" y="62113"/>
                </a:lnTo>
                <a:lnTo>
                  <a:pt x="527485" y="67761"/>
                </a:lnTo>
                <a:lnTo>
                  <a:pt x="509292" y="73400"/>
                </a:lnTo>
                <a:lnTo>
                  <a:pt x="491099" y="79048"/>
                </a:lnTo>
                <a:lnTo>
                  <a:pt x="472916" y="84687"/>
                </a:lnTo>
                <a:lnTo>
                  <a:pt x="454724" y="90335"/>
                </a:lnTo>
                <a:lnTo>
                  <a:pt x="436540" y="95983"/>
                </a:lnTo>
                <a:lnTo>
                  <a:pt x="418348" y="101622"/>
                </a:lnTo>
                <a:lnTo>
                  <a:pt x="400155" y="107271"/>
                </a:lnTo>
                <a:lnTo>
                  <a:pt x="381972" y="112919"/>
                </a:lnTo>
                <a:lnTo>
                  <a:pt x="363779" y="118558"/>
                </a:lnTo>
                <a:lnTo>
                  <a:pt x="345586" y="124206"/>
                </a:lnTo>
                <a:lnTo>
                  <a:pt x="327403" y="129854"/>
                </a:lnTo>
                <a:lnTo>
                  <a:pt x="309210" y="135493"/>
                </a:lnTo>
                <a:lnTo>
                  <a:pt x="291027" y="141141"/>
                </a:lnTo>
                <a:lnTo>
                  <a:pt x="272834" y="146780"/>
                </a:lnTo>
                <a:lnTo>
                  <a:pt x="254641" y="152429"/>
                </a:lnTo>
                <a:lnTo>
                  <a:pt x="236458" y="158077"/>
                </a:lnTo>
                <a:lnTo>
                  <a:pt x="218265" y="163716"/>
                </a:lnTo>
                <a:lnTo>
                  <a:pt x="200082" y="169364"/>
                </a:lnTo>
                <a:lnTo>
                  <a:pt x="181889" y="175012"/>
                </a:lnTo>
                <a:lnTo>
                  <a:pt x="163697" y="180651"/>
                </a:lnTo>
                <a:lnTo>
                  <a:pt x="145513" y="186299"/>
                </a:lnTo>
                <a:lnTo>
                  <a:pt x="127321" y="191948"/>
                </a:lnTo>
                <a:lnTo>
                  <a:pt x="109137" y="197587"/>
                </a:lnTo>
                <a:lnTo>
                  <a:pt x="90945" y="203235"/>
                </a:lnTo>
                <a:lnTo>
                  <a:pt x="72752" y="208874"/>
                </a:lnTo>
                <a:lnTo>
                  <a:pt x="54569" y="214522"/>
                </a:lnTo>
                <a:lnTo>
                  <a:pt x="36376" y="220170"/>
                </a:lnTo>
                <a:lnTo>
                  <a:pt x="18193" y="225809"/>
                </a:lnTo>
                <a:lnTo>
                  <a:pt x="0" y="23145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37F28E06-6708-4A2D-837D-D151AC1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65" y="5431155"/>
            <a:ext cx="1947863" cy="231458"/>
          </a:xfrm>
          <a:custGeom xmlns:a="http://schemas.openxmlformats.org/drawingml/2006/main">
            <a:pathLst>
              <a:path w="1947863" h="231458">
                <a:moveTo>
                  <a:pt x="0" y="231458"/>
                </a:moveTo>
                <a:lnTo>
                  <a:pt x="18926" y="231458"/>
                </a:lnTo>
                <a:lnTo>
                  <a:pt x="37852" y="231458"/>
                </a:lnTo>
                <a:lnTo>
                  <a:pt x="56779" y="231458"/>
                </a:lnTo>
                <a:lnTo>
                  <a:pt x="75705" y="231458"/>
                </a:lnTo>
                <a:lnTo>
                  <a:pt x="94631" y="231458"/>
                </a:lnTo>
                <a:lnTo>
                  <a:pt x="113557" y="231458"/>
                </a:lnTo>
                <a:lnTo>
                  <a:pt x="132493" y="231458"/>
                </a:lnTo>
                <a:lnTo>
                  <a:pt x="151419" y="231458"/>
                </a:lnTo>
                <a:lnTo>
                  <a:pt x="170345" y="231458"/>
                </a:lnTo>
                <a:lnTo>
                  <a:pt x="189271" y="231458"/>
                </a:lnTo>
                <a:lnTo>
                  <a:pt x="208197" y="231458"/>
                </a:lnTo>
                <a:lnTo>
                  <a:pt x="227124" y="231458"/>
                </a:lnTo>
                <a:lnTo>
                  <a:pt x="246050" y="231458"/>
                </a:lnTo>
                <a:lnTo>
                  <a:pt x="264976" y="231458"/>
                </a:lnTo>
                <a:lnTo>
                  <a:pt x="283902" y="231458"/>
                </a:lnTo>
                <a:lnTo>
                  <a:pt x="302828" y="231458"/>
                </a:lnTo>
                <a:lnTo>
                  <a:pt x="321755" y="231458"/>
                </a:lnTo>
                <a:lnTo>
                  <a:pt x="340681" y="231458"/>
                </a:lnTo>
                <a:lnTo>
                  <a:pt x="359607" y="231458"/>
                </a:lnTo>
                <a:lnTo>
                  <a:pt x="378533" y="231458"/>
                </a:lnTo>
                <a:lnTo>
                  <a:pt x="397469" y="231458"/>
                </a:lnTo>
                <a:lnTo>
                  <a:pt x="416395" y="231458"/>
                </a:lnTo>
                <a:lnTo>
                  <a:pt x="435321" y="231458"/>
                </a:lnTo>
                <a:lnTo>
                  <a:pt x="454247" y="231458"/>
                </a:lnTo>
                <a:lnTo>
                  <a:pt x="473173" y="231458"/>
                </a:lnTo>
                <a:lnTo>
                  <a:pt x="492100" y="231458"/>
                </a:lnTo>
                <a:lnTo>
                  <a:pt x="511026" y="231458"/>
                </a:lnTo>
                <a:lnTo>
                  <a:pt x="529952" y="231458"/>
                </a:lnTo>
                <a:lnTo>
                  <a:pt x="548878" y="231458"/>
                </a:lnTo>
                <a:lnTo>
                  <a:pt x="567804" y="231458"/>
                </a:lnTo>
                <a:lnTo>
                  <a:pt x="586730" y="231458"/>
                </a:lnTo>
                <a:lnTo>
                  <a:pt x="605657" y="231458"/>
                </a:lnTo>
                <a:lnTo>
                  <a:pt x="624583" y="231458"/>
                </a:lnTo>
                <a:lnTo>
                  <a:pt x="643509" y="231458"/>
                </a:lnTo>
                <a:lnTo>
                  <a:pt x="662445" y="231458"/>
                </a:lnTo>
                <a:lnTo>
                  <a:pt x="681371" y="231458"/>
                </a:lnTo>
                <a:lnTo>
                  <a:pt x="700297" y="231458"/>
                </a:lnTo>
                <a:lnTo>
                  <a:pt x="719223" y="231458"/>
                </a:lnTo>
                <a:lnTo>
                  <a:pt x="738149" y="231458"/>
                </a:lnTo>
                <a:lnTo>
                  <a:pt x="757076" y="231458"/>
                </a:lnTo>
                <a:lnTo>
                  <a:pt x="776002" y="231458"/>
                </a:lnTo>
                <a:lnTo>
                  <a:pt x="794928" y="231458"/>
                </a:lnTo>
                <a:lnTo>
                  <a:pt x="813854" y="231458"/>
                </a:lnTo>
                <a:lnTo>
                  <a:pt x="832780" y="231458"/>
                </a:lnTo>
                <a:lnTo>
                  <a:pt x="851706" y="231458"/>
                </a:lnTo>
                <a:lnTo>
                  <a:pt x="870633" y="231458"/>
                </a:lnTo>
                <a:lnTo>
                  <a:pt x="889559" y="231458"/>
                </a:lnTo>
                <a:lnTo>
                  <a:pt x="908485" y="231458"/>
                </a:lnTo>
                <a:lnTo>
                  <a:pt x="927421" y="231458"/>
                </a:lnTo>
                <a:lnTo>
                  <a:pt x="946347" y="231458"/>
                </a:lnTo>
                <a:lnTo>
                  <a:pt x="965273" y="231458"/>
                </a:lnTo>
                <a:lnTo>
                  <a:pt x="984199" y="231458"/>
                </a:lnTo>
                <a:lnTo>
                  <a:pt x="1003125" y="231458"/>
                </a:lnTo>
                <a:lnTo>
                  <a:pt x="1022052" y="231458"/>
                </a:lnTo>
                <a:lnTo>
                  <a:pt x="1040978" y="231458"/>
                </a:lnTo>
                <a:lnTo>
                  <a:pt x="1059904" y="231458"/>
                </a:lnTo>
                <a:lnTo>
                  <a:pt x="1078830" y="231458"/>
                </a:lnTo>
                <a:lnTo>
                  <a:pt x="1097756" y="231458"/>
                </a:lnTo>
                <a:lnTo>
                  <a:pt x="1116682" y="231458"/>
                </a:lnTo>
                <a:lnTo>
                  <a:pt x="1135609" y="231458"/>
                </a:lnTo>
                <a:lnTo>
                  <a:pt x="1154535" y="231458"/>
                </a:lnTo>
                <a:lnTo>
                  <a:pt x="1173461" y="231458"/>
                </a:lnTo>
                <a:lnTo>
                  <a:pt x="1192397" y="231458"/>
                </a:lnTo>
                <a:lnTo>
                  <a:pt x="1211323" y="231458"/>
                </a:lnTo>
                <a:lnTo>
                  <a:pt x="1230249" y="231458"/>
                </a:lnTo>
                <a:lnTo>
                  <a:pt x="1249175" y="231458"/>
                </a:lnTo>
                <a:lnTo>
                  <a:pt x="1268101" y="231458"/>
                </a:lnTo>
                <a:lnTo>
                  <a:pt x="1287028" y="231458"/>
                </a:lnTo>
                <a:lnTo>
                  <a:pt x="1304982" y="225752"/>
                </a:lnTo>
                <a:lnTo>
                  <a:pt x="1322842" y="219485"/>
                </a:lnTo>
                <a:lnTo>
                  <a:pt x="1340701" y="213208"/>
                </a:lnTo>
                <a:lnTo>
                  <a:pt x="1358551" y="206940"/>
                </a:lnTo>
                <a:lnTo>
                  <a:pt x="1376410" y="200673"/>
                </a:lnTo>
                <a:lnTo>
                  <a:pt x="1394270" y="194396"/>
                </a:lnTo>
                <a:lnTo>
                  <a:pt x="1412129" y="188128"/>
                </a:lnTo>
                <a:lnTo>
                  <a:pt x="1429988" y="181851"/>
                </a:lnTo>
                <a:lnTo>
                  <a:pt x="1447848" y="175584"/>
                </a:lnTo>
                <a:lnTo>
                  <a:pt x="1465697" y="169316"/>
                </a:lnTo>
                <a:lnTo>
                  <a:pt x="1483557" y="163039"/>
                </a:lnTo>
                <a:lnTo>
                  <a:pt x="1501416" y="156772"/>
                </a:lnTo>
                <a:lnTo>
                  <a:pt x="1519276" y="150505"/>
                </a:lnTo>
                <a:lnTo>
                  <a:pt x="1537135" y="144228"/>
                </a:lnTo>
                <a:lnTo>
                  <a:pt x="1554994" y="137960"/>
                </a:lnTo>
                <a:lnTo>
                  <a:pt x="1572844" y="131693"/>
                </a:lnTo>
                <a:lnTo>
                  <a:pt x="1590704" y="125416"/>
                </a:lnTo>
                <a:lnTo>
                  <a:pt x="1608563" y="119148"/>
                </a:lnTo>
                <a:lnTo>
                  <a:pt x="1626422" y="112871"/>
                </a:lnTo>
                <a:lnTo>
                  <a:pt x="1644282" y="106604"/>
                </a:lnTo>
                <a:lnTo>
                  <a:pt x="1662141" y="100336"/>
                </a:lnTo>
                <a:lnTo>
                  <a:pt x="1679991" y="94059"/>
                </a:lnTo>
                <a:lnTo>
                  <a:pt x="1697850" y="87792"/>
                </a:lnTo>
                <a:lnTo>
                  <a:pt x="1715710" y="81524"/>
                </a:lnTo>
                <a:lnTo>
                  <a:pt x="1733569" y="75248"/>
                </a:lnTo>
                <a:lnTo>
                  <a:pt x="1751428" y="68980"/>
                </a:lnTo>
                <a:lnTo>
                  <a:pt x="1769288" y="62713"/>
                </a:lnTo>
                <a:lnTo>
                  <a:pt x="1787138" y="56436"/>
                </a:lnTo>
                <a:lnTo>
                  <a:pt x="1804997" y="50168"/>
                </a:lnTo>
                <a:lnTo>
                  <a:pt x="1822856" y="43901"/>
                </a:lnTo>
                <a:lnTo>
                  <a:pt x="1840716" y="37624"/>
                </a:lnTo>
                <a:lnTo>
                  <a:pt x="1858575" y="31356"/>
                </a:lnTo>
                <a:lnTo>
                  <a:pt x="1876435" y="25079"/>
                </a:lnTo>
                <a:lnTo>
                  <a:pt x="1894284" y="18812"/>
                </a:lnTo>
                <a:lnTo>
                  <a:pt x="1912144" y="12544"/>
                </a:lnTo>
                <a:lnTo>
                  <a:pt x="1930003" y="6267"/>
                </a:lnTo>
                <a:lnTo>
                  <a:pt x="194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511C3977-887B-4785-9125-F98AA67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205" y="5431155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8124955-A1D5-42BD-956E-0444D1A0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2433" y="4647114"/>
            <a:ext cx="556260" cy="597351"/>
          </a:xfrm>
          <a:custGeom xmlns:a="http://schemas.openxmlformats.org/drawingml/2006/main">
            <a:pathLst>
              <a:path w="556260" h="597351">
                <a:moveTo>
                  <a:pt x="0" y="597351"/>
                </a:moveTo>
                <a:lnTo>
                  <a:pt x="0" y="578415"/>
                </a:lnTo>
                <a:lnTo>
                  <a:pt x="0" y="559479"/>
                </a:lnTo>
                <a:lnTo>
                  <a:pt x="0" y="540544"/>
                </a:lnTo>
                <a:lnTo>
                  <a:pt x="0" y="521599"/>
                </a:lnTo>
                <a:lnTo>
                  <a:pt x="0" y="502663"/>
                </a:lnTo>
                <a:lnTo>
                  <a:pt x="0" y="483727"/>
                </a:lnTo>
                <a:lnTo>
                  <a:pt x="0" y="464791"/>
                </a:lnTo>
                <a:lnTo>
                  <a:pt x="0" y="445856"/>
                </a:lnTo>
                <a:lnTo>
                  <a:pt x="0" y="426920"/>
                </a:lnTo>
                <a:lnTo>
                  <a:pt x="0" y="407984"/>
                </a:lnTo>
                <a:lnTo>
                  <a:pt x="0" y="389049"/>
                </a:lnTo>
                <a:lnTo>
                  <a:pt x="0" y="370113"/>
                </a:lnTo>
                <a:lnTo>
                  <a:pt x="0" y="351177"/>
                </a:lnTo>
                <a:lnTo>
                  <a:pt x="0" y="332242"/>
                </a:lnTo>
                <a:lnTo>
                  <a:pt x="0" y="313306"/>
                </a:lnTo>
                <a:lnTo>
                  <a:pt x="0" y="294361"/>
                </a:lnTo>
                <a:lnTo>
                  <a:pt x="0" y="275425"/>
                </a:lnTo>
                <a:lnTo>
                  <a:pt x="0" y="256489"/>
                </a:lnTo>
                <a:lnTo>
                  <a:pt x="0" y="237554"/>
                </a:lnTo>
                <a:lnTo>
                  <a:pt x="0" y="218618"/>
                </a:lnTo>
                <a:lnTo>
                  <a:pt x="0" y="199682"/>
                </a:lnTo>
                <a:lnTo>
                  <a:pt x="0" y="180746"/>
                </a:lnTo>
                <a:lnTo>
                  <a:pt x="16545" y="173850"/>
                </a:lnTo>
                <a:lnTo>
                  <a:pt x="34566" y="168011"/>
                </a:lnTo>
                <a:lnTo>
                  <a:pt x="52578" y="162182"/>
                </a:lnTo>
                <a:lnTo>
                  <a:pt x="70599" y="156353"/>
                </a:lnTo>
                <a:lnTo>
                  <a:pt x="88611" y="150524"/>
                </a:lnTo>
                <a:lnTo>
                  <a:pt x="106632" y="144694"/>
                </a:lnTo>
                <a:lnTo>
                  <a:pt x="124644" y="138865"/>
                </a:lnTo>
                <a:lnTo>
                  <a:pt x="142665" y="133036"/>
                </a:lnTo>
                <a:lnTo>
                  <a:pt x="160677" y="127197"/>
                </a:lnTo>
                <a:lnTo>
                  <a:pt x="178699" y="121368"/>
                </a:lnTo>
                <a:lnTo>
                  <a:pt x="196710" y="115538"/>
                </a:lnTo>
                <a:lnTo>
                  <a:pt x="214732" y="109709"/>
                </a:lnTo>
                <a:lnTo>
                  <a:pt x="232743" y="103880"/>
                </a:lnTo>
                <a:lnTo>
                  <a:pt x="250765" y="98050"/>
                </a:lnTo>
                <a:lnTo>
                  <a:pt x="268776" y="92221"/>
                </a:lnTo>
                <a:lnTo>
                  <a:pt x="286798" y="86382"/>
                </a:lnTo>
                <a:lnTo>
                  <a:pt x="304810" y="80553"/>
                </a:lnTo>
                <a:lnTo>
                  <a:pt x="322831" y="74724"/>
                </a:lnTo>
                <a:lnTo>
                  <a:pt x="340843" y="68894"/>
                </a:lnTo>
                <a:lnTo>
                  <a:pt x="358864" y="63065"/>
                </a:lnTo>
                <a:lnTo>
                  <a:pt x="376876" y="57236"/>
                </a:lnTo>
                <a:lnTo>
                  <a:pt x="394897" y="51406"/>
                </a:lnTo>
                <a:lnTo>
                  <a:pt x="412909" y="45568"/>
                </a:lnTo>
                <a:lnTo>
                  <a:pt x="430930" y="39738"/>
                </a:lnTo>
                <a:lnTo>
                  <a:pt x="448942" y="33909"/>
                </a:lnTo>
                <a:lnTo>
                  <a:pt x="466963" y="28080"/>
                </a:lnTo>
                <a:lnTo>
                  <a:pt x="484975" y="22250"/>
                </a:lnTo>
                <a:lnTo>
                  <a:pt x="502996" y="16421"/>
                </a:lnTo>
                <a:lnTo>
                  <a:pt x="521008" y="10592"/>
                </a:lnTo>
                <a:lnTo>
                  <a:pt x="539029" y="4753"/>
                </a:lnTo>
                <a:lnTo>
                  <a:pt x="556260" y="0"/>
                </a:lnTo>
                <a:lnTo>
                  <a:pt x="556260" y="18936"/>
                </a:lnTo>
                <a:lnTo>
                  <a:pt x="556260" y="37871"/>
                </a:lnTo>
                <a:lnTo>
                  <a:pt x="556260" y="56807"/>
                </a:lnTo>
                <a:lnTo>
                  <a:pt x="556260" y="75743"/>
                </a:lnTo>
                <a:lnTo>
                  <a:pt x="556260" y="94679"/>
                </a:lnTo>
                <a:lnTo>
                  <a:pt x="556260" y="113614"/>
                </a:lnTo>
                <a:lnTo>
                  <a:pt x="556260" y="132559"/>
                </a:lnTo>
                <a:lnTo>
                  <a:pt x="556260" y="151495"/>
                </a:lnTo>
                <a:lnTo>
                  <a:pt x="556260" y="170431"/>
                </a:lnTo>
                <a:lnTo>
                  <a:pt x="556260" y="189367"/>
                </a:lnTo>
                <a:lnTo>
                  <a:pt x="556260" y="208302"/>
                </a:lnTo>
                <a:lnTo>
                  <a:pt x="556260" y="227238"/>
                </a:lnTo>
                <a:lnTo>
                  <a:pt x="556260" y="246174"/>
                </a:lnTo>
                <a:lnTo>
                  <a:pt x="556260" y="265109"/>
                </a:lnTo>
                <a:lnTo>
                  <a:pt x="556260" y="284045"/>
                </a:lnTo>
                <a:lnTo>
                  <a:pt x="556260" y="302981"/>
                </a:lnTo>
                <a:lnTo>
                  <a:pt x="556260" y="321916"/>
                </a:lnTo>
                <a:lnTo>
                  <a:pt x="556260" y="340852"/>
                </a:lnTo>
                <a:lnTo>
                  <a:pt x="556260" y="359797"/>
                </a:lnTo>
                <a:lnTo>
                  <a:pt x="556260" y="378733"/>
                </a:lnTo>
                <a:lnTo>
                  <a:pt x="550583" y="393706"/>
                </a:lnTo>
                <a:lnTo>
                  <a:pt x="532819" y="400279"/>
                </a:lnTo>
                <a:lnTo>
                  <a:pt x="515055" y="406851"/>
                </a:lnTo>
                <a:lnTo>
                  <a:pt x="497300" y="413414"/>
                </a:lnTo>
                <a:lnTo>
                  <a:pt x="479536" y="419986"/>
                </a:lnTo>
                <a:lnTo>
                  <a:pt x="461772" y="426558"/>
                </a:lnTo>
                <a:lnTo>
                  <a:pt x="444017" y="433121"/>
                </a:lnTo>
                <a:lnTo>
                  <a:pt x="426253" y="439693"/>
                </a:lnTo>
                <a:lnTo>
                  <a:pt x="408499" y="446265"/>
                </a:lnTo>
                <a:lnTo>
                  <a:pt x="390735" y="452828"/>
                </a:lnTo>
                <a:lnTo>
                  <a:pt x="372970" y="459400"/>
                </a:lnTo>
                <a:lnTo>
                  <a:pt x="355216" y="465973"/>
                </a:lnTo>
                <a:lnTo>
                  <a:pt x="337452" y="472535"/>
                </a:lnTo>
                <a:lnTo>
                  <a:pt x="319688" y="479108"/>
                </a:lnTo>
                <a:lnTo>
                  <a:pt x="301933" y="485680"/>
                </a:lnTo>
                <a:lnTo>
                  <a:pt x="284169" y="492242"/>
                </a:lnTo>
                <a:lnTo>
                  <a:pt x="266405" y="498815"/>
                </a:lnTo>
                <a:lnTo>
                  <a:pt x="248650" y="505387"/>
                </a:lnTo>
                <a:lnTo>
                  <a:pt x="230886" y="511950"/>
                </a:lnTo>
                <a:lnTo>
                  <a:pt x="213131" y="518522"/>
                </a:lnTo>
                <a:lnTo>
                  <a:pt x="195367" y="525094"/>
                </a:lnTo>
                <a:lnTo>
                  <a:pt x="177603" y="531657"/>
                </a:lnTo>
                <a:lnTo>
                  <a:pt x="159849" y="538229"/>
                </a:lnTo>
                <a:lnTo>
                  <a:pt x="142084" y="544801"/>
                </a:lnTo>
                <a:lnTo>
                  <a:pt x="124320" y="551364"/>
                </a:lnTo>
                <a:lnTo>
                  <a:pt x="106566" y="557936"/>
                </a:lnTo>
                <a:lnTo>
                  <a:pt x="88802" y="564509"/>
                </a:lnTo>
                <a:lnTo>
                  <a:pt x="71047" y="571071"/>
                </a:lnTo>
                <a:lnTo>
                  <a:pt x="53283" y="577644"/>
                </a:lnTo>
                <a:lnTo>
                  <a:pt x="35519" y="584216"/>
                </a:lnTo>
                <a:lnTo>
                  <a:pt x="17764" y="590779"/>
                </a:lnTo>
                <a:lnTo>
                  <a:pt x="0" y="59735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3C415D5F-10A0-4A5E-8AB3-868F7EFB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1765" y="5038725"/>
            <a:ext cx="2079974" cy="205740"/>
          </a:xfrm>
          <a:custGeom xmlns:a="http://schemas.openxmlformats.org/drawingml/2006/main">
            <a:pathLst>
              <a:path w="2079974" h="205740">
                <a:moveTo>
                  <a:pt x="0" y="205740"/>
                </a:moveTo>
                <a:lnTo>
                  <a:pt x="19021" y="205740"/>
                </a:lnTo>
                <a:lnTo>
                  <a:pt x="38052" y="205740"/>
                </a:lnTo>
                <a:lnTo>
                  <a:pt x="57074" y="205740"/>
                </a:lnTo>
                <a:lnTo>
                  <a:pt x="76095" y="205740"/>
                </a:lnTo>
                <a:lnTo>
                  <a:pt x="95117" y="205740"/>
                </a:lnTo>
                <a:lnTo>
                  <a:pt x="114148" y="205740"/>
                </a:lnTo>
                <a:lnTo>
                  <a:pt x="133169" y="205740"/>
                </a:lnTo>
                <a:lnTo>
                  <a:pt x="152190" y="205740"/>
                </a:lnTo>
                <a:lnTo>
                  <a:pt x="171221" y="205740"/>
                </a:lnTo>
                <a:lnTo>
                  <a:pt x="190243" y="205740"/>
                </a:lnTo>
                <a:lnTo>
                  <a:pt x="209264" y="205740"/>
                </a:lnTo>
                <a:lnTo>
                  <a:pt x="228286" y="205740"/>
                </a:lnTo>
                <a:lnTo>
                  <a:pt x="247317" y="205740"/>
                </a:lnTo>
                <a:lnTo>
                  <a:pt x="266338" y="205740"/>
                </a:lnTo>
                <a:lnTo>
                  <a:pt x="285359" y="205740"/>
                </a:lnTo>
                <a:lnTo>
                  <a:pt x="304390" y="205740"/>
                </a:lnTo>
                <a:lnTo>
                  <a:pt x="323412" y="205740"/>
                </a:lnTo>
                <a:lnTo>
                  <a:pt x="342433" y="205740"/>
                </a:lnTo>
                <a:lnTo>
                  <a:pt x="361464" y="205740"/>
                </a:lnTo>
                <a:lnTo>
                  <a:pt x="380486" y="205740"/>
                </a:lnTo>
                <a:lnTo>
                  <a:pt x="399507" y="205740"/>
                </a:lnTo>
                <a:lnTo>
                  <a:pt x="418529" y="205740"/>
                </a:lnTo>
                <a:lnTo>
                  <a:pt x="437559" y="205740"/>
                </a:lnTo>
                <a:lnTo>
                  <a:pt x="456581" y="205740"/>
                </a:lnTo>
                <a:lnTo>
                  <a:pt x="475602" y="205740"/>
                </a:lnTo>
                <a:lnTo>
                  <a:pt x="494633" y="205740"/>
                </a:lnTo>
                <a:lnTo>
                  <a:pt x="513655" y="205740"/>
                </a:lnTo>
                <a:lnTo>
                  <a:pt x="532676" y="205740"/>
                </a:lnTo>
                <a:lnTo>
                  <a:pt x="551698" y="205740"/>
                </a:lnTo>
                <a:lnTo>
                  <a:pt x="570728" y="205740"/>
                </a:lnTo>
                <a:lnTo>
                  <a:pt x="589750" y="205740"/>
                </a:lnTo>
                <a:lnTo>
                  <a:pt x="608771" y="205740"/>
                </a:lnTo>
                <a:lnTo>
                  <a:pt x="627802" y="205740"/>
                </a:lnTo>
                <a:lnTo>
                  <a:pt x="646824" y="205740"/>
                </a:lnTo>
                <a:lnTo>
                  <a:pt x="665845" y="205740"/>
                </a:lnTo>
                <a:lnTo>
                  <a:pt x="684867" y="205740"/>
                </a:lnTo>
                <a:lnTo>
                  <a:pt x="703898" y="205740"/>
                </a:lnTo>
                <a:lnTo>
                  <a:pt x="722919" y="205740"/>
                </a:lnTo>
                <a:lnTo>
                  <a:pt x="741940" y="205740"/>
                </a:lnTo>
                <a:lnTo>
                  <a:pt x="760971" y="205740"/>
                </a:lnTo>
                <a:lnTo>
                  <a:pt x="779993" y="205740"/>
                </a:lnTo>
                <a:lnTo>
                  <a:pt x="799014" y="205740"/>
                </a:lnTo>
                <a:lnTo>
                  <a:pt x="818045" y="205740"/>
                </a:lnTo>
                <a:lnTo>
                  <a:pt x="837067" y="205740"/>
                </a:lnTo>
                <a:lnTo>
                  <a:pt x="856088" y="205740"/>
                </a:lnTo>
                <a:lnTo>
                  <a:pt x="875109" y="205740"/>
                </a:lnTo>
                <a:lnTo>
                  <a:pt x="894140" y="205740"/>
                </a:lnTo>
                <a:lnTo>
                  <a:pt x="913162" y="205740"/>
                </a:lnTo>
                <a:lnTo>
                  <a:pt x="932183" y="205740"/>
                </a:lnTo>
                <a:lnTo>
                  <a:pt x="951214" y="205740"/>
                </a:lnTo>
                <a:lnTo>
                  <a:pt x="970236" y="205740"/>
                </a:lnTo>
                <a:lnTo>
                  <a:pt x="989257" y="205740"/>
                </a:lnTo>
                <a:lnTo>
                  <a:pt x="1008278" y="205740"/>
                </a:lnTo>
                <a:lnTo>
                  <a:pt x="1027309" y="205740"/>
                </a:lnTo>
                <a:lnTo>
                  <a:pt x="1046331" y="205740"/>
                </a:lnTo>
                <a:lnTo>
                  <a:pt x="1065352" y="205740"/>
                </a:lnTo>
                <a:lnTo>
                  <a:pt x="1084383" y="205740"/>
                </a:lnTo>
                <a:lnTo>
                  <a:pt x="1103405" y="205740"/>
                </a:lnTo>
                <a:lnTo>
                  <a:pt x="1122426" y="205740"/>
                </a:lnTo>
                <a:lnTo>
                  <a:pt x="1141447" y="205740"/>
                </a:lnTo>
                <a:lnTo>
                  <a:pt x="1160478" y="205740"/>
                </a:lnTo>
                <a:lnTo>
                  <a:pt x="1179500" y="205740"/>
                </a:lnTo>
                <a:lnTo>
                  <a:pt x="1198521" y="205740"/>
                </a:lnTo>
                <a:lnTo>
                  <a:pt x="1217552" y="205740"/>
                </a:lnTo>
                <a:lnTo>
                  <a:pt x="1236574" y="205740"/>
                </a:lnTo>
                <a:lnTo>
                  <a:pt x="1255595" y="205740"/>
                </a:lnTo>
                <a:lnTo>
                  <a:pt x="1274626" y="205740"/>
                </a:lnTo>
                <a:lnTo>
                  <a:pt x="1293647" y="205740"/>
                </a:lnTo>
                <a:lnTo>
                  <a:pt x="1312669" y="205740"/>
                </a:lnTo>
                <a:lnTo>
                  <a:pt x="1331690" y="205740"/>
                </a:lnTo>
                <a:lnTo>
                  <a:pt x="1350721" y="205740"/>
                </a:lnTo>
                <a:lnTo>
                  <a:pt x="1369743" y="205740"/>
                </a:lnTo>
                <a:lnTo>
                  <a:pt x="1388764" y="205740"/>
                </a:lnTo>
                <a:lnTo>
                  <a:pt x="1407795" y="205740"/>
                </a:lnTo>
                <a:lnTo>
                  <a:pt x="1426816" y="205740"/>
                </a:lnTo>
                <a:lnTo>
                  <a:pt x="1445838" y="205740"/>
                </a:lnTo>
                <a:lnTo>
                  <a:pt x="1464859" y="205740"/>
                </a:lnTo>
                <a:lnTo>
                  <a:pt x="1483890" y="205740"/>
                </a:lnTo>
                <a:lnTo>
                  <a:pt x="1502912" y="205740"/>
                </a:lnTo>
                <a:lnTo>
                  <a:pt x="1521933" y="205740"/>
                </a:lnTo>
                <a:lnTo>
                  <a:pt x="1540326" y="202168"/>
                </a:lnTo>
                <a:lnTo>
                  <a:pt x="1558166" y="195567"/>
                </a:lnTo>
                <a:lnTo>
                  <a:pt x="1576007" y="188966"/>
                </a:lnTo>
                <a:lnTo>
                  <a:pt x="1593847" y="182375"/>
                </a:lnTo>
                <a:lnTo>
                  <a:pt x="1611697" y="175774"/>
                </a:lnTo>
                <a:lnTo>
                  <a:pt x="1629537" y="169174"/>
                </a:lnTo>
                <a:lnTo>
                  <a:pt x="1647377" y="162573"/>
                </a:lnTo>
                <a:lnTo>
                  <a:pt x="1665218" y="155972"/>
                </a:lnTo>
                <a:lnTo>
                  <a:pt x="1683068" y="149371"/>
                </a:lnTo>
                <a:lnTo>
                  <a:pt x="1700908" y="142770"/>
                </a:lnTo>
                <a:lnTo>
                  <a:pt x="1718748" y="136179"/>
                </a:lnTo>
                <a:lnTo>
                  <a:pt x="1736588" y="129578"/>
                </a:lnTo>
                <a:lnTo>
                  <a:pt x="1754438" y="122977"/>
                </a:lnTo>
                <a:lnTo>
                  <a:pt x="1772279" y="116376"/>
                </a:lnTo>
                <a:lnTo>
                  <a:pt x="1790119" y="109776"/>
                </a:lnTo>
                <a:lnTo>
                  <a:pt x="1807969" y="103175"/>
                </a:lnTo>
                <a:lnTo>
                  <a:pt x="1825809" y="96574"/>
                </a:lnTo>
                <a:lnTo>
                  <a:pt x="1843649" y="89983"/>
                </a:lnTo>
                <a:lnTo>
                  <a:pt x="1861490" y="83382"/>
                </a:lnTo>
                <a:lnTo>
                  <a:pt x="1879340" y="76781"/>
                </a:lnTo>
                <a:lnTo>
                  <a:pt x="1897180" y="70180"/>
                </a:lnTo>
                <a:lnTo>
                  <a:pt x="1915020" y="63579"/>
                </a:lnTo>
                <a:lnTo>
                  <a:pt x="1932861" y="56979"/>
                </a:lnTo>
                <a:lnTo>
                  <a:pt x="1950710" y="50387"/>
                </a:lnTo>
                <a:lnTo>
                  <a:pt x="1968551" y="43786"/>
                </a:lnTo>
                <a:lnTo>
                  <a:pt x="1986391" y="37186"/>
                </a:lnTo>
                <a:lnTo>
                  <a:pt x="2004231" y="30585"/>
                </a:lnTo>
                <a:lnTo>
                  <a:pt x="2022081" y="23984"/>
                </a:lnTo>
                <a:lnTo>
                  <a:pt x="2039922" y="17383"/>
                </a:lnTo>
                <a:lnTo>
                  <a:pt x="2057762" y="10782"/>
                </a:lnTo>
                <a:lnTo>
                  <a:pt x="2075612" y="4191"/>
                </a:lnTo>
                <a:lnTo>
                  <a:pt x="2079974" y="0"/>
                </a:lnTo>
                <a:lnTo>
                  <a:pt x="2060953" y="0"/>
                </a:lnTo>
                <a:lnTo>
                  <a:pt x="2041922" y="0"/>
                </a:lnTo>
                <a:lnTo>
                  <a:pt x="2022900" y="0"/>
                </a:lnTo>
                <a:lnTo>
                  <a:pt x="2003879" y="0"/>
                </a:lnTo>
                <a:lnTo>
                  <a:pt x="1984848" y="0"/>
                </a:lnTo>
                <a:lnTo>
                  <a:pt x="1965827" y="0"/>
                </a:lnTo>
                <a:lnTo>
                  <a:pt x="1946805" y="0"/>
                </a:lnTo>
                <a:lnTo>
                  <a:pt x="1927784" y="0"/>
                </a:lnTo>
                <a:lnTo>
                  <a:pt x="1908753" y="0"/>
                </a:lnTo>
                <a:lnTo>
                  <a:pt x="1889731" y="0"/>
                </a:lnTo>
                <a:lnTo>
                  <a:pt x="1870710" y="0"/>
                </a:lnTo>
                <a:lnTo>
                  <a:pt x="1851679" y="0"/>
                </a:lnTo>
                <a:lnTo>
                  <a:pt x="1832658" y="0"/>
                </a:lnTo>
                <a:lnTo>
                  <a:pt x="1813636" y="0"/>
                </a:lnTo>
                <a:lnTo>
                  <a:pt x="1794605" y="0"/>
                </a:lnTo>
                <a:lnTo>
                  <a:pt x="1775584" y="0"/>
                </a:lnTo>
                <a:lnTo>
                  <a:pt x="1756562" y="0"/>
                </a:lnTo>
                <a:lnTo>
                  <a:pt x="1737541" y="0"/>
                </a:lnTo>
                <a:lnTo>
                  <a:pt x="1718510" y="0"/>
                </a:lnTo>
                <a:lnTo>
                  <a:pt x="1699489" y="0"/>
                </a:lnTo>
                <a:lnTo>
                  <a:pt x="1680467" y="0"/>
                </a:lnTo>
                <a:lnTo>
                  <a:pt x="1661436" y="0"/>
                </a:lnTo>
                <a:lnTo>
                  <a:pt x="1642415" y="0"/>
                </a:lnTo>
                <a:lnTo>
                  <a:pt x="1623393" y="0"/>
                </a:lnTo>
                <a:lnTo>
                  <a:pt x="1604372" y="0"/>
                </a:lnTo>
                <a:lnTo>
                  <a:pt x="1585341" y="0"/>
                </a:lnTo>
                <a:lnTo>
                  <a:pt x="1566320" y="0"/>
                </a:lnTo>
                <a:lnTo>
                  <a:pt x="1547298" y="0"/>
                </a:lnTo>
                <a:lnTo>
                  <a:pt x="1528267" y="0"/>
                </a:lnTo>
                <a:lnTo>
                  <a:pt x="1509246" y="0"/>
                </a:lnTo>
                <a:lnTo>
                  <a:pt x="1490224" y="0"/>
                </a:lnTo>
                <a:lnTo>
                  <a:pt x="1471203" y="0"/>
                </a:lnTo>
                <a:lnTo>
                  <a:pt x="1452172" y="0"/>
                </a:lnTo>
                <a:lnTo>
                  <a:pt x="1433151" y="0"/>
                </a:lnTo>
                <a:lnTo>
                  <a:pt x="1414129" y="0"/>
                </a:lnTo>
                <a:lnTo>
                  <a:pt x="1395098" y="0"/>
                </a:lnTo>
                <a:lnTo>
                  <a:pt x="1376077" y="0"/>
                </a:lnTo>
                <a:lnTo>
                  <a:pt x="1357055" y="0"/>
                </a:lnTo>
                <a:lnTo>
                  <a:pt x="1338024" y="0"/>
                </a:lnTo>
                <a:lnTo>
                  <a:pt x="1319003" y="0"/>
                </a:lnTo>
                <a:lnTo>
                  <a:pt x="1299982" y="0"/>
                </a:lnTo>
                <a:lnTo>
                  <a:pt x="1280960" y="0"/>
                </a:lnTo>
                <a:lnTo>
                  <a:pt x="1261929" y="0"/>
                </a:lnTo>
                <a:lnTo>
                  <a:pt x="1242908" y="0"/>
                </a:lnTo>
                <a:lnTo>
                  <a:pt x="1223886" y="0"/>
                </a:lnTo>
                <a:lnTo>
                  <a:pt x="1204855" y="0"/>
                </a:lnTo>
                <a:lnTo>
                  <a:pt x="1185834" y="0"/>
                </a:lnTo>
                <a:lnTo>
                  <a:pt x="1166813" y="0"/>
                </a:lnTo>
                <a:lnTo>
                  <a:pt x="1147791" y="0"/>
                </a:lnTo>
                <a:lnTo>
                  <a:pt x="1128760" y="0"/>
                </a:lnTo>
                <a:lnTo>
                  <a:pt x="1109739" y="0"/>
                </a:lnTo>
                <a:lnTo>
                  <a:pt x="1090717" y="0"/>
                </a:lnTo>
                <a:lnTo>
                  <a:pt x="1071686" y="0"/>
                </a:lnTo>
                <a:lnTo>
                  <a:pt x="1052665" y="0"/>
                </a:lnTo>
                <a:lnTo>
                  <a:pt x="1033643" y="0"/>
                </a:lnTo>
                <a:lnTo>
                  <a:pt x="1014622" y="0"/>
                </a:lnTo>
                <a:lnTo>
                  <a:pt x="995591" y="0"/>
                </a:lnTo>
                <a:lnTo>
                  <a:pt x="976570" y="0"/>
                </a:lnTo>
                <a:lnTo>
                  <a:pt x="957548" y="0"/>
                </a:lnTo>
                <a:lnTo>
                  <a:pt x="938517" y="0"/>
                </a:lnTo>
                <a:lnTo>
                  <a:pt x="919496" y="0"/>
                </a:lnTo>
                <a:lnTo>
                  <a:pt x="900474" y="0"/>
                </a:lnTo>
                <a:lnTo>
                  <a:pt x="881444" y="0"/>
                </a:lnTo>
                <a:lnTo>
                  <a:pt x="862422" y="0"/>
                </a:lnTo>
                <a:lnTo>
                  <a:pt x="843401" y="0"/>
                </a:lnTo>
                <a:lnTo>
                  <a:pt x="824379" y="0"/>
                </a:lnTo>
                <a:lnTo>
                  <a:pt x="805348" y="0"/>
                </a:lnTo>
                <a:lnTo>
                  <a:pt x="786327" y="0"/>
                </a:lnTo>
                <a:lnTo>
                  <a:pt x="767305" y="0"/>
                </a:lnTo>
                <a:lnTo>
                  <a:pt x="748274" y="0"/>
                </a:lnTo>
                <a:lnTo>
                  <a:pt x="729253" y="0"/>
                </a:lnTo>
                <a:lnTo>
                  <a:pt x="710232" y="0"/>
                </a:lnTo>
                <a:lnTo>
                  <a:pt x="691210" y="0"/>
                </a:lnTo>
                <a:lnTo>
                  <a:pt x="672179" y="0"/>
                </a:lnTo>
                <a:lnTo>
                  <a:pt x="653158" y="0"/>
                </a:lnTo>
                <a:lnTo>
                  <a:pt x="634937" y="5229"/>
                </a:lnTo>
                <a:lnTo>
                  <a:pt x="616801" y="10963"/>
                </a:lnTo>
                <a:lnTo>
                  <a:pt x="598656" y="16688"/>
                </a:lnTo>
                <a:lnTo>
                  <a:pt x="580520" y="22422"/>
                </a:lnTo>
                <a:lnTo>
                  <a:pt x="562375" y="28146"/>
                </a:lnTo>
                <a:lnTo>
                  <a:pt x="544230" y="33880"/>
                </a:lnTo>
                <a:lnTo>
                  <a:pt x="526094" y="39605"/>
                </a:lnTo>
                <a:lnTo>
                  <a:pt x="507949" y="45329"/>
                </a:lnTo>
                <a:lnTo>
                  <a:pt x="489814" y="51064"/>
                </a:lnTo>
                <a:lnTo>
                  <a:pt x="471668" y="56788"/>
                </a:lnTo>
                <a:lnTo>
                  <a:pt x="453533" y="62522"/>
                </a:lnTo>
                <a:lnTo>
                  <a:pt x="435388" y="68247"/>
                </a:lnTo>
                <a:lnTo>
                  <a:pt x="417243" y="73981"/>
                </a:lnTo>
                <a:lnTo>
                  <a:pt x="399107" y="79705"/>
                </a:lnTo>
                <a:lnTo>
                  <a:pt x="380962" y="85439"/>
                </a:lnTo>
                <a:lnTo>
                  <a:pt x="362826" y="91164"/>
                </a:lnTo>
                <a:lnTo>
                  <a:pt x="344681" y="96898"/>
                </a:lnTo>
                <a:lnTo>
                  <a:pt x="326546" y="102622"/>
                </a:lnTo>
                <a:lnTo>
                  <a:pt x="308400" y="108347"/>
                </a:lnTo>
                <a:lnTo>
                  <a:pt x="290255" y="114081"/>
                </a:lnTo>
                <a:lnTo>
                  <a:pt x="272120" y="119805"/>
                </a:lnTo>
                <a:lnTo>
                  <a:pt x="253975" y="125540"/>
                </a:lnTo>
                <a:lnTo>
                  <a:pt x="235839" y="131264"/>
                </a:lnTo>
                <a:lnTo>
                  <a:pt x="217694" y="136998"/>
                </a:lnTo>
                <a:lnTo>
                  <a:pt x="199549" y="142723"/>
                </a:lnTo>
                <a:lnTo>
                  <a:pt x="181413" y="148457"/>
                </a:lnTo>
                <a:lnTo>
                  <a:pt x="163268" y="154181"/>
                </a:lnTo>
                <a:lnTo>
                  <a:pt x="145132" y="159906"/>
                </a:lnTo>
                <a:lnTo>
                  <a:pt x="126987" y="165640"/>
                </a:lnTo>
                <a:lnTo>
                  <a:pt x="108852" y="171364"/>
                </a:lnTo>
                <a:lnTo>
                  <a:pt x="90707" y="177098"/>
                </a:lnTo>
                <a:lnTo>
                  <a:pt x="72561" y="182823"/>
                </a:lnTo>
                <a:lnTo>
                  <a:pt x="54426" y="188557"/>
                </a:lnTo>
                <a:lnTo>
                  <a:pt x="36281" y="194281"/>
                </a:lnTo>
                <a:lnTo>
                  <a:pt x="18145" y="200015"/>
                </a:lnTo>
                <a:lnTo>
                  <a:pt x="0" y="20574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C0C7142D-2901-46C2-8C32-CD3B91A2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33" y="5038725"/>
            <a:ext cx="1852613" cy="205740"/>
          </a:xfrm>
          <a:custGeom xmlns:a="http://schemas.openxmlformats.org/drawingml/2006/main">
            <a:pathLst>
              <a:path w="1852613" h="205740">
                <a:moveTo>
                  <a:pt x="0" y="205740"/>
                </a:moveTo>
                <a:lnTo>
                  <a:pt x="18888" y="205740"/>
                </a:lnTo>
                <a:lnTo>
                  <a:pt x="37776" y="205740"/>
                </a:lnTo>
                <a:lnTo>
                  <a:pt x="56674" y="205740"/>
                </a:lnTo>
                <a:lnTo>
                  <a:pt x="75562" y="205740"/>
                </a:lnTo>
                <a:lnTo>
                  <a:pt x="94450" y="205740"/>
                </a:lnTo>
                <a:lnTo>
                  <a:pt x="113338" y="205740"/>
                </a:lnTo>
                <a:lnTo>
                  <a:pt x="132226" y="205740"/>
                </a:lnTo>
                <a:lnTo>
                  <a:pt x="151114" y="205740"/>
                </a:lnTo>
                <a:lnTo>
                  <a:pt x="170012" y="205740"/>
                </a:lnTo>
                <a:lnTo>
                  <a:pt x="188900" y="205740"/>
                </a:lnTo>
                <a:lnTo>
                  <a:pt x="207788" y="205740"/>
                </a:lnTo>
                <a:lnTo>
                  <a:pt x="226676" y="205740"/>
                </a:lnTo>
                <a:lnTo>
                  <a:pt x="245564" y="205740"/>
                </a:lnTo>
                <a:lnTo>
                  <a:pt x="264452" y="205740"/>
                </a:lnTo>
                <a:lnTo>
                  <a:pt x="283350" y="205740"/>
                </a:lnTo>
                <a:lnTo>
                  <a:pt x="302238" y="205740"/>
                </a:lnTo>
                <a:lnTo>
                  <a:pt x="321126" y="205740"/>
                </a:lnTo>
                <a:lnTo>
                  <a:pt x="340014" y="205740"/>
                </a:lnTo>
                <a:lnTo>
                  <a:pt x="358902" y="205740"/>
                </a:lnTo>
                <a:lnTo>
                  <a:pt x="377790" y="205740"/>
                </a:lnTo>
                <a:lnTo>
                  <a:pt x="396688" y="205740"/>
                </a:lnTo>
                <a:lnTo>
                  <a:pt x="415576" y="205740"/>
                </a:lnTo>
                <a:lnTo>
                  <a:pt x="434464" y="205740"/>
                </a:lnTo>
                <a:lnTo>
                  <a:pt x="453352" y="205740"/>
                </a:lnTo>
                <a:lnTo>
                  <a:pt x="472240" y="205740"/>
                </a:lnTo>
                <a:lnTo>
                  <a:pt x="491138" y="205740"/>
                </a:lnTo>
                <a:lnTo>
                  <a:pt x="510026" y="205740"/>
                </a:lnTo>
                <a:lnTo>
                  <a:pt x="528914" y="205740"/>
                </a:lnTo>
                <a:lnTo>
                  <a:pt x="547802" y="205740"/>
                </a:lnTo>
                <a:lnTo>
                  <a:pt x="566690" y="205740"/>
                </a:lnTo>
                <a:lnTo>
                  <a:pt x="585578" y="205740"/>
                </a:lnTo>
                <a:lnTo>
                  <a:pt x="604476" y="205740"/>
                </a:lnTo>
                <a:lnTo>
                  <a:pt x="623364" y="205740"/>
                </a:lnTo>
                <a:lnTo>
                  <a:pt x="642252" y="205740"/>
                </a:lnTo>
                <a:lnTo>
                  <a:pt x="661140" y="205740"/>
                </a:lnTo>
                <a:lnTo>
                  <a:pt x="680028" y="205740"/>
                </a:lnTo>
                <a:lnTo>
                  <a:pt x="698916" y="205740"/>
                </a:lnTo>
                <a:lnTo>
                  <a:pt x="717814" y="205740"/>
                </a:lnTo>
                <a:lnTo>
                  <a:pt x="736702" y="205740"/>
                </a:lnTo>
                <a:lnTo>
                  <a:pt x="755590" y="205740"/>
                </a:lnTo>
                <a:lnTo>
                  <a:pt x="774478" y="205740"/>
                </a:lnTo>
                <a:lnTo>
                  <a:pt x="793366" y="205740"/>
                </a:lnTo>
                <a:lnTo>
                  <a:pt x="812263" y="205740"/>
                </a:lnTo>
                <a:lnTo>
                  <a:pt x="831152" y="205740"/>
                </a:lnTo>
                <a:lnTo>
                  <a:pt x="850040" y="205740"/>
                </a:lnTo>
                <a:lnTo>
                  <a:pt x="868928" y="205740"/>
                </a:lnTo>
                <a:lnTo>
                  <a:pt x="887816" y="205740"/>
                </a:lnTo>
                <a:lnTo>
                  <a:pt x="906704" y="205740"/>
                </a:lnTo>
                <a:lnTo>
                  <a:pt x="925601" y="205740"/>
                </a:lnTo>
                <a:lnTo>
                  <a:pt x="944489" y="205740"/>
                </a:lnTo>
                <a:lnTo>
                  <a:pt x="963378" y="205740"/>
                </a:lnTo>
                <a:lnTo>
                  <a:pt x="982266" y="205740"/>
                </a:lnTo>
                <a:lnTo>
                  <a:pt x="1001154" y="205740"/>
                </a:lnTo>
                <a:lnTo>
                  <a:pt x="1020042" y="205740"/>
                </a:lnTo>
                <a:lnTo>
                  <a:pt x="1038939" y="205740"/>
                </a:lnTo>
                <a:lnTo>
                  <a:pt x="1057827" y="205740"/>
                </a:lnTo>
                <a:lnTo>
                  <a:pt x="1076716" y="205740"/>
                </a:lnTo>
                <a:lnTo>
                  <a:pt x="1095604" y="205740"/>
                </a:lnTo>
                <a:lnTo>
                  <a:pt x="1114492" y="205740"/>
                </a:lnTo>
                <a:lnTo>
                  <a:pt x="1133380" y="205740"/>
                </a:lnTo>
                <a:lnTo>
                  <a:pt x="1152277" y="205740"/>
                </a:lnTo>
                <a:lnTo>
                  <a:pt x="1171165" y="205740"/>
                </a:lnTo>
                <a:lnTo>
                  <a:pt x="1190054" y="205740"/>
                </a:lnTo>
                <a:lnTo>
                  <a:pt x="1208942" y="205740"/>
                </a:lnTo>
                <a:lnTo>
                  <a:pt x="1227830" y="205740"/>
                </a:lnTo>
                <a:lnTo>
                  <a:pt x="1246727" y="205740"/>
                </a:lnTo>
                <a:lnTo>
                  <a:pt x="1265615" y="205740"/>
                </a:lnTo>
                <a:lnTo>
                  <a:pt x="1284503" y="205740"/>
                </a:lnTo>
                <a:lnTo>
                  <a:pt x="1302506" y="200711"/>
                </a:lnTo>
                <a:lnTo>
                  <a:pt x="1320251" y="194243"/>
                </a:lnTo>
                <a:lnTo>
                  <a:pt x="1337996" y="187766"/>
                </a:lnTo>
                <a:lnTo>
                  <a:pt x="1355741" y="181289"/>
                </a:lnTo>
                <a:lnTo>
                  <a:pt x="1373486" y="174812"/>
                </a:lnTo>
                <a:lnTo>
                  <a:pt x="1391231" y="168345"/>
                </a:lnTo>
                <a:lnTo>
                  <a:pt x="1408976" y="161868"/>
                </a:lnTo>
                <a:lnTo>
                  <a:pt x="1426721" y="155391"/>
                </a:lnTo>
                <a:lnTo>
                  <a:pt x="1444466" y="148914"/>
                </a:lnTo>
                <a:lnTo>
                  <a:pt x="1462211" y="142446"/>
                </a:lnTo>
                <a:lnTo>
                  <a:pt x="1479956" y="135969"/>
                </a:lnTo>
                <a:lnTo>
                  <a:pt x="1497701" y="129492"/>
                </a:lnTo>
                <a:lnTo>
                  <a:pt x="1515447" y="123015"/>
                </a:lnTo>
                <a:lnTo>
                  <a:pt x="1533192" y="116548"/>
                </a:lnTo>
                <a:lnTo>
                  <a:pt x="1550937" y="110071"/>
                </a:lnTo>
                <a:lnTo>
                  <a:pt x="1568682" y="103594"/>
                </a:lnTo>
                <a:lnTo>
                  <a:pt x="1586427" y="97117"/>
                </a:lnTo>
                <a:lnTo>
                  <a:pt x="1604172" y="90649"/>
                </a:lnTo>
                <a:lnTo>
                  <a:pt x="1621927" y="84172"/>
                </a:lnTo>
                <a:lnTo>
                  <a:pt x="1639672" y="77695"/>
                </a:lnTo>
                <a:lnTo>
                  <a:pt x="1657417" y="71218"/>
                </a:lnTo>
                <a:lnTo>
                  <a:pt x="1675162" y="64751"/>
                </a:lnTo>
                <a:lnTo>
                  <a:pt x="1692907" y="58274"/>
                </a:lnTo>
                <a:lnTo>
                  <a:pt x="1710652" y="51797"/>
                </a:lnTo>
                <a:lnTo>
                  <a:pt x="1728397" y="45320"/>
                </a:lnTo>
                <a:lnTo>
                  <a:pt x="1746142" y="38852"/>
                </a:lnTo>
                <a:lnTo>
                  <a:pt x="1763887" y="32375"/>
                </a:lnTo>
                <a:lnTo>
                  <a:pt x="1781632" y="25898"/>
                </a:lnTo>
                <a:lnTo>
                  <a:pt x="1799377" y="19421"/>
                </a:lnTo>
                <a:lnTo>
                  <a:pt x="1817122" y="12954"/>
                </a:lnTo>
                <a:lnTo>
                  <a:pt x="1834867" y="6477"/>
                </a:lnTo>
                <a:lnTo>
                  <a:pt x="18526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592F542-A1F3-41C1-95DE-A9887B6C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6623" y="5038725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3B3862BF-CEBF-4031-A8AD-0761281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148" y="4255437"/>
            <a:ext cx="461963" cy="570881"/>
          </a:xfrm>
          <a:custGeom xmlns:a="http://schemas.openxmlformats.org/drawingml/2006/main">
            <a:pathLst>
              <a:path w="461963" h="570881">
                <a:moveTo>
                  <a:pt x="0" y="570881"/>
                </a:moveTo>
                <a:lnTo>
                  <a:pt x="0" y="552012"/>
                </a:lnTo>
                <a:lnTo>
                  <a:pt x="0" y="533152"/>
                </a:lnTo>
                <a:lnTo>
                  <a:pt x="0" y="514283"/>
                </a:lnTo>
                <a:lnTo>
                  <a:pt x="0" y="495414"/>
                </a:lnTo>
                <a:lnTo>
                  <a:pt x="0" y="476555"/>
                </a:lnTo>
                <a:lnTo>
                  <a:pt x="0" y="457686"/>
                </a:lnTo>
                <a:lnTo>
                  <a:pt x="0" y="438826"/>
                </a:lnTo>
                <a:lnTo>
                  <a:pt x="0" y="419957"/>
                </a:lnTo>
                <a:lnTo>
                  <a:pt x="0" y="401098"/>
                </a:lnTo>
                <a:lnTo>
                  <a:pt x="0" y="382229"/>
                </a:lnTo>
                <a:lnTo>
                  <a:pt x="0" y="363360"/>
                </a:lnTo>
                <a:lnTo>
                  <a:pt x="0" y="344500"/>
                </a:lnTo>
                <a:lnTo>
                  <a:pt x="0" y="325631"/>
                </a:lnTo>
                <a:lnTo>
                  <a:pt x="0" y="306772"/>
                </a:lnTo>
                <a:lnTo>
                  <a:pt x="0" y="287903"/>
                </a:lnTo>
                <a:lnTo>
                  <a:pt x="0" y="269034"/>
                </a:lnTo>
                <a:lnTo>
                  <a:pt x="0" y="250174"/>
                </a:lnTo>
                <a:lnTo>
                  <a:pt x="0" y="231305"/>
                </a:lnTo>
                <a:lnTo>
                  <a:pt x="0" y="212446"/>
                </a:lnTo>
                <a:lnTo>
                  <a:pt x="0" y="193577"/>
                </a:lnTo>
                <a:lnTo>
                  <a:pt x="0" y="174717"/>
                </a:lnTo>
                <a:lnTo>
                  <a:pt x="0" y="155848"/>
                </a:lnTo>
                <a:lnTo>
                  <a:pt x="14945" y="147771"/>
                </a:lnTo>
                <a:lnTo>
                  <a:pt x="32852" y="141827"/>
                </a:lnTo>
                <a:lnTo>
                  <a:pt x="50749" y="135884"/>
                </a:lnTo>
                <a:lnTo>
                  <a:pt x="68656" y="129940"/>
                </a:lnTo>
                <a:lnTo>
                  <a:pt x="86563" y="123996"/>
                </a:lnTo>
                <a:lnTo>
                  <a:pt x="104470" y="118053"/>
                </a:lnTo>
                <a:lnTo>
                  <a:pt x="122368" y="112109"/>
                </a:lnTo>
                <a:lnTo>
                  <a:pt x="140275" y="106166"/>
                </a:lnTo>
                <a:lnTo>
                  <a:pt x="158182" y="100222"/>
                </a:lnTo>
                <a:lnTo>
                  <a:pt x="176089" y="94278"/>
                </a:lnTo>
                <a:lnTo>
                  <a:pt x="193986" y="88335"/>
                </a:lnTo>
                <a:lnTo>
                  <a:pt x="211893" y="82391"/>
                </a:lnTo>
                <a:lnTo>
                  <a:pt x="229800" y="76448"/>
                </a:lnTo>
                <a:lnTo>
                  <a:pt x="247698" y="70504"/>
                </a:lnTo>
                <a:lnTo>
                  <a:pt x="265605" y="64560"/>
                </a:lnTo>
                <a:lnTo>
                  <a:pt x="283512" y="58617"/>
                </a:lnTo>
                <a:lnTo>
                  <a:pt x="301419" y="52673"/>
                </a:lnTo>
                <a:lnTo>
                  <a:pt x="319316" y="46730"/>
                </a:lnTo>
                <a:lnTo>
                  <a:pt x="337223" y="40786"/>
                </a:lnTo>
                <a:lnTo>
                  <a:pt x="355130" y="34842"/>
                </a:lnTo>
                <a:lnTo>
                  <a:pt x="373028" y="28899"/>
                </a:lnTo>
                <a:lnTo>
                  <a:pt x="390935" y="22955"/>
                </a:lnTo>
                <a:lnTo>
                  <a:pt x="408842" y="17012"/>
                </a:lnTo>
                <a:lnTo>
                  <a:pt x="426749" y="11068"/>
                </a:lnTo>
                <a:lnTo>
                  <a:pt x="444646" y="5124"/>
                </a:lnTo>
                <a:lnTo>
                  <a:pt x="461963" y="0"/>
                </a:lnTo>
                <a:lnTo>
                  <a:pt x="461963" y="18869"/>
                </a:lnTo>
                <a:lnTo>
                  <a:pt x="461963" y="37729"/>
                </a:lnTo>
                <a:lnTo>
                  <a:pt x="461963" y="56598"/>
                </a:lnTo>
                <a:lnTo>
                  <a:pt x="461963" y="75457"/>
                </a:lnTo>
                <a:lnTo>
                  <a:pt x="461963" y="94326"/>
                </a:lnTo>
                <a:lnTo>
                  <a:pt x="461963" y="113186"/>
                </a:lnTo>
                <a:lnTo>
                  <a:pt x="461963" y="132055"/>
                </a:lnTo>
                <a:lnTo>
                  <a:pt x="461963" y="150924"/>
                </a:lnTo>
                <a:lnTo>
                  <a:pt x="461963" y="169783"/>
                </a:lnTo>
                <a:lnTo>
                  <a:pt x="461963" y="188652"/>
                </a:lnTo>
                <a:lnTo>
                  <a:pt x="461963" y="207512"/>
                </a:lnTo>
                <a:lnTo>
                  <a:pt x="461963" y="226381"/>
                </a:lnTo>
                <a:lnTo>
                  <a:pt x="461963" y="245250"/>
                </a:lnTo>
                <a:lnTo>
                  <a:pt x="461963" y="264109"/>
                </a:lnTo>
                <a:lnTo>
                  <a:pt x="461963" y="282978"/>
                </a:lnTo>
                <a:lnTo>
                  <a:pt x="461963" y="301838"/>
                </a:lnTo>
                <a:lnTo>
                  <a:pt x="461963" y="320707"/>
                </a:lnTo>
                <a:lnTo>
                  <a:pt x="461963" y="339566"/>
                </a:lnTo>
                <a:lnTo>
                  <a:pt x="461963" y="358435"/>
                </a:lnTo>
                <a:lnTo>
                  <a:pt x="461963" y="377304"/>
                </a:lnTo>
                <a:lnTo>
                  <a:pt x="457019" y="392782"/>
                </a:lnTo>
                <a:lnTo>
                  <a:pt x="439436" y="399631"/>
                </a:lnTo>
                <a:lnTo>
                  <a:pt x="421862" y="406479"/>
                </a:lnTo>
                <a:lnTo>
                  <a:pt x="404279" y="413337"/>
                </a:lnTo>
                <a:lnTo>
                  <a:pt x="386705" y="420186"/>
                </a:lnTo>
                <a:lnTo>
                  <a:pt x="369132" y="427034"/>
                </a:lnTo>
                <a:lnTo>
                  <a:pt x="351549" y="433883"/>
                </a:lnTo>
                <a:lnTo>
                  <a:pt x="333975" y="440731"/>
                </a:lnTo>
                <a:lnTo>
                  <a:pt x="316392" y="447580"/>
                </a:lnTo>
                <a:lnTo>
                  <a:pt x="298818" y="454428"/>
                </a:lnTo>
                <a:lnTo>
                  <a:pt x="281235" y="461277"/>
                </a:lnTo>
                <a:lnTo>
                  <a:pt x="263662" y="468135"/>
                </a:lnTo>
                <a:lnTo>
                  <a:pt x="246088" y="474983"/>
                </a:lnTo>
                <a:lnTo>
                  <a:pt x="228505" y="481832"/>
                </a:lnTo>
                <a:lnTo>
                  <a:pt x="210931" y="488680"/>
                </a:lnTo>
                <a:lnTo>
                  <a:pt x="193348" y="495529"/>
                </a:lnTo>
                <a:lnTo>
                  <a:pt x="175774" y="502377"/>
                </a:lnTo>
                <a:lnTo>
                  <a:pt x="158201" y="509226"/>
                </a:lnTo>
                <a:lnTo>
                  <a:pt x="140618" y="516084"/>
                </a:lnTo>
                <a:lnTo>
                  <a:pt x="123044" y="522932"/>
                </a:lnTo>
                <a:lnTo>
                  <a:pt x="105461" y="529781"/>
                </a:lnTo>
                <a:lnTo>
                  <a:pt x="87887" y="536629"/>
                </a:lnTo>
                <a:lnTo>
                  <a:pt x="70314" y="543477"/>
                </a:lnTo>
                <a:lnTo>
                  <a:pt x="52730" y="550326"/>
                </a:lnTo>
                <a:lnTo>
                  <a:pt x="35157" y="557174"/>
                </a:lnTo>
                <a:lnTo>
                  <a:pt x="17574" y="564032"/>
                </a:lnTo>
                <a:lnTo>
                  <a:pt x="0" y="570881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F2E8E006-E34B-4337-93E4-DD8D999F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2433" y="4646295"/>
            <a:ext cx="1984896" cy="180023"/>
          </a:xfrm>
          <a:custGeom xmlns:a="http://schemas.openxmlformats.org/drawingml/2006/main">
            <a:pathLst>
              <a:path w="1984896" h="180023">
                <a:moveTo>
                  <a:pt x="0" y="180023"/>
                </a:moveTo>
                <a:lnTo>
                  <a:pt x="18993" y="180023"/>
                </a:lnTo>
                <a:lnTo>
                  <a:pt x="37986" y="180023"/>
                </a:lnTo>
                <a:lnTo>
                  <a:pt x="56979" y="180023"/>
                </a:lnTo>
                <a:lnTo>
                  <a:pt x="75971" y="180023"/>
                </a:lnTo>
                <a:lnTo>
                  <a:pt x="94964" y="180023"/>
                </a:lnTo>
                <a:lnTo>
                  <a:pt x="113957" y="180023"/>
                </a:lnTo>
                <a:lnTo>
                  <a:pt x="132950" y="180023"/>
                </a:lnTo>
                <a:lnTo>
                  <a:pt x="151943" y="180023"/>
                </a:lnTo>
                <a:lnTo>
                  <a:pt x="170945" y="180023"/>
                </a:lnTo>
                <a:lnTo>
                  <a:pt x="189938" y="180023"/>
                </a:lnTo>
                <a:lnTo>
                  <a:pt x="208931" y="180023"/>
                </a:lnTo>
                <a:lnTo>
                  <a:pt x="227924" y="180023"/>
                </a:lnTo>
                <a:lnTo>
                  <a:pt x="246917" y="180023"/>
                </a:lnTo>
                <a:lnTo>
                  <a:pt x="265909" y="180023"/>
                </a:lnTo>
                <a:lnTo>
                  <a:pt x="284902" y="180023"/>
                </a:lnTo>
                <a:lnTo>
                  <a:pt x="303895" y="180023"/>
                </a:lnTo>
                <a:lnTo>
                  <a:pt x="322888" y="180023"/>
                </a:lnTo>
                <a:lnTo>
                  <a:pt x="341881" y="180023"/>
                </a:lnTo>
                <a:lnTo>
                  <a:pt x="360874" y="180023"/>
                </a:lnTo>
                <a:lnTo>
                  <a:pt x="379867" y="180023"/>
                </a:lnTo>
                <a:lnTo>
                  <a:pt x="398859" y="180023"/>
                </a:lnTo>
                <a:lnTo>
                  <a:pt x="417852" y="180023"/>
                </a:lnTo>
                <a:lnTo>
                  <a:pt x="436845" y="180023"/>
                </a:lnTo>
                <a:lnTo>
                  <a:pt x="455838" y="180023"/>
                </a:lnTo>
                <a:lnTo>
                  <a:pt x="474840" y="180023"/>
                </a:lnTo>
                <a:lnTo>
                  <a:pt x="493833" y="180023"/>
                </a:lnTo>
                <a:lnTo>
                  <a:pt x="512826" y="180023"/>
                </a:lnTo>
                <a:lnTo>
                  <a:pt x="531819" y="180023"/>
                </a:lnTo>
                <a:lnTo>
                  <a:pt x="550812" y="180023"/>
                </a:lnTo>
                <a:lnTo>
                  <a:pt x="569805" y="180023"/>
                </a:lnTo>
                <a:lnTo>
                  <a:pt x="588797" y="180023"/>
                </a:lnTo>
                <a:lnTo>
                  <a:pt x="607790" y="180023"/>
                </a:lnTo>
                <a:lnTo>
                  <a:pt x="626783" y="180023"/>
                </a:lnTo>
                <a:lnTo>
                  <a:pt x="645776" y="180023"/>
                </a:lnTo>
                <a:lnTo>
                  <a:pt x="664769" y="180023"/>
                </a:lnTo>
                <a:lnTo>
                  <a:pt x="683762" y="180023"/>
                </a:lnTo>
                <a:lnTo>
                  <a:pt x="702755" y="180023"/>
                </a:lnTo>
                <a:lnTo>
                  <a:pt x="721747" y="180023"/>
                </a:lnTo>
                <a:lnTo>
                  <a:pt x="740740" y="180023"/>
                </a:lnTo>
                <a:lnTo>
                  <a:pt x="759733" y="180023"/>
                </a:lnTo>
                <a:lnTo>
                  <a:pt x="778726" y="180023"/>
                </a:lnTo>
                <a:lnTo>
                  <a:pt x="797728" y="180023"/>
                </a:lnTo>
                <a:lnTo>
                  <a:pt x="816721" y="180023"/>
                </a:lnTo>
                <a:lnTo>
                  <a:pt x="835714" y="180023"/>
                </a:lnTo>
                <a:lnTo>
                  <a:pt x="854707" y="180023"/>
                </a:lnTo>
                <a:lnTo>
                  <a:pt x="873700" y="180023"/>
                </a:lnTo>
                <a:lnTo>
                  <a:pt x="892693" y="180023"/>
                </a:lnTo>
                <a:lnTo>
                  <a:pt x="911685" y="180023"/>
                </a:lnTo>
                <a:lnTo>
                  <a:pt x="930678" y="180023"/>
                </a:lnTo>
                <a:lnTo>
                  <a:pt x="949671" y="180023"/>
                </a:lnTo>
                <a:lnTo>
                  <a:pt x="968664" y="180023"/>
                </a:lnTo>
                <a:lnTo>
                  <a:pt x="987657" y="180023"/>
                </a:lnTo>
                <a:lnTo>
                  <a:pt x="1006650" y="180023"/>
                </a:lnTo>
                <a:lnTo>
                  <a:pt x="1025642" y="180023"/>
                </a:lnTo>
                <a:lnTo>
                  <a:pt x="1044635" y="180023"/>
                </a:lnTo>
                <a:lnTo>
                  <a:pt x="1063628" y="180023"/>
                </a:lnTo>
                <a:lnTo>
                  <a:pt x="1082621" y="180023"/>
                </a:lnTo>
                <a:lnTo>
                  <a:pt x="1101614" y="180023"/>
                </a:lnTo>
                <a:lnTo>
                  <a:pt x="1120616" y="180023"/>
                </a:lnTo>
                <a:lnTo>
                  <a:pt x="1139609" y="180023"/>
                </a:lnTo>
                <a:lnTo>
                  <a:pt x="1158602" y="180023"/>
                </a:lnTo>
                <a:lnTo>
                  <a:pt x="1177595" y="180023"/>
                </a:lnTo>
                <a:lnTo>
                  <a:pt x="1196588" y="180023"/>
                </a:lnTo>
                <a:lnTo>
                  <a:pt x="1215581" y="180023"/>
                </a:lnTo>
                <a:lnTo>
                  <a:pt x="1234573" y="180023"/>
                </a:lnTo>
                <a:lnTo>
                  <a:pt x="1253566" y="180023"/>
                </a:lnTo>
                <a:lnTo>
                  <a:pt x="1272559" y="180023"/>
                </a:lnTo>
                <a:lnTo>
                  <a:pt x="1291552" y="180023"/>
                </a:lnTo>
                <a:lnTo>
                  <a:pt x="1310545" y="180023"/>
                </a:lnTo>
                <a:lnTo>
                  <a:pt x="1329538" y="180023"/>
                </a:lnTo>
                <a:lnTo>
                  <a:pt x="1348530" y="180023"/>
                </a:lnTo>
                <a:lnTo>
                  <a:pt x="1367523" y="180023"/>
                </a:lnTo>
                <a:lnTo>
                  <a:pt x="1386516" y="180023"/>
                </a:lnTo>
                <a:lnTo>
                  <a:pt x="1405509" y="180023"/>
                </a:lnTo>
                <a:lnTo>
                  <a:pt x="1424511" y="180023"/>
                </a:lnTo>
                <a:lnTo>
                  <a:pt x="1443504" y="180023"/>
                </a:lnTo>
                <a:lnTo>
                  <a:pt x="1462497" y="180023"/>
                </a:lnTo>
                <a:lnTo>
                  <a:pt x="1481490" y="180023"/>
                </a:lnTo>
                <a:lnTo>
                  <a:pt x="1500483" y="180023"/>
                </a:lnTo>
                <a:lnTo>
                  <a:pt x="1519476" y="180023"/>
                </a:lnTo>
                <a:lnTo>
                  <a:pt x="1537868" y="176841"/>
                </a:lnTo>
                <a:lnTo>
                  <a:pt x="1555566" y="169945"/>
                </a:lnTo>
                <a:lnTo>
                  <a:pt x="1573263" y="163049"/>
                </a:lnTo>
                <a:lnTo>
                  <a:pt x="1590961" y="156153"/>
                </a:lnTo>
                <a:lnTo>
                  <a:pt x="1608658" y="149257"/>
                </a:lnTo>
                <a:lnTo>
                  <a:pt x="1626356" y="142361"/>
                </a:lnTo>
                <a:lnTo>
                  <a:pt x="1644053" y="135465"/>
                </a:lnTo>
                <a:lnTo>
                  <a:pt x="1661751" y="128568"/>
                </a:lnTo>
                <a:lnTo>
                  <a:pt x="1679448" y="121672"/>
                </a:lnTo>
                <a:lnTo>
                  <a:pt x="1697145" y="114776"/>
                </a:lnTo>
                <a:lnTo>
                  <a:pt x="1714843" y="107880"/>
                </a:lnTo>
                <a:lnTo>
                  <a:pt x="1732540" y="100984"/>
                </a:lnTo>
                <a:lnTo>
                  <a:pt x="1750238" y="94088"/>
                </a:lnTo>
                <a:lnTo>
                  <a:pt x="1767935" y="87192"/>
                </a:lnTo>
                <a:lnTo>
                  <a:pt x="1785633" y="80296"/>
                </a:lnTo>
                <a:lnTo>
                  <a:pt x="1803330" y="73400"/>
                </a:lnTo>
                <a:lnTo>
                  <a:pt x="1821028" y="66504"/>
                </a:lnTo>
                <a:lnTo>
                  <a:pt x="1838725" y="59607"/>
                </a:lnTo>
                <a:lnTo>
                  <a:pt x="1856423" y="52711"/>
                </a:lnTo>
                <a:lnTo>
                  <a:pt x="1874120" y="45815"/>
                </a:lnTo>
                <a:lnTo>
                  <a:pt x="1891817" y="38919"/>
                </a:lnTo>
                <a:lnTo>
                  <a:pt x="1909515" y="32023"/>
                </a:lnTo>
                <a:lnTo>
                  <a:pt x="1927203" y="25127"/>
                </a:lnTo>
                <a:lnTo>
                  <a:pt x="1944900" y="18231"/>
                </a:lnTo>
                <a:lnTo>
                  <a:pt x="1962598" y="11335"/>
                </a:lnTo>
                <a:lnTo>
                  <a:pt x="1980295" y="4439"/>
                </a:lnTo>
                <a:lnTo>
                  <a:pt x="1984896" y="0"/>
                </a:lnTo>
                <a:lnTo>
                  <a:pt x="1965903" y="0"/>
                </a:lnTo>
                <a:lnTo>
                  <a:pt x="1946910" y="0"/>
                </a:lnTo>
                <a:lnTo>
                  <a:pt x="1927917" y="0"/>
                </a:lnTo>
                <a:lnTo>
                  <a:pt x="1908924" y="0"/>
                </a:lnTo>
                <a:lnTo>
                  <a:pt x="1889931" y="0"/>
                </a:lnTo>
                <a:lnTo>
                  <a:pt x="1870939" y="0"/>
                </a:lnTo>
                <a:lnTo>
                  <a:pt x="1851946" y="0"/>
                </a:lnTo>
                <a:lnTo>
                  <a:pt x="1832953" y="0"/>
                </a:lnTo>
                <a:lnTo>
                  <a:pt x="1813960" y="0"/>
                </a:lnTo>
                <a:lnTo>
                  <a:pt x="1794967" y="0"/>
                </a:lnTo>
                <a:lnTo>
                  <a:pt x="1775965" y="0"/>
                </a:lnTo>
                <a:lnTo>
                  <a:pt x="1756972" y="0"/>
                </a:lnTo>
                <a:lnTo>
                  <a:pt x="1737979" y="0"/>
                </a:lnTo>
                <a:lnTo>
                  <a:pt x="1718986" y="0"/>
                </a:lnTo>
                <a:lnTo>
                  <a:pt x="1699993" y="0"/>
                </a:lnTo>
                <a:lnTo>
                  <a:pt x="1681001" y="0"/>
                </a:lnTo>
                <a:lnTo>
                  <a:pt x="1662008" y="0"/>
                </a:lnTo>
                <a:lnTo>
                  <a:pt x="1643015" y="0"/>
                </a:lnTo>
                <a:lnTo>
                  <a:pt x="1624022" y="0"/>
                </a:lnTo>
                <a:lnTo>
                  <a:pt x="1605029" y="0"/>
                </a:lnTo>
                <a:lnTo>
                  <a:pt x="1586036" y="0"/>
                </a:lnTo>
                <a:lnTo>
                  <a:pt x="1567043" y="0"/>
                </a:lnTo>
                <a:lnTo>
                  <a:pt x="1548051" y="0"/>
                </a:lnTo>
                <a:lnTo>
                  <a:pt x="1529058" y="0"/>
                </a:lnTo>
                <a:lnTo>
                  <a:pt x="1510065" y="0"/>
                </a:lnTo>
                <a:lnTo>
                  <a:pt x="1491072" y="0"/>
                </a:lnTo>
                <a:lnTo>
                  <a:pt x="1472079" y="0"/>
                </a:lnTo>
                <a:lnTo>
                  <a:pt x="1453086" y="0"/>
                </a:lnTo>
                <a:lnTo>
                  <a:pt x="1434084" y="0"/>
                </a:lnTo>
                <a:lnTo>
                  <a:pt x="1415091" y="0"/>
                </a:lnTo>
                <a:lnTo>
                  <a:pt x="1396098" y="0"/>
                </a:lnTo>
                <a:lnTo>
                  <a:pt x="1377105" y="0"/>
                </a:lnTo>
                <a:lnTo>
                  <a:pt x="1358113" y="0"/>
                </a:lnTo>
                <a:lnTo>
                  <a:pt x="1339120" y="0"/>
                </a:lnTo>
                <a:lnTo>
                  <a:pt x="1320127" y="0"/>
                </a:lnTo>
                <a:lnTo>
                  <a:pt x="1301134" y="0"/>
                </a:lnTo>
                <a:lnTo>
                  <a:pt x="1282141" y="0"/>
                </a:lnTo>
                <a:lnTo>
                  <a:pt x="1263148" y="0"/>
                </a:lnTo>
                <a:lnTo>
                  <a:pt x="1244156" y="0"/>
                </a:lnTo>
                <a:lnTo>
                  <a:pt x="1225163" y="0"/>
                </a:lnTo>
                <a:lnTo>
                  <a:pt x="1206170" y="0"/>
                </a:lnTo>
                <a:lnTo>
                  <a:pt x="1187177" y="0"/>
                </a:lnTo>
                <a:lnTo>
                  <a:pt x="1168184" y="0"/>
                </a:lnTo>
                <a:lnTo>
                  <a:pt x="1149191" y="0"/>
                </a:lnTo>
                <a:lnTo>
                  <a:pt x="1130189" y="0"/>
                </a:lnTo>
                <a:lnTo>
                  <a:pt x="1111196" y="0"/>
                </a:lnTo>
                <a:lnTo>
                  <a:pt x="1092203" y="0"/>
                </a:lnTo>
                <a:lnTo>
                  <a:pt x="1073210" y="0"/>
                </a:lnTo>
                <a:lnTo>
                  <a:pt x="1054217" y="0"/>
                </a:lnTo>
                <a:lnTo>
                  <a:pt x="1035225" y="0"/>
                </a:lnTo>
                <a:lnTo>
                  <a:pt x="1016232" y="0"/>
                </a:lnTo>
                <a:lnTo>
                  <a:pt x="997239" y="0"/>
                </a:lnTo>
                <a:lnTo>
                  <a:pt x="978246" y="0"/>
                </a:lnTo>
                <a:lnTo>
                  <a:pt x="959253" y="0"/>
                </a:lnTo>
                <a:lnTo>
                  <a:pt x="940260" y="0"/>
                </a:lnTo>
                <a:lnTo>
                  <a:pt x="921268" y="0"/>
                </a:lnTo>
                <a:lnTo>
                  <a:pt x="902275" y="0"/>
                </a:lnTo>
                <a:lnTo>
                  <a:pt x="883282" y="0"/>
                </a:lnTo>
                <a:lnTo>
                  <a:pt x="864289" y="0"/>
                </a:lnTo>
                <a:lnTo>
                  <a:pt x="845296" y="0"/>
                </a:lnTo>
                <a:lnTo>
                  <a:pt x="826303" y="0"/>
                </a:lnTo>
                <a:lnTo>
                  <a:pt x="807301" y="0"/>
                </a:lnTo>
                <a:lnTo>
                  <a:pt x="788308" y="0"/>
                </a:lnTo>
                <a:lnTo>
                  <a:pt x="769315" y="0"/>
                </a:lnTo>
                <a:lnTo>
                  <a:pt x="750322" y="0"/>
                </a:lnTo>
                <a:lnTo>
                  <a:pt x="731330" y="0"/>
                </a:lnTo>
                <a:lnTo>
                  <a:pt x="712337" y="0"/>
                </a:lnTo>
                <a:lnTo>
                  <a:pt x="693344" y="0"/>
                </a:lnTo>
                <a:lnTo>
                  <a:pt x="674351" y="0"/>
                </a:lnTo>
                <a:lnTo>
                  <a:pt x="655358" y="0"/>
                </a:lnTo>
                <a:lnTo>
                  <a:pt x="636365" y="0"/>
                </a:lnTo>
                <a:lnTo>
                  <a:pt x="617372" y="0"/>
                </a:lnTo>
                <a:lnTo>
                  <a:pt x="598380" y="0"/>
                </a:lnTo>
                <a:lnTo>
                  <a:pt x="579387" y="0"/>
                </a:lnTo>
                <a:lnTo>
                  <a:pt x="560394" y="0"/>
                </a:lnTo>
                <a:lnTo>
                  <a:pt x="542115" y="4572"/>
                </a:lnTo>
                <a:lnTo>
                  <a:pt x="524046" y="10420"/>
                </a:lnTo>
                <a:lnTo>
                  <a:pt x="505978" y="16269"/>
                </a:lnTo>
                <a:lnTo>
                  <a:pt x="487909" y="22117"/>
                </a:lnTo>
                <a:lnTo>
                  <a:pt x="469840" y="27965"/>
                </a:lnTo>
                <a:lnTo>
                  <a:pt x="451771" y="33814"/>
                </a:lnTo>
                <a:lnTo>
                  <a:pt x="433692" y="39662"/>
                </a:lnTo>
                <a:lnTo>
                  <a:pt x="415623" y="45510"/>
                </a:lnTo>
                <a:lnTo>
                  <a:pt x="397554" y="51359"/>
                </a:lnTo>
                <a:lnTo>
                  <a:pt x="379486" y="57207"/>
                </a:lnTo>
                <a:lnTo>
                  <a:pt x="361417" y="63056"/>
                </a:lnTo>
                <a:lnTo>
                  <a:pt x="343338" y="68904"/>
                </a:lnTo>
                <a:lnTo>
                  <a:pt x="325269" y="74752"/>
                </a:lnTo>
                <a:lnTo>
                  <a:pt x="307200" y="80601"/>
                </a:lnTo>
                <a:lnTo>
                  <a:pt x="289131" y="86449"/>
                </a:lnTo>
                <a:lnTo>
                  <a:pt x="271062" y="92297"/>
                </a:lnTo>
                <a:lnTo>
                  <a:pt x="252994" y="98146"/>
                </a:lnTo>
                <a:lnTo>
                  <a:pt x="234915" y="103994"/>
                </a:lnTo>
                <a:lnTo>
                  <a:pt x="216846" y="109842"/>
                </a:lnTo>
                <a:lnTo>
                  <a:pt x="198777" y="115691"/>
                </a:lnTo>
                <a:lnTo>
                  <a:pt x="180708" y="121539"/>
                </a:lnTo>
                <a:lnTo>
                  <a:pt x="162639" y="127387"/>
                </a:lnTo>
                <a:lnTo>
                  <a:pt x="144561" y="133236"/>
                </a:lnTo>
                <a:lnTo>
                  <a:pt x="126492" y="139084"/>
                </a:lnTo>
                <a:lnTo>
                  <a:pt x="108423" y="144932"/>
                </a:lnTo>
                <a:lnTo>
                  <a:pt x="90354" y="150781"/>
                </a:lnTo>
                <a:lnTo>
                  <a:pt x="72285" y="156629"/>
                </a:lnTo>
                <a:lnTo>
                  <a:pt x="54216" y="162477"/>
                </a:lnTo>
                <a:lnTo>
                  <a:pt x="36138" y="168326"/>
                </a:lnTo>
                <a:lnTo>
                  <a:pt x="18069" y="174174"/>
                </a:lnTo>
                <a:lnTo>
                  <a:pt x="0" y="18002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47ED078C-F38F-4C68-BDF8-9FEDAC0A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448" y="4646295"/>
            <a:ext cx="1758315" cy="180023"/>
          </a:xfrm>
          <a:custGeom xmlns:a="http://schemas.openxmlformats.org/drawingml/2006/main">
            <a:pathLst>
              <a:path w="1758315" h="180023">
                <a:moveTo>
                  <a:pt x="0" y="180023"/>
                </a:moveTo>
                <a:lnTo>
                  <a:pt x="18860" y="180023"/>
                </a:lnTo>
                <a:lnTo>
                  <a:pt x="37719" y="180023"/>
                </a:lnTo>
                <a:lnTo>
                  <a:pt x="56579" y="180023"/>
                </a:lnTo>
                <a:lnTo>
                  <a:pt x="75438" y="180023"/>
                </a:lnTo>
                <a:lnTo>
                  <a:pt x="94298" y="180023"/>
                </a:lnTo>
                <a:lnTo>
                  <a:pt x="113157" y="180023"/>
                </a:lnTo>
                <a:lnTo>
                  <a:pt x="132017" y="180023"/>
                </a:lnTo>
                <a:lnTo>
                  <a:pt x="150876" y="180023"/>
                </a:lnTo>
                <a:lnTo>
                  <a:pt x="169736" y="180023"/>
                </a:lnTo>
                <a:lnTo>
                  <a:pt x="188595" y="180023"/>
                </a:lnTo>
                <a:lnTo>
                  <a:pt x="207455" y="180023"/>
                </a:lnTo>
                <a:lnTo>
                  <a:pt x="226314" y="180023"/>
                </a:lnTo>
                <a:lnTo>
                  <a:pt x="245173" y="180023"/>
                </a:lnTo>
                <a:lnTo>
                  <a:pt x="264033" y="180023"/>
                </a:lnTo>
                <a:lnTo>
                  <a:pt x="282893" y="180023"/>
                </a:lnTo>
                <a:lnTo>
                  <a:pt x="301752" y="180023"/>
                </a:lnTo>
                <a:lnTo>
                  <a:pt x="320611" y="180023"/>
                </a:lnTo>
                <a:lnTo>
                  <a:pt x="339471" y="180023"/>
                </a:lnTo>
                <a:lnTo>
                  <a:pt x="358331" y="180023"/>
                </a:lnTo>
                <a:lnTo>
                  <a:pt x="377190" y="180023"/>
                </a:lnTo>
                <a:lnTo>
                  <a:pt x="396050" y="180023"/>
                </a:lnTo>
                <a:lnTo>
                  <a:pt x="414909" y="180023"/>
                </a:lnTo>
                <a:lnTo>
                  <a:pt x="433769" y="180023"/>
                </a:lnTo>
                <a:lnTo>
                  <a:pt x="452628" y="180023"/>
                </a:lnTo>
                <a:lnTo>
                  <a:pt x="471488" y="180023"/>
                </a:lnTo>
                <a:lnTo>
                  <a:pt x="490347" y="180023"/>
                </a:lnTo>
                <a:lnTo>
                  <a:pt x="509207" y="180023"/>
                </a:lnTo>
                <a:lnTo>
                  <a:pt x="528066" y="180023"/>
                </a:lnTo>
                <a:lnTo>
                  <a:pt x="546926" y="180023"/>
                </a:lnTo>
                <a:lnTo>
                  <a:pt x="565785" y="180023"/>
                </a:lnTo>
                <a:lnTo>
                  <a:pt x="584645" y="180023"/>
                </a:lnTo>
                <a:lnTo>
                  <a:pt x="603504" y="180023"/>
                </a:lnTo>
                <a:lnTo>
                  <a:pt x="622364" y="180023"/>
                </a:lnTo>
                <a:lnTo>
                  <a:pt x="641223" y="180023"/>
                </a:lnTo>
                <a:lnTo>
                  <a:pt x="660083" y="180023"/>
                </a:lnTo>
                <a:lnTo>
                  <a:pt x="678942" y="180023"/>
                </a:lnTo>
                <a:lnTo>
                  <a:pt x="697792" y="180023"/>
                </a:lnTo>
                <a:lnTo>
                  <a:pt x="716651" y="180023"/>
                </a:lnTo>
                <a:lnTo>
                  <a:pt x="735511" y="180023"/>
                </a:lnTo>
                <a:lnTo>
                  <a:pt x="754370" y="180023"/>
                </a:lnTo>
                <a:lnTo>
                  <a:pt x="773230" y="180023"/>
                </a:lnTo>
                <a:lnTo>
                  <a:pt x="792089" y="180023"/>
                </a:lnTo>
                <a:lnTo>
                  <a:pt x="810949" y="180023"/>
                </a:lnTo>
                <a:lnTo>
                  <a:pt x="829808" y="180023"/>
                </a:lnTo>
                <a:lnTo>
                  <a:pt x="848668" y="180023"/>
                </a:lnTo>
                <a:lnTo>
                  <a:pt x="867527" y="180023"/>
                </a:lnTo>
                <a:lnTo>
                  <a:pt x="886387" y="180023"/>
                </a:lnTo>
                <a:lnTo>
                  <a:pt x="905246" y="180023"/>
                </a:lnTo>
                <a:lnTo>
                  <a:pt x="924106" y="180023"/>
                </a:lnTo>
                <a:lnTo>
                  <a:pt x="942965" y="180023"/>
                </a:lnTo>
                <a:lnTo>
                  <a:pt x="961825" y="180023"/>
                </a:lnTo>
                <a:lnTo>
                  <a:pt x="980684" y="180023"/>
                </a:lnTo>
                <a:lnTo>
                  <a:pt x="999544" y="180023"/>
                </a:lnTo>
                <a:lnTo>
                  <a:pt x="1018403" y="180023"/>
                </a:lnTo>
                <a:lnTo>
                  <a:pt x="1037263" y="180023"/>
                </a:lnTo>
                <a:lnTo>
                  <a:pt x="1056122" y="180023"/>
                </a:lnTo>
                <a:lnTo>
                  <a:pt x="1074982" y="180023"/>
                </a:lnTo>
                <a:lnTo>
                  <a:pt x="1093841" y="180023"/>
                </a:lnTo>
                <a:lnTo>
                  <a:pt x="1112701" y="180023"/>
                </a:lnTo>
                <a:lnTo>
                  <a:pt x="1131560" y="180023"/>
                </a:lnTo>
                <a:lnTo>
                  <a:pt x="1150420" y="180023"/>
                </a:lnTo>
                <a:lnTo>
                  <a:pt x="1169279" y="180023"/>
                </a:lnTo>
                <a:lnTo>
                  <a:pt x="1188139" y="180023"/>
                </a:lnTo>
                <a:lnTo>
                  <a:pt x="1206998" y="180023"/>
                </a:lnTo>
                <a:lnTo>
                  <a:pt x="1225858" y="180023"/>
                </a:lnTo>
                <a:lnTo>
                  <a:pt x="1244717" y="180023"/>
                </a:lnTo>
                <a:lnTo>
                  <a:pt x="1263577" y="180023"/>
                </a:lnTo>
                <a:lnTo>
                  <a:pt x="1282436" y="180023"/>
                </a:lnTo>
                <a:lnTo>
                  <a:pt x="1300467" y="175527"/>
                </a:lnTo>
                <a:lnTo>
                  <a:pt x="1318070" y="168773"/>
                </a:lnTo>
                <a:lnTo>
                  <a:pt x="1335681" y="162020"/>
                </a:lnTo>
                <a:lnTo>
                  <a:pt x="1353293" y="155277"/>
                </a:lnTo>
                <a:lnTo>
                  <a:pt x="1370905" y="148523"/>
                </a:lnTo>
                <a:lnTo>
                  <a:pt x="1388516" y="141770"/>
                </a:lnTo>
                <a:lnTo>
                  <a:pt x="1406119" y="135017"/>
                </a:lnTo>
                <a:lnTo>
                  <a:pt x="1423730" y="128273"/>
                </a:lnTo>
                <a:lnTo>
                  <a:pt x="1441342" y="121520"/>
                </a:lnTo>
                <a:lnTo>
                  <a:pt x="1458954" y="114767"/>
                </a:lnTo>
                <a:lnTo>
                  <a:pt x="1476566" y="108014"/>
                </a:lnTo>
                <a:lnTo>
                  <a:pt x="1494168" y="101260"/>
                </a:lnTo>
                <a:lnTo>
                  <a:pt x="1511779" y="94517"/>
                </a:lnTo>
                <a:lnTo>
                  <a:pt x="1529391" y="87763"/>
                </a:lnTo>
                <a:lnTo>
                  <a:pt x="1547003" y="81010"/>
                </a:lnTo>
                <a:lnTo>
                  <a:pt x="1564605" y="74257"/>
                </a:lnTo>
                <a:lnTo>
                  <a:pt x="1582217" y="67513"/>
                </a:lnTo>
                <a:lnTo>
                  <a:pt x="1599829" y="60760"/>
                </a:lnTo>
                <a:lnTo>
                  <a:pt x="1617440" y="54007"/>
                </a:lnTo>
                <a:lnTo>
                  <a:pt x="1635052" y="47254"/>
                </a:lnTo>
                <a:lnTo>
                  <a:pt x="1652654" y="40510"/>
                </a:lnTo>
                <a:lnTo>
                  <a:pt x="1670266" y="33757"/>
                </a:lnTo>
                <a:lnTo>
                  <a:pt x="1687878" y="27003"/>
                </a:lnTo>
                <a:lnTo>
                  <a:pt x="1705489" y="20250"/>
                </a:lnTo>
                <a:lnTo>
                  <a:pt x="1723092" y="13506"/>
                </a:lnTo>
                <a:lnTo>
                  <a:pt x="1740703" y="6753"/>
                </a:lnTo>
                <a:lnTo>
                  <a:pt x="17583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D17924C-8AE4-4D62-BC73-3C70DFE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4646295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86B1461D-2906-4B18-A588-9241CA01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815" y="3865102"/>
            <a:ext cx="366713" cy="543068"/>
          </a:xfrm>
          <a:custGeom xmlns:a="http://schemas.openxmlformats.org/drawingml/2006/main">
            <a:pathLst>
              <a:path w="366713" h="543068">
                <a:moveTo>
                  <a:pt x="0" y="543068"/>
                </a:moveTo>
                <a:lnTo>
                  <a:pt x="0" y="524066"/>
                </a:lnTo>
                <a:lnTo>
                  <a:pt x="0" y="505063"/>
                </a:lnTo>
                <a:lnTo>
                  <a:pt x="0" y="486051"/>
                </a:lnTo>
                <a:lnTo>
                  <a:pt x="0" y="467049"/>
                </a:lnTo>
                <a:lnTo>
                  <a:pt x="0" y="448046"/>
                </a:lnTo>
                <a:lnTo>
                  <a:pt x="0" y="429044"/>
                </a:lnTo>
                <a:lnTo>
                  <a:pt x="0" y="410042"/>
                </a:lnTo>
                <a:lnTo>
                  <a:pt x="0" y="391030"/>
                </a:lnTo>
                <a:lnTo>
                  <a:pt x="0" y="372027"/>
                </a:lnTo>
                <a:lnTo>
                  <a:pt x="0" y="353025"/>
                </a:lnTo>
                <a:lnTo>
                  <a:pt x="0" y="334023"/>
                </a:lnTo>
                <a:lnTo>
                  <a:pt x="0" y="315020"/>
                </a:lnTo>
                <a:lnTo>
                  <a:pt x="0" y="296008"/>
                </a:lnTo>
                <a:lnTo>
                  <a:pt x="0" y="277006"/>
                </a:lnTo>
                <a:lnTo>
                  <a:pt x="0" y="258004"/>
                </a:lnTo>
                <a:lnTo>
                  <a:pt x="0" y="239001"/>
                </a:lnTo>
                <a:lnTo>
                  <a:pt x="0" y="219999"/>
                </a:lnTo>
                <a:lnTo>
                  <a:pt x="0" y="200987"/>
                </a:lnTo>
                <a:lnTo>
                  <a:pt x="0" y="181985"/>
                </a:lnTo>
                <a:lnTo>
                  <a:pt x="0" y="162982"/>
                </a:lnTo>
                <a:lnTo>
                  <a:pt x="0" y="143980"/>
                </a:lnTo>
                <a:lnTo>
                  <a:pt x="0" y="124978"/>
                </a:lnTo>
                <a:lnTo>
                  <a:pt x="17897" y="118691"/>
                </a:lnTo>
                <a:lnTo>
                  <a:pt x="35843" y="112443"/>
                </a:lnTo>
                <a:lnTo>
                  <a:pt x="53797" y="106194"/>
                </a:lnTo>
                <a:lnTo>
                  <a:pt x="71742" y="99946"/>
                </a:lnTo>
                <a:lnTo>
                  <a:pt x="89687" y="93707"/>
                </a:lnTo>
                <a:lnTo>
                  <a:pt x="107633" y="87459"/>
                </a:lnTo>
                <a:lnTo>
                  <a:pt x="125587" y="81210"/>
                </a:lnTo>
                <a:lnTo>
                  <a:pt x="143532" y="74962"/>
                </a:lnTo>
                <a:lnTo>
                  <a:pt x="161477" y="68713"/>
                </a:lnTo>
                <a:lnTo>
                  <a:pt x="179432" y="62465"/>
                </a:lnTo>
                <a:lnTo>
                  <a:pt x="197377" y="56226"/>
                </a:lnTo>
                <a:lnTo>
                  <a:pt x="215322" y="49978"/>
                </a:lnTo>
                <a:lnTo>
                  <a:pt x="233277" y="43729"/>
                </a:lnTo>
                <a:lnTo>
                  <a:pt x="251222" y="37481"/>
                </a:lnTo>
                <a:lnTo>
                  <a:pt x="269167" y="31232"/>
                </a:lnTo>
                <a:lnTo>
                  <a:pt x="287122" y="24984"/>
                </a:lnTo>
                <a:lnTo>
                  <a:pt x="305067" y="18745"/>
                </a:lnTo>
                <a:lnTo>
                  <a:pt x="323012" y="12497"/>
                </a:lnTo>
                <a:lnTo>
                  <a:pt x="340966" y="6248"/>
                </a:lnTo>
                <a:lnTo>
                  <a:pt x="358912" y="0"/>
                </a:lnTo>
                <a:lnTo>
                  <a:pt x="366713" y="8030"/>
                </a:lnTo>
                <a:lnTo>
                  <a:pt x="366713" y="27032"/>
                </a:lnTo>
                <a:lnTo>
                  <a:pt x="366713" y="46034"/>
                </a:lnTo>
                <a:lnTo>
                  <a:pt x="366713" y="65037"/>
                </a:lnTo>
                <a:lnTo>
                  <a:pt x="366713" y="84049"/>
                </a:lnTo>
                <a:lnTo>
                  <a:pt x="366713" y="103051"/>
                </a:lnTo>
                <a:lnTo>
                  <a:pt x="366713" y="122053"/>
                </a:lnTo>
                <a:lnTo>
                  <a:pt x="366713" y="141056"/>
                </a:lnTo>
                <a:lnTo>
                  <a:pt x="366713" y="160058"/>
                </a:lnTo>
                <a:lnTo>
                  <a:pt x="366713" y="179070"/>
                </a:lnTo>
                <a:lnTo>
                  <a:pt x="366713" y="198072"/>
                </a:lnTo>
                <a:lnTo>
                  <a:pt x="366713" y="217075"/>
                </a:lnTo>
                <a:lnTo>
                  <a:pt x="366713" y="236077"/>
                </a:lnTo>
                <a:lnTo>
                  <a:pt x="366713" y="255080"/>
                </a:lnTo>
                <a:lnTo>
                  <a:pt x="366713" y="274091"/>
                </a:lnTo>
                <a:lnTo>
                  <a:pt x="366713" y="293094"/>
                </a:lnTo>
                <a:lnTo>
                  <a:pt x="366713" y="312096"/>
                </a:lnTo>
                <a:lnTo>
                  <a:pt x="366713" y="331099"/>
                </a:lnTo>
                <a:lnTo>
                  <a:pt x="366713" y="350101"/>
                </a:lnTo>
                <a:lnTo>
                  <a:pt x="366713" y="369113"/>
                </a:lnTo>
                <a:lnTo>
                  <a:pt x="366713" y="388115"/>
                </a:lnTo>
                <a:lnTo>
                  <a:pt x="350663" y="396431"/>
                </a:lnTo>
                <a:lnTo>
                  <a:pt x="333127" y="403765"/>
                </a:lnTo>
                <a:lnTo>
                  <a:pt x="315592" y="411089"/>
                </a:lnTo>
                <a:lnTo>
                  <a:pt x="298056" y="418424"/>
                </a:lnTo>
                <a:lnTo>
                  <a:pt x="280530" y="425758"/>
                </a:lnTo>
                <a:lnTo>
                  <a:pt x="262995" y="433092"/>
                </a:lnTo>
                <a:lnTo>
                  <a:pt x="245459" y="440417"/>
                </a:lnTo>
                <a:lnTo>
                  <a:pt x="227924" y="447751"/>
                </a:lnTo>
                <a:lnTo>
                  <a:pt x="210398" y="455085"/>
                </a:lnTo>
                <a:lnTo>
                  <a:pt x="192862" y="462420"/>
                </a:lnTo>
                <a:lnTo>
                  <a:pt x="175327" y="469744"/>
                </a:lnTo>
                <a:lnTo>
                  <a:pt x="157801" y="477079"/>
                </a:lnTo>
                <a:lnTo>
                  <a:pt x="140265" y="484413"/>
                </a:lnTo>
                <a:lnTo>
                  <a:pt x="122730" y="491747"/>
                </a:lnTo>
                <a:lnTo>
                  <a:pt x="105194" y="499072"/>
                </a:lnTo>
                <a:lnTo>
                  <a:pt x="87668" y="506406"/>
                </a:lnTo>
                <a:lnTo>
                  <a:pt x="70133" y="513740"/>
                </a:lnTo>
                <a:lnTo>
                  <a:pt x="52597" y="521075"/>
                </a:lnTo>
                <a:lnTo>
                  <a:pt x="35062" y="528399"/>
                </a:lnTo>
                <a:lnTo>
                  <a:pt x="17536" y="535734"/>
                </a:lnTo>
                <a:lnTo>
                  <a:pt x="0" y="54306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45CF759E-158F-4312-B536-D30D0583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148" y="4254818"/>
            <a:ext cx="1890884" cy="153353"/>
          </a:xfrm>
          <a:custGeom xmlns:a="http://schemas.openxmlformats.org/drawingml/2006/main">
            <a:pathLst>
              <a:path w="1890884" h="153353">
                <a:moveTo>
                  <a:pt x="0" y="153353"/>
                </a:moveTo>
                <a:lnTo>
                  <a:pt x="18964" y="153353"/>
                </a:lnTo>
                <a:lnTo>
                  <a:pt x="37938" y="153353"/>
                </a:lnTo>
                <a:lnTo>
                  <a:pt x="56902" y="153353"/>
                </a:lnTo>
                <a:lnTo>
                  <a:pt x="75867" y="153353"/>
                </a:lnTo>
                <a:lnTo>
                  <a:pt x="94831" y="153353"/>
                </a:lnTo>
                <a:lnTo>
                  <a:pt x="113805" y="153353"/>
                </a:lnTo>
                <a:lnTo>
                  <a:pt x="132769" y="153353"/>
                </a:lnTo>
                <a:lnTo>
                  <a:pt x="151733" y="153353"/>
                </a:lnTo>
                <a:lnTo>
                  <a:pt x="170707" y="153353"/>
                </a:lnTo>
                <a:lnTo>
                  <a:pt x="189671" y="153353"/>
                </a:lnTo>
                <a:lnTo>
                  <a:pt x="208636" y="153353"/>
                </a:lnTo>
                <a:lnTo>
                  <a:pt x="227609" y="153353"/>
                </a:lnTo>
                <a:lnTo>
                  <a:pt x="246574" y="153353"/>
                </a:lnTo>
                <a:lnTo>
                  <a:pt x="265538" y="153353"/>
                </a:lnTo>
                <a:lnTo>
                  <a:pt x="284502" y="153353"/>
                </a:lnTo>
                <a:lnTo>
                  <a:pt x="303476" y="153353"/>
                </a:lnTo>
                <a:lnTo>
                  <a:pt x="322440" y="153353"/>
                </a:lnTo>
                <a:lnTo>
                  <a:pt x="341405" y="153353"/>
                </a:lnTo>
                <a:lnTo>
                  <a:pt x="360378" y="153353"/>
                </a:lnTo>
                <a:lnTo>
                  <a:pt x="379343" y="153353"/>
                </a:lnTo>
                <a:lnTo>
                  <a:pt x="398307" y="153353"/>
                </a:lnTo>
                <a:lnTo>
                  <a:pt x="417281" y="153353"/>
                </a:lnTo>
                <a:lnTo>
                  <a:pt x="436245" y="153353"/>
                </a:lnTo>
                <a:lnTo>
                  <a:pt x="455209" y="153353"/>
                </a:lnTo>
                <a:lnTo>
                  <a:pt x="474174" y="153353"/>
                </a:lnTo>
                <a:lnTo>
                  <a:pt x="493147" y="153353"/>
                </a:lnTo>
                <a:lnTo>
                  <a:pt x="512112" y="153353"/>
                </a:lnTo>
                <a:lnTo>
                  <a:pt x="531076" y="153353"/>
                </a:lnTo>
                <a:lnTo>
                  <a:pt x="550050" y="153353"/>
                </a:lnTo>
                <a:lnTo>
                  <a:pt x="569014" y="153353"/>
                </a:lnTo>
                <a:lnTo>
                  <a:pt x="587978" y="153353"/>
                </a:lnTo>
                <a:lnTo>
                  <a:pt x="606943" y="153353"/>
                </a:lnTo>
                <a:lnTo>
                  <a:pt x="625916" y="153353"/>
                </a:lnTo>
                <a:lnTo>
                  <a:pt x="644881" y="153353"/>
                </a:lnTo>
                <a:lnTo>
                  <a:pt x="663845" y="153353"/>
                </a:lnTo>
                <a:lnTo>
                  <a:pt x="682819" y="153353"/>
                </a:lnTo>
                <a:lnTo>
                  <a:pt x="701783" y="153353"/>
                </a:lnTo>
                <a:lnTo>
                  <a:pt x="720747" y="153353"/>
                </a:lnTo>
                <a:lnTo>
                  <a:pt x="739721" y="153353"/>
                </a:lnTo>
                <a:lnTo>
                  <a:pt x="758685" y="153353"/>
                </a:lnTo>
                <a:lnTo>
                  <a:pt x="777650" y="153353"/>
                </a:lnTo>
                <a:lnTo>
                  <a:pt x="796614" y="153353"/>
                </a:lnTo>
                <a:lnTo>
                  <a:pt x="815588" y="153353"/>
                </a:lnTo>
                <a:lnTo>
                  <a:pt x="834552" y="153353"/>
                </a:lnTo>
                <a:lnTo>
                  <a:pt x="853516" y="153353"/>
                </a:lnTo>
                <a:lnTo>
                  <a:pt x="872490" y="153353"/>
                </a:lnTo>
                <a:lnTo>
                  <a:pt x="891454" y="153353"/>
                </a:lnTo>
                <a:lnTo>
                  <a:pt x="910419" y="153353"/>
                </a:lnTo>
                <a:lnTo>
                  <a:pt x="929383" y="153353"/>
                </a:lnTo>
                <a:lnTo>
                  <a:pt x="948357" y="153353"/>
                </a:lnTo>
                <a:lnTo>
                  <a:pt x="967321" y="153353"/>
                </a:lnTo>
                <a:lnTo>
                  <a:pt x="986285" y="153353"/>
                </a:lnTo>
                <a:lnTo>
                  <a:pt x="1005259" y="153353"/>
                </a:lnTo>
                <a:lnTo>
                  <a:pt x="1024223" y="153353"/>
                </a:lnTo>
                <a:lnTo>
                  <a:pt x="1043188" y="153353"/>
                </a:lnTo>
                <a:lnTo>
                  <a:pt x="1062161" y="153353"/>
                </a:lnTo>
                <a:lnTo>
                  <a:pt x="1081126" y="153353"/>
                </a:lnTo>
                <a:lnTo>
                  <a:pt x="1100090" y="153353"/>
                </a:lnTo>
                <a:lnTo>
                  <a:pt x="1119054" y="153353"/>
                </a:lnTo>
                <a:lnTo>
                  <a:pt x="1138028" y="153353"/>
                </a:lnTo>
                <a:lnTo>
                  <a:pt x="1156992" y="153353"/>
                </a:lnTo>
                <a:lnTo>
                  <a:pt x="1175957" y="153353"/>
                </a:lnTo>
                <a:lnTo>
                  <a:pt x="1194930" y="153353"/>
                </a:lnTo>
                <a:lnTo>
                  <a:pt x="1213895" y="153353"/>
                </a:lnTo>
                <a:lnTo>
                  <a:pt x="1232859" y="153353"/>
                </a:lnTo>
                <a:lnTo>
                  <a:pt x="1251833" y="153353"/>
                </a:lnTo>
                <a:lnTo>
                  <a:pt x="1270797" y="153353"/>
                </a:lnTo>
                <a:lnTo>
                  <a:pt x="1289761" y="153353"/>
                </a:lnTo>
                <a:lnTo>
                  <a:pt x="1308725" y="153353"/>
                </a:lnTo>
                <a:lnTo>
                  <a:pt x="1327699" y="153353"/>
                </a:lnTo>
                <a:lnTo>
                  <a:pt x="1346664" y="153353"/>
                </a:lnTo>
                <a:lnTo>
                  <a:pt x="1365628" y="153353"/>
                </a:lnTo>
                <a:lnTo>
                  <a:pt x="1384602" y="153353"/>
                </a:lnTo>
                <a:lnTo>
                  <a:pt x="1403566" y="153353"/>
                </a:lnTo>
                <a:lnTo>
                  <a:pt x="1422530" y="153353"/>
                </a:lnTo>
                <a:lnTo>
                  <a:pt x="1441504" y="153353"/>
                </a:lnTo>
                <a:lnTo>
                  <a:pt x="1460468" y="153353"/>
                </a:lnTo>
                <a:lnTo>
                  <a:pt x="1479433" y="153353"/>
                </a:lnTo>
                <a:lnTo>
                  <a:pt x="1498397" y="153353"/>
                </a:lnTo>
                <a:lnTo>
                  <a:pt x="1517371" y="153353"/>
                </a:lnTo>
                <a:lnTo>
                  <a:pt x="1535897" y="151162"/>
                </a:lnTo>
                <a:lnTo>
                  <a:pt x="1553394" y="143847"/>
                </a:lnTo>
                <a:lnTo>
                  <a:pt x="1570892" y="136531"/>
                </a:lnTo>
                <a:lnTo>
                  <a:pt x="1588389" y="129216"/>
                </a:lnTo>
                <a:lnTo>
                  <a:pt x="1605886" y="121891"/>
                </a:lnTo>
                <a:lnTo>
                  <a:pt x="1623393" y="114576"/>
                </a:lnTo>
                <a:lnTo>
                  <a:pt x="1640891" y="107261"/>
                </a:lnTo>
                <a:lnTo>
                  <a:pt x="1658388" y="99946"/>
                </a:lnTo>
                <a:lnTo>
                  <a:pt x="1675886" y="92621"/>
                </a:lnTo>
                <a:lnTo>
                  <a:pt x="1693383" y="85306"/>
                </a:lnTo>
                <a:lnTo>
                  <a:pt x="1710881" y="77991"/>
                </a:lnTo>
                <a:lnTo>
                  <a:pt x="1728378" y="70676"/>
                </a:lnTo>
                <a:lnTo>
                  <a:pt x="1745875" y="63351"/>
                </a:lnTo>
                <a:lnTo>
                  <a:pt x="1763382" y="56036"/>
                </a:lnTo>
                <a:lnTo>
                  <a:pt x="1780880" y="48720"/>
                </a:lnTo>
                <a:lnTo>
                  <a:pt x="1798377" y="41405"/>
                </a:lnTo>
                <a:lnTo>
                  <a:pt x="1815875" y="34080"/>
                </a:lnTo>
                <a:lnTo>
                  <a:pt x="1833372" y="26765"/>
                </a:lnTo>
                <a:lnTo>
                  <a:pt x="1850869" y="19450"/>
                </a:lnTo>
                <a:lnTo>
                  <a:pt x="1868367" y="12135"/>
                </a:lnTo>
                <a:lnTo>
                  <a:pt x="1885874" y="4810"/>
                </a:lnTo>
                <a:lnTo>
                  <a:pt x="1890884" y="0"/>
                </a:lnTo>
                <a:lnTo>
                  <a:pt x="1871920" y="0"/>
                </a:lnTo>
                <a:lnTo>
                  <a:pt x="1852955" y="0"/>
                </a:lnTo>
                <a:lnTo>
                  <a:pt x="1833991" y="0"/>
                </a:lnTo>
                <a:lnTo>
                  <a:pt x="1815017" y="0"/>
                </a:lnTo>
                <a:lnTo>
                  <a:pt x="1796053" y="0"/>
                </a:lnTo>
                <a:lnTo>
                  <a:pt x="1777089" y="0"/>
                </a:lnTo>
                <a:lnTo>
                  <a:pt x="1758115" y="0"/>
                </a:lnTo>
                <a:lnTo>
                  <a:pt x="1739151" y="0"/>
                </a:lnTo>
                <a:lnTo>
                  <a:pt x="1720186" y="0"/>
                </a:lnTo>
                <a:lnTo>
                  <a:pt x="1701222" y="0"/>
                </a:lnTo>
                <a:lnTo>
                  <a:pt x="1682248" y="0"/>
                </a:lnTo>
                <a:lnTo>
                  <a:pt x="1663284" y="0"/>
                </a:lnTo>
                <a:lnTo>
                  <a:pt x="1644320" y="0"/>
                </a:lnTo>
                <a:lnTo>
                  <a:pt x="1625346" y="0"/>
                </a:lnTo>
                <a:lnTo>
                  <a:pt x="1606382" y="0"/>
                </a:lnTo>
                <a:lnTo>
                  <a:pt x="1587417" y="0"/>
                </a:lnTo>
                <a:lnTo>
                  <a:pt x="1568444" y="0"/>
                </a:lnTo>
                <a:lnTo>
                  <a:pt x="1549479" y="0"/>
                </a:lnTo>
                <a:lnTo>
                  <a:pt x="1530515" y="0"/>
                </a:lnTo>
                <a:lnTo>
                  <a:pt x="1511551" y="0"/>
                </a:lnTo>
                <a:lnTo>
                  <a:pt x="1492577" y="0"/>
                </a:lnTo>
                <a:lnTo>
                  <a:pt x="1473613" y="0"/>
                </a:lnTo>
                <a:lnTo>
                  <a:pt x="1454648" y="0"/>
                </a:lnTo>
                <a:lnTo>
                  <a:pt x="1435675" y="0"/>
                </a:lnTo>
                <a:lnTo>
                  <a:pt x="1416710" y="0"/>
                </a:lnTo>
                <a:lnTo>
                  <a:pt x="1397746" y="0"/>
                </a:lnTo>
                <a:lnTo>
                  <a:pt x="1378772" y="0"/>
                </a:lnTo>
                <a:lnTo>
                  <a:pt x="1359808" y="0"/>
                </a:lnTo>
                <a:lnTo>
                  <a:pt x="1340844" y="0"/>
                </a:lnTo>
                <a:lnTo>
                  <a:pt x="1321880" y="0"/>
                </a:lnTo>
                <a:lnTo>
                  <a:pt x="1302906" y="0"/>
                </a:lnTo>
                <a:lnTo>
                  <a:pt x="1283941" y="0"/>
                </a:lnTo>
                <a:lnTo>
                  <a:pt x="1264977" y="0"/>
                </a:lnTo>
                <a:lnTo>
                  <a:pt x="1246003" y="0"/>
                </a:lnTo>
                <a:lnTo>
                  <a:pt x="1227039" y="0"/>
                </a:lnTo>
                <a:lnTo>
                  <a:pt x="1208075" y="0"/>
                </a:lnTo>
                <a:lnTo>
                  <a:pt x="1189111" y="0"/>
                </a:lnTo>
                <a:lnTo>
                  <a:pt x="1170137" y="0"/>
                </a:lnTo>
                <a:lnTo>
                  <a:pt x="1151172" y="0"/>
                </a:lnTo>
                <a:lnTo>
                  <a:pt x="1132208" y="0"/>
                </a:lnTo>
                <a:lnTo>
                  <a:pt x="1113234" y="0"/>
                </a:lnTo>
                <a:lnTo>
                  <a:pt x="1094270" y="0"/>
                </a:lnTo>
                <a:lnTo>
                  <a:pt x="1075306" y="0"/>
                </a:lnTo>
                <a:lnTo>
                  <a:pt x="1056332" y="0"/>
                </a:lnTo>
                <a:lnTo>
                  <a:pt x="1037368" y="0"/>
                </a:lnTo>
                <a:lnTo>
                  <a:pt x="1018403" y="0"/>
                </a:lnTo>
                <a:lnTo>
                  <a:pt x="999439" y="0"/>
                </a:lnTo>
                <a:lnTo>
                  <a:pt x="980465" y="0"/>
                </a:lnTo>
                <a:lnTo>
                  <a:pt x="961501" y="0"/>
                </a:lnTo>
                <a:lnTo>
                  <a:pt x="942537" y="0"/>
                </a:lnTo>
                <a:lnTo>
                  <a:pt x="923563" y="0"/>
                </a:lnTo>
                <a:lnTo>
                  <a:pt x="904599" y="0"/>
                </a:lnTo>
                <a:lnTo>
                  <a:pt x="885635" y="0"/>
                </a:lnTo>
                <a:lnTo>
                  <a:pt x="866661" y="0"/>
                </a:lnTo>
                <a:lnTo>
                  <a:pt x="847696" y="0"/>
                </a:lnTo>
                <a:lnTo>
                  <a:pt x="828732" y="0"/>
                </a:lnTo>
                <a:lnTo>
                  <a:pt x="809768" y="0"/>
                </a:lnTo>
                <a:lnTo>
                  <a:pt x="790794" y="0"/>
                </a:lnTo>
                <a:lnTo>
                  <a:pt x="771830" y="0"/>
                </a:lnTo>
                <a:lnTo>
                  <a:pt x="752866" y="0"/>
                </a:lnTo>
                <a:lnTo>
                  <a:pt x="733892" y="0"/>
                </a:lnTo>
                <a:lnTo>
                  <a:pt x="714927" y="0"/>
                </a:lnTo>
                <a:lnTo>
                  <a:pt x="695963" y="0"/>
                </a:lnTo>
                <a:lnTo>
                  <a:pt x="676999" y="0"/>
                </a:lnTo>
                <a:lnTo>
                  <a:pt x="658025" y="0"/>
                </a:lnTo>
                <a:lnTo>
                  <a:pt x="639061" y="0"/>
                </a:lnTo>
                <a:lnTo>
                  <a:pt x="620097" y="0"/>
                </a:lnTo>
                <a:lnTo>
                  <a:pt x="601123" y="0"/>
                </a:lnTo>
                <a:lnTo>
                  <a:pt x="582158" y="0"/>
                </a:lnTo>
                <a:lnTo>
                  <a:pt x="563194" y="0"/>
                </a:lnTo>
                <a:lnTo>
                  <a:pt x="544220" y="0"/>
                </a:lnTo>
                <a:lnTo>
                  <a:pt x="525256" y="0"/>
                </a:lnTo>
                <a:lnTo>
                  <a:pt x="506292" y="0"/>
                </a:lnTo>
                <a:lnTo>
                  <a:pt x="487328" y="0"/>
                </a:lnTo>
                <a:lnTo>
                  <a:pt x="468354" y="0"/>
                </a:lnTo>
                <a:lnTo>
                  <a:pt x="450028" y="3962"/>
                </a:lnTo>
                <a:lnTo>
                  <a:pt x="432025" y="9935"/>
                </a:lnTo>
                <a:lnTo>
                  <a:pt x="414023" y="15916"/>
                </a:lnTo>
                <a:lnTo>
                  <a:pt x="396030" y="21888"/>
                </a:lnTo>
                <a:lnTo>
                  <a:pt x="378028" y="27861"/>
                </a:lnTo>
                <a:lnTo>
                  <a:pt x="360026" y="33842"/>
                </a:lnTo>
                <a:lnTo>
                  <a:pt x="342024" y="39815"/>
                </a:lnTo>
                <a:lnTo>
                  <a:pt x="324021" y="45787"/>
                </a:lnTo>
                <a:lnTo>
                  <a:pt x="306019" y="51768"/>
                </a:lnTo>
                <a:lnTo>
                  <a:pt x="288017" y="57741"/>
                </a:lnTo>
                <a:lnTo>
                  <a:pt x="270015" y="63722"/>
                </a:lnTo>
                <a:lnTo>
                  <a:pt x="252012" y="69694"/>
                </a:lnTo>
                <a:lnTo>
                  <a:pt x="234020" y="75667"/>
                </a:lnTo>
                <a:lnTo>
                  <a:pt x="216017" y="81648"/>
                </a:lnTo>
                <a:lnTo>
                  <a:pt x="198015" y="87620"/>
                </a:lnTo>
                <a:lnTo>
                  <a:pt x="180013" y="93593"/>
                </a:lnTo>
                <a:lnTo>
                  <a:pt x="162011" y="99574"/>
                </a:lnTo>
                <a:lnTo>
                  <a:pt x="144008" y="105547"/>
                </a:lnTo>
                <a:lnTo>
                  <a:pt x="126006" y="111519"/>
                </a:lnTo>
                <a:lnTo>
                  <a:pt x="108004" y="117500"/>
                </a:lnTo>
                <a:lnTo>
                  <a:pt x="90002" y="123473"/>
                </a:lnTo>
                <a:lnTo>
                  <a:pt x="72009" y="129454"/>
                </a:lnTo>
                <a:lnTo>
                  <a:pt x="54007" y="135426"/>
                </a:lnTo>
                <a:lnTo>
                  <a:pt x="36005" y="141399"/>
                </a:lnTo>
                <a:lnTo>
                  <a:pt x="18002" y="147380"/>
                </a:lnTo>
                <a:lnTo>
                  <a:pt x="0" y="15335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D3ED89F0-C865-43B9-BF50-07DD7D01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3115" y="4254818"/>
            <a:ext cx="1663065" cy="153353"/>
          </a:xfrm>
          <a:custGeom xmlns:a="http://schemas.openxmlformats.org/drawingml/2006/main">
            <a:pathLst>
              <a:path w="1663065" h="153353">
                <a:moveTo>
                  <a:pt x="0" y="153353"/>
                </a:moveTo>
                <a:lnTo>
                  <a:pt x="19021" y="153353"/>
                </a:lnTo>
                <a:lnTo>
                  <a:pt x="38052" y="153353"/>
                </a:lnTo>
                <a:lnTo>
                  <a:pt x="57074" y="153353"/>
                </a:lnTo>
                <a:lnTo>
                  <a:pt x="76105" y="153353"/>
                </a:lnTo>
                <a:lnTo>
                  <a:pt x="95126" y="153353"/>
                </a:lnTo>
                <a:lnTo>
                  <a:pt x="114148" y="153353"/>
                </a:lnTo>
                <a:lnTo>
                  <a:pt x="133179" y="153353"/>
                </a:lnTo>
                <a:lnTo>
                  <a:pt x="152200" y="153353"/>
                </a:lnTo>
                <a:lnTo>
                  <a:pt x="171231" y="153353"/>
                </a:lnTo>
                <a:lnTo>
                  <a:pt x="190252" y="153353"/>
                </a:lnTo>
                <a:lnTo>
                  <a:pt x="209283" y="153353"/>
                </a:lnTo>
                <a:lnTo>
                  <a:pt x="228305" y="153353"/>
                </a:lnTo>
                <a:lnTo>
                  <a:pt x="247326" y="153353"/>
                </a:lnTo>
                <a:lnTo>
                  <a:pt x="266357" y="153353"/>
                </a:lnTo>
                <a:lnTo>
                  <a:pt x="285379" y="153353"/>
                </a:lnTo>
                <a:lnTo>
                  <a:pt x="304409" y="153353"/>
                </a:lnTo>
                <a:lnTo>
                  <a:pt x="323431" y="153353"/>
                </a:lnTo>
                <a:lnTo>
                  <a:pt x="342452" y="153353"/>
                </a:lnTo>
                <a:lnTo>
                  <a:pt x="361483" y="153353"/>
                </a:lnTo>
                <a:lnTo>
                  <a:pt x="380505" y="153353"/>
                </a:lnTo>
                <a:lnTo>
                  <a:pt x="399536" y="153353"/>
                </a:lnTo>
                <a:lnTo>
                  <a:pt x="418557" y="153353"/>
                </a:lnTo>
                <a:lnTo>
                  <a:pt x="437588" y="153353"/>
                </a:lnTo>
                <a:lnTo>
                  <a:pt x="456609" y="153353"/>
                </a:lnTo>
                <a:lnTo>
                  <a:pt x="475631" y="153353"/>
                </a:lnTo>
                <a:lnTo>
                  <a:pt x="494662" y="153353"/>
                </a:lnTo>
                <a:lnTo>
                  <a:pt x="513683" y="153353"/>
                </a:lnTo>
                <a:lnTo>
                  <a:pt x="532714" y="153353"/>
                </a:lnTo>
                <a:lnTo>
                  <a:pt x="551736" y="153353"/>
                </a:lnTo>
                <a:lnTo>
                  <a:pt x="570757" y="153353"/>
                </a:lnTo>
                <a:lnTo>
                  <a:pt x="589788" y="153353"/>
                </a:lnTo>
                <a:lnTo>
                  <a:pt x="608809" y="153353"/>
                </a:lnTo>
                <a:lnTo>
                  <a:pt x="627840" y="153353"/>
                </a:lnTo>
                <a:lnTo>
                  <a:pt x="646862" y="153353"/>
                </a:lnTo>
                <a:lnTo>
                  <a:pt x="665893" y="153353"/>
                </a:lnTo>
                <a:lnTo>
                  <a:pt x="684914" y="153353"/>
                </a:lnTo>
                <a:lnTo>
                  <a:pt x="703936" y="153353"/>
                </a:lnTo>
                <a:lnTo>
                  <a:pt x="722967" y="153353"/>
                </a:lnTo>
                <a:lnTo>
                  <a:pt x="741988" y="153353"/>
                </a:lnTo>
                <a:lnTo>
                  <a:pt x="761019" y="153353"/>
                </a:lnTo>
                <a:lnTo>
                  <a:pt x="780040" y="153353"/>
                </a:lnTo>
                <a:lnTo>
                  <a:pt x="799062" y="153353"/>
                </a:lnTo>
                <a:lnTo>
                  <a:pt x="818093" y="153353"/>
                </a:lnTo>
                <a:lnTo>
                  <a:pt x="837114" y="153353"/>
                </a:lnTo>
                <a:lnTo>
                  <a:pt x="856145" y="153353"/>
                </a:lnTo>
                <a:lnTo>
                  <a:pt x="875167" y="153353"/>
                </a:lnTo>
                <a:lnTo>
                  <a:pt x="894197" y="153353"/>
                </a:lnTo>
                <a:lnTo>
                  <a:pt x="913219" y="153353"/>
                </a:lnTo>
                <a:lnTo>
                  <a:pt x="932240" y="153353"/>
                </a:lnTo>
                <a:lnTo>
                  <a:pt x="951271" y="153353"/>
                </a:lnTo>
                <a:lnTo>
                  <a:pt x="970293" y="153353"/>
                </a:lnTo>
                <a:lnTo>
                  <a:pt x="989324" y="153353"/>
                </a:lnTo>
                <a:lnTo>
                  <a:pt x="1008345" y="153353"/>
                </a:lnTo>
                <a:lnTo>
                  <a:pt x="1027367" y="153353"/>
                </a:lnTo>
                <a:lnTo>
                  <a:pt x="1046397" y="153353"/>
                </a:lnTo>
                <a:lnTo>
                  <a:pt x="1065419" y="153353"/>
                </a:lnTo>
                <a:lnTo>
                  <a:pt x="1084450" y="153353"/>
                </a:lnTo>
                <a:lnTo>
                  <a:pt x="1103471" y="153353"/>
                </a:lnTo>
                <a:lnTo>
                  <a:pt x="1122502" y="153353"/>
                </a:lnTo>
                <a:lnTo>
                  <a:pt x="1141524" y="153353"/>
                </a:lnTo>
                <a:lnTo>
                  <a:pt x="1160545" y="153353"/>
                </a:lnTo>
                <a:lnTo>
                  <a:pt x="1179576" y="153353"/>
                </a:lnTo>
                <a:lnTo>
                  <a:pt x="1198597" y="153353"/>
                </a:lnTo>
                <a:lnTo>
                  <a:pt x="1217628" y="153353"/>
                </a:lnTo>
                <a:lnTo>
                  <a:pt x="1236650" y="153353"/>
                </a:lnTo>
                <a:lnTo>
                  <a:pt x="1255671" y="153353"/>
                </a:lnTo>
                <a:lnTo>
                  <a:pt x="1274702" y="153353"/>
                </a:lnTo>
                <a:lnTo>
                  <a:pt x="1293352" y="151457"/>
                </a:lnTo>
                <a:lnTo>
                  <a:pt x="1310954" y="144247"/>
                </a:lnTo>
                <a:lnTo>
                  <a:pt x="1328566" y="137036"/>
                </a:lnTo>
                <a:lnTo>
                  <a:pt x="1346168" y="129826"/>
                </a:lnTo>
                <a:lnTo>
                  <a:pt x="1363770" y="122606"/>
                </a:lnTo>
                <a:lnTo>
                  <a:pt x="1381382" y="115395"/>
                </a:lnTo>
                <a:lnTo>
                  <a:pt x="1398984" y="108185"/>
                </a:lnTo>
                <a:lnTo>
                  <a:pt x="1416587" y="100975"/>
                </a:lnTo>
                <a:lnTo>
                  <a:pt x="1434198" y="93764"/>
                </a:lnTo>
                <a:lnTo>
                  <a:pt x="1451800" y="86544"/>
                </a:lnTo>
                <a:lnTo>
                  <a:pt x="1469403" y="79334"/>
                </a:lnTo>
                <a:lnTo>
                  <a:pt x="1487014" y="72123"/>
                </a:lnTo>
                <a:lnTo>
                  <a:pt x="1504617" y="64913"/>
                </a:lnTo>
                <a:lnTo>
                  <a:pt x="1522219" y="57702"/>
                </a:lnTo>
                <a:lnTo>
                  <a:pt x="1539831" y="50483"/>
                </a:lnTo>
                <a:lnTo>
                  <a:pt x="1557433" y="43272"/>
                </a:lnTo>
                <a:lnTo>
                  <a:pt x="1575035" y="36062"/>
                </a:lnTo>
                <a:lnTo>
                  <a:pt x="1592647" y="28851"/>
                </a:lnTo>
                <a:lnTo>
                  <a:pt x="1610249" y="21641"/>
                </a:lnTo>
                <a:lnTo>
                  <a:pt x="1627851" y="14421"/>
                </a:lnTo>
                <a:lnTo>
                  <a:pt x="1645463" y="7210"/>
                </a:lnTo>
                <a:lnTo>
                  <a:pt x="1663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02C3876E-CC60-47EE-8437-6D2A73D2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7458" y="4254818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maturity-step-riser-5">
            <a:extLst xmlns:a="http://schemas.openxmlformats.org/drawingml/2006/main">
              <a:ext uri="{FF2B5EF4-FFF2-40B4-BE49-F238E27FC236}">
                <a16:creationId xmlns:a16="http://schemas.microsoft.com/office/drawing/2014/main" id="{1B3F5751-2B79-4547-B287-79906135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2530" y="3472720"/>
            <a:ext cx="272415" cy="517303"/>
          </a:xfrm>
          <a:custGeom xmlns:a="http://schemas.openxmlformats.org/drawingml/2006/main">
            <a:pathLst>
              <a:path w="272415" h="517303">
                <a:moveTo>
                  <a:pt x="0" y="517303"/>
                </a:moveTo>
                <a:lnTo>
                  <a:pt x="0" y="498358"/>
                </a:lnTo>
                <a:lnTo>
                  <a:pt x="0" y="479412"/>
                </a:lnTo>
                <a:lnTo>
                  <a:pt x="0" y="460458"/>
                </a:lnTo>
                <a:lnTo>
                  <a:pt x="0" y="441512"/>
                </a:lnTo>
                <a:lnTo>
                  <a:pt x="0" y="422558"/>
                </a:lnTo>
                <a:lnTo>
                  <a:pt x="0" y="403612"/>
                </a:lnTo>
                <a:lnTo>
                  <a:pt x="0" y="384658"/>
                </a:lnTo>
                <a:lnTo>
                  <a:pt x="0" y="365712"/>
                </a:lnTo>
                <a:lnTo>
                  <a:pt x="0" y="346758"/>
                </a:lnTo>
                <a:lnTo>
                  <a:pt x="0" y="327812"/>
                </a:lnTo>
                <a:lnTo>
                  <a:pt x="0" y="308858"/>
                </a:lnTo>
                <a:lnTo>
                  <a:pt x="0" y="289912"/>
                </a:lnTo>
                <a:lnTo>
                  <a:pt x="0" y="270967"/>
                </a:lnTo>
                <a:lnTo>
                  <a:pt x="0" y="252012"/>
                </a:lnTo>
                <a:lnTo>
                  <a:pt x="0" y="233067"/>
                </a:lnTo>
                <a:lnTo>
                  <a:pt x="0" y="214112"/>
                </a:lnTo>
                <a:lnTo>
                  <a:pt x="0" y="195167"/>
                </a:lnTo>
                <a:lnTo>
                  <a:pt x="0" y="176213"/>
                </a:lnTo>
                <a:lnTo>
                  <a:pt x="0" y="157267"/>
                </a:lnTo>
                <a:lnTo>
                  <a:pt x="0" y="138313"/>
                </a:lnTo>
                <a:lnTo>
                  <a:pt x="0" y="119367"/>
                </a:lnTo>
                <a:lnTo>
                  <a:pt x="0" y="100413"/>
                </a:lnTo>
                <a:lnTo>
                  <a:pt x="16574" y="92964"/>
                </a:lnTo>
                <a:lnTo>
                  <a:pt x="34319" y="86325"/>
                </a:lnTo>
                <a:lnTo>
                  <a:pt x="52064" y="79677"/>
                </a:lnTo>
                <a:lnTo>
                  <a:pt x="69818" y="73038"/>
                </a:lnTo>
                <a:lnTo>
                  <a:pt x="87563" y="66399"/>
                </a:lnTo>
                <a:lnTo>
                  <a:pt x="105308" y="59760"/>
                </a:lnTo>
                <a:lnTo>
                  <a:pt x="123063" y="53121"/>
                </a:lnTo>
                <a:lnTo>
                  <a:pt x="140808" y="46482"/>
                </a:lnTo>
                <a:lnTo>
                  <a:pt x="158553" y="39843"/>
                </a:lnTo>
                <a:lnTo>
                  <a:pt x="176308" y="33204"/>
                </a:lnTo>
                <a:lnTo>
                  <a:pt x="194053" y="26556"/>
                </a:lnTo>
                <a:lnTo>
                  <a:pt x="211798" y="19917"/>
                </a:lnTo>
                <a:lnTo>
                  <a:pt x="229543" y="13278"/>
                </a:lnTo>
                <a:lnTo>
                  <a:pt x="247298" y="6639"/>
                </a:lnTo>
                <a:lnTo>
                  <a:pt x="265043" y="0"/>
                </a:lnTo>
                <a:lnTo>
                  <a:pt x="272415" y="8325"/>
                </a:lnTo>
                <a:lnTo>
                  <a:pt x="272415" y="27270"/>
                </a:lnTo>
                <a:lnTo>
                  <a:pt x="272415" y="46225"/>
                </a:lnTo>
                <a:lnTo>
                  <a:pt x="272415" y="65170"/>
                </a:lnTo>
                <a:lnTo>
                  <a:pt x="272415" y="84115"/>
                </a:lnTo>
                <a:lnTo>
                  <a:pt x="272415" y="103070"/>
                </a:lnTo>
                <a:lnTo>
                  <a:pt x="272415" y="122015"/>
                </a:lnTo>
                <a:lnTo>
                  <a:pt x="272415" y="140970"/>
                </a:lnTo>
                <a:lnTo>
                  <a:pt x="272415" y="159915"/>
                </a:lnTo>
                <a:lnTo>
                  <a:pt x="272415" y="178870"/>
                </a:lnTo>
                <a:lnTo>
                  <a:pt x="272415" y="197815"/>
                </a:lnTo>
                <a:lnTo>
                  <a:pt x="272415" y="216770"/>
                </a:lnTo>
                <a:lnTo>
                  <a:pt x="272415" y="235715"/>
                </a:lnTo>
                <a:lnTo>
                  <a:pt x="272415" y="254670"/>
                </a:lnTo>
                <a:lnTo>
                  <a:pt x="272415" y="273615"/>
                </a:lnTo>
                <a:lnTo>
                  <a:pt x="272415" y="292560"/>
                </a:lnTo>
                <a:lnTo>
                  <a:pt x="272415" y="311515"/>
                </a:lnTo>
                <a:lnTo>
                  <a:pt x="272415" y="330460"/>
                </a:lnTo>
                <a:lnTo>
                  <a:pt x="272415" y="349415"/>
                </a:lnTo>
                <a:lnTo>
                  <a:pt x="272415" y="368360"/>
                </a:lnTo>
                <a:lnTo>
                  <a:pt x="272415" y="387315"/>
                </a:lnTo>
                <a:lnTo>
                  <a:pt x="257394" y="396707"/>
                </a:lnTo>
                <a:lnTo>
                  <a:pt x="240230" y="404755"/>
                </a:lnTo>
                <a:lnTo>
                  <a:pt x="223076" y="412794"/>
                </a:lnTo>
                <a:lnTo>
                  <a:pt x="205911" y="420834"/>
                </a:lnTo>
                <a:lnTo>
                  <a:pt x="188757" y="428873"/>
                </a:lnTo>
                <a:lnTo>
                  <a:pt x="171593" y="436912"/>
                </a:lnTo>
                <a:lnTo>
                  <a:pt x="154438" y="444951"/>
                </a:lnTo>
                <a:lnTo>
                  <a:pt x="137274" y="452990"/>
                </a:lnTo>
                <a:lnTo>
                  <a:pt x="120120" y="461029"/>
                </a:lnTo>
                <a:lnTo>
                  <a:pt x="102956" y="469068"/>
                </a:lnTo>
                <a:lnTo>
                  <a:pt x="85801" y="477107"/>
                </a:lnTo>
                <a:lnTo>
                  <a:pt x="68637" y="485146"/>
                </a:lnTo>
                <a:lnTo>
                  <a:pt x="51483" y="493185"/>
                </a:lnTo>
                <a:lnTo>
                  <a:pt x="34319" y="501225"/>
                </a:lnTo>
                <a:lnTo>
                  <a:pt x="17164" y="509264"/>
                </a:lnTo>
                <a:lnTo>
                  <a:pt x="0" y="51730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0" name="maturity-step-top-5">
            <a:extLst xmlns:a="http://schemas.openxmlformats.org/drawingml/2006/main">
              <a:ext uri="{FF2B5EF4-FFF2-40B4-BE49-F238E27FC236}">
                <a16:creationId xmlns:a16="http://schemas.microsoft.com/office/drawing/2014/main" id="{8446A5BC-468A-4A92-92E5-819E4689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2815" y="3862388"/>
            <a:ext cx="1799034" cy="127635"/>
          </a:xfrm>
          <a:custGeom xmlns:a="http://schemas.openxmlformats.org/drawingml/2006/main">
            <a:pathLst>
              <a:path w="1799034" h="127635">
                <a:moveTo>
                  <a:pt x="0" y="127635"/>
                </a:moveTo>
                <a:lnTo>
                  <a:pt x="19031" y="127635"/>
                </a:lnTo>
                <a:lnTo>
                  <a:pt x="38062" y="127635"/>
                </a:lnTo>
                <a:lnTo>
                  <a:pt x="57102" y="127635"/>
                </a:lnTo>
                <a:lnTo>
                  <a:pt x="76133" y="127635"/>
                </a:lnTo>
                <a:lnTo>
                  <a:pt x="95164" y="127635"/>
                </a:lnTo>
                <a:lnTo>
                  <a:pt x="114195" y="127635"/>
                </a:lnTo>
                <a:lnTo>
                  <a:pt x="133226" y="127635"/>
                </a:lnTo>
                <a:lnTo>
                  <a:pt x="152257" y="127635"/>
                </a:lnTo>
                <a:lnTo>
                  <a:pt x="171298" y="127635"/>
                </a:lnTo>
                <a:lnTo>
                  <a:pt x="190329" y="127635"/>
                </a:lnTo>
                <a:lnTo>
                  <a:pt x="209360" y="127635"/>
                </a:lnTo>
                <a:lnTo>
                  <a:pt x="228390" y="127635"/>
                </a:lnTo>
                <a:lnTo>
                  <a:pt x="247421" y="127635"/>
                </a:lnTo>
                <a:lnTo>
                  <a:pt x="266452" y="127635"/>
                </a:lnTo>
                <a:lnTo>
                  <a:pt x="285493" y="127635"/>
                </a:lnTo>
                <a:lnTo>
                  <a:pt x="304524" y="127635"/>
                </a:lnTo>
                <a:lnTo>
                  <a:pt x="323555" y="127635"/>
                </a:lnTo>
                <a:lnTo>
                  <a:pt x="342586" y="127635"/>
                </a:lnTo>
                <a:lnTo>
                  <a:pt x="361617" y="127635"/>
                </a:lnTo>
                <a:lnTo>
                  <a:pt x="380648" y="127635"/>
                </a:lnTo>
                <a:lnTo>
                  <a:pt x="399688" y="127635"/>
                </a:lnTo>
                <a:lnTo>
                  <a:pt x="418719" y="127635"/>
                </a:lnTo>
                <a:lnTo>
                  <a:pt x="437750" y="127635"/>
                </a:lnTo>
                <a:lnTo>
                  <a:pt x="456781" y="127635"/>
                </a:lnTo>
                <a:lnTo>
                  <a:pt x="475812" y="127635"/>
                </a:lnTo>
                <a:lnTo>
                  <a:pt x="494843" y="127635"/>
                </a:lnTo>
                <a:lnTo>
                  <a:pt x="513883" y="127635"/>
                </a:lnTo>
                <a:lnTo>
                  <a:pt x="532914" y="127635"/>
                </a:lnTo>
                <a:lnTo>
                  <a:pt x="551945" y="127635"/>
                </a:lnTo>
                <a:lnTo>
                  <a:pt x="570976" y="127635"/>
                </a:lnTo>
                <a:lnTo>
                  <a:pt x="590007" y="127635"/>
                </a:lnTo>
                <a:lnTo>
                  <a:pt x="609038" y="127635"/>
                </a:lnTo>
                <a:lnTo>
                  <a:pt x="628079" y="127635"/>
                </a:lnTo>
                <a:lnTo>
                  <a:pt x="647109" y="127635"/>
                </a:lnTo>
                <a:lnTo>
                  <a:pt x="666140" y="127635"/>
                </a:lnTo>
                <a:lnTo>
                  <a:pt x="685171" y="127635"/>
                </a:lnTo>
                <a:lnTo>
                  <a:pt x="704202" y="127635"/>
                </a:lnTo>
                <a:lnTo>
                  <a:pt x="723233" y="127635"/>
                </a:lnTo>
                <a:lnTo>
                  <a:pt x="742274" y="127635"/>
                </a:lnTo>
                <a:lnTo>
                  <a:pt x="761305" y="127635"/>
                </a:lnTo>
                <a:lnTo>
                  <a:pt x="780336" y="127635"/>
                </a:lnTo>
                <a:lnTo>
                  <a:pt x="799367" y="127635"/>
                </a:lnTo>
                <a:lnTo>
                  <a:pt x="818398" y="127635"/>
                </a:lnTo>
                <a:lnTo>
                  <a:pt x="837438" y="127635"/>
                </a:lnTo>
                <a:lnTo>
                  <a:pt x="856469" y="127635"/>
                </a:lnTo>
                <a:lnTo>
                  <a:pt x="875500" y="127635"/>
                </a:lnTo>
                <a:lnTo>
                  <a:pt x="894531" y="127635"/>
                </a:lnTo>
                <a:lnTo>
                  <a:pt x="913562" y="127635"/>
                </a:lnTo>
                <a:lnTo>
                  <a:pt x="932593" y="127635"/>
                </a:lnTo>
                <a:lnTo>
                  <a:pt x="951633" y="127635"/>
                </a:lnTo>
                <a:lnTo>
                  <a:pt x="970664" y="127635"/>
                </a:lnTo>
                <a:lnTo>
                  <a:pt x="989695" y="127635"/>
                </a:lnTo>
                <a:lnTo>
                  <a:pt x="1008726" y="127635"/>
                </a:lnTo>
                <a:lnTo>
                  <a:pt x="1027757" y="127635"/>
                </a:lnTo>
                <a:lnTo>
                  <a:pt x="1046788" y="127635"/>
                </a:lnTo>
                <a:lnTo>
                  <a:pt x="1065828" y="127635"/>
                </a:lnTo>
                <a:lnTo>
                  <a:pt x="1084859" y="127635"/>
                </a:lnTo>
                <a:lnTo>
                  <a:pt x="1103890" y="127635"/>
                </a:lnTo>
                <a:lnTo>
                  <a:pt x="1122921" y="127635"/>
                </a:lnTo>
                <a:lnTo>
                  <a:pt x="1141952" y="127635"/>
                </a:lnTo>
                <a:lnTo>
                  <a:pt x="1160983" y="127635"/>
                </a:lnTo>
                <a:lnTo>
                  <a:pt x="1180024" y="127635"/>
                </a:lnTo>
                <a:lnTo>
                  <a:pt x="1199055" y="127635"/>
                </a:lnTo>
                <a:lnTo>
                  <a:pt x="1218086" y="127635"/>
                </a:lnTo>
                <a:lnTo>
                  <a:pt x="1237117" y="127635"/>
                </a:lnTo>
                <a:lnTo>
                  <a:pt x="1256147" y="127635"/>
                </a:lnTo>
                <a:lnTo>
                  <a:pt x="1275178" y="127635"/>
                </a:lnTo>
                <a:lnTo>
                  <a:pt x="1294219" y="127635"/>
                </a:lnTo>
                <a:lnTo>
                  <a:pt x="1313250" y="127635"/>
                </a:lnTo>
                <a:lnTo>
                  <a:pt x="1332281" y="127635"/>
                </a:lnTo>
                <a:lnTo>
                  <a:pt x="1351312" y="127635"/>
                </a:lnTo>
                <a:lnTo>
                  <a:pt x="1370343" y="127635"/>
                </a:lnTo>
                <a:lnTo>
                  <a:pt x="1389374" y="127635"/>
                </a:lnTo>
                <a:lnTo>
                  <a:pt x="1408414" y="127635"/>
                </a:lnTo>
                <a:lnTo>
                  <a:pt x="1427445" y="127635"/>
                </a:lnTo>
                <a:lnTo>
                  <a:pt x="1446476" y="127635"/>
                </a:lnTo>
                <a:lnTo>
                  <a:pt x="1465507" y="127635"/>
                </a:lnTo>
                <a:lnTo>
                  <a:pt x="1484538" y="127635"/>
                </a:lnTo>
                <a:lnTo>
                  <a:pt x="1503578" y="127635"/>
                </a:lnTo>
                <a:lnTo>
                  <a:pt x="1522609" y="127635"/>
                </a:lnTo>
                <a:lnTo>
                  <a:pt x="1540516" y="122577"/>
                </a:lnTo>
                <a:lnTo>
                  <a:pt x="1557747" y="114500"/>
                </a:lnTo>
                <a:lnTo>
                  <a:pt x="1574978" y="106423"/>
                </a:lnTo>
                <a:lnTo>
                  <a:pt x="1592218" y="98355"/>
                </a:lnTo>
                <a:lnTo>
                  <a:pt x="1609449" y="90278"/>
                </a:lnTo>
                <a:lnTo>
                  <a:pt x="1626689" y="82201"/>
                </a:lnTo>
                <a:lnTo>
                  <a:pt x="1643920" y="74124"/>
                </a:lnTo>
                <a:lnTo>
                  <a:pt x="1661150" y="66056"/>
                </a:lnTo>
                <a:lnTo>
                  <a:pt x="1678391" y="57979"/>
                </a:lnTo>
                <a:lnTo>
                  <a:pt x="1695621" y="49901"/>
                </a:lnTo>
                <a:lnTo>
                  <a:pt x="1712862" y="41824"/>
                </a:lnTo>
                <a:lnTo>
                  <a:pt x="1730092" y="33747"/>
                </a:lnTo>
                <a:lnTo>
                  <a:pt x="1747333" y="25679"/>
                </a:lnTo>
                <a:lnTo>
                  <a:pt x="1764563" y="17602"/>
                </a:lnTo>
                <a:lnTo>
                  <a:pt x="1781794" y="9525"/>
                </a:lnTo>
                <a:lnTo>
                  <a:pt x="1799034" y="1448"/>
                </a:lnTo>
                <a:lnTo>
                  <a:pt x="1786519" y="0"/>
                </a:lnTo>
                <a:lnTo>
                  <a:pt x="1767488" y="0"/>
                </a:lnTo>
                <a:lnTo>
                  <a:pt x="1748457" y="0"/>
                </a:lnTo>
                <a:lnTo>
                  <a:pt x="1729416" y="0"/>
                </a:lnTo>
                <a:lnTo>
                  <a:pt x="1710385" y="0"/>
                </a:lnTo>
                <a:lnTo>
                  <a:pt x="1691354" y="0"/>
                </a:lnTo>
                <a:lnTo>
                  <a:pt x="1672323" y="0"/>
                </a:lnTo>
                <a:lnTo>
                  <a:pt x="1653292" y="0"/>
                </a:lnTo>
                <a:lnTo>
                  <a:pt x="1634261" y="0"/>
                </a:lnTo>
                <a:lnTo>
                  <a:pt x="1615221" y="0"/>
                </a:lnTo>
                <a:lnTo>
                  <a:pt x="1596190" y="0"/>
                </a:lnTo>
                <a:lnTo>
                  <a:pt x="1577159" y="0"/>
                </a:lnTo>
                <a:lnTo>
                  <a:pt x="1558128" y="0"/>
                </a:lnTo>
                <a:lnTo>
                  <a:pt x="1539097" y="0"/>
                </a:lnTo>
                <a:lnTo>
                  <a:pt x="1520066" y="0"/>
                </a:lnTo>
                <a:lnTo>
                  <a:pt x="1501026" y="0"/>
                </a:lnTo>
                <a:lnTo>
                  <a:pt x="1481995" y="0"/>
                </a:lnTo>
                <a:lnTo>
                  <a:pt x="1462964" y="0"/>
                </a:lnTo>
                <a:lnTo>
                  <a:pt x="1443933" y="0"/>
                </a:lnTo>
                <a:lnTo>
                  <a:pt x="1424902" y="0"/>
                </a:lnTo>
                <a:lnTo>
                  <a:pt x="1405871" y="0"/>
                </a:lnTo>
                <a:lnTo>
                  <a:pt x="1386830" y="0"/>
                </a:lnTo>
                <a:lnTo>
                  <a:pt x="1367800" y="0"/>
                </a:lnTo>
                <a:lnTo>
                  <a:pt x="1348769" y="0"/>
                </a:lnTo>
                <a:lnTo>
                  <a:pt x="1329738" y="0"/>
                </a:lnTo>
                <a:lnTo>
                  <a:pt x="1310707" y="0"/>
                </a:lnTo>
                <a:lnTo>
                  <a:pt x="1291676" y="0"/>
                </a:lnTo>
                <a:lnTo>
                  <a:pt x="1272635" y="0"/>
                </a:lnTo>
                <a:lnTo>
                  <a:pt x="1253604" y="0"/>
                </a:lnTo>
                <a:lnTo>
                  <a:pt x="1234573" y="0"/>
                </a:lnTo>
                <a:lnTo>
                  <a:pt x="1215542" y="0"/>
                </a:lnTo>
                <a:lnTo>
                  <a:pt x="1196511" y="0"/>
                </a:lnTo>
                <a:lnTo>
                  <a:pt x="1177481" y="0"/>
                </a:lnTo>
                <a:lnTo>
                  <a:pt x="1158440" y="0"/>
                </a:lnTo>
                <a:lnTo>
                  <a:pt x="1139409" y="0"/>
                </a:lnTo>
                <a:lnTo>
                  <a:pt x="1120378" y="0"/>
                </a:lnTo>
                <a:lnTo>
                  <a:pt x="1101347" y="0"/>
                </a:lnTo>
                <a:lnTo>
                  <a:pt x="1082316" y="0"/>
                </a:lnTo>
                <a:lnTo>
                  <a:pt x="1063276" y="0"/>
                </a:lnTo>
                <a:lnTo>
                  <a:pt x="1044245" y="0"/>
                </a:lnTo>
                <a:lnTo>
                  <a:pt x="1025214" y="0"/>
                </a:lnTo>
                <a:lnTo>
                  <a:pt x="1006183" y="0"/>
                </a:lnTo>
                <a:lnTo>
                  <a:pt x="987152" y="0"/>
                </a:lnTo>
                <a:lnTo>
                  <a:pt x="968121" y="0"/>
                </a:lnTo>
                <a:lnTo>
                  <a:pt x="949081" y="0"/>
                </a:lnTo>
                <a:lnTo>
                  <a:pt x="930050" y="0"/>
                </a:lnTo>
                <a:lnTo>
                  <a:pt x="911019" y="0"/>
                </a:lnTo>
                <a:lnTo>
                  <a:pt x="891988" y="0"/>
                </a:lnTo>
                <a:lnTo>
                  <a:pt x="872957" y="0"/>
                </a:lnTo>
                <a:lnTo>
                  <a:pt x="853926" y="0"/>
                </a:lnTo>
                <a:lnTo>
                  <a:pt x="834885" y="0"/>
                </a:lnTo>
                <a:lnTo>
                  <a:pt x="815854" y="0"/>
                </a:lnTo>
                <a:lnTo>
                  <a:pt x="796823" y="0"/>
                </a:lnTo>
                <a:lnTo>
                  <a:pt x="777792" y="0"/>
                </a:lnTo>
                <a:lnTo>
                  <a:pt x="758762" y="0"/>
                </a:lnTo>
                <a:lnTo>
                  <a:pt x="739731" y="0"/>
                </a:lnTo>
                <a:lnTo>
                  <a:pt x="720690" y="0"/>
                </a:lnTo>
                <a:lnTo>
                  <a:pt x="701659" y="0"/>
                </a:lnTo>
                <a:lnTo>
                  <a:pt x="682628" y="0"/>
                </a:lnTo>
                <a:lnTo>
                  <a:pt x="663597" y="0"/>
                </a:lnTo>
                <a:lnTo>
                  <a:pt x="644566" y="0"/>
                </a:lnTo>
                <a:lnTo>
                  <a:pt x="625526" y="0"/>
                </a:lnTo>
                <a:lnTo>
                  <a:pt x="606495" y="0"/>
                </a:lnTo>
                <a:lnTo>
                  <a:pt x="587464" y="0"/>
                </a:lnTo>
                <a:lnTo>
                  <a:pt x="568433" y="0"/>
                </a:lnTo>
                <a:lnTo>
                  <a:pt x="549402" y="0"/>
                </a:lnTo>
                <a:lnTo>
                  <a:pt x="530371" y="0"/>
                </a:lnTo>
                <a:lnTo>
                  <a:pt x="511331" y="0"/>
                </a:lnTo>
                <a:lnTo>
                  <a:pt x="492300" y="0"/>
                </a:lnTo>
                <a:lnTo>
                  <a:pt x="473269" y="0"/>
                </a:lnTo>
                <a:lnTo>
                  <a:pt x="454238" y="0"/>
                </a:lnTo>
                <a:lnTo>
                  <a:pt x="435207" y="0"/>
                </a:lnTo>
                <a:lnTo>
                  <a:pt x="416176" y="0"/>
                </a:lnTo>
                <a:lnTo>
                  <a:pt x="397135" y="0"/>
                </a:lnTo>
                <a:lnTo>
                  <a:pt x="378104" y="0"/>
                </a:lnTo>
                <a:lnTo>
                  <a:pt x="359502" y="2515"/>
                </a:lnTo>
                <a:lnTo>
                  <a:pt x="341528" y="8763"/>
                </a:lnTo>
                <a:lnTo>
                  <a:pt x="323545" y="15021"/>
                </a:lnTo>
                <a:lnTo>
                  <a:pt x="305572" y="21279"/>
                </a:lnTo>
                <a:lnTo>
                  <a:pt x="287598" y="27537"/>
                </a:lnTo>
                <a:lnTo>
                  <a:pt x="269624" y="33795"/>
                </a:lnTo>
                <a:lnTo>
                  <a:pt x="251651" y="40043"/>
                </a:lnTo>
                <a:lnTo>
                  <a:pt x="233677" y="46301"/>
                </a:lnTo>
                <a:lnTo>
                  <a:pt x="215703" y="52559"/>
                </a:lnTo>
                <a:lnTo>
                  <a:pt x="197720" y="58817"/>
                </a:lnTo>
                <a:lnTo>
                  <a:pt x="179746" y="65075"/>
                </a:lnTo>
                <a:lnTo>
                  <a:pt x="161773" y="71333"/>
                </a:lnTo>
                <a:lnTo>
                  <a:pt x="143799" y="77581"/>
                </a:lnTo>
                <a:lnTo>
                  <a:pt x="125825" y="83839"/>
                </a:lnTo>
                <a:lnTo>
                  <a:pt x="107852" y="90097"/>
                </a:lnTo>
                <a:lnTo>
                  <a:pt x="89878" y="96355"/>
                </a:lnTo>
                <a:lnTo>
                  <a:pt x="71904" y="102613"/>
                </a:lnTo>
                <a:lnTo>
                  <a:pt x="53921" y="108871"/>
                </a:lnTo>
                <a:lnTo>
                  <a:pt x="35947" y="115119"/>
                </a:lnTo>
                <a:lnTo>
                  <a:pt x="17974" y="121377"/>
                </a:lnTo>
                <a:lnTo>
                  <a:pt x="0" y="12763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1" name="maturity-step-inset-5">
            <a:extLst xmlns:a="http://schemas.openxmlformats.org/drawingml/2006/main">
              <a:ext uri="{FF2B5EF4-FFF2-40B4-BE49-F238E27FC236}">
                <a16:creationId xmlns:a16="http://schemas.microsoft.com/office/drawing/2014/main" id="{A56BB7D9-AF37-4EEB-A6E9-10B6E906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830" y="3862388"/>
            <a:ext cx="1568768" cy="127635"/>
          </a:xfrm>
          <a:custGeom xmlns:a="http://schemas.openxmlformats.org/drawingml/2006/main">
            <a:pathLst>
              <a:path w="1568768" h="127635">
                <a:moveTo>
                  <a:pt x="0" y="127635"/>
                </a:moveTo>
                <a:lnTo>
                  <a:pt x="19002" y="127635"/>
                </a:lnTo>
                <a:lnTo>
                  <a:pt x="38014" y="127635"/>
                </a:lnTo>
                <a:lnTo>
                  <a:pt x="57017" y="127635"/>
                </a:lnTo>
                <a:lnTo>
                  <a:pt x="76019" y="127635"/>
                </a:lnTo>
                <a:lnTo>
                  <a:pt x="95031" y="127635"/>
                </a:lnTo>
                <a:lnTo>
                  <a:pt x="114033" y="127635"/>
                </a:lnTo>
                <a:lnTo>
                  <a:pt x="133036" y="127635"/>
                </a:lnTo>
                <a:lnTo>
                  <a:pt x="152048" y="127635"/>
                </a:lnTo>
                <a:lnTo>
                  <a:pt x="171050" y="127635"/>
                </a:lnTo>
                <a:lnTo>
                  <a:pt x="190062" y="127635"/>
                </a:lnTo>
                <a:lnTo>
                  <a:pt x="209064" y="127635"/>
                </a:lnTo>
                <a:lnTo>
                  <a:pt x="228067" y="127635"/>
                </a:lnTo>
                <a:lnTo>
                  <a:pt x="247079" y="127635"/>
                </a:lnTo>
                <a:lnTo>
                  <a:pt x="266081" y="127635"/>
                </a:lnTo>
                <a:lnTo>
                  <a:pt x="285083" y="127635"/>
                </a:lnTo>
                <a:lnTo>
                  <a:pt x="304095" y="127635"/>
                </a:lnTo>
                <a:lnTo>
                  <a:pt x="323098" y="127635"/>
                </a:lnTo>
                <a:lnTo>
                  <a:pt x="342100" y="127635"/>
                </a:lnTo>
                <a:lnTo>
                  <a:pt x="361112" y="127635"/>
                </a:lnTo>
                <a:lnTo>
                  <a:pt x="380114" y="127635"/>
                </a:lnTo>
                <a:lnTo>
                  <a:pt x="399117" y="127635"/>
                </a:lnTo>
                <a:lnTo>
                  <a:pt x="418128" y="127635"/>
                </a:lnTo>
                <a:lnTo>
                  <a:pt x="437131" y="127635"/>
                </a:lnTo>
                <a:lnTo>
                  <a:pt x="456133" y="127635"/>
                </a:lnTo>
                <a:lnTo>
                  <a:pt x="475145" y="127635"/>
                </a:lnTo>
                <a:lnTo>
                  <a:pt x="494147" y="127635"/>
                </a:lnTo>
                <a:lnTo>
                  <a:pt x="513159" y="127635"/>
                </a:lnTo>
                <a:lnTo>
                  <a:pt x="532162" y="127635"/>
                </a:lnTo>
                <a:lnTo>
                  <a:pt x="551164" y="127635"/>
                </a:lnTo>
                <a:lnTo>
                  <a:pt x="570176" y="127635"/>
                </a:lnTo>
                <a:lnTo>
                  <a:pt x="589178" y="127635"/>
                </a:lnTo>
                <a:lnTo>
                  <a:pt x="608181" y="127635"/>
                </a:lnTo>
                <a:lnTo>
                  <a:pt x="627193" y="127635"/>
                </a:lnTo>
                <a:lnTo>
                  <a:pt x="646195" y="127635"/>
                </a:lnTo>
                <a:lnTo>
                  <a:pt x="665197" y="127635"/>
                </a:lnTo>
                <a:lnTo>
                  <a:pt x="684209" y="127635"/>
                </a:lnTo>
                <a:lnTo>
                  <a:pt x="703212" y="127635"/>
                </a:lnTo>
                <a:lnTo>
                  <a:pt x="722214" y="127635"/>
                </a:lnTo>
                <a:lnTo>
                  <a:pt x="741226" y="127635"/>
                </a:lnTo>
                <a:lnTo>
                  <a:pt x="760228" y="127635"/>
                </a:lnTo>
                <a:lnTo>
                  <a:pt x="779240" y="127635"/>
                </a:lnTo>
                <a:lnTo>
                  <a:pt x="798243" y="127635"/>
                </a:lnTo>
                <a:lnTo>
                  <a:pt x="817245" y="127635"/>
                </a:lnTo>
                <a:lnTo>
                  <a:pt x="836257" y="127635"/>
                </a:lnTo>
                <a:lnTo>
                  <a:pt x="855259" y="127635"/>
                </a:lnTo>
                <a:lnTo>
                  <a:pt x="874262" y="127635"/>
                </a:lnTo>
                <a:lnTo>
                  <a:pt x="893274" y="127635"/>
                </a:lnTo>
                <a:lnTo>
                  <a:pt x="912276" y="127635"/>
                </a:lnTo>
                <a:lnTo>
                  <a:pt x="931278" y="127635"/>
                </a:lnTo>
                <a:lnTo>
                  <a:pt x="950290" y="127635"/>
                </a:lnTo>
                <a:lnTo>
                  <a:pt x="969293" y="127635"/>
                </a:lnTo>
                <a:lnTo>
                  <a:pt x="988295" y="127635"/>
                </a:lnTo>
                <a:lnTo>
                  <a:pt x="1007307" y="127635"/>
                </a:lnTo>
                <a:lnTo>
                  <a:pt x="1026309" y="127635"/>
                </a:lnTo>
                <a:lnTo>
                  <a:pt x="1045321" y="127635"/>
                </a:lnTo>
                <a:lnTo>
                  <a:pt x="1064324" y="127635"/>
                </a:lnTo>
                <a:lnTo>
                  <a:pt x="1083326" y="127635"/>
                </a:lnTo>
                <a:lnTo>
                  <a:pt x="1102338" y="127635"/>
                </a:lnTo>
                <a:lnTo>
                  <a:pt x="1121340" y="127635"/>
                </a:lnTo>
                <a:lnTo>
                  <a:pt x="1140343" y="127635"/>
                </a:lnTo>
                <a:lnTo>
                  <a:pt x="1159354" y="127635"/>
                </a:lnTo>
                <a:lnTo>
                  <a:pt x="1178357" y="127635"/>
                </a:lnTo>
                <a:lnTo>
                  <a:pt x="1197359" y="127635"/>
                </a:lnTo>
                <a:lnTo>
                  <a:pt x="1216371" y="127635"/>
                </a:lnTo>
                <a:lnTo>
                  <a:pt x="1235373" y="127635"/>
                </a:lnTo>
                <a:lnTo>
                  <a:pt x="1254376" y="127635"/>
                </a:lnTo>
                <a:lnTo>
                  <a:pt x="1273388" y="127635"/>
                </a:lnTo>
                <a:lnTo>
                  <a:pt x="1292057" y="126121"/>
                </a:lnTo>
                <a:lnTo>
                  <a:pt x="1309354" y="118234"/>
                </a:lnTo>
                <a:lnTo>
                  <a:pt x="1326652" y="110357"/>
                </a:lnTo>
                <a:lnTo>
                  <a:pt x="1343939" y="102470"/>
                </a:lnTo>
                <a:lnTo>
                  <a:pt x="1361237" y="94593"/>
                </a:lnTo>
                <a:lnTo>
                  <a:pt x="1378534" y="86706"/>
                </a:lnTo>
                <a:lnTo>
                  <a:pt x="1395822" y="78819"/>
                </a:lnTo>
                <a:lnTo>
                  <a:pt x="1413119" y="70942"/>
                </a:lnTo>
                <a:lnTo>
                  <a:pt x="1430417" y="63056"/>
                </a:lnTo>
                <a:lnTo>
                  <a:pt x="1447705" y="55178"/>
                </a:lnTo>
                <a:lnTo>
                  <a:pt x="1465002" y="47292"/>
                </a:lnTo>
                <a:lnTo>
                  <a:pt x="1482300" y="39414"/>
                </a:lnTo>
                <a:lnTo>
                  <a:pt x="1499587" y="31528"/>
                </a:lnTo>
                <a:lnTo>
                  <a:pt x="1516885" y="23651"/>
                </a:lnTo>
                <a:lnTo>
                  <a:pt x="1534182" y="15764"/>
                </a:lnTo>
                <a:lnTo>
                  <a:pt x="1551470" y="7887"/>
                </a:lnTo>
                <a:lnTo>
                  <a:pt x="1568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maturity-step-projection-5">
            <a:extLst xmlns:a="http://schemas.openxmlformats.org/drawingml/2006/main">
              <a:ext uri="{FF2B5EF4-FFF2-40B4-BE49-F238E27FC236}">
                <a16:creationId xmlns:a16="http://schemas.microsoft.com/office/drawing/2014/main" id="{DB0A2608-9F3E-4264-A077-C24EDD83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862388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maturity-step-riser-6">
            <a:extLst xmlns:a="http://schemas.openxmlformats.org/drawingml/2006/main">
              <a:ext uri="{FF2B5EF4-FFF2-40B4-BE49-F238E27FC236}">
                <a16:creationId xmlns:a16="http://schemas.microsoft.com/office/drawing/2014/main" id="{A50252C8-5889-4289-99E9-49E51BC0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3470186"/>
            <a:ext cx="177165" cy="269100"/>
          </a:xfrm>
          <a:custGeom xmlns:a="http://schemas.openxmlformats.org/drawingml/2006/main">
            <a:pathLst>
              <a:path w="177165" h="269100">
                <a:moveTo>
                  <a:pt x="0" y="101689"/>
                </a:moveTo>
                <a:lnTo>
                  <a:pt x="0" y="120291"/>
                </a:lnTo>
                <a:lnTo>
                  <a:pt x="0" y="138894"/>
                </a:lnTo>
                <a:lnTo>
                  <a:pt x="0" y="157496"/>
                </a:lnTo>
                <a:lnTo>
                  <a:pt x="0" y="176098"/>
                </a:lnTo>
                <a:lnTo>
                  <a:pt x="0" y="194701"/>
                </a:lnTo>
                <a:lnTo>
                  <a:pt x="0" y="213303"/>
                </a:lnTo>
                <a:lnTo>
                  <a:pt x="0" y="231896"/>
                </a:lnTo>
                <a:lnTo>
                  <a:pt x="0" y="250498"/>
                </a:lnTo>
                <a:lnTo>
                  <a:pt x="0" y="269100"/>
                </a:lnTo>
                <a:lnTo>
                  <a:pt x="15926" y="260166"/>
                </a:lnTo>
                <a:lnTo>
                  <a:pt x="32052" y="250889"/>
                </a:lnTo>
                <a:lnTo>
                  <a:pt x="48177" y="241621"/>
                </a:lnTo>
                <a:lnTo>
                  <a:pt x="64294" y="232343"/>
                </a:lnTo>
                <a:lnTo>
                  <a:pt x="80420" y="223066"/>
                </a:lnTo>
                <a:lnTo>
                  <a:pt x="96545" y="213789"/>
                </a:lnTo>
                <a:lnTo>
                  <a:pt x="112671" y="204511"/>
                </a:lnTo>
                <a:lnTo>
                  <a:pt x="128797" y="195243"/>
                </a:lnTo>
                <a:lnTo>
                  <a:pt x="144913" y="185966"/>
                </a:lnTo>
                <a:lnTo>
                  <a:pt x="161039" y="176689"/>
                </a:lnTo>
                <a:lnTo>
                  <a:pt x="177165" y="167411"/>
                </a:lnTo>
                <a:lnTo>
                  <a:pt x="177165" y="148809"/>
                </a:lnTo>
                <a:lnTo>
                  <a:pt x="177165" y="130207"/>
                </a:lnTo>
                <a:lnTo>
                  <a:pt x="177165" y="111604"/>
                </a:lnTo>
                <a:lnTo>
                  <a:pt x="177165" y="93012"/>
                </a:lnTo>
                <a:lnTo>
                  <a:pt x="177165" y="74409"/>
                </a:lnTo>
                <a:lnTo>
                  <a:pt x="177165" y="55807"/>
                </a:lnTo>
                <a:lnTo>
                  <a:pt x="177165" y="37205"/>
                </a:lnTo>
                <a:lnTo>
                  <a:pt x="177165" y="18602"/>
                </a:lnTo>
                <a:lnTo>
                  <a:pt x="177165" y="0"/>
                </a:lnTo>
                <a:lnTo>
                  <a:pt x="161239" y="8934"/>
                </a:lnTo>
                <a:lnTo>
                  <a:pt x="145113" y="18212"/>
                </a:lnTo>
                <a:lnTo>
                  <a:pt x="128988" y="27489"/>
                </a:lnTo>
                <a:lnTo>
                  <a:pt x="112862" y="36757"/>
                </a:lnTo>
                <a:lnTo>
                  <a:pt x="96745" y="46034"/>
                </a:lnTo>
                <a:lnTo>
                  <a:pt x="80620" y="55312"/>
                </a:lnTo>
                <a:lnTo>
                  <a:pt x="64494" y="64589"/>
                </a:lnTo>
                <a:lnTo>
                  <a:pt x="48368" y="73866"/>
                </a:lnTo>
                <a:lnTo>
                  <a:pt x="32252" y="83144"/>
                </a:lnTo>
                <a:lnTo>
                  <a:pt x="16126" y="92412"/>
                </a:lnTo>
                <a:lnTo>
                  <a:pt x="0" y="101689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4" name="maturity-step-top-6">
            <a:extLst xmlns:a="http://schemas.openxmlformats.org/drawingml/2006/main">
              <a:ext uri="{FF2B5EF4-FFF2-40B4-BE49-F238E27FC236}">
                <a16:creationId xmlns:a16="http://schemas.microsoft.com/office/drawing/2014/main" id="{11280EDE-ADF5-42B9-AC5E-1E2D60C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2530" y="3469958"/>
            <a:ext cx="1704023" cy="101918"/>
          </a:xfrm>
          <a:custGeom xmlns:a="http://schemas.openxmlformats.org/drawingml/2006/main">
            <a:pathLst>
              <a:path w="1704023" h="101918">
                <a:moveTo>
                  <a:pt x="0" y="101918"/>
                </a:moveTo>
                <a:lnTo>
                  <a:pt x="19021" y="101918"/>
                </a:lnTo>
                <a:lnTo>
                  <a:pt x="38033" y="101918"/>
                </a:lnTo>
                <a:lnTo>
                  <a:pt x="57055" y="101918"/>
                </a:lnTo>
                <a:lnTo>
                  <a:pt x="76076" y="101918"/>
                </a:lnTo>
                <a:lnTo>
                  <a:pt x="95088" y="101918"/>
                </a:lnTo>
                <a:lnTo>
                  <a:pt x="114110" y="101918"/>
                </a:lnTo>
                <a:lnTo>
                  <a:pt x="133131" y="101918"/>
                </a:lnTo>
                <a:lnTo>
                  <a:pt x="152143" y="101918"/>
                </a:lnTo>
                <a:lnTo>
                  <a:pt x="171164" y="101918"/>
                </a:lnTo>
                <a:lnTo>
                  <a:pt x="190186" y="101918"/>
                </a:lnTo>
                <a:lnTo>
                  <a:pt x="209198" y="101918"/>
                </a:lnTo>
                <a:lnTo>
                  <a:pt x="228219" y="101918"/>
                </a:lnTo>
                <a:lnTo>
                  <a:pt x="247240" y="101918"/>
                </a:lnTo>
                <a:lnTo>
                  <a:pt x="266252" y="101918"/>
                </a:lnTo>
                <a:lnTo>
                  <a:pt x="285274" y="101918"/>
                </a:lnTo>
                <a:lnTo>
                  <a:pt x="304295" y="101918"/>
                </a:lnTo>
                <a:lnTo>
                  <a:pt x="323307" y="101918"/>
                </a:lnTo>
                <a:lnTo>
                  <a:pt x="342329" y="101918"/>
                </a:lnTo>
                <a:lnTo>
                  <a:pt x="361350" y="101918"/>
                </a:lnTo>
                <a:lnTo>
                  <a:pt x="380362" y="101918"/>
                </a:lnTo>
                <a:lnTo>
                  <a:pt x="399383" y="101918"/>
                </a:lnTo>
                <a:lnTo>
                  <a:pt x="418405" y="101918"/>
                </a:lnTo>
                <a:lnTo>
                  <a:pt x="437417" y="101918"/>
                </a:lnTo>
                <a:lnTo>
                  <a:pt x="456438" y="101918"/>
                </a:lnTo>
                <a:lnTo>
                  <a:pt x="475459" y="101918"/>
                </a:lnTo>
                <a:lnTo>
                  <a:pt x="494471" y="101918"/>
                </a:lnTo>
                <a:lnTo>
                  <a:pt x="513493" y="101918"/>
                </a:lnTo>
                <a:lnTo>
                  <a:pt x="532514" y="101918"/>
                </a:lnTo>
                <a:lnTo>
                  <a:pt x="551526" y="101918"/>
                </a:lnTo>
                <a:lnTo>
                  <a:pt x="570548" y="101918"/>
                </a:lnTo>
                <a:lnTo>
                  <a:pt x="589569" y="101918"/>
                </a:lnTo>
                <a:lnTo>
                  <a:pt x="608581" y="101918"/>
                </a:lnTo>
                <a:lnTo>
                  <a:pt x="627602" y="101918"/>
                </a:lnTo>
                <a:lnTo>
                  <a:pt x="646624" y="101918"/>
                </a:lnTo>
                <a:lnTo>
                  <a:pt x="665636" y="101918"/>
                </a:lnTo>
                <a:lnTo>
                  <a:pt x="684657" y="101918"/>
                </a:lnTo>
                <a:lnTo>
                  <a:pt x="703678" y="101918"/>
                </a:lnTo>
                <a:lnTo>
                  <a:pt x="722690" y="101918"/>
                </a:lnTo>
                <a:lnTo>
                  <a:pt x="741712" y="101918"/>
                </a:lnTo>
                <a:lnTo>
                  <a:pt x="760733" y="101918"/>
                </a:lnTo>
                <a:lnTo>
                  <a:pt x="779755" y="101918"/>
                </a:lnTo>
                <a:lnTo>
                  <a:pt x="798767" y="101918"/>
                </a:lnTo>
                <a:lnTo>
                  <a:pt x="817788" y="101918"/>
                </a:lnTo>
                <a:lnTo>
                  <a:pt x="836809" y="101918"/>
                </a:lnTo>
                <a:lnTo>
                  <a:pt x="855821" y="101918"/>
                </a:lnTo>
                <a:lnTo>
                  <a:pt x="874843" y="101918"/>
                </a:lnTo>
                <a:lnTo>
                  <a:pt x="893864" y="101918"/>
                </a:lnTo>
                <a:lnTo>
                  <a:pt x="912876" y="101918"/>
                </a:lnTo>
                <a:lnTo>
                  <a:pt x="931897" y="101918"/>
                </a:lnTo>
                <a:lnTo>
                  <a:pt x="950919" y="101918"/>
                </a:lnTo>
                <a:lnTo>
                  <a:pt x="969931" y="101918"/>
                </a:lnTo>
                <a:lnTo>
                  <a:pt x="988952" y="101918"/>
                </a:lnTo>
                <a:lnTo>
                  <a:pt x="1007974" y="101918"/>
                </a:lnTo>
                <a:lnTo>
                  <a:pt x="1026985" y="101918"/>
                </a:lnTo>
                <a:lnTo>
                  <a:pt x="1046007" y="101918"/>
                </a:lnTo>
                <a:lnTo>
                  <a:pt x="1065028" y="101918"/>
                </a:lnTo>
                <a:lnTo>
                  <a:pt x="1084040" y="101918"/>
                </a:lnTo>
                <a:lnTo>
                  <a:pt x="1103062" y="101918"/>
                </a:lnTo>
                <a:lnTo>
                  <a:pt x="1122083" y="101918"/>
                </a:lnTo>
                <a:lnTo>
                  <a:pt x="1141095" y="101918"/>
                </a:lnTo>
                <a:lnTo>
                  <a:pt x="1160116" y="101918"/>
                </a:lnTo>
                <a:lnTo>
                  <a:pt x="1179138" y="101918"/>
                </a:lnTo>
                <a:lnTo>
                  <a:pt x="1198150" y="101918"/>
                </a:lnTo>
                <a:lnTo>
                  <a:pt x="1217171" y="101918"/>
                </a:lnTo>
                <a:lnTo>
                  <a:pt x="1236193" y="101918"/>
                </a:lnTo>
                <a:lnTo>
                  <a:pt x="1255205" y="101918"/>
                </a:lnTo>
                <a:lnTo>
                  <a:pt x="1274226" y="101918"/>
                </a:lnTo>
                <a:lnTo>
                  <a:pt x="1293247" y="101918"/>
                </a:lnTo>
                <a:lnTo>
                  <a:pt x="1312259" y="101918"/>
                </a:lnTo>
                <a:lnTo>
                  <a:pt x="1331281" y="101918"/>
                </a:lnTo>
                <a:lnTo>
                  <a:pt x="1350302" y="101918"/>
                </a:lnTo>
                <a:lnTo>
                  <a:pt x="1369314" y="101918"/>
                </a:lnTo>
                <a:lnTo>
                  <a:pt x="1388335" y="101918"/>
                </a:lnTo>
                <a:lnTo>
                  <a:pt x="1407357" y="101918"/>
                </a:lnTo>
                <a:lnTo>
                  <a:pt x="1426369" y="101918"/>
                </a:lnTo>
                <a:lnTo>
                  <a:pt x="1445390" y="101918"/>
                </a:lnTo>
                <a:lnTo>
                  <a:pt x="1464412" y="101918"/>
                </a:lnTo>
                <a:lnTo>
                  <a:pt x="1483424" y="101918"/>
                </a:lnTo>
                <a:lnTo>
                  <a:pt x="1502445" y="101918"/>
                </a:lnTo>
                <a:lnTo>
                  <a:pt x="1521466" y="101918"/>
                </a:lnTo>
                <a:lnTo>
                  <a:pt x="1539173" y="97022"/>
                </a:lnTo>
                <a:lnTo>
                  <a:pt x="1555661" y="87544"/>
                </a:lnTo>
                <a:lnTo>
                  <a:pt x="1572149" y="78057"/>
                </a:lnTo>
                <a:lnTo>
                  <a:pt x="1588627" y="68570"/>
                </a:lnTo>
                <a:lnTo>
                  <a:pt x="1605115" y="59093"/>
                </a:lnTo>
                <a:lnTo>
                  <a:pt x="1621603" y="49606"/>
                </a:lnTo>
                <a:lnTo>
                  <a:pt x="1638081" y="40119"/>
                </a:lnTo>
                <a:lnTo>
                  <a:pt x="1654569" y="30642"/>
                </a:lnTo>
                <a:lnTo>
                  <a:pt x="1671056" y="21155"/>
                </a:lnTo>
                <a:lnTo>
                  <a:pt x="1687544" y="11678"/>
                </a:lnTo>
                <a:lnTo>
                  <a:pt x="1704023" y="2191"/>
                </a:lnTo>
                <a:lnTo>
                  <a:pt x="1693202" y="0"/>
                </a:lnTo>
                <a:lnTo>
                  <a:pt x="1674190" y="0"/>
                </a:lnTo>
                <a:lnTo>
                  <a:pt x="1655169" y="0"/>
                </a:lnTo>
                <a:lnTo>
                  <a:pt x="1636147" y="0"/>
                </a:lnTo>
                <a:lnTo>
                  <a:pt x="1617135" y="0"/>
                </a:lnTo>
                <a:lnTo>
                  <a:pt x="1598114" y="0"/>
                </a:lnTo>
                <a:lnTo>
                  <a:pt x="1579093" y="0"/>
                </a:lnTo>
                <a:lnTo>
                  <a:pt x="1560081" y="0"/>
                </a:lnTo>
                <a:lnTo>
                  <a:pt x="1541059" y="0"/>
                </a:lnTo>
                <a:lnTo>
                  <a:pt x="1522038" y="0"/>
                </a:lnTo>
                <a:lnTo>
                  <a:pt x="1503026" y="0"/>
                </a:lnTo>
                <a:lnTo>
                  <a:pt x="1484005" y="0"/>
                </a:lnTo>
                <a:lnTo>
                  <a:pt x="1464983" y="0"/>
                </a:lnTo>
                <a:lnTo>
                  <a:pt x="1445971" y="0"/>
                </a:lnTo>
                <a:lnTo>
                  <a:pt x="1426950" y="0"/>
                </a:lnTo>
                <a:lnTo>
                  <a:pt x="1407928" y="0"/>
                </a:lnTo>
                <a:lnTo>
                  <a:pt x="1388916" y="0"/>
                </a:lnTo>
                <a:lnTo>
                  <a:pt x="1369895" y="0"/>
                </a:lnTo>
                <a:lnTo>
                  <a:pt x="1350874" y="0"/>
                </a:lnTo>
                <a:lnTo>
                  <a:pt x="1331862" y="0"/>
                </a:lnTo>
                <a:lnTo>
                  <a:pt x="1312840" y="0"/>
                </a:lnTo>
                <a:lnTo>
                  <a:pt x="1293819" y="0"/>
                </a:lnTo>
                <a:lnTo>
                  <a:pt x="1274807" y="0"/>
                </a:lnTo>
                <a:lnTo>
                  <a:pt x="1255786" y="0"/>
                </a:lnTo>
                <a:lnTo>
                  <a:pt x="1236764" y="0"/>
                </a:lnTo>
                <a:lnTo>
                  <a:pt x="1217752" y="0"/>
                </a:lnTo>
                <a:lnTo>
                  <a:pt x="1198731" y="0"/>
                </a:lnTo>
                <a:lnTo>
                  <a:pt x="1179709" y="0"/>
                </a:lnTo>
                <a:lnTo>
                  <a:pt x="1160697" y="0"/>
                </a:lnTo>
                <a:lnTo>
                  <a:pt x="1141676" y="0"/>
                </a:lnTo>
                <a:lnTo>
                  <a:pt x="1122655" y="0"/>
                </a:lnTo>
                <a:lnTo>
                  <a:pt x="1103643" y="0"/>
                </a:lnTo>
                <a:lnTo>
                  <a:pt x="1084621" y="0"/>
                </a:lnTo>
                <a:lnTo>
                  <a:pt x="1065600" y="0"/>
                </a:lnTo>
                <a:lnTo>
                  <a:pt x="1046588" y="0"/>
                </a:lnTo>
                <a:lnTo>
                  <a:pt x="1027567" y="0"/>
                </a:lnTo>
                <a:lnTo>
                  <a:pt x="1008545" y="0"/>
                </a:lnTo>
                <a:lnTo>
                  <a:pt x="989533" y="0"/>
                </a:lnTo>
                <a:lnTo>
                  <a:pt x="970512" y="0"/>
                </a:lnTo>
                <a:lnTo>
                  <a:pt x="951490" y="0"/>
                </a:lnTo>
                <a:lnTo>
                  <a:pt x="932478" y="0"/>
                </a:lnTo>
                <a:lnTo>
                  <a:pt x="913457" y="0"/>
                </a:lnTo>
                <a:lnTo>
                  <a:pt x="894436" y="0"/>
                </a:lnTo>
                <a:lnTo>
                  <a:pt x="875424" y="0"/>
                </a:lnTo>
                <a:lnTo>
                  <a:pt x="856402" y="0"/>
                </a:lnTo>
                <a:lnTo>
                  <a:pt x="837381" y="0"/>
                </a:lnTo>
                <a:lnTo>
                  <a:pt x="818359" y="0"/>
                </a:lnTo>
                <a:lnTo>
                  <a:pt x="799348" y="0"/>
                </a:lnTo>
                <a:lnTo>
                  <a:pt x="780326" y="0"/>
                </a:lnTo>
                <a:lnTo>
                  <a:pt x="761305" y="0"/>
                </a:lnTo>
                <a:lnTo>
                  <a:pt x="742293" y="0"/>
                </a:lnTo>
                <a:lnTo>
                  <a:pt x="723271" y="0"/>
                </a:lnTo>
                <a:lnTo>
                  <a:pt x="704250" y="0"/>
                </a:lnTo>
                <a:lnTo>
                  <a:pt x="685238" y="0"/>
                </a:lnTo>
                <a:lnTo>
                  <a:pt x="666217" y="0"/>
                </a:lnTo>
                <a:lnTo>
                  <a:pt x="647195" y="0"/>
                </a:lnTo>
                <a:lnTo>
                  <a:pt x="628183" y="0"/>
                </a:lnTo>
                <a:lnTo>
                  <a:pt x="609162" y="0"/>
                </a:lnTo>
                <a:lnTo>
                  <a:pt x="590140" y="0"/>
                </a:lnTo>
                <a:lnTo>
                  <a:pt x="571129" y="0"/>
                </a:lnTo>
                <a:lnTo>
                  <a:pt x="552107" y="0"/>
                </a:lnTo>
                <a:lnTo>
                  <a:pt x="533086" y="0"/>
                </a:lnTo>
                <a:lnTo>
                  <a:pt x="514074" y="0"/>
                </a:lnTo>
                <a:lnTo>
                  <a:pt x="495052" y="0"/>
                </a:lnTo>
                <a:lnTo>
                  <a:pt x="476031" y="0"/>
                </a:lnTo>
                <a:lnTo>
                  <a:pt x="457019" y="0"/>
                </a:lnTo>
                <a:lnTo>
                  <a:pt x="437998" y="0"/>
                </a:lnTo>
                <a:lnTo>
                  <a:pt x="418976" y="0"/>
                </a:lnTo>
                <a:lnTo>
                  <a:pt x="399964" y="0"/>
                </a:lnTo>
                <a:lnTo>
                  <a:pt x="380943" y="0"/>
                </a:lnTo>
                <a:lnTo>
                  <a:pt x="361921" y="0"/>
                </a:lnTo>
                <a:lnTo>
                  <a:pt x="342910" y="0"/>
                </a:lnTo>
                <a:lnTo>
                  <a:pt x="323888" y="0"/>
                </a:lnTo>
                <a:lnTo>
                  <a:pt x="304867" y="0"/>
                </a:lnTo>
                <a:lnTo>
                  <a:pt x="285855" y="0"/>
                </a:lnTo>
                <a:lnTo>
                  <a:pt x="267186" y="1953"/>
                </a:lnTo>
                <a:lnTo>
                  <a:pt x="249374" y="8620"/>
                </a:lnTo>
                <a:lnTo>
                  <a:pt x="231562" y="15288"/>
                </a:lnTo>
                <a:lnTo>
                  <a:pt x="213751" y="21946"/>
                </a:lnTo>
                <a:lnTo>
                  <a:pt x="195939" y="28613"/>
                </a:lnTo>
                <a:lnTo>
                  <a:pt x="178127" y="35281"/>
                </a:lnTo>
                <a:lnTo>
                  <a:pt x="160315" y="41939"/>
                </a:lnTo>
                <a:lnTo>
                  <a:pt x="142504" y="48606"/>
                </a:lnTo>
                <a:lnTo>
                  <a:pt x="124692" y="55264"/>
                </a:lnTo>
                <a:lnTo>
                  <a:pt x="106871" y="61932"/>
                </a:lnTo>
                <a:lnTo>
                  <a:pt x="89059" y="68599"/>
                </a:lnTo>
                <a:lnTo>
                  <a:pt x="71247" y="75257"/>
                </a:lnTo>
                <a:lnTo>
                  <a:pt x="53435" y="81925"/>
                </a:lnTo>
                <a:lnTo>
                  <a:pt x="35624" y="88592"/>
                </a:lnTo>
                <a:lnTo>
                  <a:pt x="17812" y="95250"/>
                </a:lnTo>
                <a:lnTo>
                  <a:pt x="0" y="10191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5" name="maturity-step-inset-6">
            <a:extLst xmlns:a="http://schemas.openxmlformats.org/drawingml/2006/main">
              <a:ext uri="{FF2B5EF4-FFF2-40B4-BE49-F238E27FC236}">
                <a16:creationId xmlns:a16="http://schemas.microsoft.com/office/drawing/2014/main" id="{84359F99-B7DC-4632-BACA-7FE78765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3498" y="3469958"/>
            <a:ext cx="1473518" cy="101918"/>
          </a:xfrm>
          <a:custGeom xmlns:a="http://schemas.openxmlformats.org/drawingml/2006/main">
            <a:pathLst>
              <a:path w="1473518" h="101918">
                <a:moveTo>
                  <a:pt x="0" y="101918"/>
                </a:moveTo>
                <a:lnTo>
                  <a:pt x="18983" y="101918"/>
                </a:lnTo>
                <a:lnTo>
                  <a:pt x="37967" y="101918"/>
                </a:lnTo>
                <a:lnTo>
                  <a:pt x="56950" y="101918"/>
                </a:lnTo>
                <a:lnTo>
                  <a:pt x="75933" y="101918"/>
                </a:lnTo>
                <a:lnTo>
                  <a:pt x="94926" y="101918"/>
                </a:lnTo>
                <a:lnTo>
                  <a:pt x="113909" y="101918"/>
                </a:lnTo>
                <a:lnTo>
                  <a:pt x="132893" y="101918"/>
                </a:lnTo>
                <a:lnTo>
                  <a:pt x="151876" y="101918"/>
                </a:lnTo>
                <a:lnTo>
                  <a:pt x="170859" y="101918"/>
                </a:lnTo>
                <a:lnTo>
                  <a:pt x="189843" y="101918"/>
                </a:lnTo>
                <a:lnTo>
                  <a:pt x="208826" y="101918"/>
                </a:lnTo>
                <a:lnTo>
                  <a:pt x="227809" y="101918"/>
                </a:lnTo>
                <a:lnTo>
                  <a:pt x="246793" y="101918"/>
                </a:lnTo>
                <a:lnTo>
                  <a:pt x="265776" y="101918"/>
                </a:lnTo>
                <a:lnTo>
                  <a:pt x="284769" y="101918"/>
                </a:lnTo>
                <a:lnTo>
                  <a:pt x="303752" y="101918"/>
                </a:lnTo>
                <a:lnTo>
                  <a:pt x="322736" y="101918"/>
                </a:lnTo>
                <a:lnTo>
                  <a:pt x="341719" y="101918"/>
                </a:lnTo>
                <a:lnTo>
                  <a:pt x="360702" y="101918"/>
                </a:lnTo>
                <a:lnTo>
                  <a:pt x="379686" y="101918"/>
                </a:lnTo>
                <a:lnTo>
                  <a:pt x="398669" y="101918"/>
                </a:lnTo>
                <a:lnTo>
                  <a:pt x="417652" y="101918"/>
                </a:lnTo>
                <a:lnTo>
                  <a:pt x="436636" y="101918"/>
                </a:lnTo>
                <a:lnTo>
                  <a:pt x="455619" y="101918"/>
                </a:lnTo>
                <a:lnTo>
                  <a:pt x="474612" y="101918"/>
                </a:lnTo>
                <a:lnTo>
                  <a:pt x="493595" y="101918"/>
                </a:lnTo>
                <a:lnTo>
                  <a:pt x="512578" y="101918"/>
                </a:lnTo>
                <a:lnTo>
                  <a:pt x="531562" y="101918"/>
                </a:lnTo>
                <a:lnTo>
                  <a:pt x="550545" y="101918"/>
                </a:lnTo>
                <a:lnTo>
                  <a:pt x="569528" y="101918"/>
                </a:lnTo>
                <a:lnTo>
                  <a:pt x="588512" y="101918"/>
                </a:lnTo>
                <a:lnTo>
                  <a:pt x="607495" y="101918"/>
                </a:lnTo>
                <a:lnTo>
                  <a:pt x="626478" y="101918"/>
                </a:lnTo>
                <a:lnTo>
                  <a:pt x="645471" y="101918"/>
                </a:lnTo>
                <a:lnTo>
                  <a:pt x="664454" y="101918"/>
                </a:lnTo>
                <a:lnTo>
                  <a:pt x="683438" y="101918"/>
                </a:lnTo>
                <a:lnTo>
                  <a:pt x="702421" y="101918"/>
                </a:lnTo>
                <a:lnTo>
                  <a:pt x="721404" y="101918"/>
                </a:lnTo>
                <a:lnTo>
                  <a:pt x="740388" y="101918"/>
                </a:lnTo>
                <a:lnTo>
                  <a:pt x="759371" y="101918"/>
                </a:lnTo>
                <a:lnTo>
                  <a:pt x="778354" y="101918"/>
                </a:lnTo>
                <a:lnTo>
                  <a:pt x="797338" y="101918"/>
                </a:lnTo>
                <a:lnTo>
                  <a:pt x="816321" y="101918"/>
                </a:lnTo>
                <a:lnTo>
                  <a:pt x="835314" y="101918"/>
                </a:lnTo>
                <a:lnTo>
                  <a:pt x="854297" y="101918"/>
                </a:lnTo>
                <a:lnTo>
                  <a:pt x="873281" y="101918"/>
                </a:lnTo>
                <a:lnTo>
                  <a:pt x="892264" y="101918"/>
                </a:lnTo>
                <a:lnTo>
                  <a:pt x="911247" y="101918"/>
                </a:lnTo>
                <a:lnTo>
                  <a:pt x="930231" y="101918"/>
                </a:lnTo>
                <a:lnTo>
                  <a:pt x="949214" y="101918"/>
                </a:lnTo>
                <a:lnTo>
                  <a:pt x="968197" y="101918"/>
                </a:lnTo>
                <a:lnTo>
                  <a:pt x="987181" y="101918"/>
                </a:lnTo>
                <a:lnTo>
                  <a:pt x="1006164" y="101918"/>
                </a:lnTo>
                <a:lnTo>
                  <a:pt x="1025157" y="101918"/>
                </a:lnTo>
                <a:lnTo>
                  <a:pt x="1044140" y="101918"/>
                </a:lnTo>
                <a:lnTo>
                  <a:pt x="1063123" y="101918"/>
                </a:lnTo>
                <a:lnTo>
                  <a:pt x="1082107" y="101918"/>
                </a:lnTo>
                <a:lnTo>
                  <a:pt x="1101090" y="101918"/>
                </a:lnTo>
                <a:lnTo>
                  <a:pt x="1120073" y="101918"/>
                </a:lnTo>
                <a:lnTo>
                  <a:pt x="1139057" y="101918"/>
                </a:lnTo>
                <a:lnTo>
                  <a:pt x="1158040" y="101918"/>
                </a:lnTo>
                <a:lnTo>
                  <a:pt x="1177023" y="101918"/>
                </a:lnTo>
                <a:lnTo>
                  <a:pt x="1196007" y="101918"/>
                </a:lnTo>
                <a:lnTo>
                  <a:pt x="1214999" y="101918"/>
                </a:lnTo>
                <a:lnTo>
                  <a:pt x="1233983" y="101918"/>
                </a:lnTo>
                <a:lnTo>
                  <a:pt x="1252966" y="101918"/>
                </a:lnTo>
                <a:lnTo>
                  <a:pt x="1271949" y="101918"/>
                </a:lnTo>
                <a:lnTo>
                  <a:pt x="1290657" y="100851"/>
                </a:lnTo>
                <a:lnTo>
                  <a:pt x="1307278" y="91688"/>
                </a:lnTo>
                <a:lnTo>
                  <a:pt x="1323908" y="82515"/>
                </a:lnTo>
                <a:lnTo>
                  <a:pt x="1340529" y="73352"/>
                </a:lnTo>
                <a:lnTo>
                  <a:pt x="1357151" y="64179"/>
                </a:lnTo>
                <a:lnTo>
                  <a:pt x="1373781" y="55016"/>
                </a:lnTo>
                <a:lnTo>
                  <a:pt x="1390402" y="45844"/>
                </a:lnTo>
                <a:lnTo>
                  <a:pt x="1407023" y="36671"/>
                </a:lnTo>
                <a:lnTo>
                  <a:pt x="1423645" y="27508"/>
                </a:lnTo>
                <a:lnTo>
                  <a:pt x="1440266" y="18336"/>
                </a:lnTo>
                <a:lnTo>
                  <a:pt x="1456896" y="9173"/>
                </a:lnTo>
                <a:lnTo>
                  <a:pt x="1473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6" name="maturity-step-projection-6">
            <a:extLst xmlns:a="http://schemas.openxmlformats.org/drawingml/2006/main">
              <a:ext uri="{FF2B5EF4-FFF2-40B4-BE49-F238E27FC236}">
                <a16:creationId xmlns:a16="http://schemas.microsoft.com/office/drawing/2014/main" id="{025F2B84-34D6-4883-8EC8-CE93032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8293" y="3469958"/>
            <a:ext cx="12087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29FBEEE5-92A8-424A-B5C4-979CD2E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768" y="4524527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个人保存</a:t>
            </a:r>
          </a:p>
        </p:txBody>
      </p:sp>
      <p:sp>
        <p:nvSpPr>
          <p:cNvPr id="3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04696140-2508-4EEF-98C6-6D792DAC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768" y="4772625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个人留存经验，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依赖个人记忆</a:t>
            </a:r>
          </a:p>
        </p:txBody>
      </p:sp>
      <p:sp>
        <p:nvSpPr>
          <p:cNvPr id="3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EE12B2C5-BED6-4A0D-9859-A50058BE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060" y="5351707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40E40DE9-9A48-494B-8E12-500722A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7544" y="4119267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集中归档</a:t>
            </a:r>
          </a:p>
        </p:txBody>
      </p:sp>
      <p:sp>
        <p:nvSpPr>
          <p:cNvPr id="4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026A5D6C-C889-402C-ABE5-8443B47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7544" y="4367365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资料集中归档，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入口逐步统一</a:t>
            </a:r>
          </a:p>
        </p:txBody>
      </p:sp>
      <p:sp>
        <p:nvSpPr>
          <p:cNvPr id="4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EC5B64EE-10C1-4C0E-AB97-E96E5DF4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3836" y="4946456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A86CAF28-1C5E-416B-B725-0380423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0320" y="3714007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统一分类</a:t>
            </a:r>
          </a:p>
        </p:txBody>
      </p:sp>
      <p:sp>
        <p:nvSpPr>
          <p:cNvPr id="4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EE7DB3F3-B63E-4B69-9E25-1A03C73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0320" y="3962105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按统一分类整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理，便于查找</a:t>
            </a:r>
          </a:p>
        </p:txBody>
      </p:sp>
      <p:sp>
        <p:nvSpPr>
          <p:cNvPr id="4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26C9812A-C2B4-4FC6-BAE1-2DF43B85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6612" y="4541339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B1CC762C-D197-42B9-9C0A-CC3F198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095" y="3308899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4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E3F3D2F1-A380-4C54-828D-F14D5F8D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095" y="3556997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团队成员可复用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既有方法</a:t>
            </a:r>
          </a:p>
        </p:txBody>
      </p:sp>
      <p:sp>
        <p:nvSpPr>
          <p:cNvPr id="4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E70B8026-7747-447D-B90E-4D8BE4E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4136079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9" name="level-5-text-heading">
            <a:extLst xmlns:a="http://schemas.openxmlformats.org/drawingml/2006/main">
              <a:ext uri="{FF2B5EF4-FFF2-40B4-BE49-F238E27FC236}">
                <a16:creationId xmlns:a16="http://schemas.microsoft.com/office/drawing/2014/main" id="{6D03262C-46F6-49F7-B572-2CC900E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871" y="2903639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持续更新</a:t>
            </a:r>
          </a:p>
        </p:txBody>
      </p:sp>
      <p:sp>
        <p:nvSpPr>
          <p:cNvPr id="50" name="level-5-text-body">
            <a:extLst xmlns:a="http://schemas.openxmlformats.org/drawingml/2006/main">
              <a:ext uri="{FF2B5EF4-FFF2-40B4-BE49-F238E27FC236}">
                <a16:creationId xmlns:a16="http://schemas.microsoft.com/office/drawing/2014/main" id="{B5E8650F-3E25-4997-8894-7BAD2931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871" y="3151737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持续补充内容，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保持知识有效</a:t>
            </a:r>
          </a:p>
        </p:txBody>
      </p:sp>
      <p:sp>
        <p:nvSpPr>
          <p:cNvPr id="51" name="maturity-level-index-5">
            <a:extLst xmlns:a="http://schemas.openxmlformats.org/drawingml/2006/main">
              <a:ext uri="{FF2B5EF4-FFF2-40B4-BE49-F238E27FC236}">
                <a16:creationId xmlns:a16="http://schemas.microsoft.com/office/drawing/2014/main" id="{C0287F7F-72CC-4E33-8CD6-01D2E17F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2163" y="3730828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2" name="level-6-text-heading">
            <a:extLst xmlns:a="http://schemas.openxmlformats.org/drawingml/2006/main">
              <a:ext uri="{FF2B5EF4-FFF2-40B4-BE49-F238E27FC236}">
                <a16:creationId xmlns:a16="http://schemas.microsoft.com/office/drawing/2014/main" id="{4CE8F38F-3B49-4BCB-B05D-01A99B06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495" y="2498379"/>
            <a:ext cx="110281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反馈优化</a:t>
            </a:r>
          </a:p>
        </p:txBody>
      </p:sp>
      <p:sp>
        <p:nvSpPr>
          <p:cNvPr id="53" name="level-6-text-body">
            <a:extLst xmlns:a="http://schemas.openxmlformats.org/drawingml/2006/main">
              <a:ext uri="{FF2B5EF4-FFF2-40B4-BE49-F238E27FC236}">
                <a16:creationId xmlns:a16="http://schemas.microsoft.com/office/drawing/2014/main" id="{AEFF2EED-6A64-4383-837F-DF2DB96B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495" y="2746477"/>
            <a:ext cx="110281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根据使用反馈持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续优化</a:t>
            </a:r>
          </a:p>
        </p:txBody>
      </p:sp>
      <p:sp>
        <p:nvSpPr>
          <p:cNvPr id="54" name="maturity-level-index-6">
            <a:extLst xmlns:a="http://schemas.openxmlformats.org/drawingml/2006/main">
              <a:ext uri="{FF2B5EF4-FFF2-40B4-BE49-F238E27FC236}">
                <a16:creationId xmlns:a16="http://schemas.microsoft.com/office/drawing/2014/main" id="{A10B18DF-8E9D-44E8-9159-ECC06BF9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4939" y="3325711"/>
            <a:ext cx="390230" cy="39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5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FD77C7BF-AA5F-43C8-8E79-136076E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5208" y="4987376"/>
            <a:ext cx="452733" cy="2369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56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F325525D-B11C-4943-8076-3101A13D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3535" y="3771748"/>
            <a:ext cx="452733" cy="2369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627835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2026-09-07T23:36:42.0730000Z</dcterms:created>
  <dcterms:modified xsi:type="dcterms:W3CDTF">2026-09-07T23:36:42.0730000Z</dcterms:modified>
</coreProperties>
</file>