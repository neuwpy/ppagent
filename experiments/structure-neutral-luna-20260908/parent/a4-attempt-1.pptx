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dff9c621374ed1" /><Relationship Type="http://schemas.openxmlformats.org/officeDocument/2006/relationships/extended-properties" Target="/docProps/app.xml" Id="R7c8e580716d34eff" /><Relationship Type="http://schemas.openxmlformats.org/officeDocument/2006/relationships/officeDocument" Target="/ppt/presentation.xml" Id="R6181abc2092f44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773843e6a24a95"/>
  </p:sldMasterIdLst>
  <p:notesMasterIdLst>
    <p:notesMasterId xmlns:r="http://schemas.openxmlformats.org/officeDocument/2006/relationships" r:id="R4f0293ceb62f4fb8"/>
  </p:notesMasterIdLst>
  <p:sldIdLst>
    <p:sldId xmlns:r="http://schemas.openxmlformats.org/officeDocument/2006/relationships" id="256" r:id="Rd616f7a7eda34f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5229cb7204e9c" /><Relationship Type="http://schemas.openxmlformats.org/officeDocument/2006/relationships/slideMaster" Target="/ppt/slideMasters/slideMaster1.xml" Id="Rf2773843e6a24a95" /><Relationship Type="http://schemas.openxmlformats.org/officeDocument/2006/relationships/notesMaster" Target="/ppt/notesMasters/notesMaster1.xml" Id="R4f0293ceb62f4fb8" /><Relationship Type="http://schemas.openxmlformats.org/officeDocument/2006/relationships/presProps" Target="/ppt/presProps.xml" Id="R64bd7715247740c3" /><Relationship Type="http://schemas.openxmlformats.org/officeDocument/2006/relationships/tableStyles" Target="/ppt/tableStyles.xml" Id="Rd236474ee5c14a1e" /><Relationship Type="http://schemas.openxmlformats.org/officeDocument/2006/relationships/slide" Target="/ppt/slides/slide1.xml" Id="Rd616f7a7eda34f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f6ce62b9d48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b9f4f7089a4c86" /><Relationship Type="http://schemas.openxmlformats.org/officeDocument/2006/relationships/notesMaster" Target="/ppt/notesMasters/notesMaster1.xml" Id="Rda9b38aac07944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4fce5ce154e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f6688c959c4ac4" /><Relationship Type="http://schemas.openxmlformats.org/officeDocument/2006/relationships/slideLayout" Target="/ppt/slideLayouts/slideLayout1.xml" Id="R1d2799ea449249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799ea449249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6f307ee6a4359" /><Relationship Type="http://schemas.openxmlformats.org/officeDocument/2006/relationships/image" Target="/ppt/media/image.png" Id="R21d03de7776c44fe" /><Relationship Type="http://schemas.openxmlformats.org/officeDocument/2006/relationships/image" Target="/ppt/media/image.svg" Id="R49f07133cc474176" /><Relationship Type="http://schemas.openxmlformats.org/officeDocument/2006/relationships/image" Target="/ppt/media/image2.png" Id="R87fdc4f5ff7b4c1f" /><Relationship Type="http://schemas.openxmlformats.org/officeDocument/2006/relationships/image" Target="/ppt/media/image2.svg" Id="R15ec39f26e6744b1" /><Relationship Type="http://schemas.openxmlformats.org/officeDocument/2006/relationships/image" Target="/ppt/media/image3.png" Id="Ra5db50e086994ea0" /><Relationship Type="http://schemas.openxmlformats.org/officeDocument/2006/relationships/image" Target="/ppt/media/image3.svg" Id="R046bcaf8ae4547eb" /><Relationship Type="http://schemas.openxmlformats.org/officeDocument/2006/relationships/image" Target="/ppt/media/image4.png" Id="R901e291e768a42ea" /><Relationship Type="http://schemas.openxmlformats.org/officeDocument/2006/relationships/image" Target="/ppt/media/image4.svg" Id="R681580c608fc489b" /><Relationship Type="http://schemas.openxmlformats.org/officeDocument/2006/relationships/image" Target="/ppt/media/image5.png" Id="Ra7fe86f16f3c426a" /><Relationship Type="http://schemas.openxmlformats.org/officeDocument/2006/relationships/image" Target="/ppt/media/image5.svg" Id="R127d1e0ccb844578" /><Relationship Type="http://schemas.openxmlformats.org/officeDocument/2006/relationships/image" Target="/ppt/media/image6.png" Id="Re064773ed61c4ab8" /><Relationship Type="http://schemas.openxmlformats.org/officeDocument/2006/relationships/image" Target="/ppt/media/image6.svg" Id="Rbf7a1044691b4c6a" /><Relationship Type="http://schemas.openxmlformats.org/officeDocument/2006/relationships/notesSlide" Target="/ppt/notesSlides/notesSlide1.xml" Id="Rda832b4d06e44a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age-paper">
            <a:extLst xmlns:a="http://schemas.openxmlformats.org/drawingml/2006/main">
              <a:ext uri="{FF2B5EF4-FFF2-40B4-BE49-F238E27FC236}">
                <a16:creationId xmlns:a16="http://schemas.microsoft.com/office/drawing/2014/main" id="{ECC1B5E2-3779-4818-8C7D-8415A8AD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182CCB6B-BA99-43F1-A04A-C1F3A9BA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7148F54-F3FD-4E25-9DBF-9E772687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发布准备需要完整的执行依据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86BD70F-5503-496A-8C37-DFCEFE2E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477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26E028F5-B23A-460B-8D65-E6DDC48B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发布前逐项确认，确保交付具备可执行条件。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BFD3B9-AC8B-4353-9CAF-D145EF77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CE7465C1-789F-41EC-9364-1FBB96F4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240" y="3347657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AD671B85-1E97-4161-988E-797E4FD0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192703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B36289D0-31BB-45AB-B957-0902D0CB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192703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4C059432-F54B-4393-BA9B-ECD9DD9B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7641" y="3392110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383287E7-5317-4884-BE34-22BDF75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302" y="3347657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2A729B51-EB81-4CB4-A555-519F5588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192703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3DF8455E-80A0-4B31-9287-31405B2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192703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A4CCF99A-204C-40A9-99B7-9FDB3E7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2703" y="3392110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87800F89-945E-4903-B44D-359D72C8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364" y="3347657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589E1C8C-9905-40FE-AABD-9DAB45FD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192703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F579E43B-CC32-42A9-AAE3-156D66E9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192703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F84AA488-32B8-4D19-82DD-7E825FC2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755" y="3392110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9A579B69-62FB-4CB1-A2B7-0B49B2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240" y="5466226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7B825D99-40C8-4ED3-B987-D0A0EC60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404559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0F0C1A30-DE95-459D-93A7-AF680DA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404559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9D8FF488-5F4F-421C-B98A-A78209AD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7641" y="5510679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E5C8C5B3-B482-4316-AD8B-B1D9CCB9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302" y="5466226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3A9B3930-8D16-44A0-8442-55092B3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404559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5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2D5E537A-7894-4BA6-82CA-782C8AC8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404559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0DD08FEF-48DB-45EE-B2F9-DDED5BDD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2703" y="5510679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7" name="note-sheet-shadow-5">
            <a:extLst xmlns:a="http://schemas.openxmlformats.org/drawingml/2006/main">
              <a:ext uri="{FF2B5EF4-FFF2-40B4-BE49-F238E27FC236}">
                <a16:creationId xmlns:a16="http://schemas.microsoft.com/office/drawing/2014/main" id="{536410D1-C16D-4C79-9EF0-04411C8A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364" y="5466226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5">
            <a:extLst xmlns:a="http://schemas.openxmlformats.org/drawingml/2006/main">
              <a:ext uri="{FF2B5EF4-FFF2-40B4-BE49-F238E27FC236}">
                <a16:creationId xmlns:a16="http://schemas.microsoft.com/office/drawing/2014/main" id="{80CD292C-BEC5-43F3-95AD-6879E489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404559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9" name="note-sheet-header-5">
            <a:extLst xmlns:a="http://schemas.openxmlformats.org/drawingml/2006/main">
              <a:ext uri="{FF2B5EF4-FFF2-40B4-BE49-F238E27FC236}">
                <a16:creationId xmlns:a16="http://schemas.microsoft.com/office/drawing/2014/main" id="{184AD0C5-09D1-4768-B0AB-BFCB573B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404559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5">
            <a:extLst xmlns:a="http://schemas.openxmlformats.org/drawingml/2006/main">
              <a:ext uri="{FF2B5EF4-FFF2-40B4-BE49-F238E27FC236}">
                <a16:creationId xmlns:a16="http://schemas.microsoft.com/office/drawing/2014/main" id="{ED6736FD-38DE-447F-BAF4-370F838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755" y="5510679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C91BDE53-90C9-4B79-B8CE-C15AA3A6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121" y="192703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范围确认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206379F8-3B8A-478B-9AC1-0A6357FB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697" y="238228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逐项核对本期要交付的功能边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界、目标对象与暂不纳入事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项，并让业务负责人确认优先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顺序后留下可追溯记录。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E37040C0-7286-4107-9B57-7740992B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173" y="192703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环境就绪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CD413BF5-DC7F-4C8F-ABDA-786822B8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759" y="238228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检查运行环境、依赖版本和配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置项是否满足发布要求，先在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目标环境完成一次可重复的启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动与基本功能验证。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13B6529B-DC1D-44EB-8318-B96B313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235" y="192703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权限开通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6082B2ED-C590-4CC9-B8A9-D780D718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5811" y="238228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按最小必要原则开通执行、查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看和回退所需权限，逐项验证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实际账号可以完成对应操作并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记录授权责任人。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826DD1F1-2E2F-4832-AC50-2C041796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121" y="404559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回退预案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DFDAEE68-834C-46DB-9B4C-71303BF7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697" y="450085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写明什么情况触发回退、由谁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执行、恢复到哪个版本以及如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何通知相关人员，并在可行范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围内预演关键步骤。</a:t>
            </a:r>
          </a:p>
        </p:txBody>
      </p:sp>
      <p:sp>
        <p:nvSpPr>
          <p:cNvPr id="39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BF692D64-41D4-410C-8073-7D407D98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173" y="404559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操作说明</a:t>
            </a:r>
          </a:p>
        </p:txBody>
      </p:sp>
      <p:sp>
        <p:nvSpPr>
          <p:cNvPr id="40" name="note-body-4">
            <a:extLst xmlns:a="http://schemas.openxmlformats.org/drawingml/2006/main">
              <a:ext uri="{FF2B5EF4-FFF2-40B4-BE49-F238E27FC236}">
                <a16:creationId xmlns:a16="http://schemas.microsoft.com/office/drawing/2014/main" id="{973514AC-A9B0-46CC-83FA-AF928CEE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759" y="450085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将发布前检查、正式操作、异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常处理和完成确认写成接手者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可以照着执行的步骤，并标注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每一步的输入输出。</a:t>
            </a:r>
          </a:p>
        </p:txBody>
      </p:sp>
      <p:sp>
        <p:nvSpPr>
          <p:cNvPr id="41" name="note-heading-5">
            <a:extLst xmlns:a="http://schemas.openxmlformats.org/drawingml/2006/main">
              <a:ext uri="{FF2B5EF4-FFF2-40B4-BE49-F238E27FC236}">
                <a16:creationId xmlns:a16="http://schemas.microsoft.com/office/drawing/2014/main" id="{DD98EB28-58A3-4BAC-95F7-E4AD7E03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235" y="404559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问题窗口</a:t>
            </a:r>
          </a:p>
        </p:txBody>
      </p:sp>
      <p:sp>
        <p:nvSpPr>
          <p:cNvPr id="42" name="note-body-5">
            <a:extLst xmlns:a="http://schemas.openxmlformats.org/drawingml/2006/main">
              <a:ext uri="{FF2B5EF4-FFF2-40B4-BE49-F238E27FC236}">
                <a16:creationId xmlns:a16="http://schemas.microsoft.com/office/drawing/2014/main" id="{A06A64D7-B590-453A-84A8-0D6CA086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5811" y="450085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明确发布期间的问题入口、值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守人员、响应时限与升级路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径，安排一个可被团队共同查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看的记录位置持续更新。</a:t>
            </a:r>
          </a:p>
        </p:txBody>
      </p:sp>
      <p:sp>
        <p:nvSpPr>
          <p:cNvPr id="43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86F59A67-88CE-4891-8CF1-EF9092DC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192703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03de7776c44fe">
            <a:extLst>
              <a:ext uri="{96DAC541-7B7A-43D3-8B79-37D633B846F1}">
                <asvg:svgBlip xmlns:asvg="http://schemas.microsoft.com/office/drawing/2016/SVG/main" r:embed="R49f07133cc4741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21796" y="198968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7EB07A2C-13A3-47FD-B6CB-E5C2A74B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192703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dc4f5ff7b4c1f">
            <a:extLst>
              <a:ext uri="{96DAC541-7B7A-43D3-8B79-37D633B846F1}">
                <asvg:svgBlip xmlns:asvg="http://schemas.microsoft.com/office/drawing/2016/SVG/main" r:embed="R15ec39f26e6744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6848" y="198968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12872281-D7BE-4EF6-AD9F-23293462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192703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b50e086994ea0">
            <a:extLst>
              <a:ext uri="{96DAC541-7B7A-43D3-8B79-37D633B846F1}">
                <asvg:svgBlip xmlns:asvg="http://schemas.microsoft.com/office/drawing/2016/SVG/main" r:embed="R046bcaf8ae4547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91910" y="198968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9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C3435D54-75DB-4D6F-9567-361DC8F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404559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e291e768a42ea">
            <a:extLst>
              <a:ext uri="{96DAC541-7B7A-43D3-8B79-37D633B846F1}">
                <asvg:svgBlip xmlns:asvg="http://schemas.microsoft.com/office/drawing/2016/SVG/main" r:embed="R681580c608fc48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21796" y="410825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E2BB798F-1A52-48A8-A3E5-477F035A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404559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e86f16f3c426a">
            <a:extLst>
              <a:ext uri="{96DAC541-7B7A-43D3-8B79-37D633B846F1}">
                <asvg:svgBlip xmlns:asvg="http://schemas.microsoft.com/office/drawing/2016/SVG/main" r:embed="R127d1e0ccb8445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6848" y="410825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note-icon-panel-5">
            <a:extLst xmlns:a="http://schemas.openxmlformats.org/drawingml/2006/main">
              <a:ext uri="{FF2B5EF4-FFF2-40B4-BE49-F238E27FC236}">
                <a16:creationId xmlns:a16="http://schemas.microsoft.com/office/drawing/2014/main" id="{A887D267-AE9B-4C0E-A50C-9CF19E29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404559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4773ed61c4ab8">
            <a:extLst>
              <a:ext uri="{96DAC541-7B7A-43D3-8B79-37D633B846F1}">
                <asvg:svgBlip xmlns:asvg="http://schemas.microsoft.com/office/drawing/2016/SVG/main" r:embed="Rbf7a1044691b4c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91910" y="4108256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26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2026-09-07T23:36:33.7160000Z</dcterms:created>
  <dcterms:modified xsi:type="dcterms:W3CDTF">2026-09-07T23:36:33.7160000Z</dcterms:modified>
</coreProperties>
</file>