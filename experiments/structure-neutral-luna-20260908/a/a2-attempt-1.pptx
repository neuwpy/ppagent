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04e978e884455" /><Relationship Type="http://schemas.openxmlformats.org/officeDocument/2006/relationships/extended-properties" Target="/docProps/app.xml" Id="R2722dd3c7d144e0c" /><Relationship Type="http://schemas.openxmlformats.org/officeDocument/2006/relationships/officeDocument" Target="/ppt/presentation.xml" Id="R8c85fcb17c0d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99185124f41c6"/>
  </p:sldMasterIdLst>
  <p:notesMasterIdLst>
    <p:notesMasterId xmlns:r="http://schemas.openxmlformats.org/officeDocument/2006/relationships" r:id="R8c4e8e2e99e24a3b"/>
  </p:notesMasterIdLst>
  <p:sldIdLst>
    <p:sldId xmlns:r="http://schemas.openxmlformats.org/officeDocument/2006/relationships" id="256" r:id="R75bb8ded60a14f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9f0c5e9ef1445c" /><Relationship Type="http://schemas.openxmlformats.org/officeDocument/2006/relationships/slideMaster" Target="/ppt/slideMasters/slideMaster1.xml" Id="R1e099185124f41c6" /><Relationship Type="http://schemas.openxmlformats.org/officeDocument/2006/relationships/notesMaster" Target="/ppt/notesMasters/notesMaster1.xml" Id="R8c4e8e2e99e24a3b" /><Relationship Type="http://schemas.openxmlformats.org/officeDocument/2006/relationships/presProps" Target="/ppt/presProps.xml" Id="Rae4801af38f641bd" /><Relationship Type="http://schemas.openxmlformats.org/officeDocument/2006/relationships/tableStyles" Target="/ppt/tableStyles.xml" Id="Ra8f6b0846190472d" /><Relationship Type="http://schemas.openxmlformats.org/officeDocument/2006/relationships/slide" Target="/ppt/slides/slide1.xml" Id="R75bb8ded60a1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755d35ca94a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c4174250294a4f" /><Relationship Type="http://schemas.openxmlformats.org/officeDocument/2006/relationships/notesMaster" Target="/ppt/notesMasters/notesMaster1.xml" Id="Ra4a751f53c53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72b775f124e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b12579747d46c9" /><Relationship Type="http://schemas.openxmlformats.org/officeDocument/2006/relationships/slideLayout" Target="/ppt/slideLayouts/slideLayout1.xml" Id="R8f03c3d62f47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03c3d62f47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7ba11f2d0443f" /><Relationship Type="http://schemas.openxmlformats.org/officeDocument/2006/relationships/image" Target="/ppt/media/image.png" Id="R61d4c955200f44f8" /><Relationship Type="http://schemas.openxmlformats.org/officeDocument/2006/relationships/image" Target="/ppt/media/image.svg" Id="Rc2401877a54f4471" /><Relationship Type="http://schemas.openxmlformats.org/officeDocument/2006/relationships/image" Target="/ppt/media/image2.png" Id="R5f5d8acb62554df9" /><Relationship Type="http://schemas.openxmlformats.org/officeDocument/2006/relationships/image" Target="/ppt/media/image2.svg" Id="Ra964cd36225a45e5" /><Relationship Type="http://schemas.openxmlformats.org/officeDocument/2006/relationships/image" Target="/ppt/media/image3.png" Id="R28e51d41aeaa4342" /><Relationship Type="http://schemas.openxmlformats.org/officeDocument/2006/relationships/image" Target="/ppt/media/image3.svg" Id="R7c71390b16f24d22" /><Relationship Type="http://schemas.openxmlformats.org/officeDocument/2006/relationships/image" Target="/ppt/media/image4.png" Id="R0fa9a4b302784434" /><Relationship Type="http://schemas.openxmlformats.org/officeDocument/2006/relationships/image" Target="/ppt/media/image4.svg" Id="R3a60296fb1154ffc" /><Relationship Type="http://schemas.openxmlformats.org/officeDocument/2006/relationships/notesSlide" Target="/ppt/notesSlides/notesSlide1.xml" Id="R055248a031134e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FDF2115F-3188-46B5-8322-8226FFC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D8AF8072-2C89-4C98-AA3A-F1CC4C20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EF2ED0F-2990-4791-BD75-63BCC930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交接质量需要可查的依据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5CDB6A5-849E-4EE7-BAB3-571AA4E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4770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8761A671-C898-4AA9-A91A-41865DE1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交接完成要能让接手者独立继续工作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279A1A-FAC0-49BF-9325-8F407D7F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EE82FE26-E130-4C54-9041-C654846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017" y="32448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20702CE7-EE71-49CF-8C92-2463DA2D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22090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CC861677-5568-48FC-91B1-9E8F7AC2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22090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ED199A4B-225C-4EEF-B6B5-4D9FAC2A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022" y="32772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6B633142-76C1-4F9C-A4DD-8D6D4424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204" y="32448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B6A91554-0750-4786-B566-026B6AA3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22090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0D6AC5F-BE4C-402A-97BF-4454F265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22090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8CBDD14-9BBC-4003-9AEF-C2C4791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4209" y="32772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A5CFF5D-414E-4FA4-95DE-7C4B3EE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017" y="47895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3BF12DEB-266F-47B0-91DD-CB02432A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37537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3564E7F-D637-48C2-BEE0-56F03E8E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37537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BAD11BDF-F227-4525-B7B5-4F91C13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022" y="48219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8AB3711B-586B-4AE7-84AB-36A425E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204" y="47895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AA6C1E19-4573-4BDF-9724-36684CE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37537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603A2920-7155-40BB-BAC7-F2E98F94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37537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71C40295-4CF6-4170-992A-5F0F9B7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4209" y="48219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63EEAC87-F47C-4EEA-8F8C-66A50642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936" y="22090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6D4990E0-C36C-4BCF-8FCE-4DF90AB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9183" y="25409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1D20E90-B633-41DF-8B07-9D6B5F5C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123" y="22090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DA703FD5-9BEE-460E-A695-4696C72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370" y="25409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23A056C9-D94C-43ED-950A-CC0C135A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936" y="37537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19DEA07F-E6F9-410A-B8F7-57C198F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9183" y="40856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641E1E56-4C70-4AF5-BE2F-3420218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123" y="37537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2EEFCF98-4C18-45E4-81C1-6ED836F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370" y="40856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C321AA03-DC6C-4F04-9F37-A9F0EBE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22090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4c955200f44f8">
            <a:extLst>
              <a:ext uri="{96DAC541-7B7A-43D3-8B79-37D633B846F1}">
                <asvg:svgBlip xmlns:asvg="http://schemas.microsoft.com/office/drawing/2016/SVG/main" r:embed="Rc2401877a54f44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5611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768D6A06-CF0A-415C-ADA7-D90806F0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22090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d8acb62554df9">
            <a:extLst>
              <a:ext uri="{96DAC541-7B7A-43D3-8B79-37D633B846F1}">
                <asvg:svgBlip xmlns:asvg="http://schemas.microsoft.com/office/drawing/2016/SVG/main" r:embed="Ra964cd36225a45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798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7B943AB9-C25C-438A-BC46-006D607E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37537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51d41aeaa4342">
            <a:extLst>
              <a:ext uri="{96DAC541-7B7A-43D3-8B79-37D633B846F1}">
                <asvg:svgBlip xmlns:asvg="http://schemas.microsoft.com/office/drawing/2016/SVG/main" r:embed="R7c71390b16f24d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5611" y="377353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9E1A39A8-0FDD-4074-89F4-E5F37359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37537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9a4b302784434">
            <a:extLst>
              <a:ext uri="{96DAC541-7B7A-43D3-8B79-37D633B846F1}">
                <asvg:svgBlip xmlns:asvg="http://schemas.microsoft.com/office/drawing/2016/SVG/main" r:embed="R3a60296fb1154f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798" y="3773538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9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2026-09-07T23:25:18.3540000Z</dcterms:created>
  <dcterms:modified xsi:type="dcterms:W3CDTF">2026-09-07T23:25:18.3540000Z</dcterms:modified>
</coreProperties>
</file>