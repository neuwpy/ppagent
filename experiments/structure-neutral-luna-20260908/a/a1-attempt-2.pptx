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33a3c6731a4085" /><Relationship Type="http://schemas.openxmlformats.org/officeDocument/2006/relationships/extended-properties" Target="/docProps/app.xml" Id="Reb89dc8b270940d0" /><Relationship Type="http://schemas.openxmlformats.org/officeDocument/2006/relationships/officeDocument" Target="/ppt/presentation.xml" Id="Rac4d98b9a7b940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c58520fcb9430c"/>
  </p:sldMasterIdLst>
  <p:notesMasterIdLst>
    <p:notesMasterId xmlns:r="http://schemas.openxmlformats.org/officeDocument/2006/relationships" r:id="R0b18d232381d45c2"/>
  </p:notesMasterIdLst>
  <p:sldIdLst>
    <p:sldId xmlns:r="http://schemas.openxmlformats.org/officeDocument/2006/relationships" id="256" r:id="R54301c209bc34c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81ae51f776466f" /><Relationship Type="http://schemas.openxmlformats.org/officeDocument/2006/relationships/slideMaster" Target="/ppt/slideMasters/slideMaster1.xml" Id="Ra7c58520fcb9430c" /><Relationship Type="http://schemas.openxmlformats.org/officeDocument/2006/relationships/notesMaster" Target="/ppt/notesMasters/notesMaster1.xml" Id="R0b18d232381d45c2" /><Relationship Type="http://schemas.openxmlformats.org/officeDocument/2006/relationships/presProps" Target="/ppt/presProps.xml" Id="Rd2acb4768c1441cd" /><Relationship Type="http://schemas.openxmlformats.org/officeDocument/2006/relationships/tableStyles" Target="/ppt/tableStyles.xml" Id="R3aa005ce7dbc48aa" /><Relationship Type="http://schemas.openxmlformats.org/officeDocument/2006/relationships/slide" Target="/ppt/slides/slide1.xml" Id="R54301c209bc34c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8a1e141e7b4c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07d5ed9d9545ce" /><Relationship Type="http://schemas.openxmlformats.org/officeDocument/2006/relationships/notesMaster" Target="/ppt/notesMasters/notesMaster1.xml" Id="Rb52088fda1b34c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666232ed147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761550ccf44509" /><Relationship Type="http://schemas.openxmlformats.org/officeDocument/2006/relationships/slideLayout" Target="/ppt/slideLayouts/slideLayout1.xml" Id="Rdee0073244de45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e0073244de45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d9ec4ee0f43c7" /><Relationship Type="http://schemas.openxmlformats.org/officeDocument/2006/relationships/image" Target="/ppt/media/image.png" Id="R7571b6b6302746d4" /><Relationship Type="http://schemas.openxmlformats.org/officeDocument/2006/relationships/image" Target="/ppt/media/image.svg" Id="Rbdca96a90bd443c6" /><Relationship Type="http://schemas.openxmlformats.org/officeDocument/2006/relationships/image" Target="/ppt/media/image2.png" Id="R840ea26157fd497f" /><Relationship Type="http://schemas.openxmlformats.org/officeDocument/2006/relationships/image" Target="/ppt/media/image2.svg" Id="Rd9b3acc0c1884b0c" /><Relationship Type="http://schemas.openxmlformats.org/officeDocument/2006/relationships/image" Target="/ppt/media/image3.png" Id="R6d80c5e30b144cf0" /><Relationship Type="http://schemas.openxmlformats.org/officeDocument/2006/relationships/image" Target="/ppt/media/image3.svg" Id="R6fc1cb73f2294d03" /><Relationship Type="http://schemas.openxmlformats.org/officeDocument/2006/relationships/image" Target="/ppt/media/image4.png" Id="R470578bf618746e8" /><Relationship Type="http://schemas.openxmlformats.org/officeDocument/2006/relationships/image" Target="/ppt/media/image4.svg" Id="R7afc74e4f05241c4" /><Relationship Type="http://schemas.openxmlformats.org/officeDocument/2006/relationships/notesSlide" Target="/ppt/notesSlides/notesSlide1.xml" Id="R1949ea5edcc240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paper">
            <a:extLst xmlns:a="http://schemas.openxmlformats.org/drawingml/2006/main">
              <a:ext uri="{FF2B5EF4-FFF2-40B4-BE49-F238E27FC236}">
                <a16:creationId xmlns:a16="http://schemas.microsoft.com/office/drawing/2014/main" id="{C35613D5-9C5B-4EE6-ABB4-D848D4F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F7FD5065-23A3-494A-86E2-09668D47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61C2A18-9D28-45EC-BC46-ECB79058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交接质量的四个底线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9D63372-0B57-4F4C-A2B1-6CCCDC85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2B3C79D1-9942-4851-AD6C-E1E5608A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交接完成要能让接手者独立继续工作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3B4F63-02CD-4A51-8CD5-0F383AD9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0EA4C54E-35F7-4AF5-AEFF-8F8DBFF3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367" y="3206753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A097819B-483C-44D5-85DA-4EC4C10D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2170957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01A8CB5D-126E-4252-B65C-E3C60227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2170957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654FBBE6-8841-470D-AAE7-36C1B9D5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9372" y="3239167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0525EF00-8BE0-4A3F-964D-2C396A0C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554" y="3206753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3EB9DE63-E9A0-4384-A729-6F931262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2170957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CCC10860-B66D-4F2B-85E5-3A1CB9E8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2170957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4FB0C3CD-00A0-46CA-98A8-00783E99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559" y="3239167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E770C3B4-C939-4396-89E3-A3657FE9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367" y="4751441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6B95EF54-F184-4E99-9099-AE34E123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3715645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93717CFB-F922-490E-B2AD-E551568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3715645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C2D22358-114F-48E8-92C2-26523959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9372" y="4783855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93A98D0C-B2B4-42C8-97BF-DEB99FED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554" y="4751441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F23550A1-0546-492F-9EA5-75235EEA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3715645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1A97EAD7-D25D-4379-AD9D-6C6C1492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3715645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0EDB4813-D83F-4DA7-89FE-2B32CB8C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559" y="4783855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3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A661DD91-9725-43F1-BD89-0E5A8771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6286" y="2170957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4" name="note-body-0">
            <a:extLst xmlns:a="http://schemas.openxmlformats.org/drawingml/2006/main">
              <a:ext uri="{FF2B5EF4-FFF2-40B4-BE49-F238E27FC236}">
                <a16:creationId xmlns:a16="http://schemas.microsoft.com/office/drawing/2014/main" id="{7C859B86-63AC-4162-A565-7EC8B0D5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5533" y="2502846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5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8E203731-4748-456B-B2BD-DEB76409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473" y="2170957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6" name="note-body-1">
            <a:extLst xmlns:a="http://schemas.openxmlformats.org/drawingml/2006/main">
              <a:ext uri="{FF2B5EF4-FFF2-40B4-BE49-F238E27FC236}">
                <a16:creationId xmlns:a16="http://schemas.microsoft.com/office/drawing/2014/main" id="{201B5B55-2D35-4148-B031-C749564D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6720" y="2502846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7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ADDD1B7A-570B-447D-B3F4-339C4393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6286" y="3715645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8" name="note-body-2">
            <a:extLst xmlns:a="http://schemas.openxmlformats.org/drawingml/2006/main">
              <a:ext uri="{FF2B5EF4-FFF2-40B4-BE49-F238E27FC236}">
                <a16:creationId xmlns:a16="http://schemas.microsoft.com/office/drawing/2014/main" id="{0C644C33-D73A-4513-AE6E-6C022FAF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5533" y="4047534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29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1562DAC8-9B63-455A-8CF8-458702BD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473" y="3715645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0" name="note-body-3">
            <a:extLst xmlns:a="http://schemas.openxmlformats.org/drawingml/2006/main">
              <a:ext uri="{FF2B5EF4-FFF2-40B4-BE49-F238E27FC236}">
                <a16:creationId xmlns:a16="http://schemas.microsoft.com/office/drawing/2014/main" id="{A417AF22-3C18-4463-8C50-20F177D8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6720" y="4047534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1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7140B455-8357-4AC5-BCBF-0983B5E3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2170957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1b6b6302746d4">
            <a:extLst>
              <a:ext uri="{96DAC541-7B7A-43D3-8B79-37D633B846F1}">
                <asvg:svgBlip xmlns:asvg="http://schemas.microsoft.com/office/drawing/2016/SVG/main" r:embed="Rbdca96a90bd443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01961" y="21907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EF4FF9AD-76EB-4775-A12B-A3ADBD16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2170957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ea26157fd497f">
            <a:extLst>
              <a:ext uri="{96DAC541-7B7A-43D3-8B79-37D633B846F1}">
                <asvg:svgBlip xmlns:asvg="http://schemas.microsoft.com/office/drawing/2016/SVG/main" r:embed="Rd9b3acc0c1884b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3148" y="21907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FFF0FF4D-E5C3-4739-A6DD-2F6302A3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3715645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0c5e30b144cf0">
            <a:extLst>
              <a:ext uri="{96DAC541-7B7A-43D3-8B79-37D633B846F1}">
                <asvg:svgBlip xmlns:asvg="http://schemas.microsoft.com/office/drawing/2016/SVG/main" r:embed="R6fc1cb73f2294d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01961" y="373543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347BA597-DDD9-460D-8CA8-A9DDEC4E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3715645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578bf618746e8">
            <a:extLst>
              <a:ext uri="{96DAC541-7B7A-43D3-8B79-37D633B846F1}">
                <asvg:svgBlip xmlns:asvg="http://schemas.microsoft.com/office/drawing/2016/SVG/main" r:embed="R7afc74e4f05241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3148" y="3735438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82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2026-09-07T23:26:53.5710000Z</dcterms:created>
  <dcterms:modified xsi:type="dcterms:W3CDTF">2026-09-07T23:26:53.5710000Z</dcterms:modified>
</coreProperties>
</file>