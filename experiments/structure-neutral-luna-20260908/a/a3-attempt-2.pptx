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737c89cc03f4fd0" /><Relationship Type="http://schemas.openxmlformats.org/officeDocument/2006/relationships/extended-properties" Target="/docProps/app.xml" Id="R0017ef46cc1644ab" /><Relationship Type="http://schemas.openxmlformats.org/officeDocument/2006/relationships/officeDocument" Target="/ppt/presentation.xml" Id="Rb4896c9fbd1244b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d93660884b548ca"/>
  </p:sldMasterIdLst>
  <p:notesMasterIdLst>
    <p:notesMasterId xmlns:r="http://schemas.openxmlformats.org/officeDocument/2006/relationships" r:id="R3b066dd611d849b1"/>
  </p:notesMasterIdLst>
  <p:sldIdLst>
    <p:sldId xmlns:r="http://schemas.openxmlformats.org/officeDocument/2006/relationships" id="256" r:id="R9cc0444d2ff3404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fa8142dc3694dd7" /><Relationship Type="http://schemas.openxmlformats.org/officeDocument/2006/relationships/slideMaster" Target="/ppt/slideMasters/slideMaster1.xml" Id="R7d93660884b548ca" /><Relationship Type="http://schemas.openxmlformats.org/officeDocument/2006/relationships/notesMaster" Target="/ppt/notesMasters/notesMaster1.xml" Id="R3b066dd611d849b1" /><Relationship Type="http://schemas.openxmlformats.org/officeDocument/2006/relationships/presProps" Target="/ppt/presProps.xml" Id="R4d74cc0535864a1b" /><Relationship Type="http://schemas.openxmlformats.org/officeDocument/2006/relationships/tableStyles" Target="/ppt/tableStyles.xml" Id="R015bf977db21465a" /><Relationship Type="http://schemas.openxmlformats.org/officeDocument/2006/relationships/slide" Target="/ppt/slides/slide1.xml" Id="R9cc0444d2ff3404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9933884fd7b4ba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54e18b2cf154757" /><Relationship Type="http://schemas.openxmlformats.org/officeDocument/2006/relationships/notesMaster" Target="/ppt/notesMasters/notesMaster1.xml" Id="Rb8bfe596e1074ed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c3f0c1285c4d0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b34fa63ecf9404e" /><Relationship Type="http://schemas.openxmlformats.org/officeDocument/2006/relationships/slideLayout" Target="/ppt/slideLayouts/slideLayout1.xml" Id="R2202a277c81b4c3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202a277c81b4c3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fac0d241a347cd" /><Relationship Type="http://schemas.openxmlformats.org/officeDocument/2006/relationships/image" Target="/ppt/media/image.png" Id="R6290c7c3942a4476" /><Relationship Type="http://schemas.openxmlformats.org/officeDocument/2006/relationships/image" Target="/ppt/media/image.svg" Id="Refac510446684e58" /><Relationship Type="http://schemas.openxmlformats.org/officeDocument/2006/relationships/image" Target="/ppt/media/image2.png" Id="R7bd62b4525e54ad4" /><Relationship Type="http://schemas.openxmlformats.org/officeDocument/2006/relationships/image" Target="/ppt/media/image2.svg" Id="R2ca1b9293a6a44c1" /><Relationship Type="http://schemas.openxmlformats.org/officeDocument/2006/relationships/image" Target="/ppt/media/image3.png" Id="Re796878ccd5c4a46" /><Relationship Type="http://schemas.openxmlformats.org/officeDocument/2006/relationships/image" Target="/ppt/media/image3.svg" Id="R801685955e194610" /><Relationship Type="http://schemas.openxmlformats.org/officeDocument/2006/relationships/image" Target="/ppt/media/image4.png" Id="R7d7794f2a72649fd" /><Relationship Type="http://schemas.openxmlformats.org/officeDocument/2006/relationships/image" Target="/ppt/media/image4.svg" Id="Ra578dc9d0ef54abb" /><Relationship Type="http://schemas.openxmlformats.org/officeDocument/2006/relationships/image" Target="/ppt/media/image5.png" Id="R09f950f08ac549fe" /><Relationship Type="http://schemas.openxmlformats.org/officeDocument/2006/relationships/image" Target="/ppt/media/image5.svg" Id="R7e2863aa0b0d46cb" /><Relationship Type="http://schemas.openxmlformats.org/officeDocument/2006/relationships/image" Target="/ppt/media/image6.png" Id="Rd1031a6c31164a11" /><Relationship Type="http://schemas.openxmlformats.org/officeDocument/2006/relationships/image" Target="/ppt/media/image6.svg" Id="R0866765c186e4641" /><Relationship Type="http://schemas.openxmlformats.org/officeDocument/2006/relationships/notesSlide" Target="/ppt/notesSlides/notesSlide1.xml" Id="Rfaca778a65904a3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page-paper">
            <a:extLst xmlns:a="http://schemas.openxmlformats.org/drawingml/2006/main">
              <a:ext uri="{FF2B5EF4-FFF2-40B4-BE49-F238E27FC236}">
                <a16:creationId xmlns:a16="http://schemas.microsoft.com/office/drawing/2014/main" id="{44C237B5-2AAC-4F6C-857C-F696678B5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0">
            <a:noFill/>
          </a:ln>
        </p:spPr>
      </p:sp>
      <p:sp>
        <p:nvSpPr>
          <p:cNvPr id="2" name="chapter">
            <a:extLst xmlns:a="http://schemas.openxmlformats.org/drawingml/2006/main">
              <a:ext uri="{FF2B5EF4-FFF2-40B4-BE49-F238E27FC236}">
                <a16:creationId xmlns:a16="http://schemas.microsoft.com/office/drawing/2014/main" id="{BFE48BCA-14E2-4E53-93AB-BAB77F4B9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6725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01</a:t>
            </a:r>
          </a:p>
        </p:txBody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C32E7239-459B-4B39-88F1-3D0369E3B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6725"/>
            <a:ext cx="21812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发布准备的六项检查</a:t>
            </a:r>
          </a:p>
        </p:txBody>
      </p:sp>
      <p:sp>
        <p:nvSpPr>
          <p:cNvPr id="4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69AFB78B-5D1C-4012-B44F-A998F00E7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647700"/>
            <a:ext cx="8239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</a:ln>
        </p:spPr>
      </p:sp>
      <p:sp>
        <p:nvSpPr>
          <p:cNvPr id="5" name="plain-0-body">
            <a:extLst xmlns:a="http://schemas.openxmlformats.org/drawingml/2006/main">
              <a:ext uri="{FF2B5EF4-FFF2-40B4-BE49-F238E27FC236}">
                <a16:creationId xmlns:a16="http://schemas.microsoft.com/office/drawing/2014/main" id="{12EC73B0-CF4D-44D4-9ECD-355A51A9C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发布前逐项确认，确保交付具备可执行条件。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A35E7F1-F1CE-440A-94D8-6BEAA3A8C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7" name="note-sheet-shadow-0">
            <a:extLst xmlns:a="http://schemas.openxmlformats.org/drawingml/2006/main">
              <a:ext uri="{FF2B5EF4-FFF2-40B4-BE49-F238E27FC236}">
                <a16:creationId xmlns:a16="http://schemas.microsoft.com/office/drawing/2014/main" id="{773A00BA-C929-4C43-A2E7-1CB0319E2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28465" y="3365859"/>
            <a:ext cx="2265531" cy="417557"/>
          </a:xfrm>
          <a:custGeom xmlns:a="http://schemas.openxmlformats.org/drawingml/2006/main">
            <a:pathLst>
              <a:path w="2265531" h="417557">
                <a:moveTo>
                  <a:pt x="2264835" y="0"/>
                </a:moveTo>
                <a:lnTo>
                  <a:pt x="2265531" y="15373"/>
                </a:lnTo>
                <a:lnTo>
                  <a:pt x="2265216" y="30756"/>
                </a:lnTo>
                <a:lnTo>
                  <a:pt x="2264121" y="46130"/>
                </a:lnTo>
                <a:lnTo>
                  <a:pt x="2262302" y="61465"/>
                </a:lnTo>
                <a:lnTo>
                  <a:pt x="2259768" y="76743"/>
                </a:lnTo>
                <a:lnTo>
                  <a:pt x="2256549" y="91973"/>
                </a:lnTo>
                <a:lnTo>
                  <a:pt x="2252624" y="107109"/>
                </a:lnTo>
                <a:lnTo>
                  <a:pt x="2247986" y="122158"/>
                </a:lnTo>
                <a:lnTo>
                  <a:pt x="2242633" y="137093"/>
                </a:lnTo>
                <a:lnTo>
                  <a:pt x="2236556" y="151886"/>
                </a:lnTo>
                <a:lnTo>
                  <a:pt x="2229717" y="166526"/>
                </a:lnTo>
                <a:lnTo>
                  <a:pt x="2222116" y="180975"/>
                </a:lnTo>
                <a:lnTo>
                  <a:pt x="2213724" y="195224"/>
                </a:lnTo>
                <a:lnTo>
                  <a:pt x="2204552" y="209226"/>
                </a:lnTo>
                <a:lnTo>
                  <a:pt x="2194560" y="222971"/>
                </a:lnTo>
                <a:lnTo>
                  <a:pt x="2183759" y="236411"/>
                </a:lnTo>
                <a:lnTo>
                  <a:pt x="2172129" y="249507"/>
                </a:lnTo>
                <a:lnTo>
                  <a:pt x="2159679" y="262252"/>
                </a:lnTo>
                <a:lnTo>
                  <a:pt x="2146421" y="274587"/>
                </a:lnTo>
                <a:lnTo>
                  <a:pt x="2132352" y="286483"/>
                </a:lnTo>
                <a:lnTo>
                  <a:pt x="2117503" y="297913"/>
                </a:lnTo>
                <a:lnTo>
                  <a:pt x="2101901" y="308858"/>
                </a:lnTo>
                <a:lnTo>
                  <a:pt x="2085565" y="319268"/>
                </a:lnTo>
                <a:lnTo>
                  <a:pt x="2068554" y="329146"/>
                </a:lnTo>
                <a:lnTo>
                  <a:pt x="2050885" y="338452"/>
                </a:lnTo>
                <a:lnTo>
                  <a:pt x="2032625" y="347186"/>
                </a:lnTo>
                <a:lnTo>
                  <a:pt x="2013804" y="355349"/>
                </a:lnTo>
                <a:lnTo>
                  <a:pt x="1994497" y="362922"/>
                </a:lnTo>
                <a:lnTo>
                  <a:pt x="1974723" y="369913"/>
                </a:lnTo>
                <a:lnTo>
                  <a:pt x="1954559" y="376333"/>
                </a:lnTo>
                <a:lnTo>
                  <a:pt x="1934032" y="382181"/>
                </a:lnTo>
                <a:lnTo>
                  <a:pt x="1913201" y="387477"/>
                </a:lnTo>
                <a:lnTo>
                  <a:pt x="1892103" y="392240"/>
                </a:lnTo>
                <a:lnTo>
                  <a:pt x="1870777" y="396488"/>
                </a:lnTo>
                <a:lnTo>
                  <a:pt x="1849250" y="400231"/>
                </a:lnTo>
                <a:lnTo>
                  <a:pt x="1827562" y="403489"/>
                </a:lnTo>
                <a:lnTo>
                  <a:pt x="1805740" y="406298"/>
                </a:lnTo>
                <a:lnTo>
                  <a:pt x="1783813" y="408661"/>
                </a:lnTo>
                <a:lnTo>
                  <a:pt x="1761801" y="410594"/>
                </a:lnTo>
                <a:lnTo>
                  <a:pt x="1739722" y="412137"/>
                </a:lnTo>
                <a:lnTo>
                  <a:pt x="1717596" y="413290"/>
                </a:lnTo>
                <a:lnTo>
                  <a:pt x="1695412" y="413833"/>
                </a:lnTo>
                <a:lnTo>
                  <a:pt x="1673228" y="414195"/>
                </a:lnTo>
                <a:lnTo>
                  <a:pt x="1651044" y="414480"/>
                </a:lnTo>
                <a:lnTo>
                  <a:pt x="1628851" y="414728"/>
                </a:lnTo>
                <a:lnTo>
                  <a:pt x="1606667" y="414938"/>
                </a:lnTo>
                <a:lnTo>
                  <a:pt x="1584474" y="415128"/>
                </a:lnTo>
                <a:lnTo>
                  <a:pt x="1562281" y="415309"/>
                </a:lnTo>
                <a:lnTo>
                  <a:pt x="1540097" y="415471"/>
                </a:lnTo>
                <a:lnTo>
                  <a:pt x="1517904" y="415614"/>
                </a:lnTo>
                <a:lnTo>
                  <a:pt x="1495711" y="415757"/>
                </a:lnTo>
                <a:lnTo>
                  <a:pt x="1473518" y="415890"/>
                </a:lnTo>
                <a:lnTo>
                  <a:pt x="1451334" y="416014"/>
                </a:lnTo>
                <a:lnTo>
                  <a:pt x="1429141" y="416128"/>
                </a:lnTo>
                <a:lnTo>
                  <a:pt x="1406947" y="416233"/>
                </a:lnTo>
                <a:lnTo>
                  <a:pt x="1384754" y="416338"/>
                </a:lnTo>
                <a:lnTo>
                  <a:pt x="1362561" y="416433"/>
                </a:lnTo>
                <a:lnTo>
                  <a:pt x="1340377" y="416528"/>
                </a:lnTo>
                <a:lnTo>
                  <a:pt x="1318184" y="416614"/>
                </a:lnTo>
                <a:lnTo>
                  <a:pt x="1295991" y="416700"/>
                </a:lnTo>
                <a:lnTo>
                  <a:pt x="1273797" y="416776"/>
                </a:lnTo>
                <a:lnTo>
                  <a:pt x="1251604" y="416852"/>
                </a:lnTo>
                <a:lnTo>
                  <a:pt x="1229420" y="416919"/>
                </a:lnTo>
                <a:lnTo>
                  <a:pt x="1207227" y="416985"/>
                </a:lnTo>
                <a:lnTo>
                  <a:pt x="1185034" y="417043"/>
                </a:lnTo>
                <a:lnTo>
                  <a:pt x="1162841" y="417109"/>
                </a:lnTo>
                <a:lnTo>
                  <a:pt x="1140647" y="417157"/>
                </a:lnTo>
                <a:lnTo>
                  <a:pt x="1118454" y="417205"/>
                </a:lnTo>
                <a:lnTo>
                  <a:pt x="1096270" y="417262"/>
                </a:lnTo>
                <a:lnTo>
                  <a:pt x="1074077" y="417300"/>
                </a:lnTo>
                <a:lnTo>
                  <a:pt x="1051884" y="417338"/>
                </a:lnTo>
                <a:lnTo>
                  <a:pt x="1029691" y="417376"/>
                </a:lnTo>
                <a:lnTo>
                  <a:pt x="1007497" y="417405"/>
                </a:lnTo>
                <a:lnTo>
                  <a:pt x="985304" y="417433"/>
                </a:lnTo>
                <a:lnTo>
                  <a:pt x="963120" y="417462"/>
                </a:lnTo>
                <a:lnTo>
                  <a:pt x="940927" y="417490"/>
                </a:lnTo>
                <a:lnTo>
                  <a:pt x="918734" y="417509"/>
                </a:lnTo>
                <a:lnTo>
                  <a:pt x="896541" y="417519"/>
                </a:lnTo>
                <a:lnTo>
                  <a:pt x="874347" y="417538"/>
                </a:lnTo>
                <a:lnTo>
                  <a:pt x="852154" y="417547"/>
                </a:lnTo>
                <a:lnTo>
                  <a:pt x="829970" y="417547"/>
                </a:lnTo>
                <a:lnTo>
                  <a:pt x="807777" y="417557"/>
                </a:lnTo>
                <a:lnTo>
                  <a:pt x="785584" y="417547"/>
                </a:lnTo>
                <a:lnTo>
                  <a:pt x="763391" y="417547"/>
                </a:lnTo>
                <a:lnTo>
                  <a:pt x="741197" y="417538"/>
                </a:lnTo>
                <a:lnTo>
                  <a:pt x="719004" y="417528"/>
                </a:lnTo>
                <a:lnTo>
                  <a:pt x="696820" y="417500"/>
                </a:lnTo>
                <a:lnTo>
                  <a:pt x="674627" y="417481"/>
                </a:lnTo>
                <a:lnTo>
                  <a:pt x="652434" y="417462"/>
                </a:lnTo>
                <a:lnTo>
                  <a:pt x="630241" y="417424"/>
                </a:lnTo>
                <a:lnTo>
                  <a:pt x="608047" y="417395"/>
                </a:lnTo>
                <a:lnTo>
                  <a:pt x="585854" y="417357"/>
                </a:lnTo>
                <a:lnTo>
                  <a:pt x="563670" y="417309"/>
                </a:lnTo>
                <a:lnTo>
                  <a:pt x="541477" y="417262"/>
                </a:lnTo>
                <a:lnTo>
                  <a:pt x="519284" y="417205"/>
                </a:lnTo>
                <a:lnTo>
                  <a:pt x="497091" y="417147"/>
                </a:lnTo>
                <a:lnTo>
                  <a:pt x="474897" y="417081"/>
                </a:lnTo>
                <a:lnTo>
                  <a:pt x="452714" y="417005"/>
                </a:lnTo>
                <a:lnTo>
                  <a:pt x="430520" y="416938"/>
                </a:lnTo>
                <a:lnTo>
                  <a:pt x="408327" y="416843"/>
                </a:lnTo>
                <a:lnTo>
                  <a:pt x="386134" y="416757"/>
                </a:lnTo>
                <a:lnTo>
                  <a:pt x="363941" y="416652"/>
                </a:lnTo>
                <a:lnTo>
                  <a:pt x="341757" y="416538"/>
                </a:lnTo>
                <a:lnTo>
                  <a:pt x="319564" y="416414"/>
                </a:lnTo>
                <a:lnTo>
                  <a:pt x="297371" y="416290"/>
                </a:lnTo>
                <a:lnTo>
                  <a:pt x="275177" y="416147"/>
                </a:lnTo>
                <a:lnTo>
                  <a:pt x="252994" y="415985"/>
                </a:lnTo>
                <a:lnTo>
                  <a:pt x="230800" y="415814"/>
                </a:lnTo>
                <a:lnTo>
                  <a:pt x="208607" y="415633"/>
                </a:lnTo>
                <a:lnTo>
                  <a:pt x="186423" y="415423"/>
                </a:lnTo>
                <a:lnTo>
                  <a:pt x="164230" y="415195"/>
                </a:lnTo>
                <a:lnTo>
                  <a:pt x="142037" y="414938"/>
                </a:lnTo>
                <a:lnTo>
                  <a:pt x="119853" y="414652"/>
                </a:lnTo>
                <a:lnTo>
                  <a:pt x="97669" y="414309"/>
                </a:lnTo>
                <a:lnTo>
                  <a:pt x="75486" y="413918"/>
                </a:lnTo>
                <a:lnTo>
                  <a:pt x="53302" y="413442"/>
                </a:lnTo>
                <a:lnTo>
                  <a:pt x="31128" y="412814"/>
                </a:lnTo>
                <a:lnTo>
                  <a:pt x="8982" y="411813"/>
                </a:lnTo>
                <a:lnTo>
                  <a:pt x="4115" y="399307"/>
                </a:lnTo>
                <a:lnTo>
                  <a:pt x="3820" y="383924"/>
                </a:lnTo>
                <a:lnTo>
                  <a:pt x="3524" y="368532"/>
                </a:lnTo>
                <a:lnTo>
                  <a:pt x="3229" y="353149"/>
                </a:lnTo>
                <a:lnTo>
                  <a:pt x="2943" y="337766"/>
                </a:lnTo>
                <a:lnTo>
                  <a:pt x="2648" y="322383"/>
                </a:lnTo>
                <a:lnTo>
                  <a:pt x="2353" y="306991"/>
                </a:lnTo>
                <a:lnTo>
                  <a:pt x="2057" y="291608"/>
                </a:lnTo>
                <a:lnTo>
                  <a:pt x="1762" y="276225"/>
                </a:lnTo>
                <a:lnTo>
                  <a:pt x="1467" y="260842"/>
                </a:lnTo>
                <a:lnTo>
                  <a:pt x="1172" y="245450"/>
                </a:lnTo>
                <a:lnTo>
                  <a:pt x="886" y="230067"/>
                </a:lnTo>
                <a:lnTo>
                  <a:pt x="591" y="214684"/>
                </a:lnTo>
                <a:lnTo>
                  <a:pt x="295" y="199301"/>
                </a:lnTo>
                <a:lnTo>
                  <a:pt x="0" y="183909"/>
                </a:lnTo>
                <a:lnTo>
                  <a:pt x="8144" y="173850"/>
                </a:lnTo>
                <a:lnTo>
                  <a:pt x="30270" y="172726"/>
                </a:lnTo>
                <a:lnTo>
                  <a:pt x="52426" y="171793"/>
                </a:lnTo>
                <a:lnTo>
                  <a:pt x="74590" y="171002"/>
                </a:lnTo>
                <a:lnTo>
                  <a:pt x="96755" y="170364"/>
                </a:lnTo>
                <a:lnTo>
                  <a:pt x="118939" y="169850"/>
                </a:lnTo>
                <a:lnTo>
                  <a:pt x="141122" y="169450"/>
                </a:lnTo>
                <a:lnTo>
                  <a:pt x="163306" y="169154"/>
                </a:lnTo>
                <a:lnTo>
                  <a:pt x="185499" y="168954"/>
                </a:lnTo>
                <a:lnTo>
                  <a:pt x="207693" y="168850"/>
                </a:lnTo>
                <a:lnTo>
                  <a:pt x="229886" y="168812"/>
                </a:lnTo>
                <a:lnTo>
                  <a:pt x="252079" y="168859"/>
                </a:lnTo>
                <a:lnTo>
                  <a:pt x="274263" y="168973"/>
                </a:lnTo>
                <a:lnTo>
                  <a:pt x="296456" y="169145"/>
                </a:lnTo>
                <a:lnTo>
                  <a:pt x="318649" y="169374"/>
                </a:lnTo>
                <a:lnTo>
                  <a:pt x="340833" y="169659"/>
                </a:lnTo>
                <a:lnTo>
                  <a:pt x="363017" y="169993"/>
                </a:lnTo>
                <a:lnTo>
                  <a:pt x="385201" y="170374"/>
                </a:lnTo>
                <a:lnTo>
                  <a:pt x="407384" y="170793"/>
                </a:lnTo>
                <a:lnTo>
                  <a:pt x="429568" y="171260"/>
                </a:lnTo>
                <a:lnTo>
                  <a:pt x="451752" y="171755"/>
                </a:lnTo>
                <a:lnTo>
                  <a:pt x="473926" y="172288"/>
                </a:lnTo>
                <a:lnTo>
                  <a:pt x="496110" y="172850"/>
                </a:lnTo>
                <a:lnTo>
                  <a:pt x="518284" y="173441"/>
                </a:lnTo>
                <a:lnTo>
                  <a:pt x="540458" y="174050"/>
                </a:lnTo>
                <a:lnTo>
                  <a:pt x="562623" y="174698"/>
                </a:lnTo>
                <a:lnTo>
                  <a:pt x="584797" y="175365"/>
                </a:lnTo>
                <a:lnTo>
                  <a:pt x="606971" y="176051"/>
                </a:lnTo>
                <a:lnTo>
                  <a:pt x="629136" y="176746"/>
                </a:lnTo>
                <a:lnTo>
                  <a:pt x="651300" y="177470"/>
                </a:lnTo>
                <a:lnTo>
                  <a:pt x="673475" y="178203"/>
                </a:lnTo>
                <a:lnTo>
                  <a:pt x="695639" y="178956"/>
                </a:lnTo>
                <a:lnTo>
                  <a:pt x="717804" y="179718"/>
                </a:lnTo>
                <a:lnTo>
                  <a:pt x="739959" y="180489"/>
                </a:lnTo>
                <a:lnTo>
                  <a:pt x="762124" y="181261"/>
                </a:lnTo>
                <a:lnTo>
                  <a:pt x="784289" y="182051"/>
                </a:lnTo>
                <a:lnTo>
                  <a:pt x="806453" y="182842"/>
                </a:lnTo>
                <a:lnTo>
                  <a:pt x="828618" y="183632"/>
                </a:lnTo>
                <a:lnTo>
                  <a:pt x="850773" y="184433"/>
                </a:lnTo>
                <a:lnTo>
                  <a:pt x="872938" y="185233"/>
                </a:lnTo>
                <a:lnTo>
                  <a:pt x="895102" y="186033"/>
                </a:lnTo>
                <a:lnTo>
                  <a:pt x="917258" y="186823"/>
                </a:lnTo>
                <a:lnTo>
                  <a:pt x="939422" y="187614"/>
                </a:lnTo>
                <a:lnTo>
                  <a:pt x="961587" y="188414"/>
                </a:lnTo>
                <a:lnTo>
                  <a:pt x="983752" y="189195"/>
                </a:lnTo>
                <a:lnTo>
                  <a:pt x="1005916" y="189967"/>
                </a:lnTo>
                <a:lnTo>
                  <a:pt x="1028081" y="190729"/>
                </a:lnTo>
                <a:lnTo>
                  <a:pt x="1050246" y="191491"/>
                </a:lnTo>
                <a:lnTo>
                  <a:pt x="1072410" y="192234"/>
                </a:lnTo>
                <a:lnTo>
                  <a:pt x="1094575" y="192967"/>
                </a:lnTo>
                <a:lnTo>
                  <a:pt x="1116740" y="193681"/>
                </a:lnTo>
                <a:lnTo>
                  <a:pt x="1138914" y="194377"/>
                </a:lnTo>
                <a:lnTo>
                  <a:pt x="1161078" y="195053"/>
                </a:lnTo>
                <a:lnTo>
                  <a:pt x="1183253" y="195701"/>
                </a:lnTo>
                <a:lnTo>
                  <a:pt x="1205427" y="196339"/>
                </a:lnTo>
                <a:lnTo>
                  <a:pt x="1227601" y="196939"/>
                </a:lnTo>
                <a:lnTo>
                  <a:pt x="1249775" y="197520"/>
                </a:lnTo>
                <a:lnTo>
                  <a:pt x="1271959" y="198063"/>
                </a:lnTo>
                <a:lnTo>
                  <a:pt x="1294133" y="198577"/>
                </a:lnTo>
                <a:lnTo>
                  <a:pt x="1316317" y="199053"/>
                </a:lnTo>
                <a:lnTo>
                  <a:pt x="1338501" y="199492"/>
                </a:lnTo>
                <a:lnTo>
                  <a:pt x="1360684" y="199892"/>
                </a:lnTo>
                <a:lnTo>
                  <a:pt x="1382868" y="200244"/>
                </a:lnTo>
                <a:lnTo>
                  <a:pt x="1405052" y="200549"/>
                </a:lnTo>
                <a:lnTo>
                  <a:pt x="1427245" y="200797"/>
                </a:lnTo>
                <a:lnTo>
                  <a:pt x="1449438" y="200987"/>
                </a:lnTo>
                <a:lnTo>
                  <a:pt x="1471622" y="201111"/>
                </a:lnTo>
                <a:lnTo>
                  <a:pt x="1493815" y="201168"/>
                </a:lnTo>
                <a:lnTo>
                  <a:pt x="1516009" y="201158"/>
                </a:lnTo>
                <a:lnTo>
                  <a:pt x="1538202" y="201063"/>
                </a:lnTo>
                <a:lnTo>
                  <a:pt x="1560386" y="200873"/>
                </a:lnTo>
                <a:lnTo>
                  <a:pt x="1582579" y="200587"/>
                </a:lnTo>
                <a:lnTo>
                  <a:pt x="1604762" y="200196"/>
                </a:lnTo>
                <a:lnTo>
                  <a:pt x="1626946" y="199692"/>
                </a:lnTo>
                <a:lnTo>
                  <a:pt x="1649111" y="199044"/>
                </a:lnTo>
                <a:lnTo>
                  <a:pt x="1671276" y="198253"/>
                </a:lnTo>
                <a:lnTo>
                  <a:pt x="1693421" y="197301"/>
                </a:lnTo>
                <a:lnTo>
                  <a:pt x="1715557" y="196158"/>
                </a:lnTo>
                <a:lnTo>
                  <a:pt x="1737665" y="194796"/>
                </a:lnTo>
                <a:lnTo>
                  <a:pt x="1759734" y="193186"/>
                </a:lnTo>
                <a:lnTo>
                  <a:pt x="1781756" y="191291"/>
                </a:lnTo>
                <a:lnTo>
                  <a:pt x="1803711" y="189062"/>
                </a:lnTo>
                <a:lnTo>
                  <a:pt x="1825571" y="186414"/>
                </a:lnTo>
                <a:lnTo>
                  <a:pt x="1847288" y="183271"/>
                </a:lnTo>
                <a:lnTo>
                  <a:pt x="1868805" y="179499"/>
                </a:lnTo>
                <a:lnTo>
                  <a:pt x="1889979" y="174908"/>
                </a:lnTo>
                <a:lnTo>
                  <a:pt x="1910591" y="169221"/>
                </a:lnTo>
                <a:lnTo>
                  <a:pt x="1930165" y="161992"/>
                </a:lnTo>
                <a:lnTo>
                  <a:pt x="1947653" y="152571"/>
                </a:lnTo>
                <a:lnTo>
                  <a:pt x="1960731" y="140237"/>
                </a:lnTo>
                <a:lnTo>
                  <a:pt x="1965989" y="125406"/>
                </a:lnTo>
                <a:lnTo>
                  <a:pt x="1980867" y="117691"/>
                </a:lnTo>
                <a:lnTo>
                  <a:pt x="2001755" y="112500"/>
                </a:lnTo>
                <a:lnTo>
                  <a:pt x="2022358" y="106775"/>
                </a:lnTo>
                <a:lnTo>
                  <a:pt x="2042693" y="100622"/>
                </a:lnTo>
                <a:lnTo>
                  <a:pt x="2062763" y="94059"/>
                </a:lnTo>
                <a:lnTo>
                  <a:pt x="2082575" y="87125"/>
                </a:lnTo>
                <a:lnTo>
                  <a:pt x="2102110" y="79839"/>
                </a:lnTo>
                <a:lnTo>
                  <a:pt x="2121389" y="72209"/>
                </a:lnTo>
                <a:lnTo>
                  <a:pt x="2140372" y="64246"/>
                </a:lnTo>
                <a:lnTo>
                  <a:pt x="2159079" y="55969"/>
                </a:lnTo>
                <a:lnTo>
                  <a:pt x="2177491" y="47377"/>
                </a:lnTo>
                <a:lnTo>
                  <a:pt x="2195598" y="38481"/>
                </a:lnTo>
                <a:lnTo>
                  <a:pt x="2213391" y="29289"/>
                </a:lnTo>
                <a:lnTo>
                  <a:pt x="2230869" y="19812"/>
                </a:lnTo>
                <a:lnTo>
                  <a:pt x="2248014" y="10039"/>
                </a:lnTo>
                <a:lnTo>
                  <a:pt x="2264835" y="0"/>
                </a:lnTo>
                <a:close/>
              </a:path>
            </a:pathLst>
          </a:custGeom>
          <a:solidFill xmlns:a="http://schemas.openxmlformats.org/drawingml/2006/main">
            <a:srgbClr val="D8D5CC">
              <a:alpha val="35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" name="note-sheet-paper-0">
            <a:extLst xmlns:a="http://schemas.openxmlformats.org/drawingml/2006/main">
              <a:ext uri="{FF2B5EF4-FFF2-40B4-BE49-F238E27FC236}">
                <a16:creationId xmlns:a16="http://schemas.microsoft.com/office/drawing/2014/main" id="{C699DAC7-CA69-41EC-9CFE-5490D0B0F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28284" y="2211591"/>
            <a:ext cx="2265016" cy="1570434"/>
          </a:xfrm>
          <a:custGeom xmlns:a="http://schemas.openxmlformats.org/drawingml/2006/main">
            <a:pathLst>
              <a:path w="2265016" h="1570434">
                <a:moveTo>
                  <a:pt x="0" y="1570434"/>
                </a:moveTo>
                <a:lnTo>
                  <a:pt x="36366" y="1570434"/>
                </a:lnTo>
                <a:lnTo>
                  <a:pt x="72733" y="1570434"/>
                </a:lnTo>
                <a:lnTo>
                  <a:pt x="109099" y="1570434"/>
                </a:lnTo>
                <a:lnTo>
                  <a:pt x="145466" y="1570434"/>
                </a:lnTo>
                <a:lnTo>
                  <a:pt x="181832" y="1570434"/>
                </a:lnTo>
                <a:lnTo>
                  <a:pt x="218208" y="1570434"/>
                </a:lnTo>
                <a:lnTo>
                  <a:pt x="254575" y="1570434"/>
                </a:lnTo>
                <a:lnTo>
                  <a:pt x="290941" y="1570434"/>
                </a:lnTo>
                <a:lnTo>
                  <a:pt x="327308" y="1570434"/>
                </a:lnTo>
                <a:lnTo>
                  <a:pt x="363674" y="1570434"/>
                </a:lnTo>
                <a:lnTo>
                  <a:pt x="400040" y="1570434"/>
                </a:lnTo>
                <a:lnTo>
                  <a:pt x="436407" y="1570434"/>
                </a:lnTo>
                <a:lnTo>
                  <a:pt x="472773" y="1570434"/>
                </a:lnTo>
                <a:lnTo>
                  <a:pt x="509140" y="1570434"/>
                </a:lnTo>
                <a:lnTo>
                  <a:pt x="545506" y="1570434"/>
                </a:lnTo>
                <a:lnTo>
                  <a:pt x="581873" y="1570434"/>
                </a:lnTo>
                <a:lnTo>
                  <a:pt x="618239" y="1570434"/>
                </a:lnTo>
                <a:lnTo>
                  <a:pt x="654615" y="1570434"/>
                </a:lnTo>
                <a:lnTo>
                  <a:pt x="690982" y="1570434"/>
                </a:lnTo>
                <a:lnTo>
                  <a:pt x="727348" y="1570434"/>
                </a:lnTo>
                <a:lnTo>
                  <a:pt x="763715" y="1570434"/>
                </a:lnTo>
                <a:lnTo>
                  <a:pt x="800081" y="1570434"/>
                </a:lnTo>
                <a:lnTo>
                  <a:pt x="836447" y="1570434"/>
                </a:lnTo>
                <a:lnTo>
                  <a:pt x="872814" y="1570434"/>
                </a:lnTo>
                <a:lnTo>
                  <a:pt x="909180" y="1570434"/>
                </a:lnTo>
                <a:lnTo>
                  <a:pt x="945547" y="1570434"/>
                </a:lnTo>
                <a:lnTo>
                  <a:pt x="981913" y="1570434"/>
                </a:lnTo>
                <a:lnTo>
                  <a:pt x="1018280" y="1570434"/>
                </a:lnTo>
                <a:lnTo>
                  <a:pt x="1054646" y="1570434"/>
                </a:lnTo>
                <a:lnTo>
                  <a:pt x="1091022" y="1570434"/>
                </a:lnTo>
                <a:lnTo>
                  <a:pt x="1127389" y="1570434"/>
                </a:lnTo>
                <a:lnTo>
                  <a:pt x="1163755" y="1570434"/>
                </a:lnTo>
                <a:lnTo>
                  <a:pt x="1200121" y="1570434"/>
                </a:lnTo>
                <a:lnTo>
                  <a:pt x="1236488" y="1570434"/>
                </a:lnTo>
                <a:lnTo>
                  <a:pt x="1272854" y="1570434"/>
                </a:lnTo>
                <a:lnTo>
                  <a:pt x="1309221" y="1570434"/>
                </a:lnTo>
                <a:lnTo>
                  <a:pt x="1345587" y="1570434"/>
                </a:lnTo>
                <a:lnTo>
                  <a:pt x="1381954" y="1570434"/>
                </a:lnTo>
                <a:lnTo>
                  <a:pt x="1418320" y="1570434"/>
                </a:lnTo>
                <a:lnTo>
                  <a:pt x="1454687" y="1570434"/>
                </a:lnTo>
                <a:lnTo>
                  <a:pt x="1491063" y="1570434"/>
                </a:lnTo>
                <a:lnTo>
                  <a:pt x="1527067" y="1567596"/>
                </a:lnTo>
                <a:lnTo>
                  <a:pt x="1562872" y="1563186"/>
                </a:lnTo>
                <a:lnTo>
                  <a:pt x="1598676" y="1558785"/>
                </a:lnTo>
                <a:lnTo>
                  <a:pt x="1634490" y="1554375"/>
                </a:lnTo>
                <a:lnTo>
                  <a:pt x="1670294" y="1549975"/>
                </a:lnTo>
                <a:lnTo>
                  <a:pt x="1706108" y="1545565"/>
                </a:lnTo>
                <a:lnTo>
                  <a:pt x="1741913" y="1541164"/>
                </a:lnTo>
                <a:lnTo>
                  <a:pt x="1777717" y="1536764"/>
                </a:lnTo>
                <a:lnTo>
                  <a:pt x="1805054" y="1521333"/>
                </a:lnTo>
                <a:lnTo>
                  <a:pt x="1830286" y="1503178"/>
                </a:lnTo>
                <a:lnTo>
                  <a:pt x="1855527" y="1485024"/>
                </a:lnTo>
                <a:lnTo>
                  <a:pt x="1880759" y="1466860"/>
                </a:lnTo>
                <a:lnTo>
                  <a:pt x="1906000" y="1448705"/>
                </a:lnTo>
                <a:lnTo>
                  <a:pt x="1931232" y="1430550"/>
                </a:lnTo>
                <a:lnTo>
                  <a:pt x="1956464" y="1412396"/>
                </a:lnTo>
                <a:lnTo>
                  <a:pt x="1981705" y="1394241"/>
                </a:lnTo>
                <a:lnTo>
                  <a:pt x="2006937" y="1376077"/>
                </a:lnTo>
                <a:lnTo>
                  <a:pt x="2032168" y="1357922"/>
                </a:lnTo>
                <a:lnTo>
                  <a:pt x="2057410" y="1339767"/>
                </a:lnTo>
                <a:lnTo>
                  <a:pt x="2082641" y="1321613"/>
                </a:lnTo>
                <a:lnTo>
                  <a:pt x="2107873" y="1303449"/>
                </a:lnTo>
                <a:lnTo>
                  <a:pt x="2133114" y="1285294"/>
                </a:lnTo>
                <a:lnTo>
                  <a:pt x="2158346" y="1267139"/>
                </a:lnTo>
                <a:lnTo>
                  <a:pt x="2183578" y="1248985"/>
                </a:lnTo>
                <a:lnTo>
                  <a:pt x="2208819" y="1230830"/>
                </a:lnTo>
                <a:lnTo>
                  <a:pt x="2234051" y="1212666"/>
                </a:lnTo>
                <a:lnTo>
                  <a:pt x="2259282" y="1194511"/>
                </a:lnTo>
                <a:lnTo>
                  <a:pt x="2265016" y="1170899"/>
                </a:lnTo>
                <a:lnTo>
                  <a:pt x="2265016" y="1145686"/>
                </a:lnTo>
                <a:lnTo>
                  <a:pt x="2265016" y="1120473"/>
                </a:lnTo>
                <a:lnTo>
                  <a:pt x="2265016" y="1095251"/>
                </a:lnTo>
                <a:lnTo>
                  <a:pt x="2265016" y="1070039"/>
                </a:lnTo>
                <a:lnTo>
                  <a:pt x="2265016" y="1044826"/>
                </a:lnTo>
                <a:lnTo>
                  <a:pt x="2265016" y="1019613"/>
                </a:lnTo>
                <a:lnTo>
                  <a:pt x="2265016" y="994391"/>
                </a:lnTo>
                <a:lnTo>
                  <a:pt x="2265016" y="969178"/>
                </a:lnTo>
                <a:lnTo>
                  <a:pt x="2265016" y="943966"/>
                </a:lnTo>
                <a:lnTo>
                  <a:pt x="2265016" y="918753"/>
                </a:lnTo>
                <a:lnTo>
                  <a:pt x="2265016" y="893531"/>
                </a:lnTo>
                <a:lnTo>
                  <a:pt x="2265016" y="868318"/>
                </a:lnTo>
                <a:lnTo>
                  <a:pt x="2265016" y="843105"/>
                </a:lnTo>
                <a:lnTo>
                  <a:pt x="2265016" y="817893"/>
                </a:lnTo>
                <a:lnTo>
                  <a:pt x="2265016" y="792671"/>
                </a:lnTo>
                <a:lnTo>
                  <a:pt x="2265016" y="767458"/>
                </a:lnTo>
                <a:lnTo>
                  <a:pt x="2265016" y="742245"/>
                </a:lnTo>
                <a:lnTo>
                  <a:pt x="2265016" y="717032"/>
                </a:lnTo>
                <a:lnTo>
                  <a:pt x="2265016" y="691810"/>
                </a:lnTo>
                <a:lnTo>
                  <a:pt x="2265016" y="666598"/>
                </a:lnTo>
                <a:lnTo>
                  <a:pt x="2265016" y="641385"/>
                </a:lnTo>
                <a:lnTo>
                  <a:pt x="2265016" y="616172"/>
                </a:lnTo>
                <a:lnTo>
                  <a:pt x="2265016" y="590950"/>
                </a:lnTo>
                <a:lnTo>
                  <a:pt x="2265016" y="565737"/>
                </a:lnTo>
                <a:lnTo>
                  <a:pt x="2265016" y="540525"/>
                </a:lnTo>
                <a:lnTo>
                  <a:pt x="2265016" y="515312"/>
                </a:lnTo>
                <a:lnTo>
                  <a:pt x="2265016" y="490090"/>
                </a:lnTo>
                <a:lnTo>
                  <a:pt x="2265016" y="464877"/>
                </a:lnTo>
                <a:lnTo>
                  <a:pt x="2265016" y="439664"/>
                </a:lnTo>
                <a:lnTo>
                  <a:pt x="2265016" y="414452"/>
                </a:lnTo>
                <a:lnTo>
                  <a:pt x="2265016" y="389230"/>
                </a:lnTo>
                <a:lnTo>
                  <a:pt x="2265016" y="364017"/>
                </a:lnTo>
                <a:lnTo>
                  <a:pt x="2265016" y="338804"/>
                </a:lnTo>
                <a:lnTo>
                  <a:pt x="2265016" y="313592"/>
                </a:lnTo>
                <a:lnTo>
                  <a:pt x="2265016" y="288369"/>
                </a:lnTo>
                <a:lnTo>
                  <a:pt x="2265016" y="263157"/>
                </a:lnTo>
                <a:lnTo>
                  <a:pt x="2265016" y="237944"/>
                </a:lnTo>
                <a:lnTo>
                  <a:pt x="2265016" y="212731"/>
                </a:lnTo>
                <a:lnTo>
                  <a:pt x="2265016" y="187509"/>
                </a:lnTo>
                <a:lnTo>
                  <a:pt x="2265016" y="162296"/>
                </a:lnTo>
                <a:lnTo>
                  <a:pt x="2265016" y="137084"/>
                </a:lnTo>
                <a:lnTo>
                  <a:pt x="2265016" y="111871"/>
                </a:lnTo>
                <a:lnTo>
                  <a:pt x="2265016" y="86649"/>
                </a:lnTo>
                <a:lnTo>
                  <a:pt x="2265016" y="61436"/>
                </a:lnTo>
                <a:lnTo>
                  <a:pt x="2265016" y="36224"/>
                </a:lnTo>
                <a:lnTo>
                  <a:pt x="2265016" y="11011"/>
                </a:lnTo>
                <a:lnTo>
                  <a:pt x="2244528" y="0"/>
                </a:lnTo>
                <a:lnTo>
                  <a:pt x="2208162" y="0"/>
                </a:lnTo>
                <a:lnTo>
                  <a:pt x="2171795" y="0"/>
                </a:lnTo>
                <a:lnTo>
                  <a:pt x="2135419" y="0"/>
                </a:lnTo>
                <a:lnTo>
                  <a:pt x="2099053" y="0"/>
                </a:lnTo>
                <a:lnTo>
                  <a:pt x="2062686" y="0"/>
                </a:lnTo>
                <a:lnTo>
                  <a:pt x="2026320" y="0"/>
                </a:lnTo>
                <a:lnTo>
                  <a:pt x="1989953" y="0"/>
                </a:lnTo>
                <a:lnTo>
                  <a:pt x="1953587" y="0"/>
                </a:lnTo>
                <a:lnTo>
                  <a:pt x="1917221" y="0"/>
                </a:lnTo>
                <a:lnTo>
                  <a:pt x="1880854" y="0"/>
                </a:lnTo>
                <a:lnTo>
                  <a:pt x="1844488" y="0"/>
                </a:lnTo>
                <a:lnTo>
                  <a:pt x="1808121" y="0"/>
                </a:lnTo>
                <a:lnTo>
                  <a:pt x="1771755" y="0"/>
                </a:lnTo>
                <a:lnTo>
                  <a:pt x="1735388" y="0"/>
                </a:lnTo>
                <a:lnTo>
                  <a:pt x="1699012" y="0"/>
                </a:lnTo>
                <a:lnTo>
                  <a:pt x="1662646" y="0"/>
                </a:lnTo>
                <a:lnTo>
                  <a:pt x="1626279" y="0"/>
                </a:lnTo>
                <a:lnTo>
                  <a:pt x="1589913" y="0"/>
                </a:lnTo>
                <a:lnTo>
                  <a:pt x="1553547" y="0"/>
                </a:lnTo>
                <a:lnTo>
                  <a:pt x="1517180" y="0"/>
                </a:lnTo>
                <a:lnTo>
                  <a:pt x="1480814" y="0"/>
                </a:lnTo>
                <a:lnTo>
                  <a:pt x="1444447" y="0"/>
                </a:lnTo>
                <a:lnTo>
                  <a:pt x="1408081" y="0"/>
                </a:lnTo>
                <a:lnTo>
                  <a:pt x="1371714" y="0"/>
                </a:lnTo>
                <a:lnTo>
                  <a:pt x="1335348" y="0"/>
                </a:lnTo>
                <a:lnTo>
                  <a:pt x="1298981" y="0"/>
                </a:lnTo>
                <a:lnTo>
                  <a:pt x="1262605" y="0"/>
                </a:lnTo>
                <a:lnTo>
                  <a:pt x="1226239" y="0"/>
                </a:lnTo>
                <a:lnTo>
                  <a:pt x="1189873" y="0"/>
                </a:lnTo>
                <a:lnTo>
                  <a:pt x="1153506" y="0"/>
                </a:lnTo>
                <a:lnTo>
                  <a:pt x="1117140" y="0"/>
                </a:lnTo>
                <a:lnTo>
                  <a:pt x="1080773" y="0"/>
                </a:lnTo>
                <a:lnTo>
                  <a:pt x="1044407" y="0"/>
                </a:lnTo>
                <a:lnTo>
                  <a:pt x="1008040" y="0"/>
                </a:lnTo>
                <a:lnTo>
                  <a:pt x="971674" y="0"/>
                </a:lnTo>
                <a:lnTo>
                  <a:pt x="935307" y="0"/>
                </a:lnTo>
                <a:lnTo>
                  <a:pt x="898941" y="0"/>
                </a:lnTo>
                <a:lnTo>
                  <a:pt x="862565" y="0"/>
                </a:lnTo>
                <a:lnTo>
                  <a:pt x="826199" y="0"/>
                </a:lnTo>
                <a:lnTo>
                  <a:pt x="789832" y="0"/>
                </a:lnTo>
                <a:lnTo>
                  <a:pt x="753466" y="0"/>
                </a:lnTo>
                <a:lnTo>
                  <a:pt x="717099" y="0"/>
                </a:lnTo>
                <a:lnTo>
                  <a:pt x="680733" y="0"/>
                </a:lnTo>
                <a:lnTo>
                  <a:pt x="644366" y="0"/>
                </a:lnTo>
                <a:lnTo>
                  <a:pt x="608000" y="0"/>
                </a:lnTo>
                <a:lnTo>
                  <a:pt x="571633" y="0"/>
                </a:lnTo>
                <a:lnTo>
                  <a:pt x="535267" y="0"/>
                </a:lnTo>
                <a:lnTo>
                  <a:pt x="498900" y="0"/>
                </a:lnTo>
                <a:lnTo>
                  <a:pt x="462534" y="0"/>
                </a:lnTo>
                <a:lnTo>
                  <a:pt x="426158" y="0"/>
                </a:lnTo>
                <a:lnTo>
                  <a:pt x="389792" y="0"/>
                </a:lnTo>
                <a:lnTo>
                  <a:pt x="353425" y="0"/>
                </a:lnTo>
                <a:lnTo>
                  <a:pt x="317059" y="0"/>
                </a:lnTo>
                <a:lnTo>
                  <a:pt x="280692" y="0"/>
                </a:lnTo>
                <a:lnTo>
                  <a:pt x="244326" y="0"/>
                </a:lnTo>
                <a:lnTo>
                  <a:pt x="207959" y="0"/>
                </a:lnTo>
                <a:lnTo>
                  <a:pt x="171593" y="0"/>
                </a:lnTo>
                <a:lnTo>
                  <a:pt x="135226" y="0"/>
                </a:lnTo>
                <a:lnTo>
                  <a:pt x="98860" y="0"/>
                </a:lnTo>
                <a:lnTo>
                  <a:pt x="62494" y="0"/>
                </a:lnTo>
                <a:lnTo>
                  <a:pt x="26127" y="0"/>
                </a:lnTo>
                <a:lnTo>
                  <a:pt x="0" y="7106"/>
                </a:lnTo>
                <a:lnTo>
                  <a:pt x="0" y="32318"/>
                </a:lnTo>
                <a:lnTo>
                  <a:pt x="0" y="57531"/>
                </a:lnTo>
                <a:lnTo>
                  <a:pt x="0" y="82744"/>
                </a:lnTo>
                <a:lnTo>
                  <a:pt x="0" y="107966"/>
                </a:lnTo>
                <a:lnTo>
                  <a:pt x="0" y="133179"/>
                </a:lnTo>
                <a:lnTo>
                  <a:pt x="0" y="158391"/>
                </a:lnTo>
                <a:lnTo>
                  <a:pt x="0" y="183604"/>
                </a:lnTo>
                <a:lnTo>
                  <a:pt x="0" y="208826"/>
                </a:lnTo>
                <a:lnTo>
                  <a:pt x="0" y="234039"/>
                </a:lnTo>
                <a:lnTo>
                  <a:pt x="0" y="259251"/>
                </a:lnTo>
                <a:lnTo>
                  <a:pt x="0" y="284464"/>
                </a:lnTo>
                <a:lnTo>
                  <a:pt x="0" y="309686"/>
                </a:lnTo>
                <a:lnTo>
                  <a:pt x="0" y="334899"/>
                </a:lnTo>
                <a:lnTo>
                  <a:pt x="0" y="360112"/>
                </a:lnTo>
                <a:lnTo>
                  <a:pt x="0" y="385324"/>
                </a:lnTo>
                <a:lnTo>
                  <a:pt x="0" y="410547"/>
                </a:lnTo>
                <a:lnTo>
                  <a:pt x="0" y="435759"/>
                </a:lnTo>
                <a:lnTo>
                  <a:pt x="0" y="460972"/>
                </a:lnTo>
                <a:lnTo>
                  <a:pt x="0" y="486185"/>
                </a:lnTo>
                <a:lnTo>
                  <a:pt x="0" y="511407"/>
                </a:lnTo>
                <a:lnTo>
                  <a:pt x="0" y="536619"/>
                </a:lnTo>
                <a:lnTo>
                  <a:pt x="0" y="561832"/>
                </a:lnTo>
                <a:lnTo>
                  <a:pt x="0" y="587045"/>
                </a:lnTo>
                <a:lnTo>
                  <a:pt x="0" y="612267"/>
                </a:lnTo>
                <a:lnTo>
                  <a:pt x="0" y="637480"/>
                </a:lnTo>
                <a:lnTo>
                  <a:pt x="0" y="662692"/>
                </a:lnTo>
                <a:lnTo>
                  <a:pt x="0" y="687905"/>
                </a:lnTo>
                <a:lnTo>
                  <a:pt x="0" y="713127"/>
                </a:lnTo>
                <a:lnTo>
                  <a:pt x="0" y="738340"/>
                </a:lnTo>
                <a:lnTo>
                  <a:pt x="0" y="763553"/>
                </a:lnTo>
                <a:lnTo>
                  <a:pt x="0" y="788765"/>
                </a:lnTo>
                <a:lnTo>
                  <a:pt x="0" y="813987"/>
                </a:lnTo>
                <a:lnTo>
                  <a:pt x="0" y="839200"/>
                </a:lnTo>
                <a:lnTo>
                  <a:pt x="0" y="864413"/>
                </a:lnTo>
                <a:lnTo>
                  <a:pt x="0" y="889625"/>
                </a:lnTo>
                <a:lnTo>
                  <a:pt x="0" y="914848"/>
                </a:lnTo>
                <a:lnTo>
                  <a:pt x="0" y="940060"/>
                </a:lnTo>
                <a:lnTo>
                  <a:pt x="0" y="965273"/>
                </a:lnTo>
                <a:lnTo>
                  <a:pt x="0" y="990486"/>
                </a:lnTo>
                <a:lnTo>
                  <a:pt x="0" y="1015708"/>
                </a:lnTo>
                <a:lnTo>
                  <a:pt x="0" y="1040921"/>
                </a:lnTo>
                <a:lnTo>
                  <a:pt x="0" y="1066133"/>
                </a:lnTo>
                <a:lnTo>
                  <a:pt x="0" y="1091346"/>
                </a:lnTo>
                <a:lnTo>
                  <a:pt x="0" y="1116568"/>
                </a:lnTo>
                <a:lnTo>
                  <a:pt x="0" y="1141781"/>
                </a:lnTo>
                <a:lnTo>
                  <a:pt x="0" y="1166993"/>
                </a:lnTo>
                <a:lnTo>
                  <a:pt x="0" y="1192206"/>
                </a:lnTo>
                <a:lnTo>
                  <a:pt x="0" y="1217428"/>
                </a:lnTo>
                <a:lnTo>
                  <a:pt x="0" y="1242641"/>
                </a:lnTo>
                <a:lnTo>
                  <a:pt x="0" y="1267854"/>
                </a:lnTo>
                <a:lnTo>
                  <a:pt x="0" y="1293066"/>
                </a:lnTo>
                <a:lnTo>
                  <a:pt x="0" y="1318289"/>
                </a:lnTo>
                <a:lnTo>
                  <a:pt x="0" y="1343501"/>
                </a:lnTo>
                <a:lnTo>
                  <a:pt x="0" y="1368714"/>
                </a:lnTo>
                <a:lnTo>
                  <a:pt x="0" y="1393927"/>
                </a:lnTo>
                <a:lnTo>
                  <a:pt x="0" y="1419149"/>
                </a:lnTo>
                <a:lnTo>
                  <a:pt x="0" y="1444361"/>
                </a:lnTo>
                <a:lnTo>
                  <a:pt x="0" y="1469574"/>
                </a:lnTo>
                <a:lnTo>
                  <a:pt x="0" y="1494787"/>
                </a:lnTo>
                <a:lnTo>
                  <a:pt x="0" y="1520009"/>
                </a:lnTo>
                <a:lnTo>
                  <a:pt x="0" y="1545222"/>
                </a:lnTo>
                <a:lnTo>
                  <a:pt x="0" y="1570434"/>
                </a:lnTo>
                <a:close/>
              </a:path>
            </a:pathLst>
          </a:cu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</p:sp>
      <p:sp>
        <p:nvSpPr>
          <p:cNvPr id="9" name="note-sheet-header-0">
            <a:extLst xmlns:a="http://schemas.openxmlformats.org/drawingml/2006/main">
              <a:ext uri="{FF2B5EF4-FFF2-40B4-BE49-F238E27FC236}">
                <a16:creationId xmlns:a16="http://schemas.microsoft.com/office/drawing/2014/main" id="{3E5277A0-00B1-4CFB-BB4D-675CC5FBF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28284" y="2211581"/>
            <a:ext cx="2265016" cy="2701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0" name="note-sheet-fold-0">
            <a:extLst xmlns:a="http://schemas.openxmlformats.org/drawingml/2006/main">
              <a:ext uri="{FF2B5EF4-FFF2-40B4-BE49-F238E27FC236}">
                <a16:creationId xmlns:a16="http://schemas.microsoft.com/office/drawing/2014/main" id="{3BD2D5AC-ED07-4E17-8D02-787C2F708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58797" y="3401978"/>
            <a:ext cx="834504" cy="380333"/>
          </a:xfrm>
          <a:custGeom xmlns:a="http://schemas.openxmlformats.org/drawingml/2006/main">
            <a:pathLst>
              <a:path w="834504" h="380333">
                <a:moveTo>
                  <a:pt x="834504" y="0"/>
                </a:moveTo>
                <a:lnTo>
                  <a:pt x="833504" y="6306"/>
                </a:lnTo>
                <a:lnTo>
                  <a:pt x="832199" y="12592"/>
                </a:lnTo>
                <a:lnTo>
                  <a:pt x="830685" y="18850"/>
                </a:lnTo>
                <a:lnTo>
                  <a:pt x="828970" y="25079"/>
                </a:lnTo>
                <a:lnTo>
                  <a:pt x="827075" y="31290"/>
                </a:lnTo>
                <a:lnTo>
                  <a:pt x="825027" y="37481"/>
                </a:lnTo>
                <a:lnTo>
                  <a:pt x="822817" y="43634"/>
                </a:lnTo>
                <a:lnTo>
                  <a:pt x="820464" y="49768"/>
                </a:lnTo>
                <a:lnTo>
                  <a:pt x="817959" y="55874"/>
                </a:lnTo>
                <a:lnTo>
                  <a:pt x="815311" y="61951"/>
                </a:lnTo>
                <a:lnTo>
                  <a:pt x="812530" y="67999"/>
                </a:lnTo>
                <a:lnTo>
                  <a:pt x="809606" y="74009"/>
                </a:lnTo>
                <a:lnTo>
                  <a:pt x="806548" y="79991"/>
                </a:lnTo>
                <a:lnTo>
                  <a:pt x="803358" y="85944"/>
                </a:lnTo>
                <a:lnTo>
                  <a:pt x="800033" y="91850"/>
                </a:lnTo>
                <a:lnTo>
                  <a:pt x="796585" y="97727"/>
                </a:lnTo>
                <a:lnTo>
                  <a:pt x="793004" y="103575"/>
                </a:lnTo>
                <a:lnTo>
                  <a:pt x="789289" y="109376"/>
                </a:lnTo>
                <a:lnTo>
                  <a:pt x="785451" y="115138"/>
                </a:lnTo>
                <a:lnTo>
                  <a:pt x="781488" y="120853"/>
                </a:lnTo>
                <a:lnTo>
                  <a:pt x="777392" y="126530"/>
                </a:lnTo>
                <a:lnTo>
                  <a:pt x="773182" y="132169"/>
                </a:lnTo>
                <a:lnTo>
                  <a:pt x="768839" y="137751"/>
                </a:lnTo>
                <a:lnTo>
                  <a:pt x="764372" y="143294"/>
                </a:lnTo>
                <a:lnTo>
                  <a:pt x="759790" y="148790"/>
                </a:lnTo>
                <a:lnTo>
                  <a:pt x="755085" y="154229"/>
                </a:lnTo>
                <a:lnTo>
                  <a:pt x="750256" y="159620"/>
                </a:lnTo>
                <a:lnTo>
                  <a:pt x="745312" y="164963"/>
                </a:lnTo>
                <a:lnTo>
                  <a:pt x="740245" y="170250"/>
                </a:lnTo>
                <a:lnTo>
                  <a:pt x="735063" y="175479"/>
                </a:lnTo>
                <a:lnTo>
                  <a:pt x="729767" y="180661"/>
                </a:lnTo>
                <a:lnTo>
                  <a:pt x="724357" y="185776"/>
                </a:lnTo>
                <a:lnTo>
                  <a:pt x="718833" y="190833"/>
                </a:lnTo>
                <a:lnTo>
                  <a:pt x="713194" y="195834"/>
                </a:lnTo>
                <a:lnTo>
                  <a:pt x="707450" y="200777"/>
                </a:lnTo>
                <a:lnTo>
                  <a:pt x="701592" y="205654"/>
                </a:lnTo>
                <a:lnTo>
                  <a:pt x="695630" y="210464"/>
                </a:lnTo>
                <a:lnTo>
                  <a:pt x="689553" y="215217"/>
                </a:lnTo>
                <a:lnTo>
                  <a:pt x="683381" y="219904"/>
                </a:lnTo>
                <a:lnTo>
                  <a:pt x="677104" y="224523"/>
                </a:lnTo>
                <a:lnTo>
                  <a:pt x="670722" y="229067"/>
                </a:lnTo>
                <a:lnTo>
                  <a:pt x="664245" y="233553"/>
                </a:lnTo>
                <a:lnTo>
                  <a:pt x="657663" y="237963"/>
                </a:lnTo>
                <a:lnTo>
                  <a:pt x="650996" y="242316"/>
                </a:lnTo>
                <a:lnTo>
                  <a:pt x="644233" y="246583"/>
                </a:lnTo>
                <a:lnTo>
                  <a:pt x="637375" y="250793"/>
                </a:lnTo>
                <a:lnTo>
                  <a:pt x="630422" y="254927"/>
                </a:lnTo>
                <a:lnTo>
                  <a:pt x="623392" y="258985"/>
                </a:lnTo>
                <a:lnTo>
                  <a:pt x="616268" y="262976"/>
                </a:lnTo>
                <a:lnTo>
                  <a:pt x="609067" y="266891"/>
                </a:lnTo>
                <a:lnTo>
                  <a:pt x="601780" y="270729"/>
                </a:lnTo>
                <a:lnTo>
                  <a:pt x="594417" y="274501"/>
                </a:lnTo>
                <a:lnTo>
                  <a:pt x="586969" y="278197"/>
                </a:lnTo>
                <a:lnTo>
                  <a:pt x="579453" y="281816"/>
                </a:lnTo>
                <a:lnTo>
                  <a:pt x="571862" y="285359"/>
                </a:lnTo>
                <a:lnTo>
                  <a:pt x="564204" y="288836"/>
                </a:lnTo>
                <a:lnTo>
                  <a:pt x="556479" y="292237"/>
                </a:lnTo>
                <a:lnTo>
                  <a:pt x="548678" y="295561"/>
                </a:lnTo>
                <a:lnTo>
                  <a:pt x="540820" y="298818"/>
                </a:lnTo>
                <a:lnTo>
                  <a:pt x="532895" y="301990"/>
                </a:lnTo>
                <a:lnTo>
                  <a:pt x="524913" y="305095"/>
                </a:lnTo>
                <a:lnTo>
                  <a:pt x="516874" y="308134"/>
                </a:lnTo>
                <a:lnTo>
                  <a:pt x="508778" y="311086"/>
                </a:lnTo>
                <a:lnTo>
                  <a:pt x="500624" y="313982"/>
                </a:lnTo>
                <a:lnTo>
                  <a:pt x="492423" y="316792"/>
                </a:lnTo>
                <a:lnTo>
                  <a:pt x="484165" y="319535"/>
                </a:lnTo>
                <a:lnTo>
                  <a:pt x="475869" y="322212"/>
                </a:lnTo>
                <a:lnTo>
                  <a:pt x="467516" y="324812"/>
                </a:lnTo>
                <a:lnTo>
                  <a:pt x="459124" y="327346"/>
                </a:lnTo>
                <a:lnTo>
                  <a:pt x="450685" y="329813"/>
                </a:lnTo>
                <a:lnTo>
                  <a:pt x="442208" y="332203"/>
                </a:lnTo>
                <a:lnTo>
                  <a:pt x="433692" y="334528"/>
                </a:lnTo>
                <a:lnTo>
                  <a:pt x="425139" y="336785"/>
                </a:lnTo>
                <a:lnTo>
                  <a:pt x="416547" y="338976"/>
                </a:lnTo>
                <a:lnTo>
                  <a:pt x="407927" y="341109"/>
                </a:lnTo>
                <a:lnTo>
                  <a:pt x="399269" y="343167"/>
                </a:lnTo>
                <a:lnTo>
                  <a:pt x="390582" y="345157"/>
                </a:lnTo>
                <a:lnTo>
                  <a:pt x="381857" y="347091"/>
                </a:lnTo>
                <a:lnTo>
                  <a:pt x="373113" y="348958"/>
                </a:lnTo>
                <a:lnTo>
                  <a:pt x="364331" y="350768"/>
                </a:lnTo>
                <a:lnTo>
                  <a:pt x="355530" y="352501"/>
                </a:lnTo>
                <a:lnTo>
                  <a:pt x="346710" y="354187"/>
                </a:lnTo>
                <a:lnTo>
                  <a:pt x="337861" y="355806"/>
                </a:lnTo>
                <a:lnTo>
                  <a:pt x="328984" y="357368"/>
                </a:lnTo>
                <a:lnTo>
                  <a:pt x="320088" y="358873"/>
                </a:lnTo>
                <a:lnTo>
                  <a:pt x="311182" y="360321"/>
                </a:lnTo>
                <a:lnTo>
                  <a:pt x="302247" y="361702"/>
                </a:lnTo>
                <a:lnTo>
                  <a:pt x="293294" y="363036"/>
                </a:lnTo>
                <a:lnTo>
                  <a:pt x="284331" y="364312"/>
                </a:lnTo>
                <a:lnTo>
                  <a:pt x="275349" y="365531"/>
                </a:lnTo>
                <a:lnTo>
                  <a:pt x="266348" y="366703"/>
                </a:lnTo>
                <a:lnTo>
                  <a:pt x="257337" y="367808"/>
                </a:lnTo>
                <a:lnTo>
                  <a:pt x="248317" y="368875"/>
                </a:lnTo>
                <a:lnTo>
                  <a:pt x="239278" y="369884"/>
                </a:lnTo>
                <a:lnTo>
                  <a:pt x="230229" y="370837"/>
                </a:lnTo>
                <a:lnTo>
                  <a:pt x="221171" y="371742"/>
                </a:lnTo>
                <a:lnTo>
                  <a:pt x="212093" y="372599"/>
                </a:lnTo>
                <a:lnTo>
                  <a:pt x="203016" y="373409"/>
                </a:lnTo>
                <a:lnTo>
                  <a:pt x="193929" y="374171"/>
                </a:lnTo>
                <a:lnTo>
                  <a:pt x="184833" y="374875"/>
                </a:lnTo>
                <a:lnTo>
                  <a:pt x="175727" y="375542"/>
                </a:lnTo>
                <a:lnTo>
                  <a:pt x="166621" y="376161"/>
                </a:lnTo>
                <a:lnTo>
                  <a:pt x="157505" y="376733"/>
                </a:lnTo>
                <a:lnTo>
                  <a:pt x="148380" y="377266"/>
                </a:lnTo>
                <a:lnTo>
                  <a:pt x="139256" y="377742"/>
                </a:lnTo>
                <a:lnTo>
                  <a:pt x="130121" y="378190"/>
                </a:lnTo>
                <a:lnTo>
                  <a:pt x="120987" y="378581"/>
                </a:lnTo>
                <a:lnTo>
                  <a:pt x="111852" y="378943"/>
                </a:lnTo>
                <a:lnTo>
                  <a:pt x="102708" y="379257"/>
                </a:lnTo>
                <a:lnTo>
                  <a:pt x="93564" y="379524"/>
                </a:lnTo>
                <a:lnTo>
                  <a:pt x="84411" y="379762"/>
                </a:lnTo>
                <a:lnTo>
                  <a:pt x="75267" y="379952"/>
                </a:lnTo>
                <a:lnTo>
                  <a:pt x="66113" y="380105"/>
                </a:lnTo>
                <a:lnTo>
                  <a:pt x="56960" y="380219"/>
                </a:lnTo>
                <a:lnTo>
                  <a:pt x="47806" y="380295"/>
                </a:lnTo>
                <a:lnTo>
                  <a:pt x="38652" y="380333"/>
                </a:lnTo>
                <a:lnTo>
                  <a:pt x="29499" y="380333"/>
                </a:lnTo>
                <a:lnTo>
                  <a:pt x="20345" y="380305"/>
                </a:lnTo>
                <a:lnTo>
                  <a:pt x="11192" y="380228"/>
                </a:lnTo>
                <a:lnTo>
                  <a:pt x="2048" y="380124"/>
                </a:lnTo>
                <a:lnTo>
                  <a:pt x="0" y="380028"/>
                </a:lnTo>
                <a:lnTo>
                  <a:pt x="9154" y="379867"/>
                </a:lnTo>
                <a:lnTo>
                  <a:pt x="18298" y="379600"/>
                </a:lnTo>
                <a:lnTo>
                  <a:pt x="27432" y="379257"/>
                </a:lnTo>
                <a:lnTo>
                  <a:pt x="36566" y="378828"/>
                </a:lnTo>
                <a:lnTo>
                  <a:pt x="45691" y="378333"/>
                </a:lnTo>
                <a:lnTo>
                  <a:pt x="54807" y="377771"/>
                </a:lnTo>
                <a:lnTo>
                  <a:pt x="63922" y="377133"/>
                </a:lnTo>
                <a:lnTo>
                  <a:pt x="73019" y="376428"/>
                </a:lnTo>
                <a:lnTo>
                  <a:pt x="82105" y="375656"/>
                </a:lnTo>
                <a:lnTo>
                  <a:pt x="91173" y="374828"/>
                </a:lnTo>
                <a:lnTo>
                  <a:pt x="100241" y="373923"/>
                </a:lnTo>
                <a:lnTo>
                  <a:pt x="109280" y="372961"/>
                </a:lnTo>
                <a:lnTo>
                  <a:pt x="118310" y="371923"/>
                </a:lnTo>
                <a:lnTo>
                  <a:pt x="127330" y="370818"/>
                </a:lnTo>
                <a:lnTo>
                  <a:pt x="136322" y="369646"/>
                </a:lnTo>
                <a:lnTo>
                  <a:pt x="145304" y="368398"/>
                </a:lnTo>
                <a:lnTo>
                  <a:pt x="154257" y="367084"/>
                </a:lnTo>
                <a:lnTo>
                  <a:pt x="163182" y="365693"/>
                </a:lnTo>
                <a:lnTo>
                  <a:pt x="172088" y="364226"/>
                </a:lnTo>
                <a:lnTo>
                  <a:pt x="180975" y="362693"/>
                </a:lnTo>
                <a:lnTo>
                  <a:pt x="189824" y="361074"/>
                </a:lnTo>
                <a:lnTo>
                  <a:pt x="198644" y="359378"/>
                </a:lnTo>
                <a:lnTo>
                  <a:pt x="207426" y="357597"/>
                </a:lnTo>
                <a:lnTo>
                  <a:pt x="216179" y="355730"/>
                </a:lnTo>
                <a:lnTo>
                  <a:pt x="224895" y="353787"/>
                </a:lnTo>
                <a:lnTo>
                  <a:pt x="233563" y="351749"/>
                </a:lnTo>
                <a:lnTo>
                  <a:pt x="242192" y="349625"/>
                </a:lnTo>
                <a:lnTo>
                  <a:pt x="250765" y="347405"/>
                </a:lnTo>
                <a:lnTo>
                  <a:pt x="259290" y="345091"/>
                </a:lnTo>
                <a:lnTo>
                  <a:pt x="267757" y="342681"/>
                </a:lnTo>
                <a:lnTo>
                  <a:pt x="276158" y="340176"/>
                </a:lnTo>
                <a:lnTo>
                  <a:pt x="284502" y="337556"/>
                </a:lnTo>
                <a:lnTo>
                  <a:pt x="292770" y="334842"/>
                </a:lnTo>
                <a:lnTo>
                  <a:pt x="300971" y="332013"/>
                </a:lnTo>
                <a:lnTo>
                  <a:pt x="309077" y="329070"/>
                </a:lnTo>
                <a:lnTo>
                  <a:pt x="317106" y="326022"/>
                </a:lnTo>
                <a:lnTo>
                  <a:pt x="325041" y="322850"/>
                </a:lnTo>
                <a:lnTo>
                  <a:pt x="332861" y="319564"/>
                </a:lnTo>
                <a:lnTo>
                  <a:pt x="340585" y="316154"/>
                </a:lnTo>
                <a:lnTo>
                  <a:pt x="348186" y="312611"/>
                </a:lnTo>
                <a:lnTo>
                  <a:pt x="355654" y="308953"/>
                </a:lnTo>
                <a:lnTo>
                  <a:pt x="362998" y="305162"/>
                </a:lnTo>
                <a:lnTo>
                  <a:pt x="370189" y="301238"/>
                </a:lnTo>
                <a:lnTo>
                  <a:pt x="377228" y="297180"/>
                </a:lnTo>
                <a:lnTo>
                  <a:pt x="384105" y="292989"/>
                </a:lnTo>
                <a:lnTo>
                  <a:pt x="390801" y="288665"/>
                </a:lnTo>
                <a:lnTo>
                  <a:pt x="397316" y="284207"/>
                </a:lnTo>
                <a:lnTo>
                  <a:pt x="403631" y="279616"/>
                </a:lnTo>
                <a:lnTo>
                  <a:pt x="409746" y="274882"/>
                </a:lnTo>
                <a:lnTo>
                  <a:pt x="415633" y="270024"/>
                </a:lnTo>
                <a:lnTo>
                  <a:pt x="421291" y="265043"/>
                </a:lnTo>
                <a:lnTo>
                  <a:pt x="426720" y="259928"/>
                </a:lnTo>
                <a:lnTo>
                  <a:pt x="431892" y="254689"/>
                </a:lnTo>
                <a:lnTo>
                  <a:pt x="436807" y="249336"/>
                </a:lnTo>
                <a:lnTo>
                  <a:pt x="441455" y="243869"/>
                </a:lnTo>
                <a:lnTo>
                  <a:pt x="445827" y="238296"/>
                </a:lnTo>
                <a:lnTo>
                  <a:pt x="449932" y="232620"/>
                </a:lnTo>
                <a:lnTo>
                  <a:pt x="453742" y="226857"/>
                </a:lnTo>
                <a:lnTo>
                  <a:pt x="457276" y="220999"/>
                </a:lnTo>
                <a:lnTo>
                  <a:pt x="460515" y="215065"/>
                </a:lnTo>
                <a:lnTo>
                  <a:pt x="463467" y="209055"/>
                </a:lnTo>
                <a:lnTo>
                  <a:pt x="466134" y="202987"/>
                </a:lnTo>
                <a:lnTo>
                  <a:pt x="468516" y="196863"/>
                </a:lnTo>
                <a:lnTo>
                  <a:pt x="470611" y="190681"/>
                </a:lnTo>
                <a:lnTo>
                  <a:pt x="472421" y="184461"/>
                </a:lnTo>
                <a:lnTo>
                  <a:pt x="473964" y="178203"/>
                </a:lnTo>
                <a:lnTo>
                  <a:pt x="475240" y="171917"/>
                </a:lnTo>
                <a:lnTo>
                  <a:pt x="476260" y="165611"/>
                </a:lnTo>
                <a:lnTo>
                  <a:pt x="477012" y="159287"/>
                </a:lnTo>
                <a:lnTo>
                  <a:pt x="477526" y="152952"/>
                </a:lnTo>
                <a:lnTo>
                  <a:pt x="477803" y="146609"/>
                </a:lnTo>
                <a:lnTo>
                  <a:pt x="477850" y="140265"/>
                </a:lnTo>
                <a:lnTo>
                  <a:pt x="477660" y="133922"/>
                </a:lnTo>
                <a:lnTo>
                  <a:pt x="477269" y="127578"/>
                </a:lnTo>
                <a:lnTo>
                  <a:pt x="476660" y="121244"/>
                </a:lnTo>
                <a:lnTo>
                  <a:pt x="485137" y="119691"/>
                </a:lnTo>
                <a:lnTo>
                  <a:pt x="494052" y="118272"/>
                </a:lnTo>
                <a:lnTo>
                  <a:pt x="502949" y="116757"/>
                </a:lnTo>
                <a:lnTo>
                  <a:pt x="511807" y="115167"/>
                </a:lnTo>
                <a:lnTo>
                  <a:pt x="520636" y="113509"/>
                </a:lnTo>
                <a:lnTo>
                  <a:pt x="529447" y="111776"/>
                </a:lnTo>
                <a:lnTo>
                  <a:pt x="538229" y="109985"/>
                </a:lnTo>
                <a:lnTo>
                  <a:pt x="546983" y="108128"/>
                </a:lnTo>
                <a:lnTo>
                  <a:pt x="555708" y="106213"/>
                </a:lnTo>
                <a:lnTo>
                  <a:pt x="564404" y="104232"/>
                </a:lnTo>
                <a:lnTo>
                  <a:pt x="573072" y="102194"/>
                </a:lnTo>
                <a:lnTo>
                  <a:pt x="581711" y="100098"/>
                </a:lnTo>
                <a:lnTo>
                  <a:pt x="590321" y="97946"/>
                </a:lnTo>
                <a:lnTo>
                  <a:pt x="598903" y="95736"/>
                </a:lnTo>
                <a:lnTo>
                  <a:pt x="607447" y="93459"/>
                </a:lnTo>
                <a:lnTo>
                  <a:pt x="615963" y="91126"/>
                </a:lnTo>
                <a:lnTo>
                  <a:pt x="624440" y="88735"/>
                </a:lnTo>
                <a:lnTo>
                  <a:pt x="632889" y="86287"/>
                </a:lnTo>
                <a:lnTo>
                  <a:pt x="641290" y="83782"/>
                </a:lnTo>
                <a:lnTo>
                  <a:pt x="649662" y="81210"/>
                </a:lnTo>
                <a:lnTo>
                  <a:pt x="657997" y="78581"/>
                </a:lnTo>
                <a:lnTo>
                  <a:pt x="666283" y="75886"/>
                </a:lnTo>
                <a:lnTo>
                  <a:pt x="674532" y="73142"/>
                </a:lnTo>
                <a:lnTo>
                  <a:pt x="682742" y="70323"/>
                </a:lnTo>
                <a:lnTo>
                  <a:pt x="690896" y="67447"/>
                </a:lnTo>
                <a:lnTo>
                  <a:pt x="699011" y="64513"/>
                </a:lnTo>
                <a:lnTo>
                  <a:pt x="707079" y="61512"/>
                </a:lnTo>
                <a:lnTo>
                  <a:pt x="715089" y="58436"/>
                </a:lnTo>
                <a:lnTo>
                  <a:pt x="723052" y="55302"/>
                </a:lnTo>
                <a:lnTo>
                  <a:pt x="730958" y="52111"/>
                </a:lnTo>
                <a:lnTo>
                  <a:pt x="738807" y="48844"/>
                </a:lnTo>
                <a:lnTo>
                  <a:pt x="746598" y="45510"/>
                </a:lnTo>
                <a:lnTo>
                  <a:pt x="754323" y="42110"/>
                </a:lnTo>
                <a:lnTo>
                  <a:pt x="761990" y="38643"/>
                </a:lnTo>
                <a:lnTo>
                  <a:pt x="769582" y="35100"/>
                </a:lnTo>
                <a:lnTo>
                  <a:pt x="777116" y="31490"/>
                </a:lnTo>
                <a:lnTo>
                  <a:pt x="784574" y="27813"/>
                </a:lnTo>
                <a:lnTo>
                  <a:pt x="791956" y="24060"/>
                </a:lnTo>
                <a:lnTo>
                  <a:pt x="799262" y="20231"/>
                </a:lnTo>
                <a:lnTo>
                  <a:pt x="806482" y="16335"/>
                </a:lnTo>
                <a:lnTo>
                  <a:pt x="813616" y="12363"/>
                </a:lnTo>
                <a:lnTo>
                  <a:pt x="820674" y="8315"/>
                </a:lnTo>
                <a:lnTo>
                  <a:pt x="827637" y="4201"/>
                </a:lnTo>
                <a:lnTo>
                  <a:pt x="834504" y="0"/>
                </a:lnTo>
                <a:close/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22860">
            <a:solidFill>
              <a:srgbClr val="85837B"/>
            </a:solidFill>
            <a:prstDash val="solid"/>
          </a:ln>
        </p:spPr>
      </p:sp>
      <p:sp>
        <p:nvSpPr>
          <p:cNvPr id="11" name="note-sheet-shadow-1">
            <a:extLst xmlns:a="http://schemas.openxmlformats.org/drawingml/2006/main">
              <a:ext uri="{FF2B5EF4-FFF2-40B4-BE49-F238E27FC236}">
                <a16:creationId xmlns:a16="http://schemas.microsoft.com/office/drawing/2014/main" id="{BDD01D84-DC58-483A-9785-AB1E0DD6A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35026" y="3365859"/>
            <a:ext cx="2265531" cy="417557"/>
          </a:xfrm>
          <a:custGeom xmlns:a="http://schemas.openxmlformats.org/drawingml/2006/main">
            <a:pathLst>
              <a:path w="2265531" h="417557">
                <a:moveTo>
                  <a:pt x="2264835" y="0"/>
                </a:moveTo>
                <a:lnTo>
                  <a:pt x="2265531" y="15373"/>
                </a:lnTo>
                <a:lnTo>
                  <a:pt x="2265216" y="30756"/>
                </a:lnTo>
                <a:lnTo>
                  <a:pt x="2264121" y="46130"/>
                </a:lnTo>
                <a:lnTo>
                  <a:pt x="2262302" y="61465"/>
                </a:lnTo>
                <a:lnTo>
                  <a:pt x="2259768" y="76743"/>
                </a:lnTo>
                <a:lnTo>
                  <a:pt x="2256549" y="91973"/>
                </a:lnTo>
                <a:lnTo>
                  <a:pt x="2252624" y="107109"/>
                </a:lnTo>
                <a:lnTo>
                  <a:pt x="2247986" y="122158"/>
                </a:lnTo>
                <a:lnTo>
                  <a:pt x="2242633" y="137093"/>
                </a:lnTo>
                <a:lnTo>
                  <a:pt x="2236556" y="151886"/>
                </a:lnTo>
                <a:lnTo>
                  <a:pt x="2229717" y="166526"/>
                </a:lnTo>
                <a:lnTo>
                  <a:pt x="2222116" y="180975"/>
                </a:lnTo>
                <a:lnTo>
                  <a:pt x="2213724" y="195224"/>
                </a:lnTo>
                <a:lnTo>
                  <a:pt x="2204552" y="209226"/>
                </a:lnTo>
                <a:lnTo>
                  <a:pt x="2194560" y="222971"/>
                </a:lnTo>
                <a:lnTo>
                  <a:pt x="2183759" y="236411"/>
                </a:lnTo>
                <a:lnTo>
                  <a:pt x="2172129" y="249507"/>
                </a:lnTo>
                <a:lnTo>
                  <a:pt x="2159679" y="262252"/>
                </a:lnTo>
                <a:lnTo>
                  <a:pt x="2146421" y="274587"/>
                </a:lnTo>
                <a:lnTo>
                  <a:pt x="2132352" y="286483"/>
                </a:lnTo>
                <a:lnTo>
                  <a:pt x="2117503" y="297913"/>
                </a:lnTo>
                <a:lnTo>
                  <a:pt x="2101901" y="308858"/>
                </a:lnTo>
                <a:lnTo>
                  <a:pt x="2085565" y="319268"/>
                </a:lnTo>
                <a:lnTo>
                  <a:pt x="2068554" y="329146"/>
                </a:lnTo>
                <a:lnTo>
                  <a:pt x="2050885" y="338452"/>
                </a:lnTo>
                <a:lnTo>
                  <a:pt x="2032625" y="347186"/>
                </a:lnTo>
                <a:lnTo>
                  <a:pt x="2013804" y="355349"/>
                </a:lnTo>
                <a:lnTo>
                  <a:pt x="1994497" y="362922"/>
                </a:lnTo>
                <a:lnTo>
                  <a:pt x="1974723" y="369913"/>
                </a:lnTo>
                <a:lnTo>
                  <a:pt x="1954559" y="376333"/>
                </a:lnTo>
                <a:lnTo>
                  <a:pt x="1934032" y="382181"/>
                </a:lnTo>
                <a:lnTo>
                  <a:pt x="1913201" y="387477"/>
                </a:lnTo>
                <a:lnTo>
                  <a:pt x="1892103" y="392240"/>
                </a:lnTo>
                <a:lnTo>
                  <a:pt x="1870777" y="396488"/>
                </a:lnTo>
                <a:lnTo>
                  <a:pt x="1849250" y="400231"/>
                </a:lnTo>
                <a:lnTo>
                  <a:pt x="1827562" y="403489"/>
                </a:lnTo>
                <a:lnTo>
                  <a:pt x="1805740" y="406298"/>
                </a:lnTo>
                <a:lnTo>
                  <a:pt x="1783813" y="408661"/>
                </a:lnTo>
                <a:lnTo>
                  <a:pt x="1761801" y="410594"/>
                </a:lnTo>
                <a:lnTo>
                  <a:pt x="1739722" y="412137"/>
                </a:lnTo>
                <a:lnTo>
                  <a:pt x="1717596" y="413290"/>
                </a:lnTo>
                <a:lnTo>
                  <a:pt x="1695412" y="413833"/>
                </a:lnTo>
                <a:lnTo>
                  <a:pt x="1673228" y="414195"/>
                </a:lnTo>
                <a:lnTo>
                  <a:pt x="1651044" y="414480"/>
                </a:lnTo>
                <a:lnTo>
                  <a:pt x="1628851" y="414728"/>
                </a:lnTo>
                <a:lnTo>
                  <a:pt x="1606667" y="414938"/>
                </a:lnTo>
                <a:lnTo>
                  <a:pt x="1584474" y="415128"/>
                </a:lnTo>
                <a:lnTo>
                  <a:pt x="1562281" y="415309"/>
                </a:lnTo>
                <a:lnTo>
                  <a:pt x="1540097" y="415471"/>
                </a:lnTo>
                <a:lnTo>
                  <a:pt x="1517904" y="415614"/>
                </a:lnTo>
                <a:lnTo>
                  <a:pt x="1495711" y="415757"/>
                </a:lnTo>
                <a:lnTo>
                  <a:pt x="1473518" y="415890"/>
                </a:lnTo>
                <a:lnTo>
                  <a:pt x="1451334" y="416014"/>
                </a:lnTo>
                <a:lnTo>
                  <a:pt x="1429141" y="416128"/>
                </a:lnTo>
                <a:lnTo>
                  <a:pt x="1406947" y="416233"/>
                </a:lnTo>
                <a:lnTo>
                  <a:pt x="1384754" y="416338"/>
                </a:lnTo>
                <a:lnTo>
                  <a:pt x="1362561" y="416433"/>
                </a:lnTo>
                <a:lnTo>
                  <a:pt x="1340377" y="416528"/>
                </a:lnTo>
                <a:lnTo>
                  <a:pt x="1318184" y="416614"/>
                </a:lnTo>
                <a:lnTo>
                  <a:pt x="1295991" y="416700"/>
                </a:lnTo>
                <a:lnTo>
                  <a:pt x="1273797" y="416776"/>
                </a:lnTo>
                <a:lnTo>
                  <a:pt x="1251604" y="416852"/>
                </a:lnTo>
                <a:lnTo>
                  <a:pt x="1229420" y="416919"/>
                </a:lnTo>
                <a:lnTo>
                  <a:pt x="1207227" y="416985"/>
                </a:lnTo>
                <a:lnTo>
                  <a:pt x="1185034" y="417043"/>
                </a:lnTo>
                <a:lnTo>
                  <a:pt x="1162841" y="417109"/>
                </a:lnTo>
                <a:lnTo>
                  <a:pt x="1140647" y="417157"/>
                </a:lnTo>
                <a:lnTo>
                  <a:pt x="1118454" y="417205"/>
                </a:lnTo>
                <a:lnTo>
                  <a:pt x="1096270" y="417262"/>
                </a:lnTo>
                <a:lnTo>
                  <a:pt x="1074077" y="417300"/>
                </a:lnTo>
                <a:lnTo>
                  <a:pt x="1051884" y="417338"/>
                </a:lnTo>
                <a:lnTo>
                  <a:pt x="1029691" y="417376"/>
                </a:lnTo>
                <a:lnTo>
                  <a:pt x="1007497" y="417405"/>
                </a:lnTo>
                <a:lnTo>
                  <a:pt x="985304" y="417433"/>
                </a:lnTo>
                <a:lnTo>
                  <a:pt x="963120" y="417462"/>
                </a:lnTo>
                <a:lnTo>
                  <a:pt x="940927" y="417490"/>
                </a:lnTo>
                <a:lnTo>
                  <a:pt x="918734" y="417509"/>
                </a:lnTo>
                <a:lnTo>
                  <a:pt x="896541" y="417519"/>
                </a:lnTo>
                <a:lnTo>
                  <a:pt x="874347" y="417538"/>
                </a:lnTo>
                <a:lnTo>
                  <a:pt x="852154" y="417547"/>
                </a:lnTo>
                <a:lnTo>
                  <a:pt x="829970" y="417547"/>
                </a:lnTo>
                <a:lnTo>
                  <a:pt x="807777" y="417557"/>
                </a:lnTo>
                <a:lnTo>
                  <a:pt x="785584" y="417547"/>
                </a:lnTo>
                <a:lnTo>
                  <a:pt x="763391" y="417547"/>
                </a:lnTo>
                <a:lnTo>
                  <a:pt x="741197" y="417538"/>
                </a:lnTo>
                <a:lnTo>
                  <a:pt x="719004" y="417528"/>
                </a:lnTo>
                <a:lnTo>
                  <a:pt x="696820" y="417500"/>
                </a:lnTo>
                <a:lnTo>
                  <a:pt x="674627" y="417481"/>
                </a:lnTo>
                <a:lnTo>
                  <a:pt x="652434" y="417462"/>
                </a:lnTo>
                <a:lnTo>
                  <a:pt x="630241" y="417424"/>
                </a:lnTo>
                <a:lnTo>
                  <a:pt x="608047" y="417395"/>
                </a:lnTo>
                <a:lnTo>
                  <a:pt x="585854" y="417357"/>
                </a:lnTo>
                <a:lnTo>
                  <a:pt x="563670" y="417309"/>
                </a:lnTo>
                <a:lnTo>
                  <a:pt x="541477" y="417262"/>
                </a:lnTo>
                <a:lnTo>
                  <a:pt x="519284" y="417205"/>
                </a:lnTo>
                <a:lnTo>
                  <a:pt x="497091" y="417147"/>
                </a:lnTo>
                <a:lnTo>
                  <a:pt x="474897" y="417081"/>
                </a:lnTo>
                <a:lnTo>
                  <a:pt x="452714" y="417005"/>
                </a:lnTo>
                <a:lnTo>
                  <a:pt x="430520" y="416938"/>
                </a:lnTo>
                <a:lnTo>
                  <a:pt x="408327" y="416843"/>
                </a:lnTo>
                <a:lnTo>
                  <a:pt x="386134" y="416757"/>
                </a:lnTo>
                <a:lnTo>
                  <a:pt x="363941" y="416652"/>
                </a:lnTo>
                <a:lnTo>
                  <a:pt x="341757" y="416538"/>
                </a:lnTo>
                <a:lnTo>
                  <a:pt x="319564" y="416414"/>
                </a:lnTo>
                <a:lnTo>
                  <a:pt x="297371" y="416290"/>
                </a:lnTo>
                <a:lnTo>
                  <a:pt x="275177" y="416147"/>
                </a:lnTo>
                <a:lnTo>
                  <a:pt x="252994" y="415985"/>
                </a:lnTo>
                <a:lnTo>
                  <a:pt x="230800" y="415814"/>
                </a:lnTo>
                <a:lnTo>
                  <a:pt x="208607" y="415633"/>
                </a:lnTo>
                <a:lnTo>
                  <a:pt x="186423" y="415423"/>
                </a:lnTo>
                <a:lnTo>
                  <a:pt x="164230" y="415195"/>
                </a:lnTo>
                <a:lnTo>
                  <a:pt x="142037" y="414938"/>
                </a:lnTo>
                <a:lnTo>
                  <a:pt x="119853" y="414652"/>
                </a:lnTo>
                <a:lnTo>
                  <a:pt x="97669" y="414309"/>
                </a:lnTo>
                <a:lnTo>
                  <a:pt x="75486" y="413918"/>
                </a:lnTo>
                <a:lnTo>
                  <a:pt x="53302" y="413442"/>
                </a:lnTo>
                <a:lnTo>
                  <a:pt x="31128" y="412814"/>
                </a:lnTo>
                <a:lnTo>
                  <a:pt x="8982" y="411813"/>
                </a:lnTo>
                <a:lnTo>
                  <a:pt x="4115" y="399307"/>
                </a:lnTo>
                <a:lnTo>
                  <a:pt x="3820" y="383924"/>
                </a:lnTo>
                <a:lnTo>
                  <a:pt x="3524" y="368532"/>
                </a:lnTo>
                <a:lnTo>
                  <a:pt x="3229" y="353149"/>
                </a:lnTo>
                <a:lnTo>
                  <a:pt x="2943" y="337766"/>
                </a:lnTo>
                <a:lnTo>
                  <a:pt x="2648" y="322383"/>
                </a:lnTo>
                <a:lnTo>
                  <a:pt x="2353" y="306991"/>
                </a:lnTo>
                <a:lnTo>
                  <a:pt x="2057" y="291608"/>
                </a:lnTo>
                <a:lnTo>
                  <a:pt x="1762" y="276225"/>
                </a:lnTo>
                <a:lnTo>
                  <a:pt x="1467" y="260842"/>
                </a:lnTo>
                <a:lnTo>
                  <a:pt x="1172" y="245450"/>
                </a:lnTo>
                <a:lnTo>
                  <a:pt x="886" y="230067"/>
                </a:lnTo>
                <a:lnTo>
                  <a:pt x="591" y="214684"/>
                </a:lnTo>
                <a:lnTo>
                  <a:pt x="295" y="199301"/>
                </a:lnTo>
                <a:lnTo>
                  <a:pt x="0" y="183909"/>
                </a:lnTo>
                <a:lnTo>
                  <a:pt x="8144" y="173850"/>
                </a:lnTo>
                <a:lnTo>
                  <a:pt x="30270" y="172726"/>
                </a:lnTo>
                <a:lnTo>
                  <a:pt x="52426" y="171793"/>
                </a:lnTo>
                <a:lnTo>
                  <a:pt x="74590" y="171002"/>
                </a:lnTo>
                <a:lnTo>
                  <a:pt x="96755" y="170364"/>
                </a:lnTo>
                <a:lnTo>
                  <a:pt x="118939" y="169850"/>
                </a:lnTo>
                <a:lnTo>
                  <a:pt x="141122" y="169450"/>
                </a:lnTo>
                <a:lnTo>
                  <a:pt x="163306" y="169154"/>
                </a:lnTo>
                <a:lnTo>
                  <a:pt x="185499" y="168954"/>
                </a:lnTo>
                <a:lnTo>
                  <a:pt x="207693" y="168850"/>
                </a:lnTo>
                <a:lnTo>
                  <a:pt x="229886" y="168812"/>
                </a:lnTo>
                <a:lnTo>
                  <a:pt x="252079" y="168859"/>
                </a:lnTo>
                <a:lnTo>
                  <a:pt x="274263" y="168973"/>
                </a:lnTo>
                <a:lnTo>
                  <a:pt x="296456" y="169145"/>
                </a:lnTo>
                <a:lnTo>
                  <a:pt x="318649" y="169374"/>
                </a:lnTo>
                <a:lnTo>
                  <a:pt x="340833" y="169659"/>
                </a:lnTo>
                <a:lnTo>
                  <a:pt x="363017" y="169993"/>
                </a:lnTo>
                <a:lnTo>
                  <a:pt x="385201" y="170374"/>
                </a:lnTo>
                <a:lnTo>
                  <a:pt x="407384" y="170793"/>
                </a:lnTo>
                <a:lnTo>
                  <a:pt x="429568" y="171260"/>
                </a:lnTo>
                <a:lnTo>
                  <a:pt x="451752" y="171755"/>
                </a:lnTo>
                <a:lnTo>
                  <a:pt x="473926" y="172288"/>
                </a:lnTo>
                <a:lnTo>
                  <a:pt x="496110" y="172850"/>
                </a:lnTo>
                <a:lnTo>
                  <a:pt x="518284" y="173441"/>
                </a:lnTo>
                <a:lnTo>
                  <a:pt x="540458" y="174050"/>
                </a:lnTo>
                <a:lnTo>
                  <a:pt x="562623" y="174698"/>
                </a:lnTo>
                <a:lnTo>
                  <a:pt x="584797" y="175365"/>
                </a:lnTo>
                <a:lnTo>
                  <a:pt x="606971" y="176051"/>
                </a:lnTo>
                <a:lnTo>
                  <a:pt x="629136" y="176746"/>
                </a:lnTo>
                <a:lnTo>
                  <a:pt x="651300" y="177470"/>
                </a:lnTo>
                <a:lnTo>
                  <a:pt x="673475" y="178203"/>
                </a:lnTo>
                <a:lnTo>
                  <a:pt x="695639" y="178956"/>
                </a:lnTo>
                <a:lnTo>
                  <a:pt x="717804" y="179718"/>
                </a:lnTo>
                <a:lnTo>
                  <a:pt x="739959" y="180489"/>
                </a:lnTo>
                <a:lnTo>
                  <a:pt x="762124" y="181261"/>
                </a:lnTo>
                <a:lnTo>
                  <a:pt x="784289" y="182051"/>
                </a:lnTo>
                <a:lnTo>
                  <a:pt x="806453" y="182842"/>
                </a:lnTo>
                <a:lnTo>
                  <a:pt x="828618" y="183632"/>
                </a:lnTo>
                <a:lnTo>
                  <a:pt x="850773" y="184433"/>
                </a:lnTo>
                <a:lnTo>
                  <a:pt x="872938" y="185233"/>
                </a:lnTo>
                <a:lnTo>
                  <a:pt x="895102" y="186033"/>
                </a:lnTo>
                <a:lnTo>
                  <a:pt x="917258" y="186823"/>
                </a:lnTo>
                <a:lnTo>
                  <a:pt x="939422" y="187614"/>
                </a:lnTo>
                <a:lnTo>
                  <a:pt x="961587" y="188414"/>
                </a:lnTo>
                <a:lnTo>
                  <a:pt x="983752" y="189195"/>
                </a:lnTo>
                <a:lnTo>
                  <a:pt x="1005916" y="189967"/>
                </a:lnTo>
                <a:lnTo>
                  <a:pt x="1028081" y="190729"/>
                </a:lnTo>
                <a:lnTo>
                  <a:pt x="1050246" y="191491"/>
                </a:lnTo>
                <a:lnTo>
                  <a:pt x="1072410" y="192234"/>
                </a:lnTo>
                <a:lnTo>
                  <a:pt x="1094575" y="192967"/>
                </a:lnTo>
                <a:lnTo>
                  <a:pt x="1116740" y="193681"/>
                </a:lnTo>
                <a:lnTo>
                  <a:pt x="1138914" y="194377"/>
                </a:lnTo>
                <a:lnTo>
                  <a:pt x="1161078" y="195053"/>
                </a:lnTo>
                <a:lnTo>
                  <a:pt x="1183253" y="195701"/>
                </a:lnTo>
                <a:lnTo>
                  <a:pt x="1205427" y="196339"/>
                </a:lnTo>
                <a:lnTo>
                  <a:pt x="1227601" y="196939"/>
                </a:lnTo>
                <a:lnTo>
                  <a:pt x="1249775" y="197520"/>
                </a:lnTo>
                <a:lnTo>
                  <a:pt x="1271959" y="198063"/>
                </a:lnTo>
                <a:lnTo>
                  <a:pt x="1294133" y="198577"/>
                </a:lnTo>
                <a:lnTo>
                  <a:pt x="1316317" y="199053"/>
                </a:lnTo>
                <a:lnTo>
                  <a:pt x="1338501" y="199492"/>
                </a:lnTo>
                <a:lnTo>
                  <a:pt x="1360684" y="199892"/>
                </a:lnTo>
                <a:lnTo>
                  <a:pt x="1382868" y="200244"/>
                </a:lnTo>
                <a:lnTo>
                  <a:pt x="1405052" y="200549"/>
                </a:lnTo>
                <a:lnTo>
                  <a:pt x="1427245" y="200797"/>
                </a:lnTo>
                <a:lnTo>
                  <a:pt x="1449438" y="200987"/>
                </a:lnTo>
                <a:lnTo>
                  <a:pt x="1471622" y="201111"/>
                </a:lnTo>
                <a:lnTo>
                  <a:pt x="1493815" y="201168"/>
                </a:lnTo>
                <a:lnTo>
                  <a:pt x="1516009" y="201158"/>
                </a:lnTo>
                <a:lnTo>
                  <a:pt x="1538202" y="201063"/>
                </a:lnTo>
                <a:lnTo>
                  <a:pt x="1560386" y="200873"/>
                </a:lnTo>
                <a:lnTo>
                  <a:pt x="1582579" y="200587"/>
                </a:lnTo>
                <a:lnTo>
                  <a:pt x="1604762" y="200196"/>
                </a:lnTo>
                <a:lnTo>
                  <a:pt x="1626946" y="199692"/>
                </a:lnTo>
                <a:lnTo>
                  <a:pt x="1649111" y="199044"/>
                </a:lnTo>
                <a:lnTo>
                  <a:pt x="1671276" y="198253"/>
                </a:lnTo>
                <a:lnTo>
                  <a:pt x="1693421" y="197301"/>
                </a:lnTo>
                <a:lnTo>
                  <a:pt x="1715557" y="196158"/>
                </a:lnTo>
                <a:lnTo>
                  <a:pt x="1737665" y="194796"/>
                </a:lnTo>
                <a:lnTo>
                  <a:pt x="1759734" y="193186"/>
                </a:lnTo>
                <a:lnTo>
                  <a:pt x="1781756" y="191291"/>
                </a:lnTo>
                <a:lnTo>
                  <a:pt x="1803711" y="189062"/>
                </a:lnTo>
                <a:lnTo>
                  <a:pt x="1825571" y="186414"/>
                </a:lnTo>
                <a:lnTo>
                  <a:pt x="1847288" y="183271"/>
                </a:lnTo>
                <a:lnTo>
                  <a:pt x="1868805" y="179499"/>
                </a:lnTo>
                <a:lnTo>
                  <a:pt x="1889979" y="174908"/>
                </a:lnTo>
                <a:lnTo>
                  <a:pt x="1910591" y="169221"/>
                </a:lnTo>
                <a:lnTo>
                  <a:pt x="1930165" y="161992"/>
                </a:lnTo>
                <a:lnTo>
                  <a:pt x="1947653" y="152571"/>
                </a:lnTo>
                <a:lnTo>
                  <a:pt x="1960731" y="140237"/>
                </a:lnTo>
                <a:lnTo>
                  <a:pt x="1965989" y="125406"/>
                </a:lnTo>
                <a:lnTo>
                  <a:pt x="1980867" y="117691"/>
                </a:lnTo>
                <a:lnTo>
                  <a:pt x="2001755" y="112500"/>
                </a:lnTo>
                <a:lnTo>
                  <a:pt x="2022358" y="106775"/>
                </a:lnTo>
                <a:lnTo>
                  <a:pt x="2042693" y="100622"/>
                </a:lnTo>
                <a:lnTo>
                  <a:pt x="2062763" y="94059"/>
                </a:lnTo>
                <a:lnTo>
                  <a:pt x="2082575" y="87125"/>
                </a:lnTo>
                <a:lnTo>
                  <a:pt x="2102110" y="79839"/>
                </a:lnTo>
                <a:lnTo>
                  <a:pt x="2121389" y="72209"/>
                </a:lnTo>
                <a:lnTo>
                  <a:pt x="2140372" y="64246"/>
                </a:lnTo>
                <a:lnTo>
                  <a:pt x="2159079" y="55969"/>
                </a:lnTo>
                <a:lnTo>
                  <a:pt x="2177491" y="47377"/>
                </a:lnTo>
                <a:lnTo>
                  <a:pt x="2195598" y="38481"/>
                </a:lnTo>
                <a:lnTo>
                  <a:pt x="2213391" y="29289"/>
                </a:lnTo>
                <a:lnTo>
                  <a:pt x="2230869" y="19812"/>
                </a:lnTo>
                <a:lnTo>
                  <a:pt x="2248014" y="10039"/>
                </a:lnTo>
                <a:lnTo>
                  <a:pt x="2264835" y="0"/>
                </a:lnTo>
                <a:close/>
              </a:path>
            </a:pathLst>
          </a:custGeom>
          <a:solidFill xmlns:a="http://schemas.openxmlformats.org/drawingml/2006/main">
            <a:srgbClr val="D8D5CC">
              <a:alpha val="35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2" name="note-sheet-paper-1">
            <a:extLst xmlns:a="http://schemas.openxmlformats.org/drawingml/2006/main">
              <a:ext uri="{FF2B5EF4-FFF2-40B4-BE49-F238E27FC236}">
                <a16:creationId xmlns:a16="http://schemas.microsoft.com/office/drawing/2014/main" id="{158FFEBC-0B9C-47E9-BB3A-3550D7544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34845" y="2211591"/>
            <a:ext cx="2265016" cy="1570434"/>
          </a:xfrm>
          <a:custGeom xmlns:a="http://schemas.openxmlformats.org/drawingml/2006/main">
            <a:pathLst>
              <a:path w="2265016" h="1570434">
                <a:moveTo>
                  <a:pt x="0" y="1570434"/>
                </a:moveTo>
                <a:lnTo>
                  <a:pt x="36366" y="1570434"/>
                </a:lnTo>
                <a:lnTo>
                  <a:pt x="72733" y="1570434"/>
                </a:lnTo>
                <a:lnTo>
                  <a:pt x="109099" y="1570434"/>
                </a:lnTo>
                <a:lnTo>
                  <a:pt x="145466" y="1570434"/>
                </a:lnTo>
                <a:lnTo>
                  <a:pt x="181832" y="1570434"/>
                </a:lnTo>
                <a:lnTo>
                  <a:pt x="218208" y="1570434"/>
                </a:lnTo>
                <a:lnTo>
                  <a:pt x="254575" y="1570434"/>
                </a:lnTo>
                <a:lnTo>
                  <a:pt x="290941" y="1570434"/>
                </a:lnTo>
                <a:lnTo>
                  <a:pt x="327308" y="1570434"/>
                </a:lnTo>
                <a:lnTo>
                  <a:pt x="363674" y="1570434"/>
                </a:lnTo>
                <a:lnTo>
                  <a:pt x="400040" y="1570434"/>
                </a:lnTo>
                <a:lnTo>
                  <a:pt x="436407" y="1570434"/>
                </a:lnTo>
                <a:lnTo>
                  <a:pt x="472773" y="1570434"/>
                </a:lnTo>
                <a:lnTo>
                  <a:pt x="509140" y="1570434"/>
                </a:lnTo>
                <a:lnTo>
                  <a:pt x="545506" y="1570434"/>
                </a:lnTo>
                <a:lnTo>
                  <a:pt x="581873" y="1570434"/>
                </a:lnTo>
                <a:lnTo>
                  <a:pt x="618239" y="1570434"/>
                </a:lnTo>
                <a:lnTo>
                  <a:pt x="654615" y="1570434"/>
                </a:lnTo>
                <a:lnTo>
                  <a:pt x="690982" y="1570434"/>
                </a:lnTo>
                <a:lnTo>
                  <a:pt x="727348" y="1570434"/>
                </a:lnTo>
                <a:lnTo>
                  <a:pt x="763715" y="1570434"/>
                </a:lnTo>
                <a:lnTo>
                  <a:pt x="800081" y="1570434"/>
                </a:lnTo>
                <a:lnTo>
                  <a:pt x="836447" y="1570434"/>
                </a:lnTo>
                <a:lnTo>
                  <a:pt x="872814" y="1570434"/>
                </a:lnTo>
                <a:lnTo>
                  <a:pt x="909180" y="1570434"/>
                </a:lnTo>
                <a:lnTo>
                  <a:pt x="945547" y="1570434"/>
                </a:lnTo>
                <a:lnTo>
                  <a:pt x="981913" y="1570434"/>
                </a:lnTo>
                <a:lnTo>
                  <a:pt x="1018280" y="1570434"/>
                </a:lnTo>
                <a:lnTo>
                  <a:pt x="1054646" y="1570434"/>
                </a:lnTo>
                <a:lnTo>
                  <a:pt x="1091022" y="1570434"/>
                </a:lnTo>
                <a:lnTo>
                  <a:pt x="1127389" y="1570434"/>
                </a:lnTo>
                <a:lnTo>
                  <a:pt x="1163755" y="1570434"/>
                </a:lnTo>
                <a:lnTo>
                  <a:pt x="1200121" y="1570434"/>
                </a:lnTo>
                <a:lnTo>
                  <a:pt x="1236488" y="1570434"/>
                </a:lnTo>
                <a:lnTo>
                  <a:pt x="1272854" y="1570434"/>
                </a:lnTo>
                <a:lnTo>
                  <a:pt x="1309221" y="1570434"/>
                </a:lnTo>
                <a:lnTo>
                  <a:pt x="1345587" y="1570434"/>
                </a:lnTo>
                <a:lnTo>
                  <a:pt x="1381954" y="1570434"/>
                </a:lnTo>
                <a:lnTo>
                  <a:pt x="1418320" y="1570434"/>
                </a:lnTo>
                <a:lnTo>
                  <a:pt x="1454687" y="1570434"/>
                </a:lnTo>
                <a:lnTo>
                  <a:pt x="1491063" y="1570434"/>
                </a:lnTo>
                <a:lnTo>
                  <a:pt x="1527067" y="1567596"/>
                </a:lnTo>
                <a:lnTo>
                  <a:pt x="1562872" y="1563186"/>
                </a:lnTo>
                <a:lnTo>
                  <a:pt x="1598676" y="1558785"/>
                </a:lnTo>
                <a:lnTo>
                  <a:pt x="1634490" y="1554375"/>
                </a:lnTo>
                <a:lnTo>
                  <a:pt x="1670294" y="1549975"/>
                </a:lnTo>
                <a:lnTo>
                  <a:pt x="1706108" y="1545565"/>
                </a:lnTo>
                <a:lnTo>
                  <a:pt x="1741913" y="1541164"/>
                </a:lnTo>
                <a:lnTo>
                  <a:pt x="1777717" y="1536764"/>
                </a:lnTo>
                <a:lnTo>
                  <a:pt x="1805054" y="1521333"/>
                </a:lnTo>
                <a:lnTo>
                  <a:pt x="1830286" y="1503178"/>
                </a:lnTo>
                <a:lnTo>
                  <a:pt x="1855527" y="1485024"/>
                </a:lnTo>
                <a:lnTo>
                  <a:pt x="1880759" y="1466860"/>
                </a:lnTo>
                <a:lnTo>
                  <a:pt x="1906000" y="1448705"/>
                </a:lnTo>
                <a:lnTo>
                  <a:pt x="1931232" y="1430550"/>
                </a:lnTo>
                <a:lnTo>
                  <a:pt x="1956464" y="1412396"/>
                </a:lnTo>
                <a:lnTo>
                  <a:pt x="1981705" y="1394241"/>
                </a:lnTo>
                <a:lnTo>
                  <a:pt x="2006937" y="1376077"/>
                </a:lnTo>
                <a:lnTo>
                  <a:pt x="2032168" y="1357922"/>
                </a:lnTo>
                <a:lnTo>
                  <a:pt x="2057410" y="1339767"/>
                </a:lnTo>
                <a:lnTo>
                  <a:pt x="2082641" y="1321613"/>
                </a:lnTo>
                <a:lnTo>
                  <a:pt x="2107873" y="1303449"/>
                </a:lnTo>
                <a:lnTo>
                  <a:pt x="2133114" y="1285294"/>
                </a:lnTo>
                <a:lnTo>
                  <a:pt x="2158346" y="1267139"/>
                </a:lnTo>
                <a:lnTo>
                  <a:pt x="2183578" y="1248985"/>
                </a:lnTo>
                <a:lnTo>
                  <a:pt x="2208819" y="1230830"/>
                </a:lnTo>
                <a:lnTo>
                  <a:pt x="2234051" y="1212666"/>
                </a:lnTo>
                <a:lnTo>
                  <a:pt x="2259282" y="1194511"/>
                </a:lnTo>
                <a:lnTo>
                  <a:pt x="2265016" y="1170899"/>
                </a:lnTo>
                <a:lnTo>
                  <a:pt x="2265016" y="1145686"/>
                </a:lnTo>
                <a:lnTo>
                  <a:pt x="2265016" y="1120473"/>
                </a:lnTo>
                <a:lnTo>
                  <a:pt x="2265016" y="1095251"/>
                </a:lnTo>
                <a:lnTo>
                  <a:pt x="2265016" y="1070039"/>
                </a:lnTo>
                <a:lnTo>
                  <a:pt x="2265016" y="1044826"/>
                </a:lnTo>
                <a:lnTo>
                  <a:pt x="2265016" y="1019613"/>
                </a:lnTo>
                <a:lnTo>
                  <a:pt x="2265016" y="994391"/>
                </a:lnTo>
                <a:lnTo>
                  <a:pt x="2265016" y="969178"/>
                </a:lnTo>
                <a:lnTo>
                  <a:pt x="2265016" y="943966"/>
                </a:lnTo>
                <a:lnTo>
                  <a:pt x="2265016" y="918753"/>
                </a:lnTo>
                <a:lnTo>
                  <a:pt x="2265016" y="893531"/>
                </a:lnTo>
                <a:lnTo>
                  <a:pt x="2265016" y="868318"/>
                </a:lnTo>
                <a:lnTo>
                  <a:pt x="2265016" y="843105"/>
                </a:lnTo>
                <a:lnTo>
                  <a:pt x="2265016" y="817893"/>
                </a:lnTo>
                <a:lnTo>
                  <a:pt x="2265016" y="792671"/>
                </a:lnTo>
                <a:lnTo>
                  <a:pt x="2265016" y="767458"/>
                </a:lnTo>
                <a:lnTo>
                  <a:pt x="2265016" y="742245"/>
                </a:lnTo>
                <a:lnTo>
                  <a:pt x="2265016" y="717032"/>
                </a:lnTo>
                <a:lnTo>
                  <a:pt x="2265016" y="691810"/>
                </a:lnTo>
                <a:lnTo>
                  <a:pt x="2265016" y="666598"/>
                </a:lnTo>
                <a:lnTo>
                  <a:pt x="2265016" y="641385"/>
                </a:lnTo>
                <a:lnTo>
                  <a:pt x="2265016" y="616172"/>
                </a:lnTo>
                <a:lnTo>
                  <a:pt x="2265016" y="590950"/>
                </a:lnTo>
                <a:lnTo>
                  <a:pt x="2265016" y="565737"/>
                </a:lnTo>
                <a:lnTo>
                  <a:pt x="2265016" y="540525"/>
                </a:lnTo>
                <a:lnTo>
                  <a:pt x="2265016" y="515312"/>
                </a:lnTo>
                <a:lnTo>
                  <a:pt x="2265016" y="490090"/>
                </a:lnTo>
                <a:lnTo>
                  <a:pt x="2265016" y="464877"/>
                </a:lnTo>
                <a:lnTo>
                  <a:pt x="2265016" y="439664"/>
                </a:lnTo>
                <a:lnTo>
                  <a:pt x="2265016" y="414452"/>
                </a:lnTo>
                <a:lnTo>
                  <a:pt x="2265016" y="389230"/>
                </a:lnTo>
                <a:lnTo>
                  <a:pt x="2265016" y="364017"/>
                </a:lnTo>
                <a:lnTo>
                  <a:pt x="2265016" y="338804"/>
                </a:lnTo>
                <a:lnTo>
                  <a:pt x="2265016" y="313592"/>
                </a:lnTo>
                <a:lnTo>
                  <a:pt x="2265016" y="288369"/>
                </a:lnTo>
                <a:lnTo>
                  <a:pt x="2265016" y="263157"/>
                </a:lnTo>
                <a:lnTo>
                  <a:pt x="2265016" y="237944"/>
                </a:lnTo>
                <a:lnTo>
                  <a:pt x="2265016" y="212731"/>
                </a:lnTo>
                <a:lnTo>
                  <a:pt x="2265016" y="187509"/>
                </a:lnTo>
                <a:lnTo>
                  <a:pt x="2265016" y="162296"/>
                </a:lnTo>
                <a:lnTo>
                  <a:pt x="2265016" y="137084"/>
                </a:lnTo>
                <a:lnTo>
                  <a:pt x="2265016" y="111871"/>
                </a:lnTo>
                <a:lnTo>
                  <a:pt x="2265016" y="86649"/>
                </a:lnTo>
                <a:lnTo>
                  <a:pt x="2265016" y="61436"/>
                </a:lnTo>
                <a:lnTo>
                  <a:pt x="2265016" y="36224"/>
                </a:lnTo>
                <a:lnTo>
                  <a:pt x="2265016" y="11011"/>
                </a:lnTo>
                <a:lnTo>
                  <a:pt x="2244528" y="0"/>
                </a:lnTo>
                <a:lnTo>
                  <a:pt x="2208162" y="0"/>
                </a:lnTo>
                <a:lnTo>
                  <a:pt x="2171795" y="0"/>
                </a:lnTo>
                <a:lnTo>
                  <a:pt x="2135419" y="0"/>
                </a:lnTo>
                <a:lnTo>
                  <a:pt x="2099053" y="0"/>
                </a:lnTo>
                <a:lnTo>
                  <a:pt x="2062686" y="0"/>
                </a:lnTo>
                <a:lnTo>
                  <a:pt x="2026320" y="0"/>
                </a:lnTo>
                <a:lnTo>
                  <a:pt x="1989953" y="0"/>
                </a:lnTo>
                <a:lnTo>
                  <a:pt x="1953587" y="0"/>
                </a:lnTo>
                <a:lnTo>
                  <a:pt x="1917221" y="0"/>
                </a:lnTo>
                <a:lnTo>
                  <a:pt x="1880854" y="0"/>
                </a:lnTo>
                <a:lnTo>
                  <a:pt x="1844488" y="0"/>
                </a:lnTo>
                <a:lnTo>
                  <a:pt x="1808121" y="0"/>
                </a:lnTo>
                <a:lnTo>
                  <a:pt x="1771755" y="0"/>
                </a:lnTo>
                <a:lnTo>
                  <a:pt x="1735388" y="0"/>
                </a:lnTo>
                <a:lnTo>
                  <a:pt x="1699012" y="0"/>
                </a:lnTo>
                <a:lnTo>
                  <a:pt x="1662646" y="0"/>
                </a:lnTo>
                <a:lnTo>
                  <a:pt x="1626279" y="0"/>
                </a:lnTo>
                <a:lnTo>
                  <a:pt x="1589913" y="0"/>
                </a:lnTo>
                <a:lnTo>
                  <a:pt x="1553547" y="0"/>
                </a:lnTo>
                <a:lnTo>
                  <a:pt x="1517180" y="0"/>
                </a:lnTo>
                <a:lnTo>
                  <a:pt x="1480814" y="0"/>
                </a:lnTo>
                <a:lnTo>
                  <a:pt x="1444447" y="0"/>
                </a:lnTo>
                <a:lnTo>
                  <a:pt x="1408081" y="0"/>
                </a:lnTo>
                <a:lnTo>
                  <a:pt x="1371714" y="0"/>
                </a:lnTo>
                <a:lnTo>
                  <a:pt x="1335348" y="0"/>
                </a:lnTo>
                <a:lnTo>
                  <a:pt x="1298981" y="0"/>
                </a:lnTo>
                <a:lnTo>
                  <a:pt x="1262605" y="0"/>
                </a:lnTo>
                <a:lnTo>
                  <a:pt x="1226239" y="0"/>
                </a:lnTo>
                <a:lnTo>
                  <a:pt x="1189873" y="0"/>
                </a:lnTo>
                <a:lnTo>
                  <a:pt x="1153506" y="0"/>
                </a:lnTo>
                <a:lnTo>
                  <a:pt x="1117140" y="0"/>
                </a:lnTo>
                <a:lnTo>
                  <a:pt x="1080773" y="0"/>
                </a:lnTo>
                <a:lnTo>
                  <a:pt x="1044407" y="0"/>
                </a:lnTo>
                <a:lnTo>
                  <a:pt x="1008040" y="0"/>
                </a:lnTo>
                <a:lnTo>
                  <a:pt x="971674" y="0"/>
                </a:lnTo>
                <a:lnTo>
                  <a:pt x="935307" y="0"/>
                </a:lnTo>
                <a:lnTo>
                  <a:pt x="898941" y="0"/>
                </a:lnTo>
                <a:lnTo>
                  <a:pt x="862565" y="0"/>
                </a:lnTo>
                <a:lnTo>
                  <a:pt x="826199" y="0"/>
                </a:lnTo>
                <a:lnTo>
                  <a:pt x="789832" y="0"/>
                </a:lnTo>
                <a:lnTo>
                  <a:pt x="753466" y="0"/>
                </a:lnTo>
                <a:lnTo>
                  <a:pt x="717099" y="0"/>
                </a:lnTo>
                <a:lnTo>
                  <a:pt x="680733" y="0"/>
                </a:lnTo>
                <a:lnTo>
                  <a:pt x="644366" y="0"/>
                </a:lnTo>
                <a:lnTo>
                  <a:pt x="608000" y="0"/>
                </a:lnTo>
                <a:lnTo>
                  <a:pt x="571633" y="0"/>
                </a:lnTo>
                <a:lnTo>
                  <a:pt x="535267" y="0"/>
                </a:lnTo>
                <a:lnTo>
                  <a:pt x="498900" y="0"/>
                </a:lnTo>
                <a:lnTo>
                  <a:pt x="462534" y="0"/>
                </a:lnTo>
                <a:lnTo>
                  <a:pt x="426158" y="0"/>
                </a:lnTo>
                <a:lnTo>
                  <a:pt x="389792" y="0"/>
                </a:lnTo>
                <a:lnTo>
                  <a:pt x="353425" y="0"/>
                </a:lnTo>
                <a:lnTo>
                  <a:pt x="317059" y="0"/>
                </a:lnTo>
                <a:lnTo>
                  <a:pt x="280692" y="0"/>
                </a:lnTo>
                <a:lnTo>
                  <a:pt x="244326" y="0"/>
                </a:lnTo>
                <a:lnTo>
                  <a:pt x="207959" y="0"/>
                </a:lnTo>
                <a:lnTo>
                  <a:pt x="171593" y="0"/>
                </a:lnTo>
                <a:lnTo>
                  <a:pt x="135226" y="0"/>
                </a:lnTo>
                <a:lnTo>
                  <a:pt x="98860" y="0"/>
                </a:lnTo>
                <a:lnTo>
                  <a:pt x="62494" y="0"/>
                </a:lnTo>
                <a:lnTo>
                  <a:pt x="26127" y="0"/>
                </a:lnTo>
                <a:lnTo>
                  <a:pt x="0" y="7106"/>
                </a:lnTo>
                <a:lnTo>
                  <a:pt x="0" y="32318"/>
                </a:lnTo>
                <a:lnTo>
                  <a:pt x="0" y="57531"/>
                </a:lnTo>
                <a:lnTo>
                  <a:pt x="0" y="82744"/>
                </a:lnTo>
                <a:lnTo>
                  <a:pt x="0" y="107966"/>
                </a:lnTo>
                <a:lnTo>
                  <a:pt x="0" y="133179"/>
                </a:lnTo>
                <a:lnTo>
                  <a:pt x="0" y="158391"/>
                </a:lnTo>
                <a:lnTo>
                  <a:pt x="0" y="183604"/>
                </a:lnTo>
                <a:lnTo>
                  <a:pt x="0" y="208826"/>
                </a:lnTo>
                <a:lnTo>
                  <a:pt x="0" y="234039"/>
                </a:lnTo>
                <a:lnTo>
                  <a:pt x="0" y="259251"/>
                </a:lnTo>
                <a:lnTo>
                  <a:pt x="0" y="284464"/>
                </a:lnTo>
                <a:lnTo>
                  <a:pt x="0" y="309686"/>
                </a:lnTo>
                <a:lnTo>
                  <a:pt x="0" y="334899"/>
                </a:lnTo>
                <a:lnTo>
                  <a:pt x="0" y="360112"/>
                </a:lnTo>
                <a:lnTo>
                  <a:pt x="0" y="385324"/>
                </a:lnTo>
                <a:lnTo>
                  <a:pt x="0" y="410547"/>
                </a:lnTo>
                <a:lnTo>
                  <a:pt x="0" y="435759"/>
                </a:lnTo>
                <a:lnTo>
                  <a:pt x="0" y="460972"/>
                </a:lnTo>
                <a:lnTo>
                  <a:pt x="0" y="486185"/>
                </a:lnTo>
                <a:lnTo>
                  <a:pt x="0" y="511407"/>
                </a:lnTo>
                <a:lnTo>
                  <a:pt x="0" y="536619"/>
                </a:lnTo>
                <a:lnTo>
                  <a:pt x="0" y="561832"/>
                </a:lnTo>
                <a:lnTo>
                  <a:pt x="0" y="587045"/>
                </a:lnTo>
                <a:lnTo>
                  <a:pt x="0" y="612267"/>
                </a:lnTo>
                <a:lnTo>
                  <a:pt x="0" y="637480"/>
                </a:lnTo>
                <a:lnTo>
                  <a:pt x="0" y="662692"/>
                </a:lnTo>
                <a:lnTo>
                  <a:pt x="0" y="687905"/>
                </a:lnTo>
                <a:lnTo>
                  <a:pt x="0" y="713127"/>
                </a:lnTo>
                <a:lnTo>
                  <a:pt x="0" y="738340"/>
                </a:lnTo>
                <a:lnTo>
                  <a:pt x="0" y="763553"/>
                </a:lnTo>
                <a:lnTo>
                  <a:pt x="0" y="788765"/>
                </a:lnTo>
                <a:lnTo>
                  <a:pt x="0" y="813987"/>
                </a:lnTo>
                <a:lnTo>
                  <a:pt x="0" y="839200"/>
                </a:lnTo>
                <a:lnTo>
                  <a:pt x="0" y="864413"/>
                </a:lnTo>
                <a:lnTo>
                  <a:pt x="0" y="889625"/>
                </a:lnTo>
                <a:lnTo>
                  <a:pt x="0" y="914848"/>
                </a:lnTo>
                <a:lnTo>
                  <a:pt x="0" y="940060"/>
                </a:lnTo>
                <a:lnTo>
                  <a:pt x="0" y="965273"/>
                </a:lnTo>
                <a:lnTo>
                  <a:pt x="0" y="990486"/>
                </a:lnTo>
                <a:lnTo>
                  <a:pt x="0" y="1015708"/>
                </a:lnTo>
                <a:lnTo>
                  <a:pt x="0" y="1040921"/>
                </a:lnTo>
                <a:lnTo>
                  <a:pt x="0" y="1066133"/>
                </a:lnTo>
                <a:lnTo>
                  <a:pt x="0" y="1091346"/>
                </a:lnTo>
                <a:lnTo>
                  <a:pt x="0" y="1116568"/>
                </a:lnTo>
                <a:lnTo>
                  <a:pt x="0" y="1141781"/>
                </a:lnTo>
                <a:lnTo>
                  <a:pt x="0" y="1166993"/>
                </a:lnTo>
                <a:lnTo>
                  <a:pt x="0" y="1192206"/>
                </a:lnTo>
                <a:lnTo>
                  <a:pt x="0" y="1217428"/>
                </a:lnTo>
                <a:lnTo>
                  <a:pt x="0" y="1242641"/>
                </a:lnTo>
                <a:lnTo>
                  <a:pt x="0" y="1267854"/>
                </a:lnTo>
                <a:lnTo>
                  <a:pt x="0" y="1293066"/>
                </a:lnTo>
                <a:lnTo>
                  <a:pt x="0" y="1318289"/>
                </a:lnTo>
                <a:lnTo>
                  <a:pt x="0" y="1343501"/>
                </a:lnTo>
                <a:lnTo>
                  <a:pt x="0" y="1368714"/>
                </a:lnTo>
                <a:lnTo>
                  <a:pt x="0" y="1393927"/>
                </a:lnTo>
                <a:lnTo>
                  <a:pt x="0" y="1419149"/>
                </a:lnTo>
                <a:lnTo>
                  <a:pt x="0" y="1444361"/>
                </a:lnTo>
                <a:lnTo>
                  <a:pt x="0" y="1469574"/>
                </a:lnTo>
                <a:lnTo>
                  <a:pt x="0" y="1494787"/>
                </a:lnTo>
                <a:lnTo>
                  <a:pt x="0" y="1520009"/>
                </a:lnTo>
                <a:lnTo>
                  <a:pt x="0" y="1545222"/>
                </a:lnTo>
                <a:lnTo>
                  <a:pt x="0" y="1570434"/>
                </a:lnTo>
                <a:close/>
              </a:path>
            </a:pathLst>
          </a:cu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</p:sp>
      <p:sp>
        <p:nvSpPr>
          <p:cNvPr id="13" name="note-sheet-header-1">
            <a:extLst xmlns:a="http://schemas.openxmlformats.org/drawingml/2006/main">
              <a:ext uri="{FF2B5EF4-FFF2-40B4-BE49-F238E27FC236}">
                <a16:creationId xmlns:a16="http://schemas.microsoft.com/office/drawing/2014/main" id="{AEFFCCD9-9B5A-4929-841D-C871E1480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34845" y="2211581"/>
            <a:ext cx="2265016" cy="2701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4" name="note-sheet-fold-1">
            <a:extLst xmlns:a="http://schemas.openxmlformats.org/drawingml/2006/main">
              <a:ext uri="{FF2B5EF4-FFF2-40B4-BE49-F238E27FC236}">
                <a16:creationId xmlns:a16="http://schemas.microsoft.com/office/drawing/2014/main" id="{D1B75037-BCB2-453F-8E6C-2A84C0177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65357" y="3401978"/>
            <a:ext cx="834504" cy="380333"/>
          </a:xfrm>
          <a:custGeom xmlns:a="http://schemas.openxmlformats.org/drawingml/2006/main">
            <a:pathLst>
              <a:path w="834504" h="380333">
                <a:moveTo>
                  <a:pt x="834504" y="0"/>
                </a:moveTo>
                <a:lnTo>
                  <a:pt x="833504" y="6306"/>
                </a:lnTo>
                <a:lnTo>
                  <a:pt x="832199" y="12592"/>
                </a:lnTo>
                <a:lnTo>
                  <a:pt x="830685" y="18850"/>
                </a:lnTo>
                <a:lnTo>
                  <a:pt x="828970" y="25079"/>
                </a:lnTo>
                <a:lnTo>
                  <a:pt x="827075" y="31290"/>
                </a:lnTo>
                <a:lnTo>
                  <a:pt x="825027" y="37481"/>
                </a:lnTo>
                <a:lnTo>
                  <a:pt x="822817" y="43634"/>
                </a:lnTo>
                <a:lnTo>
                  <a:pt x="820464" y="49768"/>
                </a:lnTo>
                <a:lnTo>
                  <a:pt x="817959" y="55874"/>
                </a:lnTo>
                <a:lnTo>
                  <a:pt x="815311" y="61951"/>
                </a:lnTo>
                <a:lnTo>
                  <a:pt x="812530" y="67999"/>
                </a:lnTo>
                <a:lnTo>
                  <a:pt x="809606" y="74009"/>
                </a:lnTo>
                <a:lnTo>
                  <a:pt x="806548" y="79991"/>
                </a:lnTo>
                <a:lnTo>
                  <a:pt x="803358" y="85944"/>
                </a:lnTo>
                <a:lnTo>
                  <a:pt x="800033" y="91850"/>
                </a:lnTo>
                <a:lnTo>
                  <a:pt x="796585" y="97727"/>
                </a:lnTo>
                <a:lnTo>
                  <a:pt x="793004" y="103575"/>
                </a:lnTo>
                <a:lnTo>
                  <a:pt x="789289" y="109376"/>
                </a:lnTo>
                <a:lnTo>
                  <a:pt x="785451" y="115138"/>
                </a:lnTo>
                <a:lnTo>
                  <a:pt x="781488" y="120853"/>
                </a:lnTo>
                <a:lnTo>
                  <a:pt x="777392" y="126530"/>
                </a:lnTo>
                <a:lnTo>
                  <a:pt x="773182" y="132169"/>
                </a:lnTo>
                <a:lnTo>
                  <a:pt x="768839" y="137751"/>
                </a:lnTo>
                <a:lnTo>
                  <a:pt x="764372" y="143294"/>
                </a:lnTo>
                <a:lnTo>
                  <a:pt x="759790" y="148790"/>
                </a:lnTo>
                <a:lnTo>
                  <a:pt x="755085" y="154229"/>
                </a:lnTo>
                <a:lnTo>
                  <a:pt x="750256" y="159620"/>
                </a:lnTo>
                <a:lnTo>
                  <a:pt x="745312" y="164963"/>
                </a:lnTo>
                <a:lnTo>
                  <a:pt x="740245" y="170250"/>
                </a:lnTo>
                <a:lnTo>
                  <a:pt x="735063" y="175479"/>
                </a:lnTo>
                <a:lnTo>
                  <a:pt x="729767" y="180661"/>
                </a:lnTo>
                <a:lnTo>
                  <a:pt x="724357" y="185776"/>
                </a:lnTo>
                <a:lnTo>
                  <a:pt x="718833" y="190833"/>
                </a:lnTo>
                <a:lnTo>
                  <a:pt x="713194" y="195834"/>
                </a:lnTo>
                <a:lnTo>
                  <a:pt x="707450" y="200777"/>
                </a:lnTo>
                <a:lnTo>
                  <a:pt x="701592" y="205654"/>
                </a:lnTo>
                <a:lnTo>
                  <a:pt x="695630" y="210464"/>
                </a:lnTo>
                <a:lnTo>
                  <a:pt x="689553" y="215217"/>
                </a:lnTo>
                <a:lnTo>
                  <a:pt x="683381" y="219904"/>
                </a:lnTo>
                <a:lnTo>
                  <a:pt x="677104" y="224523"/>
                </a:lnTo>
                <a:lnTo>
                  <a:pt x="670722" y="229067"/>
                </a:lnTo>
                <a:lnTo>
                  <a:pt x="664245" y="233553"/>
                </a:lnTo>
                <a:lnTo>
                  <a:pt x="657663" y="237963"/>
                </a:lnTo>
                <a:lnTo>
                  <a:pt x="650996" y="242316"/>
                </a:lnTo>
                <a:lnTo>
                  <a:pt x="644233" y="246583"/>
                </a:lnTo>
                <a:lnTo>
                  <a:pt x="637375" y="250793"/>
                </a:lnTo>
                <a:lnTo>
                  <a:pt x="630422" y="254927"/>
                </a:lnTo>
                <a:lnTo>
                  <a:pt x="623392" y="258985"/>
                </a:lnTo>
                <a:lnTo>
                  <a:pt x="616268" y="262976"/>
                </a:lnTo>
                <a:lnTo>
                  <a:pt x="609067" y="266891"/>
                </a:lnTo>
                <a:lnTo>
                  <a:pt x="601780" y="270729"/>
                </a:lnTo>
                <a:lnTo>
                  <a:pt x="594417" y="274501"/>
                </a:lnTo>
                <a:lnTo>
                  <a:pt x="586969" y="278197"/>
                </a:lnTo>
                <a:lnTo>
                  <a:pt x="579453" y="281816"/>
                </a:lnTo>
                <a:lnTo>
                  <a:pt x="571862" y="285359"/>
                </a:lnTo>
                <a:lnTo>
                  <a:pt x="564204" y="288836"/>
                </a:lnTo>
                <a:lnTo>
                  <a:pt x="556479" y="292237"/>
                </a:lnTo>
                <a:lnTo>
                  <a:pt x="548678" y="295561"/>
                </a:lnTo>
                <a:lnTo>
                  <a:pt x="540820" y="298818"/>
                </a:lnTo>
                <a:lnTo>
                  <a:pt x="532895" y="301990"/>
                </a:lnTo>
                <a:lnTo>
                  <a:pt x="524913" y="305095"/>
                </a:lnTo>
                <a:lnTo>
                  <a:pt x="516874" y="308134"/>
                </a:lnTo>
                <a:lnTo>
                  <a:pt x="508778" y="311086"/>
                </a:lnTo>
                <a:lnTo>
                  <a:pt x="500624" y="313982"/>
                </a:lnTo>
                <a:lnTo>
                  <a:pt x="492423" y="316792"/>
                </a:lnTo>
                <a:lnTo>
                  <a:pt x="484165" y="319535"/>
                </a:lnTo>
                <a:lnTo>
                  <a:pt x="475869" y="322212"/>
                </a:lnTo>
                <a:lnTo>
                  <a:pt x="467516" y="324812"/>
                </a:lnTo>
                <a:lnTo>
                  <a:pt x="459124" y="327346"/>
                </a:lnTo>
                <a:lnTo>
                  <a:pt x="450685" y="329813"/>
                </a:lnTo>
                <a:lnTo>
                  <a:pt x="442208" y="332203"/>
                </a:lnTo>
                <a:lnTo>
                  <a:pt x="433692" y="334528"/>
                </a:lnTo>
                <a:lnTo>
                  <a:pt x="425139" y="336785"/>
                </a:lnTo>
                <a:lnTo>
                  <a:pt x="416547" y="338976"/>
                </a:lnTo>
                <a:lnTo>
                  <a:pt x="407927" y="341109"/>
                </a:lnTo>
                <a:lnTo>
                  <a:pt x="399269" y="343167"/>
                </a:lnTo>
                <a:lnTo>
                  <a:pt x="390582" y="345157"/>
                </a:lnTo>
                <a:lnTo>
                  <a:pt x="381857" y="347091"/>
                </a:lnTo>
                <a:lnTo>
                  <a:pt x="373113" y="348958"/>
                </a:lnTo>
                <a:lnTo>
                  <a:pt x="364331" y="350768"/>
                </a:lnTo>
                <a:lnTo>
                  <a:pt x="355530" y="352501"/>
                </a:lnTo>
                <a:lnTo>
                  <a:pt x="346710" y="354187"/>
                </a:lnTo>
                <a:lnTo>
                  <a:pt x="337861" y="355806"/>
                </a:lnTo>
                <a:lnTo>
                  <a:pt x="328984" y="357368"/>
                </a:lnTo>
                <a:lnTo>
                  <a:pt x="320088" y="358873"/>
                </a:lnTo>
                <a:lnTo>
                  <a:pt x="311182" y="360321"/>
                </a:lnTo>
                <a:lnTo>
                  <a:pt x="302247" y="361702"/>
                </a:lnTo>
                <a:lnTo>
                  <a:pt x="293294" y="363036"/>
                </a:lnTo>
                <a:lnTo>
                  <a:pt x="284331" y="364312"/>
                </a:lnTo>
                <a:lnTo>
                  <a:pt x="275349" y="365531"/>
                </a:lnTo>
                <a:lnTo>
                  <a:pt x="266348" y="366703"/>
                </a:lnTo>
                <a:lnTo>
                  <a:pt x="257337" y="367808"/>
                </a:lnTo>
                <a:lnTo>
                  <a:pt x="248317" y="368875"/>
                </a:lnTo>
                <a:lnTo>
                  <a:pt x="239278" y="369884"/>
                </a:lnTo>
                <a:lnTo>
                  <a:pt x="230229" y="370837"/>
                </a:lnTo>
                <a:lnTo>
                  <a:pt x="221171" y="371742"/>
                </a:lnTo>
                <a:lnTo>
                  <a:pt x="212093" y="372599"/>
                </a:lnTo>
                <a:lnTo>
                  <a:pt x="203016" y="373409"/>
                </a:lnTo>
                <a:lnTo>
                  <a:pt x="193929" y="374171"/>
                </a:lnTo>
                <a:lnTo>
                  <a:pt x="184833" y="374875"/>
                </a:lnTo>
                <a:lnTo>
                  <a:pt x="175727" y="375542"/>
                </a:lnTo>
                <a:lnTo>
                  <a:pt x="166621" y="376161"/>
                </a:lnTo>
                <a:lnTo>
                  <a:pt x="157505" y="376733"/>
                </a:lnTo>
                <a:lnTo>
                  <a:pt x="148380" y="377266"/>
                </a:lnTo>
                <a:lnTo>
                  <a:pt x="139256" y="377742"/>
                </a:lnTo>
                <a:lnTo>
                  <a:pt x="130121" y="378190"/>
                </a:lnTo>
                <a:lnTo>
                  <a:pt x="120987" y="378581"/>
                </a:lnTo>
                <a:lnTo>
                  <a:pt x="111852" y="378943"/>
                </a:lnTo>
                <a:lnTo>
                  <a:pt x="102708" y="379257"/>
                </a:lnTo>
                <a:lnTo>
                  <a:pt x="93564" y="379524"/>
                </a:lnTo>
                <a:lnTo>
                  <a:pt x="84411" y="379762"/>
                </a:lnTo>
                <a:lnTo>
                  <a:pt x="75267" y="379952"/>
                </a:lnTo>
                <a:lnTo>
                  <a:pt x="66113" y="380105"/>
                </a:lnTo>
                <a:lnTo>
                  <a:pt x="56960" y="380219"/>
                </a:lnTo>
                <a:lnTo>
                  <a:pt x="47806" y="380295"/>
                </a:lnTo>
                <a:lnTo>
                  <a:pt x="38652" y="380333"/>
                </a:lnTo>
                <a:lnTo>
                  <a:pt x="29499" y="380333"/>
                </a:lnTo>
                <a:lnTo>
                  <a:pt x="20345" y="380305"/>
                </a:lnTo>
                <a:lnTo>
                  <a:pt x="11192" y="380228"/>
                </a:lnTo>
                <a:lnTo>
                  <a:pt x="2048" y="380124"/>
                </a:lnTo>
                <a:lnTo>
                  <a:pt x="0" y="380028"/>
                </a:lnTo>
                <a:lnTo>
                  <a:pt x="9154" y="379867"/>
                </a:lnTo>
                <a:lnTo>
                  <a:pt x="18298" y="379600"/>
                </a:lnTo>
                <a:lnTo>
                  <a:pt x="27432" y="379257"/>
                </a:lnTo>
                <a:lnTo>
                  <a:pt x="36566" y="378828"/>
                </a:lnTo>
                <a:lnTo>
                  <a:pt x="45691" y="378333"/>
                </a:lnTo>
                <a:lnTo>
                  <a:pt x="54807" y="377771"/>
                </a:lnTo>
                <a:lnTo>
                  <a:pt x="63922" y="377133"/>
                </a:lnTo>
                <a:lnTo>
                  <a:pt x="73019" y="376428"/>
                </a:lnTo>
                <a:lnTo>
                  <a:pt x="82105" y="375656"/>
                </a:lnTo>
                <a:lnTo>
                  <a:pt x="91173" y="374828"/>
                </a:lnTo>
                <a:lnTo>
                  <a:pt x="100241" y="373923"/>
                </a:lnTo>
                <a:lnTo>
                  <a:pt x="109280" y="372961"/>
                </a:lnTo>
                <a:lnTo>
                  <a:pt x="118310" y="371923"/>
                </a:lnTo>
                <a:lnTo>
                  <a:pt x="127330" y="370818"/>
                </a:lnTo>
                <a:lnTo>
                  <a:pt x="136322" y="369646"/>
                </a:lnTo>
                <a:lnTo>
                  <a:pt x="145304" y="368398"/>
                </a:lnTo>
                <a:lnTo>
                  <a:pt x="154257" y="367084"/>
                </a:lnTo>
                <a:lnTo>
                  <a:pt x="163182" y="365693"/>
                </a:lnTo>
                <a:lnTo>
                  <a:pt x="172088" y="364226"/>
                </a:lnTo>
                <a:lnTo>
                  <a:pt x="180975" y="362693"/>
                </a:lnTo>
                <a:lnTo>
                  <a:pt x="189824" y="361074"/>
                </a:lnTo>
                <a:lnTo>
                  <a:pt x="198644" y="359378"/>
                </a:lnTo>
                <a:lnTo>
                  <a:pt x="207426" y="357597"/>
                </a:lnTo>
                <a:lnTo>
                  <a:pt x="216179" y="355730"/>
                </a:lnTo>
                <a:lnTo>
                  <a:pt x="224895" y="353787"/>
                </a:lnTo>
                <a:lnTo>
                  <a:pt x="233563" y="351749"/>
                </a:lnTo>
                <a:lnTo>
                  <a:pt x="242192" y="349625"/>
                </a:lnTo>
                <a:lnTo>
                  <a:pt x="250765" y="347405"/>
                </a:lnTo>
                <a:lnTo>
                  <a:pt x="259290" y="345091"/>
                </a:lnTo>
                <a:lnTo>
                  <a:pt x="267757" y="342681"/>
                </a:lnTo>
                <a:lnTo>
                  <a:pt x="276158" y="340176"/>
                </a:lnTo>
                <a:lnTo>
                  <a:pt x="284502" y="337556"/>
                </a:lnTo>
                <a:lnTo>
                  <a:pt x="292770" y="334842"/>
                </a:lnTo>
                <a:lnTo>
                  <a:pt x="300971" y="332013"/>
                </a:lnTo>
                <a:lnTo>
                  <a:pt x="309077" y="329070"/>
                </a:lnTo>
                <a:lnTo>
                  <a:pt x="317106" y="326022"/>
                </a:lnTo>
                <a:lnTo>
                  <a:pt x="325041" y="322850"/>
                </a:lnTo>
                <a:lnTo>
                  <a:pt x="332861" y="319564"/>
                </a:lnTo>
                <a:lnTo>
                  <a:pt x="340585" y="316154"/>
                </a:lnTo>
                <a:lnTo>
                  <a:pt x="348186" y="312611"/>
                </a:lnTo>
                <a:lnTo>
                  <a:pt x="355654" y="308953"/>
                </a:lnTo>
                <a:lnTo>
                  <a:pt x="362998" y="305162"/>
                </a:lnTo>
                <a:lnTo>
                  <a:pt x="370189" y="301238"/>
                </a:lnTo>
                <a:lnTo>
                  <a:pt x="377228" y="297180"/>
                </a:lnTo>
                <a:lnTo>
                  <a:pt x="384105" y="292989"/>
                </a:lnTo>
                <a:lnTo>
                  <a:pt x="390801" y="288665"/>
                </a:lnTo>
                <a:lnTo>
                  <a:pt x="397316" y="284207"/>
                </a:lnTo>
                <a:lnTo>
                  <a:pt x="403631" y="279616"/>
                </a:lnTo>
                <a:lnTo>
                  <a:pt x="409746" y="274882"/>
                </a:lnTo>
                <a:lnTo>
                  <a:pt x="415633" y="270024"/>
                </a:lnTo>
                <a:lnTo>
                  <a:pt x="421291" y="265043"/>
                </a:lnTo>
                <a:lnTo>
                  <a:pt x="426720" y="259928"/>
                </a:lnTo>
                <a:lnTo>
                  <a:pt x="431892" y="254689"/>
                </a:lnTo>
                <a:lnTo>
                  <a:pt x="436807" y="249336"/>
                </a:lnTo>
                <a:lnTo>
                  <a:pt x="441455" y="243869"/>
                </a:lnTo>
                <a:lnTo>
                  <a:pt x="445827" y="238296"/>
                </a:lnTo>
                <a:lnTo>
                  <a:pt x="449932" y="232620"/>
                </a:lnTo>
                <a:lnTo>
                  <a:pt x="453742" y="226857"/>
                </a:lnTo>
                <a:lnTo>
                  <a:pt x="457276" y="220999"/>
                </a:lnTo>
                <a:lnTo>
                  <a:pt x="460515" y="215065"/>
                </a:lnTo>
                <a:lnTo>
                  <a:pt x="463467" y="209055"/>
                </a:lnTo>
                <a:lnTo>
                  <a:pt x="466134" y="202987"/>
                </a:lnTo>
                <a:lnTo>
                  <a:pt x="468516" y="196863"/>
                </a:lnTo>
                <a:lnTo>
                  <a:pt x="470611" y="190681"/>
                </a:lnTo>
                <a:lnTo>
                  <a:pt x="472421" y="184461"/>
                </a:lnTo>
                <a:lnTo>
                  <a:pt x="473964" y="178203"/>
                </a:lnTo>
                <a:lnTo>
                  <a:pt x="475240" y="171917"/>
                </a:lnTo>
                <a:lnTo>
                  <a:pt x="476260" y="165611"/>
                </a:lnTo>
                <a:lnTo>
                  <a:pt x="477012" y="159287"/>
                </a:lnTo>
                <a:lnTo>
                  <a:pt x="477526" y="152952"/>
                </a:lnTo>
                <a:lnTo>
                  <a:pt x="477803" y="146609"/>
                </a:lnTo>
                <a:lnTo>
                  <a:pt x="477850" y="140265"/>
                </a:lnTo>
                <a:lnTo>
                  <a:pt x="477660" y="133922"/>
                </a:lnTo>
                <a:lnTo>
                  <a:pt x="477269" y="127578"/>
                </a:lnTo>
                <a:lnTo>
                  <a:pt x="476660" y="121244"/>
                </a:lnTo>
                <a:lnTo>
                  <a:pt x="485137" y="119691"/>
                </a:lnTo>
                <a:lnTo>
                  <a:pt x="494052" y="118272"/>
                </a:lnTo>
                <a:lnTo>
                  <a:pt x="502949" y="116757"/>
                </a:lnTo>
                <a:lnTo>
                  <a:pt x="511807" y="115167"/>
                </a:lnTo>
                <a:lnTo>
                  <a:pt x="520636" y="113509"/>
                </a:lnTo>
                <a:lnTo>
                  <a:pt x="529447" y="111776"/>
                </a:lnTo>
                <a:lnTo>
                  <a:pt x="538229" y="109985"/>
                </a:lnTo>
                <a:lnTo>
                  <a:pt x="546983" y="108128"/>
                </a:lnTo>
                <a:lnTo>
                  <a:pt x="555708" y="106213"/>
                </a:lnTo>
                <a:lnTo>
                  <a:pt x="564404" y="104232"/>
                </a:lnTo>
                <a:lnTo>
                  <a:pt x="573072" y="102194"/>
                </a:lnTo>
                <a:lnTo>
                  <a:pt x="581711" y="100098"/>
                </a:lnTo>
                <a:lnTo>
                  <a:pt x="590321" y="97946"/>
                </a:lnTo>
                <a:lnTo>
                  <a:pt x="598903" y="95736"/>
                </a:lnTo>
                <a:lnTo>
                  <a:pt x="607447" y="93459"/>
                </a:lnTo>
                <a:lnTo>
                  <a:pt x="615963" y="91126"/>
                </a:lnTo>
                <a:lnTo>
                  <a:pt x="624440" y="88735"/>
                </a:lnTo>
                <a:lnTo>
                  <a:pt x="632889" y="86287"/>
                </a:lnTo>
                <a:lnTo>
                  <a:pt x="641290" y="83782"/>
                </a:lnTo>
                <a:lnTo>
                  <a:pt x="649662" y="81210"/>
                </a:lnTo>
                <a:lnTo>
                  <a:pt x="657997" y="78581"/>
                </a:lnTo>
                <a:lnTo>
                  <a:pt x="666283" y="75886"/>
                </a:lnTo>
                <a:lnTo>
                  <a:pt x="674532" y="73142"/>
                </a:lnTo>
                <a:lnTo>
                  <a:pt x="682742" y="70323"/>
                </a:lnTo>
                <a:lnTo>
                  <a:pt x="690896" y="67447"/>
                </a:lnTo>
                <a:lnTo>
                  <a:pt x="699011" y="64513"/>
                </a:lnTo>
                <a:lnTo>
                  <a:pt x="707079" y="61512"/>
                </a:lnTo>
                <a:lnTo>
                  <a:pt x="715089" y="58436"/>
                </a:lnTo>
                <a:lnTo>
                  <a:pt x="723052" y="55302"/>
                </a:lnTo>
                <a:lnTo>
                  <a:pt x="730958" y="52111"/>
                </a:lnTo>
                <a:lnTo>
                  <a:pt x="738807" y="48844"/>
                </a:lnTo>
                <a:lnTo>
                  <a:pt x="746598" y="45510"/>
                </a:lnTo>
                <a:lnTo>
                  <a:pt x="754323" y="42110"/>
                </a:lnTo>
                <a:lnTo>
                  <a:pt x="761990" y="38643"/>
                </a:lnTo>
                <a:lnTo>
                  <a:pt x="769582" y="35100"/>
                </a:lnTo>
                <a:lnTo>
                  <a:pt x="777116" y="31490"/>
                </a:lnTo>
                <a:lnTo>
                  <a:pt x="784574" y="27813"/>
                </a:lnTo>
                <a:lnTo>
                  <a:pt x="791956" y="24060"/>
                </a:lnTo>
                <a:lnTo>
                  <a:pt x="799262" y="20231"/>
                </a:lnTo>
                <a:lnTo>
                  <a:pt x="806482" y="16335"/>
                </a:lnTo>
                <a:lnTo>
                  <a:pt x="813616" y="12363"/>
                </a:lnTo>
                <a:lnTo>
                  <a:pt x="820674" y="8315"/>
                </a:lnTo>
                <a:lnTo>
                  <a:pt x="827637" y="4201"/>
                </a:lnTo>
                <a:lnTo>
                  <a:pt x="834504" y="0"/>
                </a:lnTo>
                <a:close/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22860">
            <a:solidFill>
              <a:srgbClr val="85837B"/>
            </a:solidFill>
            <a:prstDash val="solid"/>
          </a:ln>
        </p:spPr>
      </p:sp>
      <p:sp>
        <p:nvSpPr>
          <p:cNvPr id="15" name="note-sheet-shadow-2">
            <a:extLst xmlns:a="http://schemas.openxmlformats.org/drawingml/2006/main">
              <a:ext uri="{FF2B5EF4-FFF2-40B4-BE49-F238E27FC236}">
                <a16:creationId xmlns:a16="http://schemas.microsoft.com/office/drawing/2014/main" id="{6409EB7B-A35B-47B5-8666-35FEFD2CC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41587" y="3365859"/>
            <a:ext cx="2265531" cy="417557"/>
          </a:xfrm>
          <a:custGeom xmlns:a="http://schemas.openxmlformats.org/drawingml/2006/main">
            <a:pathLst>
              <a:path w="2265531" h="417557">
                <a:moveTo>
                  <a:pt x="2264835" y="0"/>
                </a:moveTo>
                <a:lnTo>
                  <a:pt x="2265531" y="15373"/>
                </a:lnTo>
                <a:lnTo>
                  <a:pt x="2265216" y="30756"/>
                </a:lnTo>
                <a:lnTo>
                  <a:pt x="2264121" y="46130"/>
                </a:lnTo>
                <a:lnTo>
                  <a:pt x="2262302" y="61465"/>
                </a:lnTo>
                <a:lnTo>
                  <a:pt x="2259768" y="76743"/>
                </a:lnTo>
                <a:lnTo>
                  <a:pt x="2256549" y="91973"/>
                </a:lnTo>
                <a:lnTo>
                  <a:pt x="2252624" y="107109"/>
                </a:lnTo>
                <a:lnTo>
                  <a:pt x="2247986" y="122158"/>
                </a:lnTo>
                <a:lnTo>
                  <a:pt x="2242633" y="137093"/>
                </a:lnTo>
                <a:lnTo>
                  <a:pt x="2236556" y="151886"/>
                </a:lnTo>
                <a:lnTo>
                  <a:pt x="2229717" y="166526"/>
                </a:lnTo>
                <a:lnTo>
                  <a:pt x="2222116" y="180975"/>
                </a:lnTo>
                <a:lnTo>
                  <a:pt x="2213724" y="195224"/>
                </a:lnTo>
                <a:lnTo>
                  <a:pt x="2204552" y="209226"/>
                </a:lnTo>
                <a:lnTo>
                  <a:pt x="2194560" y="222971"/>
                </a:lnTo>
                <a:lnTo>
                  <a:pt x="2183759" y="236411"/>
                </a:lnTo>
                <a:lnTo>
                  <a:pt x="2172129" y="249507"/>
                </a:lnTo>
                <a:lnTo>
                  <a:pt x="2159679" y="262252"/>
                </a:lnTo>
                <a:lnTo>
                  <a:pt x="2146421" y="274587"/>
                </a:lnTo>
                <a:lnTo>
                  <a:pt x="2132352" y="286483"/>
                </a:lnTo>
                <a:lnTo>
                  <a:pt x="2117503" y="297913"/>
                </a:lnTo>
                <a:lnTo>
                  <a:pt x="2101901" y="308858"/>
                </a:lnTo>
                <a:lnTo>
                  <a:pt x="2085565" y="319268"/>
                </a:lnTo>
                <a:lnTo>
                  <a:pt x="2068554" y="329146"/>
                </a:lnTo>
                <a:lnTo>
                  <a:pt x="2050885" y="338452"/>
                </a:lnTo>
                <a:lnTo>
                  <a:pt x="2032625" y="347186"/>
                </a:lnTo>
                <a:lnTo>
                  <a:pt x="2013804" y="355349"/>
                </a:lnTo>
                <a:lnTo>
                  <a:pt x="1994497" y="362922"/>
                </a:lnTo>
                <a:lnTo>
                  <a:pt x="1974723" y="369913"/>
                </a:lnTo>
                <a:lnTo>
                  <a:pt x="1954559" y="376333"/>
                </a:lnTo>
                <a:lnTo>
                  <a:pt x="1934032" y="382181"/>
                </a:lnTo>
                <a:lnTo>
                  <a:pt x="1913201" y="387477"/>
                </a:lnTo>
                <a:lnTo>
                  <a:pt x="1892103" y="392240"/>
                </a:lnTo>
                <a:lnTo>
                  <a:pt x="1870777" y="396488"/>
                </a:lnTo>
                <a:lnTo>
                  <a:pt x="1849250" y="400231"/>
                </a:lnTo>
                <a:lnTo>
                  <a:pt x="1827562" y="403489"/>
                </a:lnTo>
                <a:lnTo>
                  <a:pt x="1805740" y="406298"/>
                </a:lnTo>
                <a:lnTo>
                  <a:pt x="1783813" y="408661"/>
                </a:lnTo>
                <a:lnTo>
                  <a:pt x="1761801" y="410594"/>
                </a:lnTo>
                <a:lnTo>
                  <a:pt x="1739722" y="412137"/>
                </a:lnTo>
                <a:lnTo>
                  <a:pt x="1717596" y="413290"/>
                </a:lnTo>
                <a:lnTo>
                  <a:pt x="1695412" y="413833"/>
                </a:lnTo>
                <a:lnTo>
                  <a:pt x="1673228" y="414195"/>
                </a:lnTo>
                <a:lnTo>
                  <a:pt x="1651044" y="414480"/>
                </a:lnTo>
                <a:lnTo>
                  <a:pt x="1628851" y="414728"/>
                </a:lnTo>
                <a:lnTo>
                  <a:pt x="1606667" y="414938"/>
                </a:lnTo>
                <a:lnTo>
                  <a:pt x="1584474" y="415128"/>
                </a:lnTo>
                <a:lnTo>
                  <a:pt x="1562281" y="415309"/>
                </a:lnTo>
                <a:lnTo>
                  <a:pt x="1540097" y="415471"/>
                </a:lnTo>
                <a:lnTo>
                  <a:pt x="1517904" y="415614"/>
                </a:lnTo>
                <a:lnTo>
                  <a:pt x="1495711" y="415757"/>
                </a:lnTo>
                <a:lnTo>
                  <a:pt x="1473518" y="415890"/>
                </a:lnTo>
                <a:lnTo>
                  <a:pt x="1451334" y="416014"/>
                </a:lnTo>
                <a:lnTo>
                  <a:pt x="1429141" y="416128"/>
                </a:lnTo>
                <a:lnTo>
                  <a:pt x="1406947" y="416233"/>
                </a:lnTo>
                <a:lnTo>
                  <a:pt x="1384754" y="416338"/>
                </a:lnTo>
                <a:lnTo>
                  <a:pt x="1362561" y="416433"/>
                </a:lnTo>
                <a:lnTo>
                  <a:pt x="1340377" y="416528"/>
                </a:lnTo>
                <a:lnTo>
                  <a:pt x="1318184" y="416614"/>
                </a:lnTo>
                <a:lnTo>
                  <a:pt x="1295991" y="416700"/>
                </a:lnTo>
                <a:lnTo>
                  <a:pt x="1273797" y="416776"/>
                </a:lnTo>
                <a:lnTo>
                  <a:pt x="1251604" y="416852"/>
                </a:lnTo>
                <a:lnTo>
                  <a:pt x="1229420" y="416919"/>
                </a:lnTo>
                <a:lnTo>
                  <a:pt x="1207227" y="416985"/>
                </a:lnTo>
                <a:lnTo>
                  <a:pt x="1185034" y="417043"/>
                </a:lnTo>
                <a:lnTo>
                  <a:pt x="1162841" y="417109"/>
                </a:lnTo>
                <a:lnTo>
                  <a:pt x="1140647" y="417157"/>
                </a:lnTo>
                <a:lnTo>
                  <a:pt x="1118454" y="417205"/>
                </a:lnTo>
                <a:lnTo>
                  <a:pt x="1096270" y="417262"/>
                </a:lnTo>
                <a:lnTo>
                  <a:pt x="1074077" y="417300"/>
                </a:lnTo>
                <a:lnTo>
                  <a:pt x="1051884" y="417338"/>
                </a:lnTo>
                <a:lnTo>
                  <a:pt x="1029691" y="417376"/>
                </a:lnTo>
                <a:lnTo>
                  <a:pt x="1007497" y="417405"/>
                </a:lnTo>
                <a:lnTo>
                  <a:pt x="985304" y="417433"/>
                </a:lnTo>
                <a:lnTo>
                  <a:pt x="963120" y="417462"/>
                </a:lnTo>
                <a:lnTo>
                  <a:pt x="940927" y="417490"/>
                </a:lnTo>
                <a:lnTo>
                  <a:pt x="918734" y="417509"/>
                </a:lnTo>
                <a:lnTo>
                  <a:pt x="896541" y="417519"/>
                </a:lnTo>
                <a:lnTo>
                  <a:pt x="874347" y="417538"/>
                </a:lnTo>
                <a:lnTo>
                  <a:pt x="852154" y="417547"/>
                </a:lnTo>
                <a:lnTo>
                  <a:pt x="829970" y="417547"/>
                </a:lnTo>
                <a:lnTo>
                  <a:pt x="807777" y="417557"/>
                </a:lnTo>
                <a:lnTo>
                  <a:pt x="785584" y="417547"/>
                </a:lnTo>
                <a:lnTo>
                  <a:pt x="763391" y="417547"/>
                </a:lnTo>
                <a:lnTo>
                  <a:pt x="741197" y="417538"/>
                </a:lnTo>
                <a:lnTo>
                  <a:pt x="719004" y="417528"/>
                </a:lnTo>
                <a:lnTo>
                  <a:pt x="696820" y="417500"/>
                </a:lnTo>
                <a:lnTo>
                  <a:pt x="674627" y="417481"/>
                </a:lnTo>
                <a:lnTo>
                  <a:pt x="652434" y="417462"/>
                </a:lnTo>
                <a:lnTo>
                  <a:pt x="630241" y="417424"/>
                </a:lnTo>
                <a:lnTo>
                  <a:pt x="608047" y="417395"/>
                </a:lnTo>
                <a:lnTo>
                  <a:pt x="585854" y="417357"/>
                </a:lnTo>
                <a:lnTo>
                  <a:pt x="563670" y="417309"/>
                </a:lnTo>
                <a:lnTo>
                  <a:pt x="541477" y="417262"/>
                </a:lnTo>
                <a:lnTo>
                  <a:pt x="519284" y="417205"/>
                </a:lnTo>
                <a:lnTo>
                  <a:pt x="497091" y="417147"/>
                </a:lnTo>
                <a:lnTo>
                  <a:pt x="474897" y="417081"/>
                </a:lnTo>
                <a:lnTo>
                  <a:pt x="452714" y="417005"/>
                </a:lnTo>
                <a:lnTo>
                  <a:pt x="430520" y="416938"/>
                </a:lnTo>
                <a:lnTo>
                  <a:pt x="408327" y="416843"/>
                </a:lnTo>
                <a:lnTo>
                  <a:pt x="386134" y="416757"/>
                </a:lnTo>
                <a:lnTo>
                  <a:pt x="363941" y="416652"/>
                </a:lnTo>
                <a:lnTo>
                  <a:pt x="341757" y="416538"/>
                </a:lnTo>
                <a:lnTo>
                  <a:pt x="319564" y="416414"/>
                </a:lnTo>
                <a:lnTo>
                  <a:pt x="297371" y="416290"/>
                </a:lnTo>
                <a:lnTo>
                  <a:pt x="275177" y="416147"/>
                </a:lnTo>
                <a:lnTo>
                  <a:pt x="252994" y="415985"/>
                </a:lnTo>
                <a:lnTo>
                  <a:pt x="230800" y="415814"/>
                </a:lnTo>
                <a:lnTo>
                  <a:pt x="208607" y="415633"/>
                </a:lnTo>
                <a:lnTo>
                  <a:pt x="186423" y="415423"/>
                </a:lnTo>
                <a:lnTo>
                  <a:pt x="164230" y="415195"/>
                </a:lnTo>
                <a:lnTo>
                  <a:pt x="142037" y="414938"/>
                </a:lnTo>
                <a:lnTo>
                  <a:pt x="119853" y="414652"/>
                </a:lnTo>
                <a:lnTo>
                  <a:pt x="97669" y="414309"/>
                </a:lnTo>
                <a:lnTo>
                  <a:pt x="75486" y="413918"/>
                </a:lnTo>
                <a:lnTo>
                  <a:pt x="53302" y="413442"/>
                </a:lnTo>
                <a:lnTo>
                  <a:pt x="31128" y="412814"/>
                </a:lnTo>
                <a:lnTo>
                  <a:pt x="8982" y="411813"/>
                </a:lnTo>
                <a:lnTo>
                  <a:pt x="4115" y="399307"/>
                </a:lnTo>
                <a:lnTo>
                  <a:pt x="3820" y="383924"/>
                </a:lnTo>
                <a:lnTo>
                  <a:pt x="3524" y="368532"/>
                </a:lnTo>
                <a:lnTo>
                  <a:pt x="3229" y="353149"/>
                </a:lnTo>
                <a:lnTo>
                  <a:pt x="2943" y="337766"/>
                </a:lnTo>
                <a:lnTo>
                  <a:pt x="2648" y="322383"/>
                </a:lnTo>
                <a:lnTo>
                  <a:pt x="2353" y="306991"/>
                </a:lnTo>
                <a:lnTo>
                  <a:pt x="2057" y="291608"/>
                </a:lnTo>
                <a:lnTo>
                  <a:pt x="1762" y="276225"/>
                </a:lnTo>
                <a:lnTo>
                  <a:pt x="1467" y="260842"/>
                </a:lnTo>
                <a:lnTo>
                  <a:pt x="1172" y="245450"/>
                </a:lnTo>
                <a:lnTo>
                  <a:pt x="886" y="230067"/>
                </a:lnTo>
                <a:lnTo>
                  <a:pt x="591" y="214684"/>
                </a:lnTo>
                <a:lnTo>
                  <a:pt x="295" y="199301"/>
                </a:lnTo>
                <a:lnTo>
                  <a:pt x="0" y="183909"/>
                </a:lnTo>
                <a:lnTo>
                  <a:pt x="8144" y="173850"/>
                </a:lnTo>
                <a:lnTo>
                  <a:pt x="30270" y="172726"/>
                </a:lnTo>
                <a:lnTo>
                  <a:pt x="52426" y="171793"/>
                </a:lnTo>
                <a:lnTo>
                  <a:pt x="74590" y="171002"/>
                </a:lnTo>
                <a:lnTo>
                  <a:pt x="96755" y="170364"/>
                </a:lnTo>
                <a:lnTo>
                  <a:pt x="118939" y="169850"/>
                </a:lnTo>
                <a:lnTo>
                  <a:pt x="141122" y="169450"/>
                </a:lnTo>
                <a:lnTo>
                  <a:pt x="163306" y="169154"/>
                </a:lnTo>
                <a:lnTo>
                  <a:pt x="185499" y="168954"/>
                </a:lnTo>
                <a:lnTo>
                  <a:pt x="207693" y="168850"/>
                </a:lnTo>
                <a:lnTo>
                  <a:pt x="229886" y="168812"/>
                </a:lnTo>
                <a:lnTo>
                  <a:pt x="252079" y="168859"/>
                </a:lnTo>
                <a:lnTo>
                  <a:pt x="274263" y="168973"/>
                </a:lnTo>
                <a:lnTo>
                  <a:pt x="296456" y="169145"/>
                </a:lnTo>
                <a:lnTo>
                  <a:pt x="318649" y="169374"/>
                </a:lnTo>
                <a:lnTo>
                  <a:pt x="340833" y="169659"/>
                </a:lnTo>
                <a:lnTo>
                  <a:pt x="363017" y="169993"/>
                </a:lnTo>
                <a:lnTo>
                  <a:pt x="385201" y="170374"/>
                </a:lnTo>
                <a:lnTo>
                  <a:pt x="407384" y="170793"/>
                </a:lnTo>
                <a:lnTo>
                  <a:pt x="429568" y="171260"/>
                </a:lnTo>
                <a:lnTo>
                  <a:pt x="451752" y="171755"/>
                </a:lnTo>
                <a:lnTo>
                  <a:pt x="473926" y="172288"/>
                </a:lnTo>
                <a:lnTo>
                  <a:pt x="496110" y="172850"/>
                </a:lnTo>
                <a:lnTo>
                  <a:pt x="518284" y="173441"/>
                </a:lnTo>
                <a:lnTo>
                  <a:pt x="540458" y="174050"/>
                </a:lnTo>
                <a:lnTo>
                  <a:pt x="562623" y="174698"/>
                </a:lnTo>
                <a:lnTo>
                  <a:pt x="584797" y="175365"/>
                </a:lnTo>
                <a:lnTo>
                  <a:pt x="606971" y="176051"/>
                </a:lnTo>
                <a:lnTo>
                  <a:pt x="629136" y="176746"/>
                </a:lnTo>
                <a:lnTo>
                  <a:pt x="651300" y="177470"/>
                </a:lnTo>
                <a:lnTo>
                  <a:pt x="673475" y="178203"/>
                </a:lnTo>
                <a:lnTo>
                  <a:pt x="695639" y="178956"/>
                </a:lnTo>
                <a:lnTo>
                  <a:pt x="717804" y="179718"/>
                </a:lnTo>
                <a:lnTo>
                  <a:pt x="739959" y="180489"/>
                </a:lnTo>
                <a:lnTo>
                  <a:pt x="762124" y="181261"/>
                </a:lnTo>
                <a:lnTo>
                  <a:pt x="784289" y="182051"/>
                </a:lnTo>
                <a:lnTo>
                  <a:pt x="806453" y="182842"/>
                </a:lnTo>
                <a:lnTo>
                  <a:pt x="828618" y="183632"/>
                </a:lnTo>
                <a:lnTo>
                  <a:pt x="850773" y="184433"/>
                </a:lnTo>
                <a:lnTo>
                  <a:pt x="872938" y="185233"/>
                </a:lnTo>
                <a:lnTo>
                  <a:pt x="895102" y="186033"/>
                </a:lnTo>
                <a:lnTo>
                  <a:pt x="917258" y="186823"/>
                </a:lnTo>
                <a:lnTo>
                  <a:pt x="939422" y="187614"/>
                </a:lnTo>
                <a:lnTo>
                  <a:pt x="961587" y="188414"/>
                </a:lnTo>
                <a:lnTo>
                  <a:pt x="983752" y="189195"/>
                </a:lnTo>
                <a:lnTo>
                  <a:pt x="1005916" y="189967"/>
                </a:lnTo>
                <a:lnTo>
                  <a:pt x="1028081" y="190729"/>
                </a:lnTo>
                <a:lnTo>
                  <a:pt x="1050246" y="191491"/>
                </a:lnTo>
                <a:lnTo>
                  <a:pt x="1072410" y="192234"/>
                </a:lnTo>
                <a:lnTo>
                  <a:pt x="1094575" y="192967"/>
                </a:lnTo>
                <a:lnTo>
                  <a:pt x="1116740" y="193681"/>
                </a:lnTo>
                <a:lnTo>
                  <a:pt x="1138914" y="194377"/>
                </a:lnTo>
                <a:lnTo>
                  <a:pt x="1161078" y="195053"/>
                </a:lnTo>
                <a:lnTo>
                  <a:pt x="1183253" y="195701"/>
                </a:lnTo>
                <a:lnTo>
                  <a:pt x="1205427" y="196339"/>
                </a:lnTo>
                <a:lnTo>
                  <a:pt x="1227601" y="196939"/>
                </a:lnTo>
                <a:lnTo>
                  <a:pt x="1249775" y="197520"/>
                </a:lnTo>
                <a:lnTo>
                  <a:pt x="1271959" y="198063"/>
                </a:lnTo>
                <a:lnTo>
                  <a:pt x="1294133" y="198577"/>
                </a:lnTo>
                <a:lnTo>
                  <a:pt x="1316317" y="199053"/>
                </a:lnTo>
                <a:lnTo>
                  <a:pt x="1338501" y="199492"/>
                </a:lnTo>
                <a:lnTo>
                  <a:pt x="1360684" y="199892"/>
                </a:lnTo>
                <a:lnTo>
                  <a:pt x="1382868" y="200244"/>
                </a:lnTo>
                <a:lnTo>
                  <a:pt x="1405052" y="200549"/>
                </a:lnTo>
                <a:lnTo>
                  <a:pt x="1427245" y="200797"/>
                </a:lnTo>
                <a:lnTo>
                  <a:pt x="1449438" y="200987"/>
                </a:lnTo>
                <a:lnTo>
                  <a:pt x="1471622" y="201111"/>
                </a:lnTo>
                <a:lnTo>
                  <a:pt x="1493815" y="201168"/>
                </a:lnTo>
                <a:lnTo>
                  <a:pt x="1516009" y="201158"/>
                </a:lnTo>
                <a:lnTo>
                  <a:pt x="1538202" y="201063"/>
                </a:lnTo>
                <a:lnTo>
                  <a:pt x="1560386" y="200873"/>
                </a:lnTo>
                <a:lnTo>
                  <a:pt x="1582579" y="200587"/>
                </a:lnTo>
                <a:lnTo>
                  <a:pt x="1604762" y="200196"/>
                </a:lnTo>
                <a:lnTo>
                  <a:pt x="1626946" y="199692"/>
                </a:lnTo>
                <a:lnTo>
                  <a:pt x="1649111" y="199044"/>
                </a:lnTo>
                <a:lnTo>
                  <a:pt x="1671276" y="198253"/>
                </a:lnTo>
                <a:lnTo>
                  <a:pt x="1693421" y="197301"/>
                </a:lnTo>
                <a:lnTo>
                  <a:pt x="1715557" y="196158"/>
                </a:lnTo>
                <a:lnTo>
                  <a:pt x="1737665" y="194796"/>
                </a:lnTo>
                <a:lnTo>
                  <a:pt x="1759734" y="193186"/>
                </a:lnTo>
                <a:lnTo>
                  <a:pt x="1781756" y="191291"/>
                </a:lnTo>
                <a:lnTo>
                  <a:pt x="1803711" y="189062"/>
                </a:lnTo>
                <a:lnTo>
                  <a:pt x="1825571" y="186414"/>
                </a:lnTo>
                <a:lnTo>
                  <a:pt x="1847288" y="183271"/>
                </a:lnTo>
                <a:lnTo>
                  <a:pt x="1868805" y="179499"/>
                </a:lnTo>
                <a:lnTo>
                  <a:pt x="1889979" y="174908"/>
                </a:lnTo>
                <a:lnTo>
                  <a:pt x="1910591" y="169221"/>
                </a:lnTo>
                <a:lnTo>
                  <a:pt x="1930165" y="161992"/>
                </a:lnTo>
                <a:lnTo>
                  <a:pt x="1947653" y="152571"/>
                </a:lnTo>
                <a:lnTo>
                  <a:pt x="1960731" y="140237"/>
                </a:lnTo>
                <a:lnTo>
                  <a:pt x="1965989" y="125406"/>
                </a:lnTo>
                <a:lnTo>
                  <a:pt x="1980867" y="117691"/>
                </a:lnTo>
                <a:lnTo>
                  <a:pt x="2001755" y="112500"/>
                </a:lnTo>
                <a:lnTo>
                  <a:pt x="2022358" y="106775"/>
                </a:lnTo>
                <a:lnTo>
                  <a:pt x="2042693" y="100622"/>
                </a:lnTo>
                <a:lnTo>
                  <a:pt x="2062763" y="94059"/>
                </a:lnTo>
                <a:lnTo>
                  <a:pt x="2082575" y="87125"/>
                </a:lnTo>
                <a:lnTo>
                  <a:pt x="2102110" y="79839"/>
                </a:lnTo>
                <a:lnTo>
                  <a:pt x="2121389" y="72209"/>
                </a:lnTo>
                <a:lnTo>
                  <a:pt x="2140372" y="64246"/>
                </a:lnTo>
                <a:lnTo>
                  <a:pt x="2159079" y="55969"/>
                </a:lnTo>
                <a:lnTo>
                  <a:pt x="2177491" y="47377"/>
                </a:lnTo>
                <a:lnTo>
                  <a:pt x="2195598" y="38481"/>
                </a:lnTo>
                <a:lnTo>
                  <a:pt x="2213391" y="29289"/>
                </a:lnTo>
                <a:lnTo>
                  <a:pt x="2230869" y="19812"/>
                </a:lnTo>
                <a:lnTo>
                  <a:pt x="2248014" y="10039"/>
                </a:lnTo>
                <a:lnTo>
                  <a:pt x="2264835" y="0"/>
                </a:lnTo>
                <a:close/>
              </a:path>
            </a:pathLst>
          </a:custGeom>
          <a:solidFill xmlns:a="http://schemas.openxmlformats.org/drawingml/2006/main">
            <a:srgbClr val="D8D5CC">
              <a:alpha val="35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6" name="note-sheet-paper-2">
            <a:extLst xmlns:a="http://schemas.openxmlformats.org/drawingml/2006/main">
              <a:ext uri="{FF2B5EF4-FFF2-40B4-BE49-F238E27FC236}">
                <a16:creationId xmlns:a16="http://schemas.microsoft.com/office/drawing/2014/main" id="{92EE5E5D-7D15-46C7-A331-8A59C52FD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41406" y="2211591"/>
            <a:ext cx="2265016" cy="1570434"/>
          </a:xfrm>
          <a:custGeom xmlns:a="http://schemas.openxmlformats.org/drawingml/2006/main">
            <a:pathLst>
              <a:path w="2265016" h="1570434">
                <a:moveTo>
                  <a:pt x="0" y="1570434"/>
                </a:moveTo>
                <a:lnTo>
                  <a:pt x="36366" y="1570434"/>
                </a:lnTo>
                <a:lnTo>
                  <a:pt x="72733" y="1570434"/>
                </a:lnTo>
                <a:lnTo>
                  <a:pt x="109099" y="1570434"/>
                </a:lnTo>
                <a:lnTo>
                  <a:pt x="145466" y="1570434"/>
                </a:lnTo>
                <a:lnTo>
                  <a:pt x="181832" y="1570434"/>
                </a:lnTo>
                <a:lnTo>
                  <a:pt x="218208" y="1570434"/>
                </a:lnTo>
                <a:lnTo>
                  <a:pt x="254575" y="1570434"/>
                </a:lnTo>
                <a:lnTo>
                  <a:pt x="290941" y="1570434"/>
                </a:lnTo>
                <a:lnTo>
                  <a:pt x="327308" y="1570434"/>
                </a:lnTo>
                <a:lnTo>
                  <a:pt x="363674" y="1570434"/>
                </a:lnTo>
                <a:lnTo>
                  <a:pt x="400040" y="1570434"/>
                </a:lnTo>
                <a:lnTo>
                  <a:pt x="436407" y="1570434"/>
                </a:lnTo>
                <a:lnTo>
                  <a:pt x="472773" y="1570434"/>
                </a:lnTo>
                <a:lnTo>
                  <a:pt x="509140" y="1570434"/>
                </a:lnTo>
                <a:lnTo>
                  <a:pt x="545506" y="1570434"/>
                </a:lnTo>
                <a:lnTo>
                  <a:pt x="581873" y="1570434"/>
                </a:lnTo>
                <a:lnTo>
                  <a:pt x="618239" y="1570434"/>
                </a:lnTo>
                <a:lnTo>
                  <a:pt x="654615" y="1570434"/>
                </a:lnTo>
                <a:lnTo>
                  <a:pt x="690982" y="1570434"/>
                </a:lnTo>
                <a:lnTo>
                  <a:pt x="727348" y="1570434"/>
                </a:lnTo>
                <a:lnTo>
                  <a:pt x="763715" y="1570434"/>
                </a:lnTo>
                <a:lnTo>
                  <a:pt x="800081" y="1570434"/>
                </a:lnTo>
                <a:lnTo>
                  <a:pt x="836447" y="1570434"/>
                </a:lnTo>
                <a:lnTo>
                  <a:pt x="872814" y="1570434"/>
                </a:lnTo>
                <a:lnTo>
                  <a:pt x="909180" y="1570434"/>
                </a:lnTo>
                <a:lnTo>
                  <a:pt x="945547" y="1570434"/>
                </a:lnTo>
                <a:lnTo>
                  <a:pt x="981913" y="1570434"/>
                </a:lnTo>
                <a:lnTo>
                  <a:pt x="1018280" y="1570434"/>
                </a:lnTo>
                <a:lnTo>
                  <a:pt x="1054646" y="1570434"/>
                </a:lnTo>
                <a:lnTo>
                  <a:pt x="1091022" y="1570434"/>
                </a:lnTo>
                <a:lnTo>
                  <a:pt x="1127389" y="1570434"/>
                </a:lnTo>
                <a:lnTo>
                  <a:pt x="1163755" y="1570434"/>
                </a:lnTo>
                <a:lnTo>
                  <a:pt x="1200121" y="1570434"/>
                </a:lnTo>
                <a:lnTo>
                  <a:pt x="1236488" y="1570434"/>
                </a:lnTo>
                <a:lnTo>
                  <a:pt x="1272854" y="1570434"/>
                </a:lnTo>
                <a:lnTo>
                  <a:pt x="1309221" y="1570434"/>
                </a:lnTo>
                <a:lnTo>
                  <a:pt x="1345587" y="1570434"/>
                </a:lnTo>
                <a:lnTo>
                  <a:pt x="1381954" y="1570434"/>
                </a:lnTo>
                <a:lnTo>
                  <a:pt x="1418320" y="1570434"/>
                </a:lnTo>
                <a:lnTo>
                  <a:pt x="1454687" y="1570434"/>
                </a:lnTo>
                <a:lnTo>
                  <a:pt x="1491063" y="1570434"/>
                </a:lnTo>
                <a:lnTo>
                  <a:pt x="1527067" y="1567596"/>
                </a:lnTo>
                <a:lnTo>
                  <a:pt x="1562872" y="1563186"/>
                </a:lnTo>
                <a:lnTo>
                  <a:pt x="1598676" y="1558785"/>
                </a:lnTo>
                <a:lnTo>
                  <a:pt x="1634490" y="1554375"/>
                </a:lnTo>
                <a:lnTo>
                  <a:pt x="1670294" y="1549975"/>
                </a:lnTo>
                <a:lnTo>
                  <a:pt x="1706108" y="1545565"/>
                </a:lnTo>
                <a:lnTo>
                  <a:pt x="1741913" y="1541164"/>
                </a:lnTo>
                <a:lnTo>
                  <a:pt x="1777717" y="1536764"/>
                </a:lnTo>
                <a:lnTo>
                  <a:pt x="1805054" y="1521333"/>
                </a:lnTo>
                <a:lnTo>
                  <a:pt x="1830286" y="1503178"/>
                </a:lnTo>
                <a:lnTo>
                  <a:pt x="1855527" y="1485024"/>
                </a:lnTo>
                <a:lnTo>
                  <a:pt x="1880759" y="1466860"/>
                </a:lnTo>
                <a:lnTo>
                  <a:pt x="1906000" y="1448705"/>
                </a:lnTo>
                <a:lnTo>
                  <a:pt x="1931232" y="1430550"/>
                </a:lnTo>
                <a:lnTo>
                  <a:pt x="1956464" y="1412396"/>
                </a:lnTo>
                <a:lnTo>
                  <a:pt x="1981705" y="1394241"/>
                </a:lnTo>
                <a:lnTo>
                  <a:pt x="2006937" y="1376077"/>
                </a:lnTo>
                <a:lnTo>
                  <a:pt x="2032168" y="1357922"/>
                </a:lnTo>
                <a:lnTo>
                  <a:pt x="2057410" y="1339767"/>
                </a:lnTo>
                <a:lnTo>
                  <a:pt x="2082641" y="1321613"/>
                </a:lnTo>
                <a:lnTo>
                  <a:pt x="2107873" y="1303449"/>
                </a:lnTo>
                <a:lnTo>
                  <a:pt x="2133114" y="1285294"/>
                </a:lnTo>
                <a:lnTo>
                  <a:pt x="2158346" y="1267139"/>
                </a:lnTo>
                <a:lnTo>
                  <a:pt x="2183578" y="1248985"/>
                </a:lnTo>
                <a:lnTo>
                  <a:pt x="2208819" y="1230830"/>
                </a:lnTo>
                <a:lnTo>
                  <a:pt x="2234051" y="1212666"/>
                </a:lnTo>
                <a:lnTo>
                  <a:pt x="2259282" y="1194511"/>
                </a:lnTo>
                <a:lnTo>
                  <a:pt x="2265016" y="1170899"/>
                </a:lnTo>
                <a:lnTo>
                  <a:pt x="2265016" y="1145686"/>
                </a:lnTo>
                <a:lnTo>
                  <a:pt x="2265016" y="1120473"/>
                </a:lnTo>
                <a:lnTo>
                  <a:pt x="2265016" y="1095251"/>
                </a:lnTo>
                <a:lnTo>
                  <a:pt x="2265016" y="1070039"/>
                </a:lnTo>
                <a:lnTo>
                  <a:pt x="2265016" y="1044826"/>
                </a:lnTo>
                <a:lnTo>
                  <a:pt x="2265016" y="1019613"/>
                </a:lnTo>
                <a:lnTo>
                  <a:pt x="2265016" y="994391"/>
                </a:lnTo>
                <a:lnTo>
                  <a:pt x="2265016" y="969178"/>
                </a:lnTo>
                <a:lnTo>
                  <a:pt x="2265016" y="943966"/>
                </a:lnTo>
                <a:lnTo>
                  <a:pt x="2265016" y="918753"/>
                </a:lnTo>
                <a:lnTo>
                  <a:pt x="2265016" y="893531"/>
                </a:lnTo>
                <a:lnTo>
                  <a:pt x="2265016" y="868318"/>
                </a:lnTo>
                <a:lnTo>
                  <a:pt x="2265016" y="843105"/>
                </a:lnTo>
                <a:lnTo>
                  <a:pt x="2265016" y="817893"/>
                </a:lnTo>
                <a:lnTo>
                  <a:pt x="2265016" y="792671"/>
                </a:lnTo>
                <a:lnTo>
                  <a:pt x="2265016" y="767458"/>
                </a:lnTo>
                <a:lnTo>
                  <a:pt x="2265016" y="742245"/>
                </a:lnTo>
                <a:lnTo>
                  <a:pt x="2265016" y="717032"/>
                </a:lnTo>
                <a:lnTo>
                  <a:pt x="2265016" y="691810"/>
                </a:lnTo>
                <a:lnTo>
                  <a:pt x="2265016" y="666598"/>
                </a:lnTo>
                <a:lnTo>
                  <a:pt x="2265016" y="641385"/>
                </a:lnTo>
                <a:lnTo>
                  <a:pt x="2265016" y="616172"/>
                </a:lnTo>
                <a:lnTo>
                  <a:pt x="2265016" y="590950"/>
                </a:lnTo>
                <a:lnTo>
                  <a:pt x="2265016" y="565737"/>
                </a:lnTo>
                <a:lnTo>
                  <a:pt x="2265016" y="540525"/>
                </a:lnTo>
                <a:lnTo>
                  <a:pt x="2265016" y="515312"/>
                </a:lnTo>
                <a:lnTo>
                  <a:pt x="2265016" y="490090"/>
                </a:lnTo>
                <a:lnTo>
                  <a:pt x="2265016" y="464877"/>
                </a:lnTo>
                <a:lnTo>
                  <a:pt x="2265016" y="439664"/>
                </a:lnTo>
                <a:lnTo>
                  <a:pt x="2265016" y="414452"/>
                </a:lnTo>
                <a:lnTo>
                  <a:pt x="2265016" y="389230"/>
                </a:lnTo>
                <a:lnTo>
                  <a:pt x="2265016" y="364017"/>
                </a:lnTo>
                <a:lnTo>
                  <a:pt x="2265016" y="338804"/>
                </a:lnTo>
                <a:lnTo>
                  <a:pt x="2265016" y="313592"/>
                </a:lnTo>
                <a:lnTo>
                  <a:pt x="2265016" y="288369"/>
                </a:lnTo>
                <a:lnTo>
                  <a:pt x="2265016" y="263157"/>
                </a:lnTo>
                <a:lnTo>
                  <a:pt x="2265016" y="237944"/>
                </a:lnTo>
                <a:lnTo>
                  <a:pt x="2265016" y="212731"/>
                </a:lnTo>
                <a:lnTo>
                  <a:pt x="2265016" y="187509"/>
                </a:lnTo>
                <a:lnTo>
                  <a:pt x="2265016" y="162296"/>
                </a:lnTo>
                <a:lnTo>
                  <a:pt x="2265016" y="137084"/>
                </a:lnTo>
                <a:lnTo>
                  <a:pt x="2265016" y="111871"/>
                </a:lnTo>
                <a:lnTo>
                  <a:pt x="2265016" y="86649"/>
                </a:lnTo>
                <a:lnTo>
                  <a:pt x="2265016" y="61436"/>
                </a:lnTo>
                <a:lnTo>
                  <a:pt x="2265016" y="36224"/>
                </a:lnTo>
                <a:lnTo>
                  <a:pt x="2265016" y="11011"/>
                </a:lnTo>
                <a:lnTo>
                  <a:pt x="2244528" y="0"/>
                </a:lnTo>
                <a:lnTo>
                  <a:pt x="2208162" y="0"/>
                </a:lnTo>
                <a:lnTo>
                  <a:pt x="2171795" y="0"/>
                </a:lnTo>
                <a:lnTo>
                  <a:pt x="2135419" y="0"/>
                </a:lnTo>
                <a:lnTo>
                  <a:pt x="2099053" y="0"/>
                </a:lnTo>
                <a:lnTo>
                  <a:pt x="2062686" y="0"/>
                </a:lnTo>
                <a:lnTo>
                  <a:pt x="2026320" y="0"/>
                </a:lnTo>
                <a:lnTo>
                  <a:pt x="1989953" y="0"/>
                </a:lnTo>
                <a:lnTo>
                  <a:pt x="1953587" y="0"/>
                </a:lnTo>
                <a:lnTo>
                  <a:pt x="1917221" y="0"/>
                </a:lnTo>
                <a:lnTo>
                  <a:pt x="1880854" y="0"/>
                </a:lnTo>
                <a:lnTo>
                  <a:pt x="1844488" y="0"/>
                </a:lnTo>
                <a:lnTo>
                  <a:pt x="1808121" y="0"/>
                </a:lnTo>
                <a:lnTo>
                  <a:pt x="1771755" y="0"/>
                </a:lnTo>
                <a:lnTo>
                  <a:pt x="1735388" y="0"/>
                </a:lnTo>
                <a:lnTo>
                  <a:pt x="1699012" y="0"/>
                </a:lnTo>
                <a:lnTo>
                  <a:pt x="1662646" y="0"/>
                </a:lnTo>
                <a:lnTo>
                  <a:pt x="1626279" y="0"/>
                </a:lnTo>
                <a:lnTo>
                  <a:pt x="1589913" y="0"/>
                </a:lnTo>
                <a:lnTo>
                  <a:pt x="1553547" y="0"/>
                </a:lnTo>
                <a:lnTo>
                  <a:pt x="1517180" y="0"/>
                </a:lnTo>
                <a:lnTo>
                  <a:pt x="1480814" y="0"/>
                </a:lnTo>
                <a:lnTo>
                  <a:pt x="1444447" y="0"/>
                </a:lnTo>
                <a:lnTo>
                  <a:pt x="1408081" y="0"/>
                </a:lnTo>
                <a:lnTo>
                  <a:pt x="1371714" y="0"/>
                </a:lnTo>
                <a:lnTo>
                  <a:pt x="1335348" y="0"/>
                </a:lnTo>
                <a:lnTo>
                  <a:pt x="1298981" y="0"/>
                </a:lnTo>
                <a:lnTo>
                  <a:pt x="1262605" y="0"/>
                </a:lnTo>
                <a:lnTo>
                  <a:pt x="1226239" y="0"/>
                </a:lnTo>
                <a:lnTo>
                  <a:pt x="1189873" y="0"/>
                </a:lnTo>
                <a:lnTo>
                  <a:pt x="1153506" y="0"/>
                </a:lnTo>
                <a:lnTo>
                  <a:pt x="1117140" y="0"/>
                </a:lnTo>
                <a:lnTo>
                  <a:pt x="1080773" y="0"/>
                </a:lnTo>
                <a:lnTo>
                  <a:pt x="1044407" y="0"/>
                </a:lnTo>
                <a:lnTo>
                  <a:pt x="1008040" y="0"/>
                </a:lnTo>
                <a:lnTo>
                  <a:pt x="971674" y="0"/>
                </a:lnTo>
                <a:lnTo>
                  <a:pt x="935307" y="0"/>
                </a:lnTo>
                <a:lnTo>
                  <a:pt x="898941" y="0"/>
                </a:lnTo>
                <a:lnTo>
                  <a:pt x="862565" y="0"/>
                </a:lnTo>
                <a:lnTo>
                  <a:pt x="826199" y="0"/>
                </a:lnTo>
                <a:lnTo>
                  <a:pt x="789832" y="0"/>
                </a:lnTo>
                <a:lnTo>
                  <a:pt x="753466" y="0"/>
                </a:lnTo>
                <a:lnTo>
                  <a:pt x="717099" y="0"/>
                </a:lnTo>
                <a:lnTo>
                  <a:pt x="680733" y="0"/>
                </a:lnTo>
                <a:lnTo>
                  <a:pt x="644366" y="0"/>
                </a:lnTo>
                <a:lnTo>
                  <a:pt x="608000" y="0"/>
                </a:lnTo>
                <a:lnTo>
                  <a:pt x="571633" y="0"/>
                </a:lnTo>
                <a:lnTo>
                  <a:pt x="535267" y="0"/>
                </a:lnTo>
                <a:lnTo>
                  <a:pt x="498900" y="0"/>
                </a:lnTo>
                <a:lnTo>
                  <a:pt x="462534" y="0"/>
                </a:lnTo>
                <a:lnTo>
                  <a:pt x="426158" y="0"/>
                </a:lnTo>
                <a:lnTo>
                  <a:pt x="389792" y="0"/>
                </a:lnTo>
                <a:lnTo>
                  <a:pt x="353425" y="0"/>
                </a:lnTo>
                <a:lnTo>
                  <a:pt x="317059" y="0"/>
                </a:lnTo>
                <a:lnTo>
                  <a:pt x="280692" y="0"/>
                </a:lnTo>
                <a:lnTo>
                  <a:pt x="244326" y="0"/>
                </a:lnTo>
                <a:lnTo>
                  <a:pt x="207959" y="0"/>
                </a:lnTo>
                <a:lnTo>
                  <a:pt x="171593" y="0"/>
                </a:lnTo>
                <a:lnTo>
                  <a:pt x="135226" y="0"/>
                </a:lnTo>
                <a:lnTo>
                  <a:pt x="98860" y="0"/>
                </a:lnTo>
                <a:lnTo>
                  <a:pt x="62494" y="0"/>
                </a:lnTo>
                <a:lnTo>
                  <a:pt x="26127" y="0"/>
                </a:lnTo>
                <a:lnTo>
                  <a:pt x="0" y="7106"/>
                </a:lnTo>
                <a:lnTo>
                  <a:pt x="0" y="32318"/>
                </a:lnTo>
                <a:lnTo>
                  <a:pt x="0" y="57531"/>
                </a:lnTo>
                <a:lnTo>
                  <a:pt x="0" y="82744"/>
                </a:lnTo>
                <a:lnTo>
                  <a:pt x="0" y="107966"/>
                </a:lnTo>
                <a:lnTo>
                  <a:pt x="0" y="133179"/>
                </a:lnTo>
                <a:lnTo>
                  <a:pt x="0" y="158391"/>
                </a:lnTo>
                <a:lnTo>
                  <a:pt x="0" y="183604"/>
                </a:lnTo>
                <a:lnTo>
                  <a:pt x="0" y="208826"/>
                </a:lnTo>
                <a:lnTo>
                  <a:pt x="0" y="234039"/>
                </a:lnTo>
                <a:lnTo>
                  <a:pt x="0" y="259251"/>
                </a:lnTo>
                <a:lnTo>
                  <a:pt x="0" y="284464"/>
                </a:lnTo>
                <a:lnTo>
                  <a:pt x="0" y="309686"/>
                </a:lnTo>
                <a:lnTo>
                  <a:pt x="0" y="334899"/>
                </a:lnTo>
                <a:lnTo>
                  <a:pt x="0" y="360112"/>
                </a:lnTo>
                <a:lnTo>
                  <a:pt x="0" y="385324"/>
                </a:lnTo>
                <a:lnTo>
                  <a:pt x="0" y="410547"/>
                </a:lnTo>
                <a:lnTo>
                  <a:pt x="0" y="435759"/>
                </a:lnTo>
                <a:lnTo>
                  <a:pt x="0" y="460972"/>
                </a:lnTo>
                <a:lnTo>
                  <a:pt x="0" y="486185"/>
                </a:lnTo>
                <a:lnTo>
                  <a:pt x="0" y="511407"/>
                </a:lnTo>
                <a:lnTo>
                  <a:pt x="0" y="536619"/>
                </a:lnTo>
                <a:lnTo>
                  <a:pt x="0" y="561832"/>
                </a:lnTo>
                <a:lnTo>
                  <a:pt x="0" y="587045"/>
                </a:lnTo>
                <a:lnTo>
                  <a:pt x="0" y="612267"/>
                </a:lnTo>
                <a:lnTo>
                  <a:pt x="0" y="637480"/>
                </a:lnTo>
                <a:lnTo>
                  <a:pt x="0" y="662692"/>
                </a:lnTo>
                <a:lnTo>
                  <a:pt x="0" y="687905"/>
                </a:lnTo>
                <a:lnTo>
                  <a:pt x="0" y="713127"/>
                </a:lnTo>
                <a:lnTo>
                  <a:pt x="0" y="738340"/>
                </a:lnTo>
                <a:lnTo>
                  <a:pt x="0" y="763553"/>
                </a:lnTo>
                <a:lnTo>
                  <a:pt x="0" y="788765"/>
                </a:lnTo>
                <a:lnTo>
                  <a:pt x="0" y="813987"/>
                </a:lnTo>
                <a:lnTo>
                  <a:pt x="0" y="839200"/>
                </a:lnTo>
                <a:lnTo>
                  <a:pt x="0" y="864413"/>
                </a:lnTo>
                <a:lnTo>
                  <a:pt x="0" y="889625"/>
                </a:lnTo>
                <a:lnTo>
                  <a:pt x="0" y="914848"/>
                </a:lnTo>
                <a:lnTo>
                  <a:pt x="0" y="940060"/>
                </a:lnTo>
                <a:lnTo>
                  <a:pt x="0" y="965273"/>
                </a:lnTo>
                <a:lnTo>
                  <a:pt x="0" y="990486"/>
                </a:lnTo>
                <a:lnTo>
                  <a:pt x="0" y="1015708"/>
                </a:lnTo>
                <a:lnTo>
                  <a:pt x="0" y="1040921"/>
                </a:lnTo>
                <a:lnTo>
                  <a:pt x="0" y="1066133"/>
                </a:lnTo>
                <a:lnTo>
                  <a:pt x="0" y="1091346"/>
                </a:lnTo>
                <a:lnTo>
                  <a:pt x="0" y="1116568"/>
                </a:lnTo>
                <a:lnTo>
                  <a:pt x="0" y="1141781"/>
                </a:lnTo>
                <a:lnTo>
                  <a:pt x="0" y="1166993"/>
                </a:lnTo>
                <a:lnTo>
                  <a:pt x="0" y="1192206"/>
                </a:lnTo>
                <a:lnTo>
                  <a:pt x="0" y="1217428"/>
                </a:lnTo>
                <a:lnTo>
                  <a:pt x="0" y="1242641"/>
                </a:lnTo>
                <a:lnTo>
                  <a:pt x="0" y="1267854"/>
                </a:lnTo>
                <a:lnTo>
                  <a:pt x="0" y="1293066"/>
                </a:lnTo>
                <a:lnTo>
                  <a:pt x="0" y="1318289"/>
                </a:lnTo>
                <a:lnTo>
                  <a:pt x="0" y="1343501"/>
                </a:lnTo>
                <a:lnTo>
                  <a:pt x="0" y="1368714"/>
                </a:lnTo>
                <a:lnTo>
                  <a:pt x="0" y="1393927"/>
                </a:lnTo>
                <a:lnTo>
                  <a:pt x="0" y="1419149"/>
                </a:lnTo>
                <a:lnTo>
                  <a:pt x="0" y="1444361"/>
                </a:lnTo>
                <a:lnTo>
                  <a:pt x="0" y="1469574"/>
                </a:lnTo>
                <a:lnTo>
                  <a:pt x="0" y="1494787"/>
                </a:lnTo>
                <a:lnTo>
                  <a:pt x="0" y="1520009"/>
                </a:lnTo>
                <a:lnTo>
                  <a:pt x="0" y="1545222"/>
                </a:lnTo>
                <a:lnTo>
                  <a:pt x="0" y="1570434"/>
                </a:lnTo>
                <a:close/>
              </a:path>
            </a:pathLst>
          </a:cu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</p:sp>
      <p:sp>
        <p:nvSpPr>
          <p:cNvPr id="17" name="note-sheet-header-2">
            <a:extLst xmlns:a="http://schemas.openxmlformats.org/drawingml/2006/main">
              <a:ext uri="{FF2B5EF4-FFF2-40B4-BE49-F238E27FC236}">
                <a16:creationId xmlns:a16="http://schemas.microsoft.com/office/drawing/2014/main" id="{2123429B-27C4-471D-B477-1DD2A6A4A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41406" y="2211581"/>
            <a:ext cx="2265016" cy="2701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8" name="note-sheet-fold-2">
            <a:extLst xmlns:a="http://schemas.openxmlformats.org/drawingml/2006/main">
              <a:ext uri="{FF2B5EF4-FFF2-40B4-BE49-F238E27FC236}">
                <a16:creationId xmlns:a16="http://schemas.microsoft.com/office/drawing/2014/main" id="{D1FEB760-3FF8-4226-A2A6-0874898CA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71918" y="3401978"/>
            <a:ext cx="834504" cy="380333"/>
          </a:xfrm>
          <a:custGeom xmlns:a="http://schemas.openxmlformats.org/drawingml/2006/main">
            <a:pathLst>
              <a:path w="834504" h="380333">
                <a:moveTo>
                  <a:pt x="834504" y="0"/>
                </a:moveTo>
                <a:lnTo>
                  <a:pt x="833504" y="6306"/>
                </a:lnTo>
                <a:lnTo>
                  <a:pt x="832199" y="12592"/>
                </a:lnTo>
                <a:lnTo>
                  <a:pt x="830685" y="18850"/>
                </a:lnTo>
                <a:lnTo>
                  <a:pt x="828970" y="25079"/>
                </a:lnTo>
                <a:lnTo>
                  <a:pt x="827075" y="31290"/>
                </a:lnTo>
                <a:lnTo>
                  <a:pt x="825027" y="37481"/>
                </a:lnTo>
                <a:lnTo>
                  <a:pt x="822817" y="43634"/>
                </a:lnTo>
                <a:lnTo>
                  <a:pt x="820464" y="49768"/>
                </a:lnTo>
                <a:lnTo>
                  <a:pt x="817959" y="55874"/>
                </a:lnTo>
                <a:lnTo>
                  <a:pt x="815311" y="61951"/>
                </a:lnTo>
                <a:lnTo>
                  <a:pt x="812530" y="67999"/>
                </a:lnTo>
                <a:lnTo>
                  <a:pt x="809606" y="74009"/>
                </a:lnTo>
                <a:lnTo>
                  <a:pt x="806548" y="79991"/>
                </a:lnTo>
                <a:lnTo>
                  <a:pt x="803358" y="85944"/>
                </a:lnTo>
                <a:lnTo>
                  <a:pt x="800033" y="91850"/>
                </a:lnTo>
                <a:lnTo>
                  <a:pt x="796585" y="97727"/>
                </a:lnTo>
                <a:lnTo>
                  <a:pt x="793004" y="103575"/>
                </a:lnTo>
                <a:lnTo>
                  <a:pt x="789289" y="109376"/>
                </a:lnTo>
                <a:lnTo>
                  <a:pt x="785451" y="115138"/>
                </a:lnTo>
                <a:lnTo>
                  <a:pt x="781488" y="120853"/>
                </a:lnTo>
                <a:lnTo>
                  <a:pt x="777392" y="126530"/>
                </a:lnTo>
                <a:lnTo>
                  <a:pt x="773182" y="132169"/>
                </a:lnTo>
                <a:lnTo>
                  <a:pt x="768839" y="137751"/>
                </a:lnTo>
                <a:lnTo>
                  <a:pt x="764372" y="143294"/>
                </a:lnTo>
                <a:lnTo>
                  <a:pt x="759790" y="148790"/>
                </a:lnTo>
                <a:lnTo>
                  <a:pt x="755085" y="154229"/>
                </a:lnTo>
                <a:lnTo>
                  <a:pt x="750256" y="159620"/>
                </a:lnTo>
                <a:lnTo>
                  <a:pt x="745312" y="164963"/>
                </a:lnTo>
                <a:lnTo>
                  <a:pt x="740245" y="170250"/>
                </a:lnTo>
                <a:lnTo>
                  <a:pt x="735063" y="175479"/>
                </a:lnTo>
                <a:lnTo>
                  <a:pt x="729767" y="180661"/>
                </a:lnTo>
                <a:lnTo>
                  <a:pt x="724357" y="185776"/>
                </a:lnTo>
                <a:lnTo>
                  <a:pt x="718833" y="190833"/>
                </a:lnTo>
                <a:lnTo>
                  <a:pt x="713194" y="195834"/>
                </a:lnTo>
                <a:lnTo>
                  <a:pt x="707450" y="200777"/>
                </a:lnTo>
                <a:lnTo>
                  <a:pt x="701592" y="205654"/>
                </a:lnTo>
                <a:lnTo>
                  <a:pt x="695630" y="210464"/>
                </a:lnTo>
                <a:lnTo>
                  <a:pt x="689553" y="215217"/>
                </a:lnTo>
                <a:lnTo>
                  <a:pt x="683381" y="219904"/>
                </a:lnTo>
                <a:lnTo>
                  <a:pt x="677104" y="224523"/>
                </a:lnTo>
                <a:lnTo>
                  <a:pt x="670722" y="229067"/>
                </a:lnTo>
                <a:lnTo>
                  <a:pt x="664245" y="233553"/>
                </a:lnTo>
                <a:lnTo>
                  <a:pt x="657663" y="237963"/>
                </a:lnTo>
                <a:lnTo>
                  <a:pt x="650996" y="242316"/>
                </a:lnTo>
                <a:lnTo>
                  <a:pt x="644233" y="246583"/>
                </a:lnTo>
                <a:lnTo>
                  <a:pt x="637375" y="250793"/>
                </a:lnTo>
                <a:lnTo>
                  <a:pt x="630422" y="254927"/>
                </a:lnTo>
                <a:lnTo>
                  <a:pt x="623392" y="258985"/>
                </a:lnTo>
                <a:lnTo>
                  <a:pt x="616268" y="262976"/>
                </a:lnTo>
                <a:lnTo>
                  <a:pt x="609067" y="266891"/>
                </a:lnTo>
                <a:lnTo>
                  <a:pt x="601780" y="270729"/>
                </a:lnTo>
                <a:lnTo>
                  <a:pt x="594417" y="274501"/>
                </a:lnTo>
                <a:lnTo>
                  <a:pt x="586969" y="278197"/>
                </a:lnTo>
                <a:lnTo>
                  <a:pt x="579453" y="281816"/>
                </a:lnTo>
                <a:lnTo>
                  <a:pt x="571862" y="285359"/>
                </a:lnTo>
                <a:lnTo>
                  <a:pt x="564204" y="288836"/>
                </a:lnTo>
                <a:lnTo>
                  <a:pt x="556479" y="292237"/>
                </a:lnTo>
                <a:lnTo>
                  <a:pt x="548678" y="295561"/>
                </a:lnTo>
                <a:lnTo>
                  <a:pt x="540820" y="298818"/>
                </a:lnTo>
                <a:lnTo>
                  <a:pt x="532895" y="301990"/>
                </a:lnTo>
                <a:lnTo>
                  <a:pt x="524913" y="305095"/>
                </a:lnTo>
                <a:lnTo>
                  <a:pt x="516874" y="308134"/>
                </a:lnTo>
                <a:lnTo>
                  <a:pt x="508778" y="311086"/>
                </a:lnTo>
                <a:lnTo>
                  <a:pt x="500624" y="313982"/>
                </a:lnTo>
                <a:lnTo>
                  <a:pt x="492423" y="316792"/>
                </a:lnTo>
                <a:lnTo>
                  <a:pt x="484165" y="319535"/>
                </a:lnTo>
                <a:lnTo>
                  <a:pt x="475869" y="322212"/>
                </a:lnTo>
                <a:lnTo>
                  <a:pt x="467516" y="324812"/>
                </a:lnTo>
                <a:lnTo>
                  <a:pt x="459124" y="327346"/>
                </a:lnTo>
                <a:lnTo>
                  <a:pt x="450685" y="329813"/>
                </a:lnTo>
                <a:lnTo>
                  <a:pt x="442208" y="332203"/>
                </a:lnTo>
                <a:lnTo>
                  <a:pt x="433692" y="334528"/>
                </a:lnTo>
                <a:lnTo>
                  <a:pt x="425139" y="336785"/>
                </a:lnTo>
                <a:lnTo>
                  <a:pt x="416547" y="338976"/>
                </a:lnTo>
                <a:lnTo>
                  <a:pt x="407927" y="341109"/>
                </a:lnTo>
                <a:lnTo>
                  <a:pt x="399269" y="343167"/>
                </a:lnTo>
                <a:lnTo>
                  <a:pt x="390582" y="345157"/>
                </a:lnTo>
                <a:lnTo>
                  <a:pt x="381857" y="347091"/>
                </a:lnTo>
                <a:lnTo>
                  <a:pt x="373113" y="348958"/>
                </a:lnTo>
                <a:lnTo>
                  <a:pt x="364331" y="350768"/>
                </a:lnTo>
                <a:lnTo>
                  <a:pt x="355530" y="352501"/>
                </a:lnTo>
                <a:lnTo>
                  <a:pt x="346710" y="354187"/>
                </a:lnTo>
                <a:lnTo>
                  <a:pt x="337861" y="355806"/>
                </a:lnTo>
                <a:lnTo>
                  <a:pt x="328984" y="357368"/>
                </a:lnTo>
                <a:lnTo>
                  <a:pt x="320088" y="358873"/>
                </a:lnTo>
                <a:lnTo>
                  <a:pt x="311182" y="360321"/>
                </a:lnTo>
                <a:lnTo>
                  <a:pt x="302247" y="361702"/>
                </a:lnTo>
                <a:lnTo>
                  <a:pt x="293294" y="363036"/>
                </a:lnTo>
                <a:lnTo>
                  <a:pt x="284331" y="364312"/>
                </a:lnTo>
                <a:lnTo>
                  <a:pt x="275349" y="365531"/>
                </a:lnTo>
                <a:lnTo>
                  <a:pt x="266348" y="366703"/>
                </a:lnTo>
                <a:lnTo>
                  <a:pt x="257337" y="367808"/>
                </a:lnTo>
                <a:lnTo>
                  <a:pt x="248317" y="368875"/>
                </a:lnTo>
                <a:lnTo>
                  <a:pt x="239278" y="369884"/>
                </a:lnTo>
                <a:lnTo>
                  <a:pt x="230229" y="370837"/>
                </a:lnTo>
                <a:lnTo>
                  <a:pt x="221171" y="371742"/>
                </a:lnTo>
                <a:lnTo>
                  <a:pt x="212093" y="372599"/>
                </a:lnTo>
                <a:lnTo>
                  <a:pt x="203016" y="373409"/>
                </a:lnTo>
                <a:lnTo>
                  <a:pt x="193929" y="374171"/>
                </a:lnTo>
                <a:lnTo>
                  <a:pt x="184833" y="374875"/>
                </a:lnTo>
                <a:lnTo>
                  <a:pt x="175727" y="375542"/>
                </a:lnTo>
                <a:lnTo>
                  <a:pt x="166621" y="376161"/>
                </a:lnTo>
                <a:lnTo>
                  <a:pt x="157505" y="376733"/>
                </a:lnTo>
                <a:lnTo>
                  <a:pt x="148380" y="377266"/>
                </a:lnTo>
                <a:lnTo>
                  <a:pt x="139256" y="377742"/>
                </a:lnTo>
                <a:lnTo>
                  <a:pt x="130121" y="378190"/>
                </a:lnTo>
                <a:lnTo>
                  <a:pt x="120987" y="378581"/>
                </a:lnTo>
                <a:lnTo>
                  <a:pt x="111852" y="378943"/>
                </a:lnTo>
                <a:lnTo>
                  <a:pt x="102708" y="379257"/>
                </a:lnTo>
                <a:lnTo>
                  <a:pt x="93564" y="379524"/>
                </a:lnTo>
                <a:lnTo>
                  <a:pt x="84411" y="379762"/>
                </a:lnTo>
                <a:lnTo>
                  <a:pt x="75267" y="379952"/>
                </a:lnTo>
                <a:lnTo>
                  <a:pt x="66113" y="380105"/>
                </a:lnTo>
                <a:lnTo>
                  <a:pt x="56960" y="380219"/>
                </a:lnTo>
                <a:lnTo>
                  <a:pt x="47806" y="380295"/>
                </a:lnTo>
                <a:lnTo>
                  <a:pt x="38652" y="380333"/>
                </a:lnTo>
                <a:lnTo>
                  <a:pt x="29499" y="380333"/>
                </a:lnTo>
                <a:lnTo>
                  <a:pt x="20345" y="380305"/>
                </a:lnTo>
                <a:lnTo>
                  <a:pt x="11192" y="380228"/>
                </a:lnTo>
                <a:lnTo>
                  <a:pt x="2048" y="380124"/>
                </a:lnTo>
                <a:lnTo>
                  <a:pt x="0" y="380028"/>
                </a:lnTo>
                <a:lnTo>
                  <a:pt x="9154" y="379867"/>
                </a:lnTo>
                <a:lnTo>
                  <a:pt x="18298" y="379600"/>
                </a:lnTo>
                <a:lnTo>
                  <a:pt x="27432" y="379257"/>
                </a:lnTo>
                <a:lnTo>
                  <a:pt x="36566" y="378828"/>
                </a:lnTo>
                <a:lnTo>
                  <a:pt x="45691" y="378333"/>
                </a:lnTo>
                <a:lnTo>
                  <a:pt x="54807" y="377771"/>
                </a:lnTo>
                <a:lnTo>
                  <a:pt x="63922" y="377133"/>
                </a:lnTo>
                <a:lnTo>
                  <a:pt x="73019" y="376428"/>
                </a:lnTo>
                <a:lnTo>
                  <a:pt x="82105" y="375656"/>
                </a:lnTo>
                <a:lnTo>
                  <a:pt x="91173" y="374828"/>
                </a:lnTo>
                <a:lnTo>
                  <a:pt x="100241" y="373923"/>
                </a:lnTo>
                <a:lnTo>
                  <a:pt x="109280" y="372961"/>
                </a:lnTo>
                <a:lnTo>
                  <a:pt x="118310" y="371923"/>
                </a:lnTo>
                <a:lnTo>
                  <a:pt x="127330" y="370818"/>
                </a:lnTo>
                <a:lnTo>
                  <a:pt x="136322" y="369646"/>
                </a:lnTo>
                <a:lnTo>
                  <a:pt x="145304" y="368398"/>
                </a:lnTo>
                <a:lnTo>
                  <a:pt x="154257" y="367084"/>
                </a:lnTo>
                <a:lnTo>
                  <a:pt x="163182" y="365693"/>
                </a:lnTo>
                <a:lnTo>
                  <a:pt x="172088" y="364226"/>
                </a:lnTo>
                <a:lnTo>
                  <a:pt x="180975" y="362693"/>
                </a:lnTo>
                <a:lnTo>
                  <a:pt x="189824" y="361074"/>
                </a:lnTo>
                <a:lnTo>
                  <a:pt x="198644" y="359378"/>
                </a:lnTo>
                <a:lnTo>
                  <a:pt x="207426" y="357597"/>
                </a:lnTo>
                <a:lnTo>
                  <a:pt x="216179" y="355730"/>
                </a:lnTo>
                <a:lnTo>
                  <a:pt x="224895" y="353787"/>
                </a:lnTo>
                <a:lnTo>
                  <a:pt x="233563" y="351749"/>
                </a:lnTo>
                <a:lnTo>
                  <a:pt x="242192" y="349625"/>
                </a:lnTo>
                <a:lnTo>
                  <a:pt x="250765" y="347405"/>
                </a:lnTo>
                <a:lnTo>
                  <a:pt x="259290" y="345091"/>
                </a:lnTo>
                <a:lnTo>
                  <a:pt x="267757" y="342681"/>
                </a:lnTo>
                <a:lnTo>
                  <a:pt x="276158" y="340176"/>
                </a:lnTo>
                <a:lnTo>
                  <a:pt x="284502" y="337556"/>
                </a:lnTo>
                <a:lnTo>
                  <a:pt x="292770" y="334842"/>
                </a:lnTo>
                <a:lnTo>
                  <a:pt x="300971" y="332013"/>
                </a:lnTo>
                <a:lnTo>
                  <a:pt x="309077" y="329070"/>
                </a:lnTo>
                <a:lnTo>
                  <a:pt x="317106" y="326022"/>
                </a:lnTo>
                <a:lnTo>
                  <a:pt x="325041" y="322850"/>
                </a:lnTo>
                <a:lnTo>
                  <a:pt x="332861" y="319564"/>
                </a:lnTo>
                <a:lnTo>
                  <a:pt x="340585" y="316154"/>
                </a:lnTo>
                <a:lnTo>
                  <a:pt x="348186" y="312611"/>
                </a:lnTo>
                <a:lnTo>
                  <a:pt x="355654" y="308953"/>
                </a:lnTo>
                <a:lnTo>
                  <a:pt x="362998" y="305162"/>
                </a:lnTo>
                <a:lnTo>
                  <a:pt x="370189" y="301238"/>
                </a:lnTo>
                <a:lnTo>
                  <a:pt x="377228" y="297180"/>
                </a:lnTo>
                <a:lnTo>
                  <a:pt x="384105" y="292989"/>
                </a:lnTo>
                <a:lnTo>
                  <a:pt x="390801" y="288665"/>
                </a:lnTo>
                <a:lnTo>
                  <a:pt x="397316" y="284207"/>
                </a:lnTo>
                <a:lnTo>
                  <a:pt x="403631" y="279616"/>
                </a:lnTo>
                <a:lnTo>
                  <a:pt x="409746" y="274882"/>
                </a:lnTo>
                <a:lnTo>
                  <a:pt x="415633" y="270024"/>
                </a:lnTo>
                <a:lnTo>
                  <a:pt x="421291" y="265043"/>
                </a:lnTo>
                <a:lnTo>
                  <a:pt x="426720" y="259928"/>
                </a:lnTo>
                <a:lnTo>
                  <a:pt x="431892" y="254689"/>
                </a:lnTo>
                <a:lnTo>
                  <a:pt x="436807" y="249336"/>
                </a:lnTo>
                <a:lnTo>
                  <a:pt x="441455" y="243869"/>
                </a:lnTo>
                <a:lnTo>
                  <a:pt x="445827" y="238296"/>
                </a:lnTo>
                <a:lnTo>
                  <a:pt x="449932" y="232620"/>
                </a:lnTo>
                <a:lnTo>
                  <a:pt x="453742" y="226857"/>
                </a:lnTo>
                <a:lnTo>
                  <a:pt x="457276" y="220999"/>
                </a:lnTo>
                <a:lnTo>
                  <a:pt x="460515" y="215065"/>
                </a:lnTo>
                <a:lnTo>
                  <a:pt x="463467" y="209055"/>
                </a:lnTo>
                <a:lnTo>
                  <a:pt x="466134" y="202987"/>
                </a:lnTo>
                <a:lnTo>
                  <a:pt x="468516" y="196863"/>
                </a:lnTo>
                <a:lnTo>
                  <a:pt x="470611" y="190681"/>
                </a:lnTo>
                <a:lnTo>
                  <a:pt x="472421" y="184461"/>
                </a:lnTo>
                <a:lnTo>
                  <a:pt x="473964" y="178203"/>
                </a:lnTo>
                <a:lnTo>
                  <a:pt x="475240" y="171917"/>
                </a:lnTo>
                <a:lnTo>
                  <a:pt x="476260" y="165611"/>
                </a:lnTo>
                <a:lnTo>
                  <a:pt x="477012" y="159287"/>
                </a:lnTo>
                <a:lnTo>
                  <a:pt x="477526" y="152952"/>
                </a:lnTo>
                <a:lnTo>
                  <a:pt x="477803" y="146609"/>
                </a:lnTo>
                <a:lnTo>
                  <a:pt x="477850" y="140265"/>
                </a:lnTo>
                <a:lnTo>
                  <a:pt x="477660" y="133922"/>
                </a:lnTo>
                <a:lnTo>
                  <a:pt x="477269" y="127578"/>
                </a:lnTo>
                <a:lnTo>
                  <a:pt x="476660" y="121244"/>
                </a:lnTo>
                <a:lnTo>
                  <a:pt x="485137" y="119691"/>
                </a:lnTo>
                <a:lnTo>
                  <a:pt x="494052" y="118272"/>
                </a:lnTo>
                <a:lnTo>
                  <a:pt x="502949" y="116757"/>
                </a:lnTo>
                <a:lnTo>
                  <a:pt x="511807" y="115167"/>
                </a:lnTo>
                <a:lnTo>
                  <a:pt x="520636" y="113509"/>
                </a:lnTo>
                <a:lnTo>
                  <a:pt x="529447" y="111776"/>
                </a:lnTo>
                <a:lnTo>
                  <a:pt x="538229" y="109985"/>
                </a:lnTo>
                <a:lnTo>
                  <a:pt x="546983" y="108128"/>
                </a:lnTo>
                <a:lnTo>
                  <a:pt x="555708" y="106213"/>
                </a:lnTo>
                <a:lnTo>
                  <a:pt x="564404" y="104232"/>
                </a:lnTo>
                <a:lnTo>
                  <a:pt x="573072" y="102194"/>
                </a:lnTo>
                <a:lnTo>
                  <a:pt x="581711" y="100098"/>
                </a:lnTo>
                <a:lnTo>
                  <a:pt x="590321" y="97946"/>
                </a:lnTo>
                <a:lnTo>
                  <a:pt x="598903" y="95736"/>
                </a:lnTo>
                <a:lnTo>
                  <a:pt x="607447" y="93459"/>
                </a:lnTo>
                <a:lnTo>
                  <a:pt x="615963" y="91126"/>
                </a:lnTo>
                <a:lnTo>
                  <a:pt x="624440" y="88735"/>
                </a:lnTo>
                <a:lnTo>
                  <a:pt x="632889" y="86287"/>
                </a:lnTo>
                <a:lnTo>
                  <a:pt x="641290" y="83782"/>
                </a:lnTo>
                <a:lnTo>
                  <a:pt x="649662" y="81210"/>
                </a:lnTo>
                <a:lnTo>
                  <a:pt x="657997" y="78581"/>
                </a:lnTo>
                <a:lnTo>
                  <a:pt x="666283" y="75886"/>
                </a:lnTo>
                <a:lnTo>
                  <a:pt x="674532" y="73142"/>
                </a:lnTo>
                <a:lnTo>
                  <a:pt x="682742" y="70323"/>
                </a:lnTo>
                <a:lnTo>
                  <a:pt x="690896" y="67447"/>
                </a:lnTo>
                <a:lnTo>
                  <a:pt x="699011" y="64513"/>
                </a:lnTo>
                <a:lnTo>
                  <a:pt x="707079" y="61512"/>
                </a:lnTo>
                <a:lnTo>
                  <a:pt x="715089" y="58436"/>
                </a:lnTo>
                <a:lnTo>
                  <a:pt x="723052" y="55302"/>
                </a:lnTo>
                <a:lnTo>
                  <a:pt x="730958" y="52111"/>
                </a:lnTo>
                <a:lnTo>
                  <a:pt x="738807" y="48844"/>
                </a:lnTo>
                <a:lnTo>
                  <a:pt x="746598" y="45510"/>
                </a:lnTo>
                <a:lnTo>
                  <a:pt x="754323" y="42110"/>
                </a:lnTo>
                <a:lnTo>
                  <a:pt x="761990" y="38643"/>
                </a:lnTo>
                <a:lnTo>
                  <a:pt x="769582" y="35100"/>
                </a:lnTo>
                <a:lnTo>
                  <a:pt x="777116" y="31490"/>
                </a:lnTo>
                <a:lnTo>
                  <a:pt x="784574" y="27813"/>
                </a:lnTo>
                <a:lnTo>
                  <a:pt x="791956" y="24060"/>
                </a:lnTo>
                <a:lnTo>
                  <a:pt x="799262" y="20231"/>
                </a:lnTo>
                <a:lnTo>
                  <a:pt x="806482" y="16335"/>
                </a:lnTo>
                <a:lnTo>
                  <a:pt x="813616" y="12363"/>
                </a:lnTo>
                <a:lnTo>
                  <a:pt x="820674" y="8315"/>
                </a:lnTo>
                <a:lnTo>
                  <a:pt x="827637" y="4201"/>
                </a:lnTo>
                <a:lnTo>
                  <a:pt x="834504" y="0"/>
                </a:lnTo>
                <a:close/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22860">
            <a:solidFill>
              <a:srgbClr val="85837B"/>
            </a:solidFill>
            <a:prstDash val="solid"/>
          </a:ln>
        </p:spPr>
      </p:sp>
      <p:sp>
        <p:nvSpPr>
          <p:cNvPr id="19" name="note-sheet-shadow-3">
            <a:extLst xmlns:a="http://schemas.openxmlformats.org/drawingml/2006/main">
              <a:ext uri="{FF2B5EF4-FFF2-40B4-BE49-F238E27FC236}">
                <a16:creationId xmlns:a16="http://schemas.microsoft.com/office/drawing/2014/main" id="{26292F92-C98C-47FD-B2D4-D226AC098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28465" y="5087198"/>
            <a:ext cx="2265531" cy="417557"/>
          </a:xfrm>
          <a:custGeom xmlns:a="http://schemas.openxmlformats.org/drawingml/2006/main">
            <a:pathLst>
              <a:path w="2265531" h="417557">
                <a:moveTo>
                  <a:pt x="2264835" y="0"/>
                </a:moveTo>
                <a:lnTo>
                  <a:pt x="2265531" y="15373"/>
                </a:lnTo>
                <a:lnTo>
                  <a:pt x="2265216" y="30756"/>
                </a:lnTo>
                <a:lnTo>
                  <a:pt x="2264121" y="46130"/>
                </a:lnTo>
                <a:lnTo>
                  <a:pt x="2262302" y="61465"/>
                </a:lnTo>
                <a:lnTo>
                  <a:pt x="2259768" y="76743"/>
                </a:lnTo>
                <a:lnTo>
                  <a:pt x="2256549" y="91973"/>
                </a:lnTo>
                <a:lnTo>
                  <a:pt x="2252624" y="107109"/>
                </a:lnTo>
                <a:lnTo>
                  <a:pt x="2247986" y="122158"/>
                </a:lnTo>
                <a:lnTo>
                  <a:pt x="2242633" y="137093"/>
                </a:lnTo>
                <a:lnTo>
                  <a:pt x="2236556" y="151886"/>
                </a:lnTo>
                <a:lnTo>
                  <a:pt x="2229717" y="166526"/>
                </a:lnTo>
                <a:lnTo>
                  <a:pt x="2222116" y="180975"/>
                </a:lnTo>
                <a:lnTo>
                  <a:pt x="2213724" y="195224"/>
                </a:lnTo>
                <a:lnTo>
                  <a:pt x="2204552" y="209226"/>
                </a:lnTo>
                <a:lnTo>
                  <a:pt x="2194560" y="222971"/>
                </a:lnTo>
                <a:lnTo>
                  <a:pt x="2183759" y="236411"/>
                </a:lnTo>
                <a:lnTo>
                  <a:pt x="2172129" y="249507"/>
                </a:lnTo>
                <a:lnTo>
                  <a:pt x="2159679" y="262252"/>
                </a:lnTo>
                <a:lnTo>
                  <a:pt x="2146421" y="274587"/>
                </a:lnTo>
                <a:lnTo>
                  <a:pt x="2132352" y="286483"/>
                </a:lnTo>
                <a:lnTo>
                  <a:pt x="2117503" y="297913"/>
                </a:lnTo>
                <a:lnTo>
                  <a:pt x="2101901" y="308858"/>
                </a:lnTo>
                <a:lnTo>
                  <a:pt x="2085565" y="319268"/>
                </a:lnTo>
                <a:lnTo>
                  <a:pt x="2068554" y="329146"/>
                </a:lnTo>
                <a:lnTo>
                  <a:pt x="2050885" y="338452"/>
                </a:lnTo>
                <a:lnTo>
                  <a:pt x="2032625" y="347186"/>
                </a:lnTo>
                <a:lnTo>
                  <a:pt x="2013804" y="355349"/>
                </a:lnTo>
                <a:lnTo>
                  <a:pt x="1994497" y="362922"/>
                </a:lnTo>
                <a:lnTo>
                  <a:pt x="1974723" y="369913"/>
                </a:lnTo>
                <a:lnTo>
                  <a:pt x="1954559" y="376333"/>
                </a:lnTo>
                <a:lnTo>
                  <a:pt x="1934032" y="382181"/>
                </a:lnTo>
                <a:lnTo>
                  <a:pt x="1913201" y="387477"/>
                </a:lnTo>
                <a:lnTo>
                  <a:pt x="1892103" y="392240"/>
                </a:lnTo>
                <a:lnTo>
                  <a:pt x="1870777" y="396488"/>
                </a:lnTo>
                <a:lnTo>
                  <a:pt x="1849250" y="400231"/>
                </a:lnTo>
                <a:lnTo>
                  <a:pt x="1827562" y="403489"/>
                </a:lnTo>
                <a:lnTo>
                  <a:pt x="1805740" y="406298"/>
                </a:lnTo>
                <a:lnTo>
                  <a:pt x="1783813" y="408661"/>
                </a:lnTo>
                <a:lnTo>
                  <a:pt x="1761801" y="410594"/>
                </a:lnTo>
                <a:lnTo>
                  <a:pt x="1739722" y="412137"/>
                </a:lnTo>
                <a:lnTo>
                  <a:pt x="1717596" y="413290"/>
                </a:lnTo>
                <a:lnTo>
                  <a:pt x="1695412" y="413833"/>
                </a:lnTo>
                <a:lnTo>
                  <a:pt x="1673228" y="414195"/>
                </a:lnTo>
                <a:lnTo>
                  <a:pt x="1651044" y="414480"/>
                </a:lnTo>
                <a:lnTo>
                  <a:pt x="1628851" y="414728"/>
                </a:lnTo>
                <a:lnTo>
                  <a:pt x="1606667" y="414938"/>
                </a:lnTo>
                <a:lnTo>
                  <a:pt x="1584474" y="415128"/>
                </a:lnTo>
                <a:lnTo>
                  <a:pt x="1562281" y="415309"/>
                </a:lnTo>
                <a:lnTo>
                  <a:pt x="1540097" y="415471"/>
                </a:lnTo>
                <a:lnTo>
                  <a:pt x="1517904" y="415614"/>
                </a:lnTo>
                <a:lnTo>
                  <a:pt x="1495711" y="415757"/>
                </a:lnTo>
                <a:lnTo>
                  <a:pt x="1473518" y="415890"/>
                </a:lnTo>
                <a:lnTo>
                  <a:pt x="1451334" y="416014"/>
                </a:lnTo>
                <a:lnTo>
                  <a:pt x="1429141" y="416128"/>
                </a:lnTo>
                <a:lnTo>
                  <a:pt x="1406947" y="416233"/>
                </a:lnTo>
                <a:lnTo>
                  <a:pt x="1384754" y="416338"/>
                </a:lnTo>
                <a:lnTo>
                  <a:pt x="1362561" y="416433"/>
                </a:lnTo>
                <a:lnTo>
                  <a:pt x="1340377" y="416528"/>
                </a:lnTo>
                <a:lnTo>
                  <a:pt x="1318184" y="416614"/>
                </a:lnTo>
                <a:lnTo>
                  <a:pt x="1295991" y="416700"/>
                </a:lnTo>
                <a:lnTo>
                  <a:pt x="1273797" y="416776"/>
                </a:lnTo>
                <a:lnTo>
                  <a:pt x="1251604" y="416852"/>
                </a:lnTo>
                <a:lnTo>
                  <a:pt x="1229420" y="416919"/>
                </a:lnTo>
                <a:lnTo>
                  <a:pt x="1207227" y="416985"/>
                </a:lnTo>
                <a:lnTo>
                  <a:pt x="1185034" y="417043"/>
                </a:lnTo>
                <a:lnTo>
                  <a:pt x="1162841" y="417109"/>
                </a:lnTo>
                <a:lnTo>
                  <a:pt x="1140647" y="417157"/>
                </a:lnTo>
                <a:lnTo>
                  <a:pt x="1118454" y="417205"/>
                </a:lnTo>
                <a:lnTo>
                  <a:pt x="1096270" y="417262"/>
                </a:lnTo>
                <a:lnTo>
                  <a:pt x="1074077" y="417300"/>
                </a:lnTo>
                <a:lnTo>
                  <a:pt x="1051884" y="417338"/>
                </a:lnTo>
                <a:lnTo>
                  <a:pt x="1029691" y="417376"/>
                </a:lnTo>
                <a:lnTo>
                  <a:pt x="1007497" y="417405"/>
                </a:lnTo>
                <a:lnTo>
                  <a:pt x="985304" y="417433"/>
                </a:lnTo>
                <a:lnTo>
                  <a:pt x="963120" y="417462"/>
                </a:lnTo>
                <a:lnTo>
                  <a:pt x="940927" y="417490"/>
                </a:lnTo>
                <a:lnTo>
                  <a:pt x="918734" y="417509"/>
                </a:lnTo>
                <a:lnTo>
                  <a:pt x="896541" y="417519"/>
                </a:lnTo>
                <a:lnTo>
                  <a:pt x="874347" y="417538"/>
                </a:lnTo>
                <a:lnTo>
                  <a:pt x="852154" y="417547"/>
                </a:lnTo>
                <a:lnTo>
                  <a:pt x="829970" y="417547"/>
                </a:lnTo>
                <a:lnTo>
                  <a:pt x="807777" y="417557"/>
                </a:lnTo>
                <a:lnTo>
                  <a:pt x="785584" y="417547"/>
                </a:lnTo>
                <a:lnTo>
                  <a:pt x="763391" y="417547"/>
                </a:lnTo>
                <a:lnTo>
                  <a:pt x="741197" y="417538"/>
                </a:lnTo>
                <a:lnTo>
                  <a:pt x="719004" y="417528"/>
                </a:lnTo>
                <a:lnTo>
                  <a:pt x="696820" y="417500"/>
                </a:lnTo>
                <a:lnTo>
                  <a:pt x="674627" y="417481"/>
                </a:lnTo>
                <a:lnTo>
                  <a:pt x="652434" y="417462"/>
                </a:lnTo>
                <a:lnTo>
                  <a:pt x="630241" y="417424"/>
                </a:lnTo>
                <a:lnTo>
                  <a:pt x="608047" y="417395"/>
                </a:lnTo>
                <a:lnTo>
                  <a:pt x="585854" y="417357"/>
                </a:lnTo>
                <a:lnTo>
                  <a:pt x="563670" y="417309"/>
                </a:lnTo>
                <a:lnTo>
                  <a:pt x="541477" y="417262"/>
                </a:lnTo>
                <a:lnTo>
                  <a:pt x="519284" y="417205"/>
                </a:lnTo>
                <a:lnTo>
                  <a:pt x="497091" y="417147"/>
                </a:lnTo>
                <a:lnTo>
                  <a:pt x="474897" y="417081"/>
                </a:lnTo>
                <a:lnTo>
                  <a:pt x="452714" y="417005"/>
                </a:lnTo>
                <a:lnTo>
                  <a:pt x="430520" y="416938"/>
                </a:lnTo>
                <a:lnTo>
                  <a:pt x="408327" y="416843"/>
                </a:lnTo>
                <a:lnTo>
                  <a:pt x="386134" y="416757"/>
                </a:lnTo>
                <a:lnTo>
                  <a:pt x="363941" y="416652"/>
                </a:lnTo>
                <a:lnTo>
                  <a:pt x="341757" y="416538"/>
                </a:lnTo>
                <a:lnTo>
                  <a:pt x="319564" y="416414"/>
                </a:lnTo>
                <a:lnTo>
                  <a:pt x="297371" y="416290"/>
                </a:lnTo>
                <a:lnTo>
                  <a:pt x="275177" y="416147"/>
                </a:lnTo>
                <a:lnTo>
                  <a:pt x="252994" y="415985"/>
                </a:lnTo>
                <a:lnTo>
                  <a:pt x="230800" y="415814"/>
                </a:lnTo>
                <a:lnTo>
                  <a:pt x="208607" y="415633"/>
                </a:lnTo>
                <a:lnTo>
                  <a:pt x="186423" y="415423"/>
                </a:lnTo>
                <a:lnTo>
                  <a:pt x="164230" y="415195"/>
                </a:lnTo>
                <a:lnTo>
                  <a:pt x="142037" y="414938"/>
                </a:lnTo>
                <a:lnTo>
                  <a:pt x="119853" y="414652"/>
                </a:lnTo>
                <a:lnTo>
                  <a:pt x="97669" y="414309"/>
                </a:lnTo>
                <a:lnTo>
                  <a:pt x="75486" y="413918"/>
                </a:lnTo>
                <a:lnTo>
                  <a:pt x="53302" y="413442"/>
                </a:lnTo>
                <a:lnTo>
                  <a:pt x="31128" y="412814"/>
                </a:lnTo>
                <a:lnTo>
                  <a:pt x="8982" y="411813"/>
                </a:lnTo>
                <a:lnTo>
                  <a:pt x="4115" y="399307"/>
                </a:lnTo>
                <a:lnTo>
                  <a:pt x="3820" y="383924"/>
                </a:lnTo>
                <a:lnTo>
                  <a:pt x="3524" y="368532"/>
                </a:lnTo>
                <a:lnTo>
                  <a:pt x="3229" y="353149"/>
                </a:lnTo>
                <a:lnTo>
                  <a:pt x="2943" y="337766"/>
                </a:lnTo>
                <a:lnTo>
                  <a:pt x="2648" y="322383"/>
                </a:lnTo>
                <a:lnTo>
                  <a:pt x="2353" y="306991"/>
                </a:lnTo>
                <a:lnTo>
                  <a:pt x="2057" y="291608"/>
                </a:lnTo>
                <a:lnTo>
                  <a:pt x="1762" y="276225"/>
                </a:lnTo>
                <a:lnTo>
                  <a:pt x="1467" y="260842"/>
                </a:lnTo>
                <a:lnTo>
                  <a:pt x="1172" y="245450"/>
                </a:lnTo>
                <a:lnTo>
                  <a:pt x="886" y="230067"/>
                </a:lnTo>
                <a:lnTo>
                  <a:pt x="591" y="214684"/>
                </a:lnTo>
                <a:lnTo>
                  <a:pt x="295" y="199301"/>
                </a:lnTo>
                <a:lnTo>
                  <a:pt x="0" y="183909"/>
                </a:lnTo>
                <a:lnTo>
                  <a:pt x="8144" y="173850"/>
                </a:lnTo>
                <a:lnTo>
                  <a:pt x="30270" y="172726"/>
                </a:lnTo>
                <a:lnTo>
                  <a:pt x="52426" y="171793"/>
                </a:lnTo>
                <a:lnTo>
                  <a:pt x="74590" y="171002"/>
                </a:lnTo>
                <a:lnTo>
                  <a:pt x="96755" y="170364"/>
                </a:lnTo>
                <a:lnTo>
                  <a:pt x="118939" y="169850"/>
                </a:lnTo>
                <a:lnTo>
                  <a:pt x="141122" y="169450"/>
                </a:lnTo>
                <a:lnTo>
                  <a:pt x="163306" y="169154"/>
                </a:lnTo>
                <a:lnTo>
                  <a:pt x="185499" y="168954"/>
                </a:lnTo>
                <a:lnTo>
                  <a:pt x="207693" y="168850"/>
                </a:lnTo>
                <a:lnTo>
                  <a:pt x="229886" y="168812"/>
                </a:lnTo>
                <a:lnTo>
                  <a:pt x="252079" y="168859"/>
                </a:lnTo>
                <a:lnTo>
                  <a:pt x="274263" y="168973"/>
                </a:lnTo>
                <a:lnTo>
                  <a:pt x="296456" y="169145"/>
                </a:lnTo>
                <a:lnTo>
                  <a:pt x="318649" y="169374"/>
                </a:lnTo>
                <a:lnTo>
                  <a:pt x="340833" y="169659"/>
                </a:lnTo>
                <a:lnTo>
                  <a:pt x="363017" y="169993"/>
                </a:lnTo>
                <a:lnTo>
                  <a:pt x="385201" y="170374"/>
                </a:lnTo>
                <a:lnTo>
                  <a:pt x="407384" y="170793"/>
                </a:lnTo>
                <a:lnTo>
                  <a:pt x="429568" y="171260"/>
                </a:lnTo>
                <a:lnTo>
                  <a:pt x="451752" y="171755"/>
                </a:lnTo>
                <a:lnTo>
                  <a:pt x="473926" y="172288"/>
                </a:lnTo>
                <a:lnTo>
                  <a:pt x="496110" y="172850"/>
                </a:lnTo>
                <a:lnTo>
                  <a:pt x="518284" y="173441"/>
                </a:lnTo>
                <a:lnTo>
                  <a:pt x="540458" y="174050"/>
                </a:lnTo>
                <a:lnTo>
                  <a:pt x="562623" y="174698"/>
                </a:lnTo>
                <a:lnTo>
                  <a:pt x="584797" y="175365"/>
                </a:lnTo>
                <a:lnTo>
                  <a:pt x="606971" y="176051"/>
                </a:lnTo>
                <a:lnTo>
                  <a:pt x="629136" y="176746"/>
                </a:lnTo>
                <a:lnTo>
                  <a:pt x="651300" y="177470"/>
                </a:lnTo>
                <a:lnTo>
                  <a:pt x="673475" y="178203"/>
                </a:lnTo>
                <a:lnTo>
                  <a:pt x="695639" y="178956"/>
                </a:lnTo>
                <a:lnTo>
                  <a:pt x="717804" y="179718"/>
                </a:lnTo>
                <a:lnTo>
                  <a:pt x="739959" y="180489"/>
                </a:lnTo>
                <a:lnTo>
                  <a:pt x="762124" y="181261"/>
                </a:lnTo>
                <a:lnTo>
                  <a:pt x="784289" y="182051"/>
                </a:lnTo>
                <a:lnTo>
                  <a:pt x="806453" y="182842"/>
                </a:lnTo>
                <a:lnTo>
                  <a:pt x="828618" y="183632"/>
                </a:lnTo>
                <a:lnTo>
                  <a:pt x="850773" y="184433"/>
                </a:lnTo>
                <a:lnTo>
                  <a:pt x="872938" y="185233"/>
                </a:lnTo>
                <a:lnTo>
                  <a:pt x="895102" y="186033"/>
                </a:lnTo>
                <a:lnTo>
                  <a:pt x="917258" y="186823"/>
                </a:lnTo>
                <a:lnTo>
                  <a:pt x="939422" y="187614"/>
                </a:lnTo>
                <a:lnTo>
                  <a:pt x="961587" y="188414"/>
                </a:lnTo>
                <a:lnTo>
                  <a:pt x="983752" y="189195"/>
                </a:lnTo>
                <a:lnTo>
                  <a:pt x="1005916" y="189967"/>
                </a:lnTo>
                <a:lnTo>
                  <a:pt x="1028081" y="190729"/>
                </a:lnTo>
                <a:lnTo>
                  <a:pt x="1050246" y="191491"/>
                </a:lnTo>
                <a:lnTo>
                  <a:pt x="1072410" y="192234"/>
                </a:lnTo>
                <a:lnTo>
                  <a:pt x="1094575" y="192967"/>
                </a:lnTo>
                <a:lnTo>
                  <a:pt x="1116740" y="193681"/>
                </a:lnTo>
                <a:lnTo>
                  <a:pt x="1138914" y="194377"/>
                </a:lnTo>
                <a:lnTo>
                  <a:pt x="1161078" y="195053"/>
                </a:lnTo>
                <a:lnTo>
                  <a:pt x="1183253" y="195701"/>
                </a:lnTo>
                <a:lnTo>
                  <a:pt x="1205427" y="196339"/>
                </a:lnTo>
                <a:lnTo>
                  <a:pt x="1227601" y="196939"/>
                </a:lnTo>
                <a:lnTo>
                  <a:pt x="1249775" y="197520"/>
                </a:lnTo>
                <a:lnTo>
                  <a:pt x="1271959" y="198063"/>
                </a:lnTo>
                <a:lnTo>
                  <a:pt x="1294133" y="198577"/>
                </a:lnTo>
                <a:lnTo>
                  <a:pt x="1316317" y="199053"/>
                </a:lnTo>
                <a:lnTo>
                  <a:pt x="1338501" y="199492"/>
                </a:lnTo>
                <a:lnTo>
                  <a:pt x="1360684" y="199892"/>
                </a:lnTo>
                <a:lnTo>
                  <a:pt x="1382868" y="200244"/>
                </a:lnTo>
                <a:lnTo>
                  <a:pt x="1405052" y="200549"/>
                </a:lnTo>
                <a:lnTo>
                  <a:pt x="1427245" y="200797"/>
                </a:lnTo>
                <a:lnTo>
                  <a:pt x="1449438" y="200987"/>
                </a:lnTo>
                <a:lnTo>
                  <a:pt x="1471622" y="201111"/>
                </a:lnTo>
                <a:lnTo>
                  <a:pt x="1493815" y="201168"/>
                </a:lnTo>
                <a:lnTo>
                  <a:pt x="1516009" y="201158"/>
                </a:lnTo>
                <a:lnTo>
                  <a:pt x="1538202" y="201063"/>
                </a:lnTo>
                <a:lnTo>
                  <a:pt x="1560386" y="200873"/>
                </a:lnTo>
                <a:lnTo>
                  <a:pt x="1582579" y="200587"/>
                </a:lnTo>
                <a:lnTo>
                  <a:pt x="1604762" y="200196"/>
                </a:lnTo>
                <a:lnTo>
                  <a:pt x="1626946" y="199692"/>
                </a:lnTo>
                <a:lnTo>
                  <a:pt x="1649111" y="199044"/>
                </a:lnTo>
                <a:lnTo>
                  <a:pt x="1671276" y="198253"/>
                </a:lnTo>
                <a:lnTo>
                  <a:pt x="1693421" y="197301"/>
                </a:lnTo>
                <a:lnTo>
                  <a:pt x="1715557" y="196158"/>
                </a:lnTo>
                <a:lnTo>
                  <a:pt x="1737665" y="194796"/>
                </a:lnTo>
                <a:lnTo>
                  <a:pt x="1759734" y="193186"/>
                </a:lnTo>
                <a:lnTo>
                  <a:pt x="1781756" y="191291"/>
                </a:lnTo>
                <a:lnTo>
                  <a:pt x="1803711" y="189062"/>
                </a:lnTo>
                <a:lnTo>
                  <a:pt x="1825571" y="186414"/>
                </a:lnTo>
                <a:lnTo>
                  <a:pt x="1847288" y="183271"/>
                </a:lnTo>
                <a:lnTo>
                  <a:pt x="1868805" y="179499"/>
                </a:lnTo>
                <a:lnTo>
                  <a:pt x="1889979" y="174908"/>
                </a:lnTo>
                <a:lnTo>
                  <a:pt x="1910591" y="169221"/>
                </a:lnTo>
                <a:lnTo>
                  <a:pt x="1930165" y="161992"/>
                </a:lnTo>
                <a:lnTo>
                  <a:pt x="1947653" y="152571"/>
                </a:lnTo>
                <a:lnTo>
                  <a:pt x="1960731" y="140237"/>
                </a:lnTo>
                <a:lnTo>
                  <a:pt x="1965989" y="125406"/>
                </a:lnTo>
                <a:lnTo>
                  <a:pt x="1980867" y="117691"/>
                </a:lnTo>
                <a:lnTo>
                  <a:pt x="2001755" y="112500"/>
                </a:lnTo>
                <a:lnTo>
                  <a:pt x="2022358" y="106775"/>
                </a:lnTo>
                <a:lnTo>
                  <a:pt x="2042693" y="100622"/>
                </a:lnTo>
                <a:lnTo>
                  <a:pt x="2062763" y="94059"/>
                </a:lnTo>
                <a:lnTo>
                  <a:pt x="2082575" y="87125"/>
                </a:lnTo>
                <a:lnTo>
                  <a:pt x="2102110" y="79839"/>
                </a:lnTo>
                <a:lnTo>
                  <a:pt x="2121389" y="72209"/>
                </a:lnTo>
                <a:lnTo>
                  <a:pt x="2140372" y="64246"/>
                </a:lnTo>
                <a:lnTo>
                  <a:pt x="2159079" y="55969"/>
                </a:lnTo>
                <a:lnTo>
                  <a:pt x="2177491" y="47377"/>
                </a:lnTo>
                <a:lnTo>
                  <a:pt x="2195598" y="38481"/>
                </a:lnTo>
                <a:lnTo>
                  <a:pt x="2213391" y="29289"/>
                </a:lnTo>
                <a:lnTo>
                  <a:pt x="2230869" y="19812"/>
                </a:lnTo>
                <a:lnTo>
                  <a:pt x="2248014" y="10039"/>
                </a:lnTo>
                <a:lnTo>
                  <a:pt x="2264835" y="0"/>
                </a:lnTo>
                <a:close/>
              </a:path>
            </a:pathLst>
          </a:custGeom>
          <a:solidFill xmlns:a="http://schemas.openxmlformats.org/drawingml/2006/main">
            <a:srgbClr val="D8D5CC">
              <a:alpha val="35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0" name="note-sheet-paper-3">
            <a:extLst xmlns:a="http://schemas.openxmlformats.org/drawingml/2006/main">
              <a:ext uri="{FF2B5EF4-FFF2-40B4-BE49-F238E27FC236}">
                <a16:creationId xmlns:a16="http://schemas.microsoft.com/office/drawing/2014/main" id="{494B241B-AFEC-4725-96E3-85955E6CB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28284" y="3932930"/>
            <a:ext cx="2265016" cy="1570434"/>
          </a:xfrm>
          <a:custGeom xmlns:a="http://schemas.openxmlformats.org/drawingml/2006/main">
            <a:pathLst>
              <a:path w="2265016" h="1570434">
                <a:moveTo>
                  <a:pt x="0" y="1570434"/>
                </a:moveTo>
                <a:lnTo>
                  <a:pt x="36366" y="1570434"/>
                </a:lnTo>
                <a:lnTo>
                  <a:pt x="72733" y="1570434"/>
                </a:lnTo>
                <a:lnTo>
                  <a:pt x="109099" y="1570434"/>
                </a:lnTo>
                <a:lnTo>
                  <a:pt x="145466" y="1570434"/>
                </a:lnTo>
                <a:lnTo>
                  <a:pt x="181832" y="1570434"/>
                </a:lnTo>
                <a:lnTo>
                  <a:pt x="218208" y="1570434"/>
                </a:lnTo>
                <a:lnTo>
                  <a:pt x="254575" y="1570434"/>
                </a:lnTo>
                <a:lnTo>
                  <a:pt x="290941" y="1570434"/>
                </a:lnTo>
                <a:lnTo>
                  <a:pt x="327308" y="1570434"/>
                </a:lnTo>
                <a:lnTo>
                  <a:pt x="363674" y="1570434"/>
                </a:lnTo>
                <a:lnTo>
                  <a:pt x="400040" y="1570434"/>
                </a:lnTo>
                <a:lnTo>
                  <a:pt x="436407" y="1570434"/>
                </a:lnTo>
                <a:lnTo>
                  <a:pt x="472773" y="1570434"/>
                </a:lnTo>
                <a:lnTo>
                  <a:pt x="509140" y="1570434"/>
                </a:lnTo>
                <a:lnTo>
                  <a:pt x="545506" y="1570434"/>
                </a:lnTo>
                <a:lnTo>
                  <a:pt x="581873" y="1570434"/>
                </a:lnTo>
                <a:lnTo>
                  <a:pt x="618239" y="1570434"/>
                </a:lnTo>
                <a:lnTo>
                  <a:pt x="654615" y="1570434"/>
                </a:lnTo>
                <a:lnTo>
                  <a:pt x="690982" y="1570434"/>
                </a:lnTo>
                <a:lnTo>
                  <a:pt x="727348" y="1570434"/>
                </a:lnTo>
                <a:lnTo>
                  <a:pt x="763715" y="1570434"/>
                </a:lnTo>
                <a:lnTo>
                  <a:pt x="800081" y="1570434"/>
                </a:lnTo>
                <a:lnTo>
                  <a:pt x="836447" y="1570434"/>
                </a:lnTo>
                <a:lnTo>
                  <a:pt x="872814" y="1570434"/>
                </a:lnTo>
                <a:lnTo>
                  <a:pt x="909180" y="1570434"/>
                </a:lnTo>
                <a:lnTo>
                  <a:pt x="945547" y="1570434"/>
                </a:lnTo>
                <a:lnTo>
                  <a:pt x="981913" y="1570434"/>
                </a:lnTo>
                <a:lnTo>
                  <a:pt x="1018280" y="1570434"/>
                </a:lnTo>
                <a:lnTo>
                  <a:pt x="1054646" y="1570434"/>
                </a:lnTo>
                <a:lnTo>
                  <a:pt x="1091022" y="1570434"/>
                </a:lnTo>
                <a:lnTo>
                  <a:pt x="1127389" y="1570434"/>
                </a:lnTo>
                <a:lnTo>
                  <a:pt x="1163755" y="1570434"/>
                </a:lnTo>
                <a:lnTo>
                  <a:pt x="1200121" y="1570434"/>
                </a:lnTo>
                <a:lnTo>
                  <a:pt x="1236488" y="1570434"/>
                </a:lnTo>
                <a:lnTo>
                  <a:pt x="1272854" y="1570434"/>
                </a:lnTo>
                <a:lnTo>
                  <a:pt x="1309221" y="1570434"/>
                </a:lnTo>
                <a:lnTo>
                  <a:pt x="1345587" y="1570434"/>
                </a:lnTo>
                <a:lnTo>
                  <a:pt x="1381954" y="1570434"/>
                </a:lnTo>
                <a:lnTo>
                  <a:pt x="1418320" y="1570434"/>
                </a:lnTo>
                <a:lnTo>
                  <a:pt x="1454687" y="1570434"/>
                </a:lnTo>
                <a:lnTo>
                  <a:pt x="1491063" y="1570434"/>
                </a:lnTo>
                <a:lnTo>
                  <a:pt x="1527067" y="1567596"/>
                </a:lnTo>
                <a:lnTo>
                  <a:pt x="1562872" y="1563186"/>
                </a:lnTo>
                <a:lnTo>
                  <a:pt x="1598676" y="1558785"/>
                </a:lnTo>
                <a:lnTo>
                  <a:pt x="1634490" y="1554375"/>
                </a:lnTo>
                <a:lnTo>
                  <a:pt x="1670294" y="1549975"/>
                </a:lnTo>
                <a:lnTo>
                  <a:pt x="1706108" y="1545565"/>
                </a:lnTo>
                <a:lnTo>
                  <a:pt x="1741913" y="1541164"/>
                </a:lnTo>
                <a:lnTo>
                  <a:pt x="1777717" y="1536764"/>
                </a:lnTo>
                <a:lnTo>
                  <a:pt x="1805054" y="1521333"/>
                </a:lnTo>
                <a:lnTo>
                  <a:pt x="1830286" y="1503178"/>
                </a:lnTo>
                <a:lnTo>
                  <a:pt x="1855527" y="1485024"/>
                </a:lnTo>
                <a:lnTo>
                  <a:pt x="1880759" y="1466860"/>
                </a:lnTo>
                <a:lnTo>
                  <a:pt x="1906000" y="1448705"/>
                </a:lnTo>
                <a:lnTo>
                  <a:pt x="1931232" y="1430550"/>
                </a:lnTo>
                <a:lnTo>
                  <a:pt x="1956464" y="1412396"/>
                </a:lnTo>
                <a:lnTo>
                  <a:pt x="1981705" y="1394241"/>
                </a:lnTo>
                <a:lnTo>
                  <a:pt x="2006937" y="1376077"/>
                </a:lnTo>
                <a:lnTo>
                  <a:pt x="2032168" y="1357922"/>
                </a:lnTo>
                <a:lnTo>
                  <a:pt x="2057410" y="1339767"/>
                </a:lnTo>
                <a:lnTo>
                  <a:pt x="2082641" y="1321613"/>
                </a:lnTo>
                <a:lnTo>
                  <a:pt x="2107873" y="1303449"/>
                </a:lnTo>
                <a:lnTo>
                  <a:pt x="2133114" y="1285294"/>
                </a:lnTo>
                <a:lnTo>
                  <a:pt x="2158346" y="1267139"/>
                </a:lnTo>
                <a:lnTo>
                  <a:pt x="2183578" y="1248985"/>
                </a:lnTo>
                <a:lnTo>
                  <a:pt x="2208819" y="1230830"/>
                </a:lnTo>
                <a:lnTo>
                  <a:pt x="2234051" y="1212666"/>
                </a:lnTo>
                <a:lnTo>
                  <a:pt x="2259282" y="1194511"/>
                </a:lnTo>
                <a:lnTo>
                  <a:pt x="2265016" y="1170899"/>
                </a:lnTo>
                <a:lnTo>
                  <a:pt x="2265016" y="1145686"/>
                </a:lnTo>
                <a:lnTo>
                  <a:pt x="2265016" y="1120473"/>
                </a:lnTo>
                <a:lnTo>
                  <a:pt x="2265016" y="1095251"/>
                </a:lnTo>
                <a:lnTo>
                  <a:pt x="2265016" y="1070039"/>
                </a:lnTo>
                <a:lnTo>
                  <a:pt x="2265016" y="1044826"/>
                </a:lnTo>
                <a:lnTo>
                  <a:pt x="2265016" y="1019613"/>
                </a:lnTo>
                <a:lnTo>
                  <a:pt x="2265016" y="994391"/>
                </a:lnTo>
                <a:lnTo>
                  <a:pt x="2265016" y="969178"/>
                </a:lnTo>
                <a:lnTo>
                  <a:pt x="2265016" y="943966"/>
                </a:lnTo>
                <a:lnTo>
                  <a:pt x="2265016" y="918753"/>
                </a:lnTo>
                <a:lnTo>
                  <a:pt x="2265016" y="893531"/>
                </a:lnTo>
                <a:lnTo>
                  <a:pt x="2265016" y="868318"/>
                </a:lnTo>
                <a:lnTo>
                  <a:pt x="2265016" y="843105"/>
                </a:lnTo>
                <a:lnTo>
                  <a:pt x="2265016" y="817893"/>
                </a:lnTo>
                <a:lnTo>
                  <a:pt x="2265016" y="792671"/>
                </a:lnTo>
                <a:lnTo>
                  <a:pt x="2265016" y="767458"/>
                </a:lnTo>
                <a:lnTo>
                  <a:pt x="2265016" y="742245"/>
                </a:lnTo>
                <a:lnTo>
                  <a:pt x="2265016" y="717032"/>
                </a:lnTo>
                <a:lnTo>
                  <a:pt x="2265016" y="691810"/>
                </a:lnTo>
                <a:lnTo>
                  <a:pt x="2265016" y="666598"/>
                </a:lnTo>
                <a:lnTo>
                  <a:pt x="2265016" y="641385"/>
                </a:lnTo>
                <a:lnTo>
                  <a:pt x="2265016" y="616172"/>
                </a:lnTo>
                <a:lnTo>
                  <a:pt x="2265016" y="590950"/>
                </a:lnTo>
                <a:lnTo>
                  <a:pt x="2265016" y="565737"/>
                </a:lnTo>
                <a:lnTo>
                  <a:pt x="2265016" y="540525"/>
                </a:lnTo>
                <a:lnTo>
                  <a:pt x="2265016" y="515312"/>
                </a:lnTo>
                <a:lnTo>
                  <a:pt x="2265016" y="490090"/>
                </a:lnTo>
                <a:lnTo>
                  <a:pt x="2265016" y="464877"/>
                </a:lnTo>
                <a:lnTo>
                  <a:pt x="2265016" y="439664"/>
                </a:lnTo>
                <a:lnTo>
                  <a:pt x="2265016" y="414452"/>
                </a:lnTo>
                <a:lnTo>
                  <a:pt x="2265016" y="389230"/>
                </a:lnTo>
                <a:lnTo>
                  <a:pt x="2265016" y="364017"/>
                </a:lnTo>
                <a:lnTo>
                  <a:pt x="2265016" y="338804"/>
                </a:lnTo>
                <a:lnTo>
                  <a:pt x="2265016" y="313592"/>
                </a:lnTo>
                <a:lnTo>
                  <a:pt x="2265016" y="288369"/>
                </a:lnTo>
                <a:lnTo>
                  <a:pt x="2265016" y="263157"/>
                </a:lnTo>
                <a:lnTo>
                  <a:pt x="2265016" y="237944"/>
                </a:lnTo>
                <a:lnTo>
                  <a:pt x="2265016" y="212731"/>
                </a:lnTo>
                <a:lnTo>
                  <a:pt x="2265016" y="187509"/>
                </a:lnTo>
                <a:lnTo>
                  <a:pt x="2265016" y="162296"/>
                </a:lnTo>
                <a:lnTo>
                  <a:pt x="2265016" y="137084"/>
                </a:lnTo>
                <a:lnTo>
                  <a:pt x="2265016" y="111871"/>
                </a:lnTo>
                <a:lnTo>
                  <a:pt x="2265016" y="86649"/>
                </a:lnTo>
                <a:lnTo>
                  <a:pt x="2265016" y="61436"/>
                </a:lnTo>
                <a:lnTo>
                  <a:pt x="2265016" y="36224"/>
                </a:lnTo>
                <a:lnTo>
                  <a:pt x="2265016" y="11011"/>
                </a:lnTo>
                <a:lnTo>
                  <a:pt x="2244528" y="0"/>
                </a:lnTo>
                <a:lnTo>
                  <a:pt x="2208162" y="0"/>
                </a:lnTo>
                <a:lnTo>
                  <a:pt x="2171795" y="0"/>
                </a:lnTo>
                <a:lnTo>
                  <a:pt x="2135419" y="0"/>
                </a:lnTo>
                <a:lnTo>
                  <a:pt x="2099053" y="0"/>
                </a:lnTo>
                <a:lnTo>
                  <a:pt x="2062686" y="0"/>
                </a:lnTo>
                <a:lnTo>
                  <a:pt x="2026320" y="0"/>
                </a:lnTo>
                <a:lnTo>
                  <a:pt x="1989953" y="0"/>
                </a:lnTo>
                <a:lnTo>
                  <a:pt x="1953587" y="0"/>
                </a:lnTo>
                <a:lnTo>
                  <a:pt x="1917221" y="0"/>
                </a:lnTo>
                <a:lnTo>
                  <a:pt x="1880854" y="0"/>
                </a:lnTo>
                <a:lnTo>
                  <a:pt x="1844488" y="0"/>
                </a:lnTo>
                <a:lnTo>
                  <a:pt x="1808121" y="0"/>
                </a:lnTo>
                <a:lnTo>
                  <a:pt x="1771755" y="0"/>
                </a:lnTo>
                <a:lnTo>
                  <a:pt x="1735388" y="0"/>
                </a:lnTo>
                <a:lnTo>
                  <a:pt x="1699012" y="0"/>
                </a:lnTo>
                <a:lnTo>
                  <a:pt x="1662646" y="0"/>
                </a:lnTo>
                <a:lnTo>
                  <a:pt x="1626279" y="0"/>
                </a:lnTo>
                <a:lnTo>
                  <a:pt x="1589913" y="0"/>
                </a:lnTo>
                <a:lnTo>
                  <a:pt x="1553547" y="0"/>
                </a:lnTo>
                <a:lnTo>
                  <a:pt x="1517180" y="0"/>
                </a:lnTo>
                <a:lnTo>
                  <a:pt x="1480814" y="0"/>
                </a:lnTo>
                <a:lnTo>
                  <a:pt x="1444447" y="0"/>
                </a:lnTo>
                <a:lnTo>
                  <a:pt x="1408081" y="0"/>
                </a:lnTo>
                <a:lnTo>
                  <a:pt x="1371714" y="0"/>
                </a:lnTo>
                <a:lnTo>
                  <a:pt x="1335348" y="0"/>
                </a:lnTo>
                <a:lnTo>
                  <a:pt x="1298981" y="0"/>
                </a:lnTo>
                <a:lnTo>
                  <a:pt x="1262605" y="0"/>
                </a:lnTo>
                <a:lnTo>
                  <a:pt x="1226239" y="0"/>
                </a:lnTo>
                <a:lnTo>
                  <a:pt x="1189873" y="0"/>
                </a:lnTo>
                <a:lnTo>
                  <a:pt x="1153506" y="0"/>
                </a:lnTo>
                <a:lnTo>
                  <a:pt x="1117140" y="0"/>
                </a:lnTo>
                <a:lnTo>
                  <a:pt x="1080773" y="0"/>
                </a:lnTo>
                <a:lnTo>
                  <a:pt x="1044407" y="0"/>
                </a:lnTo>
                <a:lnTo>
                  <a:pt x="1008040" y="0"/>
                </a:lnTo>
                <a:lnTo>
                  <a:pt x="971674" y="0"/>
                </a:lnTo>
                <a:lnTo>
                  <a:pt x="935307" y="0"/>
                </a:lnTo>
                <a:lnTo>
                  <a:pt x="898941" y="0"/>
                </a:lnTo>
                <a:lnTo>
                  <a:pt x="862565" y="0"/>
                </a:lnTo>
                <a:lnTo>
                  <a:pt x="826199" y="0"/>
                </a:lnTo>
                <a:lnTo>
                  <a:pt x="789832" y="0"/>
                </a:lnTo>
                <a:lnTo>
                  <a:pt x="753466" y="0"/>
                </a:lnTo>
                <a:lnTo>
                  <a:pt x="717099" y="0"/>
                </a:lnTo>
                <a:lnTo>
                  <a:pt x="680733" y="0"/>
                </a:lnTo>
                <a:lnTo>
                  <a:pt x="644366" y="0"/>
                </a:lnTo>
                <a:lnTo>
                  <a:pt x="608000" y="0"/>
                </a:lnTo>
                <a:lnTo>
                  <a:pt x="571633" y="0"/>
                </a:lnTo>
                <a:lnTo>
                  <a:pt x="535267" y="0"/>
                </a:lnTo>
                <a:lnTo>
                  <a:pt x="498900" y="0"/>
                </a:lnTo>
                <a:lnTo>
                  <a:pt x="462534" y="0"/>
                </a:lnTo>
                <a:lnTo>
                  <a:pt x="426158" y="0"/>
                </a:lnTo>
                <a:lnTo>
                  <a:pt x="389792" y="0"/>
                </a:lnTo>
                <a:lnTo>
                  <a:pt x="353425" y="0"/>
                </a:lnTo>
                <a:lnTo>
                  <a:pt x="317059" y="0"/>
                </a:lnTo>
                <a:lnTo>
                  <a:pt x="280692" y="0"/>
                </a:lnTo>
                <a:lnTo>
                  <a:pt x="244326" y="0"/>
                </a:lnTo>
                <a:lnTo>
                  <a:pt x="207959" y="0"/>
                </a:lnTo>
                <a:lnTo>
                  <a:pt x="171593" y="0"/>
                </a:lnTo>
                <a:lnTo>
                  <a:pt x="135226" y="0"/>
                </a:lnTo>
                <a:lnTo>
                  <a:pt x="98860" y="0"/>
                </a:lnTo>
                <a:lnTo>
                  <a:pt x="62494" y="0"/>
                </a:lnTo>
                <a:lnTo>
                  <a:pt x="26127" y="0"/>
                </a:lnTo>
                <a:lnTo>
                  <a:pt x="0" y="7106"/>
                </a:lnTo>
                <a:lnTo>
                  <a:pt x="0" y="32318"/>
                </a:lnTo>
                <a:lnTo>
                  <a:pt x="0" y="57531"/>
                </a:lnTo>
                <a:lnTo>
                  <a:pt x="0" y="82744"/>
                </a:lnTo>
                <a:lnTo>
                  <a:pt x="0" y="107966"/>
                </a:lnTo>
                <a:lnTo>
                  <a:pt x="0" y="133179"/>
                </a:lnTo>
                <a:lnTo>
                  <a:pt x="0" y="158391"/>
                </a:lnTo>
                <a:lnTo>
                  <a:pt x="0" y="183604"/>
                </a:lnTo>
                <a:lnTo>
                  <a:pt x="0" y="208826"/>
                </a:lnTo>
                <a:lnTo>
                  <a:pt x="0" y="234039"/>
                </a:lnTo>
                <a:lnTo>
                  <a:pt x="0" y="259251"/>
                </a:lnTo>
                <a:lnTo>
                  <a:pt x="0" y="284464"/>
                </a:lnTo>
                <a:lnTo>
                  <a:pt x="0" y="309686"/>
                </a:lnTo>
                <a:lnTo>
                  <a:pt x="0" y="334899"/>
                </a:lnTo>
                <a:lnTo>
                  <a:pt x="0" y="360112"/>
                </a:lnTo>
                <a:lnTo>
                  <a:pt x="0" y="385324"/>
                </a:lnTo>
                <a:lnTo>
                  <a:pt x="0" y="410547"/>
                </a:lnTo>
                <a:lnTo>
                  <a:pt x="0" y="435759"/>
                </a:lnTo>
                <a:lnTo>
                  <a:pt x="0" y="460972"/>
                </a:lnTo>
                <a:lnTo>
                  <a:pt x="0" y="486185"/>
                </a:lnTo>
                <a:lnTo>
                  <a:pt x="0" y="511407"/>
                </a:lnTo>
                <a:lnTo>
                  <a:pt x="0" y="536619"/>
                </a:lnTo>
                <a:lnTo>
                  <a:pt x="0" y="561832"/>
                </a:lnTo>
                <a:lnTo>
                  <a:pt x="0" y="587045"/>
                </a:lnTo>
                <a:lnTo>
                  <a:pt x="0" y="612267"/>
                </a:lnTo>
                <a:lnTo>
                  <a:pt x="0" y="637480"/>
                </a:lnTo>
                <a:lnTo>
                  <a:pt x="0" y="662692"/>
                </a:lnTo>
                <a:lnTo>
                  <a:pt x="0" y="687905"/>
                </a:lnTo>
                <a:lnTo>
                  <a:pt x="0" y="713127"/>
                </a:lnTo>
                <a:lnTo>
                  <a:pt x="0" y="738340"/>
                </a:lnTo>
                <a:lnTo>
                  <a:pt x="0" y="763553"/>
                </a:lnTo>
                <a:lnTo>
                  <a:pt x="0" y="788765"/>
                </a:lnTo>
                <a:lnTo>
                  <a:pt x="0" y="813987"/>
                </a:lnTo>
                <a:lnTo>
                  <a:pt x="0" y="839200"/>
                </a:lnTo>
                <a:lnTo>
                  <a:pt x="0" y="864413"/>
                </a:lnTo>
                <a:lnTo>
                  <a:pt x="0" y="889625"/>
                </a:lnTo>
                <a:lnTo>
                  <a:pt x="0" y="914848"/>
                </a:lnTo>
                <a:lnTo>
                  <a:pt x="0" y="940060"/>
                </a:lnTo>
                <a:lnTo>
                  <a:pt x="0" y="965273"/>
                </a:lnTo>
                <a:lnTo>
                  <a:pt x="0" y="990486"/>
                </a:lnTo>
                <a:lnTo>
                  <a:pt x="0" y="1015708"/>
                </a:lnTo>
                <a:lnTo>
                  <a:pt x="0" y="1040921"/>
                </a:lnTo>
                <a:lnTo>
                  <a:pt x="0" y="1066133"/>
                </a:lnTo>
                <a:lnTo>
                  <a:pt x="0" y="1091346"/>
                </a:lnTo>
                <a:lnTo>
                  <a:pt x="0" y="1116568"/>
                </a:lnTo>
                <a:lnTo>
                  <a:pt x="0" y="1141781"/>
                </a:lnTo>
                <a:lnTo>
                  <a:pt x="0" y="1166993"/>
                </a:lnTo>
                <a:lnTo>
                  <a:pt x="0" y="1192206"/>
                </a:lnTo>
                <a:lnTo>
                  <a:pt x="0" y="1217428"/>
                </a:lnTo>
                <a:lnTo>
                  <a:pt x="0" y="1242641"/>
                </a:lnTo>
                <a:lnTo>
                  <a:pt x="0" y="1267854"/>
                </a:lnTo>
                <a:lnTo>
                  <a:pt x="0" y="1293066"/>
                </a:lnTo>
                <a:lnTo>
                  <a:pt x="0" y="1318289"/>
                </a:lnTo>
                <a:lnTo>
                  <a:pt x="0" y="1343501"/>
                </a:lnTo>
                <a:lnTo>
                  <a:pt x="0" y="1368714"/>
                </a:lnTo>
                <a:lnTo>
                  <a:pt x="0" y="1393927"/>
                </a:lnTo>
                <a:lnTo>
                  <a:pt x="0" y="1419149"/>
                </a:lnTo>
                <a:lnTo>
                  <a:pt x="0" y="1444361"/>
                </a:lnTo>
                <a:lnTo>
                  <a:pt x="0" y="1469574"/>
                </a:lnTo>
                <a:lnTo>
                  <a:pt x="0" y="1494787"/>
                </a:lnTo>
                <a:lnTo>
                  <a:pt x="0" y="1520009"/>
                </a:lnTo>
                <a:lnTo>
                  <a:pt x="0" y="1545222"/>
                </a:lnTo>
                <a:lnTo>
                  <a:pt x="0" y="1570434"/>
                </a:lnTo>
                <a:close/>
              </a:path>
            </a:pathLst>
          </a:cu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</p:sp>
      <p:sp>
        <p:nvSpPr>
          <p:cNvPr id="21" name="note-sheet-header-3">
            <a:extLst xmlns:a="http://schemas.openxmlformats.org/drawingml/2006/main">
              <a:ext uri="{FF2B5EF4-FFF2-40B4-BE49-F238E27FC236}">
                <a16:creationId xmlns:a16="http://schemas.microsoft.com/office/drawing/2014/main" id="{1D71132F-B46E-4191-B07D-BD850986C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28284" y="3932930"/>
            <a:ext cx="2265016" cy="2701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2" name="note-sheet-fold-3">
            <a:extLst xmlns:a="http://schemas.openxmlformats.org/drawingml/2006/main">
              <a:ext uri="{FF2B5EF4-FFF2-40B4-BE49-F238E27FC236}">
                <a16:creationId xmlns:a16="http://schemas.microsoft.com/office/drawing/2014/main" id="{50E28172-91A7-490F-8D62-8A5254F08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58797" y="5123317"/>
            <a:ext cx="834504" cy="380333"/>
          </a:xfrm>
          <a:custGeom xmlns:a="http://schemas.openxmlformats.org/drawingml/2006/main">
            <a:pathLst>
              <a:path w="834504" h="380333">
                <a:moveTo>
                  <a:pt x="834504" y="0"/>
                </a:moveTo>
                <a:lnTo>
                  <a:pt x="833504" y="6306"/>
                </a:lnTo>
                <a:lnTo>
                  <a:pt x="832199" y="12592"/>
                </a:lnTo>
                <a:lnTo>
                  <a:pt x="830685" y="18850"/>
                </a:lnTo>
                <a:lnTo>
                  <a:pt x="828970" y="25079"/>
                </a:lnTo>
                <a:lnTo>
                  <a:pt x="827075" y="31290"/>
                </a:lnTo>
                <a:lnTo>
                  <a:pt x="825027" y="37481"/>
                </a:lnTo>
                <a:lnTo>
                  <a:pt x="822817" y="43634"/>
                </a:lnTo>
                <a:lnTo>
                  <a:pt x="820464" y="49768"/>
                </a:lnTo>
                <a:lnTo>
                  <a:pt x="817959" y="55874"/>
                </a:lnTo>
                <a:lnTo>
                  <a:pt x="815311" y="61951"/>
                </a:lnTo>
                <a:lnTo>
                  <a:pt x="812530" y="67999"/>
                </a:lnTo>
                <a:lnTo>
                  <a:pt x="809606" y="74009"/>
                </a:lnTo>
                <a:lnTo>
                  <a:pt x="806548" y="79991"/>
                </a:lnTo>
                <a:lnTo>
                  <a:pt x="803358" y="85944"/>
                </a:lnTo>
                <a:lnTo>
                  <a:pt x="800033" y="91850"/>
                </a:lnTo>
                <a:lnTo>
                  <a:pt x="796585" y="97727"/>
                </a:lnTo>
                <a:lnTo>
                  <a:pt x="793004" y="103575"/>
                </a:lnTo>
                <a:lnTo>
                  <a:pt x="789289" y="109376"/>
                </a:lnTo>
                <a:lnTo>
                  <a:pt x="785451" y="115138"/>
                </a:lnTo>
                <a:lnTo>
                  <a:pt x="781488" y="120853"/>
                </a:lnTo>
                <a:lnTo>
                  <a:pt x="777392" y="126530"/>
                </a:lnTo>
                <a:lnTo>
                  <a:pt x="773182" y="132169"/>
                </a:lnTo>
                <a:lnTo>
                  <a:pt x="768839" y="137751"/>
                </a:lnTo>
                <a:lnTo>
                  <a:pt x="764372" y="143294"/>
                </a:lnTo>
                <a:lnTo>
                  <a:pt x="759790" y="148790"/>
                </a:lnTo>
                <a:lnTo>
                  <a:pt x="755085" y="154229"/>
                </a:lnTo>
                <a:lnTo>
                  <a:pt x="750256" y="159620"/>
                </a:lnTo>
                <a:lnTo>
                  <a:pt x="745312" y="164963"/>
                </a:lnTo>
                <a:lnTo>
                  <a:pt x="740245" y="170250"/>
                </a:lnTo>
                <a:lnTo>
                  <a:pt x="735063" y="175479"/>
                </a:lnTo>
                <a:lnTo>
                  <a:pt x="729767" y="180661"/>
                </a:lnTo>
                <a:lnTo>
                  <a:pt x="724357" y="185776"/>
                </a:lnTo>
                <a:lnTo>
                  <a:pt x="718833" y="190833"/>
                </a:lnTo>
                <a:lnTo>
                  <a:pt x="713194" y="195834"/>
                </a:lnTo>
                <a:lnTo>
                  <a:pt x="707450" y="200777"/>
                </a:lnTo>
                <a:lnTo>
                  <a:pt x="701592" y="205654"/>
                </a:lnTo>
                <a:lnTo>
                  <a:pt x="695630" y="210464"/>
                </a:lnTo>
                <a:lnTo>
                  <a:pt x="689553" y="215217"/>
                </a:lnTo>
                <a:lnTo>
                  <a:pt x="683381" y="219904"/>
                </a:lnTo>
                <a:lnTo>
                  <a:pt x="677104" y="224523"/>
                </a:lnTo>
                <a:lnTo>
                  <a:pt x="670722" y="229067"/>
                </a:lnTo>
                <a:lnTo>
                  <a:pt x="664245" y="233553"/>
                </a:lnTo>
                <a:lnTo>
                  <a:pt x="657663" y="237963"/>
                </a:lnTo>
                <a:lnTo>
                  <a:pt x="650996" y="242316"/>
                </a:lnTo>
                <a:lnTo>
                  <a:pt x="644233" y="246583"/>
                </a:lnTo>
                <a:lnTo>
                  <a:pt x="637375" y="250793"/>
                </a:lnTo>
                <a:lnTo>
                  <a:pt x="630422" y="254927"/>
                </a:lnTo>
                <a:lnTo>
                  <a:pt x="623392" y="258985"/>
                </a:lnTo>
                <a:lnTo>
                  <a:pt x="616268" y="262976"/>
                </a:lnTo>
                <a:lnTo>
                  <a:pt x="609067" y="266891"/>
                </a:lnTo>
                <a:lnTo>
                  <a:pt x="601780" y="270729"/>
                </a:lnTo>
                <a:lnTo>
                  <a:pt x="594417" y="274501"/>
                </a:lnTo>
                <a:lnTo>
                  <a:pt x="586969" y="278197"/>
                </a:lnTo>
                <a:lnTo>
                  <a:pt x="579453" y="281816"/>
                </a:lnTo>
                <a:lnTo>
                  <a:pt x="571862" y="285359"/>
                </a:lnTo>
                <a:lnTo>
                  <a:pt x="564204" y="288836"/>
                </a:lnTo>
                <a:lnTo>
                  <a:pt x="556479" y="292237"/>
                </a:lnTo>
                <a:lnTo>
                  <a:pt x="548678" y="295561"/>
                </a:lnTo>
                <a:lnTo>
                  <a:pt x="540820" y="298818"/>
                </a:lnTo>
                <a:lnTo>
                  <a:pt x="532895" y="301990"/>
                </a:lnTo>
                <a:lnTo>
                  <a:pt x="524913" y="305095"/>
                </a:lnTo>
                <a:lnTo>
                  <a:pt x="516874" y="308134"/>
                </a:lnTo>
                <a:lnTo>
                  <a:pt x="508778" y="311086"/>
                </a:lnTo>
                <a:lnTo>
                  <a:pt x="500624" y="313982"/>
                </a:lnTo>
                <a:lnTo>
                  <a:pt x="492423" y="316792"/>
                </a:lnTo>
                <a:lnTo>
                  <a:pt x="484165" y="319535"/>
                </a:lnTo>
                <a:lnTo>
                  <a:pt x="475869" y="322212"/>
                </a:lnTo>
                <a:lnTo>
                  <a:pt x="467516" y="324812"/>
                </a:lnTo>
                <a:lnTo>
                  <a:pt x="459124" y="327346"/>
                </a:lnTo>
                <a:lnTo>
                  <a:pt x="450685" y="329813"/>
                </a:lnTo>
                <a:lnTo>
                  <a:pt x="442208" y="332203"/>
                </a:lnTo>
                <a:lnTo>
                  <a:pt x="433692" y="334528"/>
                </a:lnTo>
                <a:lnTo>
                  <a:pt x="425139" y="336785"/>
                </a:lnTo>
                <a:lnTo>
                  <a:pt x="416547" y="338976"/>
                </a:lnTo>
                <a:lnTo>
                  <a:pt x="407927" y="341109"/>
                </a:lnTo>
                <a:lnTo>
                  <a:pt x="399269" y="343167"/>
                </a:lnTo>
                <a:lnTo>
                  <a:pt x="390582" y="345157"/>
                </a:lnTo>
                <a:lnTo>
                  <a:pt x="381857" y="347091"/>
                </a:lnTo>
                <a:lnTo>
                  <a:pt x="373113" y="348958"/>
                </a:lnTo>
                <a:lnTo>
                  <a:pt x="364331" y="350768"/>
                </a:lnTo>
                <a:lnTo>
                  <a:pt x="355530" y="352501"/>
                </a:lnTo>
                <a:lnTo>
                  <a:pt x="346710" y="354187"/>
                </a:lnTo>
                <a:lnTo>
                  <a:pt x="337861" y="355806"/>
                </a:lnTo>
                <a:lnTo>
                  <a:pt x="328984" y="357368"/>
                </a:lnTo>
                <a:lnTo>
                  <a:pt x="320088" y="358873"/>
                </a:lnTo>
                <a:lnTo>
                  <a:pt x="311182" y="360321"/>
                </a:lnTo>
                <a:lnTo>
                  <a:pt x="302247" y="361702"/>
                </a:lnTo>
                <a:lnTo>
                  <a:pt x="293294" y="363036"/>
                </a:lnTo>
                <a:lnTo>
                  <a:pt x="284331" y="364312"/>
                </a:lnTo>
                <a:lnTo>
                  <a:pt x="275349" y="365531"/>
                </a:lnTo>
                <a:lnTo>
                  <a:pt x="266348" y="366703"/>
                </a:lnTo>
                <a:lnTo>
                  <a:pt x="257337" y="367808"/>
                </a:lnTo>
                <a:lnTo>
                  <a:pt x="248317" y="368875"/>
                </a:lnTo>
                <a:lnTo>
                  <a:pt x="239278" y="369884"/>
                </a:lnTo>
                <a:lnTo>
                  <a:pt x="230229" y="370837"/>
                </a:lnTo>
                <a:lnTo>
                  <a:pt x="221171" y="371742"/>
                </a:lnTo>
                <a:lnTo>
                  <a:pt x="212093" y="372599"/>
                </a:lnTo>
                <a:lnTo>
                  <a:pt x="203016" y="373409"/>
                </a:lnTo>
                <a:lnTo>
                  <a:pt x="193929" y="374171"/>
                </a:lnTo>
                <a:lnTo>
                  <a:pt x="184833" y="374875"/>
                </a:lnTo>
                <a:lnTo>
                  <a:pt x="175727" y="375542"/>
                </a:lnTo>
                <a:lnTo>
                  <a:pt x="166621" y="376161"/>
                </a:lnTo>
                <a:lnTo>
                  <a:pt x="157505" y="376733"/>
                </a:lnTo>
                <a:lnTo>
                  <a:pt x="148380" y="377266"/>
                </a:lnTo>
                <a:lnTo>
                  <a:pt x="139256" y="377742"/>
                </a:lnTo>
                <a:lnTo>
                  <a:pt x="130121" y="378190"/>
                </a:lnTo>
                <a:lnTo>
                  <a:pt x="120987" y="378581"/>
                </a:lnTo>
                <a:lnTo>
                  <a:pt x="111852" y="378943"/>
                </a:lnTo>
                <a:lnTo>
                  <a:pt x="102708" y="379257"/>
                </a:lnTo>
                <a:lnTo>
                  <a:pt x="93564" y="379524"/>
                </a:lnTo>
                <a:lnTo>
                  <a:pt x="84411" y="379762"/>
                </a:lnTo>
                <a:lnTo>
                  <a:pt x="75267" y="379952"/>
                </a:lnTo>
                <a:lnTo>
                  <a:pt x="66113" y="380105"/>
                </a:lnTo>
                <a:lnTo>
                  <a:pt x="56960" y="380219"/>
                </a:lnTo>
                <a:lnTo>
                  <a:pt x="47806" y="380295"/>
                </a:lnTo>
                <a:lnTo>
                  <a:pt x="38652" y="380333"/>
                </a:lnTo>
                <a:lnTo>
                  <a:pt x="29499" y="380333"/>
                </a:lnTo>
                <a:lnTo>
                  <a:pt x="20345" y="380305"/>
                </a:lnTo>
                <a:lnTo>
                  <a:pt x="11192" y="380228"/>
                </a:lnTo>
                <a:lnTo>
                  <a:pt x="2048" y="380124"/>
                </a:lnTo>
                <a:lnTo>
                  <a:pt x="0" y="380028"/>
                </a:lnTo>
                <a:lnTo>
                  <a:pt x="9154" y="379867"/>
                </a:lnTo>
                <a:lnTo>
                  <a:pt x="18298" y="379600"/>
                </a:lnTo>
                <a:lnTo>
                  <a:pt x="27432" y="379257"/>
                </a:lnTo>
                <a:lnTo>
                  <a:pt x="36566" y="378828"/>
                </a:lnTo>
                <a:lnTo>
                  <a:pt x="45691" y="378333"/>
                </a:lnTo>
                <a:lnTo>
                  <a:pt x="54807" y="377771"/>
                </a:lnTo>
                <a:lnTo>
                  <a:pt x="63922" y="377133"/>
                </a:lnTo>
                <a:lnTo>
                  <a:pt x="73019" y="376428"/>
                </a:lnTo>
                <a:lnTo>
                  <a:pt x="82105" y="375656"/>
                </a:lnTo>
                <a:lnTo>
                  <a:pt x="91173" y="374828"/>
                </a:lnTo>
                <a:lnTo>
                  <a:pt x="100241" y="373923"/>
                </a:lnTo>
                <a:lnTo>
                  <a:pt x="109280" y="372961"/>
                </a:lnTo>
                <a:lnTo>
                  <a:pt x="118310" y="371923"/>
                </a:lnTo>
                <a:lnTo>
                  <a:pt x="127330" y="370818"/>
                </a:lnTo>
                <a:lnTo>
                  <a:pt x="136322" y="369646"/>
                </a:lnTo>
                <a:lnTo>
                  <a:pt x="145304" y="368398"/>
                </a:lnTo>
                <a:lnTo>
                  <a:pt x="154257" y="367084"/>
                </a:lnTo>
                <a:lnTo>
                  <a:pt x="163182" y="365693"/>
                </a:lnTo>
                <a:lnTo>
                  <a:pt x="172088" y="364226"/>
                </a:lnTo>
                <a:lnTo>
                  <a:pt x="180975" y="362693"/>
                </a:lnTo>
                <a:lnTo>
                  <a:pt x="189824" y="361074"/>
                </a:lnTo>
                <a:lnTo>
                  <a:pt x="198644" y="359378"/>
                </a:lnTo>
                <a:lnTo>
                  <a:pt x="207426" y="357597"/>
                </a:lnTo>
                <a:lnTo>
                  <a:pt x="216179" y="355730"/>
                </a:lnTo>
                <a:lnTo>
                  <a:pt x="224895" y="353787"/>
                </a:lnTo>
                <a:lnTo>
                  <a:pt x="233563" y="351749"/>
                </a:lnTo>
                <a:lnTo>
                  <a:pt x="242192" y="349625"/>
                </a:lnTo>
                <a:lnTo>
                  <a:pt x="250765" y="347405"/>
                </a:lnTo>
                <a:lnTo>
                  <a:pt x="259290" y="345091"/>
                </a:lnTo>
                <a:lnTo>
                  <a:pt x="267757" y="342681"/>
                </a:lnTo>
                <a:lnTo>
                  <a:pt x="276158" y="340176"/>
                </a:lnTo>
                <a:lnTo>
                  <a:pt x="284502" y="337556"/>
                </a:lnTo>
                <a:lnTo>
                  <a:pt x="292770" y="334842"/>
                </a:lnTo>
                <a:lnTo>
                  <a:pt x="300971" y="332013"/>
                </a:lnTo>
                <a:lnTo>
                  <a:pt x="309077" y="329070"/>
                </a:lnTo>
                <a:lnTo>
                  <a:pt x="317106" y="326022"/>
                </a:lnTo>
                <a:lnTo>
                  <a:pt x="325041" y="322850"/>
                </a:lnTo>
                <a:lnTo>
                  <a:pt x="332861" y="319564"/>
                </a:lnTo>
                <a:lnTo>
                  <a:pt x="340585" y="316154"/>
                </a:lnTo>
                <a:lnTo>
                  <a:pt x="348186" y="312611"/>
                </a:lnTo>
                <a:lnTo>
                  <a:pt x="355654" y="308953"/>
                </a:lnTo>
                <a:lnTo>
                  <a:pt x="362998" y="305162"/>
                </a:lnTo>
                <a:lnTo>
                  <a:pt x="370189" y="301238"/>
                </a:lnTo>
                <a:lnTo>
                  <a:pt x="377228" y="297180"/>
                </a:lnTo>
                <a:lnTo>
                  <a:pt x="384105" y="292989"/>
                </a:lnTo>
                <a:lnTo>
                  <a:pt x="390801" y="288665"/>
                </a:lnTo>
                <a:lnTo>
                  <a:pt x="397316" y="284207"/>
                </a:lnTo>
                <a:lnTo>
                  <a:pt x="403631" y="279616"/>
                </a:lnTo>
                <a:lnTo>
                  <a:pt x="409746" y="274882"/>
                </a:lnTo>
                <a:lnTo>
                  <a:pt x="415633" y="270024"/>
                </a:lnTo>
                <a:lnTo>
                  <a:pt x="421291" y="265043"/>
                </a:lnTo>
                <a:lnTo>
                  <a:pt x="426720" y="259928"/>
                </a:lnTo>
                <a:lnTo>
                  <a:pt x="431892" y="254689"/>
                </a:lnTo>
                <a:lnTo>
                  <a:pt x="436807" y="249336"/>
                </a:lnTo>
                <a:lnTo>
                  <a:pt x="441455" y="243869"/>
                </a:lnTo>
                <a:lnTo>
                  <a:pt x="445827" y="238296"/>
                </a:lnTo>
                <a:lnTo>
                  <a:pt x="449932" y="232620"/>
                </a:lnTo>
                <a:lnTo>
                  <a:pt x="453742" y="226857"/>
                </a:lnTo>
                <a:lnTo>
                  <a:pt x="457276" y="220999"/>
                </a:lnTo>
                <a:lnTo>
                  <a:pt x="460515" y="215065"/>
                </a:lnTo>
                <a:lnTo>
                  <a:pt x="463467" y="209055"/>
                </a:lnTo>
                <a:lnTo>
                  <a:pt x="466134" y="202987"/>
                </a:lnTo>
                <a:lnTo>
                  <a:pt x="468516" y="196863"/>
                </a:lnTo>
                <a:lnTo>
                  <a:pt x="470611" y="190681"/>
                </a:lnTo>
                <a:lnTo>
                  <a:pt x="472421" y="184461"/>
                </a:lnTo>
                <a:lnTo>
                  <a:pt x="473964" y="178203"/>
                </a:lnTo>
                <a:lnTo>
                  <a:pt x="475240" y="171917"/>
                </a:lnTo>
                <a:lnTo>
                  <a:pt x="476260" y="165611"/>
                </a:lnTo>
                <a:lnTo>
                  <a:pt x="477012" y="159287"/>
                </a:lnTo>
                <a:lnTo>
                  <a:pt x="477526" y="152952"/>
                </a:lnTo>
                <a:lnTo>
                  <a:pt x="477803" y="146609"/>
                </a:lnTo>
                <a:lnTo>
                  <a:pt x="477850" y="140265"/>
                </a:lnTo>
                <a:lnTo>
                  <a:pt x="477660" y="133922"/>
                </a:lnTo>
                <a:lnTo>
                  <a:pt x="477269" y="127578"/>
                </a:lnTo>
                <a:lnTo>
                  <a:pt x="476660" y="121244"/>
                </a:lnTo>
                <a:lnTo>
                  <a:pt x="485137" y="119691"/>
                </a:lnTo>
                <a:lnTo>
                  <a:pt x="494052" y="118272"/>
                </a:lnTo>
                <a:lnTo>
                  <a:pt x="502949" y="116757"/>
                </a:lnTo>
                <a:lnTo>
                  <a:pt x="511807" y="115167"/>
                </a:lnTo>
                <a:lnTo>
                  <a:pt x="520636" y="113509"/>
                </a:lnTo>
                <a:lnTo>
                  <a:pt x="529447" y="111776"/>
                </a:lnTo>
                <a:lnTo>
                  <a:pt x="538229" y="109985"/>
                </a:lnTo>
                <a:lnTo>
                  <a:pt x="546983" y="108128"/>
                </a:lnTo>
                <a:lnTo>
                  <a:pt x="555708" y="106213"/>
                </a:lnTo>
                <a:lnTo>
                  <a:pt x="564404" y="104232"/>
                </a:lnTo>
                <a:lnTo>
                  <a:pt x="573072" y="102194"/>
                </a:lnTo>
                <a:lnTo>
                  <a:pt x="581711" y="100098"/>
                </a:lnTo>
                <a:lnTo>
                  <a:pt x="590321" y="97946"/>
                </a:lnTo>
                <a:lnTo>
                  <a:pt x="598903" y="95736"/>
                </a:lnTo>
                <a:lnTo>
                  <a:pt x="607447" y="93459"/>
                </a:lnTo>
                <a:lnTo>
                  <a:pt x="615963" y="91126"/>
                </a:lnTo>
                <a:lnTo>
                  <a:pt x="624440" y="88735"/>
                </a:lnTo>
                <a:lnTo>
                  <a:pt x="632889" y="86287"/>
                </a:lnTo>
                <a:lnTo>
                  <a:pt x="641290" y="83782"/>
                </a:lnTo>
                <a:lnTo>
                  <a:pt x="649662" y="81210"/>
                </a:lnTo>
                <a:lnTo>
                  <a:pt x="657997" y="78581"/>
                </a:lnTo>
                <a:lnTo>
                  <a:pt x="666283" y="75886"/>
                </a:lnTo>
                <a:lnTo>
                  <a:pt x="674532" y="73142"/>
                </a:lnTo>
                <a:lnTo>
                  <a:pt x="682742" y="70323"/>
                </a:lnTo>
                <a:lnTo>
                  <a:pt x="690896" y="67447"/>
                </a:lnTo>
                <a:lnTo>
                  <a:pt x="699011" y="64513"/>
                </a:lnTo>
                <a:lnTo>
                  <a:pt x="707079" y="61512"/>
                </a:lnTo>
                <a:lnTo>
                  <a:pt x="715089" y="58436"/>
                </a:lnTo>
                <a:lnTo>
                  <a:pt x="723052" y="55302"/>
                </a:lnTo>
                <a:lnTo>
                  <a:pt x="730958" y="52111"/>
                </a:lnTo>
                <a:lnTo>
                  <a:pt x="738807" y="48844"/>
                </a:lnTo>
                <a:lnTo>
                  <a:pt x="746598" y="45510"/>
                </a:lnTo>
                <a:lnTo>
                  <a:pt x="754323" y="42110"/>
                </a:lnTo>
                <a:lnTo>
                  <a:pt x="761990" y="38643"/>
                </a:lnTo>
                <a:lnTo>
                  <a:pt x="769582" y="35100"/>
                </a:lnTo>
                <a:lnTo>
                  <a:pt x="777116" y="31490"/>
                </a:lnTo>
                <a:lnTo>
                  <a:pt x="784574" y="27813"/>
                </a:lnTo>
                <a:lnTo>
                  <a:pt x="791956" y="24060"/>
                </a:lnTo>
                <a:lnTo>
                  <a:pt x="799262" y="20231"/>
                </a:lnTo>
                <a:lnTo>
                  <a:pt x="806482" y="16335"/>
                </a:lnTo>
                <a:lnTo>
                  <a:pt x="813616" y="12363"/>
                </a:lnTo>
                <a:lnTo>
                  <a:pt x="820674" y="8315"/>
                </a:lnTo>
                <a:lnTo>
                  <a:pt x="827637" y="4201"/>
                </a:lnTo>
                <a:lnTo>
                  <a:pt x="834504" y="0"/>
                </a:lnTo>
                <a:close/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22860">
            <a:solidFill>
              <a:srgbClr val="85837B"/>
            </a:solidFill>
            <a:prstDash val="solid"/>
          </a:ln>
        </p:spPr>
      </p:sp>
      <p:sp>
        <p:nvSpPr>
          <p:cNvPr id="23" name="note-sheet-shadow-4">
            <a:extLst xmlns:a="http://schemas.openxmlformats.org/drawingml/2006/main">
              <a:ext uri="{FF2B5EF4-FFF2-40B4-BE49-F238E27FC236}">
                <a16:creationId xmlns:a16="http://schemas.microsoft.com/office/drawing/2014/main" id="{6162287E-8F83-4668-A80B-B2B10D519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35026" y="5087198"/>
            <a:ext cx="2265531" cy="417557"/>
          </a:xfrm>
          <a:custGeom xmlns:a="http://schemas.openxmlformats.org/drawingml/2006/main">
            <a:pathLst>
              <a:path w="2265531" h="417557">
                <a:moveTo>
                  <a:pt x="2264835" y="0"/>
                </a:moveTo>
                <a:lnTo>
                  <a:pt x="2265531" y="15373"/>
                </a:lnTo>
                <a:lnTo>
                  <a:pt x="2265216" y="30756"/>
                </a:lnTo>
                <a:lnTo>
                  <a:pt x="2264121" y="46130"/>
                </a:lnTo>
                <a:lnTo>
                  <a:pt x="2262302" y="61465"/>
                </a:lnTo>
                <a:lnTo>
                  <a:pt x="2259768" y="76743"/>
                </a:lnTo>
                <a:lnTo>
                  <a:pt x="2256549" y="91973"/>
                </a:lnTo>
                <a:lnTo>
                  <a:pt x="2252624" y="107109"/>
                </a:lnTo>
                <a:lnTo>
                  <a:pt x="2247986" y="122158"/>
                </a:lnTo>
                <a:lnTo>
                  <a:pt x="2242633" y="137093"/>
                </a:lnTo>
                <a:lnTo>
                  <a:pt x="2236556" y="151886"/>
                </a:lnTo>
                <a:lnTo>
                  <a:pt x="2229717" y="166526"/>
                </a:lnTo>
                <a:lnTo>
                  <a:pt x="2222116" y="180975"/>
                </a:lnTo>
                <a:lnTo>
                  <a:pt x="2213724" y="195224"/>
                </a:lnTo>
                <a:lnTo>
                  <a:pt x="2204552" y="209226"/>
                </a:lnTo>
                <a:lnTo>
                  <a:pt x="2194560" y="222971"/>
                </a:lnTo>
                <a:lnTo>
                  <a:pt x="2183759" y="236411"/>
                </a:lnTo>
                <a:lnTo>
                  <a:pt x="2172129" y="249507"/>
                </a:lnTo>
                <a:lnTo>
                  <a:pt x="2159679" y="262252"/>
                </a:lnTo>
                <a:lnTo>
                  <a:pt x="2146421" y="274587"/>
                </a:lnTo>
                <a:lnTo>
                  <a:pt x="2132352" y="286483"/>
                </a:lnTo>
                <a:lnTo>
                  <a:pt x="2117503" y="297913"/>
                </a:lnTo>
                <a:lnTo>
                  <a:pt x="2101901" y="308858"/>
                </a:lnTo>
                <a:lnTo>
                  <a:pt x="2085565" y="319268"/>
                </a:lnTo>
                <a:lnTo>
                  <a:pt x="2068554" y="329146"/>
                </a:lnTo>
                <a:lnTo>
                  <a:pt x="2050885" y="338452"/>
                </a:lnTo>
                <a:lnTo>
                  <a:pt x="2032625" y="347186"/>
                </a:lnTo>
                <a:lnTo>
                  <a:pt x="2013804" y="355349"/>
                </a:lnTo>
                <a:lnTo>
                  <a:pt x="1994497" y="362922"/>
                </a:lnTo>
                <a:lnTo>
                  <a:pt x="1974723" y="369913"/>
                </a:lnTo>
                <a:lnTo>
                  <a:pt x="1954559" y="376333"/>
                </a:lnTo>
                <a:lnTo>
                  <a:pt x="1934032" y="382181"/>
                </a:lnTo>
                <a:lnTo>
                  <a:pt x="1913201" y="387477"/>
                </a:lnTo>
                <a:lnTo>
                  <a:pt x="1892103" y="392240"/>
                </a:lnTo>
                <a:lnTo>
                  <a:pt x="1870777" y="396488"/>
                </a:lnTo>
                <a:lnTo>
                  <a:pt x="1849250" y="400231"/>
                </a:lnTo>
                <a:lnTo>
                  <a:pt x="1827562" y="403489"/>
                </a:lnTo>
                <a:lnTo>
                  <a:pt x="1805740" y="406298"/>
                </a:lnTo>
                <a:lnTo>
                  <a:pt x="1783813" y="408661"/>
                </a:lnTo>
                <a:lnTo>
                  <a:pt x="1761801" y="410594"/>
                </a:lnTo>
                <a:lnTo>
                  <a:pt x="1739722" y="412137"/>
                </a:lnTo>
                <a:lnTo>
                  <a:pt x="1717596" y="413290"/>
                </a:lnTo>
                <a:lnTo>
                  <a:pt x="1695412" y="413833"/>
                </a:lnTo>
                <a:lnTo>
                  <a:pt x="1673228" y="414195"/>
                </a:lnTo>
                <a:lnTo>
                  <a:pt x="1651044" y="414480"/>
                </a:lnTo>
                <a:lnTo>
                  <a:pt x="1628851" y="414728"/>
                </a:lnTo>
                <a:lnTo>
                  <a:pt x="1606667" y="414938"/>
                </a:lnTo>
                <a:lnTo>
                  <a:pt x="1584474" y="415128"/>
                </a:lnTo>
                <a:lnTo>
                  <a:pt x="1562281" y="415309"/>
                </a:lnTo>
                <a:lnTo>
                  <a:pt x="1540097" y="415471"/>
                </a:lnTo>
                <a:lnTo>
                  <a:pt x="1517904" y="415614"/>
                </a:lnTo>
                <a:lnTo>
                  <a:pt x="1495711" y="415757"/>
                </a:lnTo>
                <a:lnTo>
                  <a:pt x="1473518" y="415890"/>
                </a:lnTo>
                <a:lnTo>
                  <a:pt x="1451334" y="416014"/>
                </a:lnTo>
                <a:lnTo>
                  <a:pt x="1429141" y="416128"/>
                </a:lnTo>
                <a:lnTo>
                  <a:pt x="1406947" y="416233"/>
                </a:lnTo>
                <a:lnTo>
                  <a:pt x="1384754" y="416338"/>
                </a:lnTo>
                <a:lnTo>
                  <a:pt x="1362561" y="416433"/>
                </a:lnTo>
                <a:lnTo>
                  <a:pt x="1340377" y="416528"/>
                </a:lnTo>
                <a:lnTo>
                  <a:pt x="1318184" y="416614"/>
                </a:lnTo>
                <a:lnTo>
                  <a:pt x="1295991" y="416700"/>
                </a:lnTo>
                <a:lnTo>
                  <a:pt x="1273797" y="416776"/>
                </a:lnTo>
                <a:lnTo>
                  <a:pt x="1251604" y="416852"/>
                </a:lnTo>
                <a:lnTo>
                  <a:pt x="1229420" y="416919"/>
                </a:lnTo>
                <a:lnTo>
                  <a:pt x="1207227" y="416985"/>
                </a:lnTo>
                <a:lnTo>
                  <a:pt x="1185034" y="417043"/>
                </a:lnTo>
                <a:lnTo>
                  <a:pt x="1162841" y="417109"/>
                </a:lnTo>
                <a:lnTo>
                  <a:pt x="1140647" y="417157"/>
                </a:lnTo>
                <a:lnTo>
                  <a:pt x="1118454" y="417205"/>
                </a:lnTo>
                <a:lnTo>
                  <a:pt x="1096270" y="417262"/>
                </a:lnTo>
                <a:lnTo>
                  <a:pt x="1074077" y="417300"/>
                </a:lnTo>
                <a:lnTo>
                  <a:pt x="1051884" y="417338"/>
                </a:lnTo>
                <a:lnTo>
                  <a:pt x="1029691" y="417376"/>
                </a:lnTo>
                <a:lnTo>
                  <a:pt x="1007497" y="417405"/>
                </a:lnTo>
                <a:lnTo>
                  <a:pt x="985304" y="417433"/>
                </a:lnTo>
                <a:lnTo>
                  <a:pt x="963120" y="417462"/>
                </a:lnTo>
                <a:lnTo>
                  <a:pt x="940927" y="417490"/>
                </a:lnTo>
                <a:lnTo>
                  <a:pt x="918734" y="417509"/>
                </a:lnTo>
                <a:lnTo>
                  <a:pt x="896541" y="417519"/>
                </a:lnTo>
                <a:lnTo>
                  <a:pt x="874347" y="417538"/>
                </a:lnTo>
                <a:lnTo>
                  <a:pt x="852154" y="417547"/>
                </a:lnTo>
                <a:lnTo>
                  <a:pt x="829970" y="417547"/>
                </a:lnTo>
                <a:lnTo>
                  <a:pt x="807777" y="417557"/>
                </a:lnTo>
                <a:lnTo>
                  <a:pt x="785584" y="417547"/>
                </a:lnTo>
                <a:lnTo>
                  <a:pt x="763391" y="417547"/>
                </a:lnTo>
                <a:lnTo>
                  <a:pt x="741197" y="417538"/>
                </a:lnTo>
                <a:lnTo>
                  <a:pt x="719004" y="417528"/>
                </a:lnTo>
                <a:lnTo>
                  <a:pt x="696820" y="417500"/>
                </a:lnTo>
                <a:lnTo>
                  <a:pt x="674627" y="417481"/>
                </a:lnTo>
                <a:lnTo>
                  <a:pt x="652434" y="417462"/>
                </a:lnTo>
                <a:lnTo>
                  <a:pt x="630241" y="417424"/>
                </a:lnTo>
                <a:lnTo>
                  <a:pt x="608047" y="417395"/>
                </a:lnTo>
                <a:lnTo>
                  <a:pt x="585854" y="417357"/>
                </a:lnTo>
                <a:lnTo>
                  <a:pt x="563670" y="417309"/>
                </a:lnTo>
                <a:lnTo>
                  <a:pt x="541477" y="417262"/>
                </a:lnTo>
                <a:lnTo>
                  <a:pt x="519284" y="417205"/>
                </a:lnTo>
                <a:lnTo>
                  <a:pt x="497091" y="417147"/>
                </a:lnTo>
                <a:lnTo>
                  <a:pt x="474897" y="417081"/>
                </a:lnTo>
                <a:lnTo>
                  <a:pt x="452714" y="417005"/>
                </a:lnTo>
                <a:lnTo>
                  <a:pt x="430520" y="416938"/>
                </a:lnTo>
                <a:lnTo>
                  <a:pt x="408327" y="416843"/>
                </a:lnTo>
                <a:lnTo>
                  <a:pt x="386134" y="416757"/>
                </a:lnTo>
                <a:lnTo>
                  <a:pt x="363941" y="416652"/>
                </a:lnTo>
                <a:lnTo>
                  <a:pt x="341757" y="416538"/>
                </a:lnTo>
                <a:lnTo>
                  <a:pt x="319564" y="416414"/>
                </a:lnTo>
                <a:lnTo>
                  <a:pt x="297371" y="416290"/>
                </a:lnTo>
                <a:lnTo>
                  <a:pt x="275177" y="416147"/>
                </a:lnTo>
                <a:lnTo>
                  <a:pt x="252994" y="415985"/>
                </a:lnTo>
                <a:lnTo>
                  <a:pt x="230800" y="415814"/>
                </a:lnTo>
                <a:lnTo>
                  <a:pt x="208607" y="415633"/>
                </a:lnTo>
                <a:lnTo>
                  <a:pt x="186423" y="415423"/>
                </a:lnTo>
                <a:lnTo>
                  <a:pt x="164230" y="415195"/>
                </a:lnTo>
                <a:lnTo>
                  <a:pt x="142037" y="414938"/>
                </a:lnTo>
                <a:lnTo>
                  <a:pt x="119853" y="414652"/>
                </a:lnTo>
                <a:lnTo>
                  <a:pt x="97669" y="414309"/>
                </a:lnTo>
                <a:lnTo>
                  <a:pt x="75486" y="413918"/>
                </a:lnTo>
                <a:lnTo>
                  <a:pt x="53302" y="413442"/>
                </a:lnTo>
                <a:lnTo>
                  <a:pt x="31128" y="412814"/>
                </a:lnTo>
                <a:lnTo>
                  <a:pt x="8982" y="411813"/>
                </a:lnTo>
                <a:lnTo>
                  <a:pt x="4115" y="399307"/>
                </a:lnTo>
                <a:lnTo>
                  <a:pt x="3820" y="383924"/>
                </a:lnTo>
                <a:lnTo>
                  <a:pt x="3524" y="368532"/>
                </a:lnTo>
                <a:lnTo>
                  <a:pt x="3229" y="353149"/>
                </a:lnTo>
                <a:lnTo>
                  <a:pt x="2943" y="337766"/>
                </a:lnTo>
                <a:lnTo>
                  <a:pt x="2648" y="322383"/>
                </a:lnTo>
                <a:lnTo>
                  <a:pt x="2353" y="306991"/>
                </a:lnTo>
                <a:lnTo>
                  <a:pt x="2057" y="291608"/>
                </a:lnTo>
                <a:lnTo>
                  <a:pt x="1762" y="276225"/>
                </a:lnTo>
                <a:lnTo>
                  <a:pt x="1467" y="260842"/>
                </a:lnTo>
                <a:lnTo>
                  <a:pt x="1172" y="245450"/>
                </a:lnTo>
                <a:lnTo>
                  <a:pt x="886" y="230067"/>
                </a:lnTo>
                <a:lnTo>
                  <a:pt x="591" y="214684"/>
                </a:lnTo>
                <a:lnTo>
                  <a:pt x="295" y="199301"/>
                </a:lnTo>
                <a:lnTo>
                  <a:pt x="0" y="183909"/>
                </a:lnTo>
                <a:lnTo>
                  <a:pt x="8144" y="173850"/>
                </a:lnTo>
                <a:lnTo>
                  <a:pt x="30270" y="172726"/>
                </a:lnTo>
                <a:lnTo>
                  <a:pt x="52426" y="171793"/>
                </a:lnTo>
                <a:lnTo>
                  <a:pt x="74590" y="171002"/>
                </a:lnTo>
                <a:lnTo>
                  <a:pt x="96755" y="170364"/>
                </a:lnTo>
                <a:lnTo>
                  <a:pt x="118939" y="169850"/>
                </a:lnTo>
                <a:lnTo>
                  <a:pt x="141122" y="169450"/>
                </a:lnTo>
                <a:lnTo>
                  <a:pt x="163306" y="169154"/>
                </a:lnTo>
                <a:lnTo>
                  <a:pt x="185499" y="168954"/>
                </a:lnTo>
                <a:lnTo>
                  <a:pt x="207693" y="168850"/>
                </a:lnTo>
                <a:lnTo>
                  <a:pt x="229886" y="168812"/>
                </a:lnTo>
                <a:lnTo>
                  <a:pt x="252079" y="168859"/>
                </a:lnTo>
                <a:lnTo>
                  <a:pt x="274263" y="168973"/>
                </a:lnTo>
                <a:lnTo>
                  <a:pt x="296456" y="169145"/>
                </a:lnTo>
                <a:lnTo>
                  <a:pt x="318649" y="169374"/>
                </a:lnTo>
                <a:lnTo>
                  <a:pt x="340833" y="169659"/>
                </a:lnTo>
                <a:lnTo>
                  <a:pt x="363017" y="169993"/>
                </a:lnTo>
                <a:lnTo>
                  <a:pt x="385201" y="170374"/>
                </a:lnTo>
                <a:lnTo>
                  <a:pt x="407384" y="170793"/>
                </a:lnTo>
                <a:lnTo>
                  <a:pt x="429568" y="171260"/>
                </a:lnTo>
                <a:lnTo>
                  <a:pt x="451752" y="171755"/>
                </a:lnTo>
                <a:lnTo>
                  <a:pt x="473926" y="172288"/>
                </a:lnTo>
                <a:lnTo>
                  <a:pt x="496110" y="172850"/>
                </a:lnTo>
                <a:lnTo>
                  <a:pt x="518284" y="173441"/>
                </a:lnTo>
                <a:lnTo>
                  <a:pt x="540458" y="174050"/>
                </a:lnTo>
                <a:lnTo>
                  <a:pt x="562623" y="174698"/>
                </a:lnTo>
                <a:lnTo>
                  <a:pt x="584797" y="175365"/>
                </a:lnTo>
                <a:lnTo>
                  <a:pt x="606971" y="176051"/>
                </a:lnTo>
                <a:lnTo>
                  <a:pt x="629136" y="176746"/>
                </a:lnTo>
                <a:lnTo>
                  <a:pt x="651300" y="177470"/>
                </a:lnTo>
                <a:lnTo>
                  <a:pt x="673475" y="178203"/>
                </a:lnTo>
                <a:lnTo>
                  <a:pt x="695639" y="178956"/>
                </a:lnTo>
                <a:lnTo>
                  <a:pt x="717804" y="179718"/>
                </a:lnTo>
                <a:lnTo>
                  <a:pt x="739959" y="180489"/>
                </a:lnTo>
                <a:lnTo>
                  <a:pt x="762124" y="181261"/>
                </a:lnTo>
                <a:lnTo>
                  <a:pt x="784289" y="182051"/>
                </a:lnTo>
                <a:lnTo>
                  <a:pt x="806453" y="182842"/>
                </a:lnTo>
                <a:lnTo>
                  <a:pt x="828618" y="183632"/>
                </a:lnTo>
                <a:lnTo>
                  <a:pt x="850773" y="184433"/>
                </a:lnTo>
                <a:lnTo>
                  <a:pt x="872938" y="185233"/>
                </a:lnTo>
                <a:lnTo>
                  <a:pt x="895102" y="186033"/>
                </a:lnTo>
                <a:lnTo>
                  <a:pt x="917258" y="186823"/>
                </a:lnTo>
                <a:lnTo>
                  <a:pt x="939422" y="187614"/>
                </a:lnTo>
                <a:lnTo>
                  <a:pt x="961587" y="188414"/>
                </a:lnTo>
                <a:lnTo>
                  <a:pt x="983752" y="189195"/>
                </a:lnTo>
                <a:lnTo>
                  <a:pt x="1005916" y="189967"/>
                </a:lnTo>
                <a:lnTo>
                  <a:pt x="1028081" y="190729"/>
                </a:lnTo>
                <a:lnTo>
                  <a:pt x="1050246" y="191491"/>
                </a:lnTo>
                <a:lnTo>
                  <a:pt x="1072410" y="192234"/>
                </a:lnTo>
                <a:lnTo>
                  <a:pt x="1094575" y="192967"/>
                </a:lnTo>
                <a:lnTo>
                  <a:pt x="1116740" y="193681"/>
                </a:lnTo>
                <a:lnTo>
                  <a:pt x="1138914" y="194377"/>
                </a:lnTo>
                <a:lnTo>
                  <a:pt x="1161078" y="195053"/>
                </a:lnTo>
                <a:lnTo>
                  <a:pt x="1183253" y="195701"/>
                </a:lnTo>
                <a:lnTo>
                  <a:pt x="1205427" y="196339"/>
                </a:lnTo>
                <a:lnTo>
                  <a:pt x="1227601" y="196939"/>
                </a:lnTo>
                <a:lnTo>
                  <a:pt x="1249775" y="197520"/>
                </a:lnTo>
                <a:lnTo>
                  <a:pt x="1271959" y="198063"/>
                </a:lnTo>
                <a:lnTo>
                  <a:pt x="1294133" y="198577"/>
                </a:lnTo>
                <a:lnTo>
                  <a:pt x="1316317" y="199053"/>
                </a:lnTo>
                <a:lnTo>
                  <a:pt x="1338501" y="199492"/>
                </a:lnTo>
                <a:lnTo>
                  <a:pt x="1360684" y="199892"/>
                </a:lnTo>
                <a:lnTo>
                  <a:pt x="1382868" y="200244"/>
                </a:lnTo>
                <a:lnTo>
                  <a:pt x="1405052" y="200549"/>
                </a:lnTo>
                <a:lnTo>
                  <a:pt x="1427245" y="200797"/>
                </a:lnTo>
                <a:lnTo>
                  <a:pt x="1449438" y="200987"/>
                </a:lnTo>
                <a:lnTo>
                  <a:pt x="1471622" y="201111"/>
                </a:lnTo>
                <a:lnTo>
                  <a:pt x="1493815" y="201168"/>
                </a:lnTo>
                <a:lnTo>
                  <a:pt x="1516009" y="201158"/>
                </a:lnTo>
                <a:lnTo>
                  <a:pt x="1538202" y="201063"/>
                </a:lnTo>
                <a:lnTo>
                  <a:pt x="1560386" y="200873"/>
                </a:lnTo>
                <a:lnTo>
                  <a:pt x="1582579" y="200587"/>
                </a:lnTo>
                <a:lnTo>
                  <a:pt x="1604762" y="200196"/>
                </a:lnTo>
                <a:lnTo>
                  <a:pt x="1626946" y="199692"/>
                </a:lnTo>
                <a:lnTo>
                  <a:pt x="1649111" y="199044"/>
                </a:lnTo>
                <a:lnTo>
                  <a:pt x="1671276" y="198253"/>
                </a:lnTo>
                <a:lnTo>
                  <a:pt x="1693421" y="197301"/>
                </a:lnTo>
                <a:lnTo>
                  <a:pt x="1715557" y="196158"/>
                </a:lnTo>
                <a:lnTo>
                  <a:pt x="1737665" y="194796"/>
                </a:lnTo>
                <a:lnTo>
                  <a:pt x="1759734" y="193186"/>
                </a:lnTo>
                <a:lnTo>
                  <a:pt x="1781756" y="191291"/>
                </a:lnTo>
                <a:lnTo>
                  <a:pt x="1803711" y="189062"/>
                </a:lnTo>
                <a:lnTo>
                  <a:pt x="1825571" y="186414"/>
                </a:lnTo>
                <a:lnTo>
                  <a:pt x="1847288" y="183271"/>
                </a:lnTo>
                <a:lnTo>
                  <a:pt x="1868805" y="179499"/>
                </a:lnTo>
                <a:lnTo>
                  <a:pt x="1889979" y="174908"/>
                </a:lnTo>
                <a:lnTo>
                  <a:pt x="1910591" y="169221"/>
                </a:lnTo>
                <a:lnTo>
                  <a:pt x="1930165" y="161992"/>
                </a:lnTo>
                <a:lnTo>
                  <a:pt x="1947653" y="152571"/>
                </a:lnTo>
                <a:lnTo>
                  <a:pt x="1960731" y="140237"/>
                </a:lnTo>
                <a:lnTo>
                  <a:pt x="1965989" y="125406"/>
                </a:lnTo>
                <a:lnTo>
                  <a:pt x="1980867" y="117691"/>
                </a:lnTo>
                <a:lnTo>
                  <a:pt x="2001755" y="112500"/>
                </a:lnTo>
                <a:lnTo>
                  <a:pt x="2022358" y="106775"/>
                </a:lnTo>
                <a:lnTo>
                  <a:pt x="2042693" y="100622"/>
                </a:lnTo>
                <a:lnTo>
                  <a:pt x="2062763" y="94059"/>
                </a:lnTo>
                <a:lnTo>
                  <a:pt x="2082575" y="87125"/>
                </a:lnTo>
                <a:lnTo>
                  <a:pt x="2102110" y="79839"/>
                </a:lnTo>
                <a:lnTo>
                  <a:pt x="2121389" y="72209"/>
                </a:lnTo>
                <a:lnTo>
                  <a:pt x="2140372" y="64246"/>
                </a:lnTo>
                <a:lnTo>
                  <a:pt x="2159079" y="55969"/>
                </a:lnTo>
                <a:lnTo>
                  <a:pt x="2177491" y="47377"/>
                </a:lnTo>
                <a:lnTo>
                  <a:pt x="2195598" y="38481"/>
                </a:lnTo>
                <a:lnTo>
                  <a:pt x="2213391" y="29289"/>
                </a:lnTo>
                <a:lnTo>
                  <a:pt x="2230869" y="19812"/>
                </a:lnTo>
                <a:lnTo>
                  <a:pt x="2248014" y="10039"/>
                </a:lnTo>
                <a:lnTo>
                  <a:pt x="2264835" y="0"/>
                </a:lnTo>
                <a:close/>
              </a:path>
            </a:pathLst>
          </a:custGeom>
          <a:solidFill xmlns:a="http://schemas.openxmlformats.org/drawingml/2006/main">
            <a:srgbClr val="D8D5CC">
              <a:alpha val="35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4" name="note-sheet-paper-4">
            <a:extLst xmlns:a="http://schemas.openxmlformats.org/drawingml/2006/main">
              <a:ext uri="{FF2B5EF4-FFF2-40B4-BE49-F238E27FC236}">
                <a16:creationId xmlns:a16="http://schemas.microsoft.com/office/drawing/2014/main" id="{3B36611D-787E-4A1F-B10F-171265333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34845" y="3932930"/>
            <a:ext cx="2265016" cy="1570434"/>
          </a:xfrm>
          <a:custGeom xmlns:a="http://schemas.openxmlformats.org/drawingml/2006/main">
            <a:pathLst>
              <a:path w="2265016" h="1570434">
                <a:moveTo>
                  <a:pt x="0" y="1570434"/>
                </a:moveTo>
                <a:lnTo>
                  <a:pt x="36366" y="1570434"/>
                </a:lnTo>
                <a:lnTo>
                  <a:pt x="72733" y="1570434"/>
                </a:lnTo>
                <a:lnTo>
                  <a:pt x="109099" y="1570434"/>
                </a:lnTo>
                <a:lnTo>
                  <a:pt x="145466" y="1570434"/>
                </a:lnTo>
                <a:lnTo>
                  <a:pt x="181832" y="1570434"/>
                </a:lnTo>
                <a:lnTo>
                  <a:pt x="218208" y="1570434"/>
                </a:lnTo>
                <a:lnTo>
                  <a:pt x="254575" y="1570434"/>
                </a:lnTo>
                <a:lnTo>
                  <a:pt x="290941" y="1570434"/>
                </a:lnTo>
                <a:lnTo>
                  <a:pt x="327308" y="1570434"/>
                </a:lnTo>
                <a:lnTo>
                  <a:pt x="363674" y="1570434"/>
                </a:lnTo>
                <a:lnTo>
                  <a:pt x="400040" y="1570434"/>
                </a:lnTo>
                <a:lnTo>
                  <a:pt x="436407" y="1570434"/>
                </a:lnTo>
                <a:lnTo>
                  <a:pt x="472773" y="1570434"/>
                </a:lnTo>
                <a:lnTo>
                  <a:pt x="509140" y="1570434"/>
                </a:lnTo>
                <a:lnTo>
                  <a:pt x="545506" y="1570434"/>
                </a:lnTo>
                <a:lnTo>
                  <a:pt x="581873" y="1570434"/>
                </a:lnTo>
                <a:lnTo>
                  <a:pt x="618239" y="1570434"/>
                </a:lnTo>
                <a:lnTo>
                  <a:pt x="654615" y="1570434"/>
                </a:lnTo>
                <a:lnTo>
                  <a:pt x="690982" y="1570434"/>
                </a:lnTo>
                <a:lnTo>
                  <a:pt x="727348" y="1570434"/>
                </a:lnTo>
                <a:lnTo>
                  <a:pt x="763715" y="1570434"/>
                </a:lnTo>
                <a:lnTo>
                  <a:pt x="800081" y="1570434"/>
                </a:lnTo>
                <a:lnTo>
                  <a:pt x="836447" y="1570434"/>
                </a:lnTo>
                <a:lnTo>
                  <a:pt x="872814" y="1570434"/>
                </a:lnTo>
                <a:lnTo>
                  <a:pt x="909180" y="1570434"/>
                </a:lnTo>
                <a:lnTo>
                  <a:pt x="945547" y="1570434"/>
                </a:lnTo>
                <a:lnTo>
                  <a:pt x="981913" y="1570434"/>
                </a:lnTo>
                <a:lnTo>
                  <a:pt x="1018280" y="1570434"/>
                </a:lnTo>
                <a:lnTo>
                  <a:pt x="1054646" y="1570434"/>
                </a:lnTo>
                <a:lnTo>
                  <a:pt x="1091022" y="1570434"/>
                </a:lnTo>
                <a:lnTo>
                  <a:pt x="1127389" y="1570434"/>
                </a:lnTo>
                <a:lnTo>
                  <a:pt x="1163755" y="1570434"/>
                </a:lnTo>
                <a:lnTo>
                  <a:pt x="1200121" y="1570434"/>
                </a:lnTo>
                <a:lnTo>
                  <a:pt x="1236488" y="1570434"/>
                </a:lnTo>
                <a:lnTo>
                  <a:pt x="1272854" y="1570434"/>
                </a:lnTo>
                <a:lnTo>
                  <a:pt x="1309221" y="1570434"/>
                </a:lnTo>
                <a:lnTo>
                  <a:pt x="1345587" y="1570434"/>
                </a:lnTo>
                <a:lnTo>
                  <a:pt x="1381954" y="1570434"/>
                </a:lnTo>
                <a:lnTo>
                  <a:pt x="1418320" y="1570434"/>
                </a:lnTo>
                <a:lnTo>
                  <a:pt x="1454687" y="1570434"/>
                </a:lnTo>
                <a:lnTo>
                  <a:pt x="1491063" y="1570434"/>
                </a:lnTo>
                <a:lnTo>
                  <a:pt x="1527067" y="1567596"/>
                </a:lnTo>
                <a:lnTo>
                  <a:pt x="1562872" y="1563186"/>
                </a:lnTo>
                <a:lnTo>
                  <a:pt x="1598676" y="1558785"/>
                </a:lnTo>
                <a:lnTo>
                  <a:pt x="1634490" y="1554375"/>
                </a:lnTo>
                <a:lnTo>
                  <a:pt x="1670294" y="1549975"/>
                </a:lnTo>
                <a:lnTo>
                  <a:pt x="1706108" y="1545565"/>
                </a:lnTo>
                <a:lnTo>
                  <a:pt x="1741913" y="1541164"/>
                </a:lnTo>
                <a:lnTo>
                  <a:pt x="1777717" y="1536764"/>
                </a:lnTo>
                <a:lnTo>
                  <a:pt x="1805054" y="1521333"/>
                </a:lnTo>
                <a:lnTo>
                  <a:pt x="1830286" y="1503178"/>
                </a:lnTo>
                <a:lnTo>
                  <a:pt x="1855527" y="1485024"/>
                </a:lnTo>
                <a:lnTo>
                  <a:pt x="1880759" y="1466860"/>
                </a:lnTo>
                <a:lnTo>
                  <a:pt x="1906000" y="1448705"/>
                </a:lnTo>
                <a:lnTo>
                  <a:pt x="1931232" y="1430550"/>
                </a:lnTo>
                <a:lnTo>
                  <a:pt x="1956464" y="1412396"/>
                </a:lnTo>
                <a:lnTo>
                  <a:pt x="1981705" y="1394241"/>
                </a:lnTo>
                <a:lnTo>
                  <a:pt x="2006937" y="1376077"/>
                </a:lnTo>
                <a:lnTo>
                  <a:pt x="2032168" y="1357922"/>
                </a:lnTo>
                <a:lnTo>
                  <a:pt x="2057410" y="1339767"/>
                </a:lnTo>
                <a:lnTo>
                  <a:pt x="2082641" y="1321613"/>
                </a:lnTo>
                <a:lnTo>
                  <a:pt x="2107873" y="1303449"/>
                </a:lnTo>
                <a:lnTo>
                  <a:pt x="2133114" y="1285294"/>
                </a:lnTo>
                <a:lnTo>
                  <a:pt x="2158346" y="1267139"/>
                </a:lnTo>
                <a:lnTo>
                  <a:pt x="2183578" y="1248985"/>
                </a:lnTo>
                <a:lnTo>
                  <a:pt x="2208819" y="1230830"/>
                </a:lnTo>
                <a:lnTo>
                  <a:pt x="2234051" y="1212666"/>
                </a:lnTo>
                <a:lnTo>
                  <a:pt x="2259282" y="1194511"/>
                </a:lnTo>
                <a:lnTo>
                  <a:pt x="2265016" y="1170899"/>
                </a:lnTo>
                <a:lnTo>
                  <a:pt x="2265016" y="1145686"/>
                </a:lnTo>
                <a:lnTo>
                  <a:pt x="2265016" y="1120473"/>
                </a:lnTo>
                <a:lnTo>
                  <a:pt x="2265016" y="1095251"/>
                </a:lnTo>
                <a:lnTo>
                  <a:pt x="2265016" y="1070039"/>
                </a:lnTo>
                <a:lnTo>
                  <a:pt x="2265016" y="1044826"/>
                </a:lnTo>
                <a:lnTo>
                  <a:pt x="2265016" y="1019613"/>
                </a:lnTo>
                <a:lnTo>
                  <a:pt x="2265016" y="994391"/>
                </a:lnTo>
                <a:lnTo>
                  <a:pt x="2265016" y="969178"/>
                </a:lnTo>
                <a:lnTo>
                  <a:pt x="2265016" y="943966"/>
                </a:lnTo>
                <a:lnTo>
                  <a:pt x="2265016" y="918753"/>
                </a:lnTo>
                <a:lnTo>
                  <a:pt x="2265016" y="893531"/>
                </a:lnTo>
                <a:lnTo>
                  <a:pt x="2265016" y="868318"/>
                </a:lnTo>
                <a:lnTo>
                  <a:pt x="2265016" y="843105"/>
                </a:lnTo>
                <a:lnTo>
                  <a:pt x="2265016" y="817893"/>
                </a:lnTo>
                <a:lnTo>
                  <a:pt x="2265016" y="792671"/>
                </a:lnTo>
                <a:lnTo>
                  <a:pt x="2265016" y="767458"/>
                </a:lnTo>
                <a:lnTo>
                  <a:pt x="2265016" y="742245"/>
                </a:lnTo>
                <a:lnTo>
                  <a:pt x="2265016" y="717032"/>
                </a:lnTo>
                <a:lnTo>
                  <a:pt x="2265016" y="691810"/>
                </a:lnTo>
                <a:lnTo>
                  <a:pt x="2265016" y="666598"/>
                </a:lnTo>
                <a:lnTo>
                  <a:pt x="2265016" y="641385"/>
                </a:lnTo>
                <a:lnTo>
                  <a:pt x="2265016" y="616172"/>
                </a:lnTo>
                <a:lnTo>
                  <a:pt x="2265016" y="590950"/>
                </a:lnTo>
                <a:lnTo>
                  <a:pt x="2265016" y="565737"/>
                </a:lnTo>
                <a:lnTo>
                  <a:pt x="2265016" y="540525"/>
                </a:lnTo>
                <a:lnTo>
                  <a:pt x="2265016" y="515312"/>
                </a:lnTo>
                <a:lnTo>
                  <a:pt x="2265016" y="490090"/>
                </a:lnTo>
                <a:lnTo>
                  <a:pt x="2265016" y="464877"/>
                </a:lnTo>
                <a:lnTo>
                  <a:pt x="2265016" y="439664"/>
                </a:lnTo>
                <a:lnTo>
                  <a:pt x="2265016" y="414452"/>
                </a:lnTo>
                <a:lnTo>
                  <a:pt x="2265016" y="389230"/>
                </a:lnTo>
                <a:lnTo>
                  <a:pt x="2265016" y="364017"/>
                </a:lnTo>
                <a:lnTo>
                  <a:pt x="2265016" y="338804"/>
                </a:lnTo>
                <a:lnTo>
                  <a:pt x="2265016" y="313592"/>
                </a:lnTo>
                <a:lnTo>
                  <a:pt x="2265016" y="288369"/>
                </a:lnTo>
                <a:lnTo>
                  <a:pt x="2265016" y="263157"/>
                </a:lnTo>
                <a:lnTo>
                  <a:pt x="2265016" y="237944"/>
                </a:lnTo>
                <a:lnTo>
                  <a:pt x="2265016" y="212731"/>
                </a:lnTo>
                <a:lnTo>
                  <a:pt x="2265016" y="187509"/>
                </a:lnTo>
                <a:lnTo>
                  <a:pt x="2265016" y="162296"/>
                </a:lnTo>
                <a:lnTo>
                  <a:pt x="2265016" y="137084"/>
                </a:lnTo>
                <a:lnTo>
                  <a:pt x="2265016" y="111871"/>
                </a:lnTo>
                <a:lnTo>
                  <a:pt x="2265016" y="86649"/>
                </a:lnTo>
                <a:lnTo>
                  <a:pt x="2265016" y="61436"/>
                </a:lnTo>
                <a:lnTo>
                  <a:pt x="2265016" y="36224"/>
                </a:lnTo>
                <a:lnTo>
                  <a:pt x="2265016" y="11011"/>
                </a:lnTo>
                <a:lnTo>
                  <a:pt x="2244528" y="0"/>
                </a:lnTo>
                <a:lnTo>
                  <a:pt x="2208162" y="0"/>
                </a:lnTo>
                <a:lnTo>
                  <a:pt x="2171795" y="0"/>
                </a:lnTo>
                <a:lnTo>
                  <a:pt x="2135419" y="0"/>
                </a:lnTo>
                <a:lnTo>
                  <a:pt x="2099053" y="0"/>
                </a:lnTo>
                <a:lnTo>
                  <a:pt x="2062686" y="0"/>
                </a:lnTo>
                <a:lnTo>
                  <a:pt x="2026320" y="0"/>
                </a:lnTo>
                <a:lnTo>
                  <a:pt x="1989953" y="0"/>
                </a:lnTo>
                <a:lnTo>
                  <a:pt x="1953587" y="0"/>
                </a:lnTo>
                <a:lnTo>
                  <a:pt x="1917221" y="0"/>
                </a:lnTo>
                <a:lnTo>
                  <a:pt x="1880854" y="0"/>
                </a:lnTo>
                <a:lnTo>
                  <a:pt x="1844488" y="0"/>
                </a:lnTo>
                <a:lnTo>
                  <a:pt x="1808121" y="0"/>
                </a:lnTo>
                <a:lnTo>
                  <a:pt x="1771755" y="0"/>
                </a:lnTo>
                <a:lnTo>
                  <a:pt x="1735388" y="0"/>
                </a:lnTo>
                <a:lnTo>
                  <a:pt x="1699012" y="0"/>
                </a:lnTo>
                <a:lnTo>
                  <a:pt x="1662646" y="0"/>
                </a:lnTo>
                <a:lnTo>
                  <a:pt x="1626279" y="0"/>
                </a:lnTo>
                <a:lnTo>
                  <a:pt x="1589913" y="0"/>
                </a:lnTo>
                <a:lnTo>
                  <a:pt x="1553547" y="0"/>
                </a:lnTo>
                <a:lnTo>
                  <a:pt x="1517180" y="0"/>
                </a:lnTo>
                <a:lnTo>
                  <a:pt x="1480814" y="0"/>
                </a:lnTo>
                <a:lnTo>
                  <a:pt x="1444447" y="0"/>
                </a:lnTo>
                <a:lnTo>
                  <a:pt x="1408081" y="0"/>
                </a:lnTo>
                <a:lnTo>
                  <a:pt x="1371714" y="0"/>
                </a:lnTo>
                <a:lnTo>
                  <a:pt x="1335348" y="0"/>
                </a:lnTo>
                <a:lnTo>
                  <a:pt x="1298981" y="0"/>
                </a:lnTo>
                <a:lnTo>
                  <a:pt x="1262605" y="0"/>
                </a:lnTo>
                <a:lnTo>
                  <a:pt x="1226239" y="0"/>
                </a:lnTo>
                <a:lnTo>
                  <a:pt x="1189873" y="0"/>
                </a:lnTo>
                <a:lnTo>
                  <a:pt x="1153506" y="0"/>
                </a:lnTo>
                <a:lnTo>
                  <a:pt x="1117140" y="0"/>
                </a:lnTo>
                <a:lnTo>
                  <a:pt x="1080773" y="0"/>
                </a:lnTo>
                <a:lnTo>
                  <a:pt x="1044407" y="0"/>
                </a:lnTo>
                <a:lnTo>
                  <a:pt x="1008040" y="0"/>
                </a:lnTo>
                <a:lnTo>
                  <a:pt x="971674" y="0"/>
                </a:lnTo>
                <a:lnTo>
                  <a:pt x="935307" y="0"/>
                </a:lnTo>
                <a:lnTo>
                  <a:pt x="898941" y="0"/>
                </a:lnTo>
                <a:lnTo>
                  <a:pt x="862565" y="0"/>
                </a:lnTo>
                <a:lnTo>
                  <a:pt x="826199" y="0"/>
                </a:lnTo>
                <a:lnTo>
                  <a:pt x="789832" y="0"/>
                </a:lnTo>
                <a:lnTo>
                  <a:pt x="753466" y="0"/>
                </a:lnTo>
                <a:lnTo>
                  <a:pt x="717099" y="0"/>
                </a:lnTo>
                <a:lnTo>
                  <a:pt x="680733" y="0"/>
                </a:lnTo>
                <a:lnTo>
                  <a:pt x="644366" y="0"/>
                </a:lnTo>
                <a:lnTo>
                  <a:pt x="608000" y="0"/>
                </a:lnTo>
                <a:lnTo>
                  <a:pt x="571633" y="0"/>
                </a:lnTo>
                <a:lnTo>
                  <a:pt x="535267" y="0"/>
                </a:lnTo>
                <a:lnTo>
                  <a:pt x="498900" y="0"/>
                </a:lnTo>
                <a:lnTo>
                  <a:pt x="462534" y="0"/>
                </a:lnTo>
                <a:lnTo>
                  <a:pt x="426158" y="0"/>
                </a:lnTo>
                <a:lnTo>
                  <a:pt x="389792" y="0"/>
                </a:lnTo>
                <a:lnTo>
                  <a:pt x="353425" y="0"/>
                </a:lnTo>
                <a:lnTo>
                  <a:pt x="317059" y="0"/>
                </a:lnTo>
                <a:lnTo>
                  <a:pt x="280692" y="0"/>
                </a:lnTo>
                <a:lnTo>
                  <a:pt x="244326" y="0"/>
                </a:lnTo>
                <a:lnTo>
                  <a:pt x="207959" y="0"/>
                </a:lnTo>
                <a:lnTo>
                  <a:pt x="171593" y="0"/>
                </a:lnTo>
                <a:lnTo>
                  <a:pt x="135226" y="0"/>
                </a:lnTo>
                <a:lnTo>
                  <a:pt x="98860" y="0"/>
                </a:lnTo>
                <a:lnTo>
                  <a:pt x="62494" y="0"/>
                </a:lnTo>
                <a:lnTo>
                  <a:pt x="26127" y="0"/>
                </a:lnTo>
                <a:lnTo>
                  <a:pt x="0" y="7106"/>
                </a:lnTo>
                <a:lnTo>
                  <a:pt x="0" y="32318"/>
                </a:lnTo>
                <a:lnTo>
                  <a:pt x="0" y="57531"/>
                </a:lnTo>
                <a:lnTo>
                  <a:pt x="0" y="82744"/>
                </a:lnTo>
                <a:lnTo>
                  <a:pt x="0" y="107966"/>
                </a:lnTo>
                <a:lnTo>
                  <a:pt x="0" y="133179"/>
                </a:lnTo>
                <a:lnTo>
                  <a:pt x="0" y="158391"/>
                </a:lnTo>
                <a:lnTo>
                  <a:pt x="0" y="183604"/>
                </a:lnTo>
                <a:lnTo>
                  <a:pt x="0" y="208826"/>
                </a:lnTo>
                <a:lnTo>
                  <a:pt x="0" y="234039"/>
                </a:lnTo>
                <a:lnTo>
                  <a:pt x="0" y="259251"/>
                </a:lnTo>
                <a:lnTo>
                  <a:pt x="0" y="284464"/>
                </a:lnTo>
                <a:lnTo>
                  <a:pt x="0" y="309686"/>
                </a:lnTo>
                <a:lnTo>
                  <a:pt x="0" y="334899"/>
                </a:lnTo>
                <a:lnTo>
                  <a:pt x="0" y="360112"/>
                </a:lnTo>
                <a:lnTo>
                  <a:pt x="0" y="385324"/>
                </a:lnTo>
                <a:lnTo>
                  <a:pt x="0" y="410547"/>
                </a:lnTo>
                <a:lnTo>
                  <a:pt x="0" y="435759"/>
                </a:lnTo>
                <a:lnTo>
                  <a:pt x="0" y="460972"/>
                </a:lnTo>
                <a:lnTo>
                  <a:pt x="0" y="486185"/>
                </a:lnTo>
                <a:lnTo>
                  <a:pt x="0" y="511407"/>
                </a:lnTo>
                <a:lnTo>
                  <a:pt x="0" y="536619"/>
                </a:lnTo>
                <a:lnTo>
                  <a:pt x="0" y="561832"/>
                </a:lnTo>
                <a:lnTo>
                  <a:pt x="0" y="587045"/>
                </a:lnTo>
                <a:lnTo>
                  <a:pt x="0" y="612267"/>
                </a:lnTo>
                <a:lnTo>
                  <a:pt x="0" y="637480"/>
                </a:lnTo>
                <a:lnTo>
                  <a:pt x="0" y="662692"/>
                </a:lnTo>
                <a:lnTo>
                  <a:pt x="0" y="687905"/>
                </a:lnTo>
                <a:lnTo>
                  <a:pt x="0" y="713127"/>
                </a:lnTo>
                <a:lnTo>
                  <a:pt x="0" y="738340"/>
                </a:lnTo>
                <a:lnTo>
                  <a:pt x="0" y="763553"/>
                </a:lnTo>
                <a:lnTo>
                  <a:pt x="0" y="788765"/>
                </a:lnTo>
                <a:lnTo>
                  <a:pt x="0" y="813987"/>
                </a:lnTo>
                <a:lnTo>
                  <a:pt x="0" y="839200"/>
                </a:lnTo>
                <a:lnTo>
                  <a:pt x="0" y="864413"/>
                </a:lnTo>
                <a:lnTo>
                  <a:pt x="0" y="889625"/>
                </a:lnTo>
                <a:lnTo>
                  <a:pt x="0" y="914848"/>
                </a:lnTo>
                <a:lnTo>
                  <a:pt x="0" y="940060"/>
                </a:lnTo>
                <a:lnTo>
                  <a:pt x="0" y="965273"/>
                </a:lnTo>
                <a:lnTo>
                  <a:pt x="0" y="990486"/>
                </a:lnTo>
                <a:lnTo>
                  <a:pt x="0" y="1015708"/>
                </a:lnTo>
                <a:lnTo>
                  <a:pt x="0" y="1040921"/>
                </a:lnTo>
                <a:lnTo>
                  <a:pt x="0" y="1066133"/>
                </a:lnTo>
                <a:lnTo>
                  <a:pt x="0" y="1091346"/>
                </a:lnTo>
                <a:lnTo>
                  <a:pt x="0" y="1116568"/>
                </a:lnTo>
                <a:lnTo>
                  <a:pt x="0" y="1141781"/>
                </a:lnTo>
                <a:lnTo>
                  <a:pt x="0" y="1166993"/>
                </a:lnTo>
                <a:lnTo>
                  <a:pt x="0" y="1192206"/>
                </a:lnTo>
                <a:lnTo>
                  <a:pt x="0" y="1217428"/>
                </a:lnTo>
                <a:lnTo>
                  <a:pt x="0" y="1242641"/>
                </a:lnTo>
                <a:lnTo>
                  <a:pt x="0" y="1267854"/>
                </a:lnTo>
                <a:lnTo>
                  <a:pt x="0" y="1293066"/>
                </a:lnTo>
                <a:lnTo>
                  <a:pt x="0" y="1318289"/>
                </a:lnTo>
                <a:lnTo>
                  <a:pt x="0" y="1343501"/>
                </a:lnTo>
                <a:lnTo>
                  <a:pt x="0" y="1368714"/>
                </a:lnTo>
                <a:lnTo>
                  <a:pt x="0" y="1393927"/>
                </a:lnTo>
                <a:lnTo>
                  <a:pt x="0" y="1419149"/>
                </a:lnTo>
                <a:lnTo>
                  <a:pt x="0" y="1444361"/>
                </a:lnTo>
                <a:lnTo>
                  <a:pt x="0" y="1469574"/>
                </a:lnTo>
                <a:lnTo>
                  <a:pt x="0" y="1494787"/>
                </a:lnTo>
                <a:lnTo>
                  <a:pt x="0" y="1520009"/>
                </a:lnTo>
                <a:lnTo>
                  <a:pt x="0" y="1545222"/>
                </a:lnTo>
                <a:lnTo>
                  <a:pt x="0" y="1570434"/>
                </a:lnTo>
                <a:close/>
              </a:path>
            </a:pathLst>
          </a:cu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</p:sp>
      <p:sp>
        <p:nvSpPr>
          <p:cNvPr id="25" name="note-sheet-header-4">
            <a:extLst xmlns:a="http://schemas.openxmlformats.org/drawingml/2006/main">
              <a:ext uri="{FF2B5EF4-FFF2-40B4-BE49-F238E27FC236}">
                <a16:creationId xmlns:a16="http://schemas.microsoft.com/office/drawing/2014/main" id="{C5856A15-8CE6-4D42-AE09-24D84135B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34845" y="3932930"/>
            <a:ext cx="2265016" cy="2701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6" name="note-sheet-fold-4">
            <a:extLst xmlns:a="http://schemas.openxmlformats.org/drawingml/2006/main">
              <a:ext uri="{FF2B5EF4-FFF2-40B4-BE49-F238E27FC236}">
                <a16:creationId xmlns:a16="http://schemas.microsoft.com/office/drawing/2014/main" id="{C9ABAE43-D935-46D7-81B9-B68EC7A6D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65357" y="5123317"/>
            <a:ext cx="834504" cy="380333"/>
          </a:xfrm>
          <a:custGeom xmlns:a="http://schemas.openxmlformats.org/drawingml/2006/main">
            <a:pathLst>
              <a:path w="834504" h="380333">
                <a:moveTo>
                  <a:pt x="834504" y="0"/>
                </a:moveTo>
                <a:lnTo>
                  <a:pt x="833504" y="6306"/>
                </a:lnTo>
                <a:lnTo>
                  <a:pt x="832199" y="12592"/>
                </a:lnTo>
                <a:lnTo>
                  <a:pt x="830685" y="18850"/>
                </a:lnTo>
                <a:lnTo>
                  <a:pt x="828970" y="25079"/>
                </a:lnTo>
                <a:lnTo>
                  <a:pt x="827075" y="31290"/>
                </a:lnTo>
                <a:lnTo>
                  <a:pt x="825027" y="37481"/>
                </a:lnTo>
                <a:lnTo>
                  <a:pt x="822817" y="43634"/>
                </a:lnTo>
                <a:lnTo>
                  <a:pt x="820464" y="49768"/>
                </a:lnTo>
                <a:lnTo>
                  <a:pt x="817959" y="55874"/>
                </a:lnTo>
                <a:lnTo>
                  <a:pt x="815311" y="61951"/>
                </a:lnTo>
                <a:lnTo>
                  <a:pt x="812530" y="67999"/>
                </a:lnTo>
                <a:lnTo>
                  <a:pt x="809606" y="74009"/>
                </a:lnTo>
                <a:lnTo>
                  <a:pt x="806548" y="79991"/>
                </a:lnTo>
                <a:lnTo>
                  <a:pt x="803358" y="85944"/>
                </a:lnTo>
                <a:lnTo>
                  <a:pt x="800033" y="91850"/>
                </a:lnTo>
                <a:lnTo>
                  <a:pt x="796585" y="97727"/>
                </a:lnTo>
                <a:lnTo>
                  <a:pt x="793004" y="103575"/>
                </a:lnTo>
                <a:lnTo>
                  <a:pt x="789289" y="109376"/>
                </a:lnTo>
                <a:lnTo>
                  <a:pt x="785451" y="115138"/>
                </a:lnTo>
                <a:lnTo>
                  <a:pt x="781488" y="120853"/>
                </a:lnTo>
                <a:lnTo>
                  <a:pt x="777392" y="126530"/>
                </a:lnTo>
                <a:lnTo>
                  <a:pt x="773182" y="132169"/>
                </a:lnTo>
                <a:lnTo>
                  <a:pt x="768839" y="137751"/>
                </a:lnTo>
                <a:lnTo>
                  <a:pt x="764372" y="143294"/>
                </a:lnTo>
                <a:lnTo>
                  <a:pt x="759790" y="148790"/>
                </a:lnTo>
                <a:lnTo>
                  <a:pt x="755085" y="154229"/>
                </a:lnTo>
                <a:lnTo>
                  <a:pt x="750256" y="159620"/>
                </a:lnTo>
                <a:lnTo>
                  <a:pt x="745312" y="164963"/>
                </a:lnTo>
                <a:lnTo>
                  <a:pt x="740245" y="170250"/>
                </a:lnTo>
                <a:lnTo>
                  <a:pt x="735063" y="175479"/>
                </a:lnTo>
                <a:lnTo>
                  <a:pt x="729767" y="180661"/>
                </a:lnTo>
                <a:lnTo>
                  <a:pt x="724357" y="185776"/>
                </a:lnTo>
                <a:lnTo>
                  <a:pt x="718833" y="190833"/>
                </a:lnTo>
                <a:lnTo>
                  <a:pt x="713194" y="195834"/>
                </a:lnTo>
                <a:lnTo>
                  <a:pt x="707450" y="200777"/>
                </a:lnTo>
                <a:lnTo>
                  <a:pt x="701592" y="205654"/>
                </a:lnTo>
                <a:lnTo>
                  <a:pt x="695630" y="210464"/>
                </a:lnTo>
                <a:lnTo>
                  <a:pt x="689553" y="215217"/>
                </a:lnTo>
                <a:lnTo>
                  <a:pt x="683381" y="219904"/>
                </a:lnTo>
                <a:lnTo>
                  <a:pt x="677104" y="224523"/>
                </a:lnTo>
                <a:lnTo>
                  <a:pt x="670722" y="229067"/>
                </a:lnTo>
                <a:lnTo>
                  <a:pt x="664245" y="233553"/>
                </a:lnTo>
                <a:lnTo>
                  <a:pt x="657663" y="237963"/>
                </a:lnTo>
                <a:lnTo>
                  <a:pt x="650996" y="242316"/>
                </a:lnTo>
                <a:lnTo>
                  <a:pt x="644233" y="246583"/>
                </a:lnTo>
                <a:lnTo>
                  <a:pt x="637375" y="250793"/>
                </a:lnTo>
                <a:lnTo>
                  <a:pt x="630422" y="254927"/>
                </a:lnTo>
                <a:lnTo>
                  <a:pt x="623392" y="258985"/>
                </a:lnTo>
                <a:lnTo>
                  <a:pt x="616268" y="262976"/>
                </a:lnTo>
                <a:lnTo>
                  <a:pt x="609067" y="266891"/>
                </a:lnTo>
                <a:lnTo>
                  <a:pt x="601780" y="270729"/>
                </a:lnTo>
                <a:lnTo>
                  <a:pt x="594417" y="274501"/>
                </a:lnTo>
                <a:lnTo>
                  <a:pt x="586969" y="278197"/>
                </a:lnTo>
                <a:lnTo>
                  <a:pt x="579453" y="281816"/>
                </a:lnTo>
                <a:lnTo>
                  <a:pt x="571862" y="285359"/>
                </a:lnTo>
                <a:lnTo>
                  <a:pt x="564204" y="288836"/>
                </a:lnTo>
                <a:lnTo>
                  <a:pt x="556479" y="292237"/>
                </a:lnTo>
                <a:lnTo>
                  <a:pt x="548678" y="295561"/>
                </a:lnTo>
                <a:lnTo>
                  <a:pt x="540820" y="298818"/>
                </a:lnTo>
                <a:lnTo>
                  <a:pt x="532895" y="301990"/>
                </a:lnTo>
                <a:lnTo>
                  <a:pt x="524913" y="305095"/>
                </a:lnTo>
                <a:lnTo>
                  <a:pt x="516874" y="308134"/>
                </a:lnTo>
                <a:lnTo>
                  <a:pt x="508778" y="311086"/>
                </a:lnTo>
                <a:lnTo>
                  <a:pt x="500624" y="313982"/>
                </a:lnTo>
                <a:lnTo>
                  <a:pt x="492423" y="316792"/>
                </a:lnTo>
                <a:lnTo>
                  <a:pt x="484165" y="319535"/>
                </a:lnTo>
                <a:lnTo>
                  <a:pt x="475869" y="322212"/>
                </a:lnTo>
                <a:lnTo>
                  <a:pt x="467516" y="324812"/>
                </a:lnTo>
                <a:lnTo>
                  <a:pt x="459124" y="327346"/>
                </a:lnTo>
                <a:lnTo>
                  <a:pt x="450685" y="329813"/>
                </a:lnTo>
                <a:lnTo>
                  <a:pt x="442208" y="332203"/>
                </a:lnTo>
                <a:lnTo>
                  <a:pt x="433692" y="334528"/>
                </a:lnTo>
                <a:lnTo>
                  <a:pt x="425139" y="336785"/>
                </a:lnTo>
                <a:lnTo>
                  <a:pt x="416547" y="338976"/>
                </a:lnTo>
                <a:lnTo>
                  <a:pt x="407927" y="341109"/>
                </a:lnTo>
                <a:lnTo>
                  <a:pt x="399269" y="343167"/>
                </a:lnTo>
                <a:lnTo>
                  <a:pt x="390582" y="345157"/>
                </a:lnTo>
                <a:lnTo>
                  <a:pt x="381857" y="347091"/>
                </a:lnTo>
                <a:lnTo>
                  <a:pt x="373113" y="348958"/>
                </a:lnTo>
                <a:lnTo>
                  <a:pt x="364331" y="350768"/>
                </a:lnTo>
                <a:lnTo>
                  <a:pt x="355530" y="352501"/>
                </a:lnTo>
                <a:lnTo>
                  <a:pt x="346710" y="354187"/>
                </a:lnTo>
                <a:lnTo>
                  <a:pt x="337861" y="355806"/>
                </a:lnTo>
                <a:lnTo>
                  <a:pt x="328984" y="357368"/>
                </a:lnTo>
                <a:lnTo>
                  <a:pt x="320088" y="358873"/>
                </a:lnTo>
                <a:lnTo>
                  <a:pt x="311182" y="360321"/>
                </a:lnTo>
                <a:lnTo>
                  <a:pt x="302247" y="361702"/>
                </a:lnTo>
                <a:lnTo>
                  <a:pt x="293294" y="363036"/>
                </a:lnTo>
                <a:lnTo>
                  <a:pt x="284331" y="364312"/>
                </a:lnTo>
                <a:lnTo>
                  <a:pt x="275349" y="365531"/>
                </a:lnTo>
                <a:lnTo>
                  <a:pt x="266348" y="366703"/>
                </a:lnTo>
                <a:lnTo>
                  <a:pt x="257337" y="367808"/>
                </a:lnTo>
                <a:lnTo>
                  <a:pt x="248317" y="368875"/>
                </a:lnTo>
                <a:lnTo>
                  <a:pt x="239278" y="369884"/>
                </a:lnTo>
                <a:lnTo>
                  <a:pt x="230229" y="370837"/>
                </a:lnTo>
                <a:lnTo>
                  <a:pt x="221171" y="371742"/>
                </a:lnTo>
                <a:lnTo>
                  <a:pt x="212093" y="372599"/>
                </a:lnTo>
                <a:lnTo>
                  <a:pt x="203016" y="373409"/>
                </a:lnTo>
                <a:lnTo>
                  <a:pt x="193929" y="374171"/>
                </a:lnTo>
                <a:lnTo>
                  <a:pt x="184833" y="374875"/>
                </a:lnTo>
                <a:lnTo>
                  <a:pt x="175727" y="375542"/>
                </a:lnTo>
                <a:lnTo>
                  <a:pt x="166621" y="376161"/>
                </a:lnTo>
                <a:lnTo>
                  <a:pt x="157505" y="376733"/>
                </a:lnTo>
                <a:lnTo>
                  <a:pt x="148380" y="377266"/>
                </a:lnTo>
                <a:lnTo>
                  <a:pt x="139256" y="377742"/>
                </a:lnTo>
                <a:lnTo>
                  <a:pt x="130121" y="378190"/>
                </a:lnTo>
                <a:lnTo>
                  <a:pt x="120987" y="378581"/>
                </a:lnTo>
                <a:lnTo>
                  <a:pt x="111852" y="378943"/>
                </a:lnTo>
                <a:lnTo>
                  <a:pt x="102708" y="379257"/>
                </a:lnTo>
                <a:lnTo>
                  <a:pt x="93564" y="379524"/>
                </a:lnTo>
                <a:lnTo>
                  <a:pt x="84411" y="379762"/>
                </a:lnTo>
                <a:lnTo>
                  <a:pt x="75267" y="379952"/>
                </a:lnTo>
                <a:lnTo>
                  <a:pt x="66113" y="380105"/>
                </a:lnTo>
                <a:lnTo>
                  <a:pt x="56960" y="380219"/>
                </a:lnTo>
                <a:lnTo>
                  <a:pt x="47806" y="380295"/>
                </a:lnTo>
                <a:lnTo>
                  <a:pt x="38652" y="380333"/>
                </a:lnTo>
                <a:lnTo>
                  <a:pt x="29499" y="380333"/>
                </a:lnTo>
                <a:lnTo>
                  <a:pt x="20345" y="380305"/>
                </a:lnTo>
                <a:lnTo>
                  <a:pt x="11192" y="380228"/>
                </a:lnTo>
                <a:lnTo>
                  <a:pt x="2048" y="380124"/>
                </a:lnTo>
                <a:lnTo>
                  <a:pt x="0" y="380028"/>
                </a:lnTo>
                <a:lnTo>
                  <a:pt x="9154" y="379867"/>
                </a:lnTo>
                <a:lnTo>
                  <a:pt x="18298" y="379600"/>
                </a:lnTo>
                <a:lnTo>
                  <a:pt x="27432" y="379257"/>
                </a:lnTo>
                <a:lnTo>
                  <a:pt x="36566" y="378828"/>
                </a:lnTo>
                <a:lnTo>
                  <a:pt x="45691" y="378333"/>
                </a:lnTo>
                <a:lnTo>
                  <a:pt x="54807" y="377771"/>
                </a:lnTo>
                <a:lnTo>
                  <a:pt x="63922" y="377133"/>
                </a:lnTo>
                <a:lnTo>
                  <a:pt x="73019" y="376428"/>
                </a:lnTo>
                <a:lnTo>
                  <a:pt x="82105" y="375656"/>
                </a:lnTo>
                <a:lnTo>
                  <a:pt x="91173" y="374828"/>
                </a:lnTo>
                <a:lnTo>
                  <a:pt x="100241" y="373923"/>
                </a:lnTo>
                <a:lnTo>
                  <a:pt x="109280" y="372961"/>
                </a:lnTo>
                <a:lnTo>
                  <a:pt x="118310" y="371923"/>
                </a:lnTo>
                <a:lnTo>
                  <a:pt x="127330" y="370818"/>
                </a:lnTo>
                <a:lnTo>
                  <a:pt x="136322" y="369646"/>
                </a:lnTo>
                <a:lnTo>
                  <a:pt x="145304" y="368398"/>
                </a:lnTo>
                <a:lnTo>
                  <a:pt x="154257" y="367084"/>
                </a:lnTo>
                <a:lnTo>
                  <a:pt x="163182" y="365693"/>
                </a:lnTo>
                <a:lnTo>
                  <a:pt x="172088" y="364226"/>
                </a:lnTo>
                <a:lnTo>
                  <a:pt x="180975" y="362693"/>
                </a:lnTo>
                <a:lnTo>
                  <a:pt x="189824" y="361074"/>
                </a:lnTo>
                <a:lnTo>
                  <a:pt x="198644" y="359378"/>
                </a:lnTo>
                <a:lnTo>
                  <a:pt x="207426" y="357597"/>
                </a:lnTo>
                <a:lnTo>
                  <a:pt x="216179" y="355730"/>
                </a:lnTo>
                <a:lnTo>
                  <a:pt x="224895" y="353787"/>
                </a:lnTo>
                <a:lnTo>
                  <a:pt x="233563" y="351749"/>
                </a:lnTo>
                <a:lnTo>
                  <a:pt x="242192" y="349625"/>
                </a:lnTo>
                <a:lnTo>
                  <a:pt x="250765" y="347405"/>
                </a:lnTo>
                <a:lnTo>
                  <a:pt x="259290" y="345091"/>
                </a:lnTo>
                <a:lnTo>
                  <a:pt x="267757" y="342681"/>
                </a:lnTo>
                <a:lnTo>
                  <a:pt x="276158" y="340176"/>
                </a:lnTo>
                <a:lnTo>
                  <a:pt x="284502" y="337556"/>
                </a:lnTo>
                <a:lnTo>
                  <a:pt x="292770" y="334842"/>
                </a:lnTo>
                <a:lnTo>
                  <a:pt x="300971" y="332013"/>
                </a:lnTo>
                <a:lnTo>
                  <a:pt x="309077" y="329070"/>
                </a:lnTo>
                <a:lnTo>
                  <a:pt x="317106" y="326022"/>
                </a:lnTo>
                <a:lnTo>
                  <a:pt x="325041" y="322850"/>
                </a:lnTo>
                <a:lnTo>
                  <a:pt x="332861" y="319564"/>
                </a:lnTo>
                <a:lnTo>
                  <a:pt x="340585" y="316154"/>
                </a:lnTo>
                <a:lnTo>
                  <a:pt x="348186" y="312611"/>
                </a:lnTo>
                <a:lnTo>
                  <a:pt x="355654" y="308953"/>
                </a:lnTo>
                <a:lnTo>
                  <a:pt x="362998" y="305162"/>
                </a:lnTo>
                <a:lnTo>
                  <a:pt x="370189" y="301238"/>
                </a:lnTo>
                <a:lnTo>
                  <a:pt x="377228" y="297180"/>
                </a:lnTo>
                <a:lnTo>
                  <a:pt x="384105" y="292989"/>
                </a:lnTo>
                <a:lnTo>
                  <a:pt x="390801" y="288665"/>
                </a:lnTo>
                <a:lnTo>
                  <a:pt x="397316" y="284207"/>
                </a:lnTo>
                <a:lnTo>
                  <a:pt x="403631" y="279616"/>
                </a:lnTo>
                <a:lnTo>
                  <a:pt x="409746" y="274882"/>
                </a:lnTo>
                <a:lnTo>
                  <a:pt x="415633" y="270024"/>
                </a:lnTo>
                <a:lnTo>
                  <a:pt x="421291" y="265043"/>
                </a:lnTo>
                <a:lnTo>
                  <a:pt x="426720" y="259928"/>
                </a:lnTo>
                <a:lnTo>
                  <a:pt x="431892" y="254689"/>
                </a:lnTo>
                <a:lnTo>
                  <a:pt x="436807" y="249336"/>
                </a:lnTo>
                <a:lnTo>
                  <a:pt x="441455" y="243869"/>
                </a:lnTo>
                <a:lnTo>
                  <a:pt x="445827" y="238296"/>
                </a:lnTo>
                <a:lnTo>
                  <a:pt x="449932" y="232620"/>
                </a:lnTo>
                <a:lnTo>
                  <a:pt x="453742" y="226857"/>
                </a:lnTo>
                <a:lnTo>
                  <a:pt x="457276" y="220999"/>
                </a:lnTo>
                <a:lnTo>
                  <a:pt x="460515" y="215065"/>
                </a:lnTo>
                <a:lnTo>
                  <a:pt x="463467" y="209055"/>
                </a:lnTo>
                <a:lnTo>
                  <a:pt x="466134" y="202987"/>
                </a:lnTo>
                <a:lnTo>
                  <a:pt x="468516" y="196863"/>
                </a:lnTo>
                <a:lnTo>
                  <a:pt x="470611" y="190681"/>
                </a:lnTo>
                <a:lnTo>
                  <a:pt x="472421" y="184461"/>
                </a:lnTo>
                <a:lnTo>
                  <a:pt x="473964" y="178203"/>
                </a:lnTo>
                <a:lnTo>
                  <a:pt x="475240" y="171917"/>
                </a:lnTo>
                <a:lnTo>
                  <a:pt x="476260" y="165611"/>
                </a:lnTo>
                <a:lnTo>
                  <a:pt x="477012" y="159287"/>
                </a:lnTo>
                <a:lnTo>
                  <a:pt x="477526" y="152952"/>
                </a:lnTo>
                <a:lnTo>
                  <a:pt x="477803" y="146609"/>
                </a:lnTo>
                <a:lnTo>
                  <a:pt x="477850" y="140265"/>
                </a:lnTo>
                <a:lnTo>
                  <a:pt x="477660" y="133922"/>
                </a:lnTo>
                <a:lnTo>
                  <a:pt x="477269" y="127578"/>
                </a:lnTo>
                <a:lnTo>
                  <a:pt x="476660" y="121244"/>
                </a:lnTo>
                <a:lnTo>
                  <a:pt x="485137" y="119691"/>
                </a:lnTo>
                <a:lnTo>
                  <a:pt x="494052" y="118272"/>
                </a:lnTo>
                <a:lnTo>
                  <a:pt x="502949" y="116757"/>
                </a:lnTo>
                <a:lnTo>
                  <a:pt x="511807" y="115167"/>
                </a:lnTo>
                <a:lnTo>
                  <a:pt x="520636" y="113509"/>
                </a:lnTo>
                <a:lnTo>
                  <a:pt x="529447" y="111776"/>
                </a:lnTo>
                <a:lnTo>
                  <a:pt x="538229" y="109985"/>
                </a:lnTo>
                <a:lnTo>
                  <a:pt x="546983" y="108128"/>
                </a:lnTo>
                <a:lnTo>
                  <a:pt x="555708" y="106213"/>
                </a:lnTo>
                <a:lnTo>
                  <a:pt x="564404" y="104232"/>
                </a:lnTo>
                <a:lnTo>
                  <a:pt x="573072" y="102194"/>
                </a:lnTo>
                <a:lnTo>
                  <a:pt x="581711" y="100098"/>
                </a:lnTo>
                <a:lnTo>
                  <a:pt x="590321" y="97946"/>
                </a:lnTo>
                <a:lnTo>
                  <a:pt x="598903" y="95736"/>
                </a:lnTo>
                <a:lnTo>
                  <a:pt x="607447" y="93459"/>
                </a:lnTo>
                <a:lnTo>
                  <a:pt x="615963" y="91126"/>
                </a:lnTo>
                <a:lnTo>
                  <a:pt x="624440" y="88735"/>
                </a:lnTo>
                <a:lnTo>
                  <a:pt x="632889" y="86287"/>
                </a:lnTo>
                <a:lnTo>
                  <a:pt x="641290" y="83782"/>
                </a:lnTo>
                <a:lnTo>
                  <a:pt x="649662" y="81210"/>
                </a:lnTo>
                <a:lnTo>
                  <a:pt x="657997" y="78581"/>
                </a:lnTo>
                <a:lnTo>
                  <a:pt x="666283" y="75886"/>
                </a:lnTo>
                <a:lnTo>
                  <a:pt x="674532" y="73142"/>
                </a:lnTo>
                <a:lnTo>
                  <a:pt x="682742" y="70323"/>
                </a:lnTo>
                <a:lnTo>
                  <a:pt x="690896" y="67447"/>
                </a:lnTo>
                <a:lnTo>
                  <a:pt x="699011" y="64513"/>
                </a:lnTo>
                <a:lnTo>
                  <a:pt x="707079" y="61512"/>
                </a:lnTo>
                <a:lnTo>
                  <a:pt x="715089" y="58436"/>
                </a:lnTo>
                <a:lnTo>
                  <a:pt x="723052" y="55302"/>
                </a:lnTo>
                <a:lnTo>
                  <a:pt x="730958" y="52111"/>
                </a:lnTo>
                <a:lnTo>
                  <a:pt x="738807" y="48844"/>
                </a:lnTo>
                <a:lnTo>
                  <a:pt x="746598" y="45510"/>
                </a:lnTo>
                <a:lnTo>
                  <a:pt x="754323" y="42110"/>
                </a:lnTo>
                <a:lnTo>
                  <a:pt x="761990" y="38643"/>
                </a:lnTo>
                <a:lnTo>
                  <a:pt x="769582" y="35100"/>
                </a:lnTo>
                <a:lnTo>
                  <a:pt x="777116" y="31490"/>
                </a:lnTo>
                <a:lnTo>
                  <a:pt x="784574" y="27813"/>
                </a:lnTo>
                <a:lnTo>
                  <a:pt x="791956" y="24060"/>
                </a:lnTo>
                <a:lnTo>
                  <a:pt x="799262" y="20231"/>
                </a:lnTo>
                <a:lnTo>
                  <a:pt x="806482" y="16335"/>
                </a:lnTo>
                <a:lnTo>
                  <a:pt x="813616" y="12363"/>
                </a:lnTo>
                <a:lnTo>
                  <a:pt x="820674" y="8315"/>
                </a:lnTo>
                <a:lnTo>
                  <a:pt x="827637" y="4201"/>
                </a:lnTo>
                <a:lnTo>
                  <a:pt x="834504" y="0"/>
                </a:lnTo>
                <a:close/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22860">
            <a:solidFill>
              <a:srgbClr val="85837B"/>
            </a:solidFill>
            <a:prstDash val="solid"/>
          </a:ln>
        </p:spPr>
      </p:sp>
      <p:sp>
        <p:nvSpPr>
          <p:cNvPr id="27" name="note-sheet-shadow-5">
            <a:extLst xmlns:a="http://schemas.openxmlformats.org/drawingml/2006/main">
              <a:ext uri="{FF2B5EF4-FFF2-40B4-BE49-F238E27FC236}">
                <a16:creationId xmlns:a16="http://schemas.microsoft.com/office/drawing/2014/main" id="{E9F7D15C-E423-4A48-A667-C57F4A8CE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41587" y="5087198"/>
            <a:ext cx="2265531" cy="417557"/>
          </a:xfrm>
          <a:custGeom xmlns:a="http://schemas.openxmlformats.org/drawingml/2006/main">
            <a:pathLst>
              <a:path w="2265531" h="417557">
                <a:moveTo>
                  <a:pt x="2264835" y="0"/>
                </a:moveTo>
                <a:lnTo>
                  <a:pt x="2265531" y="15373"/>
                </a:lnTo>
                <a:lnTo>
                  <a:pt x="2265216" y="30756"/>
                </a:lnTo>
                <a:lnTo>
                  <a:pt x="2264121" y="46130"/>
                </a:lnTo>
                <a:lnTo>
                  <a:pt x="2262302" y="61465"/>
                </a:lnTo>
                <a:lnTo>
                  <a:pt x="2259768" y="76743"/>
                </a:lnTo>
                <a:lnTo>
                  <a:pt x="2256549" y="91973"/>
                </a:lnTo>
                <a:lnTo>
                  <a:pt x="2252624" y="107109"/>
                </a:lnTo>
                <a:lnTo>
                  <a:pt x="2247986" y="122158"/>
                </a:lnTo>
                <a:lnTo>
                  <a:pt x="2242633" y="137093"/>
                </a:lnTo>
                <a:lnTo>
                  <a:pt x="2236556" y="151886"/>
                </a:lnTo>
                <a:lnTo>
                  <a:pt x="2229717" y="166526"/>
                </a:lnTo>
                <a:lnTo>
                  <a:pt x="2222116" y="180975"/>
                </a:lnTo>
                <a:lnTo>
                  <a:pt x="2213724" y="195224"/>
                </a:lnTo>
                <a:lnTo>
                  <a:pt x="2204552" y="209226"/>
                </a:lnTo>
                <a:lnTo>
                  <a:pt x="2194560" y="222971"/>
                </a:lnTo>
                <a:lnTo>
                  <a:pt x="2183759" y="236411"/>
                </a:lnTo>
                <a:lnTo>
                  <a:pt x="2172129" y="249507"/>
                </a:lnTo>
                <a:lnTo>
                  <a:pt x="2159679" y="262252"/>
                </a:lnTo>
                <a:lnTo>
                  <a:pt x="2146421" y="274587"/>
                </a:lnTo>
                <a:lnTo>
                  <a:pt x="2132352" y="286483"/>
                </a:lnTo>
                <a:lnTo>
                  <a:pt x="2117503" y="297913"/>
                </a:lnTo>
                <a:lnTo>
                  <a:pt x="2101901" y="308858"/>
                </a:lnTo>
                <a:lnTo>
                  <a:pt x="2085565" y="319268"/>
                </a:lnTo>
                <a:lnTo>
                  <a:pt x="2068554" y="329146"/>
                </a:lnTo>
                <a:lnTo>
                  <a:pt x="2050885" y="338452"/>
                </a:lnTo>
                <a:lnTo>
                  <a:pt x="2032625" y="347186"/>
                </a:lnTo>
                <a:lnTo>
                  <a:pt x="2013804" y="355349"/>
                </a:lnTo>
                <a:lnTo>
                  <a:pt x="1994497" y="362922"/>
                </a:lnTo>
                <a:lnTo>
                  <a:pt x="1974723" y="369913"/>
                </a:lnTo>
                <a:lnTo>
                  <a:pt x="1954559" y="376333"/>
                </a:lnTo>
                <a:lnTo>
                  <a:pt x="1934032" y="382181"/>
                </a:lnTo>
                <a:lnTo>
                  <a:pt x="1913201" y="387477"/>
                </a:lnTo>
                <a:lnTo>
                  <a:pt x="1892103" y="392240"/>
                </a:lnTo>
                <a:lnTo>
                  <a:pt x="1870777" y="396488"/>
                </a:lnTo>
                <a:lnTo>
                  <a:pt x="1849250" y="400231"/>
                </a:lnTo>
                <a:lnTo>
                  <a:pt x="1827562" y="403489"/>
                </a:lnTo>
                <a:lnTo>
                  <a:pt x="1805740" y="406298"/>
                </a:lnTo>
                <a:lnTo>
                  <a:pt x="1783813" y="408661"/>
                </a:lnTo>
                <a:lnTo>
                  <a:pt x="1761801" y="410594"/>
                </a:lnTo>
                <a:lnTo>
                  <a:pt x="1739722" y="412137"/>
                </a:lnTo>
                <a:lnTo>
                  <a:pt x="1717596" y="413290"/>
                </a:lnTo>
                <a:lnTo>
                  <a:pt x="1695412" y="413833"/>
                </a:lnTo>
                <a:lnTo>
                  <a:pt x="1673228" y="414195"/>
                </a:lnTo>
                <a:lnTo>
                  <a:pt x="1651044" y="414480"/>
                </a:lnTo>
                <a:lnTo>
                  <a:pt x="1628851" y="414728"/>
                </a:lnTo>
                <a:lnTo>
                  <a:pt x="1606667" y="414938"/>
                </a:lnTo>
                <a:lnTo>
                  <a:pt x="1584474" y="415128"/>
                </a:lnTo>
                <a:lnTo>
                  <a:pt x="1562281" y="415309"/>
                </a:lnTo>
                <a:lnTo>
                  <a:pt x="1540097" y="415471"/>
                </a:lnTo>
                <a:lnTo>
                  <a:pt x="1517904" y="415614"/>
                </a:lnTo>
                <a:lnTo>
                  <a:pt x="1495711" y="415757"/>
                </a:lnTo>
                <a:lnTo>
                  <a:pt x="1473518" y="415890"/>
                </a:lnTo>
                <a:lnTo>
                  <a:pt x="1451334" y="416014"/>
                </a:lnTo>
                <a:lnTo>
                  <a:pt x="1429141" y="416128"/>
                </a:lnTo>
                <a:lnTo>
                  <a:pt x="1406947" y="416233"/>
                </a:lnTo>
                <a:lnTo>
                  <a:pt x="1384754" y="416338"/>
                </a:lnTo>
                <a:lnTo>
                  <a:pt x="1362561" y="416433"/>
                </a:lnTo>
                <a:lnTo>
                  <a:pt x="1340377" y="416528"/>
                </a:lnTo>
                <a:lnTo>
                  <a:pt x="1318184" y="416614"/>
                </a:lnTo>
                <a:lnTo>
                  <a:pt x="1295991" y="416700"/>
                </a:lnTo>
                <a:lnTo>
                  <a:pt x="1273797" y="416776"/>
                </a:lnTo>
                <a:lnTo>
                  <a:pt x="1251604" y="416852"/>
                </a:lnTo>
                <a:lnTo>
                  <a:pt x="1229420" y="416919"/>
                </a:lnTo>
                <a:lnTo>
                  <a:pt x="1207227" y="416985"/>
                </a:lnTo>
                <a:lnTo>
                  <a:pt x="1185034" y="417043"/>
                </a:lnTo>
                <a:lnTo>
                  <a:pt x="1162841" y="417109"/>
                </a:lnTo>
                <a:lnTo>
                  <a:pt x="1140647" y="417157"/>
                </a:lnTo>
                <a:lnTo>
                  <a:pt x="1118454" y="417205"/>
                </a:lnTo>
                <a:lnTo>
                  <a:pt x="1096270" y="417262"/>
                </a:lnTo>
                <a:lnTo>
                  <a:pt x="1074077" y="417300"/>
                </a:lnTo>
                <a:lnTo>
                  <a:pt x="1051884" y="417338"/>
                </a:lnTo>
                <a:lnTo>
                  <a:pt x="1029691" y="417376"/>
                </a:lnTo>
                <a:lnTo>
                  <a:pt x="1007497" y="417405"/>
                </a:lnTo>
                <a:lnTo>
                  <a:pt x="985304" y="417433"/>
                </a:lnTo>
                <a:lnTo>
                  <a:pt x="963120" y="417462"/>
                </a:lnTo>
                <a:lnTo>
                  <a:pt x="940927" y="417490"/>
                </a:lnTo>
                <a:lnTo>
                  <a:pt x="918734" y="417509"/>
                </a:lnTo>
                <a:lnTo>
                  <a:pt x="896541" y="417519"/>
                </a:lnTo>
                <a:lnTo>
                  <a:pt x="874347" y="417538"/>
                </a:lnTo>
                <a:lnTo>
                  <a:pt x="852154" y="417547"/>
                </a:lnTo>
                <a:lnTo>
                  <a:pt x="829970" y="417547"/>
                </a:lnTo>
                <a:lnTo>
                  <a:pt x="807777" y="417557"/>
                </a:lnTo>
                <a:lnTo>
                  <a:pt x="785584" y="417547"/>
                </a:lnTo>
                <a:lnTo>
                  <a:pt x="763391" y="417547"/>
                </a:lnTo>
                <a:lnTo>
                  <a:pt x="741197" y="417538"/>
                </a:lnTo>
                <a:lnTo>
                  <a:pt x="719004" y="417528"/>
                </a:lnTo>
                <a:lnTo>
                  <a:pt x="696820" y="417500"/>
                </a:lnTo>
                <a:lnTo>
                  <a:pt x="674627" y="417481"/>
                </a:lnTo>
                <a:lnTo>
                  <a:pt x="652434" y="417462"/>
                </a:lnTo>
                <a:lnTo>
                  <a:pt x="630241" y="417424"/>
                </a:lnTo>
                <a:lnTo>
                  <a:pt x="608047" y="417395"/>
                </a:lnTo>
                <a:lnTo>
                  <a:pt x="585854" y="417357"/>
                </a:lnTo>
                <a:lnTo>
                  <a:pt x="563670" y="417309"/>
                </a:lnTo>
                <a:lnTo>
                  <a:pt x="541477" y="417262"/>
                </a:lnTo>
                <a:lnTo>
                  <a:pt x="519284" y="417205"/>
                </a:lnTo>
                <a:lnTo>
                  <a:pt x="497091" y="417147"/>
                </a:lnTo>
                <a:lnTo>
                  <a:pt x="474897" y="417081"/>
                </a:lnTo>
                <a:lnTo>
                  <a:pt x="452714" y="417005"/>
                </a:lnTo>
                <a:lnTo>
                  <a:pt x="430520" y="416938"/>
                </a:lnTo>
                <a:lnTo>
                  <a:pt x="408327" y="416843"/>
                </a:lnTo>
                <a:lnTo>
                  <a:pt x="386134" y="416757"/>
                </a:lnTo>
                <a:lnTo>
                  <a:pt x="363941" y="416652"/>
                </a:lnTo>
                <a:lnTo>
                  <a:pt x="341757" y="416538"/>
                </a:lnTo>
                <a:lnTo>
                  <a:pt x="319564" y="416414"/>
                </a:lnTo>
                <a:lnTo>
                  <a:pt x="297371" y="416290"/>
                </a:lnTo>
                <a:lnTo>
                  <a:pt x="275177" y="416147"/>
                </a:lnTo>
                <a:lnTo>
                  <a:pt x="252994" y="415985"/>
                </a:lnTo>
                <a:lnTo>
                  <a:pt x="230800" y="415814"/>
                </a:lnTo>
                <a:lnTo>
                  <a:pt x="208607" y="415633"/>
                </a:lnTo>
                <a:lnTo>
                  <a:pt x="186423" y="415423"/>
                </a:lnTo>
                <a:lnTo>
                  <a:pt x="164230" y="415195"/>
                </a:lnTo>
                <a:lnTo>
                  <a:pt x="142037" y="414938"/>
                </a:lnTo>
                <a:lnTo>
                  <a:pt x="119853" y="414652"/>
                </a:lnTo>
                <a:lnTo>
                  <a:pt x="97669" y="414309"/>
                </a:lnTo>
                <a:lnTo>
                  <a:pt x="75486" y="413918"/>
                </a:lnTo>
                <a:lnTo>
                  <a:pt x="53302" y="413442"/>
                </a:lnTo>
                <a:lnTo>
                  <a:pt x="31128" y="412814"/>
                </a:lnTo>
                <a:lnTo>
                  <a:pt x="8982" y="411813"/>
                </a:lnTo>
                <a:lnTo>
                  <a:pt x="4115" y="399307"/>
                </a:lnTo>
                <a:lnTo>
                  <a:pt x="3820" y="383924"/>
                </a:lnTo>
                <a:lnTo>
                  <a:pt x="3524" y="368532"/>
                </a:lnTo>
                <a:lnTo>
                  <a:pt x="3229" y="353149"/>
                </a:lnTo>
                <a:lnTo>
                  <a:pt x="2943" y="337766"/>
                </a:lnTo>
                <a:lnTo>
                  <a:pt x="2648" y="322383"/>
                </a:lnTo>
                <a:lnTo>
                  <a:pt x="2353" y="306991"/>
                </a:lnTo>
                <a:lnTo>
                  <a:pt x="2057" y="291608"/>
                </a:lnTo>
                <a:lnTo>
                  <a:pt x="1762" y="276225"/>
                </a:lnTo>
                <a:lnTo>
                  <a:pt x="1467" y="260842"/>
                </a:lnTo>
                <a:lnTo>
                  <a:pt x="1172" y="245450"/>
                </a:lnTo>
                <a:lnTo>
                  <a:pt x="886" y="230067"/>
                </a:lnTo>
                <a:lnTo>
                  <a:pt x="591" y="214684"/>
                </a:lnTo>
                <a:lnTo>
                  <a:pt x="295" y="199301"/>
                </a:lnTo>
                <a:lnTo>
                  <a:pt x="0" y="183909"/>
                </a:lnTo>
                <a:lnTo>
                  <a:pt x="8144" y="173850"/>
                </a:lnTo>
                <a:lnTo>
                  <a:pt x="30270" y="172726"/>
                </a:lnTo>
                <a:lnTo>
                  <a:pt x="52426" y="171793"/>
                </a:lnTo>
                <a:lnTo>
                  <a:pt x="74590" y="171002"/>
                </a:lnTo>
                <a:lnTo>
                  <a:pt x="96755" y="170364"/>
                </a:lnTo>
                <a:lnTo>
                  <a:pt x="118939" y="169850"/>
                </a:lnTo>
                <a:lnTo>
                  <a:pt x="141122" y="169450"/>
                </a:lnTo>
                <a:lnTo>
                  <a:pt x="163306" y="169154"/>
                </a:lnTo>
                <a:lnTo>
                  <a:pt x="185499" y="168954"/>
                </a:lnTo>
                <a:lnTo>
                  <a:pt x="207693" y="168850"/>
                </a:lnTo>
                <a:lnTo>
                  <a:pt x="229886" y="168812"/>
                </a:lnTo>
                <a:lnTo>
                  <a:pt x="252079" y="168859"/>
                </a:lnTo>
                <a:lnTo>
                  <a:pt x="274263" y="168973"/>
                </a:lnTo>
                <a:lnTo>
                  <a:pt x="296456" y="169145"/>
                </a:lnTo>
                <a:lnTo>
                  <a:pt x="318649" y="169374"/>
                </a:lnTo>
                <a:lnTo>
                  <a:pt x="340833" y="169659"/>
                </a:lnTo>
                <a:lnTo>
                  <a:pt x="363017" y="169993"/>
                </a:lnTo>
                <a:lnTo>
                  <a:pt x="385201" y="170374"/>
                </a:lnTo>
                <a:lnTo>
                  <a:pt x="407384" y="170793"/>
                </a:lnTo>
                <a:lnTo>
                  <a:pt x="429568" y="171260"/>
                </a:lnTo>
                <a:lnTo>
                  <a:pt x="451752" y="171755"/>
                </a:lnTo>
                <a:lnTo>
                  <a:pt x="473926" y="172288"/>
                </a:lnTo>
                <a:lnTo>
                  <a:pt x="496110" y="172850"/>
                </a:lnTo>
                <a:lnTo>
                  <a:pt x="518284" y="173441"/>
                </a:lnTo>
                <a:lnTo>
                  <a:pt x="540458" y="174050"/>
                </a:lnTo>
                <a:lnTo>
                  <a:pt x="562623" y="174698"/>
                </a:lnTo>
                <a:lnTo>
                  <a:pt x="584797" y="175365"/>
                </a:lnTo>
                <a:lnTo>
                  <a:pt x="606971" y="176051"/>
                </a:lnTo>
                <a:lnTo>
                  <a:pt x="629136" y="176746"/>
                </a:lnTo>
                <a:lnTo>
                  <a:pt x="651300" y="177470"/>
                </a:lnTo>
                <a:lnTo>
                  <a:pt x="673475" y="178203"/>
                </a:lnTo>
                <a:lnTo>
                  <a:pt x="695639" y="178956"/>
                </a:lnTo>
                <a:lnTo>
                  <a:pt x="717804" y="179718"/>
                </a:lnTo>
                <a:lnTo>
                  <a:pt x="739959" y="180489"/>
                </a:lnTo>
                <a:lnTo>
                  <a:pt x="762124" y="181261"/>
                </a:lnTo>
                <a:lnTo>
                  <a:pt x="784289" y="182051"/>
                </a:lnTo>
                <a:lnTo>
                  <a:pt x="806453" y="182842"/>
                </a:lnTo>
                <a:lnTo>
                  <a:pt x="828618" y="183632"/>
                </a:lnTo>
                <a:lnTo>
                  <a:pt x="850773" y="184433"/>
                </a:lnTo>
                <a:lnTo>
                  <a:pt x="872938" y="185233"/>
                </a:lnTo>
                <a:lnTo>
                  <a:pt x="895102" y="186033"/>
                </a:lnTo>
                <a:lnTo>
                  <a:pt x="917258" y="186823"/>
                </a:lnTo>
                <a:lnTo>
                  <a:pt x="939422" y="187614"/>
                </a:lnTo>
                <a:lnTo>
                  <a:pt x="961587" y="188414"/>
                </a:lnTo>
                <a:lnTo>
                  <a:pt x="983752" y="189195"/>
                </a:lnTo>
                <a:lnTo>
                  <a:pt x="1005916" y="189967"/>
                </a:lnTo>
                <a:lnTo>
                  <a:pt x="1028081" y="190729"/>
                </a:lnTo>
                <a:lnTo>
                  <a:pt x="1050246" y="191491"/>
                </a:lnTo>
                <a:lnTo>
                  <a:pt x="1072410" y="192234"/>
                </a:lnTo>
                <a:lnTo>
                  <a:pt x="1094575" y="192967"/>
                </a:lnTo>
                <a:lnTo>
                  <a:pt x="1116740" y="193681"/>
                </a:lnTo>
                <a:lnTo>
                  <a:pt x="1138914" y="194377"/>
                </a:lnTo>
                <a:lnTo>
                  <a:pt x="1161078" y="195053"/>
                </a:lnTo>
                <a:lnTo>
                  <a:pt x="1183253" y="195701"/>
                </a:lnTo>
                <a:lnTo>
                  <a:pt x="1205427" y="196339"/>
                </a:lnTo>
                <a:lnTo>
                  <a:pt x="1227601" y="196939"/>
                </a:lnTo>
                <a:lnTo>
                  <a:pt x="1249775" y="197520"/>
                </a:lnTo>
                <a:lnTo>
                  <a:pt x="1271959" y="198063"/>
                </a:lnTo>
                <a:lnTo>
                  <a:pt x="1294133" y="198577"/>
                </a:lnTo>
                <a:lnTo>
                  <a:pt x="1316317" y="199053"/>
                </a:lnTo>
                <a:lnTo>
                  <a:pt x="1338501" y="199492"/>
                </a:lnTo>
                <a:lnTo>
                  <a:pt x="1360684" y="199892"/>
                </a:lnTo>
                <a:lnTo>
                  <a:pt x="1382868" y="200244"/>
                </a:lnTo>
                <a:lnTo>
                  <a:pt x="1405052" y="200549"/>
                </a:lnTo>
                <a:lnTo>
                  <a:pt x="1427245" y="200797"/>
                </a:lnTo>
                <a:lnTo>
                  <a:pt x="1449438" y="200987"/>
                </a:lnTo>
                <a:lnTo>
                  <a:pt x="1471622" y="201111"/>
                </a:lnTo>
                <a:lnTo>
                  <a:pt x="1493815" y="201168"/>
                </a:lnTo>
                <a:lnTo>
                  <a:pt x="1516009" y="201158"/>
                </a:lnTo>
                <a:lnTo>
                  <a:pt x="1538202" y="201063"/>
                </a:lnTo>
                <a:lnTo>
                  <a:pt x="1560386" y="200873"/>
                </a:lnTo>
                <a:lnTo>
                  <a:pt x="1582579" y="200587"/>
                </a:lnTo>
                <a:lnTo>
                  <a:pt x="1604762" y="200196"/>
                </a:lnTo>
                <a:lnTo>
                  <a:pt x="1626946" y="199692"/>
                </a:lnTo>
                <a:lnTo>
                  <a:pt x="1649111" y="199044"/>
                </a:lnTo>
                <a:lnTo>
                  <a:pt x="1671276" y="198253"/>
                </a:lnTo>
                <a:lnTo>
                  <a:pt x="1693421" y="197301"/>
                </a:lnTo>
                <a:lnTo>
                  <a:pt x="1715557" y="196158"/>
                </a:lnTo>
                <a:lnTo>
                  <a:pt x="1737665" y="194796"/>
                </a:lnTo>
                <a:lnTo>
                  <a:pt x="1759734" y="193186"/>
                </a:lnTo>
                <a:lnTo>
                  <a:pt x="1781756" y="191291"/>
                </a:lnTo>
                <a:lnTo>
                  <a:pt x="1803711" y="189062"/>
                </a:lnTo>
                <a:lnTo>
                  <a:pt x="1825571" y="186414"/>
                </a:lnTo>
                <a:lnTo>
                  <a:pt x="1847288" y="183271"/>
                </a:lnTo>
                <a:lnTo>
                  <a:pt x="1868805" y="179499"/>
                </a:lnTo>
                <a:lnTo>
                  <a:pt x="1889979" y="174908"/>
                </a:lnTo>
                <a:lnTo>
                  <a:pt x="1910591" y="169221"/>
                </a:lnTo>
                <a:lnTo>
                  <a:pt x="1930165" y="161992"/>
                </a:lnTo>
                <a:lnTo>
                  <a:pt x="1947653" y="152571"/>
                </a:lnTo>
                <a:lnTo>
                  <a:pt x="1960731" y="140237"/>
                </a:lnTo>
                <a:lnTo>
                  <a:pt x="1965989" y="125406"/>
                </a:lnTo>
                <a:lnTo>
                  <a:pt x="1980867" y="117691"/>
                </a:lnTo>
                <a:lnTo>
                  <a:pt x="2001755" y="112500"/>
                </a:lnTo>
                <a:lnTo>
                  <a:pt x="2022358" y="106775"/>
                </a:lnTo>
                <a:lnTo>
                  <a:pt x="2042693" y="100622"/>
                </a:lnTo>
                <a:lnTo>
                  <a:pt x="2062763" y="94059"/>
                </a:lnTo>
                <a:lnTo>
                  <a:pt x="2082575" y="87125"/>
                </a:lnTo>
                <a:lnTo>
                  <a:pt x="2102110" y="79839"/>
                </a:lnTo>
                <a:lnTo>
                  <a:pt x="2121389" y="72209"/>
                </a:lnTo>
                <a:lnTo>
                  <a:pt x="2140372" y="64246"/>
                </a:lnTo>
                <a:lnTo>
                  <a:pt x="2159079" y="55969"/>
                </a:lnTo>
                <a:lnTo>
                  <a:pt x="2177491" y="47377"/>
                </a:lnTo>
                <a:lnTo>
                  <a:pt x="2195598" y="38481"/>
                </a:lnTo>
                <a:lnTo>
                  <a:pt x="2213391" y="29289"/>
                </a:lnTo>
                <a:lnTo>
                  <a:pt x="2230869" y="19812"/>
                </a:lnTo>
                <a:lnTo>
                  <a:pt x="2248014" y="10039"/>
                </a:lnTo>
                <a:lnTo>
                  <a:pt x="2264835" y="0"/>
                </a:lnTo>
                <a:close/>
              </a:path>
            </a:pathLst>
          </a:custGeom>
          <a:solidFill xmlns:a="http://schemas.openxmlformats.org/drawingml/2006/main">
            <a:srgbClr val="D8D5CC">
              <a:alpha val="35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8" name="note-sheet-paper-5">
            <a:extLst xmlns:a="http://schemas.openxmlformats.org/drawingml/2006/main">
              <a:ext uri="{FF2B5EF4-FFF2-40B4-BE49-F238E27FC236}">
                <a16:creationId xmlns:a16="http://schemas.microsoft.com/office/drawing/2014/main" id="{3853491F-5513-4E59-92E4-458AE8891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41406" y="3932930"/>
            <a:ext cx="2265016" cy="1570434"/>
          </a:xfrm>
          <a:custGeom xmlns:a="http://schemas.openxmlformats.org/drawingml/2006/main">
            <a:pathLst>
              <a:path w="2265016" h="1570434">
                <a:moveTo>
                  <a:pt x="0" y="1570434"/>
                </a:moveTo>
                <a:lnTo>
                  <a:pt x="36366" y="1570434"/>
                </a:lnTo>
                <a:lnTo>
                  <a:pt x="72733" y="1570434"/>
                </a:lnTo>
                <a:lnTo>
                  <a:pt x="109099" y="1570434"/>
                </a:lnTo>
                <a:lnTo>
                  <a:pt x="145466" y="1570434"/>
                </a:lnTo>
                <a:lnTo>
                  <a:pt x="181832" y="1570434"/>
                </a:lnTo>
                <a:lnTo>
                  <a:pt x="218208" y="1570434"/>
                </a:lnTo>
                <a:lnTo>
                  <a:pt x="254575" y="1570434"/>
                </a:lnTo>
                <a:lnTo>
                  <a:pt x="290941" y="1570434"/>
                </a:lnTo>
                <a:lnTo>
                  <a:pt x="327308" y="1570434"/>
                </a:lnTo>
                <a:lnTo>
                  <a:pt x="363674" y="1570434"/>
                </a:lnTo>
                <a:lnTo>
                  <a:pt x="400040" y="1570434"/>
                </a:lnTo>
                <a:lnTo>
                  <a:pt x="436407" y="1570434"/>
                </a:lnTo>
                <a:lnTo>
                  <a:pt x="472773" y="1570434"/>
                </a:lnTo>
                <a:lnTo>
                  <a:pt x="509140" y="1570434"/>
                </a:lnTo>
                <a:lnTo>
                  <a:pt x="545506" y="1570434"/>
                </a:lnTo>
                <a:lnTo>
                  <a:pt x="581873" y="1570434"/>
                </a:lnTo>
                <a:lnTo>
                  <a:pt x="618239" y="1570434"/>
                </a:lnTo>
                <a:lnTo>
                  <a:pt x="654615" y="1570434"/>
                </a:lnTo>
                <a:lnTo>
                  <a:pt x="690982" y="1570434"/>
                </a:lnTo>
                <a:lnTo>
                  <a:pt x="727348" y="1570434"/>
                </a:lnTo>
                <a:lnTo>
                  <a:pt x="763715" y="1570434"/>
                </a:lnTo>
                <a:lnTo>
                  <a:pt x="800081" y="1570434"/>
                </a:lnTo>
                <a:lnTo>
                  <a:pt x="836447" y="1570434"/>
                </a:lnTo>
                <a:lnTo>
                  <a:pt x="872814" y="1570434"/>
                </a:lnTo>
                <a:lnTo>
                  <a:pt x="909180" y="1570434"/>
                </a:lnTo>
                <a:lnTo>
                  <a:pt x="945547" y="1570434"/>
                </a:lnTo>
                <a:lnTo>
                  <a:pt x="981913" y="1570434"/>
                </a:lnTo>
                <a:lnTo>
                  <a:pt x="1018280" y="1570434"/>
                </a:lnTo>
                <a:lnTo>
                  <a:pt x="1054646" y="1570434"/>
                </a:lnTo>
                <a:lnTo>
                  <a:pt x="1091022" y="1570434"/>
                </a:lnTo>
                <a:lnTo>
                  <a:pt x="1127389" y="1570434"/>
                </a:lnTo>
                <a:lnTo>
                  <a:pt x="1163755" y="1570434"/>
                </a:lnTo>
                <a:lnTo>
                  <a:pt x="1200121" y="1570434"/>
                </a:lnTo>
                <a:lnTo>
                  <a:pt x="1236488" y="1570434"/>
                </a:lnTo>
                <a:lnTo>
                  <a:pt x="1272854" y="1570434"/>
                </a:lnTo>
                <a:lnTo>
                  <a:pt x="1309221" y="1570434"/>
                </a:lnTo>
                <a:lnTo>
                  <a:pt x="1345587" y="1570434"/>
                </a:lnTo>
                <a:lnTo>
                  <a:pt x="1381954" y="1570434"/>
                </a:lnTo>
                <a:lnTo>
                  <a:pt x="1418320" y="1570434"/>
                </a:lnTo>
                <a:lnTo>
                  <a:pt x="1454687" y="1570434"/>
                </a:lnTo>
                <a:lnTo>
                  <a:pt x="1491063" y="1570434"/>
                </a:lnTo>
                <a:lnTo>
                  <a:pt x="1527067" y="1567596"/>
                </a:lnTo>
                <a:lnTo>
                  <a:pt x="1562872" y="1563186"/>
                </a:lnTo>
                <a:lnTo>
                  <a:pt x="1598676" y="1558785"/>
                </a:lnTo>
                <a:lnTo>
                  <a:pt x="1634490" y="1554375"/>
                </a:lnTo>
                <a:lnTo>
                  <a:pt x="1670294" y="1549975"/>
                </a:lnTo>
                <a:lnTo>
                  <a:pt x="1706108" y="1545565"/>
                </a:lnTo>
                <a:lnTo>
                  <a:pt x="1741913" y="1541164"/>
                </a:lnTo>
                <a:lnTo>
                  <a:pt x="1777717" y="1536764"/>
                </a:lnTo>
                <a:lnTo>
                  <a:pt x="1805054" y="1521333"/>
                </a:lnTo>
                <a:lnTo>
                  <a:pt x="1830286" y="1503178"/>
                </a:lnTo>
                <a:lnTo>
                  <a:pt x="1855527" y="1485024"/>
                </a:lnTo>
                <a:lnTo>
                  <a:pt x="1880759" y="1466860"/>
                </a:lnTo>
                <a:lnTo>
                  <a:pt x="1906000" y="1448705"/>
                </a:lnTo>
                <a:lnTo>
                  <a:pt x="1931232" y="1430550"/>
                </a:lnTo>
                <a:lnTo>
                  <a:pt x="1956464" y="1412396"/>
                </a:lnTo>
                <a:lnTo>
                  <a:pt x="1981705" y="1394241"/>
                </a:lnTo>
                <a:lnTo>
                  <a:pt x="2006937" y="1376077"/>
                </a:lnTo>
                <a:lnTo>
                  <a:pt x="2032168" y="1357922"/>
                </a:lnTo>
                <a:lnTo>
                  <a:pt x="2057410" y="1339767"/>
                </a:lnTo>
                <a:lnTo>
                  <a:pt x="2082641" y="1321613"/>
                </a:lnTo>
                <a:lnTo>
                  <a:pt x="2107873" y="1303449"/>
                </a:lnTo>
                <a:lnTo>
                  <a:pt x="2133114" y="1285294"/>
                </a:lnTo>
                <a:lnTo>
                  <a:pt x="2158346" y="1267139"/>
                </a:lnTo>
                <a:lnTo>
                  <a:pt x="2183578" y="1248985"/>
                </a:lnTo>
                <a:lnTo>
                  <a:pt x="2208819" y="1230830"/>
                </a:lnTo>
                <a:lnTo>
                  <a:pt x="2234051" y="1212666"/>
                </a:lnTo>
                <a:lnTo>
                  <a:pt x="2259282" y="1194511"/>
                </a:lnTo>
                <a:lnTo>
                  <a:pt x="2265016" y="1170899"/>
                </a:lnTo>
                <a:lnTo>
                  <a:pt x="2265016" y="1145686"/>
                </a:lnTo>
                <a:lnTo>
                  <a:pt x="2265016" y="1120473"/>
                </a:lnTo>
                <a:lnTo>
                  <a:pt x="2265016" y="1095251"/>
                </a:lnTo>
                <a:lnTo>
                  <a:pt x="2265016" y="1070039"/>
                </a:lnTo>
                <a:lnTo>
                  <a:pt x="2265016" y="1044826"/>
                </a:lnTo>
                <a:lnTo>
                  <a:pt x="2265016" y="1019613"/>
                </a:lnTo>
                <a:lnTo>
                  <a:pt x="2265016" y="994391"/>
                </a:lnTo>
                <a:lnTo>
                  <a:pt x="2265016" y="969178"/>
                </a:lnTo>
                <a:lnTo>
                  <a:pt x="2265016" y="943966"/>
                </a:lnTo>
                <a:lnTo>
                  <a:pt x="2265016" y="918753"/>
                </a:lnTo>
                <a:lnTo>
                  <a:pt x="2265016" y="893531"/>
                </a:lnTo>
                <a:lnTo>
                  <a:pt x="2265016" y="868318"/>
                </a:lnTo>
                <a:lnTo>
                  <a:pt x="2265016" y="843105"/>
                </a:lnTo>
                <a:lnTo>
                  <a:pt x="2265016" y="817893"/>
                </a:lnTo>
                <a:lnTo>
                  <a:pt x="2265016" y="792671"/>
                </a:lnTo>
                <a:lnTo>
                  <a:pt x="2265016" y="767458"/>
                </a:lnTo>
                <a:lnTo>
                  <a:pt x="2265016" y="742245"/>
                </a:lnTo>
                <a:lnTo>
                  <a:pt x="2265016" y="717032"/>
                </a:lnTo>
                <a:lnTo>
                  <a:pt x="2265016" y="691810"/>
                </a:lnTo>
                <a:lnTo>
                  <a:pt x="2265016" y="666598"/>
                </a:lnTo>
                <a:lnTo>
                  <a:pt x="2265016" y="641385"/>
                </a:lnTo>
                <a:lnTo>
                  <a:pt x="2265016" y="616172"/>
                </a:lnTo>
                <a:lnTo>
                  <a:pt x="2265016" y="590950"/>
                </a:lnTo>
                <a:lnTo>
                  <a:pt x="2265016" y="565737"/>
                </a:lnTo>
                <a:lnTo>
                  <a:pt x="2265016" y="540525"/>
                </a:lnTo>
                <a:lnTo>
                  <a:pt x="2265016" y="515312"/>
                </a:lnTo>
                <a:lnTo>
                  <a:pt x="2265016" y="490090"/>
                </a:lnTo>
                <a:lnTo>
                  <a:pt x="2265016" y="464877"/>
                </a:lnTo>
                <a:lnTo>
                  <a:pt x="2265016" y="439664"/>
                </a:lnTo>
                <a:lnTo>
                  <a:pt x="2265016" y="414452"/>
                </a:lnTo>
                <a:lnTo>
                  <a:pt x="2265016" y="389230"/>
                </a:lnTo>
                <a:lnTo>
                  <a:pt x="2265016" y="364017"/>
                </a:lnTo>
                <a:lnTo>
                  <a:pt x="2265016" y="338804"/>
                </a:lnTo>
                <a:lnTo>
                  <a:pt x="2265016" y="313592"/>
                </a:lnTo>
                <a:lnTo>
                  <a:pt x="2265016" y="288369"/>
                </a:lnTo>
                <a:lnTo>
                  <a:pt x="2265016" y="263157"/>
                </a:lnTo>
                <a:lnTo>
                  <a:pt x="2265016" y="237944"/>
                </a:lnTo>
                <a:lnTo>
                  <a:pt x="2265016" y="212731"/>
                </a:lnTo>
                <a:lnTo>
                  <a:pt x="2265016" y="187509"/>
                </a:lnTo>
                <a:lnTo>
                  <a:pt x="2265016" y="162296"/>
                </a:lnTo>
                <a:lnTo>
                  <a:pt x="2265016" y="137084"/>
                </a:lnTo>
                <a:lnTo>
                  <a:pt x="2265016" y="111871"/>
                </a:lnTo>
                <a:lnTo>
                  <a:pt x="2265016" y="86649"/>
                </a:lnTo>
                <a:lnTo>
                  <a:pt x="2265016" y="61436"/>
                </a:lnTo>
                <a:lnTo>
                  <a:pt x="2265016" y="36224"/>
                </a:lnTo>
                <a:lnTo>
                  <a:pt x="2265016" y="11011"/>
                </a:lnTo>
                <a:lnTo>
                  <a:pt x="2244528" y="0"/>
                </a:lnTo>
                <a:lnTo>
                  <a:pt x="2208162" y="0"/>
                </a:lnTo>
                <a:lnTo>
                  <a:pt x="2171795" y="0"/>
                </a:lnTo>
                <a:lnTo>
                  <a:pt x="2135419" y="0"/>
                </a:lnTo>
                <a:lnTo>
                  <a:pt x="2099053" y="0"/>
                </a:lnTo>
                <a:lnTo>
                  <a:pt x="2062686" y="0"/>
                </a:lnTo>
                <a:lnTo>
                  <a:pt x="2026320" y="0"/>
                </a:lnTo>
                <a:lnTo>
                  <a:pt x="1989953" y="0"/>
                </a:lnTo>
                <a:lnTo>
                  <a:pt x="1953587" y="0"/>
                </a:lnTo>
                <a:lnTo>
                  <a:pt x="1917221" y="0"/>
                </a:lnTo>
                <a:lnTo>
                  <a:pt x="1880854" y="0"/>
                </a:lnTo>
                <a:lnTo>
                  <a:pt x="1844488" y="0"/>
                </a:lnTo>
                <a:lnTo>
                  <a:pt x="1808121" y="0"/>
                </a:lnTo>
                <a:lnTo>
                  <a:pt x="1771755" y="0"/>
                </a:lnTo>
                <a:lnTo>
                  <a:pt x="1735388" y="0"/>
                </a:lnTo>
                <a:lnTo>
                  <a:pt x="1699012" y="0"/>
                </a:lnTo>
                <a:lnTo>
                  <a:pt x="1662646" y="0"/>
                </a:lnTo>
                <a:lnTo>
                  <a:pt x="1626279" y="0"/>
                </a:lnTo>
                <a:lnTo>
                  <a:pt x="1589913" y="0"/>
                </a:lnTo>
                <a:lnTo>
                  <a:pt x="1553547" y="0"/>
                </a:lnTo>
                <a:lnTo>
                  <a:pt x="1517180" y="0"/>
                </a:lnTo>
                <a:lnTo>
                  <a:pt x="1480814" y="0"/>
                </a:lnTo>
                <a:lnTo>
                  <a:pt x="1444447" y="0"/>
                </a:lnTo>
                <a:lnTo>
                  <a:pt x="1408081" y="0"/>
                </a:lnTo>
                <a:lnTo>
                  <a:pt x="1371714" y="0"/>
                </a:lnTo>
                <a:lnTo>
                  <a:pt x="1335348" y="0"/>
                </a:lnTo>
                <a:lnTo>
                  <a:pt x="1298981" y="0"/>
                </a:lnTo>
                <a:lnTo>
                  <a:pt x="1262605" y="0"/>
                </a:lnTo>
                <a:lnTo>
                  <a:pt x="1226239" y="0"/>
                </a:lnTo>
                <a:lnTo>
                  <a:pt x="1189873" y="0"/>
                </a:lnTo>
                <a:lnTo>
                  <a:pt x="1153506" y="0"/>
                </a:lnTo>
                <a:lnTo>
                  <a:pt x="1117140" y="0"/>
                </a:lnTo>
                <a:lnTo>
                  <a:pt x="1080773" y="0"/>
                </a:lnTo>
                <a:lnTo>
                  <a:pt x="1044407" y="0"/>
                </a:lnTo>
                <a:lnTo>
                  <a:pt x="1008040" y="0"/>
                </a:lnTo>
                <a:lnTo>
                  <a:pt x="971674" y="0"/>
                </a:lnTo>
                <a:lnTo>
                  <a:pt x="935307" y="0"/>
                </a:lnTo>
                <a:lnTo>
                  <a:pt x="898941" y="0"/>
                </a:lnTo>
                <a:lnTo>
                  <a:pt x="862565" y="0"/>
                </a:lnTo>
                <a:lnTo>
                  <a:pt x="826199" y="0"/>
                </a:lnTo>
                <a:lnTo>
                  <a:pt x="789832" y="0"/>
                </a:lnTo>
                <a:lnTo>
                  <a:pt x="753466" y="0"/>
                </a:lnTo>
                <a:lnTo>
                  <a:pt x="717099" y="0"/>
                </a:lnTo>
                <a:lnTo>
                  <a:pt x="680733" y="0"/>
                </a:lnTo>
                <a:lnTo>
                  <a:pt x="644366" y="0"/>
                </a:lnTo>
                <a:lnTo>
                  <a:pt x="608000" y="0"/>
                </a:lnTo>
                <a:lnTo>
                  <a:pt x="571633" y="0"/>
                </a:lnTo>
                <a:lnTo>
                  <a:pt x="535267" y="0"/>
                </a:lnTo>
                <a:lnTo>
                  <a:pt x="498900" y="0"/>
                </a:lnTo>
                <a:lnTo>
                  <a:pt x="462534" y="0"/>
                </a:lnTo>
                <a:lnTo>
                  <a:pt x="426158" y="0"/>
                </a:lnTo>
                <a:lnTo>
                  <a:pt x="389792" y="0"/>
                </a:lnTo>
                <a:lnTo>
                  <a:pt x="353425" y="0"/>
                </a:lnTo>
                <a:lnTo>
                  <a:pt x="317059" y="0"/>
                </a:lnTo>
                <a:lnTo>
                  <a:pt x="280692" y="0"/>
                </a:lnTo>
                <a:lnTo>
                  <a:pt x="244326" y="0"/>
                </a:lnTo>
                <a:lnTo>
                  <a:pt x="207959" y="0"/>
                </a:lnTo>
                <a:lnTo>
                  <a:pt x="171593" y="0"/>
                </a:lnTo>
                <a:lnTo>
                  <a:pt x="135226" y="0"/>
                </a:lnTo>
                <a:lnTo>
                  <a:pt x="98860" y="0"/>
                </a:lnTo>
                <a:lnTo>
                  <a:pt x="62494" y="0"/>
                </a:lnTo>
                <a:lnTo>
                  <a:pt x="26127" y="0"/>
                </a:lnTo>
                <a:lnTo>
                  <a:pt x="0" y="7106"/>
                </a:lnTo>
                <a:lnTo>
                  <a:pt x="0" y="32318"/>
                </a:lnTo>
                <a:lnTo>
                  <a:pt x="0" y="57531"/>
                </a:lnTo>
                <a:lnTo>
                  <a:pt x="0" y="82744"/>
                </a:lnTo>
                <a:lnTo>
                  <a:pt x="0" y="107966"/>
                </a:lnTo>
                <a:lnTo>
                  <a:pt x="0" y="133179"/>
                </a:lnTo>
                <a:lnTo>
                  <a:pt x="0" y="158391"/>
                </a:lnTo>
                <a:lnTo>
                  <a:pt x="0" y="183604"/>
                </a:lnTo>
                <a:lnTo>
                  <a:pt x="0" y="208826"/>
                </a:lnTo>
                <a:lnTo>
                  <a:pt x="0" y="234039"/>
                </a:lnTo>
                <a:lnTo>
                  <a:pt x="0" y="259251"/>
                </a:lnTo>
                <a:lnTo>
                  <a:pt x="0" y="284464"/>
                </a:lnTo>
                <a:lnTo>
                  <a:pt x="0" y="309686"/>
                </a:lnTo>
                <a:lnTo>
                  <a:pt x="0" y="334899"/>
                </a:lnTo>
                <a:lnTo>
                  <a:pt x="0" y="360112"/>
                </a:lnTo>
                <a:lnTo>
                  <a:pt x="0" y="385324"/>
                </a:lnTo>
                <a:lnTo>
                  <a:pt x="0" y="410547"/>
                </a:lnTo>
                <a:lnTo>
                  <a:pt x="0" y="435759"/>
                </a:lnTo>
                <a:lnTo>
                  <a:pt x="0" y="460972"/>
                </a:lnTo>
                <a:lnTo>
                  <a:pt x="0" y="486185"/>
                </a:lnTo>
                <a:lnTo>
                  <a:pt x="0" y="511407"/>
                </a:lnTo>
                <a:lnTo>
                  <a:pt x="0" y="536619"/>
                </a:lnTo>
                <a:lnTo>
                  <a:pt x="0" y="561832"/>
                </a:lnTo>
                <a:lnTo>
                  <a:pt x="0" y="587045"/>
                </a:lnTo>
                <a:lnTo>
                  <a:pt x="0" y="612267"/>
                </a:lnTo>
                <a:lnTo>
                  <a:pt x="0" y="637480"/>
                </a:lnTo>
                <a:lnTo>
                  <a:pt x="0" y="662692"/>
                </a:lnTo>
                <a:lnTo>
                  <a:pt x="0" y="687905"/>
                </a:lnTo>
                <a:lnTo>
                  <a:pt x="0" y="713127"/>
                </a:lnTo>
                <a:lnTo>
                  <a:pt x="0" y="738340"/>
                </a:lnTo>
                <a:lnTo>
                  <a:pt x="0" y="763553"/>
                </a:lnTo>
                <a:lnTo>
                  <a:pt x="0" y="788765"/>
                </a:lnTo>
                <a:lnTo>
                  <a:pt x="0" y="813987"/>
                </a:lnTo>
                <a:lnTo>
                  <a:pt x="0" y="839200"/>
                </a:lnTo>
                <a:lnTo>
                  <a:pt x="0" y="864413"/>
                </a:lnTo>
                <a:lnTo>
                  <a:pt x="0" y="889625"/>
                </a:lnTo>
                <a:lnTo>
                  <a:pt x="0" y="914848"/>
                </a:lnTo>
                <a:lnTo>
                  <a:pt x="0" y="940060"/>
                </a:lnTo>
                <a:lnTo>
                  <a:pt x="0" y="965273"/>
                </a:lnTo>
                <a:lnTo>
                  <a:pt x="0" y="990486"/>
                </a:lnTo>
                <a:lnTo>
                  <a:pt x="0" y="1015708"/>
                </a:lnTo>
                <a:lnTo>
                  <a:pt x="0" y="1040921"/>
                </a:lnTo>
                <a:lnTo>
                  <a:pt x="0" y="1066133"/>
                </a:lnTo>
                <a:lnTo>
                  <a:pt x="0" y="1091346"/>
                </a:lnTo>
                <a:lnTo>
                  <a:pt x="0" y="1116568"/>
                </a:lnTo>
                <a:lnTo>
                  <a:pt x="0" y="1141781"/>
                </a:lnTo>
                <a:lnTo>
                  <a:pt x="0" y="1166993"/>
                </a:lnTo>
                <a:lnTo>
                  <a:pt x="0" y="1192206"/>
                </a:lnTo>
                <a:lnTo>
                  <a:pt x="0" y="1217428"/>
                </a:lnTo>
                <a:lnTo>
                  <a:pt x="0" y="1242641"/>
                </a:lnTo>
                <a:lnTo>
                  <a:pt x="0" y="1267854"/>
                </a:lnTo>
                <a:lnTo>
                  <a:pt x="0" y="1293066"/>
                </a:lnTo>
                <a:lnTo>
                  <a:pt x="0" y="1318289"/>
                </a:lnTo>
                <a:lnTo>
                  <a:pt x="0" y="1343501"/>
                </a:lnTo>
                <a:lnTo>
                  <a:pt x="0" y="1368714"/>
                </a:lnTo>
                <a:lnTo>
                  <a:pt x="0" y="1393927"/>
                </a:lnTo>
                <a:lnTo>
                  <a:pt x="0" y="1419149"/>
                </a:lnTo>
                <a:lnTo>
                  <a:pt x="0" y="1444361"/>
                </a:lnTo>
                <a:lnTo>
                  <a:pt x="0" y="1469574"/>
                </a:lnTo>
                <a:lnTo>
                  <a:pt x="0" y="1494787"/>
                </a:lnTo>
                <a:lnTo>
                  <a:pt x="0" y="1520009"/>
                </a:lnTo>
                <a:lnTo>
                  <a:pt x="0" y="1545222"/>
                </a:lnTo>
                <a:lnTo>
                  <a:pt x="0" y="1570434"/>
                </a:lnTo>
                <a:close/>
              </a:path>
            </a:pathLst>
          </a:cu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</p:sp>
      <p:sp>
        <p:nvSpPr>
          <p:cNvPr id="29" name="note-sheet-header-5">
            <a:extLst xmlns:a="http://schemas.openxmlformats.org/drawingml/2006/main">
              <a:ext uri="{FF2B5EF4-FFF2-40B4-BE49-F238E27FC236}">
                <a16:creationId xmlns:a16="http://schemas.microsoft.com/office/drawing/2014/main" id="{C3F28C9C-08CF-43E8-B495-5EB865006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41406" y="3932930"/>
            <a:ext cx="2265016" cy="2701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0" name="note-sheet-fold-5">
            <a:extLst xmlns:a="http://schemas.openxmlformats.org/drawingml/2006/main">
              <a:ext uri="{FF2B5EF4-FFF2-40B4-BE49-F238E27FC236}">
                <a16:creationId xmlns:a16="http://schemas.microsoft.com/office/drawing/2014/main" id="{E94D11F2-DF7A-4C5F-810A-43751639A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71918" y="5123317"/>
            <a:ext cx="834504" cy="380333"/>
          </a:xfrm>
          <a:custGeom xmlns:a="http://schemas.openxmlformats.org/drawingml/2006/main">
            <a:pathLst>
              <a:path w="834504" h="380333">
                <a:moveTo>
                  <a:pt x="834504" y="0"/>
                </a:moveTo>
                <a:lnTo>
                  <a:pt x="833504" y="6306"/>
                </a:lnTo>
                <a:lnTo>
                  <a:pt x="832199" y="12592"/>
                </a:lnTo>
                <a:lnTo>
                  <a:pt x="830685" y="18850"/>
                </a:lnTo>
                <a:lnTo>
                  <a:pt x="828970" y="25079"/>
                </a:lnTo>
                <a:lnTo>
                  <a:pt x="827075" y="31290"/>
                </a:lnTo>
                <a:lnTo>
                  <a:pt x="825027" y="37481"/>
                </a:lnTo>
                <a:lnTo>
                  <a:pt x="822817" y="43634"/>
                </a:lnTo>
                <a:lnTo>
                  <a:pt x="820464" y="49768"/>
                </a:lnTo>
                <a:lnTo>
                  <a:pt x="817959" y="55874"/>
                </a:lnTo>
                <a:lnTo>
                  <a:pt x="815311" y="61951"/>
                </a:lnTo>
                <a:lnTo>
                  <a:pt x="812530" y="67999"/>
                </a:lnTo>
                <a:lnTo>
                  <a:pt x="809606" y="74009"/>
                </a:lnTo>
                <a:lnTo>
                  <a:pt x="806548" y="79991"/>
                </a:lnTo>
                <a:lnTo>
                  <a:pt x="803358" y="85944"/>
                </a:lnTo>
                <a:lnTo>
                  <a:pt x="800033" y="91850"/>
                </a:lnTo>
                <a:lnTo>
                  <a:pt x="796585" y="97727"/>
                </a:lnTo>
                <a:lnTo>
                  <a:pt x="793004" y="103575"/>
                </a:lnTo>
                <a:lnTo>
                  <a:pt x="789289" y="109376"/>
                </a:lnTo>
                <a:lnTo>
                  <a:pt x="785451" y="115138"/>
                </a:lnTo>
                <a:lnTo>
                  <a:pt x="781488" y="120853"/>
                </a:lnTo>
                <a:lnTo>
                  <a:pt x="777392" y="126530"/>
                </a:lnTo>
                <a:lnTo>
                  <a:pt x="773182" y="132169"/>
                </a:lnTo>
                <a:lnTo>
                  <a:pt x="768839" y="137751"/>
                </a:lnTo>
                <a:lnTo>
                  <a:pt x="764372" y="143294"/>
                </a:lnTo>
                <a:lnTo>
                  <a:pt x="759790" y="148790"/>
                </a:lnTo>
                <a:lnTo>
                  <a:pt x="755085" y="154229"/>
                </a:lnTo>
                <a:lnTo>
                  <a:pt x="750256" y="159620"/>
                </a:lnTo>
                <a:lnTo>
                  <a:pt x="745312" y="164963"/>
                </a:lnTo>
                <a:lnTo>
                  <a:pt x="740245" y="170250"/>
                </a:lnTo>
                <a:lnTo>
                  <a:pt x="735063" y="175479"/>
                </a:lnTo>
                <a:lnTo>
                  <a:pt x="729767" y="180661"/>
                </a:lnTo>
                <a:lnTo>
                  <a:pt x="724357" y="185776"/>
                </a:lnTo>
                <a:lnTo>
                  <a:pt x="718833" y="190833"/>
                </a:lnTo>
                <a:lnTo>
                  <a:pt x="713194" y="195834"/>
                </a:lnTo>
                <a:lnTo>
                  <a:pt x="707450" y="200777"/>
                </a:lnTo>
                <a:lnTo>
                  <a:pt x="701592" y="205654"/>
                </a:lnTo>
                <a:lnTo>
                  <a:pt x="695630" y="210464"/>
                </a:lnTo>
                <a:lnTo>
                  <a:pt x="689553" y="215217"/>
                </a:lnTo>
                <a:lnTo>
                  <a:pt x="683381" y="219904"/>
                </a:lnTo>
                <a:lnTo>
                  <a:pt x="677104" y="224523"/>
                </a:lnTo>
                <a:lnTo>
                  <a:pt x="670722" y="229067"/>
                </a:lnTo>
                <a:lnTo>
                  <a:pt x="664245" y="233553"/>
                </a:lnTo>
                <a:lnTo>
                  <a:pt x="657663" y="237963"/>
                </a:lnTo>
                <a:lnTo>
                  <a:pt x="650996" y="242316"/>
                </a:lnTo>
                <a:lnTo>
                  <a:pt x="644233" y="246583"/>
                </a:lnTo>
                <a:lnTo>
                  <a:pt x="637375" y="250793"/>
                </a:lnTo>
                <a:lnTo>
                  <a:pt x="630422" y="254927"/>
                </a:lnTo>
                <a:lnTo>
                  <a:pt x="623392" y="258985"/>
                </a:lnTo>
                <a:lnTo>
                  <a:pt x="616268" y="262976"/>
                </a:lnTo>
                <a:lnTo>
                  <a:pt x="609067" y="266891"/>
                </a:lnTo>
                <a:lnTo>
                  <a:pt x="601780" y="270729"/>
                </a:lnTo>
                <a:lnTo>
                  <a:pt x="594417" y="274501"/>
                </a:lnTo>
                <a:lnTo>
                  <a:pt x="586969" y="278197"/>
                </a:lnTo>
                <a:lnTo>
                  <a:pt x="579453" y="281816"/>
                </a:lnTo>
                <a:lnTo>
                  <a:pt x="571862" y="285359"/>
                </a:lnTo>
                <a:lnTo>
                  <a:pt x="564204" y="288836"/>
                </a:lnTo>
                <a:lnTo>
                  <a:pt x="556479" y="292237"/>
                </a:lnTo>
                <a:lnTo>
                  <a:pt x="548678" y="295561"/>
                </a:lnTo>
                <a:lnTo>
                  <a:pt x="540820" y="298818"/>
                </a:lnTo>
                <a:lnTo>
                  <a:pt x="532895" y="301990"/>
                </a:lnTo>
                <a:lnTo>
                  <a:pt x="524913" y="305095"/>
                </a:lnTo>
                <a:lnTo>
                  <a:pt x="516874" y="308134"/>
                </a:lnTo>
                <a:lnTo>
                  <a:pt x="508778" y="311086"/>
                </a:lnTo>
                <a:lnTo>
                  <a:pt x="500624" y="313982"/>
                </a:lnTo>
                <a:lnTo>
                  <a:pt x="492423" y="316792"/>
                </a:lnTo>
                <a:lnTo>
                  <a:pt x="484165" y="319535"/>
                </a:lnTo>
                <a:lnTo>
                  <a:pt x="475869" y="322212"/>
                </a:lnTo>
                <a:lnTo>
                  <a:pt x="467516" y="324812"/>
                </a:lnTo>
                <a:lnTo>
                  <a:pt x="459124" y="327346"/>
                </a:lnTo>
                <a:lnTo>
                  <a:pt x="450685" y="329813"/>
                </a:lnTo>
                <a:lnTo>
                  <a:pt x="442208" y="332203"/>
                </a:lnTo>
                <a:lnTo>
                  <a:pt x="433692" y="334528"/>
                </a:lnTo>
                <a:lnTo>
                  <a:pt x="425139" y="336785"/>
                </a:lnTo>
                <a:lnTo>
                  <a:pt x="416547" y="338976"/>
                </a:lnTo>
                <a:lnTo>
                  <a:pt x="407927" y="341109"/>
                </a:lnTo>
                <a:lnTo>
                  <a:pt x="399269" y="343167"/>
                </a:lnTo>
                <a:lnTo>
                  <a:pt x="390582" y="345157"/>
                </a:lnTo>
                <a:lnTo>
                  <a:pt x="381857" y="347091"/>
                </a:lnTo>
                <a:lnTo>
                  <a:pt x="373113" y="348958"/>
                </a:lnTo>
                <a:lnTo>
                  <a:pt x="364331" y="350768"/>
                </a:lnTo>
                <a:lnTo>
                  <a:pt x="355530" y="352501"/>
                </a:lnTo>
                <a:lnTo>
                  <a:pt x="346710" y="354187"/>
                </a:lnTo>
                <a:lnTo>
                  <a:pt x="337861" y="355806"/>
                </a:lnTo>
                <a:lnTo>
                  <a:pt x="328984" y="357368"/>
                </a:lnTo>
                <a:lnTo>
                  <a:pt x="320088" y="358873"/>
                </a:lnTo>
                <a:lnTo>
                  <a:pt x="311182" y="360321"/>
                </a:lnTo>
                <a:lnTo>
                  <a:pt x="302247" y="361702"/>
                </a:lnTo>
                <a:lnTo>
                  <a:pt x="293294" y="363036"/>
                </a:lnTo>
                <a:lnTo>
                  <a:pt x="284331" y="364312"/>
                </a:lnTo>
                <a:lnTo>
                  <a:pt x="275349" y="365531"/>
                </a:lnTo>
                <a:lnTo>
                  <a:pt x="266348" y="366703"/>
                </a:lnTo>
                <a:lnTo>
                  <a:pt x="257337" y="367808"/>
                </a:lnTo>
                <a:lnTo>
                  <a:pt x="248317" y="368875"/>
                </a:lnTo>
                <a:lnTo>
                  <a:pt x="239278" y="369884"/>
                </a:lnTo>
                <a:lnTo>
                  <a:pt x="230229" y="370837"/>
                </a:lnTo>
                <a:lnTo>
                  <a:pt x="221171" y="371742"/>
                </a:lnTo>
                <a:lnTo>
                  <a:pt x="212093" y="372599"/>
                </a:lnTo>
                <a:lnTo>
                  <a:pt x="203016" y="373409"/>
                </a:lnTo>
                <a:lnTo>
                  <a:pt x="193929" y="374171"/>
                </a:lnTo>
                <a:lnTo>
                  <a:pt x="184833" y="374875"/>
                </a:lnTo>
                <a:lnTo>
                  <a:pt x="175727" y="375542"/>
                </a:lnTo>
                <a:lnTo>
                  <a:pt x="166621" y="376161"/>
                </a:lnTo>
                <a:lnTo>
                  <a:pt x="157505" y="376733"/>
                </a:lnTo>
                <a:lnTo>
                  <a:pt x="148380" y="377266"/>
                </a:lnTo>
                <a:lnTo>
                  <a:pt x="139256" y="377742"/>
                </a:lnTo>
                <a:lnTo>
                  <a:pt x="130121" y="378190"/>
                </a:lnTo>
                <a:lnTo>
                  <a:pt x="120987" y="378581"/>
                </a:lnTo>
                <a:lnTo>
                  <a:pt x="111852" y="378943"/>
                </a:lnTo>
                <a:lnTo>
                  <a:pt x="102708" y="379257"/>
                </a:lnTo>
                <a:lnTo>
                  <a:pt x="93564" y="379524"/>
                </a:lnTo>
                <a:lnTo>
                  <a:pt x="84411" y="379762"/>
                </a:lnTo>
                <a:lnTo>
                  <a:pt x="75267" y="379952"/>
                </a:lnTo>
                <a:lnTo>
                  <a:pt x="66113" y="380105"/>
                </a:lnTo>
                <a:lnTo>
                  <a:pt x="56960" y="380219"/>
                </a:lnTo>
                <a:lnTo>
                  <a:pt x="47806" y="380295"/>
                </a:lnTo>
                <a:lnTo>
                  <a:pt x="38652" y="380333"/>
                </a:lnTo>
                <a:lnTo>
                  <a:pt x="29499" y="380333"/>
                </a:lnTo>
                <a:lnTo>
                  <a:pt x="20345" y="380305"/>
                </a:lnTo>
                <a:lnTo>
                  <a:pt x="11192" y="380228"/>
                </a:lnTo>
                <a:lnTo>
                  <a:pt x="2048" y="380124"/>
                </a:lnTo>
                <a:lnTo>
                  <a:pt x="0" y="380028"/>
                </a:lnTo>
                <a:lnTo>
                  <a:pt x="9154" y="379867"/>
                </a:lnTo>
                <a:lnTo>
                  <a:pt x="18298" y="379600"/>
                </a:lnTo>
                <a:lnTo>
                  <a:pt x="27432" y="379257"/>
                </a:lnTo>
                <a:lnTo>
                  <a:pt x="36566" y="378828"/>
                </a:lnTo>
                <a:lnTo>
                  <a:pt x="45691" y="378333"/>
                </a:lnTo>
                <a:lnTo>
                  <a:pt x="54807" y="377771"/>
                </a:lnTo>
                <a:lnTo>
                  <a:pt x="63922" y="377133"/>
                </a:lnTo>
                <a:lnTo>
                  <a:pt x="73019" y="376428"/>
                </a:lnTo>
                <a:lnTo>
                  <a:pt x="82105" y="375656"/>
                </a:lnTo>
                <a:lnTo>
                  <a:pt x="91173" y="374828"/>
                </a:lnTo>
                <a:lnTo>
                  <a:pt x="100241" y="373923"/>
                </a:lnTo>
                <a:lnTo>
                  <a:pt x="109280" y="372961"/>
                </a:lnTo>
                <a:lnTo>
                  <a:pt x="118310" y="371923"/>
                </a:lnTo>
                <a:lnTo>
                  <a:pt x="127330" y="370818"/>
                </a:lnTo>
                <a:lnTo>
                  <a:pt x="136322" y="369646"/>
                </a:lnTo>
                <a:lnTo>
                  <a:pt x="145304" y="368398"/>
                </a:lnTo>
                <a:lnTo>
                  <a:pt x="154257" y="367084"/>
                </a:lnTo>
                <a:lnTo>
                  <a:pt x="163182" y="365693"/>
                </a:lnTo>
                <a:lnTo>
                  <a:pt x="172088" y="364226"/>
                </a:lnTo>
                <a:lnTo>
                  <a:pt x="180975" y="362693"/>
                </a:lnTo>
                <a:lnTo>
                  <a:pt x="189824" y="361074"/>
                </a:lnTo>
                <a:lnTo>
                  <a:pt x="198644" y="359378"/>
                </a:lnTo>
                <a:lnTo>
                  <a:pt x="207426" y="357597"/>
                </a:lnTo>
                <a:lnTo>
                  <a:pt x="216179" y="355730"/>
                </a:lnTo>
                <a:lnTo>
                  <a:pt x="224895" y="353787"/>
                </a:lnTo>
                <a:lnTo>
                  <a:pt x="233563" y="351749"/>
                </a:lnTo>
                <a:lnTo>
                  <a:pt x="242192" y="349625"/>
                </a:lnTo>
                <a:lnTo>
                  <a:pt x="250765" y="347405"/>
                </a:lnTo>
                <a:lnTo>
                  <a:pt x="259290" y="345091"/>
                </a:lnTo>
                <a:lnTo>
                  <a:pt x="267757" y="342681"/>
                </a:lnTo>
                <a:lnTo>
                  <a:pt x="276158" y="340176"/>
                </a:lnTo>
                <a:lnTo>
                  <a:pt x="284502" y="337556"/>
                </a:lnTo>
                <a:lnTo>
                  <a:pt x="292770" y="334842"/>
                </a:lnTo>
                <a:lnTo>
                  <a:pt x="300971" y="332013"/>
                </a:lnTo>
                <a:lnTo>
                  <a:pt x="309077" y="329070"/>
                </a:lnTo>
                <a:lnTo>
                  <a:pt x="317106" y="326022"/>
                </a:lnTo>
                <a:lnTo>
                  <a:pt x="325041" y="322850"/>
                </a:lnTo>
                <a:lnTo>
                  <a:pt x="332861" y="319564"/>
                </a:lnTo>
                <a:lnTo>
                  <a:pt x="340585" y="316154"/>
                </a:lnTo>
                <a:lnTo>
                  <a:pt x="348186" y="312611"/>
                </a:lnTo>
                <a:lnTo>
                  <a:pt x="355654" y="308953"/>
                </a:lnTo>
                <a:lnTo>
                  <a:pt x="362998" y="305162"/>
                </a:lnTo>
                <a:lnTo>
                  <a:pt x="370189" y="301238"/>
                </a:lnTo>
                <a:lnTo>
                  <a:pt x="377228" y="297180"/>
                </a:lnTo>
                <a:lnTo>
                  <a:pt x="384105" y="292989"/>
                </a:lnTo>
                <a:lnTo>
                  <a:pt x="390801" y="288665"/>
                </a:lnTo>
                <a:lnTo>
                  <a:pt x="397316" y="284207"/>
                </a:lnTo>
                <a:lnTo>
                  <a:pt x="403631" y="279616"/>
                </a:lnTo>
                <a:lnTo>
                  <a:pt x="409746" y="274882"/>
                </a:lnTo>
                <a:lnTo>
                  <a:pt x="415633" y="270024"/>
                </a:lnTo>
                <a:lnTo>
                  <a:pt x="421291" y="265043"/>
                </a:lnTo>
                <a:lnTo>
                  <a:pt x="426720" y="259928"/>
                </a:lnTo>
                <a:lnTo>
                  <a:pt x="431892" y="254689"/>
                </a:lnTo>
                <a:lnTo>
                  <a:pt x="436807" y="249336"/>
                </a:lnTo>
                <a:lnTo>
                  <a:pt x="441455" y="243869"/>
                </a:lnTo>
                <a:lnTo>
                  <a:pt x="445827" y="238296"/>
                </a:lnTo>
                <a:lnTo>
                  <a:pt x="449932" y="232620"/>
                </a:lnTo>
                <a:lnTo>
                  <a:pt x="453742" y="226857"/>
                </a:lnTo>
                <a:lnTo>
                  <a:pt x="457276" y="220999"/>
                </a:lnTo>
                <a:lnTo>
                  <a:pt x="460515" y="215065"/>
                </a:lnTo>
                <a:lnTo>
                  <a:pt x="463467" y="209055"/>
                </a:lnTo>
                <a:lnTo>
                  <a:pt x="466134" y="202987"/>
                </a:lnTo>
                <a:lnTo>
                  <a:pt x="468516" y="196863"/>
                </a:lnTo>
                <a:lnTo>
                  <a:pt x="470611" y="190681"/>
                </a:lnTo>
                <a:lnTo>
                  <a:pt x="472421" y="184461"/>
                </a:lnTo>
                <a:lnTo>
                  <a:pt x="473964" y="178203"/>
                </a:lnTo>
                <a:lnTo>
                  <a:pt x="475240" y="171917"/>
                </a:lnTo>
                <a:lnTo>
                  <a:pt x="476260" y="165611"/>
                </a:lnTo>
                <a:lnTo>
                  <a:pt x="477012" y="159287"/>
                </a:lnTo>
                <a:lnTo>
                  <a:pt x="477526" y="152952"/>
                </a:lnTo>
                <a:lnTo>
                  <a:pt x="477803" y="146609"/>
                </a:lnTo>
                <a:lnTo>
                  <a:pt x="477850" y="140265"/>
                </a:lnTo>
                <a:lnTo>
                  <a:pt x="477660" y="133922"/>
                </a:lnTo>
                <a:lnTo>
                  <a:pt x="477269" y="127578"/>
                </a:lnTo>
                <a:lnTo>
                  <a:pt x="476660" y="121244"/>
                </a:lnTo>
                <a:lnTo>
                  <a:pt x="485137" y="119691"/>
                </a:lnTo>
                <a:lnTo>
                  <a:pt x="494052" y="118272"/>
                </a:lnTo>
                <a:lnTo>
                  <a:pt x="502949" y="116757"/>
                </a:lnTo>
                <a:lnTo>
                  <a:pt x="511807" y="115167"/>
                </a:lnTo>
                <a:lnTo>
                  <a:pt x="520636" y="113509"/>
                </a:lnTo>
                <a:lnTo>
                  <a:pt x="529447" y="111776"/>
                </a:lnTo>
                <a:lnTo>
                  <a:pt x="538229" y="109985"/>
                </a:lnTo>
                <a:lnTo>
                  <a:pt x="546983" y="108128"/>
                </a:lnTo>
                <a:lnTo>
                  <a:pt x="555708" y="106213"/>
                </a:lnTo>
                <a:lnTo>
                  <a:pt x="564404" y="104232"/>
                </a:lnTo>
                <a:lnTo>
                  <a:pt x="573072" y="102194"/>
                </a:lnTo>
                <a:lnTo>
                  <a:pt x="581711" y="100098"/>
                </a:lnTo>
                <a:lnTo>
                  <a:pt x="590321" y="97946"/>
                </a:lnTo>
                <a:lnTo>
                  <a:pt x="598903" y="95736"/>
                </a:lnTo>
                <a:lnTo>
                  <a:pt x="607447" y="93459"/>
                </a:lnTo>
                <a:lnTo>
                  <a:pt x="615963" y="91126"/>
                </a:lnTo>
                <a:lnTo>
                  <a:pt x="624440" y="88735"/>
                </a:lnTo>
                <a:lnTo>
                  <a:pt x="632889" y="86287"/>
                </a:lnTo>
                <a:lnTo>
                  <a:pt x="641290" y="83782"/>
                </a:lnTo>
                <a:lnTo>
                  <a:pt x="649662" y="81210"/>
                </a:lnTo>
                <a:lnTo>
                  <a:pt x="657997" y="78581"/>
                </a:lnTo>
                <a:lnTo>
                  <a:pt x="666283" y="75886"/>
                </a:lnTo>
                <a:lnTo>
                  <a:pt x="674532" y="73142"/>
                </a:lnTo>
                <a:lnTo>
                  <a:pt x="682742" y="70323"/>
                </a:lnTo>
                <a:lnTo>
                  <a:pt x="690896" y="67447"/>
                </a:lnTo>
                <a:lnTo>
                  <a:pt x="699011" y="64513"/>
                </a:lnTo>
                <a:lnTo>
                  <a:pt x="707079" y="61512"/>
                </a:lnTo>
                <a:lnTo>
                  <a:pt x="715089" y="58436"/>
                </a:lnTo>
                <a:lnTo>
                  <a:pt x="723052" y="55302"/>
                </a:lnTo>
                <a:lnTo>
                  <a:pt x="730958" y="52111"/>
                </a:lnTo>
                <a:lnTo>
                  <a:pt x="738807" y="48844"/>
                </a:lnTo>
                <a:lnTo>
                  <a:pt x="746598" y="45510"/>
                </a:lnTo>
                <a:lnTo>
                  <a:pt x="754323" y="42110"/>
                </a:lnTo>
                <a:lnTo>
                  <a:pt x="761990" y="38643"/>
                </a:lnTo>
                <a:lnTo>
                  <a:pt x="769582" y="35100"/>
                </a:lnTo>
                <a:lnTo>
                  <a:pt x="777116" y="31490"/>
                </a:lnTo>
                <a:lnTo>
                  <a:pt x="784574" y="27813"/>
                </a:lnTo>
                <a:lnTo>
                  <a:pt x="791956" y="24060"/>
                </a:lnTo>
                <a:lnTo>
                  <a:pt x="799262" y="20231"/>
                </a:lnTo>
                <a:lnTo>
                  <a:pt x="806482" y="16335"/>
                </a:lnTo>
                <a:lnTo>
                  <a:pt x="813616" y="12363"/>
                </a:lnTo>
                <a:lnTo>
                  <a:pt x="820674" y="8315"/>
                </a:lnTo>
                <a:lnTo>
                  <a:pt x="827637" y="4201"/>
                </a:lnTo>
                <a:lnTo>
                  <a:pt x="834504" y="0"/>
                </a:lnTo>
                <a:close/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22860">
            <a:solidFill>
              <a:srgbClr val="85837B"/>
            </a:solidFill>
            <a:prstDash val="solid"/>
          </a:ln>
        </p:spPr>
      </p:sp>
      <p:sp>
        <p:nvSpPr>
          <p:cNvPr id="31" name="note-heading-0">
            <a:extLst xmlns:a="http://schemas.openxmlformats.org/drawingml/2006/main">
              <a:ext uri="{FF2B5EF4-FFF2-40B4-BE49-F238E27FC236}">
                <a16:creationId xmlns:a16="http://schemas.microsoft.com/office/drawing/2014/main" id="{05CEB3EA-EC45-4E3D-B9A7-04B1C19EA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47384" y="2211591"/>
            <a:ext cx="1574159" cy="2641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范围确认</a:t>
            </a:r>
          </a:p>
        </p:txBody>
      </p:sp>
      <p:sp>
        <p:nvSpPr>
          <p:cNvPr id="32" name="note-body-0">
            <a:extLst xmlns:a="http://schemas.openxmlformats.org/drawingml/2006/main">
              <a:ext uri="{FF2B5EF4-FFF2-40B4-BE49-F238E27FC236}">
                <a16:creationId xmlns:a16="http://schemas.microsoft.com/office/drawing/2014/main" id="{05FAD0F5-BBF3-41DF-A936-79E9792B4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48976" y="2581427"/>
            <a:ext cx="1751857" cy="4467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确认本期交付边界与优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先顺序</a:t>
            </a:r>
          </a:p>
        </p:txBody>
      </p:sp>
      <p:sp>
        <p:nvSpPr>
          <p:cNvPr id="33" name="note-heading-1">
            <a:extLst xmlns:a="http://schemas.openxmlformats.org/drawingml/2006/main">
              <a:ext uri="{FF2B5EF4-FFF2-40B4-BE49-F238E27FC236}">
                <a16:creationId xmlns:a16="http://schemas.microsoft.com/office/drawing/2014/main" id="{A00EC7BE-67D2-455F-A72B-D0B698C08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53945" y="2211591"/>
            <a:ext cx="1574159" cy="2641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环境就绪</a:t>
            </a:r>
          </a:p>
        </p:txBody>
      </p:sp>
      <p:sp>
        <p:nvSpPr>
          <p:cNvPr id="34" name="note-body-1">
            <a:extLst xmlns:a="http://schemas.openxmlformats.org/drawingml/2006/main">
              <a:ext uri="{FF2B5EF4-FFF2-40B4-BE49-F238E27FC236}">
                <a16:creationId xmlns:a16="http://schemas.microsoft.com/office/drawing/2014/main" id="{6F6007A0-2855-46CF-86E5-46C45A391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55546" y="2581427"/>
            <a:ext cx="1751857" cy="4467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检查运行环境并完成必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要配置</a:t>
            </a:r>
          </a:p>
        </p:txBody>
      </p:sp>
      <p:sp>
        <p:nvSpPr>
          <p:cNvPr id="35" name="note-heading-2">
            <a:extLst xmlns:a="http://schemas.openxmlformats.org/drawingml/2006/main">
              <a:ext uri="{FF2B5EF4-FFF2-40B4-BE49-F238E27FC236}">
                <a16:creationId xmlns:a16="http://schemas.microsoft.com/office/drawing/2014/main" id="{0A2FBA09-903F-430A-AD4A-E954B33D7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60506" y="2211591"/>
            <a:ext cx="1574159" cy="2641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权限开通</a:t>
            </a:r>
          </a:p>
        </p:txBody>
      </p:sp>
      <p:sp>
        <p:nvSpPr>
          <p:cNvPr id="36" name="note-body-2">
            <a:extLst xmlns:a="http://schemas.openxmlformats.org/drawingml/2006/main">
              <a:ext uri="{FF2B5EF4-FFF2-40B4-BE49-F238E27FC236}">
                <a16:creationId xmlns:a16="http://schemas.microsoft.com/office/drawing/2014/main" id="{C85B51E8-2064-4B98-A5B6-4FCB50B19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62107" y="2581427"/>
            <a:ext cx="1751857" cy="4467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开通最小必要权限并验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证可用</a:t>
            </a:r>
          </a:p>
        </p:txBody>
      </p:sp>
      <p:sp>
        <p:nvSpPr>
          <p:cNvPr id="37" name="note-heading-3">
            <a:extLst xmlns:a="http://schemas.openxmlformats.org/drawingml/2006/main">
              <a:ext uri="{FF2B5EF4-FFF2-40B4-BE49-F238E27FC236}">
                <a16:creationId xmlns:a16="http://schemas.microsoft.com/office/drawing/2014/main" id="{2BFD3E41-3D8E-4387-8D40-667D31C0A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47384" y="3932930"/>
            <a:ext cx="1574159" cy="2641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回退预案</a:t>
            </a:r>
          </a:p>
        </p:txBody>
      </p:sp>
      <p:sp>
        <p:nvSpPr>
          <p:cNvPr id="38" name="note-body-3">
            <a:extLst xmlns:a="http://schemas.openxmlformats.org/drawingml/2006/main">
              <a:ext uri="{FF2B5EF4-FFF2-40B4-BE49-F238E27FC236}">
                <a16:creationId xmlns:a16="http://schemas.microsoft.com/office/drawing/2014/main" id="{E517B38E-18CB-46D1-8A88-EC8F0ACFE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48976" y="4302766"/>
            <a:ext cx="1751857" cy="4467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明确回退条件步骤与责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任人</a:t>
            </a:r>
          </a:p>
        </p:txBody>
      </p:sp>
      <p:sp>
        <p:nvSpPr>
          <p:cNvPr id="39" name="note-heading-4">
            <a:extLst xmlns:a="http://schemas.openxmlformats.org/drawingml/2006/main">
              <a:ext uri="{FF2B5EF4-FFF2-40B4-BE49-F238E27FC236}">
                <a16:creationId xmlns:a16="http://schemas.microsoft.com/office/drawing/2014/main" id="{50E167B9-C18F-47D4-8FEE-C6D4E60F4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53945" y="3932930"/>
            <a:ext cx="1574159" cy="2641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操作说明</a:t>
            </a:r>
          </a:p>
        </p:txBody>
      </p:sp>
      <p:sp>
        <p:nvSpPr>
          <p:cNvPr id="40" name="note-body-4">
            <a:extLst xmlns:a="http://schemas.openxmlformats.org/drawingml/2006/main">
              <a:ext uri="{FF2B5EF4-FFF2-40B4-BE49-F238E27FC236}">
                <a16:creationId xmlns:a16="http://schemas.microsoft.com/office/drawing/2014/main" id="{F3C23DDD-DAD3-4A03-BFA7-912AFFD15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55546" y="4302766"/>
            <a:ext cx="1751857" cy="4467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整理关键操作步骤与注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意事项</a:t>
            </a:r>
          </a:p>
        </p:txBody>
      </p:sp>
      <p:sp>
        <p:nvSpPr>
          <p:cNvPr id="41" name="note-heading-5">
            <a:extLst xmlns:a="http://schemas.openxmlformats.org/drawingml/2006/main">
              <a:ext uri="{FF2B5EF4-FFF2-40B4-BE49-F238E27FC236}">
                <a16:creationId xmlns:a16="http://schemas.microsoft.com/office/drawing/2014/main" id="{A6894B65-C02E-424F-ADC4-DBF8B9317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60506" y="3932930"/>
            <a:ext cx="1574159" cy="2641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问题窗口</a:t>
            </a:r>
          </a:p>
        </p:txBody>
      </p:sp>
      <p:sp>
        <p:nvSpPr>
          <p:cNvPr id="42" name="note-body-5">
            <a:extLst xmlns:a="http://schemas.openxmlformats.org/drawingml/2006/main">
              <a:ext uri="{FF2B5EF4-FFF2-40B4-BE49-F238E27FC236}">
                <a16:creationId xmlns:a16="http://schemas.microsoft.com/office/drawing/2014/main" id="{41E8EDB1-E7D5-4741-AF45-EC9E1D6E8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62107" y="4302766"/>
            <a:ext cx="1751857" cy="4467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约定反馈入口与响应时</a:t>
            </a:r>
          </a:p>
          <a:p xmlns:a="http://schemas.openxmlformats.org/drawingml/2006/main">
            <a:pPr algn="l">
              <a:lnSpc>
                <a:spcPct val="138000"/>
              </a:lnSpc>
              <a:buNone/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间范围</a:t>
            </a:r>
          </a:p>
        </p:txBody>
      </p:sp>
      <p:sp>
        <p:nvSpPr>
          <p:cNvPr id="43" name="note-icon-panel-0">
            <a:extLst xmlns:a="http://schemas.openxmlformats.org/drawingml/2006/main">
              <a:ext uri="{FF2B5EF4-FFF2-40B4-BE49-F238E27FC236}">
                <a16:creationId xmlns:a16="http://schemas.microsoft.com/office/drawing/2014/main" id="{72BA8E0E-ED4A-4C05-B66C-425082A5E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28284" y="2211591"/>
            <a:ext cx="419100" cy="2641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pic>
        <p:nvPicPr>
          <p:cNvPr id="9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90c7c3942a4476">
            <a:extLst>
              <a:ext uri="{96DAC541-7B7A-43D3-8B79-37D633B846F1}">
                <asvg:svgBlip xmlns:asvg="http://schemas.microsoft.com/office/drawing/2016/SVG/main" r:embed="Refac510446684e5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533059" y="2244623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45" name="note-icon-panel-1">
            <a:extLst xmlns:a="http://schemas.openxmlformats.org/drawingml/2006/main">
              <a:ext uri="{FF2B5EF4-FFF2-40B4-BE49-F238E27FC236}">
                <a16:creationId xmlns:a16="http://schemas.microsoft.com/office/drawing/2014/main" id="{D3AE707A-3D6E-4C1E-B2C3-ECF61ED65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34845" y="2211591"/>
            <a:ext cx="419100" cy="2641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pic>
        <p:nvPicPr>
          <p:cNvPr id="10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d62b4525e54ad4">
            <a:extLst>
              <a:ext uri="{96DAC541-7B7A-43D3-8B79-37D633B846F1}">
                <asvg:svgBlip xmlns:asvg="http://schemas.microsoft.com/office/drawing/2016/SVG/main" r:embed="R2ca1b9293a6a44c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039620" y="2244623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47" name="note-icon-panel-2">
            <a:extLst xmlns:a="http://schemas.openxmlformats.org/drawingml/2006/main">
              <a:ext uri="{FF2B5EF4-FFF2-40B4-BE49-F238E27FC236}">
                <a16:creationId xmlns:a16="http://schemas.microsoft.com/office/drawing/2014/main" id="{B347A4E8-DE62-4ECF-89E2-31389311F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41406" y="2211591"/>
            <a:ext cx="419100" cy="2641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pic>
        <p:nvPicPr>
          <p:cNvPr id="10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96878ccd5c4a46">
            <a:extLst>
              <a:ext uri="{96DAC541-7B7A-43D3-8B79-37D633B846F1}">
                <asvg:svgBlip xmlns:asvg="http://schemas.microsoft.com/office/drawing/2016/SVG/main" r:embed="R801685955e19461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546181" y="2244623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49" name="note-icon-panel-3">
            <a:extLst xmlns:a="http://schemas.openxmlformats.org/drawingml/2006/main">
              <a:ext uri="{FF2B5EF4-FFF2-40B4-BE49-F238E27FC236}">
                <a16:creationId xmlns:a16="http://schemas.microsoft.com/office/drawing/2014/main" id="{8F50F99E-F4E3-4D07-BE45-FA7BF21A1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28284" y="3932930"/>
            <a:ext cx="419100" cy="2641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pic>
        <p:nvPicPr>
          <p:cNvPr id="10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7794f2a72649fd">
            <a:extLst>
              <a:ext uri="{96DAC541-7B7A-43D3-8B79-37D633B846F1}">
                <asvg:svgBlip xmlns:asvg="http://schemas.microsoft.com/office/drawing/2016/SVG/main" r:embed="Ra578dc9d0ef54ab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533059" y="3965972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51" name="note-icon-panel-4">
            <a:extLst xmlns:a="http://schemas.openxmlformats.org/drawingml/2006/main">
              <a:ext uri="{FF2B5EF4-FFF2-40B4-BE49-F238E27FC236}">
                <a16:creationId xmlns:a16="http://schemas.microsoft.com/office/drawing/2014/main" id="{D6FB103D-C64A-4AE3-B16E-20E561137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34845" y="3932930"/>
            <a:ext cx="419100" cy="2641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pic>
        <p:nvPicPr>
          <p:cNvPr id="10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f950f08ac549fe">
            <a:extLst>
              <a:ext uri="{96DAC541-7B7A-43D3-8B79-37D633B846F1}">
                <asvg:svgBlip xmlns:asvg="http://schemas.microsoft.com/office/drawing/2016/SVG/main" r:embed="R7e2863aa0b0d46c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039620" y="3965972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53" name="note-icon-panel-5">
            <a:extLst xmlns:a="http://schemas.openxmlformats.org/drawingml/2006/main">
              <a:ext uri="{FF2B5EF4-FFF2-40B4-BE49-F238E27FC236}">
                <a16:creationId xmlns:a16="http://schemas.microsoft.com/office/drawing/2014/main" id="{53C3D70E-3503-4698-BB5D-A3990BD9A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41406" y="3932930"/>
            <a:ext cx="419100" cy="2641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pic>
        <p:nvPicPr>
          <p:cNvPr id="10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031a6c31164a11">
            <a:extLst>
              <a:ext uri="{96DAC541-7B7A-43D3-8B79-37D633B846F1}">
                <asvg:svgBlip xmlns:asvg="http://schemas.microsoft.com/office/drawing/2016/SVG/main" r:embed="R0866765c186e464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546181" y="3965972"/>
            <a:ext cx="190500" cy="190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45497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2026-09-07T23:27:06.6110000Z</dcterms:created>
  <dcterms:modified xsi:type="dcterms:W3CDTF">2026-09-07T23:27:06.6110000Z</dcterms:modified>
</coreProperties>
</file>