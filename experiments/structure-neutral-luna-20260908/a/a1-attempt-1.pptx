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1c69b8c3d04ce5" /><Relationship Type="http://schemas.openxmlformats.org/officeDocument/2006/relationships/extended-properties" Target="/docProps/app.xml" Id="Rdf846c74fe0f4d6e" /><Relationship Type="http://schemas.openxmlformats.org/officeDocument/2006/relationships/officeDocument" Target="/ppt/presentation.xml" Id="Ra7b4d11b1dec44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dcef1292594a6a"/>
  </p:sldMasterIdLst>
  <p:notesMasterIdLst>
    <p:notesMasterId xmlns:r="http://schemas.openxmlformats.org/officeDocument/2006/relationships" r:id="R902b18cfe7a8437d"/>
  </p:notesMasterIdLst>
  <p:sldIdLst>
    <p:sldId xmlns:r="http://schemas.openxmlformats.org/officeDocument/2006/relationships" id="256" r:id="R846f3360859e43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9ea70ef7b94daf" /><Relationship Type="http://schemas.openxmlformats.org/officeDocument/2006/relationships/slideMaster" Target="/ppt/slideMasters/slideMaster1.xml" Id="Racdcef1292594a6a" /><Relationship Type="http://schemas.openxmlformats.org/officeDocument/2006/relationships/notesMaster" Target="/ppt/notesMasters/notesMaster1.xml" Id="R902b18cfe7a8437d" /><Relationship Type="http://schemas.openxmlformats.org/officeDocument/2006/relationships/presProps" Target="/ppt/presProps.xml" Id="R58cd7fb9dd4e462b" /><Relationship Type="http://schemas.openxmlformats.org/officeDocument/2006/relationships/tableStyles" Target="/ppt/tableStyles.xml" Id="R2c5616a171d54f5f" /><Relationship Type="http://schemas.openxmlformats.org/officeDocument/2006/relationships/slide" Target="/ppt/slides/slide1.xml" Id="R846f3360859e43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ae6df512e64a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dbc4d3475e4906" /><Relationship Type="http://schemas.openxmlformats.org/officeDocument/2006/relationships/notesMaster" Target="/ppt/notesMasters/notesMaster1.xml" Id="Rf7a6871bdc6342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a82e3efb2e47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9b327d45664cea" /><Relationship Type="http://schemas.openxmlformats.org/officeDocument/2006/relationships/slideLayout" Target="/ppt/slideLayouts/slideLayout1.xml" Id="R996b5971836847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6b5971836847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5a5ea10e644f8" /><Relationship Type="http://schemas.openxmlformats.org/officeDocument/2006/relationships/image" Target="/ppt/media/image.png" Id="R2f9f89a9bc0f41a8" /><Relationship Type="http://schemas.openxmlformats.org/officeDocument/2006/relationships/image" Target="/ppt/media/image.svg" Id="R25ccac335c504ea6" /><Relationship Type="http://schemas.openxmlformats.org/officeDocument/2006/relationships/image" Target="/ppt/media/image2.png" Id="Ra43beee66c8743b2" /><Relationship Type="http://schemas.openxmlformats.org/officeDocument/2006/relationships/image" Target="/ppt/media/image2.svg" Id="Ra1bb1d672dc143ff" /><Relationship Type="http://schemas.openxmlformats.org/officeDocument/2006/relationships/image" Target="/ppt/media/image3.png" Id="R0b0d3530c0dc4ecf" /><Relationship Type="http://schemas.openxmlformats.org/officeDocument/2006/relationships/image" Target="/ppt/media/image3.svg" Id="R723efdaae3c34e71" /><Relationship Type="http://schemas.openxmlformats.org/officeDocument/2006/relationships/image" Target="/ppt/media/image4.png" Id="R336e5a68a2b2418e" /><Relationship Type="http://schemas.openxmlformats.org/officeDocument/2006/relationships/image" Target="/ppt/media/image4.svg" Id="Rc43597f2c1ee4b99" /><Relationship Type="http://schemas.openxmlformats.org/officeDocument/2006/relationships/notesSlide" Target="/ppt/notesSlides/notesSlide1.xml" Id="Rd7ede607c94c4ca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age-paper">
            <a:extLst xmlns:a="http://schemas.openxmlformats.org/drawingml/2006/main">
              <a:ext uri="{FF2B5EF4-FFF2-40B4-BE49-F238E27FC236}">
                <a16:creationId xmlns:a16="http://schemas.microsoft.com/office/drawing/2014/main" id="{F3C61A79-D73A-482F-879C-BAF29BFB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CCCD8463-27A8-4A1B-8830-72327EED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544BAC4-91D2-432C-8336-1E3402AE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21812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交接质量的四个底线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21A92250-9FD0-4FAE-8626-A50124DF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64770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517273E3-E390-4434-9C43-F2938804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交接完成要能让接手者独立继续工作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E2BEB7-D64C-498E-B59B-8EA221AC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7" name="note-sheet-shadow-0">
            <a:extLst xmlns:a="http://schemas.openxmlformats.org/drawingml/2006/main">
              <a:ext uri="{FF2B5EF4-FFF2-40B4-BE49-F238E27FC236}">
                <a16:creationId xmlns:a16="http://schemas.microsoft.com/office/drawing/2014/main" id="{42832749-2FA1-4E1A-91E1-2597A8CE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367" y="32067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note-sheet-paper-0">
            <a:extLst xmlns:a="http://schemas.openxmlformats.org/drawingml/2006/main">
              <a:ext uri="{FF2B5EF4-FFF2-40B4-BE49-F238E27FC236}">
                <a16:creationId xmlns:a16="http://schemas.microsoft.com/office/drawing/2014/main" id="{791903C3-2616-418F-8484-A6FBF73B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1709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note-sheet-header-0">
            <a:extLst xmlns:a="http://schemas.openxmlformats.org/drawingml/2006/main">
              <a:ext uri="{FF2B5EF4-FFF2-40B4-BE49-F238E27FC236}">
                <a16:creationId xmlns:a16="http://schemas.microsoft.com/office/drawing/2014/main" id="{540ADB9A-BE87-482A-8E13-D4775315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1709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note-sheet-fold-0">
            <a:extLst xmlns:a="http://schemas.openxmlformats.org/drawingml/2006/main">
              <a:ext uri="{FF2B5EF4-FFF2-40B4-BE49-F238E27FC236}">
                <a16:creationId xmlns:a16="http://schemas.microsoft.com/office/drawing/2014/main" id="{89F6A5E4-CC71-4AC7-9773-7B2D841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372" y="32391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1" name="note-sheet-shadow-1">
            <a:extLst xmlns:a="http://schemas.openxmlformats.org/drawingml/2006/main">
              <a:ext uri="{FF2B5EF4-FFF2-40B4-BE49-F238E27FC236}">
                <a16:creationId xmlns:a16="http://schemas.microsoft.com/office/drawing/2014/main" id="{F603EFEB-833A-4040-B3E8-DE50F6BA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554" y="3206753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" name="note-sheet-paper-1">
            <a:extLst xmlns:a="http://schemas.openxmlformats.org/drawingml/2006/main">
              <a:ext uri="{FF2B5EF4-FFF2-40B4-BE49-F238E27FC236}">
                <a16:creationId xmlns:a16="http://schemas.microsoft.com/office/drawing/2014/main" id="{61C515F8-5078-40F2-99E3-73F2718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170957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note-sheet-header-1">
            <a:extLst xmlns:a="http://schemas.openxmlformats.org/drawingml/2006/main">
              <a:ext uri="{FF2B5EF4-FFF2-40B4-BE49-F238E27FC236}">
                <a16:creationId xmlns:a16="http://schemas.microsoft.com/office/drawing/2014/main" id="{862B5439-FC8E-400F-AF31-E78759F54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170957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4" name="note-sheet-fold-1">
            <a:extLst xmlns:a="http://schemas.openxmlformats.org/drawingml/2006/main">
              <a:ext uri="{FF2B5EF4-FFF2-40B4-BE49-F238E27FC236}">
                <a16:creationId xmlns:a16="http://schemas.microsoft.com/office/drawing/2014/main" id="{337BAD06-3535-4DF1-ADAD-FCBEAF3E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559" y="3239167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5" name="note-sheet-shadow-2">
            <a:extLst xmlns:a="http://schemas.openxmlformats.org/drawingml/2006/main">
              <a:ext uri="{FF2B5EF4-FFF2-40B4-BE49-F238E27FC236}">
                <a16:creationId xmlns:a16="http://schemas.microsoft.com/office/drawing/2014/main" id="{D42B6A56-7B41-459A-B0A1-2D75042C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367" y="47514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6" name="note-sheet-paper-2">
            <a:extLst xmlns:a="http://schemas.openxmlformats.org/drawingml/2006/main">
              <a:ext uri="{FF2B5EF4-FFF2-40B4-BE49-F238E27FC236}">
                <a16:creationId xmlns:a16="http://schemas.microsoft.com/office/drawing/2014/main" id="{86A9A4E6-CD93-4486-ACEC-09907702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156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note-sheet-header-2">
            <a:extLst xmlns:a="http://schemas.openxmlformats.org/drawingml/2006/main">
              <a:ext uri="{FF2B5EF4-FFF2-40B4-BE49-F238E27FC236}">
                <a16:creationId xmlns:a16="http://schemas.microsoft.com/office/drawing/2014/main" id="{3DC82D4C-595B-4EDD-BBDD-B7CFA3F1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156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8" name="note-sheet-fold-2">
            <a:extLst xmlns:a="http://schemas.openxmlformats.org/drawingml/2006/main">
              <a:ext uri="{FF2B5EF4-FFF2-40B4-BE49-F238E27FC236}">
                <a16:creationId xmlns:a16="http://schemas.microsoft.com/office/drawing/2014/main" id="{05BC8149-D9CA-4945-897B-BEC635C5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9372" y="47838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19" name="note-sheet-shadow-3">
            <a:extLst xmlns:a="http://schemas.openxmlformats.org/drawingml/2006/main">
              <a:ext uri="{FF2B5EF4-FFF2-40B4-BE49-F238E27FC236}">
                <a16:creationId xmlns:a16="http://schemas.microsoft.com/office/drawing/2014/main" id="{0043D3D0-0B48-455C-A7C5-E3F482B4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554" y="4751441"/>
            <a:ext cx="2236499" cy="374694"/>
          </a:xfrm>
          <a:custGeom xmlns:a="http://schemas.openxmlformats.org/drawingml/2006/main">
            <a:pathLst>
              <a:path w="2236499" h="374694">
                <a:moveTo>
                  <a:pt x="2235813" y="0"/>
                </a:moveTo>
                <a:lnTo>
                  <a:pt x="2236499" y="13802"/>
                </a:lnTo>
                <a:lnTo>
                  <a:pt x="2236194" y="27603"/>
                </a:lnTo>
                <a:lnTo>
                  <a:pt x="2235117" y="41396"/>
                </a:lnTo>
                <a:lnTo>
                  <a:pt x="2233308" y="55150"/>
                </a:lnTo>
                <a:lnTo>
                  <a:pt x="2230812" y="68866"/>
                </a:lnTo>
                <a:lnTo>
                  <a:pt x="2227631" y="82534"/>
                </a:lnTo>
                <a:lnTo>
                  <a:pt x="2223754" y="96117"/>
                </a:lnTo>
                <a:lnTo>
                  <a:pt x="2219182" y="109623"/>
                </a:lnTo>
                <a:lnTo>
                  <a:pt x="2213905" y="123025"/>
                </a:lnTo>
                <a:lnTo>
                  <a:pt x="2207895" y="136303"/>
                </a:lnTo>
                <a:lnTo>
                  <a:pt x="2201142" y="149428"/>
                </a:lnTo>
                <a:lnTo>
                  <a:pt x="2193646" y="162401"/>
                </a:lnTo>
                <a:lnTo>
                  <a:pt x="2185368" y="175184"/>
                </a:lnTo>
                <a:lnTo>
                  <a:pt x="2176301" y="187757"/>
                </a:lnTo>
                <a:lnTo>
                  <a:pt x="2166442" y="200082"/>
                </a:lnTo>
                <a:lnTo>
                  <a:pt x="2155774" y="212141"/>
                </a:lnTo>
                <a:lnTo>
                  <a:pt x="2144297" y="223904"/>
                </a:lnTo>
                <a:lnTo>
                  <a:pt x="2132009" y="235334"/>
                </a:lnTo>
                <a:lnTo>
                  <a:pt x="2118912" y="246402"/>
                </a:lnTo>
                <a:lnTo>
                  <a:pt x="2105035" y="257080"/>
                </a:lnTo>
                <a:lnTo>
                  <a:pt x="2090376" y="267338"/>
                </a:lnTo>
                <a:lnTo>
                  <a:pt x="2074964" y="277158"/>
                </a:lnTo>
                <a:lnTo>
                  <a:pt x="2058848" y="286502"/>
                </a:lnTo>
                <a:lnTo>
                  <a:pt x="2042046" y="295361"/>
                </a:lnTo>
                <a:lnTo>
                  <a:pt x="2024605" y="303714"/>
                </a:lnTo>
                <a:lnTo>
                  <a:pt x="2006575" y="311553"/>
                </a:lnTo>
                <a:lnTo>
                  <a:pt x="1988001" y="318878"/>
                </a:lnTo>
                <a:lnTo>
                  <a:pt x="1968941" y="325669"/>
                </a:lnTo>
                <a:lnTo>
                  <a:pt x="1949425" y="331946"/>
                </a:lnTo>
                <a:lnTo>
                  <a:pt x="1929517" y="337709"/>
                </a:lnTo>
                <a:lnTo>
                  <a:pt x="1909258" y="342957"/>
                </a:lnTo>
                <a:lnTo>
                  <a:pt x="1888693" y="347710"/>
                </a:lnTo>
                <a:lnTo>
                  <a:pt x="1867862" y="351987"/>
                </a:lnTo>
                <a:lnTo>
                  <a:pt x="1846802" y="355797"/>
                </a:lnTo>
                <a:lnTo>
                  <a:pt x="1825552" y="359150"/>
                </a:lnTo>
                <a:lnTo>
                  <a:pt x="1804149" y="362083"/>
                </a:lnTo>
                <a:lnTo>
                  <a:pt x="1782604" y="364598"/>
                </a:lnTo>
                <a:lnTo>
                  <a:pt x="1760963" y="366713"/>
                </a:lnTo>
                <a:lnTo>
                  <a:pt x="1739227" y="368456"/>
                </a:lnTo>
                <a:lnTo>
                  <a:pt x="1717434" y="369837"/>
                </a:lnTo>
                <a:lnTo>
                  <a:pt x="1695583" y="370875"/>
                </a:lnTo>
                <a:lnTo>
                  <a:pt x="1673695" y="371361"/>
                </a:lnTo>
                <a:lnTo>
                  <a:pt x="1651787" y="371685"/>
                </a:lnTo>
                <a:lnTo>
                  <a:pt x="1629889" y="371942"/>
                </a:lnTo>
                <a:lnTo>
                  <a:pt x="1607982" y="372161"/>
                </a:lnTo>
                <a:lnTo>
                  <a:pt x="1586074" y="372351"/>
                </a:lnTo>
                <a:lnTo>
                  <a:pt x="1564176" y="372523"/>
                </a:lnTo>
                <a:lnTo>
                  <a:pt x="1542269" y="372685"/>
                </a:lnTo>
                <a:lnTo>
                  <a:pt x="1520361" y="372828"/>
                </a:lnTo>
                <a:lnTo>
                  <a:pt x="1498454" y="372961"/>
                </a:lnTo>
                <a:lnTo>
                  <a:pt x="1476546" y="373085"/>
                </a:lnTo>
                <a:lnTo>
                  <a:pt x="1454639" y="373199"/>
                </a:lnTo>
                <a:lnTo>
                  <a:pt x="1432731" y="373313"/>
                </a:lnTo>
                <a:lnTo>
                  <a:pt x="1410824" y="373418"/>
                </a:lnTo>
                <a:lnTo>
                  <a:pt x="1388916" y="373513"/>
                </a:lnTo>
                <a:lnTo>
                  <a:pt x="1367009" y="373609"/>
                </a:lnTo>
                <a:lnTo>
                  <a:pt x="1345111" y="373694"/>
                </a:lnTo>
                <a:lnTo>
                  <a:pt x="1323203" y="373780"/>
                </a:lnTo>
                <a:lnTo>
                  <a:pt x="1301296" y="373856"/>
                </a:lnTo>
                <a:lnTo>
                  <a:pt x="1279388" y="373932"/>
                </a:lnTo>
                <a:lnTo>
                  <a:pt x="1257481" y="373999"/>
                </a:lnTo>
                <a:lnTo>
                  <a:pt x="1235573" y="374066"/>
                </a:lnTo>
                <a:lnTo>
                  <a:pt x="1213666" y="374132"/>
                </a:lnTo>
                <a:lnTo>
                  <a:pt x="1191758" y="374190"/>
                </a:lnTo>
                <a:lnTo>
                  <a:pt x="1169851" y="374247"/>
                </a:lnTo>
                <a:lnTo>
                  <a:pt x="1147943" y="374294"/>
                </a:lnTo>
                <a:lnTo>
                  <a:pt x="1126036" y="374342"/>
                </a:lnTo>
                <a:lnTo>
                  <a:pt x="1104128" y="374390"/>
                </a:lnTo>
                <a:lnTo>
                  <a:pt x="1082221" y="374437"/>
                </a:lnTo>
                <a:lnTo>
                  <a:pt x="1060313" y="374466"/>
                </a:lnTo>
                <a:lnTo>
                  <a:pt x="1038406" y="374504"/>
                </a:lnTo>
                <a:lnTo>
                  <a:pt x="1016498" y="374542"/>
                </a:lnTo>
                <a:lnTo>
                  <a:pt x="994591" y="374571"/>
                </a:lnTo>
                <a:lnTo>
                  <a:pt x="972683" y="374590"/>
                </a:lnTo>
                <a:lnTo>
                  <a:pt x="950776" y="374618"/>
                </a:lnTo>
                <a:lnTo>
                  <a:pt x="928868" y="374637"/>
                </a:lnTo>
                <a:lnTo>
                  <a:pt x="906961" y="374656"/>
                </a:lnTo>
                <a:lnTo>
                  <a:pt x="885053" y="374666"/>
                </a:lnTo>
                <a:lnTo>
                  <a:pt x="863146" y="374685"/>
                </a:lnTo>
                <a:lnTo>
                  <a:pt x="841238" y="374685"/>
                </a:lnTo>
                <a:lnTo>
                  <a:pt x="819331" y="374694"/>
                </a:lnTo>
                <a:lnTo>
                  <a:pt x="797423" y="374694"/>
                </a:lnTo>
                <a:lnTo>
                  <a:pt x="775516" y="374694"/>
                </a:lnTo>
                <a:lnTo>
                  <a:pt x="753608" y="374685"/>
                </a:lnTo>
                <a:lnTo>
                  <a:pt x="731701" y="374685"/>
                </a:lnTo>
                <a:lnTo>
                  <a:pt x="709793" y="374675"/>
                </a:lnTo>
                <a:lnTo>
                  <a:pt x="687886" y="374656"/>
                </a:lnTo>
                <a:lnTo>
                  <a:pt x="665978" y="374637"/>
                </a:lnTo>
                <a:lnTo>
                  <a:pt x="644071" y="374618"/>
                </a:lnTo>
                <a:lnTo>
                  <a:pt x="622163" y="374590"/>
                </a:lnTo>
                <a:lnTo>
                  <a:pt x="600256" y="374552"/>
                </a:lnTo>
                <a:lnTo>
                  <a:pt x="578348" y="374523"/>
                </a:lnTo>
                <a:lnTo>
                  <a:pt x="556441" y="374485"/>
                </a:lnTo>
                <a:lnTo>
                  <a:pt x="534533" y="374437"/>
                </a:lnTo>
                <a:lnTo>
                  <a:pt x="512626" y="374390"/>
                </a:lnTo>
                <a:lnTo>
                  <a:pt x="490718" y="374333"/>
                </a:lnTo>
                <a:lnTo>
                  <a:pt x="468821" y="374275"/>
                </a:lnTo>
                <a:lnTo>
                  <a:pt x="446913" y="374209"/>
                </a:lnTo>
                <a:lnTo>
                  <a:pt x="425006" y="374142"/>
                </a:lnTo>
                <a:lnTo>
                  <a:pt x="403098" y="374066"/>
                </a:lnTo>
                <a:lnTo>
                  <a:pt x="381191" y="373980"/>
                </a:lnTo>
                <a:lnTo>
                  <a:pt x="359283" y="373885"/>
                </a:lnTo>
                <a:lnTo>
                  <a:pt x="337376" y="373790"/>
                </a:lnTo>
                <a:lnTo>
                  <a:pt x="315468" y="373675"/>
                </a:lnTo>
                <a:lnTo>
                  <a:pt x="293561" y="373561"/>
                </a:lnTo>
                <a:lnTo>
                  <a:pt x="271653" y="373437"/>
                </a:lnTo>
                <a:lnTo>
                  <a:pt x="249746" y="373294"/>
                </a:lnTo>
                <a:lnTo>
                  <a:pt x="227838" y="373142"/>
                </a:lnTo>
                <a:lnTo>
                  <a:pt x="205940" y="372970"/>
                </a:lnTo>
                <a:lnTo>
                  <a:pt x="184033" y="372789"/>
                </a:lnTo>
                <a:lnTo>
                  <a:pt x="162125" y="372580"/>
                </a:lnTo>
                <a:lnTo>
                  <a:pt x="140218" y="372351"/>
                </a:lnTo>
                <a:lnTo>
                  <a:pt x="118320" y="372094"/>
                </a:lnTo>
                <a:lnTo>
                  <a:pt x="96412" y="371789"/>
                </a:lnTo>
                <a:lnTo>
                  <a:pt x="74514" y="371437"/>
                </a:lnTo>
                <a:lnTo>
                  <a:pt x="52616" y="371008"/>
                </a:lnTo>
                <a:lnTo>
                  <a:pt x="30728" y="370446"/>
                </a:lnTo>
                <a:lnTo>
                  <a:pt x="8868" y="369541"/>
                </a:lnTo>
                <a:lnTo>
                  <a:pt x="4058" y="358321"/>
                </a:lnTo>
                <a:lnTo>
                  <a:pt x="3772" y="344519"/>
                </a:lnTo>
                <a:lnTo>
                  <a:pt x="3486" y="330708"/>
                </a:lnTo>
                <a:lnTo>
                  <a:pt x="3191" y="316906"/>
                </a:lnTo>
                <a:lnTo>
                  <a:pt x="2905" y="303095"/>
                </a:lnTo>
                <a:lnTo>
                  <a:pt x="2610" y="289293"/>
                </a:lnTo>
                <a:lnTo>
                  <a:pt x="2324" y="275482"/>
                </a:lnTo>
                <a:lnTo>
                  <a:pt x="2029" y="261680"/>
                </a:lnTo>
                <a:lnTo>
                  <a:pt x="1743" y="247869"/>
                </a:lnTo>
                <a:lnTo>
                  <a:pt x="1448" y="234067"/>
                </a:lnTo>
                <a:lnTo>
                  <a:pt x="1162" y="220266"/>
                </a:lnTo>
                <a:lnTo>
                  <a:pt x="867" y="206454"/>
                </a:lnTo>
                <a:lnTo>
                  <a:pt x="581" y="192653"/>
                </a:lnTo>
                <a:lnTo>
                  <a:pt x="286" y="178841"/>
                </a:lnTo>
                <a:lnTo>
                  <a:pt x="0" y="165040"/>
                </a:lnTo>
                <a:lnTo>
                  <a:pt x="8039" y="156010"/>
                </a:lnTo>
                <a:lnTo>
                  <a:pt x="29889" y="155000"/>
                </a:lnTo>
                <a:lnTo>
                  <a:pt x="51749" y="154153"/>
                </a:lnTo>
                <a:lnTo>
                  <a:pt x="73628" y="153457"/>
                </a:lnTo>
                <a:lnTo>
                  <a:pt x="95517" y="152876"/>
                </a:lnTo>
                <a:lnTo>
                  <a:pt x="117415" y="152419"/>
                </a:lnTo>
                <a:lnTo>
                  <a:pt x="139313" y="152057"/>
                </a:lnTo>
                <a:lnTo>
                  <a:pt x="161220" y="151800"/>
                </a:lnTo>
                <a:lnTo>
                  <a:pt x="183128" y="151619"/>
                </a:lnTo>
                <a:lnTo>
                  <a:pt x="205035" y="151514"/>
                </a:lnTo>
                <a:lnTo>
                  <a:pt x="226943" y="151486"/>
                </a:lnTo>
                <a:lnTo>
                  <a:pt x="248841" y="151524"/>
                </a:lnTo>
                <a:lnTo>
                  <a:pt x="270748" y="151628"/>
                </a:lnTo>
                <a:lnTo>
                  <a:pt x="292656" y="151781"/>
                </a:lnTo>
                <a:lnTo>
                  <a:pt x="314563" y="151990"/>
                </a:lnTo>
                <a:lnTo>
                  <a:pt x="336471" y="152248"/>
                </a:lnTo>
                <a:lnTo>
                  <a:pt x="358369" y="152543"/>
                </a:lnTo>
                <a:lnTo>
                  <a:pt x="380267" y="152886"/>
                </a:lnTo>
                <a:lnTo>
                  <a:pt x="402165" y="153267"/>
                </a:lnTo>
                <a:lnTo>
                  <a:pt x="424063" y="153676"/>
                </a:lnTo>
                <a:lnTo>
                  <a:pt x="445961" y="154124"/>
                </a:lnTo>
                <a:lnTo>
                  <a:pt x="467858" y="154600"/>
                </a:lnTo>
                <a:lnTo>
                  <a:pt x="489747" y="155105"/>
                </a:lnTo>
                <a:lnTo>
                  <a:pt x="511635" y="155639"/>
                </a:lnTo>
                <a:lnTo>
                  <a:pt x="533533" y="156191"/>
                </a:lnTo>
                <a:lnTo>
                  <a:pt x="555422" y="156772"/>
                </a:lnTo>
                <a:lnTo>
                  <a:pt x="577301" y="157363"/>
                </a:lnTo>
                <a:lnTo>
                  <a:pt x="599189" y="157982"/>
                </a:lnTo>
                <a:lnTo>
                  <a:pt x="621078" y="158610"/>
                </a:lnTo>
                <a:lnTo>
                  <a:pt x="642957" y="159258"/>
                </a:lnTo>
                <a:lnTo>
                  <a:pt x="664845" y="159915"/>
                </a:lnTo>
                <a:lnTo>
                  <a:pt x="686724" y="160592"/>
                </a:lnTo>
                <a:lnTo>
                  <a:pt x="708603" y="161268"/>
                </a:lnTo>
                <a:lnTo>
                  <a:pt x="730482" y="161963"/>
                </a:lnTo>
                <a:lnTo>
                  <a:pt x="752361" y="162658"/>
                </a:lnTo>
                <a:lnTo>
                  <a:pt x="774240" y="163363"/>
                </a:lnTo>
                <a:lnTo>
                  <a:pt x="796119" y="164078"/>
                </a:lnTo>
                <a:lnTo>
                  <a:pt x="817997" y="164792"/>
                </a:lnTo>
                <a:lnTo>
                  <a:pt x="839876" y="165506"/>
                </a:lnTo>
                <a:lnTo>
                  <a:pt x="861755" y="166221"/>
                </a:lnTo>
                <a:lnTo>
                  <a:pt x="883634" y="166935"/>
                </a:lnTo>
                <a:lnTo>
                  <a:pt x="905513" y="167650"/>
                </a:lnTo>
                <a:lnTo>
                  <a:pt x="927392" y="168364"/>
                </a:lnTo>
                <a:lnTo>
                  <a:pt x="949262" y="169069"/>
                </a:lnTo>
                <a:lnTo>
                  <a:pt x="971140" y="169774"/>
                </a:lnTo>
                <a:lnTo>
                  <a:pt x="993019" y="170469"/>
                </a:lnTo>
                <a:lnTo>
                  <a:pt x="1014908" y="171155"/>
                </a:lnTo>
                <a:lnTo>
                  <a:pt x="1036787" y="171841"/>
                </a:lnTo>
                <a:lnTo>
                  <a:pt x="1058666" y="172498"/>
                </a:lnTo>
                <a:lnTo>
                  <a:pt x="1080554" y="173165"/>
                </a:lnTo>
                <a:lnTo>
                  <a:pt x="1102433" y="173803"/>
                </a:lnTo>
                <a:lnTo>
                  <a:pt x="1124321" y="174422"/>
                </a:lnTo>
                <a:lnTo>
                  <a:pt x="1146200" y="175031"/>
                </a:lnTo>
                <a:lnTo>
                  <a:pt x="1168089" y="175622"/>
                </a:lnTo>
                <a:lnTo>
                  <a:pt x="1189977" y="176184"/>
                </a:lnTo>
                <a:lnTo>
                  <a:pt x="1211875" y="176727"/>
                </a:lnTo>
                <a:lnTo>
                  <a:pt x="1233764" y="177251"/>
                </a:lnTo>
                <a:lnTo>
                  <a:pt x="1255662" y="177737"/>
                </a:lnTo>
                <a:lnTo>
                  <a:pt x="1277550" y="178194"/>
                </a:lnTo>
                <a:lnTo>
                  <a:pt x="1299448" y="178622"/>
                </a:lnTo>
                <a:lnTo>
                  <a:pt x="1321346" y="179022"/>
                </a:lnTo>
                <a:lnTo>
                  <a:pt x="1343244" y="179375"/>
                </a:lnTo>
                <a:lnTo>
                  <a:pt x="1365152" y="179689"/>
                </a:lnTo>
                <a:lnTo>
                  <a:pt x="1387050" y="179965"/>
                </a:lnTo>
                <a:lnTo>
                  <a:pt x="1408957" y="180184"/>
                </a:lnTo>
                <a:lnTo>
                  <a:pt x="1430865" y="180356"/>
                </a:lnTo>
                <a:lnTo>
                  <a:pt x="1452772" y="180470"/>
                </a:lnTo>
                <a:lnTo>
                  <a:pt x="1474680" y="180527"/>
                </a:lnTo>
                <a:lnTo>
                  <a:pt x="1496587" y="180508"/>
                </a:lnTo>
                <a:lnTo>
                  <a:pt x="1518495" y="180423"/>
                </a:lnTo>
                <a:lnTo>
                  <a:pt x="1540393" y="180261"/>
                </a:lnTo>
                <a:lnTo>
                  <a:pt x="1562300" y="180003"/>
                </a:lnTo>
                <a:lnTo>
                  <a:pt x="1584198" y="179651"/>
                </a:lnTo>
                <a:lnTo>
                  <a:pt x="1606096" y="179194"/>
                </a:lnTo>
                <a:lnTo>
                  <a:pt x="1627984" y="178613"/>
                </a:lnTo>
                <a:lnTo>
                  <a:pt x="1649863" y="177908"/>
                </a:lnTo>
                <a:lnTo>
                  <a:pt x="1671723" y="177051"/>
                </a:lnTo>
                <a:lnTo>
                  <a:pt x="1693574" y="176022"/>
                </a:lnTo>
                <a:lnTo>
                  <a:pt x="1715395" y="174803"/>
                </a:lnTo>
                <a:lnTo>
                  <a:pt x="1737179" y="173365"/>
                </a:lnTo>
                <a:lnTo>
                  <a:pt x="1758925" y="171660"/>
                </a:lnTo>
                <a:lnTo>
                  <a:pt x="1780594" y="169659"/>
                </a:lnTo>
                <a:lnTo>
                  <a:pt x="1802178" y="167288"/>
                </a:lnTo>
                <a:lnTo>
                  <a:pt x="1823618" y="164459"/>
                </a:lnTo>
                <a:lnTo>
                  <a:pt x="1844859" y="161077"/>
                </a:lnTo>
                <a:lnTo>
                  <a:pt x="1865767" y="156953"/>
                </a:lnTo>
                <a:lnTo>
                  <a:pt x="1886112" y="151848"/>
                </a:lnTo>
                <a:lnTo>
                  <a:pt x="1905438" y="145371"/>
                </a:lnTo>
                <a:lnTo>
                  <a:pt x="1922697" y="136912"/>
                </a:lnTo>
                <a:lnTo>
                  <a:pt x="1935604" y="125844"/>
                </a:lnTo>
                <a:lnTo>
                  <a:pt x="1940804" y="112528"/>
                </a:lnTo>
                <a:lnTo>
                  <a:pt x="1955483" y="105613"/>
                </a:lnTo>
                <a:lnTo>
                  <a:pt x="1976104" y="100946"/>
                </a:lnTo>
                <a:lnTo>
                  <a:pt x="1996440" y="95822"/>
                </a:lnTo>
                <a:lnTo>
                  <a:pt x="2016519" y="90287"/>
                </a:lnTo>
                <a:lnTo>
                  <a:pt x="2036331" y="84401"/>
                </a:lnTo>
                <a:lnTo>
                  <a:pt x="2055886" y="78181"/>
                </a:lnTo>
                <a:lnTo>
                  <a:pt x="2075183" y="71638"/>
                </a:lnTo>
                <a:lnTo>
                  <a:pt x="2094205" y="64799"/>
                </a:lnTo>
                <a:lnTo>
                  <a:pt x="2112950" y="57655"/>
                </a:lnTo>
                <a:lnTo>
                  <a:pt x="2131419" y="50225"/>
                </a:lnTo>
                <a:lnTo>
                  <a:pt x="2149592" y="42510"/>
                </a:lnTo>
                <a:lnTo>
                  <a:pt x="2167461" y="34528"/>
                </a:lnTo>
                <a:lnTo>
                  <a:pt x="2185035" y="26279"/>
                </a:lnTo>
                <a:lnTo>
                  <a:pt x="2202285" y="17774"/>
                </a:lnTo>
                <a:lnTo>
                  <a:pt x="2219211" y="9011"/>
                </a:lnTo>
                <a:lnTo>
                  <a:pt x="2235813" y="0"/>
                </a:lnTo>
                <a:close/>
              </a:path>
            </a:pathLst>
          </a:custGeom>
          <a:solidFill xmlns:a="http://schemas.openxmlformats.org/drawingml/2006/main">
            <a:srgbClr val="D8D5CC">
              <a:alpha val="35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note-sheet-paper-3">
            <a:extLst xmlns:a="http://schemas.openxmlformats.org/drawingml/2006/main">
              <a:ext uri="{FF2B5EF4-FFF2-40B4-BE49-F238E27FC236}">
                <a16:creationId xmlns:a16="http://schemas.microsoft.com/office/drawing/2014/main" id="{8F11A338-A1D2-48F2-AF13-798BC1FF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15645"/>
            <a:ext cx="2235994" cy="1409252"/>
          </a:xfrm>
          <a:custGeom xmlns:a="http://schemas.openxmlformats.org/drawingml/2006/main">
            <a:pathLst>
              <a:path w="2235994" h="1409252">
                <a:moveTo>
                  <a:pt x="0" y="1409252"/>
                </a:moveTo>
                <a:lnTo>
                  <a:pt x="35900" y="1409252"/>
                </a:lnTo>
                <a:lnTo>
                  <a:pt x="71799" y="1409252"/>
                </a:lnTo>
                <a:lnTo>
                  <a:pt x="107699" y="1409252"/>
                </a:lnTo>
                <a:lnTo>
                  <a:pt x="143608" y="1409252"/>
                </a:lnTo>
                <a:lnTo>
                  <a:pt x="179508" y="1409252"/>
                </a:lnTo>
                <a:lnTo>
                  <a:pt x="215408" y="1409252"/>
                </a:lnTo>
                <a:lnTo>
                  <a:pt x="251308" y="1409252"/>
                </a:lnTo>
                <a:lnTo>
                  <a:pt x="287207" y="1409252"/>
                </a:lnTo>
                <a:lnTo>
                  <a:pt x="323107" y="1409252"/>
                </a:lnTo>
                <a:lnTo>
                  <a:pt x="359016" y="1409252"/>
                </a:lnTo>
                <a:lnTo>
                  <a:pt x="394916" y="1409252"/>
                </a:lnTo>
                <a:lnTo>
                  <a:pt x="430816" y="1409252"/>
                </a:lnTo>
                <a:lnTo>
                  <a:pt x="466715" y="1409252"/>
                </a:lnTo>
                <a:lnTo>
                  <a:pt x="502615" y="1409252"/>
                </a:lnTo>
                <a:lnTo>
                  <a:pt x="538515" y="1409252"/>
                </a:lnTo>
                <a:lnTo>
                  <a:pt x="574424" y="1409252"/>
                </a:lnTo>
                <a:lnTo>
                  <a:pt x="610324" y="1409252"/>
                </a:lnTo>
                <a:lnTo>
                  <a:pt x="646224" y="1409252"/>
                </a:lnTo>
                <a:lnTo>
                  <a:pt x="682123" y="1409252"/>
                </a:lnTo>
                <a:lnTo>
                  <a:pt x="718023" y="1409252"/>
                </a:lnTo>
                <a:lnTo>
                  <a:pt x="753923" y="1409252"/>
                </a:lnTo>
                <a:lnTo>
                  <a:pt x="789832" y="1409252"/>
                </a:lnTo>
                <a:lnTo>
                  <a:pt x="825732" y="1409252"/>
                </a:lnTo>
                <a:lnTo>
                  <a:pt x="861631" y="1409252"/>
                </a:lnTo>
                <a:lnTo>
                  <a:pt x="897531" y="1409252"/>
                </a:lnTo>
                <a:lnTo>
                  <a:pt x="933431" y="1409252"/>
                </a:lnTo>
                <a:lnTo>
                  <a:pt x="969331" y="1409252"/>
                </a:lnTo>
                <a:lnTo>
                  <a:pt x="1005240" y="1409252"/>
                </a:lnTo>
                <a:lnTo>
                  <a:pt x="1041140" y="1409252"/>
                </a:lnTo>
                <a:lnTo>
                  <a:pt x="1077039" y="1409252"/>
                </a:lnTo>
                <a:lnTo>
                  <a:pt x="1112939" y="1409252"/>
                </a:lnTo>
                <a:lnTo>
                  <a:pt x="1148839" y="1409252"/>
                </a:lnTo>
                <a:lnTo>
                  <a:pt x="1184739" y="1409252"/>
                </a:lnTo>
                <a:lnTo>
                  <a:pt x="1220648" y="1409252"/>
                </a:lnTo>
                <a:lnTo>
                  <a:pt x="1256548" y="1409252"/>
                </a:lnTo>
                <a:lnTo>
                  <a:pt x="1292447" y="1409252"/>
                </a:lnTo>
                <a:lnTo>
                  <a:pt x="1328347" y="1409252"/>
                </a:lnTo>
                <a:lnTo>
                  <a:pt x="1364247" y="1409252"/>
                </a:lnTo>
                <a:lnTo>
                  <a:pt x="1400146" y="1409252"/>
                </a:lnTo>
                <a:lnTo>
                  <a:pt x="1436056" y="1409252"/>
                </a:lnTo>
                <a:lnTo>
                  <a:pt x="1471955" y="1409252"/>
                </a:lnTo>
                <a:lnTo>
                  <a:pt x="1507503" y="1406700"/>
                </a:lnTo>
                <a:lnTo>
                  <a:pt x="1542850" y="1402747"/>
                </a:lnTo>
                <a:lnTo>
                  <a:pt x="1578197" y="1398803"/>
                </a:lnTo>
                <a:lnTo>
                  <a:pt x="1613545" y="1394851"/>
                </a:lnTo>
                <a:lnTo>
                  <a:pt x="1648892" y="1390898"/>
                </a:lnTo>
                <a:lnTo>
                  <a:pt x="1684249" y="1386945"/>
                </a:lnTo>
                <a:lnTo>
                  <a:pt x="1719596" y="1382992"/>
                </a:lnTo>
                <a:lnTo>
                  <a:pt x="1754943" y="1379039"/>
                </a:lnTo>
                <a:lnTo>
                  <a:pt x="1781927" y="1365190"/>
                </a:lnTo>
                <a:lnTo>
                  <a:pt x="1806835" y="1348902"/>
                </a:lnTo>
                <a:lnTo>
                  <a:pt x="1831753" y="1332605"/>
                </a:lnTo>
                <a:lnTo>
                  <a:pt x="1856661" y="1316317"/>
                </a:lnTo>
                <a:lnTo>
                  <a:pt x="1881578" y="1300020"/>
                </a:lnTo>
                <a:lnTo>
                  <a:pt x="1906486" y="1283722"/>
                </a:lnTo>
                <a:lnTo>
                  <a:pt x="1931394" y="1267435"/>
                </a:lnTo>
                <a:lnTo>
                  <a:pt x="1956311" y="1251137"/>
                </a:lnTo>
                <a:lnTo>
                  <a:pt x="1981219" y="1234850"/>
                </a:lnTo>
                <a:lnTo>
                  <a:pt x="2006136" y="1218552"/>
                </a:lnTo>
                <a:lnTo>
                  <a:pt x="2031044" y="1202255"/>
                </a:lnTo>
                <a:lnTo>
                  <a:pt x="2055952" y="1185967"/>
                </a:lnTo>
                <a:lnTo>
                  <a:pt x="2080870" y="1169670"/>
                </a:lnTo>
                <a:lnTo>
                  <a:pt x="2105777" y="1153382"/>
                </a:lnTo>
                <a:lnTo>
                  <a:pt x="2130695" y="1137085"/>
                </a:lnTo>
                <a:lnTo>
                  <a:pt x="2155603" y="1120797"/>
                </a:lnTo>
                <a:lnTo>
                  <a:pt x="2180511" y="1104500"/>
                </a:lnTo>
                <a:lnTo>
                  <a:pt x="2205428" y="1088203"/>
                </a:lnTo>
                <a:lnTo>
                  <a:pt x="2230336" y="1071915"/>
                </a:lnTo>
                <a:lnTo>
                  <a:pt x="2235994" y="1050722"/>
                </a:lnTo>
                <a:lnTo>
                  <a:pt x="2235994" y="1028100"/>
                </a:lnTo>
                <a:lnTo>
                  <a:pt x="2235994" y="1005469"/>
                </a:lnTo>
                <a:lnTo>
                  <a:pt x="2235994" y="982847"/>
                </a:lnTo>
                <a:lnTo>
                  <a:pt x="2235994" y="960215"/>
                </a:lnTo>
                <a:lnTo>
                  <a:pt x="2235994" y="937593"/>
                </a:lnTo>
                <a:lnTo>
                  <a:pt x="2235994" y="914962"/>
                </a:lnTo>
                <a:lnTo>
                  <a:pt x="2235994" y="892331"/>
                </a:lnTo>
                <a:lnTo>
                  <a:pt x="2235994" y="869709"/>
                </a:lnTo>
                <a:lnTo>
                  <a:pt x="2235994" y="847077"/>
                </a:lnTo>
                <a:lnTo>
                  <a:pt x="2235994" y="824455"/>
                </a:lnTo>
                <a:lnTo>
                  <a:pt x="2235994" y="801824"/>
                </a:lnTo>
                <a:lnTo>
                  <a:pt x="2235994" y="779202"/>
                </a:lnTo>
                <a:lnTo>
                  <a:pt x="2235994" y="756571"/>
                </a:lnTo>
                <a:lnTo>
                  <a:pt x="2235994" y="733949"/>
                </a:lnTo>
                <a:lnTo>
                  <a:pt x="2235994" y="711317"/>
                </a:lnTo>
                <a:lnTo>
                  <a:pt x="2235994" y="688696"/>
                </a:lnTo>
                <a:lnTo>
                  <a:pt x="2235994" y="666064"/>
                </a:lnTo>
                <a:lnTo>
                  <a:pt x="2235994" y="643433"/>
                </a:lnTo>
                <a:lnTo>
                  <a:pt x="2235994" y="620811"/>
                </a:lnTo>
                <a:lnTo>
                  <a:pt x="2235994" y="598180"/>
                </a:lnTo>
                <a:lnTo>
                  <a:pt x="2235994" y="575558"/>
                </a:lnTo>
                <a:lnTo>
                  <a:pt x="2235994" y="552926"/>
                </a:lnTo>
                <a:lnTo>
                  <a:pt x="2235994" y="530304"/>
                </a:lnTo>
                <a:lnTo>
                  <a:pt x="2235994" y="507673"/>
                </a:lnTo>
                <a:lnTo>
                  <a:pt x="2235994" y="485051"/>
                </a:lnTo>
                <a:lnTo>
                  <a:pt x="2235994" y="462420"/>
                </a:lnTo>
                <a:lnTo>
                  <a:pt x="2235994" y="439798"/>
                </a:lnTo>
                <a:lnTo>
                  <a:pt x="2235994" y="417166"/>
                </a:lnTo>
                <a:lnTo>
                  <a:pt x="2235994" y="394535"/>
                </a:lnTo>
                <a:lnTo>
                  <a:pt x="2235994" y="371913"/>
                </a:lnTo>
                <a:lnTo>
                  <a:pt x="2235994" y="349282"/>
                </a:lnTo>
                <a:lnTo>
                  <a:pt x="2235994" y="326660"/>
                </a:lnTo>
                <a:lnTo>
                  <a:pt x="2235994" y="304028"/>
                </a:lnTo>
                <a:lnTo>
                  <a:pt x="2235994" y="281407"/>
                </a:lnTo>
                <a:lnTo>
                  <a:pt x="2235994" y="258775"/>
                </a:lnTo>
                <a:lnTo>
                  <a:pt x="2235994" y="236153"/>
                </a:lnTo>
                <a:lnTo>
                  <a:pt x="2235994" y="213522"/>
                </a:lnTo>
                <a:lnTo>
                  <a:pt x="2235994" y="190900"/>
                </a:lnTo>
                <a:lnTo>
                  <a:pt x="2235994" y="168269"/>
                </a:lnTo>
                <a:lnTo>
                  <a:pt x="2235994" y="145637"/>
                </a:lnTo>
                <a:lnTo>
                  <a:pt x="2235994" y="123015"/>
                </a:lnTo>
                <a:lnTo>
                  <a:pt x="2235994" y="100384"/>
                </a:lnTo>
                <a:lnTo>
                  <a:pt x="2235994" y="77762"/>
                </a:lnTo>
                <a:lnTo>
                  <a:pt x="2235994" y="55131"/>
                </a:lnTo>
                <a:lnTo>
                  <a:pt x="2235994" y="32509"/>
                </a:lnTo>
                <a:lnTo>
                  <a:pt x="2235994" y="9877"/>
                </a:lnTo>
                <a:lnTo>
                  <a:pt x="2215763" y="0"/>
                </a:lnTo>
                <a:lnTo>
                  <a:pt x="2179863" y="0"/>
                </a:lnTo>
                <a:lnTo>
                  <a:pt x="2143963" y="0"/>
                </a:lnTo>
                <a:lnTo>
                  <a:pt x="2108063" y="0"/>
                </a:lnTo>
                <a:lnTo>
                  <a:pt x="2072164" y="0"/>
                </a:lnTo>
                <a:lnTo>
                  <a:pt x="2036264" y="0"/>
                </a:lnTo>
                <a:lnTo>
                  <a:pt x="2000355" y="0"/>
                </a:lnTo>
                <a:lnTo>
                  <a:pt x="1964455" y="0"/>
                </a:lnTo>
                <a:lnTo>
                  <a:pt x="1928555" y="0"/>
                </a:lnTo>
                <a:lnTo>
                  <a:pt x="1892656" y="0"/>
                </a:lnTo>
                <a:lnTo>
                  <a:pt x="1856756" y="0"/>
                </a:lnTo>
                <a:lnTo>
                  <a:pt x="1820856" y="0"/>
                </a:lnTo>
                <a:lnTo>
                  <a:pt x="1784947" y="0"/>
                </a:lnTo>
                <a:lnTo>
                  <a:pt x="1749047" y="0"/>
                </a:lnTo>
                <a:lnTo>
                  <a:pt x="1713147" y="0"/>
                </a:lnTo>
                <a:lnTo>
                  <a:pt x="1677248" y="0"/>
                </a:lnTo>
                <a:lnTo>
                  <a:pt x="1641348" y="0"/>
                </a:lnTo>
                <a:lnTo>
                  <a:pt x="1605448" y="0"/>
                </a:lnTo>
                <a:lnTo>
                  <a:pt x="1569539" y="0"/>
                </a:lnTo>
                <a:lnTo>
                  <a:pt x="1533639" y="0"/>
                </a:lnTo>
                <a:lnTo>
                  <a:pt x="1497740" y="0"/>
                </a:lnTo>
                <a:lnTo>
                  <a:pt x="1461840" y="0"/>
                </a:lnTo>
                <a:lnTo>
                  <a:pt x="1425940" y="0"/>
                </a:lnTo>
                <a:lnTo>
                  <a:pt x="1390040" y="0"/>
                </a:lnTo>
                <a:lnTo>
                  <a:pt x="1354131" y="0"/>
                </a:lnTo>
                <a:lnTo>
                  <a:pt x="1318231" y="0"/>
                </a:lnTo>
                <a:lnTo>
                  <a:pt x="1282332" y="0"/>
                </a:lnTo>
                <a:lnTo>
                  <a:pt x="1246432" y="0"/>
                </a:lnTo>
                <a:lnTo>
                  <a:pt x="1210532" y="0"/>
                </a:lnTo>
                <a:lnTo>
                  <a:pt x="1174633" y="0"/>
                </a:lnTo>
                <a:lnTo>
                  <a:pt x="1138723" y="0"/>
                </a:lnTo>
                <a:lnTo>
                  <a:pt x="1102824" y="0"/>
                </a:lnTo>
                <a:lnTo>
                  <a:pt x="1066924" y="0"/>
                </a:lnTo>
                <a:lnTo>
                  <a:pt x="1031024" y="0"/>
                </a:lnTo>
                <a:lnTo>
                  <a:pt x="995124" y="0"/>
                </a:lnTo>
                <a:lnTo>
                  <a:pt x="959225" y="0"/>
                </a:lnTo>
                <a:lnTo>
                  <a:pt x="923325" y="0"/>
                </a:lnTo>
                <a:lnTo>
                  <a:pt x="887416" y="0"/>
                </a:lnTo>
                <a:lnTo>
                  <a:pt x="851516" y="0"/>
                </a:lnTo>
                <a:lnTo>
                  <a:pt x="815616" y="0"/>
                </a:lnTo>
                <a:lnTo>
                  <a:pt x="779717" y="0"/>
                </a:lnTo>
                <a:lnTo>
                  <a:pt x="743817" y="0"/>
                </a:lnTo>
                <a:lnTo>
                  <a:pt x="707908" y="0"/>
                </a:lnTo>
                <a:lnTo>
                  <a:pt x="672008" y="0"/>
                </a:lnTo>
                <a:lnTo>
                  <a:pt x="636108" y="0"/>
                </a:lnTo>
                <a:lnTo>
                  <a:pt x="600208" y="0"/>
                </a:lnTo>
                <a:lnTo>
                  <a:pt x="564309" y="0"/>
                </a:lnTo>
                <a:lnTo>
                  <a:pt x="528409" y="0"/>
                </a:lnTo>
                <a:lnTo>
                  <a:pt x="492500" y="0"/>
                </a:lnTo>
                <a:lnTo>
                  <a:pt x="456600" y="0"/>
                </a:lnTo>
                <a:lnTo>
                  <a:pt x="420700" y="0"/>
                </a:lnTo>
                <a:lnTo>
                  <a:pt x="384800" y="0"/>
                </a:lnTo>
                <a:lnTo>
                  <a:pt x="348901" y="0"/>
                </a:lnTo>
                <a:lnTo>
                  <a:pt x="313001" y="0"/>
                </a:lnTo>
                <a:lnTo>
                  <a:pt x="277101" y="0"/>
                </a:lnTo>
                <a:lnTo>
                  <a:pt x="241192" y="0"/>
                </a:lnTo>
                <a:lnTo>
                  <a:pt x="205292" y="0"/>
                </a:lnTo>
                <a:lnTo>
                  <a:pt x="169393" y="0"/>
                </a:lnTo>
                <a:lnTo>
                  <a:pt x="133493" y="0"/>
                </a:lnTo>
                <a:lnTo>
                  <a:pt x="97593" y="0"/>
                </a:lnTo>
                <a:lnTo>
                  <a:pt x="61693" y="0"/>
                </a:lnTo>
                <a:lnTo>
                  <a:pt x="25784" y="0"/>
                </a:lnTo>
                <a:lnTo>
                  <a:pt x="0" y="6372"/>
                </a:lnTo>
                <a:lnTo>
                  <a:pt x="0" y="29004"/>
                </a:lnTo>
                <a:lnTo>
                  <a:pt x="0" y="51626"/>
                </a:lnTo>
                <a:lnTo>
                  <a:pt x="0" y="74257"/>
                </a:lnTo>
                <a:lnTo>
                  <a:pt x="0" y="96879"/>
                </a:lnTo>
                <a:lnTo>
                  <a:pt x="0" y="119510"/>
                </a:lnTo>
                <a:lnTo>
                  <a:pt x="0" y="142132"/>
                </a:lnTo>
                <a:lnTo>
                  <a:pt x="0" y="164763"/>
                </a:lnTo>
                <a:lnTo>
                  <a:pt x="0" y="187395"/>
                </a:lnTo>
                <a:lnTo>
                  <a:pt x="0" y="210017"/>
                </a:lnTo>
                <a:lnTo>
                  <a:pt x="0" y="232648"/>
                </a:lnTo>
                <a:lnTo>
                  <a:pt x="0" y="255270"/>
                </a:lnTo>
                <a:lnTo>
                  <a:pt x="0" y="277901"/>
                </a:lnTo>
                <a:lnTo>
                  <a:pt x="0" y="300523"/>
                </a:lnTo>
                <a:lnTo>
                  <a:pt x="0" y="323155"/>
                </a:lnTo>
                <a:lnTo>
                  <a:pt x="0" y="345777"/>
                </a:lnTo>
                <a:lnTo>
                  <a:pt x="0" y="368408"/>
                </a:lnTo>
                <a:lnTo>
                  <a:pt x="0" y="391039"/>
                </a:lnTo>
                <a:lnTo>
                  <a:pt x="0" y="413661"/>
                </a:lnTo>
                <a:lnTo>
                  <a:pt x="0" y="436293"/>
                </a:lnTo>
                <a:lnTo>
                  <a:pt x="0" y="458915"/>
                </a:lnTo>
                <a:lnTo>
                  <a:pt x="0" y="481546"/>
                </a:lnTo>
                <a:lnTo>
                  <a:pt x="0" y="504168"/>
                </a:lnTo>
                <a:lnTo>
                  <a:pt x="0" y="526799"/>
                </a:lnTo>
                <a:lnTo>
                  <a:pt x="0" y="549421"/>
                </a:lnTo>
                <a:lnTo>
                  <a:pt x="0" y="572052"/>
                </a:lnTo>
                <a:lnTo>
                  <a:pt x="0" y="594674"/>
                </a:lnTo>
                <a:lnTo>
                  <a:pt x="0" y="617306"/>
                </a:lnTo>
                <a:lnTo>
                  <a:pt x="0" y="639937"/>
                </a:lnTo>
                <a:lnTo>
                  <a:pt x="0" y="662559"/>
                </a:lnTo>
                <a:lnTo>
                  <a:pt x="0" y="685190"/>
                </a:lnTo>
                <a:lnTo>
                  <a:pt x="0" y="707812"/>
                </a:lnTo>
                <a:lnTo>
                  <a:pt x="0" y="730444"/>
                </a:lnTo>
                <a:lnTo>
                  <a:pt x="0" y="753066"/>
                </a:lnTo>
                <a:lnTo>
                  <a:pt x="0" y="775697"/>
                </a:lnTo>
                <a:lnTo>
                  <a:pt x="0" y="798319"/>
                </a:lnTo>
                <a:lnTo>
                  <a:pt x="0" y="820950"/>
                </a:lnTo>
                <a:lnTo>
                  <a:pt x="0" y="843572"/>
                </a:lnTo>
                <a:lnTo>
                  <a:pt x="0" y="866204"/>
                </a:lnTo>
                <a:lnTo>
                  <a:pt x="0" y="888835"/>
                </a:lnTo>
                <a:lnTo>
                  <a:pt x="0" y="911457"/>
                </a:lnTo>
                <a:lnTo>
                  <a:pt x="0" y="934088"/>
                </a:lnTo>
                <a:lnTo>
                  <a:pt x="0" y="956710"/>
                </a:lnTo>
                <a:lnTo>
                  <a:pt x="0" y="979341"/>
                </a:lnTo>
                <a:lnTo>
                  <a:pt x="0" y="1001963"/>
                </a:lnTo>
                <a:lnTo>
                  <a:pt x="0" y="1024595"/>
                </a:lnTo>
                <a:lnTo>
                  <a:pt x="0" y="1047217"/>
                </a:lnTo>
                <a:lnTo>
                  <a:pt x="0" y="1069848"/>
                </a:lnTo>
                <a:lnTo>
                  <a:pt x="0" y="1092470"/>
                </a:lnTo>
                <a:lnTo>
                  <a:pt x="0" y="1115101"/>
                </a:lnTo>
                <a:lnTo>
                  <a:pt x="0" y="1137733"/>
                </a:lnTo>
                <a:lnTo>
                  <a:pt x="0" y="1160355"/>
                </a:lnTo>
                <a:lnTo>
                  <a:pt x="0" y="1182986"/>
                </a:lnTo>
                <a:lnTo>
                  <a:pt x="0" y="1205608"/>
                </a:lnTo>
                <a:lnTo>
                  <a:pt x="0" y="1228239"/>
                </a:lnTo>
                <a:lnTo>
                  <a:pt x="0" y="1250861"/>
                </a:lnTo>
                <a:lnTo>
                  <a:pt x="0" y="1273493"/>
                </a:lnTo>
                <a:lnTo>
                  <a:pt x="0" y="1296114"/>
                </a:lnTo>
                <a:lnTo>
                  <a:pt x="0" y="1318746"/>
                </a:lnTo>
                <a:lnTo>
                  <a:pt x="0" y="1341368"/>
                </a:lnTo>
                <a:lnTo>
                  <a:pt x="0" y="1363999"/>
                </a:lnTo>
                <a:lnTo>
                  <a:pt x="0" y="1386630"/>
                </a:lnTo>
                <a:lnTo>
                  <a:pt x="0" y="1409252"/>
                </a:lnTo>
                <a:close/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21" name="note-sheet-header-3">
            <a:extLst xmlns:a="http://schemas.openxmlformats.org/drawingml/2006/main">
              <a:ext uri="{FF2B5EF4-FFF2-40B4-BE49-F238E27FC236}">
                <a16:creationId xmlns:a16="http://schemas.microsoft.com/office/drawing/2014/main" id="{4098F4DE-E474-4E9C-ACC8-9716EBCA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15645"/>
            <a:ext cx="2235994" cy="242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2" name="note-sheet-fold-3">
            <a:extLst xmlns:a="http://schemas.openxmlformats.org/drawingml/2006/main">
              <a:ext uri="{FF2B5EF4-FFF2-40B4-BE49-F238E27FC236}">
                <a16:creationId xmlns:a16="http://schemas.microsoft.com/office/drawing/2014/main" id="{27DDF6AB-8EC6-4995-9FE0-C068CBA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0559" y="4783855"/>
            <a:ext cx="823808" cy="341300"/>
          </a:xfrm>
          <a:custGeom xmlns:a="http://schemas.openxmlformats.org/drawingml/2006/main">
            <a:pathLst>
              <a:path w="823808" h="341300">
                <a:moveTo>
                  <a:pt x="823808" y="0"/>
                </a:moveTo>
                <a:lnTo>
                  <a:pt x="822827" y="5658"/>
                </a:lnTo>
                <a:lnTo>
                  <a:pt x="821541" y="11297"/>
                </a:lnTo>
                <a:lnTo>
                  <a:pt x="820036" y="16916"/>
                </a:lnTo>
                <a:lnTo>
                  <a:pt x="818350" y="22508"/>
                </a:lnTo>
                <a:lnTo>
                  <a:pt x="816483" y="28080"/>
                </a:lnTo>
                <a:lnTo>
                  <a:pt x="814454" y="33633"/>
                </a:lnTo>
                <a:lnTo>
                  <a:pt x="812282" y="39157"/>
                </a:lnTo>
                <a:lnTo>
                  <a:pt x="809949" y="44663"/>
                </a:lnTo>
                <a:lnTo>
                  <a:pt x="807482" y="50140"/>
                </a:lnTo>
                <a:lnTo>
                  <a:pt x="804872" y="55588"/>
                </a:lnTo>
                <a:lnTo>
                  <a:pt x="802119" y="61017"/>
                </a:lnTo>
                <a:lnTo>
                  <a:pt x="799233" y="66418"/>
                </a:lnTo>
                <a:lnTo>
                  <a:pt x="796214" y="71780"/>
                </a:lnTo>
                <a:lnTo>
                  <a:pt x="793071" y="77124"/>
                </a:lnTo>
                <a:lnTo>
                  <a:pt x="789784" y="82429"/>
                </a:lnTo>
                <a:lnTo>
                  <a:pt x="786374" y="87697"/>
                </a:lnTo>
                <a:lnTo>
                  <a:pt x="782841" y="92945"/>
                </a:lnTo>
                <a:lnTo>
                  <a:pt x="779174" y="98146"/>
                </a:lnTo>
                <a:lnTo>
                  <a:pt x="775392" y="103318"/>
                </a:lnTo>
                <a:lnTo>
                  <a:pt x="771477" y="108452"/>
                </a:lnTo>
                <a:lnTo>
                  <a:pt x="767429" y="113548"/>
                </a:lnTo>
                <a:lnTo>
                  <a:pt x="763276" y="118596"/>
                </a:lnTo>
                <a:lnTo>
                  <a:pt x="758990" y="123615"/>
                </a:lnTo>
                <a:lnTo>
                  <a:pt x="754580" y="128588"/>
                </a:lnTo>
                <a:lnTo>
                  <a:pt x="750056" y="133512"/>
                </a:lnTo>
                <a:lnTo>
                  <a:pt x="745407" y="138398"/>
                </a:lnTo>
                <a:lnTo>
                  <a:pt x="740645" y="143237"/>
                </a:lnTo>
                <a:lnTo>
                  <a:pt x="735759" y="148028"/>
                </a:lnTo>
                <a:lnTo>
                  <a:pt x="730768" y="152771"/>
                </a:lnTo>
                <a:lnTo>
                  <a:pt x="725653" y="157467"/>
                </a:lnTo>
                <a:lnTo>
                  <a:pt x="720423" y="162116"/>
                </a:lnTo>
                <a:lnTo>
                  <a:pt x="715080" y="166707"/>
                </a:lnTo>
                <a:lnTo>
                  <a:pt x="709622" y="171250"/>
                </a:lnTo>
                <a:lnTo>
                  <a:pt x="704059" y="175736"/>
                </a:lnTo>
                <a:lnTo>
                  <a:pt x="698383" y="180165"/>
                </a:lnTo>
                <a:lnTo>
                  <a:pt x="692601" y="184547"/>
                </a:lnTo>
                <a:lnTo>
                  <a:pt x="686714" y="188862"/>
                </a:lnTo>
                <a:lnTo>
                  <a:pt x="680723" y="193129"/>
                </a:lnTo>
                <a:lnTo>
                  <a:pt x="674627" y="197329"/>
                </a:lnTo>
                <a:lnTo>
                  <a:pt x="668426" y="201473"/>
                </a:lnTo>
                <a:lnTo>
                  <a:pt x="662130" y="205559"/>
                </a:lnTo>
                <a:lnTo>
                  <a:pt x="655730" y="209579"/>
                </a:lnTo>
                <a:lnTo>
                  <a:pt x="649243" y="213541"/>
                </a:lnTo>
                <a:lnTo>
                  <a:pt x="642652" y="217446"/>
                </a:lnTo>
                <a:lnTo>
                  <a:pt x="635975" y="221275"/>
                </a:lnTo>
                <a:lnTo>
                  <a:pt x="629202" y="225047"/>
                </a:lnTo>
                <a:lnTo>
                  <a:pt x="622344" y="228762"/>
                </a:lnTo>
                <a:lnTo>
                  <a:pt x="615401" y="232400"/>
                </a:lnTo>
                <a:lnTo>
                  <a:pt x="608371" y="235982"/>
                </a:lnTo>
                <a:lnTo>
                  <a:pt x="601266" y="239497"/>
                </a:lnTo>
                <a:lnTo>
                  <a:pt x="594065" y="242945"/>
                </a:lnTo>
                <a:lnTo>
                  <a:pt x="586797" y="246326"/>
                </a:lnTo>
                <a:lnTo>
                  <a:pt x="579453" y="249641"/>
                </a:lnTo>
                <a:lnTo>
                  <a:pt x="572033" y="252889"/>
                </a:lnTo>
                <a:lnTo>
                  <a:pt x="564537" y="256070"/>
                </a:lnTo>
                <a:lnTo>
                  <a:pt x="556974" y="259194"/>
                </a:lnTo>
                <a:lnTo>
                  <a:pt x="549345" y="262242"/>
                </a:lnTo>
                <a:lnTo>
                  <a:pt x="541649" y="265224"/>
                </a:lnTo>
                <a:lnTo>
                  <a:pt x="533895" y="268148"/>
                </a:lnTo>
                <a:lnTo>
                  <a:pt x="526066" y="270996"/>
                </a:lnTo>
                <a:lnTo>
                  <a:pt x="518189" y="273787"/>
                </a:lnTo>
                <a:lnTo>
                  <a:pt x="510254" y="276511"/>
                </a:lnTo>
                <a:lnTo>
                  <a:pt x="502263" y="279159"/>
                </a:lnTo>
                <a:lnTo>
                  <a:pt x="494214" y="281750"/>
                </a:lnTo>
                <a:lnTo>
                  <a:pt x="486118" y="284283"/>
                </a:lnTo>
                <a:lnTo>
                  <a:pt x="477965" y="286741"/>
                </a:lnTo>
                <a:lnTo>
                  <a:pt x="469773" y="289141"/>
                </a:lnTo>
                <a:lnTo>
                  <a:pt x="461524" y="291475"/>
                </a:lnTo>
                <a:lnTo>
                  <a:pt x="453238" y="293751"/>
                </a:lnTo>
                <a:lnTo>
                  <a:pt x="444913" y="295961"/>
                </a:lnTo>
                <a:lnTo>
                  <a:pt x="436550" y="298104"/>
                </a:lnTo>
                <a:lnTo>
                  <a:pt x="428139" y="300199"/>
                </a:lnTo>
                <a:lnTo>
                  <a:pt x="419691" y="302219"/>
                </a:lnTo>
                <a:lnTo>
                  <a:pt x="411213" y="304190"/>
                </a:lnTo>
                <a:lnTo>
                  <a:pt x="402698" y="306095"/>
                </a:lnTo>
                <a:lnTo>
                  <a:pt x="394154" y="307943"/>
                </a:lnTo>
                <a:lnTo>
                  <a:pt x="385572" y="309734"/>
                </a:lnTo>
                <a:lnTo>
                  <a:pt x="376961" y="311468"/>
                </a:lnTo>
                <a:lnTo>
                  <a:pt x="368332" y="313144"/>
                </a:lnTo>
                <a:lnTo>
                  <a:pt x="359664" y="314763"/>
                </a:lnTo>
                <a:lnTo>
                  <a:pt x="350977" y="316325"/>
                </a:lnTo>
                <a:lnTo>
                  <a:pt x="342262" y="317840"/>
                </a:lnTo>
                <a:lnTo>
                  <a:pt x="333527" y="319288"/>
                </a:lnTo>
                <a:lnTo>
                  <a:pt x="324774" y="320688"/>
                </a:lnTo>
                <a:lnTo>
                  <a:pt x="315992" y="322040"/>
                </a:lnTo>
                <a:lnTo>
                  <a:pt x="307191" y="323336"/>
                </a:lnTo>
                <a:lnTo>
                  <a:pt x="298371" y="324583"/>
                </a:lnTo>
                <a:lnTo>
                  <a:pt x="289541" y="325774"/>
                </a:lnTo>
                <a:lnTo>
                  <a:pt x="280683" y="326917"/>
                </a:lnTo>
                <a:lnTo>
                  <a:pt x="271815" y="328012"/>
                </a:lnTo>
                <a:lnTo>
                  <a:pt x="262938" y="329060"/>
                </a:lnTo>
                <a:lnTo>
                  <a:pt x="254041" y="330060"/>
                </a:lnTo>
                <a:lnTo>
                  <a:pt x="245126" y="331013"/>
                </a:lnTo>
                <a:lnTo>
                  <a:pt x="236210" y="331918"/>
                </a:lnTo>
                <a:lnTo>
                  <a:pt x="227276" y="332775"/>
                </a:lnTo>
                <a:lnTo>
                  <a:pt x="218332" y="333585"/>
                </a:lnTo>
                <a:lnTo>
                  <a:pt x="209379" y="334356"/>
                </a:lnTo>
                <a:lnTo>
                  <a:pt x="200416" y="335080"/>
                </a:lnTo>
                <a:lnTo>
                  <a:pt x="191443" y="335766"/>
                </a:lnTo>
                <a:lnTo>
                  <a:pt x="182461" y="336404"/>
                </a:lnTo>
                <a:lnTo>
                  <a:pt x="173479" y="336995"/>
                </a:lnTo>
                <a:lnTo>
                  <a:pt x="164487" y="337556"/>
                </a:lnTo>
                <a:lnTo>
                  <a:pt x="155486" y="338071"/>
                </a:lnTo>
                <a:lnTo>
                  <a:pt x="146485" y="338538"/>
                </a:lnTo>
                <a:lnTo>
                  <a:pt x="137474" y="338976"/>
                </a:lnTo>
                <a:lnTo>
                  <a:pt x="128454" y="339376"/>
                </a:lnTo>
                <a:lnTo>
                  <a:pt x="119434" y="339728"/>
                </a:lnTo>
                <a:lnTo>
                  <a:pt x="110414" y="340052"/>
                </a:lnTo>
                <a:lnTo>
                  <a:pt x="101394" y="340328"/>
                </a:lnTo>
                <a:lnTo>
                  <a:pt x="92364" y="340576"/>
                </a:lnTo>
                <a:lnTo>
                  <a:pt x="83334" y="340785"/>
                </a:lnTo>
                <a:lnTo>
                  <a:pt x="74305" y="340957"/>
                </a:lnTo>
                <a:lnTo>
                  <a:pt x="65265" y="341090"/>
                </a:lnTo>
                <a:lnTo>
                  <a:pt x="56236" y="341195"/>
                </a:lnTo>
                <a:lnTo>
                  <a:pt x="47196" y="341262"/>
                </a:lnTo>
                <a:lnTo>
                  <a:pt x="38157" y="341300"/>
                </a:lnTo>
                <a:lnTo>
                  <a:pt x="29127" y="341300"/>
                </a:lnTo>
                <a:lnTo>
                  <a:pt x="20088" y="341271"/>
                </a:lnTo>
                <a:lnTo>
                  <a:pt x="11049" y="341205"/>
                </a:lnTo>
                <a:lnTo>
                  <a:pt x="2019" y="341109"/>
                </a:lnTo>
                <a:lnTo>
                  <a:pt x="0" y="341024"/>
                </a:lnTo>
                <a:lnTo>
                  <a:pt x="9030" y="340881"/>
                </a:lnTo>
                <a:lnTo>
                  <a:pt x="18059" y="340643"/>
                </a:lnTo>
                <a:lnTo>
                  <a:pt x="27080" y="340328"/>
                </a:lnTo>
                <a:lnTo>
                  <a:pt x="36100" y="339947"/>
                </a:lnTo>
                <a:lnTo>
                  <a:pt x="45110" y="339500"/>
                </a:lnTo>
                <a:lnTo>
                  <a:pt x="54112" y="338995"/>
                </a:lnTo>
                <a:lnTo>
                  <a:pt x="63103" y="338423"/>
                </a:lnTo>
                <a:lnTo>
                  <a:pt x="72076" y="337795"/>
                </a:lnTo>
                <a:lnTo>
                  <a:pt x="81048" y="337109"/>
                </a:lnTo>
                <a:lnTo>
                  <a:pt x="90011" y="336356"/>
                </a:lnTo>
                <a:lnTo>
                  <a:pt x="98955" y="335547"/>
                </a:lnTo>
                <a:lnTo>
                  <a:pt x="107880" y="334680"/>
                </a:lnTo>
                <a:lnTo>
                  <a:pt x="116796" y="333746"/>
                </a:lnTo>
                <a:lnTo>
                  <a:pt x="125692" y="332756"/>
                </a:lnTo>
                <a:lnTo>
                  <a:pt x="134579" y="331708"/>
                </a:lnTo>
                <a:lnTo>
                  <a:pt x="143437" y="330584"/>
                </a:lnTo>
                <a:lnTo>
                  <a:pt x="152276" y="329403"/>
                </a:lnTo>
                <a:lnTo>
                  <a:pt x="161096" y="328155"/>
                </a:lnTo>
                <a:lnTo>
                  <a:pt x="169888" y="326850"/>
                </a:lnTo>
                <a:lnTo>
                  <a:pt x="178651" y="325460"/>
                </a:lnTo>
                <a:lnTo>
                  <a:pt x="187395" y="324012"/>
                </a:lnTo>
                <a:lnTo>
                  <a:pt x="196101" y="322488"/>
                </a:lnTo>
                <a:lnTo>
                  <a:pt x="204768" y="320897"/>
                </a:lnTo>
                <a:lnTo>
                  <a:pt x="213408" y="319221"/>
                </a:lnTo>
                <a:lnTo>
                  <a:pt x="222009" y="317478"/>
                </a:lnTo>
                <a:lnTo>
                  <a:pt x="230572" y="315649"/>
                </a:lnTo>
                <a:lnTo>
                  <a:pt x="239087" y="313744"/>
                </a:lnTo>
                <a:lnTo>
                  <a:pt x="247555" y="311753"/>
                </a:lnTo>
                <a:lnTo>
                  <a:pt x="255965" y="309677"/>
                </a:lnTo>
                <a:lnTo>
                  <a:pt x="264328" y="307515"/>
                </a:lnTo>
                <a:lnTo>
                  <a:pt x="272625" y="305257"/>
                </a:lnTo>
                <a:lnTo>
                  <a:pt x="280854" y="302914"/>
                </a:lnTo>
                <a:lnTo>
                  <a:pt x="289027" y="300476"/>
                </a:lnTo>
                <a:lnTo>
                  <a:pt x="297113" y="297932"/>
                </a:lnTo>
                <a:lnTo>
                  <a:pt x="305124" y="295294"/>
                </a:lnTo>
                <a:lnTo>
                  <a:pt x="313039" y="292560"/>
                </a:lnTo>
                <a:lnTo>
                  <a:pt x="320869" y="289712"/>
                </a:lnTo>
                <a:lnTo>
                  <a:pt x="328603" y="286760"/>
                </a:lnTo>
                <a:lnTo>
                  <a:pt x="336223" y="283702"/>
                </a:lnTo>
                <a:lnTo>
                  <a:pt x="343719" y="280530"/>
                </a:lnTo>
                <a:lnTo>
                  <a:pt x="351101" y="277244"/>
                </a:lnTo>
                <a:lnTo>
                  <a:pt x="358350" y="273834"/>
                </a:lnTo>
                <a:lnTo>
                  <a:pt x="365446" y="270320"/>
                </a:lnTo>
                <a:lnTo>
                  <a:pt x="372399" y="266681"/>
                </a:lnTo>
                <a:lnTo>
                  <a:pt x="379181" y="262919"/>
                </a:lnTo>
                <a:lnTo>
                  <a:pt x="385801" y="259032"/>
                </a:lnTo>
                <a:lnTo>
                  <a:pt x="392230" y="255032"/>
                </a:lnTo>
                <a:lnTo>
                  <a:pt x="398469" y="250917"/>
                </a:lnTo>
                <a:lnTo>
                  <a:pt x="404498" y="246669"/>
                </a:lnTo>
                <a:lnTo>
                  <a:pt x="410308" y="242316"/>
                </a:lnTo>
                <a:lnTo>
                  <a:pt x="415900" y="237839"/>
                </a:lnTo>
                <a:lnTo>
                  <a:pt x="421253" y="233248"/>
                </a:lnTo>
                <a:lnTo>
                  <a:pt x="426358" y="228552"/>
                </a:lnTo>
                <a:lnTo>
                  <a:pt x="431206" y="223752"/>
                </a:lnTo>
                <a:lnTo>
                  <a:pt x="435797" y="218846"/>
                </a:lnTo>
                <a:lnTo>
                  <a:pt x="440122" y="213836"/>
                </a:lnTo>
                <a:lnTo>
                  <a:pt x="444160" y="208750"/>
                </a:lnTo>
                <a:lnTo>
                  <a:pt x="447932" y="203568"/>
                </a:lnTo>
                <a:lnTo>
                  <a:pt x="451418" y="198320"/>
                </a:lnTo>
                <a:lnTo>
                  <a:pt x="454619" y="192996"/>
                </a:lnTo>
                <a:lnTo>
                  <a:pt x="457533" y="187604"/>
                </a:lnTo>
                <a:lnTo>
                  <a:pt x="460162" y="182156"/>
                </a:lnTo>
                <a:lnTo>
                  <a:pt x="462505" y="176651"/>
                </a:lnTo>
                <a:lnTo>
                  <a:pt x="464582" y="171107"/>
                </a:lnTo>
                <a:lnTo>
                  <a:pt x="466373" y="165525"/>
                </a:lnTo>
                <a:lnTo>
                  <a:pt x="467897" y="159915"/>
                </a:lnTo>
                <a:lnTo>
                  <a:pt x="469154" y="154276"/>
                </a:lnTo>
                <a:lnTo>
                  <a:pt x="470154" y="148619"/>
                </a:lnTo>
                <a:lnTo>
                  <a:pt x="470906" y="142942"/>
                </a:lnTo>
                <a:lnTo>
                  <a:pt x="471411" y="137255"/>
                </a:lnTo>
                <a:lnTo>
                  <a:pt x="471678" y="131559"/>
                </a:lnTo>
                <a:lnTo>
                  <a:pt x="471726" y="125863"/>
                </a:lnTo>
                <a:lnTo>
                  <a:pt x="471545" y="120177"/>
                </a:lnTo>
                <a:lnTo>
                  <a:pt x="471154" y="114481"/>
                </a:lnTo>
                <a:lnTo>
                  <a:pt x="470554" y="108804"/>
                </a:lnTo>
                <a:lnTo>
                  <a:pt x="478917" y="107404"/>
                </a:lnTo>
                <a:lnTo>
                  <a:pt x="487728" y="106128"/>
                </a:lnTo>
                <a:lnTo>
                  <a:pt x="496500" y="104775"/>
                </a:lnTo>
                <a:lnTo>
                  <a:pt x="505244" y="103346"/>
                </a:lnTo>
                <a:lnTo>
                  <a:pt x="513969" y="101860"/>
                </a:lnTo>
                <a:lnTo>
                  <a:pt x="522665" y="100308"/>
                </a:lnTo>
                <a:lnTo>
                  <a:pt x="531333" y="98698"/>
                </a:lnTo>
                <a:lnTo>
                  <a:pt x="539972" y="97031"/>
                </a:lnTo>
                <a:lnTo>
                  <a:pt x="548592" y="95307"/>
                </a:lnTo>
                <a:lnTo>
                  <a:pt x="557174" y="93536"/>
                </a:lnTo>
                <a:lnTo>
                  <a:pt x="565728" y="91707"/>
                </a:lnTo>
                <a:lnTo>
                  <a:pt x="574262" y="89830"/>
                </a:lnTo>
                <a:lnTo>
                  <a:pt x="582759" y="87897"/>
                </a:lnTo>
                <a:lnTo>
                  <a:pt x="591226" y="85906"/>
                </a:lnTo>
                <a:lnTo>
                  <a:pt x="599665" y="83868"/>
                </a:lnTo>
                <a:lnTo>
                  <a:pt x="608066" y="81772"/>
                </a:lnTo>
                <a:lnTo>
                  <a:pt x="616439" y="79629"/>
                </a:lnTo>
                <a:lnTo>
                  <a:pt x="624773" y="77429"/>
                </a:lnTo>
                <a:lnTo>
                  <a:pt x="633079" y="75181"/>
                </a:lnTo>
                <a:lnTo>
                  <a:pt x="641337" y="72876"/>
                </a:lnTo>
                <a:lnTo>
                  <a:pt x="649567" y="70514"/>
                </a:lnTo>
                <a:lnTo>
                  <a:pt x="657749" y="68104"/>
                </a:lnTo>
                <a:lnTo>
                  <a:pt x="665893" y="65627"/>
                </a:lnTo>
                <a:lnTo>
                  <a:pt x="673989" y="63103"/>
                </a:lnTo>
                <a:lnTo>
                  <a:pt x="682047" y="60531"/>
                </a:lnTo>
                <a:lnTo>
                  <a:pt x="690058" y="57893"/>
                </a:lnTo>
                <a:lnTo>
                  <a:pt x="698021" y="55197"/>
                </a:lnTo>
                <a:lnTo>
                  <a:pt x="705926" y="52445"/>
                </a:lnTo>
                <a:lnTo>
                  <a:pt x="713784" y="49635"/>
                </a:lnTo>
                <a:lnTo>
                  <a:pt x="721585" y="46758"/>
                </a:lnTo>
                <a:lnTo>
                  <a:pt x="729339" y="43834"/>
                </a:lnTo>
                <a:lnTo>
                  <a:pt x="737025" y="40843"/>
                </a:lnTo>
                <a:lnTo>
                  <a:pt x="744655" y="37786"/>
                </a:lnTo>
                <a:lnTo>
                  <a:pt x="752227" y="34671"/>
                </a:lnTo>
                <a:lnTo>
                  <a:pt x="759724" y="31499"/>
                </a:lnTo>
                <a:lnTo>
                  <a:pt x="767153" y="28261"/>
                </a:lnTo>
                <a:lnTo>
                  <a:pt x="774516" y="24956"/>
                </a:lnTo>
                <a:lnTo>
                  <a:pt x="781802" y="21593"/>
                </a:lnTo>
                <a:lnTo>
                  <a:pt x="789013" y="18155"/>
                </a:lnTo>
                <a:lnTo>
                  <a:pt x="796147" y="14659"/>
                </a:lnTo>
                <a:lnTo>
                  <a:pt x="803196" y="11097"/>
                </a:lnTo>
                <a:lnTo>
                  <a:pt x="810158" y="7468"/>
                </a:lnTo>
                <a:lnTo>
                  <a:pt x="817026" y="3762"/>
                </a:lnTo>
                <a:lnTo>
                  <a:pt x="823808" y="0"/>
                </a:lnTo>
                <a:close/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22860">
            <a:solidFill>
              <a:srgbClr val="85837B"/>
            </a:solidFill>
            <a:prstDash val="solid"/>
          </a:ln>
        </p:spPr>
      </p:sp>
      <p:sp>
        <p:nvSpPr>
          <p:cNvPr id="23" name="note-heading-0">
            <a:extLst xmlns:a="http://schemas.openxmlformats.org/drawingml/2006/main">
              <a:ext uri="{FF2B5EF4-FFF2-40B4-BE49-F238E27FC236}">
                <a16:creationId xmlns:a16="http://schemas.microsoft.com/office/drawing/2014/main" id="{91210C75-E955-4A4D-942C-7572AC6E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286" y="21709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资料齐全</a:t>
            </a:r>
          </a:p>
        </p:txBody>
      </p:sp>
      <p:sp>
        <p:nvSpPr>
          <p:cNvPr id="24" name="note-body-0">
            <a:extLst xmlns:a="http://schemas.openxmlformats.org/drawingml/2006/main">
              <a:ext uri="{FF2B5EF4-FFF2-40B4-BE49-F238E27FC236}">
                <a16:creationId xmlns:a16="http://schemas.microsoft.com/office/drawing/2014/main" id="{79962273-27A3-4C88-B16E-8203942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533" y="25028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关键文件集中归档</a:t>
            </a:r>
          </a:p>
        </p:txBody>
      </p:sp>
      <p:sp>
        <p:nvSpPr>
          <p:cNvPr id="25" name="note-heading-1">
            <a:extLst xmlns:a="http://schemas.openxmlformats.org/drawingml/2006/main">
              <a:ext uri="{FF2B5EF4-FFF2-40B4-BE49-F238E27FC236}">
                <a16:creationId xmlns:a16="http://schemas.microsoft.com/office/drawing/2014/main" id="{652674B0-3E6C-4B88-9814-20E7BF25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473" y="2170957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版本清楚</a:t>
            </a:r>
          </a:p>
        </p:txBody>
      </p:sp>
      <p:sp>
        <p:nvSpPr>
          <p:cNvPr id="26" name="note-body-1">
            <a:extLst xmlns:a="http://schemas.openxmlformats.org/drawingml/2006/main">
              <a:ext uri="{FF2B5EF4-FFF2-40B4-BE49-F238E27FC236}">
                <a16:creationId xmlns:a16="http://schemas.microsoft.com/office/drawing/2014/main" id="{F4768272-2ED9-493E-8D41-DCC5259B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720" y="2502846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当前版本标记明确</a:t>
            </a:r>
          </a:p>
        </p:txBody>
      </p:sp>
      <p:sp>
        <p:nvSpPr>
          <p:cNvPr id="27" name="note-heading-2">
            <a:extLst xmlns:a="http://schemas.openxmlformats.org/drawingml/2006/main">
              <a:ext uri="{FF2B5EF4-FFF2-40B4-BE49-F238E27FC236}">
                <a16:creationId xmlns:a16="http://schemas.microsoft.com/office/drawing/2014/main" id="{4A3E3271-CD5B-4EAB-A9FD-6EA9217E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6286" y="37156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责任明确</a:t>
            </a:r>
          </a:p>
        </p:txBody>
      </p:sp>
      <p:sp>
        <p:nvSpPr>
          <p:cNvPr id="28" name="note-body-2">
            <a:extLst xmlns:a="http://schemas.openxmlformats.org/drawingml/2006/main">
              <a:ext uri="{FF2B5EF4-FFF2-40B4-BE49-F238E27FC236}">
                <a16:creationId xmlns:a16="http://schemas.microsoft.com/office/drawing/2014/main" id="{24220443-FDDD-470C-8BAD-1C3DF135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5533" y="40475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后续负责人可查</a:t>
            </a:r>
          </a:p>
        </p:txBody>
      </p:sp>
      <p:sp>
        <p:nvSpPr>
          <p:cNvPr id="29" name="note-heading-3">
            <a:extLst xmlns:a="http://schemas.openxmlformats.org/drawingml/2006/main">
              <a:ext uri="{FF2B5EF4-FFF2-40B4-BE49-F238E27FC236}">
                <a16:creationId xmlns:a16="http://schemas.microsoft.com/office/drawing/2014/main" id="{E6DEC46E-7240-4619-B8FE-4BB3058C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77473" y="3715645"/>
            <a:ext cx="1548708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例外有据</a:t>
            </a:r>
          </a:p>
        </p:txBody>
      </p:sp>
      <p:sp>
        <p:nvSpPr>
          <p:cNvPr id="30" name="note-body-3">
            <a:extLst xmlns:a="http://schemas.openxmlformats.org/drawingml/2006/main">
              <a:ext uri="{FF2B5EF4-FFF2-40B4-BE49-F238E27FC236}">
                <a16:creationId xmlns:a16="http://schemas.microsoft.com/office/drawing/2014/main" id="{6B2F58CA-1AAF-4E9E-B07C-C6302B1B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6720" y="4047534"/>
            <a:ext cx="1751114" cy="22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8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特殊处理附上依据</a:t>
            </a:r>
          </a:p>
        </p:txBody>
      </p:sp>
      <p:sp>
        <p:nvSpPr>
          <p:cNvPr id="31" name="note-icon-panel-0">
            <a:extLst xmlns:a="http://schemas.openxmlformats.org/drawingml/2006/main">
              <a:ext uri="{FF2B5EF4-FFF2-40B4-BE49-F238E27FC236}">
                <a16:creationId xmlns:a16="http://schemas.microsoft.com/office/drawing/2014/main" id="{16109F26-DD99-4729-9ABF-2DE2C726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21709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f89a9bc0f41a8">
            <a:extLst>
              <a:ext uri="{96DAC541-7B7A-43D3-8B79-37D633B846F1}">
                <asvg:svgBlip xmlns:asvg="http://schemas.microsoft.com/office/drawing/2016/SVG/main" r:embed="R25ccac335c504e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1961" y="21907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3" name="note-icon-panel-1">
            <a:extLst xmlns:a="http://schemas.openxmlformats.org/drawingml/2006/main">
              <a:ext uri="{FF2B5EF4-FFF2-40B4-BE49-F238E27FC236}">
                <a16:creationId xmlns:a16="http://schemas.microsoft.com/office/drawing/2014/main" id="{3D4FDE16-535F-44F0-A182-59E474CB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2170957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beee66c8743b2">
            <a:extLst>
              <a:ext uri="{96DAC541-7B7A-43D3-8B79-37D633B846F1}">
                <asvg:svgBlip xmlns:asvg="http://schemas.microsoft.com/office/drawing/2016/SVG/main" r:embed="Ra1bb1d672dc143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3148" y="21907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5" name="note-icon-panel-2">
            <a:extLst xmlns:a="http://schemas.openxmlformats.org/drawingml/2006/main">
              <a:ext uri="{FF2B5EF4-FFF2-40B4-BE49-F238E27FC236}">
                <a16:creationId xmlns:a16="http://schemas.microsoft.com/office/drawing/2014/main" id="{C9D3D20A-A1DE-4F83-84B1-64510064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7186" y="37156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d3530c0dc4ecf">
            <a:extLst>
              <a:ext uri="{96DAC541-7B7A-43D3-8B79-37D633B846F1}">
                <asvg:svgBlip xmlns:asvg="http://schemas.microsoft.com/office/drawing/2016/SVG/main" r:embed="R723efdaae3c34e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1961" y="3735438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37" name="note-icon-panel-3">
            <a:extLst xmlns:a="http://schemas.openxmlformats.org/drawingml/2006/main">
              <a:ext uri="{FF2B5EF4-FFF2-40B4-BE49-F238E27FC236}">
                <a16:creationId xmlns:a16="http://schemas.microsoft.com/office/drawing/2014/main" id="{FCD00684-A9AB-440C-A150-E968DADBB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58373" y="3715645"/>
            <a:ext cx="419100" cy="2370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6e5a68a2b2418e">
            <a:extLst>
              <a:ext uri="{96DAC541-7B7A-43D3-8B79-37D633B846F1}">
                <asvg:svgBlip xmlns:asvg="http://schemas.microsoft.com/office/drawing/2016/SVG/main" r:embed="Rc43597f2c1ee4b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63148" y="3735438"/>
            <a:ext cx="190500" cy="19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306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2026-09-07T23:25:10.9510000Z</dcterms:created>
  <dcterms:modified xsi:type="dcterms:W3CDTF">2026-09-07T23:25:10.9510000Z</dcterms:modified>
</coreProperties>
</file>