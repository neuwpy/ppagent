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69757383854e92" /><Relationship Type="http://schemas.openxmlformats.org/officeDocument/2006/relationships/extended-properties" Target="/docProps/app.xml" Id="R33ef7ca0ba684d26" /><Relationship Type="http://schemas.openxmlformats.org/officeDocument/2006/relationships/officeDocument" Target="/ppt/presentation.xml" Id="R842cd4aa7c3141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f2950a1a2e45f1"/>
  </p:sldMasterIdLst>
  <p:notesMasterIdLst>
    <p:notesMasterId xmlns:r="http://schemas.openxmlformats.org/officeDocument/2006/relationships" r:id="Rb06c21d377164a5d"/>
  </p:notesMasterIdLst>
  <p:sldIdLst>
    <p:sldId xmlns:r="http://schemas.openxmlformats.org/officeDocument/2006/relationships" id="256" r:id="R849e4cdedbd843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16686a62c48d3" /><Relationship Type="http://schemas.openxmlformats.org/officeDocument/2006/relationships/slideMaster" Target="/ppt/slideMasters/slideMaster1.xml" Id="Ra8f2950a1a2e45f1" /><Relationship Type="http://schemas.openxmlformats.org/officeDocument/2006/relationships/notesMaster" Target="/ppt/notesMasters/notesMaster1.xml" Id="Rb06c21d377164a5d" /><Relationship Type="http://schemas.openxmlformats.org/officeDocument/2006/relationships/presProps" Target="/ppt/presProps.xml" Id="Rb5e5396fc682424f" /><Relationship Type="http://schemas.openxmlformats.org/officeDocument/2006/relationships/tableStyles" Target="/ppt/tableStyles.xml" Id="R0670f8a9a26a4a55" /><Relationship Type="http://schemas.openxmlformats.org/officeDocument/2006/relationships/slide" Target="/ppt/slides/slide1.xml" Id="R849e4cdedbd843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1f55cb468a47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8b957c8d92424e" /><Relationship Type="http://schemas.openxmlformats.org/officeDocument/2006/relationships/notesMaster" Target="/ppt/notesMasters/notesMaster1.xml" Id="R49d51697fcab4c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975ba20bf48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bdc8b759d48bb" /><Relationship Type="http://schemas.openxmlformats.org/officeDocument/2006/relationships/slideLayout" Target="/ppt/slideLayouts/slideLayout1.xml" Id="R25ba68bdbd83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ba68bdbd83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a26e452334515" /><Relationship Type="http://schemas.openxmlformats.org/officeDocument/2006/relationships/image" Target="/ppt/media/image.png" Id="Re28091031afd437b" /><Relationship Type="http://schemas.openxmlformats.org/officeDocument/2006/relationships/image" Target="/ppt/media/image.svg" Id="Rd4383c4af6534866" /><Relationship Type="http://schemas.openxmlformats.org/officeDocument/2006/relationships/image" Target="/ppt/media/image2.png" Id="Rad0a43af89f84b62" /><Relationship Type="http://schemas.openxmlformats.org/officeDocument/2006/relationships/image" Target="/ppt/media/image2.svg" Id="Red1869249d5f44b0" /><Relationship Type="http://schemas.openxmlformats.org/officeDocument/2006/relationships/image" Target="/ppt/media/image3.png" Id="Rfdaa4158ce2d484b" /><Relationship Type="http://schemas.openxmlformats.org/officeDocument/2006/relationships/image" Target="/ppt/media/image3.svg" Id="Re666c26187cb476c" /><Relationship Type="http://schemas.openxmlformats.org/officeDocument/2006/relationships/image" Target="/ppt/media/image4.png" Id="R4fedd942706149f8" /><Relationship Type="http://schemas.openxmlformats.org/officeDocument/2006/relationships/image" Target="/ppt/media/image4.svg" Id="R5c910a7585e64a2c" /><Relationship Type="http://schemas.openxmlformats.org/officeDocument/2006/relationships/image" Target="/ppt/media/image5.png" Id="R4c47f32dd78a4772" /><Relationship Type="http://schemas.openxmlformats.org/officeDocument/2006/relationships/image" Target="/ppt/media/image5.svg" Id="R56671215804444ff" /><Relationship Type="http://schemas.openxmlformats.org/officeDocument/2006/relationships/image" Target="/ppt/media/image6.png" Id="R3f968acdf9024aa1" /><Relationship Type="http://schemas.openxmlformats.org/officeDocument/2006/relationships/image" Target="/ppt/media/image6.svg" Id="R7709a5491ae94353" /><Relationship Type="http://schemas.openxmlformats.org/officeDocument/2006/relationships/notesSlide" Target="/ppt/notesSlides/notesSlide1.xml" Id="R0c8d2a31edb449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age-paper">
            <a:extLst xmlns:a="http://schemas.openxmlformats.org/drawingml/2006/main">
              <a:ext uri="{FF2B5EF4-FFF2-40B4-BE49-F238E27FC236}">
                <a16:creationId xmlns:a16="http://schemas.microsoft.com/office/drawing/2014/main" id="{EE061D9B-7D31-45BF-97CE-469DD3E3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1316FC07-B9A6-4181-9D59-876589D5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0A6BB8D-0524-48C9-984A-4442319D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发布准备的六项检查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3D1B88-6B2E-44DE-B074-66E66BE0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93D61FBD-E198-4F10-B3A5-3F15E9E0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发布前逐项确认，确保交付具备可执行条件。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E5869B-46C3-4DD9-BEEA-9F7AF06F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4C59F93E-D962-40E1-9C58-1F62A72E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465" y="3365859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9B8105AE-CFAE-43B0-BCA3-FED1E22C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2211591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7D113CCA-1F69-4EDC-ADE2-CC334758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2211581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B5FA98D4-7498-4C4E-9833-D212E1E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797" y="3401978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1FC35881-A05B-4787-99F9-B75CA7C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5026" y="3365859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D8FFD740-D350-42C3-9883-0265533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2211591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47FBD923-B2D2-4660-8F4A-7CA64A75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2211581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767B87FA-382E-4631-8FEE-1B0FF475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5357" y="3401978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7A0A0EF3-4DB3-4C78-B4CD-6B1C141D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587" y="3365859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8F59FF69-8D39-47C7-B0F6-254B1D0C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2211591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0633323B-84AC-44AB-B43F-101802EA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2211581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B31B9A46-1767-4D7E-8CB7-0FB4BB6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1918" y="3401978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99749BDB-7435-4E95-B1A8-537A9548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465" y="5087198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18392FCB-D461-4A18-977C-EE14007A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3932930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6107D0C0-5B78-481C-9F9D-C5AE4DFB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3932930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1C25A139-C31C-40D1-A9D1-12894BAF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797" y="5123317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C412125E-567A-4FD3-9D4A-F51EF25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5026" y="5087198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05A183B0-72AC-475B-949C-7C19F34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3932930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5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18B43049-C1F6-415B-BE5A-8075B157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3932930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FC2B78C9-7C83-4D72-9D92-6478E13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5357" y="5123317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7" name="note-sheet-shadow-5">
            <a:extLst xmlns:a="http://schemas.openxmlformats.org/drawingml/2006/main">
              <a:ext uri="{FF2B5EF4-FFF2-40B4-BE49-F238E27FC236}">
                <a16:creationId xmlns:a16="http://schemas.microsoft.com/office/drawing/2014/main" id="{A485D8D7-DA3D-4972-B9A0-A788B25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587" y="5087198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5">
            <a:extLst xmlns:a="http://schemas.openxmlformats.org/drawingml/2006/main">
              <a:ext uri="{FF2B5EF4-FFF2-40B4-BE49-F238E27FC236}">
                <a16:creationId xmlns:a16="http://schemas.microsoft.com/office/drawing/2014/main" id="{AE68CF69-81F8-42E8-9682-C10A49A7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3932930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9" name="note-sheet-header-5">
            <a:extLst xmlns:a="http://schemas.openxmlformats.org/drawingml/2006/main">
              <a:ext uri="{FF2B5EF4-FFF2-40B4-BE49-F238E27FC236}">
                <a16:creationId xmlns:a16="http://schemas.microsoft.com/office/drawing/2014/main" id="{E2836601-50BB-4E3F-B5EE-9749CBA7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3932930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5">
            <a:extLst xmlns:a="http://schemas.openxmlformats.org/drawingml/2006/main">
              <a:ext uri="{FF2B5EF4-FFF2-40B4-BE49-F238E27FC236}">
                <a16:creationId xmlns:a16="http://schemas.microsoft.com/office/drawing/2014/main" id="{9D45ED51-804C-4725-9D65-5F302547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1918" y="5123317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4E786175-4AFE-43F8-BB37-878A4783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384" y="2211591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范围确认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0B2E47A2-3C2A-4357-BE3B-1EE4738F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8976" y="2581427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确认本期交付边界与优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先顺序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573024DA-72C1-4726-AD0F-2CA5B37B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945" y="2211591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环境就绪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2E747A2A-E9E8-4605-88E5-7807ECC9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5546" y="2581427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检查运行环境并完成必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要配置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90818E3F-B949-411C-9AAD-817EFA55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0506" y="2211591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权限开通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A266C600-B83D-468C-B1DC-862A9352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107" y="2581427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开通最小必要权限并验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证可用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8DAC2ADE-C86D-4213-A548-F3868F23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384" y="3932930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回退预案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D6E7DE06-E2B2-489F-8B19-74BC11A6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8976" y="4302766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明确回退条件步骤与责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任人</a:t>
            </a:r>
          </a:p>
        </p:txBody>
      </p:sp>
      <p:sp>
        <p:nvSpPr>
          <p:cNvPr id="39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E7B25CFF-4035-4575-8620-3603C374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945" y="3932930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操作说明</a:t>
            </a:r>
          </a:p>
        </p:txBody>
      </p:sp>
      <p:sp>
        <p:nvSpPr>
          <p:cNvPr id="40" name="note-body-4">
            <a:extLst xmlns:a="http://schemas.openxmlformats.org/drawingml/2006/main">
              <a:ext uri="{FF2B5EF4-FFF2-40B4-BE49-F238E27FC236}">
                <a16:creationId xmlns:a16="http://schemas.microsoft.com/office/drawing/2014/main" id="{FF3EC0F6-0B1D-46CC-A6D6-A23F6DF6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5546" y="4302766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整理关键操作步骤与注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意事项</a:t>
            </a:r>
          </a:p>
        </p:txBody>
      </p:sp>
      <p:sp>
        <p:nvSpPr>
          <p:cNvPr id="41" name="note-heading-5">
            <a:extLst xmlns:a="http://schemas.openxmlformats.org/drawingml/2006/main">
              <a:ext uri="{FF2B5EF4-FFF2-40B4-BE49-F238E27FC236}">
                <a16:creationId xmlns:a16="http://schemas.microsoft.com/office/drawing/2014/main" id="{57E04739-FAE2-4B68-8063-069FFD3D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0506" y="3932930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问题窗口</a:t>
            </a:r>
          </a:p>
        </p:txBody>
      </p:sp>
      <p:sp>
        <p:nvSpPr>
          <p:cNvPr id="42" name="note-body-5">
            <a:extLst xmlns:a="http://schemas.openxmlformats.org/drawingml/2006/main">
              <a:ext uri="{FF2B5EF4-FFF2-40B4-BE49-F238E27FC236}">
                <a16:creationId xmlns:a16="http://schemas.microsoft.com/office/drawing/2014/main" id="{FFC612A4-C638-4127-A899-77F49672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107" y="4302766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约定反馈入口与响应时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间范围</a:t>
            </a:r>
          </a:p>
        </p:txBody>
      </p:sp>
      <p:sp>
        <p:nvSpPr>
          <p:cNvPr id="43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57EA0241-DEA0-4F27-ACB8-53A2D729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2211591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091031afd437b">
            <a:extLst>
              <a:ext uri="{96DAC541-7B7A-43D3-8B79-37D633B846F1}">
                <asvg:svgBlip xmlns:asvg="http://schemas.microsoft.com/office/drawing/2016/SVG/main" r:embed="Rd4383c4af65348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33059" y="224462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37B87AFF-EE73-4D3C-B5CE-249056CF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2211591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a43af89f84b62">
            <a:extLst>
              <a:ext uri="{96DAC541-7B7A-43D3-8B79-37D633B846F1}">
                <asvg:svgBlip xmlns:asvg="http://schemas.microsoft.com/office/drawing/2016/SVG/main" r:embed="Red1869249d5f44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39620" y="224462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6969EBA5-7D24-4279-A9A0-062E159F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2211591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a4158ce2d484b">
            <a:extLst>
              <a:ext uri="{96DAC541-7B7A-43D3-8B79-37D633B846F1}">
                <asvg:svgBlip xmlns:asvg="http://schemas.microsoft.com/office/drawing/2016/SVG/main" r:embed="Re666c26187cb47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6181" y="224462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39FCB761-8122-4AF2-AFD9-A576EEBF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3932930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dd942706149f8">
            <a:extLst>
              <a:ext uri="{96DAC541-7B7A-43D3-8B79-37D633B846F1}">
                <asvg:svgBlip xmlns:asvg="http://schemas.microsoft.com/office/drawing/2016/SVG/main" r:embed="R5c910a7585e64a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33059" y="3965972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FEE49A35-CBA6-490D-86AF-C5937749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3932930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7f32dd78a4772">
            <a:extLst>
              <a:ext uri="{96DAC541-7B7A-43D3-8B79-37D633B846F1}">
                <asvg:svgBlip xmlns:asvg="http://schemas.microsoft.com/office/drawing/2016/SVG/main" r:embed="R56671215804444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39620" y="3965972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note-icon-panel-5">
            <a:extLst xmlns:a="http://schemas.openxmlformats.org/drawingml/2006/main">
              <a:ext uri="{FF2B5EF4-FFF2-40B4-BE49-F238E27FC236}">
                <a16:creationId xmlns:a16="http://schemas.microsoft.com/office/drawing/2014/main" id="{92C14343-5446-496B-865B-A7F9C8DF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3932930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68acdf9024aa1">
            <a:extLst>
              <a:ext uri="{96DAC541-7B7A-43D3-8B79-37D633B846F1}">
                <asvg:svgBlip xmlns:asvg="http://schemas.microsoft.com/office/drawing/2016/SVG/main" r:embed="R7709a5491ae943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6181" y="3965972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568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2026-09-07T23:25:23.6910000Z</dcterms:created>
  <dcterms:modified xsi:type="dcterms:W3CDTF">2026-09-07T23:25:23.6910000Z</dcterms:modified>
</coreProperties>
</file>