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8faf92487b41be" /><Relationship Type="http://schemas.openxmlformats.org/officeDocument/2006/relationships/extended-properties" Target="/docProps/app.xml" Id="Rc38b5544ce7a484b" /><Relationship Type="http://schemas.openxmlformats.org/officeDocument/2006/relationships/officeDocument" Target="/ppt/presentation.xml" Id="R506cd6d0cb1144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0af306ec7d4570"/>
  </p:sldMasterIdLst>
  <p:notesMasterIdLst>
    <p:notesMasterId xmlns:r="http://schemas.openxmlformats.org/officeDocument/2006/relationships" r:id="Ra9bf7e51ba6f41c3"/>
  </p:notesMasterIdLst>
  <p:sldIdLst>
    <p:sldId xmlns:r="http://schemas.openxmlformats.org/officeDocument/2006/relationships" id="256" r:id="R67865f9aae7147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6b30fefcf047bb" /><Relationship Type="http://schemas.openxmlformats.org/officeDocument/2006/relationships/slideMaster" Target="/ppt/slideMasters/slideMaster1.xml" Id="R5c0af306ec7d4570" /><Relationship Type="http://schemas.openxmlformats.org/officeDocument/2006/relationships/notesMaster" Target="/ppt/notesMasters/notesMaster1.xml" Id="Ra9bf7e51ba6f41c3" /><Relationship Type="http://schemas.openxmlformats.org/officeDocument/2006/relationships/presProps" Target="/ppt/presProps.xml" Id="R37a18ccdfbdd433b" /><Relationship Type="http://schemas.openxmlformats.org/officeDocument/2006/relationships/tableStyles" Target="/ppt/tableStyles.xml" Id="Raa11face7ea04138" /><Relationship Type="http://schemas.openxmlformats.org/officeDocument/2006/relationships/slide" Target="/ppt/slides/slide1.xml" Id="R67865f9aae7147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39a33853f348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fd668fddb443be" /><Relationship Type="http://schemas.openxmlformats.org/officeDocument/2006/relationships/notesMaster" Target="/ppt/notesMasters/notesMaster1.xml" Id="R41388a1dd71c49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c0af292aa43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e5788efba64024" /><Relationship Type="http://schemas.openxmlformats.org/officeDocument/2006/relationships/slideLayout" Target="/ppt/slideLayouts/slideLayout1.xml" Id="R717357b8fa6847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7357b8fa6847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451ddf0bf4f30" /><Relationship Type="http://schemas.openxmlformats.org/officeDocument/2006/relationships/image" Target="/ppt/media/image.png" Id="R1352bfba765f4a95" /><Relationship Type="http://schemas.openxmlformats.org/officeDocument/2006/relationships/image" Target="/ppt/media/image.svg" Id="R6b6a342db999431a" /><Relationship Type="http://schemas.openxmlformats.org/officeDocument/2006/relationships/image" Target="/ppt/media/image2.png" Id="R7068949a612e404f" /><Relationship Type="http://schemas.openxmlformats.org/officeDocument/2006/relationships/image" Target="/ppt/media/image2.svg" Id="R2c2f4f4b9ec94bba" /><Relationship Type="http://schemas.openxmlformats.org/officeDocument/2006/relationships/image" Target="/ppt/media/image3.png" Id="R17afebe2b8114bad" /><Relationship Type="http://schemas.openxmlformats.org/officeDocument/2006/relationships/image" Target="/ppt/media/image3.svg" Id="R74f350c7591f44bb" /><Relationship Type="http://schemas.openxmlformats.org/officeDocument/2006/relationships/image" Target="/ppt/media/image4.png" Id="R9496d83e2e144d80" /><Relationship Type="http://schemas.openxmlformats.org/officeDocument/2006/relationships/image" Target="/ppt/media/image4.svg" Id="Rfe17cbc2566c4282" /><Relationship Type="http://schemas.openxmlformats.org/officeDocument/2006/relationships/notesSlide" Target="/ppt/notesSlides/notesSlide1.xml" Id="Re2f0c3e1d83b424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age-paper">
            <a:extLst xmlns:a="http://schemas.openxmlformats.org/drawingml/2006/main">
              <a:ext uri="{FF2B5EF4-FFF2-40B4-BE49-F238E27FC236}">
                <a16:creationId xmlns:a16="http://schemas.microsoft.com/office/drawing/2014/main" id="{CA411729-B179-4E63-AA3F-2B180294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B008C2CF-EF6E-43EA-9C8B-03B36339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C5E7872-9897-4CC7-8474-CDE2FFB9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2657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交接质量需要可查的依据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942A811-6B97-4138-92EF-BC3BBA87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647700"/>
            <a:ext cx="776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4EA62858-FFCF-46FE-86E8-4B582C9F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交接完成要能让接手者独立继续工作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373D3F-EB44-4436-8B4B-BAE6D4A8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7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6C633A34-10FD-4527-A080-D3C15A60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1017" y="3244853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33E6CD16-D316-4CC9-BAB0-F435D292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0836" y="2209057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9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3660A7A5-35E5-4506-8AA8-BAC1B502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0836" y="2209057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B75F9508-4462-474D-AE04-A7D9E6AB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3022" y="3277267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1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AC1DB4FA-896E-4159-9D23-91368491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2204" y="3244853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E005AEC0-50AE-49C3-BC2C-39EF55F1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2023" y="2209057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3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468D330C-6A38-41B3-894A-2C262B84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2023" y="2209057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520B0AA9-F2FF-41F5-AD98-D67A3466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4209" y="3277267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5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1BDAAF7B-D242-4FC2-B1AE-A1EA3784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1017" y="4789541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27F24C55-601C-4DCB-9763-1EB36C33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0836" y="3753745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7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F5F3990E-BDE2-4D89-9C8A-58BB1D3A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0836" y="3753745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31E46C4E-664B-49E3-97BA-46513143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3022" y="4821955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9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0644FA39-EFC3-4924-B018-ECA943FD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2204" y="4789541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378FCB73-FF1F-4C5B-B1B4-3FEB5556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2023" y="3753745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1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82B73D02-912E-4F85-A488-72B8A661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2023" y="3753745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6DF723D3-24A3-45D5-866E-49581B6B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4209" y="4821955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3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49AA299D-1A5D-4E5B-AF2A-FA885E8A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9936" y="2209057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24" name="note-body-0">
            <a:extLst xmlns:a="http://schemas.openxmlformats.org/drawingml/2006/main">
              <a:ext uri="{FF2B5EF4-FFF2-40B4-BE49-F238E27FC236}">
                <a16:creationId xmlns:a16="http://schemas.microsoft.com/office/drawing/2014/main" id="{4627CF89-7A2B-44AB-8012-148BC66B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9183" y="2540946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</a:t>
            </a:r>
          </a:p>
        </p:txBody>
      </p:sp>
      <p:sp>
        <p:nvSpPr>
          <p:cNvPr id="25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A78C4709-2C83-4ACB-8CF7-51138847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1123" y="2209057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26" name="note-body-1">
            <a:extLst xmlns:a="http://schemas.openxmlformats.org/drawingml/2006/main">
              <a:ext uri="{FF2B5EF4-FFF2-40B4-BE49-F238E27FC236}">
                <a16:creationId xmlns:a16="http://schemas.microsoft.com/office/drawing/2014/main" id="{0FF15C25-CAEB-47E9-A4DC-60872B40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0370" y="2540946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</a:t>
            </a:r>
          </a:p>
        </p:txBody>
      </p:sp>
      <p:sp>
        <p:nvSpPr>
          <p:cNvPr id="27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74C77D07-7C98-4695-9FFF-C3C4C71D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9936" y="3753745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28" name="note-body-2">
            <a:extLst xmlns:a="http://schemas.openxmlformats.org/drawingml/2006/main">
              <a:ext uri="{FF2B5EF4-FFF2-40B4-BE49-F238E27FC236}">
                <a16:creationId xmlns:a16="http://schemas.microsoft.com/office/drawing/2014/main" id="{5E2A91ED-9A67-4E4B-9075-6AD5A369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9183" y="4085634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</a:t>
            </a:r>
          </a:p>
        </p:txBody>
      </p:sp>
      <p:sp>
        <p:nvSpPr>
          <p:cNvPr id="29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1B694CC3-4924-47E9-9FB0-369A233B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1123" y="3753745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30" name="note-body-3">
            <a:extLst xmlns:a="http://schemas.openxmlformats.org/drawingml/2006/main">
              <a:ext uri="{FF2B5EF4-FFF2-40B4-BE49-F238E27FC236}">
                <a16:creationId xmlns:a16="http://schemas.microsoft.com/office/drawing/2014/main" id="{AC981B03-F166-4F8D-AB3A-978A271A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0370" y="4085634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</a:t>
            </a:r>
          </a:p>
        </p:txBody>
      </p:sp>
      <p:sp>
        <p:nvSpPr>
          <p:cNvPr id="31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A4AE82EF-5EA7-42D9-9571-3427FF56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0836" y="2209057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2bfba765f4a95">
            <a:extLst>
              <a:ext uri="{96DAC541-7B7A-43D3-8B79-37D633B846F1}">
                <asvg:svgBlip xmlns:asvg="http://schemas.microsoft.com/office/drawing/2016/SVG/main" r:embed="R6b6a342db99943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25611" y="22288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3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AEBC7AF1-3851-49B4-A251-6D03553C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2023" y="2209057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8949a612e404f">
            <a:extLst>
              <a:ext uri="{96DAC541-7B7A-43D3-8B79-37D633B846F1}">
                <asvg:svgBlip xmlns:asvg="http://schemas.microsoft.com/office/drawing/2016/SVG/main" r:embed="R2c2f4f4b9ec94b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86798" y="22288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5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82523192-78C4-43E7-8071-D65D0384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0836" y="3753745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febe2b8114bad">
            <a:extLst>
              <a:ext uri="{96DAC541-7B7A-43D3-8B79-37D633B846F1}">
                <asvg:svgBlip xmlns:asvg="http://schemas.microsoft.com/office/drawing/2016/SVG/main" r:embed="R74f350c7591f44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25611" y="3773538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7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E7EA0B47-99BF-446D-A8AA-8FFD18AF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2023" y="3753745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6d83e2e144d80">
            <a:extLst>
              <a:ext uri="{96DAC541-7B7A-43D3-8B79-37D633B846F1}">
                <asvg:svgBlip xmlns:asvg="http://schemas.microsoft.com/office/drawing/2016/SVG/main" r:embed="Rfe17cbc2566c42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86798" y="3773538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56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2026-09-07T23:27:01.0890000Z</dcterms:created>
  <dcterms:modified xsi:type="dcterms:W3CDTF">2026-09-07T23:27:01.0890000Z</dcterms:modified>
</coreProperties>
</file>