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c91cc2c6ce4c3e" /><Relationship Type="http://schemas.openxmlformats.org/officeDocument/2006/relationships/extended-properties" Target="/docProps/app.xml" Id="R864a8683d5d24ca7" /><Relationship Type="http://schemas.openxmlformats.org/officeDocument/2006/relationships/officeDocument" Target="/ppt/presentation.xml" Id="Rd2c5dbc0d33745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75907cf7d54de0"/>
  </p:sldMasterIdLst>
  <p:notesMasterIdLst>
    <p:notesMasterId xmlns:r="http://schemas.openxmlformats.org/officeDocument/2006/relationships" r:id="Re81bd4f37c614e54"/>
  </p:notesMasterIdLst>
  <p:sldIdLst>
    <p:sldId xmlns:r="http://schemas.openxmlformats.org/officeDocument/2006/relationships" id="256" r:id="R6fefd3dd2f3547e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78927c39d843a8" /><Relationship Type="http://schemas.openxmlformats.org/officeDocument/2006/relationships/slideMaster" Target="/ppt/slideMasters/slideMaster1.xml" Id="Rb575907cf7d54de0" /><Relationship Type="http://schemas.openxmlformats.org/officeDocument/2006/relationships/notesMaster" Target="/ppt/notesMasters/notesMaster1.xml" Id="Re81bd4f37c614e54" /><Relationship Type="http://schemas.openxmlformats.org/officeDocument/2006/relationships/presProps" Target="/ppt/presProps.xml" Id="R84c22bd0335d4edd" /><Relationship Type="http://schemas.openxmlformats.org/officeDocument/2006/relationships/tableStyles" Target="/ppt/tableStyles.xml" Id="R3bc1250231ff48b3" /><Relationship Type="http://schemas.openxmlformats.org/officeDocument/2006/relationships/slide" Target="/ppt/slides/slide1.xml" Id="R6fefd3dd2f3547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b5792a036a47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95cc9e6e8946cd" /><Relationship Type="http://schemas.openxmlformats.org/officeDocument/2006/relationships/notesMaster" Target="/ppt/notesMasters/notesMaster1.xml" Id="R941f81a6d3224f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7c8bd0e0004e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0f8e936f2d48f7" /><Relationship Type="http://schemas.openxmlformats.org/officeDocument/2006/relationships/slideLayout" Target="/ppt/slideLayouts/slideLayout1.xml" Id="R3a1f481562a84d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1f481562a84d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391a3d103d40ea" /><Relationship Type="http://schemas.openxmlformats.org/officeDocument/2006/relationships/image" Target="/ppt/media/image.png" Id="R8268b397736a44b0" /><Relationship Type="http://schemas.openxmlformats.org/officeDocument/2006/relationships/image" Target="/ppt/media/image.svg" Id="Ra01db151dc924685" /><Relationship Type="http://schemas.openxmlformats.org/officeDocument/2006/relationships/image" Target="/ppt/media/image2.png" Id="Rcacc3e1912e14efb" /><Relationship Type="http://schemas.openxmlformats.org/officeDocument/2006/relationships/image" Target="/ppt/media/image2.svg" Id="R54097f90322943b4" /><Relationship Type="http://schemas.openxmlformats.org/officeDocument/2006/relationships/image" Target="/ppt/media/image3.png" Id="R500cd2c101894808" /><Relationship Type="http://schemas.openxmlformats.org/officeDocument/2006/relationships/image" Target="/ppt/media/image3.svg" Id="Re520c1d8665047e6" /><Relationship Type="http://schemas.openxmlformats.org/officeDocument/2006/relationships/image" Target="/ppt/media/image4.png" Id="R36181c8f85604bc6" /><Relationship Type="http://schemas.openxmlformats.org/officeDocument/2006/relationships/image" Target="/ppt/media/image4.svg" Id="R9bfcf0f665714334" /><Relationship Type="http://schemas.openxmlformats.org/officeDocument/2006/relationships/image" Target="/ppt/media/image5.png" Id="R9e30dc885aa047c7" /><Relationship Type="http://schemas.openxmlformats.org/officeDocument/2006/relationships/image" Target="/ppt/media/image5.svg" Id="R968bba50442444b4" /><Relationship Type="http://schemas.openxmlformats.org/officeDocument/2006/relationships/image" Target="/ppt/media/image6.png" Id="R4eb40f9b384b4dc0" /><Relationship Type="http://schemas.openxmlformats.org/officeDocument/2006/relationships/image" Target="/ppt/media/image6.svg" Id="Ra0d1588b788e4881" /><Relationship Type="http://schemas.openxmlformats.org/officeDocument/2006/relationships/notesSlide" Target="/ppt/notesSlides/notesSlide1.xml" Id="R73ecd9c4dd164a3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page-paper">
            <a:extLst xmlns:a="http://schemas.openxmlformats.org/drawingml/2006/main">
              <a:ext uri="{FF2B5EF4-FFF2-40B4-BE49-F238E27FC236}">
                <a16:creationId xmlns:a16="http://schemas.microsoft.com/office/drawing/2014/main" id="{66B8D9CE-276F-4EF5-89F9-DB41EE72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5CE475B3-7707-4864-83CA-16FD300B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2654C422-CB25-465F-98D9-9D88C866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3133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发布准备需要完整的执行依据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FFA0A999-A582-49C9-8EAB-A04A3BD15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647700"/>
            <a:ext cx="7286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body">
            <a:extLst xmlns:a="http://schemas.openxmlformats.org/drawingml/2006/main">
              <a:ext uri="{FF2B5EF4-FFF2-40B4-BE49-F238E27FC236}">
                <a16:creationId xmlns:a16="http://schemas.microsoft.com/office/drawing/2014/main" id="{7CE52A3C-B190-4D32-B7BF-EB34EEC3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发布前逐项确认，确保交付具备可执行条件。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6C8C4BD-AD6E-4DBA-A8A9-BF24B351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7" name="note-sheet-shadow-0">
            <a:extLst xmlns:a="http://schemas.openxmlformats.org/drawingml/2006/main">
              <a:ext uri="{FF2B5EF4-FFF2-40B4-BE49-F238E27FC236}">
                <a16:creationId xmlns:a16="http://schemas.microsoft.com/office/drawing/2014/main" id="{9A070BD4-853C-41A6-8D4F-8EF7E231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7240" y="3347657"/>
            <a:ext cx="2788339" cy="513912"/>
          </a:xfrm>
          <a:custGeom xmlns:a="http://schemas.openxmlformats.org/drawingml/2006/main">
            <a:pathLst>
              <a:path w="2788339" h="513912">
                <a:moveTo>
                  <a:pt x="2787472" y="0"/>
                </a:moveTo>
                <a:lnTo>
                  <a:pt x="2788339" y="18926"/>
                </a:lnTo>
                <a:lnTo>
                  <a:pt x="2787948" y="37862"/>
                </a:lnTo>
                <a:lnTo>
                  <a:pt x="2786605" y="56769"/>
                </a:lnTo>
                <a:lnTo>
                  <a:pt x="2784358" y="75648"/>
                </a:lnTo>
                <a:lnTo>
                  <a:pt x="2781243" y="94459"/>
                </a:lnTo>
                <a:lnTo>
                  <a:pt x="2777271" y="113195"/>
                </a:lnTo>
                <a:lnTo>
                  <a:pt x="2772442" y="131826"/>
                </a:lnTo>
                <a:lnTo>
                  <a:pt x="2766746" y="150352"/>
                </a:lnTo>
                <a:lnTo>
                  <a:pt x="2760154" y="168726"/>
                </a:lnTo>
                <a:lnTo>
                  <a:pt x="2752668" y="186938"/>
                </a:lnTo>
                <a:lnTo>
                  <a:pt x="2744257" y="204949"/>
                </a:lnTo>
                <a:lnTo>
                  <a:pt x="2734894" y="222742"/>
                </a:lnTo>
                <a:lnTo>
                  <a:pt x="2724579" y="240278"/>
                </a:lnTo>
                <a:lnTo>
                  <a:pt x="2713282" y="257518"/>
                </a:lnTo>
                <a:lnTo>
                  <a:pt x="2700985" y="274425"/>
                </a:lnTo>
                <a:lnTo>
                  <a:pt x="2687688" y="290960"/>
                </a:lnTo>
                <a:lnTo>
                  <a:pt x="2673382" y="307086"/>
                </a:lnTo>
                <a:lnTo>
                  <a:pt x="2658056" y="322764"/>
                </a:lnTo>
                <a:lnTo>
                  <a:pt x="2641730" y="337947"/>
                </a:lnTo>
                <a:lnTo>
                  <a:pt x="2624423" y="352587"/>
                </a:lnTo>
                <a:lnTo>
                  <a:pt x="2606145" y="366665"/>
                </a:lnTo>
                <a:lnTo>
                  <a:pt x="2586942" y="380124"/>
                </a:lnTo>
                <a:lnTo>
                  <a:pt x="2566845" y="392944"/>
                </a:lnTo>
                <a:lnTo>
                  <a:pt x="2545899" y="405098"/>
                </a:lnTo>
                <a:lnTo>
                  <a:pt x="2524154" y="416557"/>
                </a:lnTo>
                <a:lnTo>
                  <a:pt x="2501675" y="427311"/>
                </a:lnTo>
                <a:lnTo>
                  <a:pt x="2478519" y="437350"/>
                </a:lnTo>
                <a:lnTo>
                  <a:pt x="2454754" y="446665"/>
                </a:lnTo>
                <a:lnTo>
                  <a:pt x="2430418" y="455276"/>
                </a:lnTo>
                <a:lnTo>
                  <a:pt x="2405596" y="463172"/>
                </a:lnTo>
                <a:lnTo>
                  <a:pt x="2380345" y="470373"/>
                </a:lnTo>
                <a:lnTo>
                  <a:pt x="2354704" y="476898"/>
                </a:lnTo>
                <a:lnTo>
                  <a:pt x="2328729" y="482756"/>
                </a:lnTo>
                <a:lnTo>
                  <a:pt x="2302478" y="487985"/>
                </a:lnTo>
                <a:lnTo>
                  <a:pt x="2275989" y="492585"/>
                </a:lnTo>
                <a:lnTo>
                  <a:pt x="2249300" y="496605"/>
                </a:lnTo>
                <a:lnTo>
                  <a:pt x="2222440" y="500053"/>
                </a:lnTo>
                <a:lnTo>
                  <a:pt x="2195455" y="502958"/>
                </a:lnTo>
                <a:lnTo>
                  <a:pt x="2168366" y="505349"/>
                </a:lnTo>
                <a:lnTo>
                  <a:pt x="2141191" y="507244"/>
                </a:lnTo>
                <a:lnTo>
                  <a:pt x="2113950" y="508664"/>
                </a:lnTo>
                <a:lnTo>
                  <a:pt x="2086661" y="509330"/>
                </a:lnTo>
                <a:lnTo>
                  <a:pt x="2059353" y="509768"/>
                </a:lnTo>
                <a:lnTo>
                  <a:pt x="2032044" y="510130"/>
                </a:lnTo>
                <a:lnTo>
                  <a:pt x="2004736" y="510426"/>
                </a:lnTo>
                <a:lnTo>
                  <a:pt x="1977428" y="510692"/>
                </a:lnTo>
                <a:lnTo>
                  <a:pt x="1950110" y="510931"/>
                </a:lnTo>
                <a:lnTo>
                  <a:pt x="1922802" y="511140"/>
                </a:lnTo>
                <a:lnTo>
                  <a:pt x="1895494" y="511340"/>
                </a:lnTo>
                <a:lnTo>
                  <a:pt x="1868176" y="511521"/>
                </a:lnTo>
                <a:lnTo>
                  <a:pt x="1840868" y="511702"/>
                </a:lnTo>
                <a:lnTo>
                  <a:pt x="1813560" y="511854"/>
                </a:lnTo>
                <a:lnTo>
                  <a:pt x="1786242" y="512007"/>
                </a:lnTo>
                <a:lnTo>
                  <a:pt x="1758934" y="512150"/>
                </a:lnTo>
                <a:lnTo>
                  <a:pt x="1731616" y="512283"/>
                </a:lnTo>
                <a:lnTo>
                  <a:pt x="1704308" y="512416"/>
                </a:lnTo>
                <a:lnTo>
                  <a:pt x="1677000" y="512531"/>
                </a:lnTo>
                <a:lnTo>
                  <a:pt x="1649682" y="512645"/>
                </a:lnTo>
                <a:lnTo>
                  <a:pt x="1622374" y="512759"/>
                </a:lnTo>
                <a:lnTo>
                  <a:pt x="1595057" y="512855"/>
                </a:lnTo>
                <a:lnTo>
                  <a:pt x="1567748" y="512950"/>
                </a:lnTo>
                <a:lnTo>
                  <a:pt x="1540431" y="513045"/>
                </a:lnTo>
                <a:lnTo>
                  <a:pt x="1513122" y="513131"/>
                </a:lnTo>
                <a:lnTo>
                  <a:pt x="1485805" y="513207"/>
                </a:lnTo>
                <a:lnTo>
                  <a:pt x="1458497" y="513283"/>
                </a:lnTo>
                <a:lnTo>
                  <a:pt x="1431188" y="513359"/>
                </a:lnTo>
                <a:lnTo>
                  <a:pt x="1403871" y="513417"/>
                </a:lnTo>
                <a:lnTo>
                  <a:pt x="1376563" y="513483"/>
                </a:lnTo>
                <a:lnTo>
                  <a:pt x="1349245" y="513540"/>
                </a:lnTo>
                <a:lnTo>
                  <a:pt x="1321937" y="513598"/>
                </a:lnTo>
                <a:lnTo>
                  <a:pt x="1294619" y="513645"/>
                </a:lnTo>
                <a:lnTo>
                  <a:pt x="1267311" y="513693"/>
                </a:lnTo>
                <a:lnTo>
                  <a:pt x="1239993" y="513731"/>
                </a:lnTo>
                <a:lnTo>
                  <a:pt x="1212685" y="513769"/>
                </a:lnTo>
                <a:lnTo>
                  <a:pt x="1185367" y="513798"/>
                </a:lnTo>
                <a:lnTo>
                  <a:pt x="1158059" y="513826"/>
                </a:lnTo>
                <a:lnTo>
                  <a:pt x="1130741" y="513845"/>
                </a:lnTo>
                <a:lnTo>
                  <a:pt x="1103433" y="513874"/>
                </a:lnTo>
                <a:lnTo>
                  <a:pt x="1076115" y="513893"/>
                </a:lnTo>
                <a:lnTo>
                  <a:pt x="1048807" y="513893"/>
                </a:lnTo>
                <a:lnTo>
                  <a:pt x="1021490" y="513902"/>
                </a:lnTo>
                <a:lnTo>
                  <a:pt x="994181" y="513912"/>
                </a:lnTo>
                <a:lnTo>
                  <a:pt x="966864" y="513902"/>
                </a:lnTo>
                <a:lnTo>
                  <a:pt x="939556" y="513893"/>
                </a:lnTo>
                <a:lnTo>
                  <a:pt x="912238" y="513883"/>
                </a:lnTo>
                <a:lnTo>
                  <a:pt x="884930" y="513874"/>
                </a:lnTo>
                <a:lnTo>
                  <a:pt x="857621" y="513845"/>
                </a:lnTo>
                <a:lnTo>
                  <a:pt x="830304" y="513817"/>
                </a:lnTo>
                <a:lnTo>
                  <a:pt x="802996" y="513798"/>
                </a:lnTo>
                <a:lnTo>
                  <a:pt x="775678" y="513750"/>
                </a:lnTo>
                <a:lnTo>
                  <a:pt x="748370" y="513712"/>
                </a:lnTo>
                <a:lnTo>
                  <a:pt x="721052" y="513664"/>
                </a:lnTo>
                <a:lnTo>
                  <a:pt x="693744" y="513607"/>
                </a:lnTo>
                <a:lnTo>
                  <a:pt x="666426" y="513550"/>
                </a:lnTo>
                <a:lnTo>
                  <a:pt x="639118" y="513483"/>
                </a:lnTo>
                <a:lnTo>
                  <a:pt x="611800" y="513417"/>
                </a:lnTo>
                <a:lnTo>
                  <a:pt x="584492" y="513321"/>
                </a:lnTo>
                <a:lnTo>
                  <a:pt x="557174" y="513236"/>
                </a:lnTo>
                <a:lnTo>
                  <a:pt x="529866" y="513150"/>
                </a:lnTo>
                <a:lnTo>
                  <a:pt x="502558" y="513036"/>
                </a:lnTo>
                <a:lnTo>
                  <a:pt x="475240" y="512921"/>
                </a:lnTo>
                <a:lnTo>
                  <a:pt x="447932" y="512797"/>
                </a:lnTo>
                <a:lnTo>
                  <a:pt x="420614" y="512664"/>
                </a:lnTo>
                <a:lnTo>
                  <a:pt x="393306" y="512512"/>
                </a:lnTo>
                <a:lnTo>
                  <a:pt x="365989" y="512350"/>
                </a:lnTo>
                <a:lnTo>
                  <a:pt x="338680" y="512178"/>
                </a:lnTo>
                <a:lnTo>
                  <a:pt x="311372" y="511988"/>
                </a:lnTo>
                <a:lnTo>
                  <a:pt x="284055" y="511769"/>
                </a:lnTo>
                <a:lnTo>
                  <a:pt x="256746" y="511540"/>
                </a:lnTo>
                <a:lnTo>
                  <a:pt x="229438" y="511283"/>
                </a:lnTo>
                <a:lnTo>
                  <a:pt x="202130" y="511007"/>
                </a:lnTo>
                <a:lnTo>
                  <a:pt x="174822" y="510692"/>
                </a:lnTo>
                <a:lnTo>
                  <a:pt x="147514" y="510330"/>
                </a:lnTo>
                <a:lnTo>
                  <a:pt x="120205" y="509921"/>
                </a:lnTo>
                <a:lnTo>
                  <a:pt x="92897" y="509435"/>
                </a:lnTo>
                <a:lnTo>
                  <a:pt x="65599" y="508845"/>
                </a:lnTo>
                <a:lnTo>
                  <a:pt x="38310" y="508073"/>
                </a:lnTo>
                <a:lnTo>
                  <a:pt x="11059" y="506844"/>
                </a:lnTo>
                <a:lnTo>
                  <a:pt x="5067" y="491452"/>
                </a:lnTo>
                <a:lnTo>
                  <a:pt x="4705" y="472516"/>
                </a:lnTo>
                <a:lnTo>
                  <a:pt x="4343" y="453581"/>
                </a:lnTo>
                <a:lnTo>
                  <a:pt x="3981" y="434645"/>
                </a:lnTo>
                <a:lnTo>
                  <a:pt x="3620" y="415709"/>
                </a:lnTo>
                <a:lnTo>
                  <a:pt x="3258" y="396773"/>
                </a:lnTo>
                <a:lnTo>
                  <a:pt x="2896" y="377838"/>
                </a:lnTo>
                <a:lnTo>
                  <a:pt x="2534" y="358902"/>
                </a:lnTo>
                <a:lnTo>
                  <a:pt x="2172" y="339966"/>
                </a:lnTo>
                <a:lnTo>
                  <a:pt x="1810" y="321031"/>
                </a:lnTo>
                <a:lnTo>
                  <a:pt x="1448" y="302095"/>
                </a:lnTo>
                <a:lnTo>
                  <a:pt x="1086" y="283159"/>
                </a:lnTo>
                <a:lnTo>
                  <a:pt x="724" y="264224"/>
                </a:lnTo>
                <a:lnTo>
                  <a:pt x="362" y="245288"/>
                </a:lnTo>
                <a:lnTo>
                  <a:pt x="0" y="226352"/>
                </a:lnTo>
                <a:lnTo>
                  <a:pt x="10020" y="213970"/>
                </a:lnTo>
                <a:lnTo>
                  <a:pt x="37262" y="212588"/>
                </a:lnTo>
                <a:lnTo>
                  <a:pt x="64522" y="211426"/>
                </a:lnTo>
                <a:lnTo>
                  <a:pt x="91802" y="210464"/>
                </a:lnTo>
                <a:lnTo>
                  <a:pt x="119091" y="209674"/>
                </a:lnTo>
                <a:lnTo>
                  <a:pt x="146390" y="209045"/>
                </a:lnTo>
                <a:lnTo>
                  <a:pt x="173688" y="208550"/>
                </a:lnTo>
                <a:lnTo>
                  <a:pt x="200997" y="208188"/>
                </a:lnTo>
                <a:lnTo>
                  <a:pt x="228305" y="207950"/>
                </a:lnTo>
                <a:lnTo>
                  <a:pt x="255622" y="207807"/>
                </a:lnTo>
                <a:lnTo>
                  <a:pt x="282931" y="207769"/>
                </a:lnTo>
                <a:lnTo>
                  <a:pt x="310248" y="207826"/>
                </a:lnTo>
                <a:lnTo>
                  <a:pt x="337556" y="207959"/>
                </a:lnTo>
                <a:lnTo>
                  <a:pt x="364865" y="208178"/>
                </a:lnTo>
                <a:lnTo>
                  <a:pt x="392182" y="208455"/>
                </a:lnTo>
                <a:lnTo>
                  <a:pt x="419481" y="208807"/>
                </a:lnTo>
                <a:lnTo>
                  <a:pt x="446789" y="209217"/>
                </a:lnTo>
                <a:lnTo>
                  <a:pt x="474097" y="209683"/>
                </a:lnTo>
                <a:lnTo>
                  <a:pt x="501396" y="210207"/>
                </a:lnTo>
                <a:lnTo>
                  <a:pt x="528695" y="210779"/>
                </a:lnTo>
                <a:lnTo>
                  <a:pt x="555993" y="211388"/>
                </a:lnTo>
                <a:lnTo>
                  <a:pt x="583292" y="212046"/>
                </a:lnTo>
                <a:lnTo>
                  <a:pt x="610591" y="212731"/>
                </a:lnTo>
                <a:lnTo>
                  <a:pt x="637880" y="213455"/>
                </a:lnTo>
                <a:lnTo>
                  <a:pt x="665169" y="214217"/>
                </a:lnTo>
                <a:lnTo>
                  <a:pt x="692458" y="215008"/>
                </a:lnTo>
                <a:lnTo>
                  <a:pt x="719747" y="215827"/>
                </a:lnTo>
                <a:lnTo>
                  <a:pt x="747036" y="216675"/>
                </a:lnTo>
                <a:lnTo>
                  <a:pt x="774316" y="217541"/>
                </a:lnTo>
                <a:lnTo>
                  <a:pt x="801605" y="218427"/>
                </a:lnTo>
                <a:lnTo>
                  <a:pt x="828885" y="219332"/>
                </a:lnTo>
                <a:lnTo>
                  <a:pt x="856164" y="220256"/>
                </a:lnTo>
                <a:lnTo>
                  <a:pt x="883444" y="221190"/>
                </a:lnTo>
                <a:lnTo>
                  <a:pt x="910723" y="222133"/>
                </a:lnTo>
                <a:lnTo>
                  <a:pt x="938003" y="223095"/>
                </a:lnTo>
                <a:lnTo>
                  <a:pt x="965273" y="224057"/>
                </a:lnTo>
                <a:lnTo>
                  <a:pt x="992553" y="225028"/>
                </a:lnTo>
                <a:lnTo>
                  <a:pt x="1019832" y="226009"/>
                </a:lnTo>
                <a:lnTo>
                  <a:pt x="1047102" y="227000"/>
                </a:lnTo>
                <a:lnTo>
                  <a:pt x="1074382" y="227981"/>
                </a:lnTo>
                <a:lnTo>
                  <a:pt x="1101662" y="228962"/>
                </a:lnTo>
                <a:lnTo>
                  <a:pt x="1128932" y="229934"/>
                </a:lnTo>
                <a:lnTo>
                  <a:pt x="1156211" y="230915"/>
                </a:lnTo>
                <a:lnTo>
                  <a:pt x="1183491" y="231886"/>
                </a:lnTo>
                <a:lnTo>
                  <a:pt x="1210761" y="232848"/>
                </a:lnTo>
                <a:lnTo>
                  <a:pt x="1238040" y="233810"/>
                </a:lnTo>
                <a:lnTo>
                  <a:pt x="1265320" y="234744"/>
                </a:lnTo>
                <a:lnTo>
                  <a:pt x="1292600" y="235687"/>
                </a:lnTo>
                <a:lnTo>
                  <a:pt x="1319879" y="236591"/>
                </a:lnTo>
                <a:lnTo>
                  <a:pt x="1347159" y="237496"/>
                </a:lnTo>
                <a:lnTo>
                  <a:pt x="1374448" y="238373"/>
                </a:lnTo>
                <a:lnTo>
                  <a:pt x="1401728" y="239230"/>
                </a:lnTo>
                <a:lnTo>
                  <a:pt x="1429017" y="240059"/>
                </a:lnTo>
                <a:lnTo>
                  <a:pt x="1456306" y="240868"/>
                </a:lnTo>
                <a:lnTo>
                  <a:pt x="1483595" y="241640"/>
                </a:lnTo>
                <a:lnTo>
                  <a:pt x="1510884" y="242392"/>
                </a:lnTo>
                <a:lnTo>
                  <a:pt x="1538183" y="243097"/>
                </a:lnTo>
                <a:lnTo>
                  <a:pt x="1565472" y="243773"/>
                </a:lnTo>
                <a:lnTo>
                  <a:pt x="1592771" y="244402"/>
                </a:lnTo>
                <a:lnTo>
                  <a:pt x="1620069" y="244993"/>
                </a:lnTo>
                <a:lnTo>
                  <a:pt x="1647377" y="245526"/>
                </a:lnTo>
                <a:lnTo>
                  <a:pt x="1674676" y="246021"/>
                </a:lnTo>
                <a:lnTo>
                  <a:pt x="1701984" y="246450"/>
                </a:lnTo>
                <a:lnTo>
                  <a:pt x="1729292" y="246821"/>
                </a:lnTo>
                <a:lnTo>
                  <a:pt x="1756600" y="247126"/>
                </a:lnTo>
                <a:lnTo>
                  <a:pt x="1783909" y="247364"/>
                </a:lnTo>
                <a:lnTo>
                  <a:pt x="1811226" y="247526"/>
                </a:lnTo>
                <a:lnTo>
                  <a:pt x="1838535" y="247593"/>
                </a:lnTo>
                <a:lnTo>
                  <a:pt x="1865852" y="247574"/>
                </a:lnTo>
                <a:lnTo>
                  <a:pt x="1893160" y="247460"/>
                </a:lnTo>
                <a:lnTo>
                  <a:pt x="1920469" y="247231"/>
                </a:lnTo>
                <a:lnTo>
                  <a:pt x="1947777" y="246878"/>
                </a:lnTo>
                <a:lnTo>
                  <a:pt x="1975085" y="246393"/>
                </a:lnTo>
                <a:lnTo>
                  <a:pt x="2002384" y="245764"/>
                </a:lnTo>
                <a:lnTo>
                  <a:pt x="2029673" y="244973"/>
                </a:lnTo>
                <a:lnTo>
                  <a:pt x="2056943" y="244002"/>
                </a:lnTo>
                <a:lnTo>
                  <a:pt x="2084203" y="242830"/>
                </a:lnTo>
                <a:lnTo>
                  <a:pt x="2111445" y="241421"/>
                </a:lnTo>
                <a:lnTo>
                  <a:pt x="2138648" y="239744"/>
                </a:lnTo>
                <a:lnTo>
                  <a:pt x="2165814" y="237773"/>
                </a:lnTo>
                <a:lnTo>
                  <a:pt x="2192922" y="235439"/>
                </a:lnTo>
                <a:lnTo>
                  <a:pt x="2219944" y="232686"/>
                </a:lnTo>
                <a:lnTo>
                  <a:pt x="2246843" y="229438"/>
                </a:lnTo>
                <a:lnTo>
                  <a:pt x="2273579" y="225562"/>
                </a:lnTo>
                <a:lnTo>
                  <a:pt x="2300059" y="220913"/>
                </a:lnTo>
                <a:lnTo>
                  <a:pt x="2326119" y="215265"/>
                </a:lnTo>
                <a:lnTo>
                  <a:pt x="2351484" y="208264"/>
                </a:lnTo>
                <a:lnTo>
                  <a:pt x="2375583" y="199377"/>
                </a:lnTo>
                <a:lnTo>
                  <a:pt x="2397109" y="187785"/>
                </a:lnTo>
                <a:lnTo>
                  <a:pt x="2413197" y="172593"/>
                </a:lnTo>
                <a:lnTo>
                  <a:pt x="2419674" y="154343"/>
                </a:lnTo>
                <a:lnTo>
                  <a:pt x="2437981" y="144856"/>
                </a:lnTo>
                <a:lnTo>
                  <a:pt x="2463689" y="138455"/>
                </a:lnTo>
                <a:lnTo>
                  <a:pt x="2489044" y="131416"/>
                </a:lnTo>
                <a:lnTo>
                  <a:pt x="2514067" y="123835"/>
                </a:lnTo>
                <a:lnTo>
                  <a:pt x="2538774" y="115767"/>
                </a:lnTo>
                <a:lnTo>
                  <a:pt x="2563158" y="107232"/>
                </a:lnTo>
                <a:lnTo>
                  <a:pt x="2587209" y="98260"/>
                </a:lnTo>
                <a:lnTo>
                  <a:pt x="2610926" y="88868"/>
                </a:lnTo>
                <a:lnTo>
                  <a:pt x="2634301" y="79067"/>
                </a:lnTo>
                <a:lnTo>
                  <a:pt x="2657323" y="68885"/>
                </a:lnTo>
                <a:lnTo>
                  <a:pt x="2679973" y="58312"/>
                </a:lnTo>
                <a:lnTo>
                  <a:pt x="2702262" y="47358"/>
                </a:lnTo>
                <a:lnTo>
                  <a:pt x="2724169" y="36052"/>
                </a:lnTo>
                <a:lnTo>
                  <a:pt x="2745677" y="24374"/>
                </a:lnTo>
                <a:lnTo>
                  <a:pt x="2766784" y="12363"/>
                </a:lnTo>
                <a:lnTo>
                  <a:pt x="2787472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note-sheet-paper-0">
            <a:extLst xmlns:a="http://schemas.openxmlformats.org/drawingml/2006/main">
              <a:ext uri="{FF2B5EF4-FFF2-40B4-BE49-F238E27FC236}">
                <a16:creationId xmlns:a16="http://schemas.microsoft.com/office/drawing/2014/main" id="{BED04479-5C35-4BB5-BC1A-EFFE4DF6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7021" y="1927031"/>
            <a:ext cx="2787701" cy="1932832"/>
          </a:xfrm>
          <a:custGeom xmlns:a="http://schemas.openxmlformats.org/drawingml/2006/main">
            <a:pathLst>
              <a:path w="2787701" h="1932832">
                <a:moveTo>
                  <a:pt x="0" y="1932832"/>
                </a:moveTo>
                <a:lnTo>
                  <a:pt x="44758" y="1932832"/>
                </a:lnTo>
                <a:lnTo>
                  <a:pt x="89516" y="1932832"/>
                </a:lnTo>
                <a:lnTo>
                  <a:pt x="134274" y="1932832"/>
                </a:lnTo>
                <a:lnTo>
                  <a:pt x="179041" y="1932832"/>
                </a:lnTo>
                <a:lnTo>
                  <a:pt x="223799" y="1932832"/>
                </a:lnTo>
                <a:lnTo>
                  <a:pt x="268557" y="1932832"/>
                </a:lnTo>
                <a:lnTo>
                  <a:pt x="313315" y="1932832"/>
                </a:lnTo>
                <a:lnTo>
                  <a:pt x="358073" y="1932832"/>
                </a:lnTo>
                <a:lnTo>
                  <a:pt x="402831" y="1932832"/>
                </a:lnTo>
                <a:lnTo>
                  <a:pt x="447599" y="1932832"/>
                </a:lnTo>
                <a:lnTo>
                  <a:pt x="492357" y="1932832"/>
                </a:lnTo>
                <a:lnTo>
                  <a:pt x="537115" y="1932832"/>
                </a:lnTo>
                <a:lnTo>
                  <a:pt x="581873" y="1932832"/>
                </a:lnTo>
                <a:lnTo>
                  <a:pt x="626631" y="1932832"/>
                </a:lnTo>
                <a:lnTo>
                  <a:pt x="671389" y="1932832"/>
                </a:lnTo>
                <a:lnTo>
                  <a:pt x="716156" y="1932832"/>
                </a:lnTo>
                <a:lnTo>
                  <a:pt x="760914" y="1932832"/>
                </a:lnTo>
                <a:lnTo>
                  <a:pt x="805672" y="1932832"/>
                </a:lnTo>
                <a:lnTo>
                  <a:pt x="850430" y="1932832"/>
                </a:lnTo>
                <a:lnTo>
                  <a:pt x="895188" y="1932832"/>
                </a:lnTo>
                <a:lnTo>
                  <a:pt x="939946" y="1932832"/>
                </a:lnTo>
                <a:lnTo>
                  <a:pt x="984714" y="1932832"/>
                </a:lnTo>
                <a:lnTo>
                  <a:pt x="1029472" y="1932832"/>
                </a:lnTo>
                <a:lnTo>
                  <a:pt x="1074230" y="1932832"/>
                </a:lnTo>
                <a:lnTo>
                  <a:pt x="1118987" y="1932832"/>
                </a:lnTo>
                <a:lnTo>
                  <a:pt x="1163745" y="1932832"/>
                </a:lnTo>
                <a:lnTo>
                  <a:pt x="1208503" y="1932832"/>
                </a:lnTo>
                <a:lnTo>
                  <a:pt x="1253271" y="1932832"/>
                </a:lnTo>
                <a:lnTo>
                  <a:pt x="1298029" y="1932832"/>
                </a:lnTo>
                <a:lnTo>
                  <a:pt x="1342787" y="1932832"/>
                </a:lnTo>
                <a:lnTo>
                  <a:pt x="1387545" y="1932832"/>
                </a:lnTo>
                <a:lnTo>
                  <a:pt x="1432303" y="1932832"/>
                </a:lnTo>
                <a:lnTo>
                  <a:pt x="1477061" y="1932832"/>
                </a:lnTo>
                <a:lnTo>
                  <a:pt x="1521828" y="1932832"/>
                </a:lnTo>
                <a:lnTo>
                  <a:pt x="1566586" y="1932832"/>
                </a:lnTo>
                <a:lnTo>
                  <a:pt x="1611344" y="1932832"/>
                </a:lnTo>
                <a:lnTo>
                  <a:pt x="1656102" y="1932832"/>
                </a:lnTo>
                <a:lnTo>
                  <a:pt x="1700860" y="1932832"/>
                </a:lnTo>
                <a:lnTo>
                  <a:pt x="1745618" y="1932832"/>
                </a:lnTo>
                <a:lnTo>
                  <a:pt x="1790386" y="1932832"/>
                </a:lnTo>
                <a:lnTo>
                  <a:pt x="1835144" y="1932832"/>
                </a:lnTo>
                <a:lnTo>
                  <a:pt x="1879454" y="1929336"/>
                </a:lnTo>
                <a:lnTo>
                  <a:pt x="1923526" y="1923917"/>
                </a:lnTo>
                <a:lnTo>
                  <a:pt x="1967598" y="1918487"/>
                </a:lnTo>
                <a:lnTo>
                  <a:pt x="2011670" y="1913068"/>
                </a:lnTo>
                <a:lnTo>
                  <a:pt x="2055743" y="1907648"/>
                </a:lnTo>
                <a:lnTo>
                  <a:pt x="2099815" y="1902228"/>
                </a:lnTo>
                <a:lnTo>
                  <a:pt x="2143887" y="1896808"/>
                </a:lnTo>
                <a:lnTo>
                  <a:pt x="2187959" y="1891389"/>
                </a:lnTo>
                <a:lnTo>
                  <a:pt x="2221601" y="1872396"/>
                </a:lnTo>
                <a:lnTo>
                  <a:pt x="2252653" y="1850050"/>
                </a:lnTo>
                <a:lnTo>
                  <a:pt x="2283714" y="1827705"/>
                </a:lnTo>
                <a:lnTo>
                  <a:pt x="2314775" y="1805359"/>
                </a:lnTo>
                <a:lnTo>
                  <a:pt x="2345827" y="1783013"/>
                </a:lnTo>
                <a:lnTo>
                  <a:pt x="2376888" y="1760668"/>
                </a:lnTo>
                <a:lnTo>
                  <a:pt x="2407949" y="1738322"/>
                </a:lnTo>
                <a:lnTo>
                  <a:pt x="2439010" y="1715976"/>
                </a:lnTo>
                <a:lnTo>
                  <a:pt x="2470061" y="1693631"/>
                </a:lnTo>
                <a:lnTo>
                  <a:pt x="2501122" y="1671276"/>
                </a:lnTo>
                <a:lnTo>
                  <a:pt x="2532183" y="1648930"/>
                </a:lnTo>
                <a:lnTo>
                  <a:pt x="2563244" y="1626584"/>
                </a:lnTo>
                <a:lnTo>
                  <a:pt x="2594296" y="1604239"/>
                </a:lnTo>
                <a:lnTo>
                  <a:pt x="2625357" y="1581893"/>
                </a:lnTo>
                <a:lnTo>
                  <a:pt x="2656418" y="1559547"/>
                </a:lnTo>
                <a:lnTo>
                  <a:pt x="2687469" y="1537202"/>
                </a:lnTo>
                <a:lnTo>
                  <a:pt x="2718530" y="1514856"/>
                </a:lnTo>
                <a:lnTo>
                  <a:pt x="2749591" y="1492510"/>
                </a:lnTo>
                <a:lnTo>
                  <a:pt x="2780652" y="1470155"/>
                </a:lnTo>
                <a:lnTo>
                  <a:pt x="2787701" y="1441094"/>
                </a:lnTo>
                <a:lnTo>
                  <a:pt x="2787701" y="1410062"/>
                </a:lnTo>
                <a:lnTo>
                  <a:pt x="2787701" y="1379030"/>
                </a:lnTo>
                <a:lnTo>
                  <a:pt x="2787701" y="1347997"/>
                </a:lnTo>
                <a:lnTo>
                  <a:pt x="2787701" y="1316965"/>
                </a:lnTo>
                <a:lnTo>
                  <a:pt x="2787701" y="1285932"/>
                </a:lnTo>
                <a:lnTo>
                  <a:pt x="2787701" y="1254900"/>
                </a:lnTo>
                <a:lnTo>
                  <a:pt x="2787701" y="1223867"/>
                </a:lnTo>
                <a:lnTo>
                  <a:pt x="2787701" y="1192825"/>
                </a:lnTo>
                <a:lnTo>
                  <a:pt x="2787701" y="1161793"/>
                </a:lnTo>
                <a:lnTo>
                  <a:pt x="2787701" y="1130760"/>
                </a:lnTo>
                <a:lnTo>
                  <a:pt x="2787701" y="1099728"/>
                </a:lnTo>
                <a:lnTo>
                  <a:pt x="2787701" y="1068695"/>
                </a:lnTo>
                <a:lnTo>
                  <a:pt x="2787701" y="1037663"/>
                </a:lnTo>
                <a:lnTo>
                  <a:pt x="2787701" y="1006631"/>
                </a:lnTo>
                <a:lnTo>
                  <a:pt x="2787701" y="975589"/>
                </a:lnTo>
                <a:lnTo>
                  <a:pt x="2787701" y="944556"/>
                </a:lnTo>
                <a:lnTo>
                  <a:pt x="2787701" y="913524"/>
                </a:lnTo>
                <a:lnTo>
                  <a:pt x="2787701" y="882491"/>
                </a:lnTo>
                <a:lnTo>
                  <a:pt x="2787701" y="851459"/>
                </a:lnTo>
                <a:lnTo>
                  <a:pt x="2787701" y="820426"/>
                </a:lnTo>
                <a:lnTo>
                  <a:pt x="2787701" y="789394"/>
                </a:lnTo>
                <a:lnTo>
                  <a:pt x="2787701" y="758361"/>
                </a:lnTo>
                <a:lnTo>
                  <a:pt x="2787701" y="727319"/>
                </a:lnTo>
                <a:lnTo>
                  <a:pt x="2787701" y="696287"/>
                </a:lnTo>
                <a:lnTo>
                  <a:pt x="2787701" y="665255"/>
                </a:lnTo>
                <a:lnTo>
                  <a:pt x="2787701" y="634222"/>
                </a:lnTo>
                <a:lnTo>
                  <a:pt x="2787701" y="603190"/>
                </a:lnTo>
                <a:lnTo>
                  <a:pt x="2787701" y="572157"/>
                </a:lnTo>
                <a:lnTo>
                  <a:pt x="2787701" y="541125"/>
                </a:lnTo>
                <a:lnTo>
                  <a:pt x="2787701" y="510092"/>
                </a:lnTo>
                <a:lnTo>
                  <a:pt x="2787701" y="479050"/>
                </a:lnTo>
                <a:lnTo>
                  <a:pt x="2787701" y="448018"/>
                </a:lnTo>
                <a:lnTo>
                  <a:pt x="2787701" y="416985"/>
                </a:lnTo>
                <a:lnTo>
                  <a:pt x="2787701" y="385953"/>
                </a:lnTo>
                <a:lnTo>
                  <a:pt x="2787701" y="354921"/>
                </a:lnTo>
                <a:lnTo>
                  <a:pt x="2787701" y="323888"/>
                </a:lnTo>
                <a:lnTo>
                  <a:pt x="2787701" y="292856"/>
                </a:lnTo>
                <a:lnTo>
                  <a:pt x="2787701" y="261814"/>
                </a:lnTo>
                <a:lnTo>
                  <a:pt x="2787701" y="230781"/>
                </a:lnTo>
                <a:lnTo>
                  <a:pt x="2787701" y="199749"/>
                </a:lnTo>
                <a:lnTo>
                  <a:pt x="2787701" y="168716"/>
                </a:lnTo>
                <a:lnTo>
                  <a:pt x="2787701" y="137684"/>
                </a:lnTo>
                <a:lnTo>
                  <a:pt x="2787701" y="106651"/>
                </a:lnTo>
                <a:lnTo>
                  <a:pt x="2787701" y="75619"/>
                </a:lnTo>
                <a:lnTo>
                  <a:pt x="2787701" y="44587"/>
                </a:lnTo>
                <a:lnTo>
                  <a:pt x="2787701" y="13545"/>
                </a:lnTo>
                <a:lnTo>
                  <a:pt x="2762479" y="0"/>
                </a:lnTo>
                <a:lnTo>
                  <a:pt x="2717721" y="0"/>
                </a:lnTo>
                <a:lnTo>
                  <a:pt x="2672963" y="0"/>
                </a:lnTo>
                <a:lnTo>
                  <a:pt x="2628205" y="0"/>
                </a:lnTo>
                <a:lnTo>
                  <a:pt x="2583447" y="0"/>
                </a:lnTo>
                <a:lnTo>
                  <a:pt x="2538689" y="0"/>
                </a:lnTo>
                <a:lnTo>
                  <a:pt x="2493921" y="0"/>
                </a:lnTo>
                <a:lnTo>
                  <a:pt x="2449163" y="0"/>
                </a:lnTo>
                <a:lnTo>
                  <a:pt x="2404405" y="0"/>
                </a:lnTo>
                <a:lnTo>
                  <a:pt x="2359647" y="0"/>
                </a:lnTo>
                <a:lnTo>
                  <a:pt x="2314889" y="0"/>
                </a:lnTo>
                <a:lnTo>
                  <a:pt x="2270131" y="0"/>
                </a:lnTo>
                <a:lnTo>
                  <a:pt x="2225364" y="0"/>
                </a:lnTo>
                <a:lnTo>
                  <a:pt x="2180606" y="0"/>
                </a:lnTo>
                <a:lnTo>
                  <a:pt x="2135848" y="0"/>
                </a:lnTo>
                <a:lnTo>
                  <a:pt x="2091090" y="0"/>
                </a:lnTo>
                <a:lnTo>
                  <a:pt x="2046332" y="0"/>
                </a:lnTo>
                <a:lnTo>
                  <a:pt x="2001574" y="0"/>
                </a:lnTo>
                <a:lnTo>
                  <a:pt x="1956806" y="0"/>
                </a:lnTo>
                <a:lnTo>
                  <a:pt x="1912049" y="0"/>
                </a:lnTo>
                <a:lnTo>
                  <a:pt x="1867291" y="0"/>
                </a:lnTo>
                <a:lnTo>
                  <a:pt x="1822533" y="0"/>
                </a:lnTo>
                <a:lnTo>
                  <a:pt x="1777775" y="0"/>
                </a:lnTo>
                <a:lnTo>
                  <a:pt x="1733017" y="0"/>
                </a:lnTo>
                <a:lnTo>
                  <a:pt x="1688249" y="0"/>
                </a:lnTo>
                <a:lnTo>
                  <a:pt x="1643491" y="0"/>
                </a:lnTo>
                <a:lnTo>
                  <a:pt x="1598733" y="0"/>
                </a:lnTo>
                <a:lnTo>
                  <a:pt x="1553975" y="0"/>
                </a:lnTo>
                <a:lnTo>
                  <a:pt x="1509217" y="0"/>
                </a:lnTo>
                <a:lnTo>
                  <a:pt x="1464459" y="0"/>
                </a:lnTo>
                <a:lnTo>
                  <a:pt x="1419692" y="0"/>
                </a:lnTo>
                <a:lnTo>
                  <a:pt x="1374934" y="0"/>
                </a:lnTo>
                <a:lnTo>
                  <a:pt x="1330176" y="0"/>
                </a:lnTo>
                <a:lnTo>
                  <a:pt x="1285418" y="0"/>
                </a:lnTo>
                <a:lnTo>
                  <a:pt x="1240660" y="0"/>
                </a:lnTo>
                <a:lnTo>
                  <a:pt x="1195902" y="0"/>
                </a:lnTo>
                <a:lnTo>
                  <a:pt x="1151134" y="0"/>
                </a:lnTo>
                <a:lnTo>
                  <a:pt x="1106376" y="0"/>
                </a:lnTo>
                <a:lnTo>
                  <a:pt x="1061618" y="0"/>
                </a:lnTo>
                <a:lnTo>
                  <a:pt x="1016860" y="0"/>
                </a:lnTo>
                <a:lnTo>
                  <a:pt x="972102" y="0"/>
                </a:lnTo>
                <a:lnTo>
                  <a:pt x="927344" y="0"/>
                </a:lnTo>
                <a:lnTo>
                  <a:pt x="882577" y="0"/>
                </a:lnTo>
                <a:lnTo>
                  <a:pt x="837819" y="0"/>
                </a:lnTo>
                <a:lnTo>
                  <a:pt x="793061" y="0"/>
                </a:lnTo>
                <a:lnTo>
                  <a:pt x="748303" y="0"/>
                </a:lnTo>
                <a:lnTo>
                  <a:pt x="703545" y="0"/>
                </a:lnTo>
                <a:lnTo>
                  <a:pt x="658787" y="0"/>
                </a:lnTo>
                <a:lnTo>
                  <a:pt x="614020" y="0"/>
                </a:lnTo>
                <a:lnTo>
                  <a:pt x="569262" y="0"/>
                </a:lnTo>
                <a:lnTo>
                  <a:pt x="524504" y="0"/>
                </a:lnTo>
                <a:lnTo>
                  <a:pt x="479746" y="0"/>
                </a:lnTo>
                <a:lnTo>
                  <a:pt x="434988" y="0"/>
                </a:lnTo>
                <a:lnTo>
                  <a:pt x="390230" y="0"/>
                </a:lnTo>
                <a:lnTo>
                  <a:pt x="345472" y="0"/>
                </a:lnTo>
                <a:lnTo>
                  <a:pt x="300704" y="0"/>
                </a:lnTo>
                <a:lnTo>
                  <a:pt x="255946" y="0"/>
                </a:lnTo>
                <a:lnTo>
                  <a:pt x="211188" y="0"/>
                </a:lnTo>
                <a:lnTo>
                  <a:pt x="166430" y="0"/>
                </a:lnTo>
                <a:lnTo>
                  <a:pt x="121672" y="0"/>
                </a:lnTo>
                <a:lnTo>
                  <a:pt x="76914" y="0"/>
                </a:lnTo>
                <a:lnTo>
                  <a:pt x="32147" y="0"/>
                </a:lnTo>
                <a:lnTo>
                  <a:pt x="0" y="8744"/>
                </a:lnTo>
                <a:lnTo>
                  <a:pt x="0" y="39776"/>
                </a:lnTo>
                <a:lnTo>
                  <a:pt x="0" y="70809"/>
                </a:lnTo>
                <a:lnTo>
                  <a:pt x="0" y="101841"/>
                </a:lnTo>
                <a:lnTo>
                  <a:pt x="0" y="132874"/>
                </a:lnTo>
                <a:lnTo>
                  <a:pt x="0" y="163906"/>
                </a:lnTo>
                <a:lnTo>
                  <a:pt x="0" y="194948"/>
                </a:lnTo>
                <a:lnTo>
                  <a:pt x="0" y="225981"/>
                </a:lnTo>
                <a:lnTo>
                  <a:pt x="0" y="257013"/>
                </a:lnTo>
                <a:lnTo>
                  <a:pt x="0" y="288046"/>
                </a:lnTo>
                <a:lnTo>
                  <a:pt x="0" y="319078"/>
                </a:lnTo>
                <a:lnTo>
                  <a:pt x="0" y="350110"/>
                </a:lnTo>
                <a:lnTo>
                  <a:pt x="0" y="381143"/>
                </a:lnTo>
                <a:lnTo>
                  <a:pt x="0" y="412185"/>
                </a:lnTo>
                <a:lnTo>
                  <a:pt x="0" y="443217"/>
                </a:lnTo>
                <a:lnTo>
                  <a:pt x="0" y="474250"/>
                </a:lnTo>
                <a:lnTo>
                  <a:pt x="0" y="505282"/>
                </a:lnTo>
                <a:lnTo>
                  <a:pt x="0" y="536315"/>
                </a:lnTo>
                <a:lnTo>
                  <a:pt x="0" y="567347"/>
                </a:lnTo>
                <a:lnTo>
                  <a:pt x="0" y="598380"/>
                </a:lnTo>
                <a:lnTo>
                  <a:pt x="0" y="629412"/>
                </a:lnTo>
                <a:lnTo>
                  <a:pt x="0" y="660454"/>
                </a:lnTo>
                <a:lnTo>
                  <a:pt x="0" y="691486"/>
                </a:lnTo>
                <a:lnTo>
                  <a:pt x="0" y="722519"/>
                </a:lnTo>
                <a:lnTo>
                  <a:pt x="0" y="753551"/>
                </a:lnTo>
                <a:lnTo>
                  <a:pt x="0" y="784584"/>
                </a:lnTo>
                <a:lnTo>
                  <a:pt x="0" y="815616"/>
                </a:lnTo>
                <a:lnTo>
                  <a:pt x="0" y="846649"/>
                </a:lnTo>
                <a:lnTo>
                  <a:pt x="0" y="877681"/>
                </a:lnTo>
                <a:lnTo>
                  <a:pt x="0" y="908723"/>
                </a:lnTo>
                <a:lnTo>
                  <a:pt x="0" y="939756"/>
                </a:lnTo>
                <a:lnTo>
                  <a:pt x="0" y="970788"/>
                </a:lnTo>
                <a:lnTo>
                  <a:pt x="0" y="1001820"/>
                </a:lnTo>
                <a:lnTo>
                  <a:pt x="0" y="1032853"/>
                </a:lnTo>
                <a:lnTo>
                  <a:pt x="0" y="1063885"/>
                </a:lnTo>
                <a:lnTo>
                  <a:pt x="0" y="1094918"/>
                </a:lnTo>
                <a:lnTo>
                  <a:pt x="0" y="1125960"/>
                </a:lnTo>
                <a:lnTo>
                  <a:pt x="0" y="1156992"/>
                </a:lnTo>
                <a:lnTo>
                  <a:pt x="0" y="1188025"/>
                </a:lnTo>
                <a:lnTo>
                  <a:pt x="0" y="1219057"/>
                </a:lnTo>
                <a:lnTo>
                  <a:pt x="0" y="1250090"/>
                </a:lnTo>
                <a:lnTo>
                  <a:pt x="0" y="1281122"/>
                </a:lnTo>
                <a:lnTo>
                  <a:pt x="0" y="1312154"/>
                </a:lnTo>
                <a:lnTo>
                  <a:pt x="0" y="1343187"/>
                </a:lnTo>
                <a:lnTo>
                  <a:pt x="0" y="1374229"/>
                </a:lnTo>
                <a:lnTo>
                  <a:pt x="0" y="1405261"/>
                </a:lnTo>
                <a:lnTo>
                  <a:pt x="0" y="1436294"/>
                </a:lnTo>
                <a:lnTo>
                  <a:pt x="0" y="1467326"/>
                </a:lnTo>
                <a:lnTo>
                  <a:pt x="0" y="1498359"/>
                </a:lnTo>
                <a:lnTo>
                  <a:pt x="0" y="1529391"/>
                </a:lnTo>
                <a:lnTo>
                  <a:pt x="0" y="1560424"/>
                </a:lnTo>
                <a:lnTo>
                  <a:pt x="0" y="1591456"/>
                </a:lnTo>
                <a:lnTo>
                  <a:pt x="0" y="1622498"/>
                </a:lnTo>
                <a:lnTo>
                  <a:pt x="0" y="1653530"/>
                </a:lnTo>
                <a:lnTo>
                  <a:pt x="0" y="1684563"/>
                </a:lnTo>
                <a:lnTo>
                  <a:pt x="0" y="1715595"/>
                </a:lnTo>
                <a:lnTo>
                  <a:pt x="0" y="1746628"/>
                </a:lnTo>
                <a:lnTo>
                  <a:pt x="0" y="1777660"/>
                </a:lnTo>
                <a:lnTo>
                  <a:pt x="0" y="1808693"/>
                </a:lnTo>
                <a:lnTo>
                  <a:pt x="0" y="1839725"/>
                </a:lnTo>
                <a:lnTo>
                  <a:pt x="0" y="1870767"/>
                </a:lnTo>
                <a:lnTo>
                  <a:pt x="0" y="1901800"/>
                </a:lnTo>
                <a:lnTo>
                  <a:pt x="0" y="1932832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9" name="note-sheet-header-0">
            <a:extLst xmlns:a="http://schemas.openxmlformats.org/drawingml/2006/main">
              <a:ext uri="{FF2B5EF4-FFF2-40B4-BE49-F238E27FC236}">
                <a16:creationId xmlns:a16="http://schemas.microsoft.com/office/drawing/2014/main" id="{3B68E9F3-762C-4C78-AD17-313A5A3B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7021" y="1927031"/>
            <a:ext cx="2787701" cy="33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note-sheet-fold-0">
            <a:extLst xmlns:a="http://schemas.openxmlformats.org/drawingml/2006/main">
              <a:ext uri="{FF2B5EF4-FFF2-40B4-BE49-F238E27FC236}">
                <a16:creationId xmlns:a16="http://schemas.microsoft.com/office/drawing/2014/main" id="{2656B5E8-9E9C-404E-8C0F-B9809236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77641" y="3392110"/>
            <a:ext cx="1027071" cy="468106"/>
          </a:xfrm>
          <a:custGeom xmlns:a="http://schemas.openxmlformats.org/drawingml/2006/main">
            <a:pathLst>
              <a:path w="1027071" h="468106">
                <a:moveTo>
                  <a:pt x="1027071" y="0"/>
                </a:moveTo>
                <a:lnTo>
                  <a:pt x="1025852" y="7763"/>
                </a:lnTo>
                <a:lnTo>
                  <a:pt x="1024242" y="15497"/>
                </a:lnTo>
                <a:lnTo>
                  <a:pt x="1022375" y="23193"/>
                </a:lnTo>
                <a:lnTo>
                  <a:pt x="1020261" y="30871"/>
                </a:lnTo>
                <a:lnTo>
                  <a:pt x="1017937" y="38510"/>
                </a:lnTo>
                <a:lnTo>
                  <a:pt x="1015413" y="46130"/>
                </a:lnTo>
                <a:lnTo>
                  <a:pt x="1012698" y="53702"/>
                </a:lnTo>
                <a:lnTo>
                  <a:pt x="1009793" y="61255"/>
                </a:lnTo>
                <a:lnTo>
                  <a:pt x="1006716" y="68771"/>
                </a:lnTo>
                <a:lnTo>
                  <a:pt x="1003459" y="76248"/>
                </a:lnTo>
                <a:lnTo>
                  <a:pt x="1000030" y="83687"/>
                </a:lnTo>
                <a:lnTo>
                  <a:pt x="996439" y="91088"/>
                </a:lnTo>
                <a:lnTo>
                  <a:pt x="992676" y="98450"/>
                </a:lnTo>
                <a:lnTo>
                  <a:pt x="988752" y="105775"/>
                </a:lnTo>
                <a:lnTo>
                  <a:pt x="984656" y="113052"/>
                </a:lnTo>
                <a:lnTo>
                  <a:pt x="980408" y="120282"/>
                </a:lnTo>
                <a:lnTo>
                  <a:pt x="975998" y="127473"/>
                </a:lnTo>
                <a:lnTo>
                  <a:pt x="971426" y="134607"/>
                </a:lnTo>
                <a:lnTo>
                  <a:pt x="966711" y="141703"/>
                </a:lnTo>
                <a:lnTo>
                  <a:pt x="961825" y="148742"/>
                </a:lnTo>
                <a:lnTo>
                  <a:pt x="956786" y="155734"/>
                </a:lnTo>
                <a:lnTo>
                  <a:pt x="951605" y="162668"/>
                </a:lnTo>
                <a:lnTo>
                  <a:pt x="946261" y="169535"/>
                </a:lnTo>
                <a:lnTo>
                  <a:pt x="940765" y="176365"/>
                </a:lnTo>
                <a:lnTo>
                  <a:pt x="935117" y="183118"/>
                </a:lnTo>
                <a:lnTo>
                  <a:pt x="929335" y="189824"/>
                </a:lnTo>
                <a:lnTo>
                  <a:pt x="923392" y="196453"/>
                </a:lnTo>
                <a:lnTo>
                  <a:pt x="917305" y="203025"/>
                </a:lnTo>
                <a:lnTo>
                  <a:pt x="911066" y="209540"/>
                </a:lnTo>
                <a:lnTo>
                  <a:pt x="904694" y="215979"/>
                </a:lnTo>
                <a:lnTo>
                  <a:pt x="898179" y="222342"/>
                </a:lnTo>
                <a:lnTo>
                  <a:pt x="891511" y="228648"/>
                </a:lnTo>
                <a:lnTo>
                  <a:pt x="884711" y="234877"/>
                </a:lnTo>
                <a:lnTo>
                  <a:pt x="877776" y="241030"/>
                </a:lnTo>
                <a:lnTo>
                  <a:pt x="870699" y="247107"/>
                </a:lnTo>
                <a:lnTo>
                  <a:pt x="863489" y="253108"/>
                </a:lnTo>
                <a:lnTo>
                  <a:pt x="856155" y="259032"/>
                </a:lnTo>
                <a:lnTo>
                  <a:pt x="848678" y="264881"/>
                </a:lnTo>
                <a:lnTo>
                  <a:pt x="841077" y="270643"/>
                </a:lnTo>
                <a:lnTo>
                  <a:pt x="833352" y="276330"/>
                </a:lnTo>
                <a:lnTo>
                  <a:pt x="825503" y="281930"/>
                </a:lnTo>
                <a:lnTo>
                  <a:pt x="817531" y="287445"/>
                </a:lnTo>
                <a:lnTo>
                  <a:pt x="809435" y="292884"/>
                </a:lnTo>
                <a:lnTo>
                  <a:pt x="801224" y="298228"/>
                </a:lnTo>
                <a:lnTo>
                  <a:pt x="792890" y="303486"/>
                </a:lnTo>
                <a:lnTo>
                  <a:pt x="784450" y="308667"/>
                </a:lnTo>
                <a:lnTo>
                  <a:pt x="775906" y="313754"/>
                </a:lnTo>
                <a:lnTo>
                  <a:pt x="767248" y="318745"/>
                </a:lnTo>
                <a:lnTo>
                  <a:pt x="758485" y="323659"/>
                </a:lnTo>
                <a:lnTo>
                  <a:pt x="749618" y="328479"/>
                </a:lnTo>
                <a:lnTo>
                  <a:pt x="740645" y="333204"/>
                </a:lnTo>
                <a:lnTo>
                  <a:pt x="731587" y="337842"/>
                </a:lnTo>
                <a:lnTo>
                  <a:pt x="722424" y="342386"/>
                </a:lnTo>
                <a:lnTo>
                  <a:pt x="713175" y="346843"/>
                </a:lnTo>
                <a:lnTo>
                  <a:pt x="703831" y="351215"/>
                </a:lnTo>
                <a:lnTo>
                  <a:pt x="694401" y="355492"/>
                </a:lnTo>
                <a:lnTo>
                  <a:pt x="684895" y="359674"/>
                </a:lnTo>
                <a:lnTo>
                  <a:pt x="675294" y="363769"/>
                </a:lnTo>
                <a:lnTo>
                  <a:pt x="665626" y="367770"/>
                </a:lnTo>
                <a:lnTo>
                  <a:pt x="655872" y="371685"/>
                </a:lnTo>
                <a:lnTo>
                  <a:pt x="646043" y="375504"/>
                </a:lnTo>
                <a:lnTo>
                  <a:pt x="636146" y="379238"/>
                </a:lnTo>
                <a:lnTo>
                  <a:pt x="626183" y="382876"/>
                </a:lnTo>
                <a:lnTo>
                  <a:pt x="616153" y="386429"/>
                </a:lnTo>
                <a:lnTo>
                  <a:pt x="606057" y="389896"/>
                </a:lnTo>
                <a:lnTo>
                  <a:pt x="595894" y="393278"/>
                </a:lnTo>
                <a:lnTo>
                  <a:pt x="585683" y="396564"/>
                </a:lnTo>
                <a:lnTo>
                  <a:pt x="575405" y="399764"/>
                </a:lnTo>
                <a:lnTo>
                  <a:pt x="565071" y="402888"/>
                </a:lnTo>
                <a:lnTo>
                  <a:pt x="554688" y="405917"/>
                </a:lnTo>
                <a:lnTo>
                  <a:pt x="544259" y="408861"/>
                </a:lnTo>
                <a:lnTo>
                  <a:pt x="533781" y="411728"/>
                </a:lnTo>
                <a:lnTo>
                  <a:pt x="523246" y="414509"/>
                </a:lnTo>
                <a:lnTo>
                  <a:pt x="512674" y="417205"/>
                </a:lnTo>
                <a:lnTo>
                  <a:pt x="502063" y="419824"/>
                </a:lnTo>
                <a:lnTo>
                  <a:pt x="491404" y="422358"/>
                </a:lnTo>
                <a:lnTo>
                  <a:pt x="480708" y="424805"/>
                </a:lnTo>
                <a:lnTo>
                  <a:pt x="469973" y="427187"/>
                </a:lnTo>
                <a:lnTo>
                  <a:pt x="459210" y="429482"/>
                </a:lnTo>
                <a:lnTo>
                  <a:pt x="448408" y="431702"/>
                </a:lnTo>
                <a:lnTo>
                  <a:pt x="437579" y="433854"/>
                </a:lnTo>
                <a:lnTo>
                  <a:pt x="426710" y="435921"/>
                </a:lnTo>
                <a:lnTo>
                  <a:pt x="415823" y="437921"/>
                </a:lnTo>
                <a:lnTo>
                  <a:pt x="404898" y="439836"/>
                </a:lnTo>
                <a:lnTo>
                  <a:pt x="393954" y="441684"/>
                </a:lnTo>
                <a:lnTo>
                  <a:pt x="382991" y="443465"/>
                </a:lnTo>
                <a:lnTo>
                  <a:pt x="371989" y="445170"/>
                </a:lnTo>
                <a:lnTo>
                  <a:pt x="360978" y="446818"/>
                </a:lnTo>
                <a:lnTo>
                  <a:pt x="349939" y="448380"/>
                </a:lnTo>
                <a:lnTo>
                  <a:pt x="338890" y="449885"/>
                </a:lnTo>
                <a:lnTo>
                  <a:pt x="327812" y="451323"/>
                </a:lnTo>
                <a:lnTo>
                  <a:pt x="316725" y="452685"/>
                </a:lnTo>
                <a:lnTo>
                  <a:pt x="305610" y="453990"/>
                </a:lnTo>
                <a:lnTo>
                  <a:pt x="294494" y="455238"/>
                </a:lnTo>
                <a:lnTo>
                  <a:pt x="283350" y="456409"/>
                </a:lnTo>
                <a:lnTo>
                  <a:pt x="272205" y="457524"/>
                </a:lnTo>
                <a:lnTo>
                  <a:pt x="261042" y="458581"/>
                </a:lnTo>
                <a:lnTo>
                  <a:pt x="249869" y="459572"/>
                </a:lnTo>
                <a:lnTo>
                  <a:pt x="238677" y="460505"/>
                </a:lnTo>
                <a:lnTo>
                  <a:pt x="227486" y="461381"/>
                </a:lnTo>
                <a:lnTo>
                  <a:pt x="216284" y="462201"/>
                </a:lnTo>
                <a:lnTo>
                  <a:pt x="205073" y="462963"/>
                </a:lnTo>
                <a:lnTo>
                  <a:pt x="193853" y="463667"/>
                </a:lnTo>
                <a:lnTo>
                  <a:pt x="182623" y="464315"/>
                </a:lnTo>
                <a:lnTo>
                  <a:pt x="171393" y="464915"/>
                </a:lnTo>
                <a:lnTo>
                  <a:pt x="160153" y="465458"/>
                </a:lnTo>
                <a:lnTo>
                  <a:pt x="148904" y="465944"/>
                </a:lnTo>
                <a:lnTo>
                  <a:pt x="137655" y="466382"/>
                </a:lnTo>
                <a:lnTo>
                  <a:pt x="126406" y="466773"/>
                </a:lnTo>
                <a:lnTo>
                  <a:pt x="115148" y="467106"/>
                </a:lnTo>
                <a:lnTo>
                  <a:pt x="103899" y="467392"/>
                </a:lnTo>
                <a:lnTo>
                  <a:pt x="92631" y="467630"/>
                </a:lnTo>
                <a:lnTo>
                  <a:pt x="81372" y="467820"/>
                </a:lnTo>
                <a:lnTo>
                  <a:pt x="70104" y="467954"/>
                </a:lnTo>
                <a:lnTo>
                  <a:pt x="58845" y="468049"/>
                </a:lnTo>
                <a:lnTo>
                  <a:pt x="47577" y="468097"/>
                </a:lnTo>
                <a:lnTo>
                  <a:pt x="36309" y="468106"/>
                </a:lnTo>
                <a:lnTo>
                  <a:pt x="25041" y="468059"/>
                </a:lnTo>
                <a:lnTo>
                  <a:pt x="13783" y="467973"/>
                </a:lnTo>
                <a:lnTo>
                  <a:pt x="2515" y="467849"/>
                </a:lnTo>
                <a:lnTo>
                  <a:pt x="0" y="467716"/>
                </a:lnTo>
                <a:lnTo>
                  <a:pt x="11259" y="467525"/>
                </a:lnTo>
                <a:lnTo>
                  <a:pt x="22517" y="467201"/>
                </a:lnTo>
                <a:lnTo>
                  <a:pt x="33766" y="466773"/>
                </a:lnTo>
                <a:lnTo>
                  <a:pt x="45006" y="466249"/>
                </a:lnTo>
                <a:lnTo>
                  <a:pt x="56236" y="465639"/>
                </a:lnTo>
                <a:lnTo>
                  <a:pt x="67456" y="464944"/>
                </a:lnTo>
                <a:lnTo>
                  <a:pt x="78667" y="464153"/>
                </a:lnTo>
                <a:lnTo>
                  <a:pt x="89868" y="463296"/>
                </a:lnTo>
                <a:lnTo>
                  <a:pt x="101051" y="462344"/>
                </a:lnTo>
                <a:lnTo>
                  <a:pt x="112214" y="461324"/>
                </a:lnTo>
                <a:lnTo>
                  <a:pt x="123368" y="460210"/>
                </a:lnTo>
                <a:lnTo>
                  <a:pt x="134503" y="459019"/>
                </a:lnTo>
                <a:lnTo>
                  <a:pt x="145618" y="457743"/>
                </a:lnTo>
                <a:lnTo>
                  <a:pt x="156715" y="456390"/>
                </a:lnTo>
                <a:lnTo>
                  <a:pt x="167783" y="454943"/>
                </a:lnTo>
                <a:lnTo>
                  <a:pt x="178832" y="453409"/>
                </a:lnTo>
                <a:lnTo>
                  <a:pt x="189852" y="451790"/>
                </a:lnTo>
                <a:lnTo>
                  <a:pt x="200844" y="450075"/>
                </a:lnTo>
                <a:lnTo>
                  <a:pt x="211807" y="448275"/>
                </a:lnTo>
                <a:lnTo>
                  <a:pt x="222733" y="446380"/>
                </a:lnTo>
                <a:lnTo>
                  <a:pt x="233629" y="444389"/>
                </a:lnTo>
                <a:lnTo>
                  <a:pt x="244488" y="442303"/>
                </a:lnTo>
                <a:lnTo>
                  <a:pt x="255299" y="440112"/>
                </a:lnTo>
                <a:lnTo>
                  <a:pt x="266071" y="437826"/>
                </a:lnTo>
                <a:lnTo>
                  <a:pt x="276787" y="435426"/>
                </a:lnTo>
                <a:lnTo>
                  <a:pt x="287465" y="432921"/>
                </a:lnTo>
                <a:lnTo>
                  <a:pt x="298075" y="430301"/>
                </a:lnTo>
                <a:lnTo>
                  <a:pt x="308629" y="427577"/>
                </a:lnTo>
                <a:lnTo>
                  <a:pt x="319126" y="424729"/>
                </a:lnTo>
                <a:lnTo>
                  <a:pt x="329546" y="421767"/>
                </a:lnTo>
                <a:lnTo>
                  <a:pt x="339890" y="418671"/>
                </a:lnTo>
                <a:lnTo>
                  <a:pt x="350158" y="415452"/>
                </a:lnTo>
                <a:lnTo>
                  <a:pt x="360331" y="412109"/>
                </a:lnTo>
                <a:lnTo>
                  <a:pt x="370418" y="408623"/>
                </a:lnTo>
                <a:lnTo>
                  <a:pt x="380409" y="405013"/>
                </a:lnTo>
                <a:lnTo>
                  <a:pt x="390287" y="401250"/>
                </a:lnTo>
                <a:lnTo>
                  <a:pt x="400040" y="397354"/>
                </a:lnTo>
                <a:lnTo>
                  <a:pt x="409680" y="393306"/>
                </a:lnTo>
                <a:lnTo>
                  <a:pt x="419176" y="389106"/>
                </a:lnTo>
                <a:lnTo>
                  <a:pt x="428530" y="384753"/>
                </a:lnTo>
                <a:lnTo>
                  <a:pt x="437731" y="380248"/>
                </a:lnTo>
                <a:lnTo>
                  <a:pt x="446761" y="375580"/>
                </a:lnTo>
                <a:lnTo>
                  <a:pt x="455619" y="370751"/>
                </a:lnTo>
                <a:lnTo>
                  <a:pt x="464287" y="365760"/>
                </a:lnTo>
                <a:lnTo>
                  <a:pt x="472745" y="360597"/>
                </a:lnTo>
                <a:lnTo>
                  <a:pt x="480993" y="355273"/>
                </a:lnTo>
                <a:lnTo>
                  <a:pt x="489004" y="349787"/>
                </a:lnTo>
                <a:lnTo>
                  <a:pt x="496776" y="344138"/>
                </a:lnTo>
                <a:lnTo>
                  <a:pt x="504301" y="338318"/>
                </a:lnTo>
                <a:lnTo>
                  <a:pt x="511550" y="332337"/>
                </a:lnTo>
                <a:lnTo>
                  <a:pt x="518512" y="326203"/>
                </a:lnTo>
                <a:lnTo>
                  <a:pt x="525189" y="319907"/>
                </a:lnTo>
                <a:lnTo>
                  <a:pt x="531552" y="313468"/>
                </a:lnTo>
                <a:lnTo>
                  <a:pt x="537601" y="306876"/>
                </a:lnTo>
                <a:lnTo>
                  <a:pt x="543325" y="300152"/>
                </a:lnTo>
                <a:lnTo>
                  <a:pt x="548716" y="293284"/>
                </a:lnTo>
                <a:lnTo>
                  <a:pt x="553755" y="286302"/>
                </a:lnTo>
                <a:lnTo>
                  <a:pt x="558451" y="279206"/>
                </a:lnTo>
                <a:lnTo>
                  <a:pt x="562794" y="271996"/>
                </a:lnTo>
                <a:lnTo>
                  <a:pt x="566785" y="264690"/>
                </a:lnTo>
                <a:lnTo>
                  <a:pt x="570424" y="257299"/>
                </a:lnTo>
                <a:lnTo>
                  <a:pt x="573700" y="249831"/>
                </a:lnTo>
                <a:lnTo>
                  <a:pt x="576624" y="242287"/>
                </a:lnTo>
                <a:lnTo>
                  <a:pt x="579206" y="234686"/>
                </a:lnTo>
                <a:lnTo>
                  <a:pt x="581444" y="227028"/>
                </a:lnTo>
                <a:lnTo>
                  <a:pt x="583340" y="219332"/>
                </a:lnTo>
                <a:lnTo>
                  <a:pt x="584911" y="211598"/>
                </a:lnTo>
                <a:lnTo>
                  <a:pt x="586159" y="203835"/>
                </a:lnTo>
                <a:lnTo>
                  <a:pt x="587092" y="196044"/>
                </a:lnTo>
                <a:lnTo>
                  <a:pt x="587731" y="188252"/>
                </a:lnTo>
                <a:lnTo>
                  <a:pt x="588064" y="180442"/>
                </a:lnTo>
                <a:lnTo>
                  <a:pt x="588112" y="172631"/>
                </a:lnTo>
                <a:lnTo>
                  <a:pt x="587893" y="164821"/>
                </a:lnTo>
                <a:lnTo>
                  <a:pt x="587407" y="157020"/>
                </a:lnTo>
                <a:lnTo>
                  <a:pt x="586664" y="149219"/>
                </a:lnTo>
                <a:lnTo>
                  <a:pt x="597084" y="147314"/>
                </a:lnTo>
                <a:lnTo>
                  <a:pt x="608066" y="145561"/>
                </a:lnTo>
                <a:lnTo>
                  <a:pt x="619011" y="143704"/>
                </a:lnTo>
                <a:lnTo>
                  <a:pt x="629917" y="141742"/>
                </a:lnTo>
                <a:lnTo>
                  <a:pt x="640785" y="139703"/>
                </a:lnTo>
                <a:lnTo>
                  <a:pt x="651624" y="137570"/>
                </a:lnTo>
                <a:lnTo>
                  <a:pt x="662435" y="135369"/>
                </a:lnTo>
                <a:lnTo>
                  <a:pt x="673208" y="133083"/>
                </a:lnTo>
                <a:lnTo>
                  <a:pt x="683943" y="130721"/>
                </a:lnTo>
                <a:lnTo>
                  <a:pt x="694649" y="128292"/>
                </a:lnTo>
                <a:lnTo>
                  <a:pt x="705317" y="125778"/>
                </a:lnTo>
                <a:lnTo>
                  <a:pt x="715956" y="123196"/>
                </a:lnTo>
                <a:lnTo>
                  <a:pt x="726548" y="120548"/>
                </a:lnTo>
                <a:lnTo>
                  <a:pt x="737111" y="117824"/>
                </a:lnTo>
                <a:lnTo>
                  <a:pt x="747627" y="115024"/>
                </a:lnTo>
                <a:lnTo>
                  <a:pt x="758104" y="112157"/>
                </a:lnTo>
                <a:lnTo>
                  <a:pt x="768544" y="109214"/>
                </a:lnTo>
                <a:lnTo>
                  <a:pt x="778935" y="106204"/>
                </a:lnTo>
                <a:lnTo>
                  <a:pt x="789280" y="103108"/>
                </a:lnTo>
                <a:lnTo>
                  <a:pt x="799586" y="99946"/>
                </a:lnTo>
                <a:lnTo>
                  <a:pt x="809835" y="96717"/>
                </a:lnTo>
                <a:lnTo>
                  <a:pt x="820045" y="93402"/>
                </a:lnTo>
                <a:lnTo>
                  <a:pt x="830189" y="90011"/>
                </a:lnTo>
                <a:lnTo>
                  <a:pt x="840296" y="86554"/>
                </a:lnTo>
                <a:lnTo>
                  <a:pt x="850335" y="83010"/>
                </a:lnTo>
                <a:lnTo>
                  <a:pt x="860317" y="79400"/>
                </a:lnTo>
                <a:lnTo>
                  <a:pt x="870242" y="75705"/>
                </a:lnTo>
                <a:lnTo>
                  <a:pt x="880110" y="71923"/>
                </a:lnTo>
                <a:lnTo>
                  <a:pt x="889902" y="68066"/>
                </a:lnTo>
                <a:lnTo>
                  <a:pt x="899636" y="64132"/>
                </a:lnTo>
                <a:lnTo>
                  <a:pt x="909295" y="60112"/>
                </a:lnTo>
                <a:lnTo>
                  <a:pt x="918886" y="56017"/>
                </a:lnTo>
                <a:lnTo>
                  <a:pt x="928392" y="51826"/>
                </a:lnTo>
                <a:lnTo>
                  <a:pt x="937831" y="47558"/>
                </a:lnTo>
                <a:lnTo>
                  <a:pt x="947176" y="43205"/>
                </a:lnTo>
                <a:lnTo>
                  <a:pt x="956443" y="38757"/>
                </a:lnTo>
                <a:lnTo>
                  <a:pt x="965625" y="34233"/>
                </a:lnTo>
                <a:lnTo>
                  <a:pt x="974712" y="29613"/>
                </a:lnTo>
                <a:lnTo>
                  <a:pt x="983694" y="24898"/>
                </a:lnTo>
                <a:lnTo>
                  <a:pt x="992591" y="20107"/>
                </a:lnTo>
                <a:lnTo>
                  <a:pt x="1001373" y="15211"/>
                </a:lnTo>
                <a:lnTo>
                  <a:pt x="1010050" y="10239"/>
                </a:lnTo>
                <a:lnTo>
                  <a:pt x="1018623" y="5163"/>
                </a:lnTo>
                <a:lnTo>
                  <a:pt x="1027071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11" name="note-sheet-shadow-1">
            <a:extLst xmlns:a="http://schemas.openxmlformats.org/drawingml/2006/main">
              <a:ext uri="{FF2B5EF4-FFF2-40B4-BE49-F238E27FC236}">
                <a16:creationId xmlns:a16="http://schemas.microsoft.com/office/drawing/2014/main" id="{00DF8255-93A1-4512-94ED-621EE3FA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2302" y="3347657"/>
            <a:ext cx="2788339" cy="513912"/>
          </a:xfrm>
          <a:custGeom xmlns:a="http://schemas.openxmlformats.org/drawingml/2006/main">
            <a:pathLst>
              <a:path w="2788339" h="513912">
                <a:moveTo>
                  <a:pt x="2787472" y="0"/>
                </a:moveTo>
                <a:lnTo>
                  <a:pt x="2788339" y="18926"/>
                </a:lnTo>
                <a:lnTo>
                  <a:pt x="2787948" y="37862"/>
                </a:lnTo>
                <a:lnTo>
                  <a:pt x="2786605" y="56769"/>
                </a:lnTo>
                <a:lnTo>
                  <a:pt x="2784358" y="75648"/>
                </a:lnTo>
                <a:lnTo>
                  <a:pt x="2781243" y="94459"/>
                </a:lnTo>
                <a:lnTo>
                  <a:pt x="2777271" y="113195"/>
                </a:lnTo>
                <a:lnTo>
                  <a:pt x="2772442" y="131826"/>
                </a:lnTo>
                <a:lnTo>
                  <a:pt x="2766746" y="150352"/>
                </a:lnTo>
                <a:lnTo>
                  <a:pt x="2760154" y="168726"/>
                </a:lnTo>
                <a:lnTo>
                  <a:pt x="2752668" y="186938"/>
                </a:lnTo>
                <a:lnTo>
                  <a:pt x="2744257" y="204949"/>
                </a:lnTo>
                <a:lnTo>
                  <a:pt x="2734894" y="222742"/>
                </a:lnTo>
                <a:lnTo>
                  <a:pt x="2724579" y="240278"/>
                </a:lnTo>
                <a:lnTo>
                  <a:pt x="2713282" y="257518"/>
                </a:lnTo>
                <a:lnTo>
                  <a:pt x="2700985" y="274425"/>
                </a:lnTo>
                <a:lnTo>
                  <a:pt x="2687688" y="290960"/>
                </a:lnTo>
                <a:lnTo>
                  <a:pt x="2673382" y="307086"/>
                </a:lnTo>
                <a:lnTo>
                  <a:pt x="2658056" y="322764"/>
                </a:lnTo>
                <a:lnTo>
                  <a:pt x="2641730" y="337947"/>
                </a:lnTo>
                <a:lnTo>
                  <a:pt x="2624423" y="352587"/>
                </a:lnTo>
                <a:lnTo>
                  <a:pt x="2606145" y="366665"/>
                </a:lnTo>
                <a:lnTo>
                  <a:pt x="2586942" y="380124"/>
                </a:lnTo>
                <a:lnTo>
                  <a:pt x="2566845" y="392944"/>
                </a:lnTo>
                <a:lnTo>
                  <a:pt x="2545899" y="405098"/>
                </a:lnTo>
                <a:lnTo>
                  <a:pt x="2524154" y="416557"/>
                </a:lnTo>
                <a:lnTo>
                  <a:pt x="2501675" y="427311"/>
                </a:lnTo>
                <a:lnTo>
                  <a:pt x="2478519" y="437350"/>
                </a:lnTo>
                <a:lnTo>
                  <a:pt x="2454754" y="446665"/>
                </a:lnTo>
                <a:lnTo>
                  <a:pt x="2430418" y="455276"/>
                </a:lnTo>
                <a:lnTo>
                  <a:pt x="2405596" y="463172"/>
                </a:lnTo>
                <a:lnTo>
                  <a:pt x="2380345" y="470373"/>
                </a:lnTo>
                <a:lnTo>
                  <a:pt x="2354704" y="476898"/>
                </a:lnTo>
                <a:lnTo>
                  <a:pt x="2328729" y="482756"/>
                </a:lnTo>
                <a:lnTo>
                  <a:pt x="2302478" y="487985"/>
                </a:lnTo>
                <a:lnTo>
                  <a:pt x="2275989" y="492585"/>
                </a:lnTo>
                <a:lnTo>
                  <a:pt x="2249300" y="496605"/>
                </a:lnTo>
                <a:lnTo>
                  <a:pt x="2222440" y="500053"/>
                </a:lnTo>
                <a:lnTo>
                  <a:pt x="2195455" y="502958"/>
                </a:lnTo>
                <a:lnTo>
                  <a:pt x="2168366" y="505349"/>
                </a:lnTo>
                <a:lnTo>
                  <a:pt x="2141191" y="507244"/>
                </a:lnTo>
                <a:lnTo>
                  <a:pt x="2113950" y="508664"/>
                </a:lnTo>
                <a:lnTo>
                  <a:pt x="2086661" y="509330"/>
                </a:lnTo>
                <a:lnTo>
                  <a:pt x="2059353" y="509768"/>
                </a:lnTo>
                <a:lnTo>
                  <a:pt x="2032044" y="510130"/>
                </a:lnTo>
                <a:lnTo>
                  <a:pt x="2004736" y="510426"/>
                </a:lnTo>
                <a:lnTo>
                  <a:pt x="1977428" y="510692"/>
                </a:lnTo>
                <a:lnTo>
                  <a:pt x="1950110" y="510931"/>
                </a:lnTo>
                <a:lnTo>
                  <a:pt x="1922802" y="511140"/>
                </a:lnTo>
                <a:lnTo>
                  <a:pt x="1895494" y="511340"/>
                </a:lnTo>
                <a:lnTo>
                  <a:pt x="1868176" y="511521"/>
                </a:lnTo>
                <a:lnTo>
                  <a:pt x="1840868" y="511702"/>
                </a:lnTo>
                <a:lnTo>
                  <a:pt x="1813560" y="511854"/>
                </a:lnTo>
                <a:lnTo>
                  <a:pt x="1786242" y="512007"/>
                </a:lnTo>
                <a:lnTo>
                  <a:pt x="1758934" y="512150"/>
                </a:lnTo>
                <a:lnTo>
                  <a:pt x="1731616" y="512283"/>
                </a:lnTo>
                <a:lnTo>
                  <a:pt x="1704308" y="512416"/>
                </a:lnTo>
                <a:lnTo>
                  <a:pt x="1677000" y="512531"/>
                </a:lnTo>
                <a:lnTo>
                  <a:pt x="1649682" y="512645"/>
                </a:lnTo>
                <a:lnTo>
                  <a:pt x="1622374" y="512759"/>
                </a:lnTo>
                <a:lnTo>
                  <a:pt x="1595057" y="512855"/>
                </a:lnTo>
                <a:lnTo>
                  <a:pt x="1567748" y="512950"/>
                </a:lnTo>
                <a:lnTo>
                  <a:pt x="1540431" y="513045"/>
                </a:lnTo>
                <a:lnTo>
                  <a:pt x="1513122" y="513131"/>
                </a:lnTo>
                <a:lnTo>
                  <a:pt x="1485805" y="513207"/>
                </a:lnTo>
                <a:lnTo>
                  <a:pt x="1458497" y="513283"/>
                </a:lnTo>
                <a:lnTo>
                  <a:pt x="1431188" y="513359"/>
                </a:lnTo>
                <a:lnTo>
                  <a:pt x="1403871" y="513417"/>
                </a:lnTo>
                <a:lnTo>
                  <a:pt x="1376563" y="513483"/>
                </a:lnTo>
                <a:lnTo>
                  <a:pt x="1349245" y="513540"/>
                </a:lnTo>
                <a:lnTo>
                  <a:pt x="1321937" y="513598"/>
                </a:lnTo>
                <a:lnTo>
                  <a:pt x="1294619" y="513645"/>
                </a:lnTo>
                <a:lnTo>
                  <a:pt x="1267311" y="513693"/>
                </a:lnTo>
                <a:lnTo>
                  <a:pt x="1239993" y="513731"/>
                </a:lnTo>
                <a:lnTo>
                  <a:pt x="1212685" y="513769"/>
                </a:lnTo>
                <a:lnTo>
                  <a:pt x="1185367" y="513798"/>
                </a:lnTo>
                <a:lnTo>
                  <a:pt x="1158059" y="513826"/>
                </a:lnTo>
                <a:lnTo>
                  <a:pt x="1130741" y="513845"/>
                </a:lnTo>
                <a:lnTo>
                  <a:pt x="1103433" y="513874"/>
                </a:lnTo>
                <a:lnTo>
                  <a:pt x="1076115" y="513893"/>
                </a:lnTo>
                <a:lnTo>
                  <a:pt x="1048807" y="513893"/>
                </a:lnTo>
                <a:lnTo>
                  <a:pt x="1021490" y="513902"/>
                </a:lnTo>
                <a:lnTo>
                  <a:pt x="994181" y="513912"/>
                </a:lnTo>
                <a:lnTo>
                  <a:pt x="966864" y="513902"/>
                </a:lnTo>
                <a:lnTo>
                  <a:pt x="939556" y="513893"/>
                </a:lnTo>
                <a:lnTo>
                  <a:pt x="912238" y="513883"/>
                </a:lnTo>
                <a:lnTo>
                  <a:pt x="884930" y="513874"/>
                </a:lnTo>
                <a:lnTo>
                  <a:pt x="857621" y="513845"/>
                </a:lnTo>
                <a:lnTo>
                  <a:pt x="830304" y="513817"/>
                </a:lnTo>
                <a:lnTo>
                  <a:pt x="802996" y="513798"/>
                </a:lnTo>
                <a:lnTo>
                  <a:pt x="775678" y="513750"/>
                </a:lnTo>
                <a:lnTo>
                  <a:pt x="748370" y="513712"/>
                </a:lnTo>
                <a:lnTo>
                  <a:pt x="721052" y="513664"/>
                </a:lnTo>
                <a:lnTo>
                  <a:pt x="693744" y="513607"/>
                </a:lnTo>
                <a:lnTo>
                  <a:pt x="666426" y="513550"/>
                </a:lnTo>
                <a:lnTo>
                  <a:pt x="639118" y="513483"/>
                </a:lnTo>
                <a:lnTo>
                  <a:pt x="611800" y="513417"/>
                </a:lnTo>
                <a:lnTo>
                  <a:pt x="584492" y="513321"/>
                </a:lnTo>
                <a:lnTo>
                  <a:pt x="557174" y="513236"/>
                </a:lnTo>
                <a:lnTo>
                  <a:pt x="529866" y="513150"/>
                </a:lnTo>
                <a:lnTo>
                  <a:pt x="502558" y="513036"/>
                </a:lnTo>
                <a:lnTo>
                  <a:pt x="475240" y="512921"/>
                </a:lnTo>
                <a:lnTo>
                  <a:pt x="447932" y="512797"/>
                </a:lnTo>
                <a:lnTo>
                  <a:pt x="420614" y="512664"/>
                </a:lnTo>
                <a:lnTo>
                  <a:pt x="393306" y="512512"/>
                </a:lnTo>
                <a:lnTo>
                  <a:pt x="365989" y="512350"/>
                </a:lnTo>
                <a:lnTo>
                  <a:pt x="338680" y="512178"/>
                </a:lnTo>
                <a:lnTo>
                  <a:pt x="311372" y="511988"/>
                </a:lnTo>
                <a:lnTo>
                  <a:pt x="284055" y="511769"/>
                </a:lnTo>
                <a:lnTo>
                  <a:pt x="256746" y="511540"/>
                </a:lnTo>
                <a:lnTo>
                  <a:pt x="229438" y="511283"/>
                </a:lnTo>
                <a:lnTo>
                  <a:pt x="202130" y="511007"/>
                </a:lnTo>
                <a:lnTo>
                  <a:pt x="174822" y="510692"/>
                </a:lnTo>
                <a:lnTo>
                  <a:pt x="147514" y="510330"/>
                </a:lnTo>
                <a:lnTo>
                  <a:pt x="120205" y="509921"/>
                </a:lnTo>
                <a:lnTo>
                  <a:pt x="92897" y="509435"/>
                </a:lnTo>
                <a:lnTo>
                  <a:pt x="65599" y="508845"/>
                </a:lnTo>
                <a:lnTo>
                  <a:pt x="38310" y="508073"/>
                </a:lnTo>
                <a:lnTo>
                  <a:pt x="11059" y="506844"/>
                </a:lnTo>
                <a:lnTo>
                  <a:pt x="5067" y="491452"/>
                </a:lnTo>
                <a:lnTo>
                  <a:pt x="4705" y="472516"/>
                </a:lnTo>
                <a:lnTo>
                  <a:pt x="4343" y="453581"/>
                </a:lnTo>
                <a:lnTo>
                  <a:pt x="3981" y="434645"/>
                </a:lnTo>
                <a:lnTo>
                  <a:pt x="3620" y="415709"/>
                </a:lnTo>
                <a:lnTo>
                  <a:pt x="3258" y="396773"/>
                </a:lnTo>
                <a:lnTo>
                  <a:pt x="2896" y="377838"/>
                </a:lnTo>
                <a:lnTo>
                  <a:pt x="2534" y="358902"/>
                </a:lnTo>
                <a:lnTo>
                  <a:pt x="2172" y="339966"/>
                </a:lnTo>
                <a:lnTo>
                  <a:pt x="1810" y="321031"/>
                </a:lnTo>
                <a:lnTo>
                  <a:pt x="1448" y="302095"/>
                </a:lnTo>
                <a:lnTo>
                  <a:pt x="1086" y="283159"/>
                </a:lnTo>
                <a:lnTo>
                  <a:pt x="724" y="264224"/>
                </a:lnTo>
                <a:lnTo>
                  <a:pt x="362" y="245288"/>
                </a:lnTo>
                <a:lnTo>
                  <a:pt x="0" y="226352"/>
                </a:lnTo>
                <a:lnTo>
                  <a:pt x="10020" y="213970"/>
                </a:lnTo>
                <a:lnTo>
                  <a:pt x="37262" y="212588"/>
                </a:lnTo>
                <a:lnTo>
                  <a:pt x="64522" y="211426"/>
                </a:lnTo>
                <a:lnTo>
                  <a:pt x="91802" y="210464"/>
                </a:lnTo>
                <a:lnTo>
                  <a:pt x="119091" y="209674"/>
                </a:lnTo>
                <a:lnTo>
                  <a:pt x="146390" y="209045"/>
                </a:lnTo>
                <a:lnTo>
                  <a:pt x="173688" y="208550"/>
                </a:lnTo>
                <a:lnTo>
                  <a:pt x="200997" y="208188"/>
                </a:lnTo>
                <a:lnTo>
                  <a:pt x="228305" y="207950"/>
                </a:lnTo>
                <a:lnTo>
                  <a:pt x="255622" y="207807"/>
                </a:lnTo>
                <a:lnTo>
                  <a:pt x="282931" y="207769"/>
                </a:lnTo>
                <a:lnTo>
                  <a:pt x="310248" y="207826"/>
                </a:lnTo>
                <a:lnTo>
                  <a:pt x="337556" y="207959"/>
                </a:lnTo>
                <a:lnTo>
                  <a:pt x="364865" y="208178"/>
                </a:lnTo>
                <a:lnTo>
                  <a:pt x="392182" y="208455"/>
                </a:lnTo>
                <a:lnTo>
                  <a:pt x="419481" y="208807"/>
                </a:lnTo>
                <a:lnTo>
                  <a:pt x="446789" y="209217"/>
                </a:lnTo>
                <a:lnTo>
                  <a:pt x="474097" y="209683"/>
                </a:lnTo>
                <a:lnTo>
                  <a:pt x="501396" y="210207"/>
                </a:lnTo>
                <a:lnTo>
                  <a:pt x="528695" y="210779"/>
                </a:lnTo>
                <a:lnTo>
                  <a:pt x="555993" y="211388"/>
                </a:lnTo>
                <a:lnTo>
                  <a:pt x="583292" y="212046"/>
                </a:lnTo>
                <a:lnTo>
                  <a:pt x="610591" y="212731"/>
                </a:lnTo>
                <a:lnTo>
                  <a:pt x="637880" y="213455"/>
                </a:lnTo>
                <a:lnTo>
                  <a:pt x="665169" y="214217"/>
                </a:lnTo>
                <a:lnTo>
                  <a:pt x="692458" y="215008"/>
                </a:lnTo>
                <a:lnTo>
                  <a:pt x="719747" y="215827"/>
                </a:lnTo>
                <a:lnTo>
                  <a:pt x="747036" y="216675"/>
                </a:lnTo>
                <a:lnTo>
                  <a:pt x="774316" y="217541"/>
                </a:lnTo>
                <a:lnTo>
                  <a:pt x="801605" y="218427"/>
                </a:lnTo>
                <a:lnTo>
                  <a:pt x="828885" y="219332"/>
                </a:lnTo>
                <a:lnTo>
                  <a:pt x="856164" y="220256"/>
                </a:lnTo>
                <a:lnTo>
                  <a:pt x="883444" y="221190"/>
                </a:lnTo>
                <a:lnTo>
                  <a:pt x="910723" y="222133"/>
                </a:lnTo>
                <a:lnTo>
                  <a:pt x="938003" y="223095"/>
                </a:lnTo>
                <a:lnTo>
                  <a:pt x="965273" y="224057"/>
                </a:lnTo>
                <a:lnTo>
                  <a:pt x="992553" y="225028"/>
                </a:lnTo>
                <a:lnTo>
                  <a:pt x="1019832" y="226009"/>
                </a:lnTo>
                <a:lnTo>
                  <a:pt x="1047102" y="227000"/>
                </a:lnTo>
                <a:lnTo>
                  <a:pt x="1074382" y="227981"/>
                </a:lnTo>
                <a:lnTo>
                  <a:pt x="1101662" y="228962"/>
                </a:lnTo>
                <a:lnTo>
                  <a:pt x="1128932" y="229934"/>
                </a:lnTo>
                <a:lnTo>
                  <a:pt x="1156211" y="230915"/>
                </a:lnTo>
                <a:lnTo>
                  <a:pt x="1183491" y="231886"/>
                </a:lnTo>
                <a:lnTo>
                  <a:pt x="1210761" y="232848"/>
                </a:lnTo>
                <a:lnTo>
                  <a:pt x="1238040" y="233810"/>
                </a:lnTo>
                <a:lnTo>
                  <a:pt x="1265320" y="234744"/>
                </a:lnTo>
                <a:lnTo>
                  <a:pt x="1292600" y="235687"/>
                </a:lnTo>
                <a:lnTo>
                  <a:pt x="1319879" y="236591"/>
                </a:lnTo>
                <a:lnTo>
                  <a:pt x="1347159" y="237496"/>
                </a:lnTo>
                <a:lnTo>
                  <a:pt x="1374448" y="238373"/>
                </a:lnTo>
                <a:lnTo>
                  <a:pt x="1401728" y="239230"/>
                </a:lnTo>
                <a:lnTo>
                  <a:pt x="1429017" y="240059"/>
                </a:lnTo>
                <a:lnTo>
                  <a:pt x="1456306" y="240868"/>
                </a:lnTo>
                <a:lnTo>
                  <a:pt x="1483595" y="241640"/>
                </a:lnTo>
                <a:lnTo>
                  <a:pt x="1510884" y="242392"/>
                </a:lnTo>
                <a:lnTo>
                  <a:pt x="1538183" y="243097"/>
                </a:lnTo>
                <a:lnTo>
                  <a:pt x="1565472" y="243773"/>
                </a:lnTo>
                <a:lnTo>
                  <a:pt x="1592771" y="244402"/>
                </a:lnTo>
                <a:lnTo>
                  <a:pt x="1620069" y="244993"/>
                </a:lnTo>
                <a:lnTo>
                  <a:pt x="1647377" y="245526"/>
                </a:lnTo>
                <a:lnTo>
                  <a:pt x="1674676" y="246021"/>
                </a:lnTo>
                <a:lnTo>
                  <a:pt x="1701984" y="246450"/>
                </a:lnTo>
                <a:lnTo>
                  <a:pt x="1729292" y="246821"/>
                </a:lnTo>
                <a:lnTo>
                  <a:pt x="1756600" y="247126"/>
                </a:lnTo>
                <a:lnTo>
                  <a:pt x="1783909" y="247364"/>
                </a:lnTo>
                <a:lnTo>
                  <a:pt x="1811226" y="247526"/>
                </a:lnTo>
                <a:lnTo>
                  <a:pt x="1838535" y="247593"/>
                </a:lnTo>
                <a:lnTo>
                  <a:pt x="1865852" y="247574"/>
                </a:lnTo>
                <a:lnTo>
                  <a:pt x="1893160" y="247460"/>
                </a:lnTo>
                <a:lnTo>
                  <a:pt x="1920469" y="247231"/>
                </a:lnTo>
                <a:lnTo>
                  <a:pt x="1947777" y="246878"/>
                </a:lnTo>
                <a:lnTo>
                  <a:pt x="1975085" y="246393"/>
                </a:lnTo>
                <a:lnTo>
                  <a:pt x="2002384" y="245764"/>
                </a:lnTo>
                <a:lnTo>
                  <a:pt x="2029673" y="244973"/>
                </a:lnTo>
                <a:lnTo>
                  <a:pt x="2056943" y="244002"/>
                </a:lnTo>
                <a:lnTo>
                  <a:pt x="2084203" y="242830"/>
                </a:lnTo>
                <a:lnTo>
                  <a:pt x="2111445" y="241421"/>
                </a:lnTo>
                <a:lnTo>
                  <a:pt x="2138648" y="239744"/>
                </a:lnTo>
                <a:lnTo>
                  <a:pt x="2165814" y="237773"/>
                </a:lnTo>
                <a:lnTo>
                  <a:pt x="2192922" y="235439"/>
                </a:lnTo>
                <a:lnTo>
                  <a:pt x="2219944" y="232686"/>
                </a:lnTo>
                <a:lnTo>
                  <a:pt x="2246843" y="229438"/>
                </a:lnTo>
                <a:lnTo>
                  <a:pt x="2273579" y="225562"/>
                </a:lnTo>
                <a:lnTo>
                  <a:pt x="2300059" y="220913"/>
                </a:lnTo>
                <a:lnTo>
                  <a:pt x="2326119" y="215265"/>
                </a:lnTo>
                <a:lnTo>
                  <a:pt x="2351484" y="208264"/>
                </a:lnTo>
                <a:lnTo>
                  <a:pt x="2375583" y="199377"/>
                </a:lnTo>
                <a:lnTo>
                  <a:pt x="2397109" y="187785"/>
                </a:lnTo>
                <a:lnTo>
                  <a:pt x="2413197" y="172593"/>
                </a:lnTo>
                <a:lnTo>
                  <a:pt x="2419674" y="154343"/>
                </a:lnTo>
                <a:lnTo>
                  <a:pt x="2437981" y="144856"/>
                </a:lnTo>
                <a:lnTo>
                  <a:pt x="2463689" y="138455"/>
                </a:lnTo>
                <a:lnTo>
                  <a:pt x="2489044" y="131416"/>
                </a:lnTo>
                <a:lnTo>
                  <a:pt x="2514067" y="123835"/>
                </a:lnTo>
                <a:lnTo>
                  <a:pt x="2538774" y="115767"/>
                </a:lnTo>
                <a:lnTo>
                  <a:pt x="2563158" y="107232"/>
                </a:lnTo>
                <a:lnTo>
                  <a:pt x="2587209" y="98260"/>
                </a:lnTo>
                <a:lnTo>
                  <a:pt x="2610926" y="88868"/>
                </a:lnTo>
                <a:lnTo>
                  <a:pt x="2634301" y="79067"/>
                </a:lnTo>
                <a:lnTo>
                  <a:pt x="2657323" y="68885"/>
                </a:lnTo>
                <a:lnTo>
                  <a:pt x="2679973" y="58312"/>
                </a:lnTo>
                <a:lnTo>
                  <a:pt x="2702262" y="47358"/>
                </a:lnTo>
                <a:lnTo>
                  <a:pt x="2724169" y="36052"/>
                </a:lnTo>
                <a:lnTo>
                  <a:pt x="2745677" y="24374"/>
                </a:lnTo>
                <a:lnTo>
                  <a:pt x="2766784" y="12363"/>
                </a:lnTo>
                <a:lnTo>
                  <a:pt x="2787472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note-sheet-paper-1">
            <a:extLst xmlns:a="http://schemas.openxmlformats.org/drawingml/2006/main">
              <a:ext uri="{FF2B5EF4-FFF2-40B4-BE49-F238E27FC236}">
                <a16:creationId xmlns:a16="http://schemas.microsoft.com/office/drawing/2014/main" id="{2845B471-E46E-4D4F-A768-199B0616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2073" y="1927031"/>
            <a:ext cx="2787701" cy="1932832"/>
          </a:xfrm>
          <a:custGeom xmlns:a="http://schemas.openxmlformats.org/drawingml/2006/main">
            <a:pathLst>
              <a:path w="2787701" h="1932832">
                <a:moveTo>
                  <a:pt x="0" y="1932832"/>
                </a:moveTo>
                <a:lnTo>
                  <a:pt x="44758" y="1932832"/>
                </a:lnTo>
                <a:lnTo>
                  <a:pt x="89516" y="1932832"/>
                </a:lnTo>
                <a:lnTo>
                  <a:pt x="134274" y="1932832"/>
                </a:lnTo>
                <a:lnTo>
                  <a:pt x="179041" y="1932832"/>
                </a:lnTo>
                <a:lnTo>
                  <a:pt x="223799" y="1932832"/>
                </a:lnTo>
                <a:lnTo>
                  <a:pt x="268557" y="1932832"/>
                </a:lnTo>
                <a:lnTo>
                  <a:pt x="313315" y="1932832"/>
                </a:lnTo>
                <a:lnTo>
                  <a:pt x="358073" y="1932832"/>
                </a:lnTo>
                <a:lnTo>
                  <a:pt x="402831" y="1932832"/>
                </a:lnTo>
                <a:lnTo>
                  <a:pt x="447599" y="1932832"/>
                </a:lnTo>
                <a:lnTo>
                  <a:pt x="492357" y="1932832"/>
                </a:lnTo>
                <a:lnTo>
                  <a:pt x="537115" y="1932832"/>
                </a:lnTo>
                <a:lnTo>
                  <a:pt x="581873" y="1932832"/>
                </a:lnTo>
                <a:lnTo>
                  <a:pt x="626631" y="1932832"/>
                </a:lnTo>
                <a:lnTo>
                  <a:pt x="671389" y="1932832"/>
                </a:lnTo>
                <a:lnTo>
                  <a:pt x="716156" y="1932832"/>
                </a:lnTo>
                <a:lnTo>
                  <a:pt x="760914" y="1932832"/>
                </a:lnTo>
                <a:lnTo>
                  <a:pt x="805672" y="1932832"/>
                </a:lnTo>
                <a:lnTo>
                  <a:pt x="850430" y="1932832"/>
                </a:lnTo>
                <a:lnTo>
                  <a:pt x="895188" y="1932832"/>
                </a:lnTo>
                <a:lnTo>
                  <a:pt x="939946" y="1932832"/>
                </a:lnTo>
                <a:lnTo>
                  <a:pt x="984714" y="1932832"/>
                </a:lnTo>
                <a:lnTo>
                  <a:pt x="1029472" y="1932832"/>
                </a:lnTo>
                <a:lnTo>
                  <a:pt x="1074230" y="1932832"/>
                </a:lnTo>
                <a:lnTo>
                  <a:pt x="1118987" y="1932832"/>
                </a:lnTo>
                <a:lnTo>
                  <a:pt x="1163745" y="1932832"/>
                </a:lnTo>
                <a:lnTo>
                  <a:pt x="1208503" y="1932832"/>
                </a:lnTo>
                <a:lnTo>
                  <a:pt x="1253271" y="1932832"/>
                </a:lnTo>
                <a:lnTo>
                  <a:pt x="1298029" y="1932832"/>
                </a:lnTo>
                <a:lnTo>
                  <a:pt x="1342787" y="1932832"/>
                </a:lnTo>
                <a:lnTo>
                  <a:pt x="1387545" y="1932832"/>
                </a:lnTo>
                <a:lnTo>
                  <a:pt x="1432303" y="1932832"/>
                </a:lnTo>
                <a:lnTo>
                  <a:pt x="1477061" y="1932832"/>
                </a:lnTo>
                <a:lnTo>
                  <a:pt x="1521828" y="1932832"/>
                </a:lnTo>
                <a:lnTo>
                  <a:pt x="1566586" y="1932832"/>
                </a:lnTo>
                <a:lnTo>
                  <a:pt x="1611344" y="1932832"/>
                </a:lnTo>
                <a:lnTo>
                  <a:pt x="1656102" y="1932832"/>
                </a:lnTo>
                <a:lnTo>
                  <a:pt x="1700860" y="1932832"/>
                </a:lnTo>
                <a:lnTo>
                  <a:pt x="1745618" y="1932832"/>
                </a:lnTo>
                <a:lnTo>
                  <a:pt x="1790386" y="1932832"/>
                </a:lnTo>
                <a:lnTo>
                  <a:pt x="1835144" y="1932832"/>
                </a:lnTo>
                <a:lnTo>
                  <a:pt x="1879454" y="1929336"/>
                </a:lnTo>
                <a:lnTo>
                  <a:pt x="1923526" y="1923917"/>
                </a:lnTo>
                <a:lnTo>
                  <a:pt x="1967598" y="1918487"/>
                </a:lnTo>
                <a:lnTo>
                  <a:pt x="2011670" y="1913068"/>
                </a:lnTo>
                <a:lnTo>
                  <a:pt x="2055743" y="1907648"/>
                </a:lnTo>
                <a:lnTo>
                  <a:pt x="2099815" y="1902228"/>
                </a:lnTo>
                <a:lnTo>
                  <a:pt x="2143887" y="1896808"/>
                </a:lnTo>
                <a:lnTo>
                  <a:pt x="2187959" y="1891389"/>
                </a:lnTo>
                <a:lnTo>
                  <a:pt x="2221601" y="1872396"/>
                </a:lnTo>
                <a:lnTo>
                  <a:pt x="2252653" y="1850050"/>
                </a:lnTo>
                <a:lnTo>
                  <a:pt x="2283714" y="1827705"/>
                </a:lnTo>
                <a:lnTo>
                  <a:pt x="2314775" y="1805359"/>
                </a:lnTo>
                <a:lnTo>
                  <a:pt x="2345827" y="1783013"/>
                </a:lnTo>
                <a:lnTo>
                  <a:pt x="2376888" y="1760668"/>
                </a:lnTo>
                <a:lnTo>
                  <a:pt x="2407949" y="1738322"/>
                </a:lnTo>
                <a:lnTo>
                  <a:pt x="2439010" y="1715976"/>
                </a:lnTo>
                <a:lnTo>
                  <a:pt x="2470061" y="1693631"/>
                </a:lnTo>
                <a:lnTo>
                  <a:pt x="2501122" y="1671276"/>
                </a:lnTo>
                <a:lnTo>
                  <a:pt x="2532183" y="1648930"/>
                </a:lnTo>
                <a:lnTo>
                  <a:pt x="2563244" y="1626584"/>
                </a:lnTo>
                <a:lnTo>
                  <a:pt x="2594296" y="1604239"/>
                </a:lnTo>
                <a:lnTo>
                  <a:pt x="2625357" y="1581893"/>
                </a:lnTo>
                <a:lnTo>
                  <a:pt x="2656418" y="1559547"/>
                </a:lnTo>
                <a:lnTo>
                  <a:pt x="2687469" y="1537202"/>
                </a:lnTo>
                <a:lnTo>
                  <a:pt x="2718530" y="1514856"/>
                </a:lnTo>
                <a:lnTo>
                  <a:pt x="2749591" y="1492510"/>
                </a:lnTo>
                <a:lnTo>
                  <a:pt x="2780652" y="1470155"/>
                </a:lnTo>
                <a:lnTo>
                  <a:pt x="2787701" y="1441094"/>
                </a:lnTo>
                <a:lnTo>
                  <a:pt x="2787701" y="1410062"/>
                </a:lnTo>
                <a:lnTo>
                  <a:pt x="2787701" y="1379030"/>
                </a:lnTo>
                <a:lnTo>
                  <a:pt x="2787701" y="1347997"/>
                </a:lnTo>
                <a:lnTo>
                  <a:pt x="2787701" y="1316965"/>
                </a:lnTo>
                <a:lnTo>
                  <a:pt x="2787701" y="1285932"/>
                </a:lnTo>
                <a:lnTo>
                  <a:pt x="2787701" y="1254900"/>
                </a:lnTo>
                <a:lnTo>
                  <a:pt x="2787701" y="1223867"/>
                </a:lnTo>
                <a:lnTo>
                  <a:pt x="2787701" y="1192825"/>
                </a:lnTo>
                <a:lnTo>
                  <a:pt x="2787701" y="1161793"/>
                </a:lnTo>
                <a:lnTo>
                  <a:pt x="2787701" y="1130760"/>
                </a:lnTo>
                <a:lnTo>
                  <a:pt x="2787701" y="1099728"/>
                </a:lnTo>
                <a:lnTo>
                  <a:pt x="2787701" y="1068695"/>
                </a:lnTo>
                <a:lnTo>
                  <a:pt x="2787701" y="1037663"/>
                </a:lnTo>
                <a:lnTo>
                  <a:pt x="2787701" y="1006631"/>
                </a:lnTo>
                <a:lnTo>
                  <a:pt x="2787701" y="975589"/>
                </a:lnTo>
                <a:lnTo>
                  <a:pt x="2787701" y="944556"/>
                </a:lnTo>
                <a:lnTo>
                  <a:pt x="2787701" y="913524"/>
                </a:lnTo>
                <a:lnTo>
                  <a:pt x="2787701" y="882491"/>
                </a:lnTo>
                <a:lnTo>
                  <a:pt x="2787701" y="851459"/>
                </a:lnTo>
                <a:lnTo>
                  <a:pt x="2787701" y="820426"/>
                </a:lnTo>
                <a:lnTo>
                  <a:pt x="2787701" y="789394"/>
                </a:lnTo>
                <a:lnTo>
                  <a:pt x="2787701" y="758361"/>
                </a:lnTo>
                <a:lnTo>
                  <a:pt x="2787701" y="727319"/>
                </a:lnTo>
                <a:lnTo>
                  <a:pt x="2787701" y="696287"/>
                </a:lnTo>
                <a:lnTo>
                  <a:pt x="2787701" y="665255"/>
                </a:lnTo>
                <a:lnTo>
                  <a:pt x="2787701" y="634222"/>
                </a:lnTo>
                <a:lnTo>
                  <a:pt x="2787701" y="603190"/>
                </a:lnTo>
                <a:lnTo>
                  <a:pt x="2787701" y="572157"/>
                </a:lnTo>
                <a:lnTo>
                  <a:pt x="2787701" y="541125"/>
                </a:lnTo>
                <a:lnTo>
                  <a:pt x="2787701" y="510092"/>
                </a:lnTo>
                <a:lnTo>
                  <a:pt x="2787701" y="479050"/>
                </a:lnTo>
                <a:lnTo>
                  <a:pt x="2787701" y="448018"/>
                </a:lnTo>
                <a:lnTo>
                  <a:pt x="2787701" y="416985"/>
                </a:lnTo>
                <a:lnTo>
                  <a:pt x="2787701" y="385953"/>
                </a:lnTo>
                <a:lnTo>
                  <a:pt x="2787701" y="354921"/>
                </a:lnTo>
                <a:lnTo>
                  <a:pt x="2787701" y="323888"/>
                </a:lnTo>
                <a:lnTo>
                  <a:pt x="2787701" y="292856"/>
                </a:lnTo>
                <a:lnTo>
                  <a:pt x="2787701" y="261814"/>
                </a:lnTo>
                <a:lnTo>
                  <a:pt x="2787701" y="230781"/>
                </a:lnTo>
                <a:lnTo>
                  <a:pt x="2787701" y="199749"/>
                </a:lnTo>
                <a:lnTo>
                  <a:pt x="2787701" y="168716"/>
                </a:lnTo>
                <a:lnTo>
                  <a:pt x="2787701" y="137684"/>
                </a:lnTo>
                <a:lnTo>
                  <a:pt x="2787701" y="106651"/>
                </a:lnTo>
                <a:lnTo>
                  <a:pt x="2787701" y="75619"/>
                </a:lnTo>
                <a:lnTo>
                  <a:pt x="2787701" y="44587"/>
                </a:lnTo>
                <a:lnTo>
                  <a:pt x="2787701" y="13545"/>
                </a:lnTo>
                <a:lnTo>
                  <a:pt x="2762479" y="0"/>
                </a:lnTo>
                <a:lnTo>
                  <a:pt x="2717721" y="0"/>
                </a:lnTo>
                <a:lnTo>
                  <a:pt x="2672963" y="0"/>
                </a:lnTo>
                <a:lnTo>
                  <a:pt x="2628205" y="0"/>
                </a:lnTo>
                <a:lnTo>
                  <a:pt x="2583447" y="0"/>
                </a:lnTo>
                <a:lnTo>
                  <a:pt x="2538689" y="0"/>
                </a:lnTo>
                <a:lnTo>
                  <a:pt x="2493921" y="0"/>
                </a:lnTo>
                <a:lnTo>
                  <a:pt x="2449163" y="0"/>
                </a:lnTo>
                <a:lnTo>
                  <a:pt x="2404405" y="0"/>
                </a:lnTo>
                <a:lnTo>
                  <a:pt x="2359647" y="0"/>
                </a:lnTo>
                <a:lnTo>
                  <a:pt x="2314889" y="0"/>
                </a:lnTo>
                <a:lnTo>
                  <a:pt x="2270131" y="0"/>
                </a:lnTo>
                <a:lnTo>
                  <a:pt x="2225364" y="0"/>
                </a:lnTo>
                <a:lnTo>
                  <a:pt x="2180606" y="0"/>
                </a:lnTo>
                <a:lnTo>
                  <a:pt x="2135848" y="0"/>
                </a:lnTo>
                <a:lnTo>
                  <a:pt x="2091090" y="0"/>
                </a:lnTo>
                <a:lnTo>
                  <a:pt x="2046332" y="0"/>
                </a:lnTo>
                <a:lnTo>
                  <a:pt x="2001574" y="0"/>
                </a:lnTo>
                <a:lnTo>
                  <a:pt x="1956806" y="0"/>
                </a:lnTo>
                <a:lnTo>
                  <a:pt x="1912049" y="0"/>
                </a:lnTo>
                <a:lnTo>
                  <a:pt x="1867291" y="0"/>
                </a:lnTo>
                <a:lnTo>
                  <a:pt x="1822533" y="0"/>
                </a:lnTo>
                <a:lnTo>
                  <a:pt x="1777775" y="0"/>
                </a:lnTo>
                <a:lnTo>
                  <a:pt x="1733017" y="0"/>
                </a:lnTo>
                <a:lnTo>
                  <a:pt x="1688249" y="0"/>
                </a:lnTo>
                <a:lnTo>
                  <a:pt x="1643491" y="0"/>
                </a:lnTo>
                <a:lnTo>
                  <a:pt x="1598733" y="0"/>
                </a:lnTo>
                <a:lnTo>
                  <a:pt x="1553975" y="0"/>
                </a:lnTo>
                <a:lnTo>
                  <a:pt x="1509217" y="0"/>
                </a:lnTo>
                <a:lnTo>
                  <a:pt x="1464459" y="0"/>
                </a:lnTo>
                <a:lnTo>
                  <a:pt x="1419692" y="0"/>
                </a:lnTo>
                <a:lnTo>
                  <a:pt x="1374934" y="0"/>
                </a:lnTo>
                <a:lnTo>
                  <a:pt x="1330176" y="0"/>
                </a:lnTo>
                <a:lnTo>
                  <a:pt x="1285418" y="0"/>
                </a:lnTo>
                <a:lnTo>
                  <a:pt x="1240660" y="0"/>
                </a:lnTo>
                <a:lnTo>
                  <a:pt x="1195902" y="0"/>
                </a:lnTo>
                <a:lnTo>
                  <a:pt x="1151134" y="0"/>
                </a:lnTo>
                <a:lnTo>
                  <a:pt x="1106376" y="0"/>
                </a:lnTo>
                <a:lnTo>
                  <a:pt x="1061618" y="0"/>
                </a:lnTo>
                <a:lnTo>
                  <a:pt x="1016860" y="0"/>
                </a:lnTo>
                <a:lnTo>
                  <a:pt x="972102" y="0"/>
                </a:lnTo>
                <a:lnTo>
                  <a:pt x="927344" y="0"/>
                </a:lnTo>
                <a:lnTo>
                  <a:pt x="882577" y="0"/>
                </a:lnTo>
                <a:lnTo>
                  <a:pt x="837819" y="0"/>
                </a:lnTo>
                <a:lnTo>
                  <a:pt x="793061" y="0"/>
                </a:lnTo>
                <a:lnTo>
                  <a:pt x="748303" y="0"/>
                </a:lnTo>
                <a:lnTo>
                  <a:pt x="703545" y="0"/>
                </a:lnTo>
                <a:lnTo>
                  <a:pt x="658787" y="0"/>
                </a:lnTo>
                <a:lnTo>
                  <a:pt x="614020" y="0"/>
                </a:lnTo>
                <a:lnTo>
                  <a:pt x="569262" y="0"/>
                </a:lnTo>
                <a:lnTo>
                  <a:pt x="524504" y="0"/>
                </a:lnTo>
                <a:lnTo>
                  <a:pt x="479746" y="0"/>
                </a:lnTo>
                <a:lnTo>
                  <a:pt x="434988" y="0"/>
                </a:lnTo>
                <a:lnTo>
                  <a:pt x="390230" y="0"/>
                </a:lnTo>
                <a:lnTo>
                  <a:pt x="345472" y="0"/>
                </a:lnTo>
                <a:lnTo>
                  <a:pt x="300704" y="0"/>
                </a:lnTo>
                <a:lnTo>
                  <a:pt x="255946" y="0"/>
                </a:lnTo>
                <a:lnTo>
                  <a:pt x="211188" y="0"/>
                </a:lnTo>
                <a:lnTo>
                  <a:pt x="166430" y="0"/>
                </a:lnTo>
                <a:lnTo>
                  <a:pt x="121672" y="0"/>
                </a:lnTo>
                <a:lnTo>
                  <a:pt x="76914" y="0"/>
                </a:lnTo>
                <a:lnTo>
                  <a:pt x="32147" y="0"/>
                </a:lnTo>
                <a:lnTo>
                  <a:pt x="0" y="8744"/>
                </a:lnTo>
                <a:lnTo>
                  <a:pt x="0" y="39776"/>
                </a:lnTo>
                <a:lnTo>
                  <a:pt x="0" y="70809"/>
                </a:lnTo>
                <a:lnTo>
                  <a:pt x="0" y="101841"/>
                </a:lnTo>
                <a:lnTo>
                  <a:pt x="0" y="132874"/>
                </a:lnTo>
                <a:lnTo>
                  <a:pt x="0" y="163906"/>
                </a:lnTo>
                <a:lnTo>
                  <a:pt x="0" y="194948"/>
                </a:lnTo>
                <a:lnTo>
                  <a:pt x="0" y="225981"/>
                </a:lnTo>
                <a:lnTo>
                  <a:pt x="0" y="257013"/>
                </a:lnTo>
                <a:lnTo>
                  <a:pt x="0" y="288046"/>
                </a:lnTo>
                <a:lnTo>
                  <a:pt x="0" y="319078"/>
                </a:lnTo>
                <a:lnTo>
                  <a:pt x="0" y="350110"/>
                </a:lnTo>
                <a:lnTo>
                  <a:pt x="0" y="381143"/>
                </a:lnTo>
                <a:lnTo>
                  <a:pt x="0" y="412185"/>
                </a:lnTo>
                <a:lnTo>
                  <a:pt x="0" y="443217"/>
                </a:lnTo>
                <a:lnTo>
                  <a:pt x="0" y="474250"/>
                </a:lnTo>
                <a:lnTo>
                  <a:pt x="0" y="505282"/>
                </a:lnTo>
                <a:lnTo>
                  <a:pt x="0" y="536315"/>
                </a:lnTo>
                <a:lnTo>
                  <a:pt x="0" y="567347"/>
                </a:lnTo>
                <a:lnTo>
                  <a:pt x="0" y="598380"/>
                </a:lnTo>
                <a:lnTo>
                  <a:pt x="0" y="629412"/>
                </a:lnTo>
                <a:lnTo>
                  <a:pt x="0" y="660454"/>
                </a:lnTo>
                <a:lnTo>
                  <a:pt x="0" y="691486"/>
                </a:lnTo>
                <a:lnTo>
                  <a:pt x="0" y="722519"/>
                </a:lnTo>
                <a:lnTo>
                  <a:pt x="0" y="753551"/>
                </a:lnTo>
                <a:lnTo>
                  <a:pt x="0" y="784584"/>
                </a:lnTo>
                <a:lnTo>
                  <a:pt x="0" y="815616"/>
                </a:lnTo>
                <a:lnTo>
                  <a:pt x="0" y="846649"/>
                </a:lnTo>
                <a:lnTo>
                  <a:pt x="0" y="877681"/>
                </a:lnTo>
                <a:lnTo>
                  <a:pt x="0" y="908723"/>
                </a:lnTo>
                <a:lnTo>
                  <a:pt x="0" y="939756"/>
                </a:lnTo>
                <a:lnTo>
                  <a:pt x="0" y="970788"/>
                </a:lnTo>
                <a:lnTo>
                  <a:pt x="0" y="1001820"/>
                </a:lnTo>
                <a:lnTo>
                  <a:pt x="0" y="1032853"/>
                </a:lnTo>
                <a:lnTo>
                  <a:pt x="0" y="1063885"/>
                </a:lnTo>
                <a:lnTo>
                  <a:pt x="0" y="1094918"/>
                </a:lnTo>
                <a:lnTo>
                  <a:pt x="0" y="1125960"/>
                </a:lnTo>
                <a:lnTo>
                  <a:pt x="0" y="1156992"/>
                </a:lnTo>
                <a:lnTo>
                  <a:pt x="0" y="1188025"/>
                </a:lnTo>
                <a:lnTo>
                  <a:pt x="0" y="1219057"/>
                </a:lnTo>
                <a:lnTo>
                  <a:pt x="0" y="1250090"/>
                </a:lnTo>
                <a:lnTo>
                  <a:pt x="0" y="1281122"/>
                </a:lnTo>
                <a:lnTo>
                  <a:pt x="0" y="1312154"/>
                </a:lnTo>
                <a:lnTo>
                  <a:pt x="0" y="1343187"/>
                </a:lnTo>
                <a:lnTo>
                  <a:pt x="0" y="1374229"/>
                </a:lnTo>
                <a:lnTo>
                  <a:pt x="0" y="1405261"/>
                </a:lnTo>
                <a:lnTo>
                  <a:pt x="0" y="1436294"/>
                </a:lnTo>
                <a:lnTo>
                  <a:pt x="0" y="1467326"/>
                </a:lnTo>
                <a:lnTo>
                  <a:pt x="0" y="1498359"/>
                </a:lnTo>
                <a:lnTo>
                  <a:pt x="0" y="1529391"/>
                </a:lnTo>
                <a:lnTo>
                  <a:pt x="0" y="1560424"/>
                </a:lnTo>
                <a:lnTo>
                  <a:pt x="0" y="1591456"/>
                </a:lnTo>
                <a:lnTo>
                  <a:pt x="0" y="1622498"/>
                </a:lnTo>
                <a:lnTo>
                  <a:pt x="0" y="1653530"/>
                </a:lnTo>
                <a:lnTo>
                  <a:pt x="0" y="1684563"/>
                </a:lnTo>
                <a:lnTo>
                  <a:pt x="0" y="1715595"/>
                </a:lnTo>
                <a:lnTo>
                  <a:pt x="0" y="1746628"/>
                </a:lnTo>
                <a:lnTo>
                  <a:pt x="0" y="1777660"/>
                </a:lnTo>
                <a:lnTo>
                  <a:pt x="0" y="1808693"/>
                </a:lnTo>
                <a:lnTo>
                  <a:pt x="0" y="1839725"/>
                </a:lnTo>
                <a:lnTo>
                  <a:pt x="0" y="1870767"/>
                </a:lnTo>
                <a:lnTo>
                  <a:pt x="0" y="1901800"/>
                </a:lnTo>
                <a:lnTo>
                  <a:pt x="0" y="1932832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13" name="note-sheet-header-1">
            <a:extLst xmlns:a="http://schemas.openxmlformats.org/drawingml/2006/main">
              <a:ext uri="{FF2B5EF4-FFF2-40B4-BE49-F238E27FC236}">
                <a16:creationId xmlns:a16="http://schemas.microsoft.com/office/drawing/2014/main" id="{42C2EDBB-530E-4CDC-8E26-6A817BD1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2073" y="1927031"/>
            <a:ext cx="2787701" cy="33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note-sheet-fold-1">
            <a:extLst xmlns:a="http://schemas.openxmlformats.org/drawingml/2006/main">
              <a:ext uri="{FF2B5EF4-FFF2-40B4-BE49-F238E27FC236}">
                <a16:creationId xmlns:a16="http://schemas.microsoft.com/office/drawing/2014/main" id="{AEDEE541-9429-4A39-A232-26F41638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62703" y="3392110"/>
            <a:ext cx="1027071" cy="468106"/>
          </a:xfrm>
          <a:custGeom xmlns:a="http://schemas.openxmlformats.org/drawingml/2006/main">
            <a:pathLst>
              <a:path w="1027071" h="468106">
                <a:moveTo>
                  <a:pt x="1027071" y="0"/>
                </a:moveTo>
                <a:lnTo>
                  <a:pt x="1025852" y="7763"/>
                </a:lnTo>
                <a:lnTo>
                  <a:pt x="1024242" y="15497"/>
                </a:lnTo>
                <a:lnTo>
                  <a:pt x="1022375" y="23193"/>
                </a:lnTo>
                <a:lnTo>
                  <a:pt x="1020261" y="30871"/>
                </a:lnTo>
                <a:lnTo>
                  <a:pt x="1017937" y="38510"/>
                </a:lnTo>
                <a:lnTo>
                  <a:pt x="1015413" y="46130"/>
                </a:lnTo>
                <a:lnTo>
                  <a:pt x="1012698" y="53702"/>
                </a:lnTo>
                <a:lnTo>
                  <a:pt x="1009793" y="61255"/>
                </a:lnTo>
                <a:lnTo>
                  <a:pt x="1006716" y="68771"/>
                </a:lnTo>
                <a:lnTo>
                  <a:pt x="1003459" y="76248"/>
                </a:lnTo>
                <a:lnTo>
                  <a:pt x="1000030" y="83687"/>
                </a:lnTo>
                <a:lnTo>
                  <a:pt x="996439" y="91088"/>
                </a:lnTo>
                <a:lnTo>
                  <a:pt x="992676" y="98450"/>
                </a:lnTo>
                <a:lnTo>
                  <a:pt x="988752" y="105775"/>
                </a:lnTo>
                <a:lnTo>
                  <a:pt x="984656" y="113052"/>
                </a:lnTo>
                <a:lnTo>
                  <a:pt x="980408" y="120282"/>
                </a:lnTo>
                <a:lnTo>
                  <a:pt x="975998" y="127473"/>
                </a:lnTo>
                <a:lnTo>
                  <a:pt x="971426" y="134607"/>
                </a:lnTo>
                <a:lnTo>
                  <a:pt x="966711" y="141703"/>
                </a:lnTo>
                <a:lnTo>
                  <a:pt x="961825" y="148742"/>
                </a:lnTo>
                <a:lnTo>
                  <a:pt x="956786" y="155734"/>
                </a:lnTo>
                <a:lnTo>
                  <a:pt x="951605" y="162668"/>
                </a:lnTo>
                <a:lnTo>
                  <a:pt x="946261" y="169535"/>
                </a:lnTo>
                <a:lnTo>
                  <a:pt x="940765" y="176365"/>
                </a:lnTo>
                <a:lnTo>
                  <a:pt x="935117" y="183118"/>
                </a:lnTo>
                <a:lnTo>
                  <a:pt x="929335" y="189824"/>
                </a:lnTo>
                <a:lnTo>
                  <a:pt x="923392" y="196453"/>
                </a:lnTo>
                <a:lnTo>
                  <a:pt x="917305" y="203025"/>
                </a:lnTo>
                <a:lnTo>
                  <a:pt x="911066" y="209540"/>
                </a:lnTo>
                <a:lnTo>
                  <a:pt x="904694" y="215979"/>
                </a:lnTo>
                <a:lnTo>
                  <a:pt x="898179" y="222342"/>
                </a:lnTo>
                <a:lnTo>
                  <a:pt x="891511" y="228648"/>
                </a:lnTo>
                <a:lnTo>
                  <a:pt x="884711" y="234877"/>
                </a:lnTo>
                <a:lnTo>
                  <a:pt x="877776" y="241030"/>
                </a:lnTo>
                <a:lnTo>
                  <a:pt x="870699" y="247107"/>
                </a:lnTo>
                <a:lnTo>
                  <a:pt x="863489" y="253108"/>
                </a:lnTo>
                <a:lnTo>
                  <a:pt x="856155" y="259032"/>
                </a:lnTo>
                <a:lnTo>
                  <a:pt x="848678" y="264881"/>
                </a:lnTo>
                <a:lnTo>
                  <a:pt x="841077" y="270643"/>
                </a:lnTo>
                <a:lnTo>
                  <a:pt x="833352" y="276330"/>
                </a:lnTo>
                <a:lnTo>
                  <a:pt x="825503" y="281930"/>
                </a:lnTo>
                <a:lnTo>
                  <a:pt x="817531" y="287445"/>
                </a:lnTo>
                <a:lnTo>
                  <a:pt x="809435" y="292884"/>
                </a:lnTo>
                <a:lnTo>
                  <a:pt x="801224" y="298228"/>
                </a:lnTo>
                <a:lnTo>
                  <a:pt x="792890" y="303486"/>
                </a:lnTo>
                <a:lnTo>
                  <a:pt x="784450" y="308667"/>
                </a:lnTo>
                <a:lnTo>
                  <a:pt x="775906" y="313754"/>
                </a:lnTo>
                <a:lnTo>
                  <a:pt x="767248" y="318745"/>
                </a:lnTo>
                <a:lnTo>
                  <a:pt x="758485" y="323659"/>
                </a:lnTo>
                <a:lnTo>
                  <a:pt x="749618" y="328479"/>
                </a:lnTo>
                <a:lnTo>
                  <a:pt x="740645" y="333204"/>
                </a:lnTo>
                <a:lnTo>
                  <a:pt x="731587" y="337842"/>
                </a:lnTo>
                <a:lnTo>
                  <a:pt x="722424" y="342386"/>
                </a:lnTo>
                <a:lnTo>
                  <a:pt x="713175" y="346843"/>
                </a:lnTo>
                <a:lnTo>
                  <a:pt x="703831" y="351215"/>
                </a:lnTo>
                <a:lnTo>
                  <a:pt x="694401" y="355492"/>
                </a:lnTo>
                <a:lnTo>
                  <a:pt x="684895" y="359674"/>
                </a:lnTo>
                <a:lnTo>
                  <a:pt x="675294" y="363769"/>
                </a:lnTo>
                <a:lnTo>
                  <a:pt x="665626" y="367770"/>
                </a:lnTo>
                <a:lnTo>
                  <a:pt x="655872" y="371685"/>
                </a:lnTo>
                <a:lnTo>
                  <a:pt x="646043" y="375504"/>
                </a:lnTo>
                <a:lnTo>
                  <a:pt x="636146" y="379238"/>
                </a:lnTo>
                <a:lnTo>
                  <a:pt x="626183" y="382876"/>
                </a:lnTo>
                <a:lnTo>
                  <a:pt x="616153" y="386429"/>
                </a:lnTo>
                <a:lnTo>
                  <a:pt x="606057" y="389896"/>
                </a:lnTo>
                <a:lnTo>
                  <a:pt x="595894" y="393278"/>
                </a:lnTo>
                <a:lnTo>
                  <a:pt x="585683" y="396564"/>
                </a:lnTo>
                <a:lnTo>
                  <a:pt x="575405" y="399764"/>
                </a:lnTo>
                <a:lnTo>
                  <a:pt x="565071" y="402888"/>
                </a:lnTo>
                <a:lnTo>
                  <a:pt x="554688" y="405917"/>
                </a:lnTo>
                <a:lnTo>
                  <a:pt x="544259" y="408861"/>
                </a:lnTo>
                <a:lnTo>
                  <a:pt x="533781" y="411728"/>
                </a:lnTo>
                <a:lnTo>
                  <a:pt x="523246" y="414509"/>
                </a:lnTo>
                <a:lnTo>
                  <a:pt x="512674" y="417205"/>
                </a:lnTo>
                <a:lnTo>
                  <a:pt x="502063" y="419824"/>
                </a:lnTo>
                <a:lnTo>
                  <a:pt x="491404" y="422358"/>
                </a:lnTo>
                <a:lnTo>
                  <a:pt x="480708" y="424805"/>
                </a:lnTo>
                <a:lnTo>
                  <a:pt x="469973" y="427187"/>
                </a:lnTo>
                <a:lnTo>
                  <a:pt x="459210" y="429482"/>
                </a:lnTo>
                <a:lnTo>
                  <a:pt x="448408" y="431702"/>
                </a:lnTo>
                <a:lnTo>
                  <a:pt x="437579" y="433854"/>
                </a:lnTo>
                <a:lnTo>
                  <a:pt x="426710" y="435921"/>
                </a:lnTo>
                <a:lnTo>
                  <a:pt x="415823" y="437921"/>
                </a:lnTo>
                <a:lnTo>
                  <a:pt x="404898" y="439836"/>
                </a:lnTo>
                <a:lnTo>
                  <a:pt x="393954" y="441684"/>
                </a:lnTo>
                <a:lnTo>
                  <a:pt x="382991" y="443465"/>
                </a:lnTo>
                <a:lnTo>
                  <a:pt x="371989" y="445170"/>
                </a:lnTo>
                <a:lnTo>
                  <a:pt x="360978" y="446818"/>
                </a:lnTo>
                <a:lnTo>
                  <a:pt x="349939" y="448380"/>
                </a:lnTo>
                <a:lnTo>
                  <a:pt x="338890" y="449885"/>
                </a:lnTo>
                <a:lnTo>
                  <a:pt x="327812" y="451323"/>
                </a:lnTo>
                <a:lnTo>
                  <a:pt x="316725" y="452685"/>
                </a:lnTo>
                <a:lnTo>
                  <a:pt x="305610" y="453990"/>
                </a:lnTo>
                <a:lnTo>
                  <a:pt x="294494" y="455238"/>
                </a:lnTo>
                <a:lnTo>
                  <a:pt x="283350" y="456409"/>
                </a:lnTo>
                <a:lnTo>
                  <a:pt x="272205" y="457524"/>
                </a:lnTo>
                <a:lnTo>
                  <a:pt x="261042" y="458581"/>
                </a:lnTo>
                <a:lnTo>
                  <a:pt x="249869" y="459572"/>
                </a:lnTo>
                <a:lnTo>
                  <a:pt x="238677" y="460505"/>
                </a:lnTo>
                <a:lnTo>
                  <a:pt x="227486" y="461381"/>
                </a:lnTo>
                <a:lnTo>
                  <a:pt x="216284" y="462201"/>
                </a:lnTo>
                <a:lnTo>
                  <a:pt x="205073" y="462963"/>
                </a:lnTo>
                <a:lnTo>
                  <a:pt x="193853" y="463667"/>
                </a:lnTo>
                <a:lnTo>
                  <a:pt x="182623" y="464315"/>
                </a:lnTo>
                <a:lnTo>
                  <a:pt x="171393" y="464915"/>
                </a:lnTo>
                <a:lnTo>
                  <a:pt x="160153" y="465458"/>
                </a:lnTo>
                <a:lnTo>
                  <a:pt x="148904" y="465944"/>
                </a:lnTo>
                <a:lnTo>
                  <a:pt x="137655" y="466382"/>
                </a:lnTo>
                <a:lnTo>
                  <a:pt x="126406" y="466773"/>
                </a:lnTo>
                <a:lnTo>
                  <a:pt x="115148" y="467106"/>
                </a:lnTo>
                <a:lnTo>
                  <a:pt x="103899" y="467392"/>
                </a:lnTo>
                <a:lnTo>
                  <a:pt x="92631" y="467630"/>
                </a:lnTo>
                <a:lnTo>
                  <a:pt x="81372" y="467820"/>
                </a:lnTo>
                <a:lnTo>
                  <a:pt x="70104" y="467954"/>
                </a:lnTo>
                <a:lnTo>
                  <a:pt x="58845" y="468049"/>
                </a:lnTo>
                <a:lnTo>
                  <a:pt x="47577" y="468097"/>
                </a:lnTo>
                <a:lnTo>
                  <a:pt x="36309" y="468106"/>
                </a:lnTo>
                <a:lnTo>
                  <a:pt x="25041" y="468059"/>
                </a:lnTo>
                <a:lnTo>
                  <a:pt x="13783" y="467973"/>
                </a:lnTo>
                <a:lnTo>
                  <a:pt x="2515" y="467849"/>
                </a:lnTo>
                <a:lnTo>
                  <a:pt x="0" y="467716"/>
                </a:lnTo>
                <a:lnTo>
                  <a:pt x="11259" y="467525"/>
                </a:lnTo>
                <a:lnTo>
                  <a:pt x="22517" y="467201"/>
                </a:lnTo>
                <a:lnTo>
                  <a:pt x="33766" y="466773"/>
                </a:lnTo>
                <a:lnTo>
                  <a:pt x="45006" y="466249"/>
                </a:lnTo>
                <a:lnTo>
                  <a:pt x="56236" y="465639"/>
                </a:lnTo>
                <a:lnTo>
                  <a:pt x="67456" y="464944"/>
                </a:lnTo>
                <a:lnTo>
                  <a:pt x="78667" y="464153"/>
                </a:lnTo>
                <a:lnTo>
                  <a:pt x="89868" y="463296"/>
                </a:lnTo>
                <a:lnTo>
                  <a:pt x="101051" y="462344"/>
                </a:lnTo>
                <a:lnTo>
                  <a:pt x="112214" y="461324"/>
                </a:lnTo>
                <a:lnTo>
                  <a:pt x="123368" y="460210"/>
                </a:lnTo>
                <a:lnTo>
                  <a:pt x="134503" y="459019"/>
                </a:lnTo>
                <a:lnTo>
                  <a:pt x="145618" y="457743"/>
                </a:lnTo>
                <a:lnTo>
                  <a:pt x="156715" y="456390"/>
                </a:lnTo>
                <a:lnTo>
                  <a:pt x="167783" y="454943"/>
                </a:lnTo>
                <a:lnTo>
                  <a:pt x="178832" y="453409"/>
                </a:lnTo>
                <a:lnTo>
                  <a:pt x="189852" y="451790"/>
                </a:lnTo>
                <a:lnTo>
                  <a:pt x="200844" y="450075"/>
                </a:lnTo>
                <a:lnTo>
                  <a:pt x="211807" y="448275"/>
                </a:lnTo>
                <a:lnTo>
                  <a:pt x="222733" y="446380"/>
                </a:lnTo>
                <a:lnTo>
                  <a:pt x="233629" y="444389"/>
                </a:lnTo>
                <a:lnTo>
                  <a:pt x="244488" y="442303"/>
                </a:lnTo>
                <a:lnTo>
                  <a:pt x="255299" y="440112"/>
                </a:lnTo>
                <a:lnTo>
                  <a:pt x="266071" y="437826"/>
                </a:lnTo>
                <a:lnTo>
                  <a:pt x="276787" y="435426"/>
                </a:lnTo>
                <a:lnTo>
                  <a:pt x="287465" y="432921"/>
                </a:lnTo>
                <a:lnTo>
                  <a:pt x="298075" y="430301"/>
                </a:lnTo>
                <a:lnTo>
                  <a:pt x="308629" y="427577"/>
                </a:lnTo>
                <a:lnTo>
                  <a:pt x="319126" y="424729"/>
                </a:lnTo>
                <a:lnTo>
                  <a:pt x="329546" y="421767"/>
                </a:lnTo>
                <a:lnTo>
                  <a:pt x="339890" y="418671"/>
                </a:lnTo>
                <a:lnTo>
                  <a:pt x="350158" y="415452"/>
                </a:lnTo>
                <a:lnTo>
                  <a:pt x="360331" y="412109"/>
                </a:lnTo>
                <a:lnTo>
                  <a:pt x="370418" y="408623"/>
                </a:lnTo>
                <a:lnTo>
                  <a:pt x="380409" y="405013"/>
                </a:lnTo>
                <a:lnTo>
                  <a:pt x="390287" y="401250"/>
                </a:lnTo>
                <a:lnTo>
                  <a:pt x="400040" y="397354"/>
                </a:lnTo>
                <a:lnTo>
                  <a:pt x="409680" y="393306"/>
                </a:lnTo>
                <a:lnTo>
                  <a:pt x="419176" y="389106"/>
                </a:lnTo>
                <a:lnTo>
                  <a:pt x="428530" y="384753"/>
                </a:lnTo>
                <a:lnTo>
                  <a:pt x="437731" y="380248"/>
                </a:lnTo>
                <a:lnTo>
                  <a:pt x="446761" y="375580"/>
                </a:lnTo>
                <a:lnTo>
                  <a:pt x="455619" y="370751"/>
                </a:lnTo>
                <a:lnTo>
                  <a:pt x="464287" y="365760"/>
                </a:lnTo>
                <a:lnTo>
                  <a:pt x="472745" y="360597"/>
                </a:lnTo>
                <a:lnTo>
                  <a:pt x="480993" y="355273"/>
                </a:lnTo>
                <a:lnTo>
                  <a:pt x="489004" y="349787"/>
                </a:lnTo>
                <a:lnTo>
                  <a:pt x="496776" y="344138"/>
                </a:lnTo>
                <a:lnTo>
                  <a:pt x="504301" y="338318"/>
                </a:lnTo>
                <a:lnTo>
                  <a:pt x="511550" y="332337"/>
                </a:lnTo>
                <a:lnTo>
                  <a:pt x="518512" y="326203"/>
                </a:lnTo>
                <a:lnTo>
                  <a:pt x="525189" y="319907"/>
                </a:lnTo>
                <a:lnTo>
                  <a:pt x="531552" y="313468"/>
                </a:lnTo>
                <a:lnTo>
                  <a:pt x="537601" y="306876"/>
                </a:lnTo>
                <a:lnTo>
                  <a:pt x="543325" y="300152"/>
                </a:lnTo>
                <a:lnTo>
                  <a:pt x="548716" y="293284"/>
                </a:lnTo>
                <a:lnTo>
                  <a:pt x="553755" y="286302"/>
                </a:lnTo>
                <a:lnTo>
                  <a:pt x="558451" y="279206"/>
                </a:lnTo>
                <a:lnTo>
                  <a:pt x="562794" y="271996"/>
                </a:lnTo>
                <a:lnTo>
                  <a:pt x="566785" y="264690"/>
                </a:lnTo>
                <a:lnTo>
                  <a:pt x="570424" y="257299"/>
                </a:lnTo>
                <a:lnTo>
                  <a:pt x="573700" y="249831"/>
                </a:lnTo>
                <a:lnTo>
                  <a:pt x="576624" y="242287"/>
                </a:lnTo>
                <a:lnTo>
                  <a:pt x="579206" y="234686"/>
                </a:lnTo>
                <a:lnTo>
                  <a:pt x="581444" y="227028"/>
                </a:lnTo>
                <a:lnTo>
                  <a:pt x="583340" y="219332"/>
                </a:lnTo>
                <a:lnTo>
                  <a:pt x="584911" y="211598"/>
                </a:lnTo>
                <a:lnTo>
                  <a:pt x="586159" y="203835"/>
                </a:lnTo>
                <a:lnTo>
                  <a:pt x="587092" y="196044"/>
                </a:lnTo>
                <a:lnTo>
                  <a:pt x="587731" y="188252"/>
                </a:lnTo>
                <a:lnTo>
                  <a:pt x="588064" y="180442"/>
                </a:lnTo>
                <a:lnTo>
                  <a:pt x="588112" y="172631"/>
                </a:lnTo>
                <a:lnTo>
                  <a:pt x="587893" y="164821"/>
                </a:lnTo>
                <a:lnTo>
                  <a:pt x="587407" y="157020"/>
                </a:lnTo>
                <a:lnTo>
                  <a:pt x="586664" y="149219"/>
                </a:lnTo>
                <a:lnTo>
                  <a:pt x="597084" y="147314"/>
                </a:lnTo>
                <a:lnTo>
                  <a:pt x="608066" y="145561"/>
                </a:lnTo>
                <a:lnTo>
                  <a:pt x="619011" y="143704"/>
                </a:lnTo>
                <a:lnTo>
                  <a:pt x="629917" y="141742"/>
                </a:lnTo>
                <a:lnTo>
                  <a:pt x="640785" y="139703"/>
                </a:lnTo>
                <a:lnTo>
                  <a:pt x="651624" y="137570"/>
                </a:lnTo>
                <a:lnTo>
                  <a:pt x="662435" y="135369"/>
                </a:lnTo>
                <a:lnTo>
                  <a:pt x="673208" y="133083"/>
                </a:lnTo>
                <a:lnTo>
                  <a:pt x="683943" y="130721"/>
                </a:lnTo>
                <a:lnTo>
                  <a:pt x="694649" y="128292"/>
                </a:lnTo>
                <a:lnTo>
                  <a:pt x="705317" y="125778"/>
                </a:lnTo>
                <a:lnTo>
                  <a:pt x="715956" y="123196"/>
                </a:lnTo>
                <a:lnTo>
                  <a:pt x="726548" y="120548"/>
                </a:lnTo>
                <a:lnTo>
                  <a:pt x="737111" y="117824"/>
                </a:lnTo>
                <a:lnTo>
                  <a:pt x="747627" y="115024"/>
                </a:lnTo>
                <a:lnTo>
                  <a:pt x="758104" y="112157"/>
                </a:lnTo>
                <a:lnTo>
                  <a:pt x="768544" y="109214"/>
                </a:lnTo>
                <a:lnTo>
                  <a:pt x="778935" y="106204"/>
                </a:lnTo>
                <a:lnTo>
                  <a:pt x="789280" y="103108"/>
                </a:lnTo>
                <a:lnTo>
                  <a:pt x="799586" y="99946"/>
                </a:lnTo>
                <a:lnTo>
                  <a:pt x="809835" y="96717"/>
                </a:lnTo>
                <a:lnTo>
                  <a:pt x="820045" y="93402"/>
                </a:lnTo>
                <a:lnTo>
                  <a:pt x="830189" y="90011"/>
                </a:lnTo>
                <a:lnTo>
                  <a:pt x="840296" y="86554"/>
                </a:lnTo>
                <a:lnTo>
                  <a:pt x="850335" y="83010"/>
                </a:lnTo>
                <a:lnTo>
                  <a:pt x="860317" y="79400"/>
                </a:lnTo>
                <a:lnTo>
                  <a:pt x="870242" y="75705"/>
                </a:lnTo>
                <a:lnTo>
                  <a:pt x="880110" y="71923"/>
                </a:lnTo>
                <a:lnTo>
                  <a:pt x="889902" y="68066"/>
                </a:lnTo>
                <a:lnTo>
                  <a:pt x="899636" y="64132"/>
                </a:lnTo>
                <a:lnTo>
                  <a:pt x="909295" y="60112"/>
                </a:lnTo>
                <a:lnTo>
                  <a:pt x="918886" y="56017"/>
                </a:lnTo>
                <a:lnTo>
                  <a:pt x="928392" y="51826"/>
                </a:lnTo>
                <a:lnTo>
                  <a:pt x="937831" y="47558"/>
                </a:lnTo>
                <a:lnTo>
                  <a:pt x="947176" y="43205"/>
                </a:lnTo>
                <a:lnTo>
                  <a:pt x="956443" y="38757"/>
                </a:lnTo>
                <a:lnTo>
                  <a:pt x="965625" y="34233"/>
                </a:lnTo>
                <a:lnTo>
                  <a:pt x="974712" y="29613"/>
                </a:lnTo>
                <a:lnTo>
                  <a:pt x="983694" y="24898"/>
                </a:lnTo>
                <a:lnTo>
                  <a:pt x="992591" y="20107"/>
                </a:lnTo>
                <a:lnTo>
                  <a:pt x="1001373" y="15211"/>
                </a:lnTo>
                <a:lnTo>
                  <a:pt x="1010050" y="10239"/>
                </a:lnTo>
                <a:lnTo>
                  <a:pt x="1018623" y="5163"/>
                </a:lnTo>
                <a:lnTo>
                  <a:pt x="1027071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15" name="note-sheet-shadow-2">
            <a:extLst xmlns:a="http://schemas.openxmlformats.org/drawingml/2006/main">
              <a:ext uri="{FF2B5EF4-FFF2-40B4-BE49-F238E27FC236}">
                <a16:creationId xmlns:a16="http://schemas.microsoft.com/office/drawing/2014/main" id="{F5CDF877-FAF6-4E9D-8071-8E07AC4F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7364" y="3347657"/>
            <a:ext cx="2788339" cy="513912"/>
          </a:xfrm>
          <a:custGeom xmlns:a="http://schemas.openxmlformats.org/drawingml/2006/main">
            <a:pathLst>
              <a:path w="2788339" h="513912">
                <a:moveTo>
                  <a:pt x="2787472" y="0"/>
                </a:moveTo>
                <a:lnTo>
                  <a:pt x="2788339" y="18926"/>
                </a:lnTo>
                <a:lnTo>
                  <a:pt x="2787948" y="37862"/>
                </a:lnTo>
                <a:lnTo>
                  <a:pt x="2786605" y="56769"/>
                </a:lnTo>
                <a:lnTo>
                  <a:pt x="2784358" y="75648"/>
                </a:lnTo>
                <a:lnTo>
                  <a:pt x="2781243" y="94459"/>
                </a:lnTo>
                <a:lnTo>
                  <a:pt x="2777271" y="113195"/>
                </a:lnTo>
                <a:lnTo>
                  <a:pt x="2772442" y="131826"/>
                </a:lnTo>
                <a:lnTo>
                  <a:pt x="2766746" y="150352"/>
                </a:lnTo>
                <a:lnTo>
                  <a:pt x="2760154" y="168726"/>
                </a:lnTo>
                <a:lnTo>
                  <a:pt x="2752668" y="186938"/>
                </a:lnTo>
                <a:lnTo>
                  <a:pt x="2744257" y="204949"/>
                </a:lnTo>
                <a:lnTo>
                  <a:pt x="2734894" y="222742"/>
                </a:lnTo>
                <a:lnTo>
                  <a:pt x="2724579" y="240278"/>
                </a:lnTo>
                <a:lnTo>
                  <a:pt x="2713282" y="257518"/>
                </a:lnTo>
                <a:lnTo>
                  <a:pt x="2700985" y="274425"/>
                </a:lnTo>
                <a:lnTo>
                  <a:pt x="2687688" y="290960"/>
                </a:lnTo>
                <a:lnTo>
                  <a:pt x="2673382" y="307086"/>
                </a:lnTo>
                <a:lnTo>
                  <a:pt x="2658056" y="322764"/>
                </a:lnTo>
                <a:lnTo>
                  <a:pt x="2641730" y="337947"/>
                </a:lnTo>
                <a:lnTo>
                  <a:pt x="2624423" y="352587"/>
                </a:lnTo>
                <a:lnTo>
                  <a:pt x="2606145" y="366665"/>
                </a:lnTo>
                <a:lnTo>
                  <a:pt x="2586942" y="380124"/>
                </a:lnTo>
                <a:lnTo>
                  <a:pt x="2566845" y="392944"/>
                </a:lnTo>
                <a:lnTo>
                  <a:pt x="2545899" y="405098"/>
                </a:lnTo>
                <a:lnTo>
                  <a:pt x="2524154" y="416557"/>
                </a:lnTo>
                <a:lnTo>
                  <a:pt x="2501675" y="427311"/>
                </a:lnTo>
                <a:lnTo>
                  <a:pt x="2478519" y="437350"/>
                </a:lnTo>
                <a:lnTo>
                  <a:pt x="2454754" y="446665"/>
                </a:lnTo>
                <a:lnTo>
                  <a:pt x="2430418" y="455276"/>
                </a:lnTo>
                <a:lnTo>
                  <a:pt x="2405596" y="463172"/>
                </a:lnTo>
                <a:lnTo>
                  <a:pt x="2380345" y="470373"/>
                </a:lnTo>
                <a:lnTo>
                  <a:pt x="2354704" y="476898"/>
                </a:lnTo>
                <a:lnTo>
                  <a:pt x="2328729" y="482756"/>
                </a:lnTo>
                <a:lnTo>
                  <a:pt x="2302478" y="487985"/>
                </a:lnTo>
                <a:lnTo>
                  <a:pt x="2275989" y="492585"/>
                </a:lnTo>
                <a:lnTo>
                  <a:pt x="2249300" y="496605"/>
                </a:lnTo>
                <a:lnTo>
                  <a:pt x="2222440" y="500053"/>
                </a:lnTo>
                <a:lnTo>
                  <a:pt x="2195455" y="502958"/>
                </a:lnTo>
                <a:lnTo>
                  <a:pt x="2168366" y="505349"/>
                </a:lnTo>
                <a:lnTo>
                  <a:pt x="2141191" y="507244"/>
                </a:lnTo>
                <a:lnTo>
                  <a:pt x="2113950" y="508664"/>
                </a:lnTo>
                <a:lnTo>
                  <a:pt x="2086661" y="509330"/>
                </a:lnTo>
                <a:lnTo>
                  <a:pt x="2059353" y="509768"/>
                </a:lnTo>
                <a:lnTo>
                  <a:pt x="2032044" y="510130"/>
                </a:lnTo>
                <a:lnTo>
                  <a:pt x="2004736" y="510426"/>
                </a:lnTo>
                <a:lnTo>
                  <a:pt x="1977428" y="510692"/>
                </a:lnTo>
                <a:lnTo>
                  <a:pt x="1950110" y="510931"/>
                </a:lnTo>
                <a:lnTo>
                  <a:pt x="1922802" y="511140"/>
                </a:lnTo>
                <a:lnTo>
                  <a:pt x="1895494" y="511340"/>
                </a:lnTo>
                <a:lnTo>
                  <a:pt x="1868176" y="511521"/>
                </a:lnTo>
                <a:lnTo>
                  <a:pt x="1840868" y="511702"/>
                </a:lnTo>
                <a:lnTo>
                  <a:pt x="1813560" y="511854"/>
                </a:lnTo>
                <a:lnTo>
                  <a:pt x="1786242" y="512007"/>
                </a:lnTo>
                <a:lnTo>
                  <a:pt x="1758934" y="512150"/>
                </a:lnTo>
                <a:lnTo>
                  <a:pt x="1731616" y="512283"/>
                </a:lnTo>
                <a:lnTo>
                  <a:pt x="1704308" y="512416"/>
                </a:lnTo>
                <a:lnTo>
                  <a:pt x="1677000" y="512531"/>
                </a:lnTo>
                <a:lnTo>
                  <a:pt x="1649682" y="512645"/>
                </a:lnTo>
                <a:lnTo>
                  <a:pt x="1622374" y="512759"/>
                </a:lnTo>
                <a:lnTo>
                  <a:pt x="1595057" y="512855"/>
                </a:lnTo>
                <a:lnTo>
                  <a:pt x="1567748" y="512950"/>
                </a:lnTo>
                <a:lnTo>
                  <a:pt x="1540431" y="513045"/>
                </a:lnTo>
                <a:lnTo>
                  <a:pt x="1513122" y="513131"/>
                </a:lnTo>
                <a:lnTo>
                  <a:pt x="1485805" y="513207"/>
                </a:lnTo>
                <a:lnTo>
                  <a:pt x="1458497" y="513283"/>
                </a:lnTo>
                <a:lnTo>
                  <a:pt x="1431188" y="513359"/>
                </a:lnTo>
                <a:lnTo>
                  <a:pt x="1403871" y="513417"/>
                </a:lnTo>
                <a:lnTo>
                  <a:pt x="1376563" y="513483"/>
                </a:lnTo>
                <a:lnTo>
                  <a:pt x="1349245" y="513540"/>
                </a:lnTo>
                <a:lnTo>
                  <a:pt x="1321937" y="513598"/>
                </a:lnTo>
                <a:lnTo>
                  <a:pt x="1294619" y="513645"/>
                </a:lnTo>
                <a:lnTo>
                  <a:pt x="1267311" y="513693"/>
                </a:lnTo>
                <a:lnTo>
                  <a:pt x="1239993" y="513731"/>
                </a:lnTo>
                <a:lnTo>
                  <a:pt x="1212685" y="513769"/>
                </a:lnTo>
                <a:lnTo>
                  <a:pt x="1185367" y="513798"/>
                </a:lnTo>
                <a:lnTo>
                  <a:pt x="1158059" y="513826"/>
                </a:lnTo>
                <a:lnTo>
                  <a:pt x="1130741" y="513845"/>
                </a:lnTo>
                <a:lnTo>
                  <a:pt x="1103433" y="513874"/>
                </a:lnTo>
                <a:lnTo>
                  <a:pt x="1076115" y="513893"/>
                </a:lnTo>
                <a:lnTo>
                  <a:pt x="1048807" y="513893"/>
                </a:lnTo>
                <a:lnTo>
                  <a:pt x="1021490" y="513902"/>
                </a:lnTo>
                <a:lnTo>
                  <a:pt x="994181" y="513912"/>
                </a:lnTo>
                <a:lnTo>
                  <a:pt x="966864" y="513902"/>
                </a:lnTo>
                <a:lnTo>
                  <a:pt x="939556" y="513893"/>
                </a:lnTo>
                <a:lnTo>
                  <a:pt x="912238" y="513883"/>
                </a:lnTo>
                <a:lnTo>
                  <a:pt x="884930" y="513874"/>
                </a:lnTo>
                <a:lnTo>
                  <a:pt x="857621" y="513845"/>
                </a:lnTo>
                <a:lnTo>
                  <a:pt x="830304" y="513817"/>
                </a:lnTo>
                <a:lnTo>
                  <a:pt x="802996" y="513798"/>
                </a:lnTo>
                <a:lnTo>
                  <a:pt x="775678" y="513750"/>
                </a:lnTo>
                <a:lnTo>
                  <a:pt x="748370" y="513712"/>
                </a:lnTo>
                <a:lnTo>
                  <a:pt x="721052" y="513664"/>
                </a:lnTo>
                <a:lnTo>
                  <a:pt x="693744" y="513607"/>
                </a:lnTo>
                <a:lnTo>
                  <a:pt x="666426" y="513550"/>
                </a:lnTo>
                <a:lnTo>
                  <a:pt x="639118" y="513483"/>
                </a:lnTo>
                <a:lnTo>
                  <a:pt x="611800" y="513417"/>
                </a:lnTo>
                <a:lnTo>
                  <a:pt x="584492" y="513321"/>
                </a:lnTo>
                <a:lnTo>
                  <a:pt x="557174" y="513236"/>
                </a:lnTo>
                <a:lnTo>
                  <a:pt x="529866" y="513150"/>
                </a:lnTo>
                <a:lnTo>
                  <a:pt x="502558" y="513036"/>
                </a:lnTo>
                <a:lnTo>
                  <a:pt x="475240" y="512921"/>
                </a:lnTo>
                <a:lnTo>
                  <a:pt x="447932" y="512797"/>
                </a:lnTo>
                <a:lnTo>
                  <a:pt x="420614" y="512664"/>
                </a:lnTo>
                <a:lnTo>
                  <a:pt x="393306" y="512512"/>
                </a:lnTo>
                <a:lnTo>
                  <a:pt x="365989" y="512350"/>
                </a:lnTo>
                <a:lnTo>
                  <a:pt x="338680" y="512178"/>
                </a:lnTo>
                <a:lnTo>
                  <a:pt x="311372" y="511988"/>
                </a:lnTo>
                <a:lnTo>
                  <a:pt x="284055" y="511769"/>
                </a:lnTo>
                <a:lnTo>
                  <a:pt x="256746" y="511540"/>
                </a:lnTo>
                <a:lnTo>
                  <a:pt x="229438" y="511283"/>
                </a:lnTo>
                <a:lnTo>
                  <a:pt x="202130" y="511007"/>
                </a:lnTo>
                <a:lnTo>
                  <a:pt x="174822" y="510692"/>
                </a:lnTo>
                <a:lnTo>
                  <a:pt x="147514" y="510330"/>
                </a:lnTo>
                <a:lnTo>
                  <a:pt x="120205" y="509921"/>
                </a:lnTo>
                <a:lnTo>
                  <a:pt x="92897" y="509435"/>
                </a:lnTo>
                <a:lnTo>
                  <a:pt x="65599" y="508845"/>
                </a:lnTo>
                <a:lnTo>
                  <a:pt x="38310" y="508073"/>
                </a:lnTo>
                <a:lnTo>
                  <a:pt x="11059" y="506844"/>
                </a:lnTo>
                <a:lnTo>
                  <a:pt x="5067" y="491452"/>
                </a:lnTo>
                <a:lnTo>
                  <a:pt x="4705" y="472516"/>
                </a:lnTo>
                <a:lnTo>
                  <a:pt x="4343" y="453581"/>
                </a:lnTo>
                <a:lnTo>
                  <a:pt x="3981" y="434645"/>
                </a:lnTo>
                <a:lnTo>
                  <a:pt x="3620" y="415709"/>
                </a:lnTo>
                <a:lnTo>
                  <a:pt x="3258" y="396773"/>
                </a:lnTo>
                <a:lnTo>
                  <a:pt x="2896" y="377838"/>
                </a:lnTo>
                <a:lnTo>
                  <a:pt x="2534" y="358902"/>
                </a:lnTo>
                <a:lnTo>
                  <a:pt x="2172" y="339966"/>
                </a:lnTo>
                <a:lnTo>
                  <a:pt x="1810" y="321031"/>
                </a:lnTo>
                <a:lnTo>
                  <a:pt x="1448" y="302095"/>
                </a:lnTo>
                <a:lnTo>
                  <a:pt x="1086" y="283159"/>
                </a:lnTo>
                <a:lnTo>
                  <a:pt x="724" y="264224"/>
                </a:lnTo>
                <a:lnTo>
                  <a:pt x="362" y="245288"/>
                </a:lnTo>
                <a:lnTo>
                  <a:pt x="0" y="226352"/>
                </a:lnTo>
                <a:lnTo>
                  <a:pt x="10020" y="213970"/>
                </a:lnTo>
                <a:lnTo>
                  <a:pt x="37262" y="212588"/>
                </a:lnTo>
                <a:lnTo>
                  <a:pt x="64522" y="211426"/>
                </a:lnTo>
                <a:lnTo>
                  <a:pt x="91802" y="210464"/>
                </a:lnTo>
                <a:lnTo>
                  <a:pt x="119091" y="209674"/>
                </a:lnTo>
                <a:lnTo>
                  <a:pt x="146390" y="209045"/>
                </a:lnTo>
                <a:lnTo>
                  <a:pt x="173688" y="208550"/>
                </a:lnTo>
                <a:lnTo>
                  <a:pt x="200997" y="208188"/>
                </a:lnTo>
                <a:lnTo>
                  <a:pt x="228305" y="207950"/>
                </a:lnTo>
                <a:lnTo>
                  <a:pt x="255622" y="207807"/>
                </a:lnTo>
                <a:lnTo>
                  <a:pt x="282931" y="207769"/>
                </a:lnTo>
                <a:lnTo>
                  <a:pt x="310248" y="207826"/>
                </a:lnTo>
                <a:lnTo>
                  <a:pt x="337556" y="207959"/>
                </a:lnTo>
                <a:lnTo>
                  <a:pt x="364865" y="208178"/>
                </a:lnTo>
                <a:lnTo>
                  <a:pt x="392182" y="208455"/>
                </a:lnTo>
                <a:lnTo>
                  <a:pt x="419481" y="208807"/>
                </a:lnTo>
                <a:lnTo>
                  <a:pt x="446789" y="209217"/>
                </a:lnTo>
                <a:lnTo>
                  <a:pt x="474097" y="209683"/>
                </a:lnTo>
                <a:lnTo>
                  <a:pt x="501396" y="210207"/>
                </a:lnTo>
                <a:lnTo>
                  <a:pt x="528695" y="210779"/>
                </a:lnTo>
                <a:lnTo>
                  <a:pt x="555993" y="211388"/>
                </a:lnTo>
                <a:lnTo>
                  <a:pt x="583292" y="212046"/>
                </a:lnTo>
                <a:lnTo>
                  <a:pt x="610591" y="212731"/>
                </a:lnTo>
                <a:lnTo>
                  <a:pt x="637880" y="213455"/>
                </a:lnTo>
                <a:lnTo>
                  <a:pt x="665169" y="214217"/>
                </a:lnTo>
                <a:lnTo>
                  <a:pt x="692458" y="215008"/>
                </a:lnTo>
                <a:lnTo>
                  <a:pt x="719747" y="215827"/>
                </a:lnTo>
                <a:lnTo>
                  <a:pt x="747036" y="216675"/>
                </a:lnTo>
                <a:lnTo>
                  <a:pt x="774316" y="217541"/>
                </a:lnTo>
                <a:lnTo>
                  <a:pt x="801605" y="218427"/>
                </a:lnTo>
                <a:lnTo>
                  <a:pt x="828885" y="219332"/>
                </a:lnTo>
                <a:lnTo>
                  <a:pt x="856164" y="220256"/>
                </a:lnTo>
                <a:lnTo>
                  <a:pt x="883444" y="221190"/>
                </a:lnTo>
                <a:lnTo>
                  <a:pt x="910723" y="222133"/>
                </a:lnTo>
                <a:lnTo>
                  <a:pt x="938003" y="223095"/>
                </a:lnTo>
                <a:lnTo>
                  <a:pt x="965273" y="224057"/>
                </a:lnTo>
                <a:lnTo>
                  <a:pt x="992553" y="225028"/>
                </a:lnTo>
                <a:lnTo>
                  <a:pt x="1019832" y="226009"/>
                </a:lnTo>
                <a:lnTo>
                  <a:pt x="1047102" y="227000"/>
                </a:lnTo>
                <a:lnTo>
                  <a:pt x="1074382" y="227981"/>
                </a:lnTo>
                <a:lnTo>
                  <a:pt x="1101662" y="228962"/>
                </a:lnTo>
                <a:lnTo>
                  <a:pt x="1128932" y="229934"/>
                </a:lnTo>
                <a:lnTo>
                  <a:pt x="1156211" y="230915"/>
                </a:lnTo>
                <a:lnTo>
                  <a:pt x="1183491" y="231886"/>
                </a:lnTo>
                <a:lnTo>
                  <a:pt x="1210761" y="232848"/>
                </a:lnTo>
                <a:lnTo>
                  <a:pt x="1238040" y="233810"/>
                </a:lnTo>
                <a:lnTo>
                  <a:pt x="1265320" y="234744"/>
                </a:lnTo>
                <a:lnTo>
                  <a:pt x="1292600" y="235687"/>
                </a:lnTo>
                <a:lnTo>
                  <a:pt x="1319879" y="236591"/>
                </a:lnTo>
                <a:lnTo>
                  <a:pt x="1347159" y="237496"/>
                </a:lnTo>
                <a:lnTo>
                  <a:pt x="1374448" y="238373"/>
                </a:lnTo>
                <a:lnTo>
                  <a:pt x="1401728" y="239230"/>
                </a:lnTo>
                <a:lnTo>
                  <a:pt x="1429017" y="240059"/>
                </a:lnTo>
                <a:lnTo>
                  <a:pt x="1456306" y="240868"/>
                </a:lnTo>
                <a:lnTo>
                  <a:pt x="1483595" y="241640"/>
                </a:lnTo>
                <a:lnTo>
                  <a:pt x="1510884" y="242392"/>
                </a:lnTo>
                <a:lnTo>
                  <a:pt x="1538183" y="243097"/>
                </a:lnTo>
                <a:lnTo>
                  <a:pt x="1565472" y="243773"/>
                </a:lnTo>
                <a:lnTo>
                  <a:pt x="1592771" y="244402"/>
                </a:lnTo>
                <a:lnTo>
                  <a:pt x="1620069" y="244993"/>
                </a:lnTo>
                <a:lnTo>
                  <a:pt x="1647377" y="245526"/>
                </a:lnTo>
                <a:lnTo>
                  <a:pt x="1674676" y="246021"/>
                </a:lnTo>
                <a:lnTo>
                  <a:pt x="1701984" y="246450"/>
                </a:lnTo>
                <a:lnTo>
                  <a:pt x="1729292" y="246821"/>
                </a:lnTo>
                <a:lnTo>
                  <a:pt x="1756600" y="247126"/>
                </a:lnTo>
                <a:lnTo>
                  <a:pt x="1783909" y="247364"/>
                </a:lnTo>
                <a:lnTo>
                  <a:pt x="1811226" y="247526"/>
                </a:lnTo>
                <a:lnTo>
                  <a:pt x="1838535" y="247593"/>
                </a:lnTo>
                <a:lnTo>
                  <a:pt x="1865852" y="247574"/>
                </a:lnTo>
                <a:lnTo>
                  <a:pt x="1893160" y="247460"/>
                </a:lnTo>
                <a:lnTo>
                  <a:pt x="1920469" y="247231"/>
                </a:lnTo>
                <a:lnTo>
                  <a:pt x="1947777" y="246878"/>
                </a:lnTo>
                <a:lnTo>
                  <a:pt x="1975085" y="246393"/>
                </a:lnTo>
                <a:lnTo>
                  <a:pt x="2002384" y="245764"/>
                </a:lnTo>
                <a:lnTo>
                  <a:pt x="2029673" y="244973"/>
                </a:lnTo>
                <a:lnTo>
                  <a:pt x="2056943" y="244002"/>
                </a:lnTo>
                <a:lnTo>
                  <a:pt x="2084203" y="242830"/>
                </a:lnTo>
                <a:lnTo>
                  <a:pt x="2111445" y="241421"/>
                </a:lnTo>
                <a:lnTo>
                  <a:pt x="2138648" y="239744"/>
                </a:lnTo>
                <a:lnTo>
                  <a:pt x="2165814" y="237773"/>
                </a:lnTo>
                <a:lnTo>
                  <a:pt x="2192922" y="235439"/>
                </a:lnTo>
                <a:lnTo>
                  <a:pt x="2219944" y="232686"/>
                </a:lnTo>
                <a:lnTo>
                  <a:pt x="2246843" y="229438"/>
                </a:lnTo>
                <a:lnTo>
                  <a:pt x="2273579" y="225562"/>
                </a:lnTo>
                <a:lnTo>
                  <a:pt x="2300059" y="220913"/>
                </a:lnTo>
                <a:lnTo>
                  <a:pt x="2326119" y="215265"/>
                </a:lnTo>
                <a:lnTo>
                  <a:pt x="2351484" y="208264"/>
                </a:lnTo>
                <a:lnTo>
                  <a:pt x="2375583" y="199377"/>
                </a:lnTo>
                <a:lnTo>
                  <a:pt x="2397109" y="187785"/>
                </a:lnTo>
                <a:lnTo>
                  <a:pt x="2413197" y="172593"/>
                </a:lnTo>
                <a:lnTo>
                  <a:pt x="2419674" y="154343"/>
                </a:lnTo>
                <a:lnTo>
                  <a:pt x="2437981" y="144856"/>
                </a:lnTo>
                <a:lnTo>
                  <a:pt x="2463689" y="138455"/>
                </a:lnTo>
                <a:lnTo>
                  <a:pt x="2489044" y="131416"/>
                </a:lnTo>
                <a:lnTo>
                  <a:pt x="2514067" y="123835"/>
                </a:lnTo>
                <a:lnTo>
                  <a:pt x="2538774" y="115767"/>
                </a:lnTo>
                <a:lnTo>
                  <a:pt x="2563158" y="107232"/>
                </a:lnTo>
                <a:lnTo>
                  <a:pt x="2587209" y="98260"/>
                </a:lnTo>
                <a:lnTo>
                  <a:pt x="2610926" y="88868"/>
                </a:lnTo>
                <a:lnTo>
                  <a:pt x="2634301" y="79067"/>
                </a:lnTo>
                <a:lnTo>
                  <a:pt x="2657323" y="68885"/>
                </a:lnTo>
                <a:lnTo>
                  <a:pt x="2679973" y="58312"/>
                </a:lnTo>
                <a:lnTo>
                  <a:pt x="2702262" y="47358"/>
                </a:lnTo>
                <a:lnTo>
                  <a:pt x="2724169" y="36052"/>
                </a:lnTo>
                <a:lnTo>
                  <a:pt x="2745677" y="24374"/>
                </a:lnTo>
                <a:lnTo>
                  <a:pt x="2766784" y="12363"/>
                </a:lnTo>
                <a:lnTo>
                  <a:pt x="2787472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note-sheet-paper-2">
            <a:extLst xmlns:a="http://schemas.openxmlformats.org/drawingml/2006/main">
              <a:ext uri="{FF2B5EF4-FFF2-40B4-BE49-F238E27FC236}">
                <a16:creationId xmlns:a16="http://schemas.microsoft.com/office/drawing/2014/main" id="{7463B09E-2E3F-41C7-A311-655D3904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7135" y="1927031"/>
            <a:ext cx="2787701" cy="1932832"/>
          </a:xfrm>
          <a:custGeom xmlns:a="http://schemas.openxmlformats.org/drawingml/2006/main">
            <a:pathLst>
              <a:path w="2787701" h="1932832">
                <a:moveTo>
                  <a:pt x="0" y="1932832"/>
                </a:moveTo>
                <a:lnTo>
                  <a:pt x="44758" y="1932832"/>
                </a:lnTo>
                <a:lnTo>
                  <a:pt x="89516" y="1932832"/>
                </a:lnTo>
                <a:lnTo>
                  <a:pt x="134274" y="1932832"/>
                </a:lnTo>
                <a:lnTo>
                  <a:pt x="179041" y="1932832"/>
                </a:lnTo>
                <a:lnTo>
                  <a:pt x="223799" y="1932832"/>
                </a:lnTo>
                <a:lnTo>
                  <a:pt x="268557" y="1932832"/>
                </a:lnTo>
                <a:lnTo>
                  <a:pt x="313315" y="1932832"/>
                </a:lnTo>
                <a:lnTo>
                  <a:pt x="358073" y="1932832"/>
                </a:lnTo>
                <a:lnTo>
                  <a:pt x="402831" y="1932832"/>
                </a:lnTo>
                <a:lnTo>
                  <a:pt x="447599" y="1932832"/>
                </a:lnTo>
                <a:lnTo>
                  <a:pt x="492357" y="1932832"/>
                </a:lnTo>
                <a:lnTo>
                  <a:pt x="537115" y="1932832"/>
                </a:lnTo>
                <a:lnTo>
                  <a:pt x="581873" y="1932832"/>
                </a:lnTo>
                <a:lnTo>
                  <a:pt x="626631" y="1932832"/>
                </a:lnTo>
                <a:lnTo>
                  <a:pt x="671389" y="1932832"/>
                </a:lnTo>
                <a:lnTo>
                  <a:pt x="716156" y="1932832"/>
                </a:lnTo>
                <a:lnTo>
                  <a:pt x="760914" y="1932832"/>
                </a:lnTo>
                <a:lnTo>
                  <a:pt x="805672" y="1932832"/>
                </a:lnTo>
                <a:lnTo>
                  <a:pt x="850430" y="1932832"/>
                </a:lnTo>
                <a:lnTo>
                  <a:pt x="895188" y="1932832"/>
                </a:lnTo>
                <a:lnTo>
                  <a:pt x="939946" y="1932832"/>
                </a:lnTo>
                <a:lnTo>
                  <a:pt x="984714" y="1932832"/>
                </a:lnTo>
                <a:lnTo>
                  <a:pt x="1029472" y="1932832"/>
                </a:lnTo>
                <a:lnTo>
                  <a:pt x="1074230" y="1932832"/>
                </a:lnTo>
                <a:lnTo>
                  <a:pt x="1118987" y="1932832"/>
                </a:lnTo>
                <a:lnTo>
                  <a:pt x="1163745" y="1932832"/>
                </a:lnTo>
                <a:lnTo>
                  <a:pt x="1208503" y="1932832"/>
                </a:lnTo>
                <a:lnTo>
                  <a:pt x="1253271" y="1932832"/>
                </a:lnTo>
                <a:lnTo>
                  <a:pt x="1298029" y="1932832"/>
                </a:lnTo>
                <a:lnTo>
                  <a:pt x="1342787" y="1932832"/>
                </a:lnTo>
                <a:lnTo>
                  <a:pt x="1387545" y="1932832"/>
                </a:lnTo>
                <a:lnTo>
                  <a:pt x="1432303" y="1932832"/>
                </a:lnTo>
                <a:lnTo>
                  <a:pt x="1477061" y="1932832"/>
                </a:lnTo>
                <a:lnTo>
                  <a:pt x="1521828" y="1932832"/>
                </a:lnTo>
                <a:lnTo>
                  <a:pt x="1566586" y="1932832"/>
                </a:lnTo>
                <a:lnTo>
                  <a:pt x="1611344" y="1932832"/>
                </a:lnTo>
                <a:lnTo>
                  <a:pt x="1656102" y="1932832"/>
                </a:lnTo>
                <a:lnTo>
                  <a:pt x="1700860" y="1932832"/>
                </a:lnTo>
                <a:lnTo>
                  <a:pt x="1745618" y="1932832"/>
                </a:lnTo>
                <a:lnTo>
                  <a:pt x="1790386" y="1932832"/>
                </a:lnTo>
                <a:lnTo>
                  <a:pt x="1835144" y="1932832"/>
                </a:lnTo>
                <a:lnTo>
                  <a:pt x="1879454" y="1929336"/>
                </a:lnTo>
                <a:lnTo>
                  <a:pt x="1923526" y="1923917"/>
                </a:lnTo>
                <a:lnTo>
                  <a:pt x="1967598" y="1918487"/>
                </a:lnTo>
                <a:lnTo>
                  <a:pt x="2011670" y="1913068"/>
                </a:lnTo>
                <a:lnTo>
                  <a:pt x="2055743" y="1907648"/>
                </a:lnTo>
                <a:lnTo>
                  <a:pt x="2099815" y="1902228"/>
                </a:lnTo>
                <a:lnTo>
                  <a:pt x="2143887" y="1896808"/>
                </a:lnTo>
                <a:lnTo>
                  <a:pt x="2187959" y="1891389"/>
                </a:lnTo>
                <a:lnTo>
                  <a:pt x="2221601" y="1872396"/>
                </a:lnTo>
                <a:lnTo>
                  <a:pt x="2252653" y="1850050"/>
                </a:lnTo>
                <a:lnTo>
                  <a:pt x="2283714" y="1827705"/>
                </a:lnTo>
                <a:lnTo>
                  <a:pt x="2314775" y="1805359"/>
                </a:lnTo>
                <a:lnTo>
                  <a:pt x="2345827" y="1783013"/>
                </a:lnTo>
                <a:lnTo>
                  <a:pt x="2376888" y="1760668"/>
                </a:lnTo>
                <a:lnTo>
                  <a:pt x="2407949" y="1738322"/>
                </a:lnTo>
                <a:lnTo>
                  <a:pt x="2439010" y="1715976"/>
                </a:lnTo>
                <a:lnTo>
                  <a:pt x="2470061" y="1693631"/>
                </a:lnTo>
                <a:lnTo>
                  <a:pt x="2501122" y="1671276"/>
                </a:lnTo>
                <a:lnTo>
                  <a:pt x="2532183" y="1648930"/>
                </a:lnTo>
                <a:lnTo>
                  <a:pt x="2563244" y="1626584"/>
                </a:lnTo>
                <a:lnTo>
                  <a:pt x="2594296" y="1604239"/>
                </a:lnTo>
                <a:lnTo>
                  <a:pt x="2625357" y="1581893"/>
                </a:lnTo>
                <a:lnTo>
                  <a:pt x="2656418" y="1559547"/>
                </a:lnTo>
                <a:lnTo>
                  <a:pt x="2687469" y="1537202"/>
                </a:lnTo>
                <a:lnTo>
                  <a:pt x="2718530" y="1514856"/>
                </a:lnTo>
                <a:lnTo>
                  <a:pt x="2749591" y="1492510"/>
                </a:lnTo>
                <a:lnTo>
                  <a:pt x="2780652" y="1470155"/>
                </a:lnTo>
                <a:lnTo>
                  <a:pt x="2787701" y="1441094"/>
                </a:lnTo>
                <a:lnTo>
                  <a:pt x="2787701" y="1410062"/>
                </a:lnTo>
                <a:lnTo>
                  <a:pt x="2787701" y="1379030"/>
                </a:lnTo>
                <a:lnTo>
                  <a:pt x="2787701" y="1347997"/>
                </a:lnTo>
                <a:lnTo>
                  <a:pt x="2787701" y="1316965"/>
                </a:lnTo>
                <a:lnTo>
                  <a:pt x="2787701" y="1285932"/>
                </a:lnTo>
                <a:lnTo>
                  <a:pt x="2787701" y="1254900"/>
                </a:lnTo>
                <a:lnTo>
                  <a:pt x="2787701" y="1223867"/>
                </a:lnTo>
                <a:lnTo>
                  <a:pt x="2787701" y="1192825"/>
                </a:lnTo>
                <a:lnTo>
                  <a:pt x="2787701" y="1161793"/>
                </a:lnTo>
                <a:lnTo>
                  <a:pt x="2787701" y="1130760"/>
                </a:lnTo>
                <a:lnTo>
                  <a:pt x="2787701" y="1099728"/>
                </a:lnTo>
                <a:lnTo>
                  <a:pt x="2787701" y="1068695"/>
                </a:lnTo>
                <a:lnTo>
                  <a:pt x="2787701" y="1037663"/>
                </a:lnTo>
                <a:lnTo>
                  <a:pt x="2787701" y="1006631"/>
                </a:lnTo>
                <a:lnTo>
                  <a:pt x="2787701" y="975589"/>
                </a:lnTo>
                <a:lnTo>
                  <a:pt x="2787701" y="944556"/>
                </a:lnTo>
                <a:lnTo>
                  <a:pt x="2787701" y="913524"/>
                </a:lnTo>
                <a:lnTo>
                  <a:pt x="2787701" y="882491"/>
                </a:lnTo>
                <a:lnTo>
                  <a:pt x="2787701" y="851459"/>
                </a:lnTo>
                <a:lnTo>
                  <a:pt x="2787701" y="820426"/>
                </a:lnTo>
                <a:lnTo>
                  <a:pt x="2787701" y="789394"/>
                </a:lnTo>
                <a:lnTo>
                  <a:pt x="2787701" y="758361"/>
                </a:lnTo>
                <a:lnTo>
                  <a:pt x="2787701" y="727319"/>
                </a:lnTo>
                <a:lnTo>
                  <a:pt x="2787701" y="696287"/>
                </a:lnTo>
                <a:lnTo>
                  <a:pt x="2787701" y="665255"/>
                </a:lnTo>
                <a:lnTo>
                  <a:pt x="2787701" y="634222"/>
                </a:lnTo>
                <a:lnTo>
                  <a:pt x="2787701" y="603190"/>
                </a:lnTo>
                <a:lnTo>
                  <a:pt x="2787701" y="572157"/>
                </a:lnTo>
                <a:lnTo>
                  <a:pt x="2787701" y="541125"/>
                </a:lnTo>
                <a:lnTo>
                  <a:pt x="2787701" y="510092"/>
                </a:lnTo>
                <a:lnTo>
                  <a:pt x="2787701" y="479050"/>
                </a:lnTo>
                <a:lnTo>
                  <a:pt x="2787701" y="448018"/>
                </a:lnTo>
                <a:lnTo>
                  <a:pt x="2787701" y="416985"/>
                </a:lnTo>
                <a:lnTo>
                  <a:pt x="2787701" y="385953"/>
                </a:lnTo>
                <a:lnTo>
                  <a:pt x="2787701" y="354921"/>
                </a:lnTo>
                <a:lnTo>
                  <a:pt x="2787701" y="323888"/>
                </a:lnTo>
                <a:lnTo>
                  <a:pt x="2787701" y="292856"/>
                </a:lnTo>
                <a:lnTo>
                  <a:pt x="2787701" y="261814"/>
                </a:lnTo>
                <a:lnTo>
                  <a:pt x="2787701" y="230781"/>
                </a:lnTo>
                <a:lnTo>
                  <a:pt x="2787701" y="199749"/>
                </a:lnTo>
                <a:lnTo>
                  <a:pt x="2787701" y="168716"/>
                </a:lnTo>
                <a:lnTo>
                  <a:pt x="2787701" y="137684"/>
                </a:lnTo>
                <a:lnTo>
                  <a:pt x="2787701" y="106651"/>
                </a:lnTo>
                <a:lnTo>
                  <a:pt x="2787701" y="75619"/>
                </a:lnTo>
                <a:lnTo>
                  <a:pt x="2787701" y="44587"/>
                </a:lnTo>
                <a:lnTo>
                  <a:pt x="2787701" y="13545"/>
                </a:lnTo>
                <a:lnTo>
                  <a:pt x="2762479" y="0"/>
                </a:lnTo>
                <a:lnTo>
                  <a:pt x="2717721" y="0"/>
                </a:lnTo>
                <a:lnTo>
                  <a:pt x="2672963" y="0"/>
                </a:lnTo>
                <a:lnTo>
                  <a:pt x="2628205" y="0"/>
                </a:lnTo>
                <a:lnTo>
                  <a:pt x="2583447" y="0"/>
                </a:lnTo>
                <a:lnTo>
                  <a:pt x="2538689" y="0"/>
                </a:lnTo>
                <a:lnTo>
                  <a:pt x="2493921" y="0"/>
                </a:lnTo>
                <a:lnTo>
                  <a:pt x="2449163" y="0"/>
                </a:lnTo>
                <a:lnTo>
                  <a:pt x="2404405" y="0"/>
                </a:lnTo>
                <a:lnTo>
                  <a:pt x="2359647" y="0"/>
                </a:lnTo>
                <a:lnTo>
                  <a:pt x="2314889" y="0"/>
                </a:lnTo>
                <a:lnTo>
                  <a:pt x="2270131" y="0"/>
                </a:lnTo>
                <a:lnTo>
                  <a:pt x="2225364" y="0"/>
                </a:lnTo>
                <a:lnTo>
                  <a:pt x="2180606" y="0"/>
                </a:lnTo>
                <a:lnTo>
                  <a:pt x="2135848" y="0"/>
                </a:lnTo>
                <a:lnTo>
                  <a:pt x="2091090" y="0"/>
                </a:lnTo>
                <a:lnTo>
                  <a:pt x="2046332" y="0"/>
                </a:lnTo>
                <a:lnTo>
                  <a:pt x="2001574" y="0"/>
                </a:lnTo>
                <a:lnTo>
                  <a:pt x="1956806" y="0"/>
                </a:lnTo>
                <a:lnTo>
                  <a:pt x="1912049" y="0"/>
                </a:lnTo>
                <a:lnTo>
                  <a:pt x="1867291" y="0"/>
                </a:lnTo>
                <a:lnTo>
                  <a:pt x="1822533" y="0"/>
                </a:lnTo>
                <a:lnTo>
                  <a:pt x="1777775" y="0"/>
                </a:lnTo>
                <a:lnTo>
                  <a:pt x="1733017" y="0"/>
                </a:lnTo>
                <a:lnTo>
                  <a:pt x="1688249" y="0"/>
                </a:lnTo>
                <a:lnTo>
                  <a:pt x="1643491" y="0"/>
                </a:lnTo>
                <a:lnTo>
                  <a:pt x="1598733" y="0"/>
                </a:lnTo>
                <a:lnTo>
                  <a:pt x="1553975" y="0"/>
                </a:lnTo>
                <a:lnTo>
                  <a:pt x="1509217" y="0"/>
                </a:lnTo>
                <a:lnTo>
                  <a:pt x="1464459" y="0"/>
                </a:lnTo>
                <a:lnTo>
                  <a:pt x="1419692" y="0"/>
                </a:lnTo>
                <a:lnTo>
                  <a:pt x="1374934" y="0"/>
                </a:lnTo>
                <a:lnTo>
                  <a:pt x="1330176" y="0"/>
                </a:lnTo>
                <a:lnTo>
                  <a:pt x="1285418" y="0"/>
                </a:lnTo>
                <a:lnTo>
                  <a:pt x="1240660" y="0"/>
                </a:lnTo>
                <a:lnTo>
                  <a:pt x="1195902" y="0"/>
                </a:lnTo>
                <a:lnTo>
                  <a:pt x="1151134" y="0"/>
                </a:lnTo>
                <a:lnTo>
                  <a:pt x="1106376" y="0"/>
                </a:lnTo>
                <a:lnTo>
                  <a:pt x="1061618" y="0"/>
                </a:lnTo>
                <a:lnTo>
                  <a:pt x="1016860" y="0"/>
                </a:lnTo>
                <a:lnTo>
                  <a:pt x="972102" y="0"/>
                </a:lnTo>
                <a:lnTo>
                  <a:pt x="927344" y="0"/>
                </a:lnTo>
                <a:lnTo>
                  <a:pt x="882577" y="0"/>
                </a:lnTo>
                <a:lnTo>
                  <a:pt x="837819" y="0"/>
                </a:lnTo>
                <a:lnTo>
                  <a:pt x="793061" y="0"/>
                </a:lnTo>
                <a:lnTo>
                  <a:pt x="748303" y="0"/>
                </a:lnTo>
                <a:lnTo>
                  <a:pt x="703545" y="0"/>
                </a:lnTo>
                <a:lnTo>
                  <a:pt x="658787" y="0"/>
                </a:lnTo>
                <a:lnTo>
                  <a:pt x="614020" y="0"/>
                </a:lnTo>
                <a:lnTo>
                  <a:pt x="569262" y="0"/>
                </a:lnTo>
                <a:lnTo>
                  <a:pt x="524504" y="0"/>
                </a:lnTo>
                <a:lnTo>
                  <a:pt x="479746" y="0"/>
                </a:lnTo>
                <a:lnTo>
                  <a:pt x="434988" y="0"/>
                </a:lnTo>
                <a:lnTo>
                  <a:pt x="390230" y="0"/>
                </a:lnTo>
                <a:lnTo>
                  <a:pt x="345472" y="0"/>
                </a:lnTo>
                <a:lnTo>
                  <a:pt x="300704" y="0"/>
                </a:lnTo>
                <a:lnTo>
                  <a:pt x="255946" y="0"/>
                </a:lnTo>
                <a:lnTo>
                  <a:pt x="211188" y="0"/>
                </a:lnTo>
                <a:lnTo>
                  <a:pt x="166430" y="0"/>
                </a:lnTo>
                <a:lnTo>
                  <a:pt x="121672" y="0"/>
                </a:lnTo>
                <a:lnTo>
                  <a:pt x="76914" y="0"/>
                </a:lnTo>
                <a:lnTo>
                  <a:pt x="32147" y="0"/>
                </a:lnTo>
                <a:lnTo>
                  <a:pt x="0" y="8744"/>
                </a:lnTo>
                <a:lnTo>
                  <a:pt x="0" y="39776"/>
                </a:lnTo>
                <a:lnTo>
                  <a:pt x="0" y="70809"/>
                </a:lnTo>
                <a:lnTo>
                  <a:pt x="0" y="101841"/>
                </a:lnTo>
                <a:lnTo>
                  <a:pt x="0" y="132874"/>
                </a:lnTo>
                <a:lnTo>
                  <a:pt x="0" y="163906"/>
                </a:lnTo>
                <a:lnTo>
                  <a:pt x="0" y="194948"/>
                </a:lnTo>
                <a:lnTo>
                  <a:pt x="0" y="225981"/>
                </a:lnTo>
                <a:lnTo>
                  <a:pt x="0" y="257013"/>
                </a:lnTo>
                <a:lnTo>
                  <a:pt x="0" y="288046"/>
                </a:lnTo>
                <a:lnTo>
                  <a:pt x="0" y="319078"/>
                </a:lnTo>
                <a:lnTo>
                  <a:pt x="0" y="350110"/>
                </a:lnTo>
                <a:lnTo>
                  <a:pt x="0" y="381143"/>
                </a:lnTo>
                <a:lnTo>
                  <a:pt x="0" y="412185"/>
                </a:lnTo>
                <a:lnTo>
                  <a:pt x="0" y="443217"/>
                </a:lnTo>
                <a:lnTo>
                  <a:pt x="0" y="474250"/>
                </a:lnTo>
                <a:lnTo>
                  <a:pt x="0" y="505282"/>
                </a:lnTo>
                <a:lnTo>
                  <a:pt x="0" y="536315"/>
                </a:lnTo>
                <a:lnTo>
                  <a:pt x="0" y="567347"/>
                </a:lnTo>
                <a:lnTo>
                  <a:pt x="0" y="598380"/>
                </a:lnTo>
                <a:lnTo>
                  <a:pt x="0" y="629412"/>
                </a:lnTo>
                <a:lnTo>
                  <a:pt x="0" y="660454"/>
                </a:lnTo>
                <a:lnTo>
                  <a:pt x="0" y="691486"/>
                </a:lnTo>
                <a:lnTo>
                  <a:pt x="0" y="722519"/>
                </a:lnTo>
                <a:lnTo>
                  <a:pt x="0" y="753551"/>
                </a:lnTo>
                <a:lnTo>
                  <a:pt x="0" y="784584"/>
                </a:lnTo>
                <a:lnTo>
                  <a:pt x="0" y="815616"/>
                </a:lnTo>
                <a:lnTo>
                  <a:pt x="0" y="846649"/>
                </a:lnTo>
                <a:lnTo>
                  <a:pt x="0" y="877681"/>
                </a:lnTo>
                <a:lnTo>
                  <a:pt x="0" y="908723"/>
                </a:lnTo>
                <a:lnTo>
                  <a:pt x="0" y="939756"/>
                </a:lnTo>
                <a:lnTo>
                  <a:pt x="0" y="970788"/>
                </a:lnTo>
                <a:lnTo>
                  <a:pt x="0" y="1001820"/>
                </a:lnTo>
                <a:lnTo>
                  <a:pt x="0" y="1032853"/>
                </a:lnTo>
                <a:lnTo>
                  <a:pt x="0" y="1063885"/>
                </a:lnTo>
                <a:lnTo>
                  <a:pt x="0" y="1094918"/>
                </a:lnTo>
                <a:lnTo>
                  <a:pt x="0" y="1125960"/>
                </a:lnTo>
                <a:lnTo>
                  <a:pt x="0" y="1156992"/>
                </a:lnTo>
                <a:lnTo>
                  <a:pt x="0" y="1188025"/>
                </a:lnTo>
                <a:lnTo>
                  <a:pt x="0" y="1219057"/>
                </a:lnTo>
                <a:lnTo>
                  <a:pt x="0" y="1250090"/>
                </a:lnTo>
                <a:lnTo>
                  <a:pt x="0" y="1281122"/>
                </a:lnTo>
                <a:lnTo>
                  <a:pt x="0" y="1312154"/>
                </a:lnTo>
                <a:lnTo>
                  <a:pt x="0" y="1343187"/>
                </a:lnTo>
                <a:lnTo>
                  <a:pt x="0" y="1374229"/>
                </a:lnTo>
                <a:lnTo>
                  <a:pt x="0" y="1405261"/>
                </a:lnTo>
                <a:lnTo>
                  <a:pt x="0" y="1436294"/>
                </a:lnTo>
                <a:lnTo>
                  <a:pt x="0" y="1467326"/>
                </a:lnTo>
                <a:lnTo>
                  <a:pt x="0" y="1498359"/>
                </a:lnTo>
                <a:lnTo>
                  <a:pt x="0" y="1529391"/>
                </a:lnTo>
                <a:lnTo>
                  <a:pt x="0" y="1560424"/>
                </a:lnTo>
                <a:lnTo>
                  <a:pt x="0" y="1591456"/>
                </a:lnTo>
                <a:lnTo>
                  <a:pt x="0" y="1622498"/>
                </a:lnTo>
                <a:lnTo>
                  <a:pt x="0" y="1653530"/>
                </a:lnTo>
                <a:lnTo>
                  <a:pt x="0" y="1684563"/>
                </a:lnTo>
                <a:lnTo>
                  <a:pt x="0" y="1715595"/>
                </a:lnTo>
                <a:lnTo>
                  <a:pt x="0" y="1746628"/>
                </a:lnTo>
                <a:lnTo>
                  <a:pt x="0" y="1777660"/>
                </a:lnTo>
                <a:lnTo>
                  <a:pt x="0" y="1808693"/>
                </a:lnTo>
                <a:lnTo>
                  <a:pt x="0" y="1839725"/>
                </a:lnTo>
                <a:lnTo>
                  <a:pt x="0" y="1870767"/>
                </a:lnTo>
                <a:lnTo>
                  <a:pt x="0" y="1901800"/>
                </a:lnTo>
                <a:lnTo>
                  <a:pt x="0" y="1932832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17" name="note-sheet-header-2">
            <a:extLst xmlns:a="http://schemas.openxmlformats.org/drawingml/2006/main">
              <a:ext uri="{FF2B5EF4-FFF2-40B4-BE49-F238E27FC236}">
                <a16:creationId xmlns:a16="http://schemas.microsoft.com/office/drawing/2014/main" id="{FFAE06BB-1267-4F54-88D0-296A35AF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7135" y="1927031"/>
            <a:ext cx="2787701" cy="33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note-sheet-fold-2">
            <a:extLst xmlns:a="http://schemas.openxmlformats.org/drawingml/2006/main">
              <a:ext uri="{FF2B5EF4-FFF2-40B4-BE49-F238E27FC236}">
                <a16:creationId xmlns:a16="http://schemas.microsoft.com/office/drawing/2014/main" id="{879790EE-5B90-4068-B169-9AB039429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7755" y="3392110"/>
            <a:ext cx="1027071" cy="468106"/>
          </a:xfrm>
          <a:custGeom xmlns:a="http://schemas.openxmlformats.org/drawingml/2006/main">
            <a:pathLst>
              <a:path w="1027071" h="468106">
                <a:moveTo>
                  <a:pt x="1027071" y="0"/>
                </a:moveTo>
                <a:lnTo>
                  <a:pt x="1025852" y="7763"/>
                </a:lnTo>
                <a:lnTo>
                  <a:pt x="1024242" y="15497"/>
                </a:lnTo>
                <a:lnTo>
                  <a:pt x="1022375" y="23193"/>
                </a:lnTo>
                <a:lnTo>
                  <a:pt x="1020261" y="30871"/>
                </a:lnTo>
                <a:lnTo>
                  <a:pt x="1017937" y="38510"/>
                </a:lnTo>
                <a:lnTo>
                  <a:pt x="1015413" y="46130"/>
                </a:lnTo>
                <a:lnTo>
                  <a:pt x="1012698" y="53702"/>
                </a:lnTo>
                <a:lnTo>
                  <a:pt x="1009793" y="61255"/>
                </a:lnTo>
                <a:lnTo>
                  <a:pt x="1006716" y="68771"/>
                </a:lnTo>
                <a:lnTo>
                  <a:pt x="1003459" y="76248"/>
                </a:lnTo>
                <a:lnTo>
                  <a:pt x="1000030" y="83687"/>
                </a:lnTo>
                <a:lnTo>
                  <a:pt x="996439" y="91088"/>
                </a:lnTo>
                <a:lnTo>
                  <a:pt x="992676" y="98450"/>
                </a:lnTo>
                <a:lnTo>
                  <a:pt x="988752" y="105775"/>
                </a:lnTo>
                <a:lnTo>
                  <a:pt x="984656" y="113052"/>
                </a:lnTo>
                <a:lnTo>
                  <a:pt x="980408" y="120282"/>
                </a:lnTo>
                <a:lnTo>
                  <a:pt x="975998" y="127473"/>
                </a:lnTo>
                <a:lnTo>
                  <a:pt x="971426" y="134607"/>
                </a:lnTo>
                <a:lnTo>
                  <a:pt x="966711" y="141703"/>
                </a:lnTo>
                <a:lnTo>
                  <a:pt x="961825" y="148742"/>
                </a:lnTo>
                <a:lnTo>
                  <a:pt x="956786" y="155734"/>
                </a:lnTo>
                <a:lnTo>
                  <a:pt x="951605" y="162668"/>
                </a:lnTo>
                <a:lnTo>
                  <a:pt x="946261" y="169535"/>
                </a:lnTo>
                <a:lnTo>
                  <a:pt x="940765" y="176365"/>
                </a:lnTo>
                <a:lnTo>
                  <a:pt x="935117" y="183118"/>
                </a:lnTo>
                <a:lnTo>
                  <a:pt x="929335" y="189824"/>
                </a:lnTo>
                <a:lnTo>
                  <a:pt x="923392" y="196453"/>
                </a:lnTo>
                <a:lnTo>
                  <a:pt x="917305" y="203025"/>
                </a:lnTo>
                <a:lnTo>
                  <a:pt x="911066" y="209540"/>
                </a:lnTo>
                <a:lnTo>
                  <a:pt x="904694" y="215979"/>
                </a:lnTo>
                <a:lnTo>
                  <a:pt x="898179" y="222342"/>
                </a:lnTo>
                <a:lnTo>
                  <a:pt x="891511" y="228648"/>
                </a:lnTo>
                <a:lnTo>
                  <a:pt x="884711" y="234877"/>
                </a:lnTo>
                <a:lnTo>
                  <a:pt x="877776" y="241030"/>
                </a:lnTo>
                <a:lnTo>
                  <a:pt x="870699" y="247107"/>
                </a:lnTo>
                <a:lnTo>
                  <a:pt x="863489" y="253108"/>
                </a:lnTo>
                <a:lnTo>
                  <a:pt x="856155" y="259032"/>
                </a:lnTo>
                <a:lnTo>
                  <a:pt x="848678" y="264881"/>
                </a:lnTo>
                <a:lnTo>
                  <a:pt x="841077" y="270643"/>
                </a:lnTo>
                <a:lnTo>
                  <a:pt x="833352" y="276330"/>
                </a:lnTo>
                <a:lnTo>
                  <a:pt x="825503" y="281930"/>
                </a:lnTo>
                <a:lnTo>
                  <a:pt x="817531" y="287445"/>
                </a:lnTo>
                <a:lnTo>
                  <a:pt x="809435" y="292884"/>
                </a:lnTo>
                <a:lnTo>
                  <a:pt x="801224" y="298228"/>
                </a:lnTo>
                <a:lnTo>
                  <a:pt x="792890" y="303486"/>
                </a:lnTo>
                <a:lnTo>
                  <a:pt x="784450" y="308667"/>
                </a:lnTo>
                <a:lnTo>
                  <a:pt x="775906" y="313754"/>
                </a:lnTo>
                <a:lnTo>
                  <a:pt x="767248" y="318745"/>
                </a:lnTo>
                <a:lnTo>
                  <a:pt x="758485" y="323659"/>
                </a:lnTo>
                <a:lnTo>
                  <a:pt x="749618" y="328479"/>
                </a:lnTo>
                <a:lnTo>
                  <a:pt x="740645" y="333204"/>
                </a:lnTo>
                <a:lnTo>
                  <a:pt x="731587" y="337842"/>
                </a:lnTo>
                <a:lnTo>
                  <a:pt x="722424" y="342386"/>
                </a:lnTo>
                <a:lnTo>
                  <a:pt x="713175" y="346843"/>
                </a:lnTo>
                <a:lnTo>
                  <a:pt x="703831" y="351215"/>
                </a:lnTo>
                <a:lnTo>
                  <a:pt x="694401" y="355492"/>
                </a:lnTo>
                <a:lnTo>
                  <a:pt x="684895" y="359674"/>
                </a:lnTo>
                <a:lnTo>
                  <a:pt x="675294" y="363769"/>
                </a:lnTo>
                <a:lnTo>
                  <a:pt x="665626" y="367770"/>
                </a:lnTo>
                <a:lnTo>
                  <a:pt x="655872" y="371685"/>
                </a:lnTo>
                <a:lnTo>
                  <a:pt x="646043" y="375504"/>
                </a:lnTo>
                <a:lnTo>
                  <a:pt x="636146" y="379238"/>
                </a:lnTo>
                <a:lnTo>
                  <a:pt x="626183" y="382876"/>
                </a:lnTo>
                <a:lnTo>
                  <a:pt x="616153" y="386429"/>
                </a:lnTo>
                <a:lnTo>
                  <a:pt x="606057" y="389896"/>
                </a:lnTo>
                <a:lnTo>
                  <a:pt x="595894" y="393278"/>
                </a:lnTo>
                <a:lnTo>
                  <a:pt x="585683" y="396564"/>
                </a:lnTo>
                <a:lnTo>
                  <a:pt x="575405" y="399764"/>
                </a:lnTo>
                <a:lnTo>
                  <a:pt x="565071" y="402888"/>
                </a:lnTo>
                <a:lnTo>
                  <a:pt x="554688" y="405917"/>
                </a:lnTo>
                <a:lnTo>
                  <a:pt x="544259" y="408861"/>
                </a:lnTo>
                <a:lnTo>
                  <a:pt x="533781" y="411728"/>
                </a:lnTo>
                <a:lnTo>
                  <a:pt x="523246" y="414509"/>
                </a:lnTo>
                <a:lnTo>
                  <a:pt x="512674" y="417205"/>
                </a:lnTo>
                <a:lnTo>
                  <a:pt x="502063" y="419824"/>
                </a:lnTo>
                <a:lnTo>
                  <a:pt x="491404" y="422358"/>
                </a:lnTo>
                <a:lnTo>
                  <a:pt x="480708" y="424805"/>
                </a:lnTo>
                <a:lnTo>
                  <a:pt x="469973" y="427187"/>
                </a:lnTo>
                <a:lnTo>
                  <a:pt x="459210" y="429482"/>
                </a:lnTo>
                <a:lnTo>
                  <a:pt x="448408" y="431702"/>
                </a:lnTo>
                <a:lnTo>
                  <a:pt x="437579" y="433854"/>
                </a:lnTo>
                <a:lnTo>
                  <a:pt x="426710" y="435921"/>
                </a:lnTo>
                <a:lnTo>
                  <a:pt x="415823" y="437921"/>
                </a:lnTo>
                <a:lnTo>
                  <a:pt x="404898" y="439836"/>
                </a:lnTo>
                <a:lnTo>
                  <a:pt x="393954" y="441684"/>
                </a:lnTo>
                <a:lnTo>
                  <a:pt x="382991" y="443465"/>
                </a:lnTo>
                <a:lnTo>
                  <a:pt x="371989" y="445170"/>
                </a:lnTo>
                <a:lnTo>
                  <a:pt x="360978" y="446818"/>
                </a:lnTo>
                <a:lnTo>
                  <a:pt x="349939" y="448380"/>
                </a:lnTo>
                <a:lnTo>
                  <a:pt x="338890" y="449885"/>
                </a:lnTo>
                <a:lnTo>
                  <a:pt x="327812" y="451323"/>
                </a:lnTo>
                <a:lnTo>
                  <a:pt x="316725" y="452685"/>
                </a:lnTo>
                <a:lnTo>
                  <a:pt x="305610" y="453990"/>
                </a:lnTo>
                <a:lnTo>
                  <a:pt x="294494" y="455238"/>
                </a:lnTo>
                <a:lnTo>
                  <a:pt x="283350" y="456409"/>
                </a:lnTo>
                <a:lnTo>
                  <a:pt x="272205" y="457524"/>
                </a:lnTo>
                <a:lnTo>
                  <a:pt x="261042" y="458581"/>
                </a:lnTo>
                <a:lnTo>
                  <a:pt x="249869" y="459572"/>
                </a:lnTo>
                <a:lnTo>
                  <a:pt x="238677" y="460505"/>
                </a:lnTo>
                <a:lnTo>
                  <a:pt x="227486" y="461381"/>
                </a:lnTo>
                <a:lnTo>
                  <a:pt x="216284" y="462201"/>
                </a:lnTo>
                <a:lnTo>
                  <a:pt x="205073" y="462963"/>
                </a:lnTo>
                <a:lnTo>
                  <a:pt x="193853" y="463667"/>
                </a:lnTo>
                <a:lnTo>
                  <a:pt x="182623" y="464315"/>
                </a:lnTo>
                <a:lnTo>
                  <a:pt x="171393" y="464915"/>
                </a:lnTo>
                <a:lnTo>
                  <a:pt x="160153" y="465458"/>
                </a:lnTo>
                <a:lnTo>
                  <a:pt x="148904" y="465944"/>
                </a:lnTo>
                <a:lnTo>
                  <a:pt x="137655" y="466382"/>
                </a:lnTo>
                <a:lnTo>
                  <a:pt x="126406" y="466773"/>
                </a:lnTo>
                <a:lnTo>
                  <a:pt x="115148" y="467106"/>
                </a:lnTo>
                <a:lnTo>
                  <a:pt x="103899" y="467392"/>
                </a:lnTo>
                <a:lnTo>
                  <a:pt x="92631" y="467630"/>
                </a:lnTo>
                <a:lnTo>
                  <a:pt x="81372" y="467820"/>
                </a:lnTo>
                <a:lnTo>
                  <a:pt x="70104" y="467954"/>
                </a:lnTo>
                <a:lnTo>
                  <a:pt x="58845" y="468049"/>
                </a:lnTo>
                <a:lnTo>
                  <a:pt x="47577" y="468097"/>
                </a:lnTo>
                <a:lnTo>
                  <a:pt x="36309" y="468106"/>
                </a:lnTo>
                <a:lnTo>
                  <a:pt x="25041" y="468059"/>
                </a:lnTo>
                <a:lnTo>
                  <a:pt x="13783" y="467973"/>
                </a:lnTo>
                <a:lnTo>
                  <a:pt x="2515" y="467849"/>
                </a:lnTo>
                <a:lnTo>
                  <a:pt x="0" y="467716"/>
                </a:lnTo>
                <a:lnTo>
                  <a:pt x="11259" y="467525"/>
                </a:lnTo>
                <a:lnTo>
                  <a:pt x="22517" y="467201"/>
                </a:lnTo>
                <a:lnTo>
                  <a:pt x="33766" y="466773"/>
                </a:lnTo>
                <a:lnTo>
                  <a:pt x="45006" y="466249"/>
                </a:lnTo>
                <a:lnTo>
                  <a:pt x="56236" y="465639"/>
                </a:lnTo>
                <a:lnTo>
                  <a:pt x="67456" y="464944"/>
                </a:lnTo>
                <a:lnTo>
                  <a:pt x="78667" y="464153"/>
                </a:lnTo>
                <a:lnTo>
                  <a:pt x="89868" y="463296"/>
                </a:lnTo>
                <a:lnTo>
                  <a:pt x="101051" y="462344"/>
                </a:lnTo>
                <a:lnTo>
                  <a:pt x="112214" y="461324"/>
                </a:lnTo>
                <a:lnTo>
                  <a:pt x="123368" y="460210"/>
                </a:lnTo>
                <a:lnTo>
                  <a:pt x="134503" y="459019"/>
                </a:lnTo>
                <a:lnTo>
                  <a:pt x="145618" y="457743"/>
                </a:lnTo>
                <a:lnTo>
                  <a:pt x="156715" y="456390"/>
                </a:lnTo>
                <a:lnTo>
                  <a:pt x="167783" y="454943"/>
                </a:lnTo>
                <a:lnTo>
                  <a:pt x="178832" y="453409"/>
                </a:lnTo>
                <a:lnTo>
                  <a:pt x="189852" y="451790"/>
                </a:lnTo>
                <a:lnTo>
                  <a:pt x="200844" y="450075"/>
                </a:lnTo>
                <a:lnTo>
                  <a:pt x="211807" y="448275"/>
                </a:lnTo>
                <a:lnTo>
                  <a:pt x="222733" y="446380"/>
                </a:lnTo>
                <a:lnTo>
                  <a:pt x="233629" y="444389"/>
                </a:lnTo>
                <a:lnTo>
                  <a:pt x="244488" y="442303"/>
                </a:lnTo>
                <a:lnTo>
                  <a:pt x="255299" y="440112"/>
                </a:lnTo>
                <a:lnTo>
                  <a:pt x="266071" y="437826"/>
                </a:lnTo>
                <a:lnTo>
                  <a:pt x="276787" y="435426"/>
                </a:lnTo>
                <a:lnTo>
                  <a:pt x="287465" y="432921"/>
                </a:lnTo>
                <a:lnTo>
                  <a:pt x="298075" y="430301"/>
                </a:lnTo>
                <a:lnTo>
                  <a:pt x="308629" y="427577"/>
                </a:lnTo>
                <a:lnTo>
                  <a:pt x="319126" y="424729"/>
                </a:lnTo>
                <a:lnTo>
                  <a:pt x="329546" y="421767"/>
                </a:lnTo>
                <a:lnTo>
                  <a:pt x="339890" y="418671"/>
                </a:lnTo>
                <a:lnTo>
                  <a:pt x="350158" y="415452"/>
                </a:lnTo>
                <a:lnTo>
                  <a:pt x="360331" y="412109"/>
                </a:lnTo>
                <a:lnTo>
                  <a:pt x="370418" y="408623"/>
                </a:lnTo>
                <a:lnTo>
                  <a:pt x="380409" y="405013"/>
                </a:lnTo>
                <a:lnTo>
                  <a:pt x="390287" y="401250"/>
                </a:lnTo>
                <a:lnTo>
                  <a:pt x="400040" y="397354"/>
                </a:lnTo>
                <a:lnTo>
                  <a:pt x="409680" y="393306"/>
                </a:lnTo>
                <a:lnTo>
                  <a:pt x="419176" y="389106"/>
                </a:lnTo>
                <a:lnTo>
                  <a:pt x="428530" y="384753"/>
                </a:lnTo>
                <a:lnTo>
                  <a:pt x="437731" y="380248"/>
                </a:lnTo>
                <a:lnTo>
                  <a:pt x="446761" y="375580"/>
                </a:lnTo>
                <a:lnTo>
                  <a:pt x="455619" y="370751"/>
                </a:lnTo>
                <a:lnTo>
                  <a:pt x="464287" y="365760"/>
                </a:lnTo>
                <a:lnTo>
                  <a:pt x="472745" y="360597"/>
                </a:lnTo>
                <a:lnTo>
                  <a:pt x="480993" y="355273"/>
                </a:lnTo>
                <a:lnTo>
                  <a:pt x="489004" y="349787"/>
                </a:lnTo>
                <a:lnTo>
                  <a:pt x="496776" y="344138"/>
                </a:lnTo>
                <a:lnTo>
                  <a:pt x="504301" y="338318"/>
                </a:lnTo>
                <a:lnTo>
                  <a:pt x="511550" y="332337"/>
                </a:lnTo>
                <a:lnTo>
                  <a:pt x="518512" y="326203"/>
                </a:lnTo>
                <a:lnTo>
                  <a:pt x="525189" y="319907"/>
                </a:lnTo>
                <a:lnTo>
                  <a:pt x="531552" y="313468"/>
                </a:lnTo>
                <a:lnTo>
                  <a:pt x="537601" y="306876"/>
                </a:lnTo>
                <a:lnTo>
                  <a:pt x="543325" y="300152"/>
                </a:lnTo>
                <a:lnTo>
                  <a:pt x="548716" y="293284"/>
                </a:lnTo>
                <a:lnTo>
                  <a:pt x="553755" y="286302"/>
                </a:lnTo>
                <a:lnTo>
                  <a:pt x="558451" y="279206"/>
                </a:lnTo>
                <a:lnTo>
                  <a:pt x="562794" y="271996"/>
                </a:lnTo>
                <a:lnTo>
                  <a:pt x="566785" y="264690"/>
                </a:lnTo>
                <a:lnTo>
                  <a:pt x="570424" y="257299"/>
                </a:lnTo>
                <a:lnTo>
                  <a:pt x="573700" y="249831"/>
                </a:lnTo>
                <a:lnTo>
                  <a:pt x="576624" y="242287"/>
                </a:lnTo>
                <a:lnTo>
                  <a:pt x="579206" y="234686"/>
                </a:lnTo>
                <a:lnTo>
                  <a:pt x="581444" y="227028"/>
                </a:lnTo>
                <a:lnTo>
                  <a:pt x="583340" y="219332"/>
                </a:lnTo>
                <a:lnTo>
                  <a:pt x="584911" y="211598"/>
                </a:lnTo>
                <a:lnTo>
                  <a:pt x="586159" y="203835"/>
                </a:lnTo>
                <a:lnTo>
                  <a:pt x="587092" y="196044"/>
                </a:lnTo>
                <a:lnTo>
                  <a:pt x="587731" y="188252"/>
                </a:lnTo>
                <a:lnTo>
                  <a:pt x="588064" y="180442"/>
                </a:lnTo>
                <a:lnTo>
                  <a:pt x="588112" y="172631"/>
                </a:lnTo>
                <a:lnTo>
                  <a:pt x="587893" y="164821"/>
                </a:lnTo>
                <a:lnTo>
                  <a:pt x="587407" y="157020"/>
                </a:lnTo>
                <a:lnTo>
                  <a:pt x="586664" y="149219"/>
                </a:lnTo>
                <a:lnTo>
                  <a:pt x="597084" y="147314"/>
                </a:lnTo>
                <a:lnTo>
                  <a:pt x="608066" y="145561"/>
                </a:lnTo>
                <a:lnTo>
                  <a:pt x="619011" y="143704"/>
                </a:lnTo>
                <a:lnTo>
                  <a:pt x="629917" y="141742"/>
                </a:lnTo>
                <a:lnTo>
                  <a:pt x="640785" y="139703"/>
                </a:lnTo>
                <a:lnTo>
                  <a:pt x="651624" y="137570"/>
                </a:lnTo>
                <a:lnTo>
                  <a:pt x="662435" y="135369"/>
                </a:lnTo>
                <a:lnTo>
                  <a:pt x="673208" y="133083"/>
                </a:lnTo>
                <a:lnTo>
                  <a:pt x="683943" y="130721"/>
                </a:lnTo>
                <a:lnTo>
                  <a:pt x="694649" y="128292"/>
                </a:lnTo>
                <a:lnTo>
                  <a:pt x="705317" y="125778"/>
                </a:lnTo>
                <a:lnTo>
                  <a:pt x="715956" y="123196"/>
                </a:lnTo>
                <a:lnTo>
                  <a:pt x="726548" y="120548"/>
                </a:lnTo>
                <a:lnTo>
                  <a:pt x="737111" y="117824"/>
                </a:lnTo>
                <a:lnTo>
                  <a:pt x="747627" y="115024"/>
                </a:lnTo>
                <a:lnTo>
                  <a:pt x="758104" y="112157"/>
                </a:lnTo>
                <a:lnTo>
                  <a:pt x="768544" y="109214"/>
                </a:lnTo>
                <a:lnTo>
                  <a:pt x="778935" y="106204"/>
                </a:lnTo>
                <a:lnTo>
                  <a:pt x="789280" y="103108"/>
                </a:lnTo>
                <a:lnTo>
                  <a:pt x="799586" y="99946"/>
                </a:lnTo>
                <a:lnTo>
                  <a:pt x="809835" y="96717"/>
                </a:lnTo>
                <a:lnTo>
                  <a:pt x="820045" y="93402"/>
                </a:lnTo>
                <a:lnTo>
                  <a:pt x="830189" y="90011"/>
                </a:lnTo>
                <a:lnTo>
                  <a:pt x="840296" y="86554"/>
                </a:lnTo>
                <a:lnTo>
                  <a:pt x="850335" y="83010"/>
                </a:lnTo>
                <a:lnTo>
                  <a:pt x="860317" y="79400"/>
                </a:lnTo>
                <a:lnTo>
                  <a:pt x="870242" y="75705"/>
                </a:lnTo>
                <a:lnTo>
                  <a:pt x="880110" y="71923"/>
                </a:lnTo>
                <a:lnTo>
                  <a:pt x="889902" y="68066"/>
                </a:lnTo>
                <a:lnTo>
                  <a:pt x="899636" y="64132"/>
                </a:lnTo>
                <a:lnTo>
                  <a:pt x="909295" y="60112"/>
                </a:lnTo>
                <a:lnTo>
                  <a:pt x="918886" y="56017"/>
                </a:lnTo>
                <a:lnTo>
                  <a:pt x="928392" y="51826"/>
                </a:lnTo>
                <a:lnTo>
                  <a:pt x="937831" y="47558"/>
                </a:lnTo>
                <a:lnTo>
                  <a:pt x="947176" y="43205"/>
                </a:lnTo>
                <a:lnTo>
                  <a:pt x="956443" y="38757"/>
                </a:lnTo>
                <a:lnTo>
                  <a:pt x="965625" y="34233"/>
                </a:lnTo>
                <a:lnTo>
                  <a:pt x="974712" y="29613"/>
                </a:lnTo>
                <a:lnTo>
                  <a:pt x="983694" y="24898"/>
                </a:lnTo>
                <a:lnTo>
                  <a:pt x="992591" y="20107"/>
                </a:lnTo>
                <a:lnTo>
                  <a:pt x="1001373" y="15211"/>
                </a:lnTo>
                <a:lnTo>
                  <a:pt x="1010050" y="10239"/>
                </a:lnTo>
                <a:lnTo>
                  <a:pt x="1018623" y="5163"/>
                </a:lnTo>
                <a:lnTo>
                  <a:pt x="1027071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19" name="note-sheet-shadow-3">
            <a:extLst xmlns:a="http://schemas.openxmlformats.org/drawingml/2006/main">
              <a:ext uri="{FF2B5EF4-FFF2-40B4-BE49-F238E27FC236}">
                <a16:creationId xmlns:a16="http://schemas.microsoft.com/office/drawing/2014/main" id="{F5E8C879-F7BD-4FDD-9B8C-A12C6463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7240" y="5466226"/>
            <a:ext cx="2788339" cy="513912"/>
          </a:xfrm>
          <a:custGeom xmlns:a="http://schemas.openxmlformats.org/drawingml/2006/main">
            <a:pathLst>
              <a:path w="2788339" h="513912">
                <a:moveTo>
                  <a:pt x="2787472" y="0"/>
                </a:moveTo>
                <a:lnTo>
                  <a:pt x="2788339" y="18926"/>
                </a:lnTo>
                <a:lnTo>
                  <a:pt x="2787948" y="37862"/>
                </a:lnTo>
                <a:lnTo>
                  <a:pt x="2786605" y="56769"/>
                </a:lnTo>
                <a:lnTo>
                  <a:pt x="2784358" y="75648"/>
                </a:lnTo>
                <a:lnTo>
                  <a:pt x="2781243" y="94459"/>
                </a:lnTo>
                <a:lnTo>
                  <a:pt x="2777271" y="113195"/>
                </a:lnTo>
                <a:lnTo>
                  <a:pt x="2772442" y="131826"/>
                </a:lnTo>
                <a:lnTo>
                  <a:pt x="2766746" y="150352"/>
                </a:lnTo>
                <a:lnTo>
                  <a:pt x="2760154" y="168726"/>
                </a:lnTo>
                <a:lnTo>
                  <a:pt x="2752668" y="186938"/>
                </a:lnTo>
                <a:lnTo>
                  <a:pt x="2744257" y="204949"/>
                </a:lnTo>
                <a:lnTo>
                  <a:pt x="2734894" y="222742"/>
                </a:lnTo>
                <a:lnTo>
                  <a:pt x="2724579" y="240278"/>
                </a:lnTo>
                <a:lnTo>
                  <a:pt x="2713282" y="257518"/>
                </a:lnTo>
                <a:lnTo>
                  <a:pt x="2700985" y="274425"/>
                </a:lnTo>
                <a:lnTo>
                  <a:pt x="2687688" y="290960"/>
                </a:lnTo>
                <a:lnTo>
                  <a:pt x="2673382" y="307086"/>
                </a:lnTo>
                <a:lnTo>
                  <a:pt x="2658056" y="322764"/>
                </a:lnTo>
                <a:lnTo>
                  <a:pt x="2641730" y="337947"/>
                </a:lnTo>
                <a:lnTo>
                  <a:pt x="2624423" y="352587"/>
                </a:lnTo>
                <a:lnTo>
                  <a:pt x="2606145" y="366665"/>
                </a:lnTo>
                <a:lnTo>
                  <a:pt x="2586942" y="380124"/>
                </a:lnTo>
                <a:lnTo>
                  <a:pt x="2566845" y="392944"/>
                </a:lnTo>
                <a:lnTo>
                  <a:pt x="2545899" y="405098"/>
                </a:lnTo>
                <a:lnTo>
                  <a:pt x="2524154" y="416557"/>
                </a:lnTo>
                <a:lnTo>
                  <a:pt x="2501675" y="427311"/>
                </a:lnTo>
                <a:lnTo>
                  <a:pt x="2478519" y="437350"/>
                </a:lnTo>
                <a:lnTo>
                  <a:pt x="2454754" y="446665"/>
                </a:lnTo>
                <a:lnTo>
                  <a:pt x="2430418" y="455276"/>
                </a:lnTo>
                <a:lnTo>
                  <a:pt x="2405596" y="463172"/>
                </a:lnTo>
                <a:lnTo>
                  <a:pt x="2380345" y="470373"/>
                </a:lnTo>
                <a:lnTo>
                  <a:pt x="2354704" y="476898"/>
                </a:lnTo>
                <a:lnTo>
                  <a:pt x="2328729" y="482756"/>
                </a:lnTo>
                <a:lnTo>
                  <a:pt x="2302478" y="487985"/>
                </a:lnTo>
                <a:lnTo>
                  <a:pt x="2275989" y="492585"/>
                </a:lnTo>
                <a:lnTo>
                  <a:pt x="2249300" y="496605"/>
                </a:lnTo>
                <a:lnTo>
                  <a:pt x="2222440" y="500053"/>
                </a:lnTo>
                <a:lnTo>
                  <a:pt x="2195455" y="502958"/>
                </a:lnTo>
                <a:lnTo>
                  <a:pt x="2168366" y="505349"/>
                </a:lnTo>
                <a:lnTo>
                  <a:pt x="2141191" y="507244"/>
                </a:lnTo>
                <a:lnTo>
                  <a:pt x="2113950" y="508664"/>
                </a:lnTo>
                <a:lnTo>
                  <a:pt x="2086661" y="509330"/>
                </a:lnTo>
                <a:lnTo>
                  <a:pt x="2059353" y="509768"/>
                </a:lnTo>
                <a:lnTo>
                  <a:pt x="2032044" y="510130"/>
                </a:lnTo>
                <a:lnTo>
                  <a:pt x="2004736" y="510426"/>
                </a:lnTo>
                <a:lnTo>
                  <a:pt x="1977428" y="510692"/>
                </a:lnTo>
                <a:lnTo>
                  <a:pt x="1950110" y="510931"/>
                </a:lnTo>
                <a:lnTo>
                  <a:pt x="1922802" y="511140"/>
                </a:lnTo>
                <a:lnTo>
                  <a:pt x="1895494" y="511340"/>
                </a:lnTo>
                <a:lnTo>
                  <a:pt x="1868176" y="511521"/>
                </a:lnTo>
                <a:lnTo>
                  <a:pt x="1840868" y="511702"/>
                </a:lnTo>
                <a:lnTo>
                  <a:pt x="1813560" y="511854"/>
                </a:lnTo>
                <a:lnTo>
                  <a:pt x="1786242" y="512007"/>
                </a:lnTo>
                <a:lnTo>
                  <a:pt x="1758934" y="512150"/>
                </a:lnTo>
                <a:lnTo>
                  <a:pt x="1731616" y="512283"/>
                </a:lnTo>
                <a:lnTo>
                  <a:pt x="1704308" y="512416"/>
                </a:lnTo>
                <a:lnTo>
                  <a:pt x="1677000" y="512531"/>
                </a:lnTo>
                <a:lnTo>
                  <a:pt x="1649682" y="512645"/>
                </a:lnTo>
                <a:lnTo>
                  <a:pt x="1622374" y="512759"/>
                </a:lnTo>
                <a:lnTo>
                  <a:pt x="1595057" y="512855"/>
                </a:lnTo>
                <a:lnTo>
                  <a:pt x="1567748" y="512950"/>
                </a:lnTo>
                <a:lnTo>
                  <a:pt x="1540431" y="513045"/>
                </a:lnTo>
                <a:lnTo>
                  <a:pt x="1513122" y="513131"/>
                </a:lnTo>
                <a:lnTo>
                  <a:pt x="1485805" y="513207"/>
                </a:lnTo>
                <a:lnTo>
                  <a:pt x="1458497" y="513283"/>
                </a:lnTo>
                <a:lnTo>
                  <a:pt x="1431188" y="513359"/>
                </a:lnTo>
                <a:lnTo>
                  <a:pt x="1403871" y="513417"/>
                </a:lnTo>
                <a:lnTo>
                  <a:pt x="1376563" y="513483"/>
                </a:lnTo>
                <a:lnTo>
                  <a:pt x="1349245" y="513540"/>
                </a:lnTo>
                <a:lnTo>
                  <a:pt x="1321937" y="513598"/>
                </a:lnTo>
                <a:lnTo>
                  <a:pt x="1294619" y="513645"/>
                </a:lnTo>
                <a:lnTo>
                  <a:pt x="1267311" y="513693"/>
                </a:lnTo>
                <a:lnTo>
                  <a:pt x="1239993" y="513731"/>
                </a:lnTo>
                <a:lnTo>
                  <a:pt x="1212685" y="513769"/>
                </a:lnTo>
                <a:lnTo>
                  <a:pt x="1185367" y="513798"/>
                </a:lnTo>
                <a:lnTo>
                  <a:pt x="1158059" y="513826"/>
                </a:lnTo>
                <a:lnTo>
                  <a:pt x="1130741" y="513845"/>
                </a:lnTo>
                <a:lnTo>
                  <a:pt x="1103433" y="513874"/>
                </a:lnTo>
                <a:lnTo>
                  <a:pt x="1076115" y="513893"/>
                </a:lnTo>
                <a:lnTo>
                  <a:pt x="1048807" y="513893"/>
                </a:lnTo>
                <a:lnTo>
                  <a:pt x="1021490" y="513902"/>
                </a:lnTo>
                <a:lnTo>
                  <a:pt x="994181" y="513912"/>
                </a:lnTo>
                <a:lnTo>
                  <a:pt x="966864" y="513902"/>
                </a:lnTo>
                <a:lnTo>
                  <a:pt x="939556" y="513893"/>
                </a:lnTo>
                <a:lnTo>
                  <a:pt x="912238" y="513883"/>
                </a:lnTo>
                <a:lnTo>
                  <a:pt x="884930" y="513874"/>
                </a:lnTo>
                <a:lnTo>
                  <a:pt x="857621" y="513845"/>
                </a:lnTo>
                <a:lnTo>
                  <a:pt x="830304" y="513817"/>
                </a:lnTo>
                <a:lnTo>
                  <a:pt x="802996" y="513798"/>
                </a:lnTo>
                <a:lnTo>
                  <a:pt x="775678" y="513750"/>
                </a:lnTo>
                <a:lnTo>
                  <a:pt x="748370" y="513712"/>
                </a:lnTo>
                <a:lnTo>
                  <a:pt x="721052" y="513664"/>
                </a:lnTo>
                <a:lnTo>
                  <a:pt x="693744" y="513607"/>
                </a:lnTo>
                <a:lnTo>
                  <a:pt x="666426" y="513550"/>
                </a:lnTo>
                <a:lnTo>
                  <a:pt x="639118" y="513483"/>
                </a:lnTo>
                <a:lnTo>
                  <a:pt x="611800" y="513417"/>
                </a:lnTo>
                <a:lnTo>
                  <a:pt x="584492" y="513321"/>
                </a:lnTo>
                <a:lnTo>
                  <a:pt x="557174" y="513236"/>
                </a:lnTo>
                <a:lnTo>
                  <a:pt x="529866" y="513150"/>
                </a:lnTo>
                <a:lnTo>
                  <a:pt x="502558" y="513036"/>
                </a:lnTo>
                <a:lnTo>
                  <a:pt x="475240" y="512921"/>
                </a:lnTo>
                <a:lnTo>
                  <a:pt x="447932" y="512797"/>
                </a:lnTo>
                <a:lnTo>
                  <a:pt x="420614" y="512664"/>
                </a:lnTo>
                <a:lnTo>
                  <a:pt x="393306" y="512512"/>
                </a:lnTo>
                <a:lnTo>
                  <a:pt x="365989" y="512350"/>
                </a:lnTo>
                <a:lnTo>
                  <a:pt x="338680" y="512178"/>
                </a:lnTo>
                <a:lnTo>
                  <a:pt x="311372" y="511988"/>
                </a:lnTo>
                <a:lnTo>
                  <a:pt x="284055" y="511769"/>
                </a:lnTo>
                <a:lnTo>
                  <a:pt x="256746" y="511540"/>
                </a:lnTo>
                <a:lnTo>
                  <a:pt x="229438" y="511283"/>
                </a:lnTo>
                <a:lnTo>
                  <a:pt x="202130" y="511007"/>
                </a:lnTo>
                <a:lnTo>
                  <a:pt x="174822" y="510692"/>
                </a:lnTo>
                <a:lnTo>
                  <a:pt x="147514" y="510330"/>
                </a:lnTo>
                <a:lnTo>
                  <a:pt x="120205" y="509921"/>
                </a:lnTo>
                <a:lnTo>
                  <a:pt x="92897" y="509435"/>
                </a:lnTo>
                <a:lnTo>
                  <a:pt x="65599" y="508845"/>
                </a:lnTo>
                <a:lnTo>
                  <a:pt x="38310" y="508073"/>
                </a:lnTo>
                <a:lnTo>
                  <a:pt x="11059" y="506844"/>
                </a:lnTo>
                <a:lnTo>
                  <a:pt x="5067" y="491452"/>
                </a:lnTo>
                <a:lnTo>
                  <a:pt x="4705" y="472516"/>
                </a:lnTo>
                <a:lnTo>
                  <a:pt x="4343" y="453581"/>
                </a:lnTo>
                <a:lnTo>
                  <a:pt x="3981" y="434645"/>
                </a:lnTo>
                <a:lnTo>
                  <a:pt x="3620" y="415709"/>
                </a:lnTo>
                <a:lnTo>
                  <a:pt x="3258" y="396773"/>
                </a:lnTo>
                <a:lnTo>
                  <a:pt x="2896" y="377838"/>
                </a:lnTo>
                <a:lnTo>
                  <a:pt x="2534" y="358902"/>
                </a:lnTo>
                <a:lnTo>
                  <a:pt x="2172" y="339966"/>
                </a:lnTo>
                <a:lnTo>
                  <a:pt x="1810" y="321031"/>
                </a:lnTo>
                <a:lnTo>
                  <a:pt x="1448" y="302095"/>
                </a:lnTo>
                <a:lnTo>
                  <a:pt x="1086" y="283159"/>
                </a:lnTo>
                <a:lnTo>
                  <a:pt x="724" y="264224"/>
                </a:lnTo>
                <a:lnTo>
                  <a:pt x="362" y="245288"/>
                </a:lnTo>
                <a:lnTo>
                  <a:pt x="0" y="226352"/>
                </a:lnTo>
                <a:lnTo>
                  <a:pt x="10020" y="213970"/>
                </a:lnTo>
                <a:lnTo>
                  <a:pt x="37262" y="212588"/>
                </a:lnTo>
                <a:lnTo>
                  <a:pt x="64522" y="211426"/>
                </a:lnTo>
                <a:lnTo>
                  <a:pt x="91802" y="210464"/>
                </a:lnTo>
                <a:lnTo>
                  <a:pt x="119091" y="209674"/>
                </a:lnTo>
                <a:lnTo>
                  <a:pt x="146390" y="209045"/>
                </a:lnTo>
                <a:lnTo>
                  <a:pt x="173688" y="208550"/>
                </a:lnTo>
                <a:lnTo>
                  <a:pt x="200997" y="208188"/>
                </a:lnTo>
                <a:lnTo>
                  <a:pt x="228305" y="207950"/>
                </a:lnTo>
                <a:lnTo>
                  <a:pt x="255622" y="207807"/>
                </a:lnTo>
                <a:lnTo>
                  <a:pt x="282931" y="207769"/>
                </a:lnTo>
                <a:lnTo>
                  <a:pt x="310248" y="207826"/>
                </a:lnTo>
                <a:lnTo>
                  <a:pt x="337556" y="207959"/>
                </a:lnTo>
                <a:lnTo>
                  <a:pt x="364865" y="208178"/>
                </a:lnTo>
                <a:lnTo>
                  <a:pt x="392182" y="208455"/>
                </a:lnTo>
                <a:lnTo>
                  <a:pt x="419481" y="208807"/>
                </a:lnTo>
                <a:lnTo>
                  <a:pt x="446789" y="209217"/>
                </a:lnTo>
                <a:lnTo>
                  <a:pt x="474097" y="209683"/>
                </a:lnTo>
                <a:lnTo>
                  <a:pt x="501396" y="210207"/>
                </a:lnTo>
                <a:lnTo>
                  <a:pt x="528695" y="210779"/>
                </a:lnTo>
                <a:lnTo>
                  <a:pt x="555993" y="211388"/>
                </a:lnTo>
                <a:lnTo>
                  <a:pt x="583292" y="212046"/>
                </a:lnTo>
                <a:lnTo>
                  <a:pt x="610591" y="212731"/>
                </a:lnTo>
                <a:lnTo>
                  <a:pt x="637880" y="213455"/>
                </a:lnTo>
                <a:lnTo>
                  <a:pt x="665169" y="214217"/>
                </a:lnTo>
                <a:lnTo>
                  <a:pt x="692458" y="215008"/>
                </a:lnTo>
                <a:lnTo>
                  <a:pt x="719747" y="215827"/>
                </a:lnTo>
                <a:lnTo>
                  <a:pt x="747036" y="216675"/>
                </a:lnTo>
                <a:lnTo>
                  <a:pt x="774316" y="217541"/>
                </a:lnTo>
                <a:lnTo>
                  <a:pt x="801605" y="218427"/>
                </a:lnTo>
                <a:lnTo>
                  <a:pt x="828885" y="219332"/>
                </a:lnTo>
                <a:lnTo>
                  <a:pt x="856164" y="220256"/>
                </a:lnTo>
                <a:lnTo>
                  <a:pt x="883444" y="221190"/>
                </a:lnTo>
                <a:lnTo>
                  <a:pt x="910723" y="222133"/>
                </a:lnTo>
                <a:lnTo>
                  <a:pt x="938003" y="223095"/>
                </a:lnTo>
                <a:lnTo>
                  <a:pt x="965273" y="224057"/>
                </a:lnTo>
                <a:lnTo>
                  <a:pt x="992553" y="225028"/>
                </a:lnTo>
                <a:lnTo>
                  <a:pt x="1019832" y="226009"/>
                </a:lnTo>
                <a:lnTo>
                  <a:pt x="1047102" y="227000"/>
                </a:lnTo>
                <a:lnTo>
                  <a:pt x="1074382" y="227981"/>
                </a:lnTo>
                <a:lnTo>
                  <a:pt x="1101662" y="228962"/>
                </a:lnTo>
                <a:lnTo>
                  <a:pt x="1128932" y="229934"/>
                </a:lnTo>
                <a:lnTo>
                  <a:pt x="1156211" y="230915"/>
                </a:lnTo>
                <a:lnTo>
                  <a:pt x="1183491" y="231886"/>
                </a:lnTo>
                <a:lnTo>
                  <a:pt x="1210761" y="232848"/>
                </a:lnTo>
                <a:lnTo>
                  <a:pt x="1238040" y="233810"/>
                </a:lnTo>
                <a:lnTo>
                  <a:pt x="1265320" y="234744"/>
                </a:lnTo>
                <a:lnTo>
                  <a:pt x="1292600" y="235687"/>
                </a:lnTo>
                <a:lnTo>
                  <a:pt x="1319879" y="236591"/>
                </a:lnTo>
                <a:lnTo>
                  <a:pt x="1347159" y="237496"/>
                </a:lnTo>
                <a:lnTo>
                  <a:pt x="1374448" y="238373"/>
                </a:lnTo>
                <a:lnTo>
                  <a:pt x="1401728" y="239230"/>
                </a:lnTo>
                <a:lnTo>
                  <a:pt x="1429017" y="240059"/>
                </a:lnTo>
                <a:lnTo>
                  <a:pt x="1456306" y="240868"/>
                </a:lnTo>
                <a:lnTo>
                  <a:pt x="1483595" y="241640"/>
                </a:lnTo>
                <a:lnTo>
                  <a:pt x="1510884" y="242392"/>
                </a:lnTo>
                <a:lnTo>
                  <a:pt x="1538183" y="243097"/>
                </a:lnTo>
                <a:lnTo>
                  <a:pt x="1565472" y="243773"/>
                </a:lnTo>
                <a:lnTo>
                  <a:pt x="1592771" y="244402"/>
                </a:lnTo>
                <a:lnTo>
                  <a:pt x="1620069" y="244993"/>
                </a:lnTo>
                <a:lnTo>
                  <a:pt x="1647377" y="245526"/>
                </a:lnTo>
                <a:lnTo>
                  <a:pt x="1674676" y="246021"/>
                </a:lnTo>
                <a:lnTo>
                  <a:pt x="1701984" y="246450"/>
                </a:lnTo>
                <a:lnTo>
                  <a:pt x="1729292" y="246821"/>
                </a:lnTo>
                <a:lnTo>
                  <a:pt x="1756600" y="247126"/>
                </a:lnTo>
                <a:lnTo>
                  <a:pt x="1783909" y="247364"/>
                </a:lnTo>
                <a:lnTo>
                  <a:pt x="1811226" y="247526"/>
                </a:lnTo>
                <a:lnTo>
                  <a:pt x="1838535" y="247593"/>
                </a:lnTo>
                <a:lnTo>
                  <a:pt x="1865852" y="247574"/>
                </a:lnTo>
                <a:lnTo>
                  <a:pt x="1893160" y="247460"/>
                </a:lnTo>
                <a:lnTo>
                  <a:pt x="1920469" y="247231"/>
                </a:lnTo>
                <a:lnTo>
                  <a:pt x="1947777" y="246878"/>
                </a:lnTo>
                <a:lnTo>
                  <a:pt x="1975085" y="246393"/>
                </a:lnTo>
                <a:lnTo>
                  <a:pt x="2002384" y="245764"/>
                </a:lnTo>
                <a:lnTo>
                  <a:pt x="2029673" y="244973"/>
                </a:lnTo>
                <a:lnTo>
                  <a:pt x="2056943" y="244002"/>
                </a:lnTo>
                <a:lnTo>
                  <a:pt x="2084203" y="242830"/>
                </a:lnTo>
                <a:lnTo>
                  <a:pt x="2111445" y="241421"/>
                </a:lnTo>
                <a:lnTo>
                  <a:pt x="2138648" y="239744"/>
                </a:lnTo>
                <a:lnTo>
                  <a:pt x="2165814" y="237773"/>
                </a:lnTo>
                <a:lnTo>
                  <a:pt x="2192922" y="235439"/>
                </a:lnTo>
                <a:lnTo>
                  <a:pt x="2219944" y="232686"/>
                </a:lnTo>
                <a:lnTo>
                  <a:pt x="2246843" y="229438"/>
                </a:lnTo>
                <a:lnTo>
                  <a:pt x="2273579" y="225562"/>
                </a:lnTo>
                <a:lnTo>
                  <a:pt x="2300059" y="220913"/>
                </a:lnTo>
                <a:lnTo>
                  <a:pt x="2326119" y="215265"/>
                </a:lnTo>
                <a:lnTo>
                  <a:pt x="2351484" y="208264"/>
                </a:lnTo>
                <a:lnTo>
                  <a:pt x="2375583" y="199377"/>
                </a:lnTo>
                <a:lnTo>
                  <a:pt x="2397109" y="187785"/>
                </a:lnTo>
                <a:lnTo>
                  <a:pt x="2413197" y="172593"/>
                </a:lnTo>
                <a:lnTo>
                  <a:pt x="2419674" y="154343"/>
                </a:lnTo>
                <a:lnTo>
                  <a:pt x="2437981" y="144856"/>
                </a:lnTo>
                <a:lnTo>
                  <a:pt x="2463689" y="138455"/>
                </a:lnTo>
                <a:lnTo>
                  <a:pt x="2489044" y="131416"/>
                </a:lnTo>
                <a:lnTo>
                  <a:pt x="2514067" y="123835"/>
                </a:lnTo>
                <a:lnTo>
                  <a:pt x="2538774" y="115767"/>
                </a:lnTo>
                <a:lnTo>
                  <a:pt x="2563158" y="107232"/>
                </a:lnTo>
                <a:lnTo>
                  <a:pt x="2587209" y="98260"/>
                </a:lnTo>
                <a:lnTo>
                  <a:pt x="2610926" y="88868"/>
                </a:lnTo>
                <a:lnTo>
                  <a:pt x="2634301" y="79067"/>
                </a:lnTo>
                <a:lnTo>
                  <a:pt x="2657323" y="68885"/>
                </a:lnTo>
                <a:lnTo>
                  <a:pt x="2679973" y="58312"/>
                </a:lnTo>
                <a:lnTo>
                  <a:pt x="2702262" y="47358"/>
                </a:lnTo>
                <a:lnTo>
                  <a:pt x="2724169" y="36052"/>
                </a:lnTo>
                <a:lnTo>
                  <a:pt x="2745677" y="24374"/>
                </a:lnTo>
                <a:lnTo>
                  <a:pt x="2766784" y="12363"/>
                </a:lnTo>
                <a:lnTo>
                  <a:pt x="2787472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note-sheet-paper-3">
            <a:extLst xmlns:a="http://schemas.openxmlformats.org/drawingml/2006/main">
              <a:ext uri="{FF2B5EF4-FFF2-40B4-BE49-F238E27FC236}">
                <a16:creationId xmlns:a16="http://schemas.microsoft.com/office/drawing/2014/main" id="{D33113FC-AE83-45BB-ABF1-634DDE88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7021" y="4045591"/>
            <a:ext cx="2787701" cy="1932832"/>
          </a:xfrm>
          <a:custGeom xmlns:a="http://schemas.openxmlformats.org/drawingml/2006/main">
            <a:pathLst>
              <a:path w="2787701" h="1932832">
                <a:moveTo>
                  <a:pt x="0" y="1932832"/>
                </a:moveTo>
                <a:lnTo>
                  <a:pt x="44758" y="1932832"/>
                </a:lnTo>
                <a:lnTo>
                  <a:pt x="89516" y="1932832"/>
                </a:lnTo>
                <a:lnTo>
                  <a:pt x="134274" y="1932832"/>
                </a:lnTo>
                <a:lnTo>
                  <a:pt x="179041" y="1932832"/>
                </a:lnTo>
                <a:lnTo>
                  <a:pt x="223799" y="1932832"/>
                </a:lnTo>
                <a:lnTo>
                  <a:pt x="268557" y="1932832"/>
                </a:lnTo>
                <a:lnTo>
                  <a:pt x="313315" y="1932832"/>
                </a:lnTo>
                <a:lnTo>
                  <a:pt x="358073" y="1932832"/>
                </a:lnTo>
                <a:lnTo>
                  <a:pt x="402831" y="1932832"/>
                </a:lnTo>
                <a:lnTo>
                  <a:pt x="447599" y="1932832"/>
                </a:lnTo>
                <a:lnTo>
                  <a:pt x="492357" y="1932832"/>
                </a:lnTo>
                <a:lnTo>
                  <a:pt x="537115" y="1932832"/>
                </a:lnTo>
                <a:lnTo>
                  <a:pt x="581873" y="1932832"/>
                </a:lnTo>
                <a:lnTo>
                  <a:pt x="626631" y="1932832"/>
                </a:lnTo>
                <a:lnTo>
                  <a:pt x="671389" y="1932832"/>
                </a:lnTo>
                <a:lnTo>
                  <a:pt x="716156" y="1932832"/>
                </a:lnTo>
                <a:lnTo>
                  <a:pt x="760914" y="1932832"/>
                </a:lnTo>
                <a:lnTo>
                  <a:pt x="805672" y="1932832"/>
                </a:lnTo>
                <a:lnTo>
                  <a:pt x="850430" y="1932832"/>
                </a:lnTo>
                <a:lnTo>
                  <a:pt x="895188" y="1932832"/>
                </a:lnTo>
                <a:lnTo>
                  <a:pt x="939946" y="1932832"/>
                </a:lnTo>
                <a:lnTo>
                  <a:pt x="984714" y="1932832"/>
                </a:lnTo>
                <a:lnTo>
                  <a:pt x="1029472" y="1932832"/>
                </a:lnTo>
                <a:lnTo>
                  <a:pt x="1074230" y="1932832"/>
                </a:lnTo>
                <a:lnTo>
                  <a:pt x="1118987" y="1932832"/>
                </a:lnTo>
                <a:lnTo>
                  <a:pt x="1163745" y="1932832"/>
                </a:lnTo>
                <a:lnTo>
                  <a:pt x="1208503" y="1932832"/>
                </a:lnTo>
                <a:lnTo>
                  <a:pt x="1253271" y="1932832"/>
                </a:lnTo>
                <a:lnTo>
                  <a:pt x="1298029" y="1932832"/>
                </a:lnTo>
                <a:lnTo>
                  <a:pt x="1342787" y="1932832"/>
                </a:lnTo>
                <a:lnTo>
                  <a:pt x="1387545" y="1932832"/>
                </a:lnTo>
                <a:lnTo>
                  <a:pt x="1432303" y="1932832"/>
                </a:lnTo>
                <a:lnTo>
                  <a:pt x="1477061" y="1932832"/>
                </a:lnTo>
                <a:lnTo>
                  <a:pt x="1521828" y="1932832"/>
                </a:lnTo>
                <a:lnTo>
                  <a:pt x="1566586" y="1932832"/>
                </a:lnTo>
                <a:lnTo>
                  <a:pt x="1611344" y="1932832"/>
                </a:lnTo>
                <a:lnTo>
                  <a:pt x="1656102" y="1932832"/>
                </a:lnTo>
                <a:lnTo>
                  <a:pt x="1700860" y="1932832"/>
                </a:lnTo>
                <a:lnTo>
                  <a:pt x="1745618" y="1932832"/>
                </a:lnTo>
                <a:lnTo>
                  <a:pt x="1790386" y="1932832"/>
                </a:lnTo>
                <a:lnTo>
                  <a:pt x="1835144" y="1932832"/>
                </a:lnTo>
                <a:lnTo>
                  <a:pt x="1879454" y="1929336"/>
                </a:lnTo>
                <a:lnTo>
                  <a:pt x="1923526" y="1923917"/>
                </a:lnTo>
                <a:lnTo>
                  <a:pt x="1967598" y="1918487"/>
                </a:lnTo>
                <a:lnTo>
                  <a:pt x="2011670" y="1913068"/>
                </a:lnTo>
                <a:lnTo>
                  <a:pt x="2055743" y="1907648"/>
                </a:lnTo>
                <a:lnTo>
                  <a:pt x="2099815" y="1902228"/>
                </a:lnTo>
                <a:lnTo>
                  <a:pt x="2143887" y="1896808"/>
                </a:lnTo>
                <a:lnTo>
                  <a:pt x="2187959" y="1891389"/>
                </a:lnTo>
                <a:lnTo>
                  <a:pt x="2221601" y="1872396"/>
                </a:lnTo>
                <a:lnTo>
                  <a:pt x="2252653" y="1850050"/>
                </a:lnTo>
                <a:lnTo>
                  <a:pt x="2283714" y="1827705"/>
                </a:lnTo>
                <a:lnTo>
                  <a:pt x="2314775" y="1805359"/>
                </a:lnTo>
                <a:lnTo>
                  <a:pt x="2345827" y="1783013"/>
                </a:lnTo>
                <a:lnTo>
                  <a:pt x="2376888" y="1760668"/>
                </a:lnTo>
                <a:lnTo>
                  <a:pt x="2407949" y="1738322"/>
                </a:lnTo>
                <a:lnTo>
                  <a:pt x="2439010" y="1715976"/>
                </a:lnTo>
                <a:lnTo>
                  <a:pt x="2470061" y="1693631"/>
                </a:lnTo>
                <a:lnTo>
                  <a:pt x="2501122" y="1671276"/>
                </a:lnTo>
                <a:lnTo>
                  <a:pt x="2532183" y="1648930"/>
                </a:lnTo>
                <a:lnTo>
                  <a:pt x="2563244" y="1626584"/>
                </a:lnTo>
                <a:lnTo>
                  <a:pt x="2594296" y="1604239"/>
                </a:lnTo>
                <a:lnTo>
                  <a:pt x="2625357" y="1581893"/>
                </a:lnTo>
                <a:lnTo>
                  <a:pt x="2656418" y="1559547"/>
                </a:lnTo>
                <a:lnTo>
                  <a:pt x="2687469" y="1537202"/>
                </a:lnTo>
                <a:lnTo>
                  <a:pt x="2718530" y="1514856"/>
                </a:lnTo>
                <a:lnTo>
                  <a:pt x="2749591" y="1492510"/>
                </a:lnTo>
                <a:lnTo>
                  <a:pt x="2780652" y="1470155"/>
                </a:lnTo>
                <a:lnTo>
                  <a:pt x="2787701" y="1441094"/>
                </a:lnTo>
                <a:lnTo>
                  <a:pt x="2787701" y="1410062"/>
                </a:lnTo>
                <a:lnTo>
                  <a:pt x="2787701" y="1379030"/>
                </a:lnTo>
                <a:lnTo>
                  <a:pt x="2787701" y="1347997"/>
                </a:lnTo>
                <a:lnTo>
                  <a:pt x="2787701" y="1316965"/>
                </a:lnTo>
                <a:lnTo>
                  <a:pt x="2787701" y="1285932"/>
                </a:lnTo>
                <a:lnTo>
                  <a:pt x="2787701" y="1254900"/>
                </a:lnTo>
                <a:lnTo>
                  <a:pt x="2787701" y="1223867"/>
                </a:lnTo>
                <a:lnTo>
                  <a:pt x="2787701" y="1192825"/>
                </a:lnTo>
                <a:lnTo>
                  <a:pt x="2787701" y="1161793"/>
                </a:lnTo>
                <a:lnTo>
                  <a:pt x="2787701" y="1130760"/>
                </a:lnTo>
                <a:lnTo>
                  <a:pt x="2787701" y="1099728"/>
                </a:lnTo>
                <a:lnTo>
                  <a:pt x="2787701" y="1068695"/>
                </a:lnTo>
                <a:lnTo>
                  <a:pt x="2787701" y="1037663"/>
                </a:lnTo>
                <a:lnTo>
                  <a:pt x="2787701" y="1006631"/>
                </a:lnTo>
                <a:lnTo>
                  <a:pt x="2787701" y="975589"/>
                </a:lnTo>
                <a:lnTo>
                  <a:pt x="2787701" y="944556"/>
                </a:lnTo>
                <a:lnTo>
                  <a:pt x="2787701" y="913524"/>
                </a:lnTo>
                <a:lnTo>
                  <a:pt x="2787701" y="882491"/>
                </a:lnTo>
                <a:lnTo>
                  <a:pt x="2787701" y="851459"/>
                </a:lnTo>
                <a:lnTo>
                  <a:pt x="2787701" y="820426"/>
                </a:lnTo>
                <a:lnTo>
                  <a:pt x="2787701" y="789394"/>
                </a:lnTo>
                <a:lnTo>
                  <a:pt x="2787701" y="758361"/>
                </a:lnTo>
                <a:lnTo>
                  <a:pt x="2787701" y="727319"/>
                </a:lnTo>
                <a:lnTo>
                  <a:pt x="2787701" y="696287"/>
                </a:lnTo>
                <a:lnTo>
                  <a:pt x="2787701" y="665255"/>
                </a:lnTo>
                <a:lnTo>
                  <a:pt x="2787701" y="634222"/>
                </a:lnTo>
                <a:lnTo>
                  <a:pt x="2787701" y="603190"/>
                </a:lnTo>
                <a:lnTo>
                  <a:pt x="2787701" y="572157"/>
                </a:lnTo>
                <a:lnTo>
                  <a:pt x="2787701" y="541125"/>
                </a:lnTo>
                <a:lnTo>
                  <a:pt x="2787701" y="510092"/>
                </a:lnTo>
                <a:lnTo>
                  <a:pt x="2787701" y="479050"/>
                </a:lnTo>
                <a:lnTo>
                  <a:pt x="2787701" y="448018"/>
                </a:lnTo>
                <a:lnTo>
                  <a:pt x="2787701" y="416985"/>
                </a:lnTo>
                <a:lnTo>
                  <a:pt x="2787701" y="385953"/>
                </a:lnTo>
                <a:lnTo>
                  <a:pt x="2787701" y="354921"/>
                </a:lnTo>
                <a:lnTo>
                  <a:pt x="2787701" y="323888"/>
                </a:lnTo>
                <a:lnTo>
                  <a:pt x="2787701" y="292856"/>
                </a:lnTo>
                <a:lnTo>
                  <a:pt x="2787701" y="261814"/>
                </a:lnTo>
                <a:lnTo>
                  <a:pt x="2787701" y="230781"/>
                </a:lnTo>
                <a:lnTo>
                  <a:pt x="2787701" y="199749"/>
                </a:lnTo>
                <a:lnTo>
                  <a:pt x="2787701" y="168716"/>
                </a:lnTo>
                <a:lnTo>
                  <a:pt x="2787701" y="137684"/>
                </a:lnTo>
                <a:lnTo>
                  <a:pt x="2787701" y="106651"/>
                </a:lnTo>
                <a:lnTo>
                  <a:pt x="2787701" y="75619"/>
                </a:lnTo>
                <a:lnTo>
                  <a:pt x="2787701" y="44587"/>
                </a:lnTo>
                <a:lnTo>
                  <a:pt x="2787701" y="13545"/>
                </a:lnTo>
                <a:lnTo>
                  <a:pt x="2762479" y="0"/>
                </a:lnTo>
                <a:lnTo>
                  <a:pt x="2717721" y="0"/>
                </a:lnTo>
                <a:lnTo>
                  <a:pt x="2672963" y="0"/>
                </a:lnTo>
                <a:lnTo>
                  <a:pt x="2628205" y="0"/>
                </a:lnTo>
                <a:lnTo>
                  <a:pt x="2583447" y="0"/>
                </a:lnTo>
                <a:lnTo>
                  <a:pt x="2538689" y="0"/>
                </a:lnTo>
                <a:lnTo>
                  <a:pt x="2493921" y="0"/>
                </a:lnTo>
                <a:lnTo>
                  <a:pt x="2449163" y="0"/>
                </a:lnTo>
                <a:lnTo>
                  <a:pt x="2404405" y="0"/>
                </a:lnTo>
                <a:lnTo>
                  <a:pt x="2359647" y="0"/>
                </a:lnTo>
                <a:lnTo>
                  <a:pt x="2314889" y="0"/>
                </a:lnTo>
                <a:lnTo>
                  <a:pt x="2270131" y="0"/>
                </a:lnTo>
                <a:lnTo>
                  <a:pt x="2225364" y="0"/>
                </a:lnTo>
                <a:lnTo>
                  <a:pt x="2180606" y="0"/>
                </a:lnTo>
                <a:lnTo>
                  <a:pt x="2135848" y="0"/>
                </a:lnTo>
                <a:lnTo>
                  <a:pt x="2091090" y="0"/>
                </a:lnTo>
                <a:lnTo>
                  <a:pt x="2046332" y="0"/>
                </a:lnTo>
                <a:lnTo>
                  <a:pt x="2001574" y="0"/>
                </a:lnTo>
                <a:lnTo>
                  <a:pt x="1956806" y="0"/>
                </a:lnTo>
                <a:lnTo>
                  <a:pt x="1912049" y="0"/>
                </a:lnTo>
                <a:lnTo>
                  <a:pt x="1867291" y="0"/>
                </a:lnTo>
                <a:lnTo>
                  <a:pt x="1822533" y="0"/>
                </a:lnTo>
                <a:lnTo>
                  <a:pt x="1777775" y="0"/>
                </a:lnTo>
                <a:lnTo>
                  <a:pt x="1733017" y="0"/>
                </a:lnTo>
                <a:lnTo>
                  <a:pt x="1688249" y="0"/>
                </a:lnTo>
                <a:lnTo>
                  <a:pt x="1643491" y="0"/>
                </a:lnTo>
                <a:lnTo>
                  <a:pt x="1598733" y="0"/>
                </a:lnTo>
                <a:lnTo>
                  <a:pt x="1553975" y="0"/>
                </a:lnTo>
                <a:lnTo>
                  <a:pt x="1509217" y="0"/>
                </a:lnTo>
                <a:lnTo>
                  <a:pt x="1464459" y="0"/>
                </a:lnTo>
                <a:lnTo>
                  <a:pt x="1419692" y="0"/>
                </a:lnTo>
                <a:lnTo>
                  <a:pt x="1374934" y="0"/>
                </a:lnTo>
                <a:lnTo>
                  <a:pt x="1330176" y="0"/>
                </a:lnTo>
                <a:lnTo>
                  <a:pt x="1285418" y="0"/>
                </a:lnTo>
                <a:lnTo>
                  <a:pt x="1240660" y="0"/>
                </a:lnTo>
                <a:lnTo>
                  <a:pt x="1195902" y="0"/>
                </a:lnTo>
                <a:lnTo>
                  <a:pt x="1151134" y="0"/>
                </a:lnTo>
                <a:lnTo>
                  <a:pt x="1106376" y="0"/>
                </a:lnTo>
                <a:lnTo>
                  <a:pt x="1061618" y="0"/>
                </a:lnTo>
                <a:lnTo>
                  <a:pt x="1016860" y="0"/>
                </a:lnTo>
                <a:lnTo>
                  <a:pt x="972102" y="0"/>
                </a:lnTo>
                <a:lnTo>
                  <a:pt x="927344" y="0"/>
                </a:lnTo>
                <a:lnTo>
                  <a:pt x="882577" y="0"/>
                </a:lnTo>
                <a:lnTo>
                  <a:pt x="837819" y="0"/>
                </a:lnTo>
                <a:lnTo>
                  <a:pt x="793061" y="0"/>
                </a:lnTo>
                <a:lnTo>
                  <a:pt x="748303" y="0"/>
                </a:lnTo>
                <a:lnTo>
                  <a:pt x="703545" y="0"/>
                </a:lnTo>
                <a:lnTo>
                  <a:pt x="658787" y="0"/>
                </a:lnTo>
                <a:lnTo>
                  <a:pt x="614020" y="0"/>
                </a:lnTo>
                <a:lnTo>
                  <a:pt x="569262" y="0"/>
                </a:lnTo>
                <a:lnTo>
                  <a:pt x="524504" y="0"/>
                </a:lnTo>
                <a:lnTo>
                  <a:pt x="479746" y="0"/>
                </a:lnTo>
                <a:lnTo>
                  <a:pt x="434988" y="0"/>
                </a:lnTo>
                <a:lnTo>
                  <a:pt x="390230" y="0"/>
                </a:lnTo>
                <a:lnTo>
                  <a:pt x="345472" y="0"/>
                </a:lnTo>
                <a:lnTo>
                  <a:pt x="300704" y="0"/>
                </a:lnTo>
                <a:lnTo>
                  <a:pt x="255946" y="0"/>
                </a:lnTo>
                <a:lnTo>
                  <a:pt x="211188" y="0"/>
                </a:lnTo>
                <a:lnTo>
                  <a:pt x="166430" y="0"/>
                </a:lnTo>
                <a:lnTo>
                  <a:pt x="121672" y="0"/>
                </a:lnTo>
                <a:lnTo>
                  <a:pt x="76914" y="0"/>
                </a:lnTo>
                <a:lnTo>
                  <a:pt x="32147" y="0"/>
                </a:lnTo>
                <a:lnTo>
                  <a:pt x="0" y="8744"/>
                </a:lnTo>
                <a:lnTo>
                  <a:pt x="0" y="39776"/>
                </a:lnTo>
                <a:lnTo>
                  <a:pt x="0" y="70809"/>
                </a:lnTo>
                <a:lnTo>
                  <a:pt x="0" y="101841"/>
                </a:lnTo>
                <a:lnTo>
                  <a:pt x="0" y="132874"/>
                </a:lnTo>
                <a:lnTo>
                  <a:pt x="0" y="163906"/>
                </a:lnTo>
                <a:lnTo>
                  <a:pt x="0" y="194948"/>
                </a:lnTo>
                <a:lnTo>
                  <a:pt x="0" y="225981"/>
                </a:lnTo>
                <a:lnTo>
                  <a:pt x="0" y="257013"/>
                </a:lnTo>
                <a:lnTo>
                  <a:pt x="0" y="288046"/>
                </a:lnTo>
                <a:lnTo>
                  <a:pt x="0" y="319078"/>
                </a:lnTo>
                <a:lnTo>
                  <a:pt x="0" y="350110"/>
                </a:lnTo>
                <a:lnTo>
                  <a:pt x="0" y="381143"/>
                </a:lnTo>
                <a:lnTo>
                  <a:pt x="0" y="412185"/>
                </a:lnTo>
                <a:lnTo>
                  <a:pt x="0" y="443217"/>
                </a:lnTo>
                <a:lnTo>
                  <a:pt x="0" y="474250"/>
                </a:lnTo>
                <a:lnTo>
                  <a:pt x="0" y="505282"/>
                </a:lnTo>
                <a:lnTo>
                  <a:pt x="0" y="536315"/>
                </a:lnTo>
                <a:lnTo>
                  <a:pt x="0" y="567347"/>
                </a:lnTo>
                <a:lnTo>
                  <a:pt x="0" y="598380"/>
                </a:lnTo>
                <a:lnTo>
                  <a:pt x="0" y="629412"/>
                </a:lnTo>
                <a:lnTo>
                  <a:pt x="0" y="660454"/>
                </a:lnTo>
                <a:lnTo>
                  <a:pt x="0" y="691486"/>
                </a:lnTo>
                <a:lnTo>
                  <a:pt x="0" y="722519"/>
                </a:lnTo>
                <a:lnTo>
                  <a:pt x="0" y="753551"/>
                </a:lnTo>
                <a:lnTo>
                  <a:pt x="0" y="784584"/>
                </a:lnTo>
                <a:lnTo>
                  <a:pt x="0" y="815616"/>
                </a:lnTo>
                <a:lnTo>
                  <a:pt x="0" y="846649"/>
                </a:lnTo>
                <a:lnTo>
                  <a:pt x="0" y="877681"/>
                </a:lnTo>
                <a:lnTo>
                  <a:pt x="0" y="908723"/>
                </a:lnTo>
                <a:lnTo>
                  <a:pt x="0" y="939756"/>
                </a:lnTo>
                <a:lnTo>
                  <a:pt x="0" y="970788"/>
                </a:lnTo>
                <a:lnTo>
                  <a:pt x="0" y="1001820"/>
                </a:lnTo>
                <a:lnTo>
                  <a:pt x="0" y="1032853"/>
                </a:lnTo>
                <a:lnTo>
                  <a:pt x="0" y="1063885"/>
                </a:lnTo>
                <a:lnTo>
                  <a:pt x="0" y="1094918"/>
                </a:lnTo>
                <a:lnTo>
                  <a:pt x="0" y="1125960"/>
                </a:lnTo>
                <a:lnTo>
                  <a:pt x="0" y="1156992"/>
                </a:lnTo>
                <a:lnTo>
                  <a:pt x="0" y="1188025"/>
                </a:lnTo>
                <a:lnTo>
                  <a:pt x="0" y="1219057"/>
                </a:lnTo>
                <a:lnTo>
                  <a:pt x="0" y="1250090"/>
                </a:lnTo>
                <a:lnTo>
                  <a:pt x="0" y="1281122"/>
                </a:lnTo>
                <a:lnTo>
                  <a:pt x="0" y="1312154"/>
                </a:lnTo>
                <a:lnTo>
                  <a:pt x="0" y="1343187"/>
                </a:lnTo>
                <a:lnTo>
                  <a:pt x="0" y="1374229"/>
                </a:lnTo>
                <a:lnTo>
                  <a:pt x="0" y="1405261"/>
                </a:lnTo>
                <a:lnTo>
                  <a:pt x="0" y="1436294"/>
                </a:lnTo>
                <a:lnTo>
                  <a:pt x="0" y="1467326"/>
                </a:lnTo>
                <a:lnTo>
                  <a:pt x="0" y="1498359"/>
                </a:lnTo>
                <a:lnTo>
                  <a:pt x="0" y="1529391"/>
                </a:lnTo>
                <a:lnTo>
                  <a:pt x="0" y="1560424"/>
                </a:lnTo>
                <a:lnTo>
                  <a:pt x="0" y="1591456"/>
                </a:lnTo>
                <a:lnTo>
                  <a:pt x="0" y="1622498"/>
                </a:lnTo>
                <a:lnTo>
                  <a:pt x="0" y="1653530"/>
                </a:lnTo>
                <a:lnTo>
                  <a:pt x="0" y="1684563"/>
                </a:lnTo>
                <a:lnTo>
                  <a:pt x="0" y="1715595"/>
                </a:lnTo>
                <a:lnTo>
                  <a:pt x="0" y="1746628"/>
                </a:lnTo>
                <a:lnTo>
                  <a:pt x="0" y="1777660"/>
                </a:lnTo>
                <a:lnTo>
                  <a:pt x="0" y="1808693"/>
                </a:lnTo>
                <a:lnTo>
                  <a:pt x="0" y="1839725"/>
                </a:lnTo>
                <a:lnTo>
                  <a:pt x="0" y="1870767"/>
                </a:lnTo>
                <a:lnTo>
                  <a:pt x="0" y="1901800"/>
                </a:lnTo>
                <a:lnTo>
                  <a:pt x="0" y="1932832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21" name="note-sheet-header-3">
            <a:extLst xmlns:a="http://schemas.openxmlformats.org/drawingml/2006/main">
              <a:ext uri="{FF2B5EF4-FFF2-40B4-BE49-F238E27FC236}">
                <a16:creationId xmlns:a16="http://schemas.microsoft.com/office/drawing/2014/main" id="{34C456BB-D5A9-4D86-B33A-87DB3080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7021" y="4045591"/>
            <a:ext cx="2787701" cy="33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" name="note-sheet-fold-3">
            <a:extLst xmlns:a="http://schemas.openxmlformats.org/drawingml/2006/main">
              <a:ext uri="{FF2B5EF4-FFF2-40B4-BE49-F238E27FC236}">
                <a16:creationId xmlns:a16="http://schemas.microsoft.com/office/drawing/2014/main" id="{0D3140D3-F32A-46D9-B462-7DC71FEE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77641" y="5510679"/>
            <a:ext cx="1027071" cy="468106"/>
          </a:xfrm>
          <a:custGeom xmlns:a="http://schemas.openxmlformats.org/drawingml/2006/main">
            <a:pathLst>
              <a:path w="1027071" h="468106">
                <a:moveTo>
                  <a:pt x="1027071" y="0"/>
                </a:moveTo>
                <a:lnTo>
                  <a:pt x="1025852" y="7763"/>
                </a:lnTo>
                <a:lnTo>
                  <a:pt x="1024242" y="15497"/>
                </a:lnTo>
                <a:lnTo>
                  <a:pt x="1022375" y="23193"/>
                </a:lnTo>
                <a:lnTo>
                  <a:pt x="1020261" y="30871"/>
                </a:lnTo>
                <a:lnTo>
                  <a:pt x="1017937" y="38510"/>
                </a:lnTo>
                <a:lnTo>
                  <a:pt x="1015413" y="46130"/>
                </a:lnTo>
                <a:lnTo>
                  <a:pt x="1012698" y="53702"/>
                </a:lnTo>
                <a:lnTo>
                  <a:pt x="1009793" y="61255"/>
                </a:lnTo>
                <a:lnTo>
                  <a:pt x="1006716" y="68771"/>
                </a:lnTo>
                <a:lnTo>
                  <a:pt x="1003459" y="76248"/>
                </a:lnTo>
                <a:lnTo>
                  <a:pt x="1000030" y="83687"/>
                </a:lnTo>
                <a:lnTo>
                  <a:pt x="996439" y="91088"/>
                </a:lnTo>
                <a:lnTo>
                  <a:pt x="992676" y="98450"/>
                </a:lnTo>
                <a:lnTo>
                  <a:pt x="988752" y="105775"/>
                </a:lnTo>
                <a:lnTo>
                  <a:pt x="984656" y="113052"/>
                </a:lnTo>
                <a:lnTo>
                  <a:pt x="980408" y="120282"/>
                </a:lnTo>
                <a:lnTo>
                  <a:pt x="975998" y="127473"/>
                </a:lnTo>
                <a:lnTo>
                  <a:pt x="971426" y="134607"/>
                </a:lnTo>
                <a:lnTo>
                  <a:pt x="966711" y="141703"/>
                </a:lnTo>
                <a:lnTo>
                  <a:pt x="961825" y="148742"/>
                </a:lnTo>
                <a:lnTo>
                  <a:pt x="956786" y="155734"/>
                </a:lnTo>
                <a:lnTo>
                  <a:pt x="951605" y="162668"/>
                </a:lnTo>
                <a:lnTo>
                  <a:pt x="946261" y="169535"/>
                </a:lnTo>
                <a:lnTo>
                  <a:pt x="940765" y="176365"/>
                </a:lnTo>
                <a:lnTo>
                  <a:pt x="935117" y="183118"/>
                </a:lnTo>
                <a:lnTo>
                  <a:pt x="929335" y="189824"/>
                </a:lnTo>
                <a:lnTo>
                  <a:pt x="923392" y="196453"/>
                </a:lnTo>
                <a:lnTo>
                  <a:pt x="917305" y="203025"/>
                </a:lnTo>
                <a:lnTo>
                  <a:pt x="911066" y="209540"/>
                </a:lnTo>
                <a:lnTo>
                  <a:pt x="904694" y="215979"/>
                </a:lnTo>
                <a:lnTo>
                  <a:pt x="898179" y="222342"/>
                </a:lnTo>
                <a:lnTo>
                  <a:pt x="891511" y="228648"/>
                </a:lnTo>
                <a:lnTo>
                  <a:pt x="884711" y="234877"/>
                </a:lnTo>
                <a:lnTo>
                  <a:pt x="877776" y="241030"/>
                </a:lnTo>
                <a:lnTo>
                  <a:pt x="870699" y="247107"/>
                </a:lnTo>
                <a:lnTo>
                  <a:pt x="863489" y="253108"/>
                </a:lnTo>
                <a:lnTo>
                  <a:pt x="856155" y="259032"/>
                </a:lnTo>
                <a:lnTo>
                  <a:pt x="848678" y="264881"/>
                </a:lnTo>
                <a:lnTo>
                  <a:pt x="841077" y="270643"/>
                </a:lnTo>
                <a:lnTo>
                  <a:pt x="833352" y="276330"/>
                </a:lnTo>
                <a:lnTo>
                  <a:pt x="825503" y="281930"/>
                </a:lnTo>
                <a:lnTo>
                  <a:pt x="817531" y="287445"/>
                </a:lnTo>
                <a:lnTo>
                  <a:pt x="809435" y="292884"/>
                </a:lnTo>
                <a:lnTo>
                  <a:pt x="801224" y="298228"/>
                </a:lnTo>
                <a:lnTo>
                  <a:pt x="792890" y="303486"/>
                </a:lnTo>
                <a:lnTo>
                  <a:pt x="784450" y="308667"/>
                </a:lnTo>
                <a:lnTo>
                  <a:pt x="775906" y="313754"/>
                </a:lnTo>
                <a:lnTo>
                  <a:pt x="767248" y="318745"/>
                </a:lnTo>
                <a:lnTo>
                  <a:pt x="758485" y="323659"/>
                </a:lnTo>
                <a:lnTo>
                  <a:pt x="749618" y="328479"/>
                </a:lnTo>
                <a:lnTo>
                  <a:pt x="740645" y="333204"/>
                </a:lnTo>
                <a:lnTo>
                  <a:pt x="731587" y="337842"/>
                </a:lnTo>
                <a:lnTo>
                  <a:pt x="722424" y="342386"/>
                </a:lnTo>
                <a:lnTo>
                  <a:pt x="713175" y="346843"/>
                </a:lnTo>
                <a:lnTo>
                  <a:pt x="703831" y="351215"/>
                </a:lnTo>
                <a:lnTo>
                  <a:pt x="694401" y="355492"/>
                </a:lnTo>
                <a:lnTo>
                  <a:pt x="684895" y="359674"/>
                </a:lnTo>
                <a:lnTo>
                  <a:pt x="675294" y="363769"/>
                </a:lnTo>
                <a:lnTo>
                  <a:pt x="665626" y="367770"/>
                </a:lnTo>
                <a:lnTo>
                  <a:pt x="655872" y="371685"/>
                </a:lnTo>
                <a:lnTo>
                  <a:pt x="646043" y="375504"/>
                </a:lnTo>
                <a:lnTo>
                  <a:pt x="636146" y="379238"/>
                </a:lnTo>
                <a:lnTo>
                  <a:pt x="626183" y="382876"/>
                </a:lnTo>
                <a:lnTo>
                  <a:pt x="616153" y="386429"/>
                </a:lnTo>
                <a:lnTo>
                  <a:pt x="606057" y="389896"/>
                </a:lnTo>
                <a:lnTo>
                  <a:pt x="595894" y="393278"/>
                </a:lnTo>
                <a:lnTo>
                  <a:pt x="585683" y="396564"/>
                </a:lnTo>
                <a:lnTo>
                  <a:pt x="575405" y="399764"/>
                </a:lnTo>
                <a:lnTo>
                  <a:pt x="565071" y="402888"/>
                </a:lnTo>
                <a:lnTo>
                  <a:pt x="554688" y="405917"/>
                </a:lnTo>
                <a:lnTo>
                  <a:pt x="544259" y="408861"/>
                </a:lnTo>
                <a:lnTo>
                  <a:pt x="533781" y="411728"/>
                </a:lnTo>
                <a:lnTo>
                  <a:pt x="523246" y="414509"/>
                </a:lnTo>
                <a:lnTo>
                  <a:pt x="512674" y="417205"/>
                </a:lnTo>
                <a:lnTo>
                  <a:pt x="502063" y="419824"/>
                </a:lnTo>
                <a:lnTo>
                  <a:pt x="491404" y="422358"/>
                </a:lnTo>
                <a:lnTo>
                  <a:pt x="480708" y="424805"/>
                </a:lnTo>
                <a:lnTo>
                  <a:pt x="469973" y="427187"/>
                </a:lnTo>
                <a:lnTo>
                  <a:pt x="459210" y="429482"/>
                </a:lnTo>
                <a:lnTo>
                  <a:pt x="448408" y="431702"/>
                </a:lnTo>
                <a:lnTo>
                  <a:pt x="437579" y="433854"/>
                </a:lnTo>
                <a:lnTo>
                  <a:pt x="426710" y="435921"/>
                </a:lnTo>
                <a:lnTo>
                  <a:pt x="415823" y="437921"/>
                </a:lnTo>
                <a:lnTo>
                  <a:pt x="404898" y="439836"/>
                </a:lnTo>
                <a:lnTo>
                  <a:pt x="393954" y="441684"/>
                </a:lnTo>
                <a:lnTo>
                  <a:pt x="382991" y="443465"/>
                </a:lnTo>
                <a:lnTo>
                  <a:pt x="371989" y="445170"/>
                </a:lnTo>
                <a:lnTo>
                  <a:pt x="360978" y="446818"/>
                </a:lnTo>
                <a:lnTo>
                  <a:pt x="349939" y="448380"/>
                </a:lnTo>
                <a:lnTo>
                  <a:pt x="338890" y="449885"/>
                </a:lnTo>
                <a:lnTo>
                  <a:pt x="327812" y="451323"/>
                </a:lnTo>
                <a:lnTo>
                  <a:pt x="316725" y="452685"/>
                </a:lnTo>
                <a:lnTo>
                  <a:pt x="305610" y="453990"/>
                </a:lnTo>
                <a:lnTo>
                  <a:pt x="294494" y="455238"/>
                </a:lnTo>
                <a:lnTo>
                  <a:pt x="283350" y="456409"/>
                </a:lnTo>
                <a:lnTo>
                  <a:pt x="272205" y="457524"/>
                </a:lnTo>
                <a:lnTo>
                  <a:pt x="261042" y="458581"/>
                </a:lnTo>
                <a:lnTo>
                  <a:pt x="249869" y="459572"/>
                </a:lnTo>
                <a:lnTo>
                  <a:pt x="238677" y="460505"/>
                </a:lnTo>
                <a:lnTo>
                  <a:pt x="227486" y="461381"/>
                </a:lnTo>
                <a:lnTo>
                  <a:pt x="216284" y="462201"/>
                </a:lnTo>
                <a:lnTo>
                  <a:pt x="205073" y="462963"/>
                </a:lnTo>
                <a:lnTo>
                  <a:pt x="193853" y="463667"/>
                </a:lnTo>
                <a:lnTo>
                  <a:pt x="182623" y="464315"/>
                </a:lnTo>
                <a:lnTo>
                  <a:pt x="171393" y="464915"/>
                </a:lnTo>
                <a:lnTo>
                  <a:pt x="160153" y="465458"/>
                </a:lnTo>
                <a:lnTo>
                  <a:pt x="148904" y="465944"/>
                </a:lnTo>
                <a:lnTo>
                  <a:pt x="137655" y="466382"/>
                </a:lnTo>
                <a:lnTo>
                  <a:pt x="126406" y="466773"/>
                </a:lnTo>
                <a:lnTo>
                  <a:pt x="115148" y="467106"/>
                </a:lnTo>
                <a:lnTo>
                  <a:pt x="103899" y="467392"/>
                </a:lnTo>
                <a:lnTo>
                  <a:pt x="92631" y="467630"/>
                </a:lnTo>
                <a:lnTo>
                  <a:pt x="81372" y="467820"/>
                </a:lnTo>
                <a:lnTo>
                  <a:pt x="70104" y="467954"/>
                </a:lnTo>
                <a:lnTo>
                  <a:pt x="58845" y="468049"/>
                </a:lnTo>
                <a:lnTo>
                  <a:pt x="47577" y="468097"/>
                </a:lnTo>
                <a:lnTo>
                  <a:pt x="36309" y="468106"/>
                </a:lnTo>
                <a:lnTo>
                  <a:pt x="25041" y="468059"/>
                </a:lnTo>
                <a:lnTo>
                  <a:pt x="13783" y="467973"/>
                </a:lnTo>
                <a:lnTo>
                  <a:pt x="2515" y="467849"/>
                </a:lnTo>
                <a:lnTo>
                  <a:pt x="0" y="467716"/>
                </a:lnTo>
                <a:lnTo>
                  <a:pt x="11259" y="467525"/>
                </a:lnTo>
                <a:lnTo>
                  <a:pt x="22517" y="467201"/>
                </a:lnTo>
                <a:lnTo>
                  <a:pt x="33766" y="466773"/>
                </a:lnTo>
                <a:lnTo>
                  <a:pt x="45006" y="466249"/>
                </a:lnTo>
                <a:lnTo>
                  <a:pt x="56236" y="465639"/>
                </a:lnTo>
                <a:lnTo>
                  <a:pt x="67456" y="464944"/>
                </a:lnTo>
                <a:lnTo>
                  <a:pt x="78667" y="464153"/>
                </a:lnTo>
                <a:lnTo>
                  <a:pt x="89868" y="463296"/>
                </a:lnTo>
                <a:lnTo>
                  <a:pt x="101051" y="462344"/>
                </a:lnTo>
                <a:lnTo>
                  <a:pt x="112214" y="461324"/>
                </a:lnTo>
                <a:lnTo>
                  <a:pt x="123368" y="460210"/>
                </a:lnTo>
                <a:lnTo>
                  <a:pt x="134503" y="459019"/>
                </a:lnTo>
                <a:lnTo>
                  <a:pt x="145618" y="457743"/>
                </a:lnTo>
                <a:lnTo>
                  <a:pt x="156715" y="456390"/>
                </a:lnTo>
                <a:lnTo>
                  <a:pt x="167783" y="454943"/>
                </a:lnTo>
                <a:lnTo>
                  <a:pt x="178832" y="453409"/>
                </a:lnTo>
                <a:lnTo>
                  <a:pt x="189852" y="451790"/>
                </a:lnTo>
                <a:lnTo>
                  <a:pt x="200844" y="450075"/>
                </a:lnTo>
                <a:lnTo>
                  <a:pt x="211807" y="448275"/>
                </a:lnTo>
                <a:lnTo>
                  <a:pt x="222733" y="446380"/>
                </a:lnTo>
                <a:lnTo>
                  <a:pt x="233629" y="444389"/>
                </a:lnTo>
                <a:lnTo>
                  <a:pt x="244488" y="442303"/>
                </a:lnTo>
                <a:lnTo>
                  <a:pt x="255299" y="440112"/>
                </a:lnTo>
                <a:lnTo>
                  <a:pt x="266071" y="437826"/>
                </a:lnTo>
                <a:lnTo>
                  <a:pt x="276787" y="435426"/>
                </a:lnTo>
                <a:lnTo>
                  <a:pt x="287465" y="432921"/>
                </a:lnTo>
                <a:lnTo>
                  <a:pt x="298075" y="430301"/>
                </a:lnTo>
                <a:lnTo>
                  <a:pt x="308629" y="427577"/>
                </a:lnTo>
                <a:lnTo>
                  <a:pt x="319126" y="424729"/>
                </a:lnTo>
                <a:lnTo>
                  <a:pt x="329546" y="421767"/>
                </a:lnTo>
                <a:lnTo>
                  <a:pt x="339890" y="418671"/>
                </a:lnTo>
                <a:lnTo>
                  <a:pt x="350158" y="415452"/>
                </a:lnTo>
                <a:lnTo>
                  <a:pt x="360331" y="412109"/>
                </a:lnTo>
                <a:lnTo>
                  <a:pt x="370418" y="408623"/>
                </a:lnTo>
                <a:lnTo>
                  <a:pt x="380409" y="405013"/>
                </a:lnTo>
                <a:lnTo>
                  <a:pt x="390287" y="401250"/>
                </a:lnTo>
                <a:lnTo>
                  <a:pt x="400040" y="397354"/>
                </a:lnTo>
                <a:lnTo>
                  <a:pt x="409680" y="393306"/>
                </a:lnTo>
                <a:lnTo>
                  <a:pt x="419176" y="389106"/>
                </a:lnTo>
                <a:lnTo>
                  <a:pt x="428530" y="384753"/>
                </a:lnTo>
                <a:lnTo>
                  <a:pt x="437731" y="380248"/>
                </a:lnTo>
                <a:lnTo>
                  <a:pt x="446761" y="375580"/>
                </a:lnTo>
                <a:lnTo>
                  <a:pt x="455619" y="370751"/>
                </a:lnTo>
                <a:lnTo>
                  <a:pt x="464287" y="365760"/>
                </a:lnTo>
                <a:lnTo>
                  <a:pt x="472745" y="360597"/>
                </a:lnTo>
                <a:lnTo>
                  <a:pt x="480993" y="355273"/>
                </a:lnTo>
                <a:lnTo>
                  <a:pt x="489004" y="349787"/>
                </a:lnTo>
                <a:lnTo>
                  <a:pt x="496776" y="344138"/>
                </a:lnTo>
                <a:lnTo>
                  <a:pt x="504301" y="338318"/>
                </a:lnTo>
                <a:lnTo>
                  <a:pt x="511550" y="332337"/>
                </a:lnTo>
                <a:lnTo>
                  <a:pt x="518512" y="326203"/>
                </a:lnTo>
                <a:lnTo>
                  <a:pt x="525189" y="319907"/>
                </a:lnTo>
                <a:lnTo>
                  <a:pt x="531552" y="313468"/>
                </a:lnTo>
                <a:lnTo>
                  <a:pt x="537601" y="306876"/>
                </a:lnTo>
                <a:lnTo>
                  <a:pt x="543325" y="300152"/>
                </a:lnTo>
                <a:lnTo>
                  <a:pt x="548716" y="293284"/>
                </a:lnTo>
                <a:lnTo>
                  <a:pt x="553755" y="286302"/>
                </a:lnTo>
                <a:lnTo>
                  <a:pt x="558451" y="279206"/>
                </a:lnTo>
                <a:lnTo>
                  <a:pt x="562794" y="271996"/>
                </a:lnTo>
                <a:lnTo>
                  <a:pt x="566785" y="264690"/>
                </a:lnTo>
                <a:lnTo>
                  <a:pt x="570424" y="257299"/>
                </a:lnTo>
                <a:lnTo>
                  <a:pt x="573700" y="249831"/>
                </a:lnTo>
                <a:lnTo>
                  <a:pt x="576624" y="242287"/>
                </a:lnTo>
                <a:lnTo>
                  <a:pt x="579206" y="234686"/>
                </a:lnTo>
                <a:lnTo>
                  <a:pt x="581444" y="227028"/>
                </a:lnTo>
                <a:lnTo>
                  <a:pt x="583340" y="219332"/>
                </a:lnTo>
                <a:lnTo>
                  <a:pt x="584911" y="211598"/>
                </a:lnTo>
                <a:lnTo>
                  <a:pt x="586159" y="203835"/>
                </a:lnTo>
                <a:lnTo>
                  <a:pt x="587092" y="196044"/>
                </a:lnTo>
                <a:lnTo>
                  <a:pt x="587731" y="188252"/>
                </a:lnTo>
                <a:lnTo>
                  <a:pt x="588064" y="180442"/>
                </a:lnTo>
                <a:lnTo>
                  <a:pt x="588112" y="172631"/>
                </a:lnTo>
                <a:lnTo>
                  <a:pt x="587893" y="164821"/>
                </a:lnTo>
                <a:lnTo>
                  <a:pt x="587407" y="157020"/>
                </a:lnTo>
                <a:lnTo>
                  <a:pt x="586664" y="149219"/>
                </a:lnTo>
                <a:lnTo>
                  <a:pt x="597084" y="147314"/>
                </a:lnTo>
                <a:lnTo>
                  <a:pt x="608066" y="145561"/>
                </a:lnTo>
                <a:lnTo>
                  <a:pt x="619011" y="143704"/>
                </a:lnTo>
                <a:lnTo>
                  <a:pt x="629917" y="141742"/>
                </a:lnTo>
                <a:lnTo>
                  <a:pt x="640785" y="139703"/>
                </a:lnTo>
                <a:lnTo>
                  <a:pt x="651624" y="137570"/>
                </a:lnTo>
                <a:lnTo>
                  <a:pt x="662435" y="135369"/>
                </a:lnTo>
                <a:lnTo>
                  <a:pt x="673208" y="133083"/>
                </a:lnTo>
                <a:lnTo>
                  <a:pt x="683943" y="130721"/>
                </a:lnTo>
                <a:lnTo>
                  <a:pt x="694649" y="128292"/>
                </a:lnTo>
                <a:lnTo>
                  <a:pt x="705317" y="125778"/>
                </a:lnTo>
                <a:lnTo>
                  <a:pt x="715956" y="123196"/>
                </a:lnTo>
                <a:lnTo>
                  <a:pt x="726548" y="120548"/>
                </a:lnTo>
                <a:lnTo>
                  <a:pt x="737111" y="117824"/>
                </a:lnTo>
                <a:lnTo>
                  <a:pt x="747627" y="115024"/>
                </a:lnTo>
                <a:lnTo>
                  <a:pt x="758104" y="112157"/>
                </a:lnTo>
                <a:lnTo>
                  <a:pt x="768544" y="109214"/>
                </a:lnTo>
                <a:lnTo>
                  <a:pt x="778935" y="106204"/>
                </a:lnTo>
                <a:lnTo>
                  <a:pt x="789280" y="103108"/>
                </a:lnTo>
                <a:lnTo>
                  <a:pt x="799586" y="99946"/>
                </a:lnTo>
                <a:lnTo>
                  <a:pt x="809835" y="96717"/>
                </a:lnTo>
                <a:lnTo>
                  <a:pt x="820045" y="93402"/>
                </a:lnTo>
                <a:lnTo>
                  <a:pt x="830189" y="90011"/>
                </a:lnTo>
                <a:lnTo>
                  <a:pt x="840296" y="86554"/>
                </a:lnTo>
                <a:lnTo>
                  <a:pt x="850335" y="83010"/>
                </a:lnTo>
                <a:lnTo>
                  <a:pt x="860317" y="79400"/>
                </a:lnTo>
                <a:lnTo>
                  <a:pt x="870242" y="75705"/>
                </a:lnTo>
                <a:lnTo>
                  <a:pt x="880110" y="71923"/>
                </a:lnTo>
                <a:lnTo>
                  <a:pt x="889902" y="68066"/>
                </a:lnTo>
                <a:lnTo>
                  <a:pt x="899636" y="64132"/>
                </a:lnTo>
                <a:lnTo>
                  <a:pt x="909295" y="60112"/>
                </a:lnTo>
                <a:lnTo>
                  <a:pt x="918886" y="56017"/>
                </a:lnTo>
                <a:lnTo>
                  <a:pt x="928392" y="51826"/>
                </a:lnTo>
                <a:lnTo>
                  <a:pt x="937831" y="47558"/>
                </a:lnTo>
                <a:lnTo>
                  <a:pt x="947176" y="43205"/>
                </a:lnTo>
                <a:lnTo>
                  <a:pt x="956443" y="38757"/>
                </a:lnTo>
                <a:lnTo>
                  <a:pt x="965625" y="34233"/>
                </a:lnTo>
                <a:lnTo>
                  <a:pt x="974712" y="29613"/>
                </a:lnTo>
                <a:lnTo>
                  <a:pt x="983694" y="24898"/>
                </a:lnTo>
                <a:lnTo>
                  <a:pt x="992591" y="20107"/>
                </a:lnTo>
                <a:lnTo>
                  <a:pt x="1001373" y="15211"/>
                </a:lnTo>
                <a:lnTo>
                  <a:pt x="1010050" y="10239"/>
                </a:lnTo>
                <a:lnTo>
                  <a:pt x="1018623" y="5163"/>
                </a:lnTo>
                <a:lnTo>
                  <a:pt x="1027071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23" name="note-sheet-shadow-4">
            <a:extLst xmlns:a="http://schemas.openxmlformats.org/drawingml/2006/main">
              <a:ext uri="{FF2B5EF4-FFF2-40B4-BE49-F238E27FC236}">
                <a16:creationId xmlns:a16="http://schemas.microsoft.com/office/drawing/2014/main" id="{3EF26732-FE19-492E-8090-75A8D573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2302" y="5466226"/>
            <a:ext cx="2788339" cy="513912"/>
          </a:xfrm>
          <a:custGeom xmlns:a="http://schemas.openxmlformats.org/drawingml/2006/main">
            <a:pathLst>
              <a:path w="2788339" h="513912">
                <a:moveTo>
                  <a:pt x="2787472" y="0"/>
                </a:moveTo>
                <a:lnTo>
                  <a:pt x="2788339" y="18926"/>
                </a:lnTo>
                <a:lnTo>
                  <a:pt x="2787948" y="37862"/>
                </a:lnTo>
                <a:lnTo>
                  <a:pt x="2786605" y="56769"/>
                </a:lnTo>
                <a:lnTo>
                  <a:pt x="2784358" y="75648"/>
                </a:lnTo>
                <a:lnTo>
                  <a:pt x="2781243" y="94459"/>
                </a:lnTo>
                <a:lnTo>
                  <a:pt x="2777271" y="113195"/>
                </a:lnTo>
                <a:lnTo>
                  <a:pt x="2772442" y="131826"/>
                </a:lnTo>
                <a:lnTo>
                  <a:pt x="2766746" y="150352"/>
                </a:lnTo>
                <a:lnTo>
                  <a:pt x="2760154" y="168726"/>
                </a:lnTo>
                <a:lnTo>
                  <a:pt x="2752668" y="186938"/>
                </a:lnTo>
                <a:lnTo>
                  <a:pt x="2744257" y="204949"/>
                </a:lnTo>
                <a:lnTo>
                  <a:pt x="2734894" y="222742"/>
                </a:lnTo>
                <a:lnTo>
                  <a:pt x="2724579" y="240278"/>
                </a:lnTo>
                <a:lnTo>
                  <a:pt x="2713282" y="257518"/>
                </a:lnTo>
                <a:lnTo>
                  <a:pt x="2700985" y="274425"/>
                </a:lnTo>
                <a:lnTo>
                  <a:pt x="2687688" y="290960"/>
                </a:lnTo>
                <a:lnTo>
                  <a:pt x="2673382" y="307086"/>
                </a:lnTo>
                <a:lnTo>
                  <a:pt x="2658056" y="322764"/>
                </a:lnTo>
                <a:lnTo>
                  <a:pt x="2641730" y="337947"/>
                </a:lnTo>
                <a:lnTo>
                  <a:pt x="2624423" y="352587"/>
                </a:lnTo>
                <a:lnTo>
                  <a:pt x="2606145" y="366665"/>
                </a:lnTo>
                <a:lnTo>
                  <a:pt x="2586942" y="380124"/>
                </a:lnTo>
                <a:lnTo>
                  <a:pt x="2566845" y="392944"/>
                </a:lnTo>
                <a:lnTo>
                  <a:pt x="2545899" y="405098"/>
                </a:lnTo>
                <a:lnTo>
                  <a:pt x="2524154" y="416557"/>
                </a:lnTo>
                <a:lnTo>
                  <a:pt x="2501675" y="427311"/>
                </a:lnTo>
                <a:lnTo>
                  <a:pt x="2478519" y="437350"/>
                </a:lnTo>
                <a:lnTo>
                  <a:pt x="2454754" y="446665"/>
                </a:lnTo>
                <a:lnTo>
                  <a:pt x="2430418" y="455276"/>
                </a:lnTo>
                <a:lnTo>
                  <a:pt x="2405596" y="463172"/>
                </a:lnTo>
                <a:lnTo>
                  <a:pt x="2380345" y="470373"/>
                </a:lnTo>
                <a:lnTo>
                  <a:pt x="2354704" y="476898"/>
                </a:lnTo>
                <a:lnTo>
                  <a:pt x="2328729" y="482756"/>
                </a:lnTo>
                <a:lnTo>
                  <a:pt x="2302478" y="487985"/>
                </a:lnTo>
                <a:lnTo>
                  <a:pt x="2275989" y="492585"/>
                </a:lnTo>
                <a:lnTo>
                  <a:pt x="2249300" y="496605"/>
                </a:lnTo>
                <a:lnTo>
                  <a:pt x="2222440" y="500053"/>
                </a:lnTo>
                <a:lnTo>
                  <a:pt x="2195455" y="502958"/>
                </a:lnTo>
                <a:lnTo>
                  <a:pt x="2168366" y="505349"/>
                </a:lnTo>
                <a:lnTo>
                  <a:pt x="2141191" y="507244"/>
                </a:lnTo>
                <a:lnTo>
                  <a:pt x="2113950" y="508664"/>
                </a:lnTo>
                <a:lnTo>
                  <a:pt x="2086661" y="509330"/>
                </a:lnTo>
                <a:lnTo>
                  <a:pt x="2059353" y="509768"/>
                </a:lnTo>
                <a:lnTo>
                  <a:pt x="2032044" y="510130"/>
                </a:lnTo>
                <a:lnTo>
                  <a:pt x="2004736" y="510426"/>
                </a:lnTo>
                <a:lnTo>
                  <a:pt x="1977428" y="510692"/>
                </a:lnTo>
                <a:lnTo>
                  <a:pt x="1950110" y="510931"/>
                </a:lnTo>
                <a:lnTo>
                  <a:pt x="1922802" y="511140"/>
                </a:lnTo>
                <a:lnTo>
                  <a:pt x="1895494" y="511340"/>
                </a:lnTo>
                <a:lnTo>
                  <a:pt x="1868176" y="511521"/>
                </a:lnTo>
                <a:lnTo>
                  <a:pt x="1840868" y="511702"/>
                </a:lnTo>
                <a:lnTo>
                  <a:pt x="1813560" y="511854"/>
                </a:lnTo>
                <a:lnTo>
                  <a:pt x="1786242" y="512007"/>
                </a:lnTo>
                <a:lnTo>
                  <a:pt x="1758934" y="512150"/>
                </a:lnTo>
                <a:lnTo>
                  <a:pt x="1731616" y="512283"/>
                </a:lnTo>
                <a:lnTo>
                  <a:pt x="1704308" y="512416"/>
                </a:lnTo>
                <a:lnTo>
                  <a:pt x="1677000" y="512531"/>
                </a:lnTo>
                <a:lnTo>
                  <a:pt x="1649682" y="512645"/>
                </a:lnTo>
                <a:lnTo>
                  <a:pt x="1622374" y="512759"/>
                </a:lnTo>
                <a:lnTo>
                  <a:pt x="1595057" y="512855"/>
                </a:lnTo>
                <a:lnTo>
                  <a:pt x="1567748" y="512950"/>
                </a:lnTo>
                <a:lnTo>
                  <a:pt x="1540431" y="513045"/>
                </a:lnTo>
                <a:lnTo>
                  <a:pt x="1513122" y="513131"/>
                </a:lnTo>
                <a:lnTo>
                  <a:pt x="1485805" y="513207"/>
                </a:lnTo>
                <a:lnTo>
                  <a:pt x="1458497" y="513283"/>
                </a:lnTo>
                <a:lnTo>
                  <a:pt x="1431188" y="513359"/>
                </a:lnTo>
                <a:lnTo>
                  <a:pt x="1403871" y="513417"/>
                </a:lnTo>
                <a:lnTo>
                  <a:pt x="1376563" y="513483"/>
                </a:lnTo>
                <a:lnTo>
                  <a:pt x="1349245" y="513540"/>
                </a:lnTo>
                <a:lnTo>
                  <a:pt x="1321937" y="513598"/>
                </a:lnTo>
                <a:lnTo>
                  <a:pt x="1294619" y="513645"/>
                </a:lnTo>
                <a:lnTo>
                  <a:pt x="1267311" y="513693"/>
                </a:lnTo>
                <a:lnTo>
                  <a:pt x="1239993" y="513731"/>
                </a:lnTo>
                <a:lnTo>
                  <a:pt x="1212685" y="513769"/>
                </a:lnTo>
                <a:lnTo>
                  <a:pt x="1185367" y="513798"/>
                </a:lnTo>
                <a:lnTo>
                  <a:pt x="1158059" y="513826"/>
                </a:lnTo>
                <a:lnTo>
                  <a:pt x="1130741" y="513845"/>
                </a:lnTo>
                <a:lnTo>
                  <a:pt x="1103433" y="513874"/>
                </a:lnTo>
                <a:lnTo>
                  <a:pt x="1076115" y="513893"/>
                </a:lnTo>
                <a:lnTo>
                  <a:pt x="1048807" y="513893"/>
                </a:lnTo>
                <a:lnTo>
                  <a:pt x="1021490" y="513902"/>
                </a:lnTo>
                <a:lnTo>
                  <a:pt x="994181" y="513912"/>
                </a:lnTo>
                <a:lnTo>
                  <a:pt x="966864" y="513902"/>
                </a:lnTo>
                <a:lnTo>
                  <a:pt x="939556" y="513893"/>
                </a:lnTo>
                <a:lnTo>
                  <a:pt x="912238" y="513883"/>
                </a:lnTo>
                <a:lnTo>
                  <a:pt x="884930" y="513874"/>
                </a:lnTo>
                <a:lnTo>
                  <a:pt x="857621" y="513845"/>
                </a:lnTo>
                <a:lnTo>
                  <a:pt x="830304" y="513817"/>
                </a:lnTo>
                <a:lnTo>
                  <a:pt x="802996" y="513798"/>
                </a:lnTo>
                <a:lnTo>
                  <a:pt x="775678" y="513750"/>
                </a:lnTo>
                <a:lnTo>
                  <a:pt x="748370" y="513712"/>
                </a:lnTo>
                <a:lnTo>
                  <a:pt x="721052" y="513664"/>
                </a:lnTo>
                <a:lnTo>
                  <a:pt x="693744" y="513607"/>
                </a:lnTo>
                <a:lnTo>
                  <a:pt x="666426" y="513550"/>
                </a:lnTo>
                <a:lnTo>
                  <a:pt x="639118" y="513483"/>
                </a:lnTo>
                <a:lnTo>
                  <a:pt x="611800" y="513417"/>
                </a:lnTo>
                <a:lnTo>
                  <a:pt x="584492" y="513321"/>
                </a:lnTo>
                <a:lnTo>
                  <a:pt x="557174" y="513236"/>
                </a:lnTo>
                <a:lnTo>
                  <a:pt x="529866" y="513150"/>
                </a:lnTo>
                <a:lnTo>
                  <a:pt x="502558" y="513036"/>
                </a:lnTo>
                <a:lnTo>
                  <a:pt x="475240" y="512921"/>
                </a:lnTo>
                <a:lnTo>
                  <a:pt x="447932" y="512797"/>
                </a:lnTo>
                <a:lnTo>
                  <a:pt x="420614" y="512664"/>
                </a:lnTo>
                <a:lnTo>
                  <a:pt x="393306" y="512512"/>
                </a:lnTo>
                <a:lnTo>
                  <a:pt x="365989" y="512350"/>
                </a:lnTo>
                <a:lnTo>
                  <a:pt x="338680" y="512178"/>
                </a:lnTo>
                <a:lnTo>
                  <a:pt x="311372" y="511988"/>
                </a:lnTo>
                <a:lnTo>
                  <a:pt x="284055" y="511769"/>
                </a:lnTo>
                <a:lnTo>
                  <a:pt x="256746" y="511540"/>
                </a:lnTo>
                <a:lnTo>
                  <a:pt x="229438" y="511283"/>
                </a:lnTo>
                <a:lnTo>
                  <a:pt x="202130" y="511007"/>
                </a:lnTo>
                <a:lnTo>
                  <a:pt x="174822" y="510692"/>
                </a:lnTo>
                <a:lnTo>
                  <a:pt x="147514" y="510330"/>
                </a:lnTo>
                <a:lnTo>
                  <a:pt x="120205" y="509921"/>
                </a:lnTo>
                <a:lnTo>
                  <a:pt x="92897" y="509435"/>
                </a:lnTo>
                <a:lnTo>
                  <a:pt x="65599" y="508845"/>
                </a:lnTo>
                <a:lnTo>
                  <a:pt x="38310" y="508073"/>
                </a:lnTo>
                <a:lnTo>
                  <a:pt x="11059" y="506844"/>
                </a:lnTo>
                <a:lnTo>
                  <a:pt x="5067" y="491452"/>
                </a:lnTo>
                <a:lnTo>
                  <a:pt x="4705" y="472516"/>
                </a:lnTo>
                <a:lnTo>
                  <a:pt x="4343" y="453581"/>
                </a:lnTo>
                <a:lnTo>
                  <a:pt x="3981" y="434645"/>
                </a:lnTo>
                <a:lnTo>
                  <a:pt x="3620" y="415709"/>
                </a:lnTo>
                <a:lnTo>
                  <a:pt x="3258" y="396773"/>
                </a:lnTo>
                <a:lnTo>
                  <a:pt x="2896" y="377838"/>
                </a:lnTo>
                <a:lnTo>
                  <a:pt x="2534" y="358902"/>
                </a:lnTo>
                <a:lnTo>
                  <a:pt x="2172" y="339966"/>
                </a:lnTo>
                <a:lnTo>
                  <a:pt x="1810" y="321031"/>
                </a:lnTo>
                <a:lnTo>
                  <a:pt x="1448" y="302095"/>
                </a:lnTo>
                <a:lnTo>
                  <a:pt x="1086" y="283159"/>
                </a:lnTo>
                <a:lnTo>
                  <a:pt x="724" y="264224"/>
                </a:lnTo>
                <a:lnTo>
                  <a:pt x="362" y="245288"/>
                </a:lnTo>
                <a:lnTo>
                  <a:pt x="0" y="226352"/>
                </a:lnTo>
                <a:lnTo>
                  <a:pt x="10020" y="213970"/>
                </a:lnTo>
                <a:lnTo>
                  <a:pt x="37262" y="212588"/>
                </a:lnTo>
                <a:lnTo>
                  <a:pt x="64522" y="211426"/>
                </a:lnTo>
                <a:lnTo>
                  <a:pt x="91802" y="210464"/>
                </a:lnTo>
                <a:lnTo>
                  <a:pt x="119091" y="209674"/>
                </a:lnTo>
                <a:lnTo>
                  <a:pt x="146390" y="209045"/>
                </a:lnTo>
                <a:lnTo>
                  <a:pt x="173688" y="208550"/>
                </a:lnTo>
                <a:lnTo>
                  <a:pt x="200997" y="208188"/>
                </a:lnTo>
                <a:lnTo>
                  <a:pt x="228305" y="207950"/>
                </a:lnTo>
                <a:lnTo>
                  <a:pt x="255622" y="207807"/>
                </a:lnTo>
                <a:lnTo>
                  <a:pt x="282931" y="207769"/>
                </a:lnTo>
                <a:lnTo>
                  <a:pt x="310248" y="207826"/>
                </a:lnTo>
                <a:lnTo>
                  <a:pt x="337556" y="207959"/>
                </a:lnTo>
                <a:lnTo>
                  <a:pt x="364865" y="208178"/>
                </a:lnTo>
                <a:lnTo>
                  <a:pt x="392182" y="208455"/>
                </a:lnTo>
                <a:lnTo>
                  <a:pt x="419481" y="208807"/>
                </a:lnTo>
                <a:lnTo>
                  <a:pt x="446789" y="209217"/>
                </a:lnTo>
                <a:lnTo>
                  <a:pt x="474097" y="209683"/>
                </a:lnTo>
                <a:lnTo>
                  <a:pt x="501396" y="210207"/>
                </a:lnTo>
                <a:lnTo>
                  <a:pt x="528695" y="210779"/>
                </a:lnTo>
                <a:lnTo>
                  <a:pt x="555993" y="211388"/>
                </a:lnTo>
                <a:lnTo>
                  <a:pt x="583292" y="212046"/>
                </a:lnTo>
                <a:lnTo>
                  <a:pt x="610591" y="212731"/>
                </a:lnTo>
                <a:lnTo>
                  <a:pt x="637880" y="213455"/>
                </a:lnTo>
                <a:lnTo>
                  <a:pt x="665169" y="214217"/>
                </a:lnTo>
                <a:lnTo>
                  <a:pt x="692458" y="215008"/>
                </a:lnTo>
                <a:lnTo>
                  <a:pt x="719747" y="215827"/>
                </a:lnTo>
                <a:lnTo>
                  <a:pt x="747036" y="216675"/>
                </a:lnTo>
                <a:lnTo>
                  <a:pt x="774316" y="217541"/>
                </a:lnTo>
                <a:lnTo>
                  <a:pt x="801605" y="218427"/>
                </a:lnTo>
                <a:lnTo>
                  <a:pt x="828885" y="219332"/>
                </a:lnTo>
                <a:lnTo>
                  <a:pt x="856164" y="220256"/>
                </a:lnTo>
                <a:lnTo>
                  <a:pt x="883444" y="221190"/>
                </a:lnTo>
                <a:lnTo>
                  <a:pt x="910723" y="222133"/>
                </a:lnTo>
                <a:lnTo>
                  <a:pt x="938003" y="223095"/>
                </a:lnTo>
                <a:lnTo>
                  <a:pt x="965273" y="224057"/>
                </a:lnTo>
                <a:lnTo>
                  <a:pt x="992553" y="225028"/>
                </a:lnTo>
                <a:lnTo>
                  <a:pt x="1019832" y="226009"/>
                </a:lnTo>
                <a:lnTo>
                  <a:pt x="1047102" y="227000"/>
                </a:lnTo>
                <a:lnTo>
                  <a:pt x="1074382" y="227981"/>
                </a:lnTo>
                <a:lnTo>
                  <a:pt x="1101662" y="228962"/>
                </a:lnTo>
                <a:lnTo>
                  <a:pt x="1128932" y="229934"/>
                </a:lnTo>
                <a:lnTo>
                  <a:pt x="1156211" y="230915"/>
                </a:lnTo>
                <a:lnTo>
                  <a:pt x="1183491" y="231886"/>
                </a:lnTo>
                <a:lnTo>
                  <a:pt x="1210761" y="232848"/>
                </a:lnTo>
                <a:lnTo>
                  <a:pt x="1238040" y="233810"/>
                </a:lnTo>
                <a:lnTo>
                  <a:pt x="1265320" y="234744"/>
                </a:lnTo>
                <a:lnTo>
                  <a:pt x="1292600" y="235687"/>
                </a:lnTo>
                <a:lnTo>
                  <a:pt x="1319879" y="236591"/>
                </a:lnTo>
                <a:lnTo>
                  <a:pt x="1347159" y="237496"/>
                </a:lnTo>
                <a:lnTo>
                  <a:pt x="1374448" y="238373"/>
                </a:lnTo>
                <a:lnTo>
                  <a:pt x="1401728" y="239230"/>
                </a:lnTo>
                <a:lnTo>
                  <a:pt x="1429017" y="240059"/>
                </a:lnTo>
                <a:lnTo>
                  <a:pt x="1456306" y="240868"/>
                </a:lnTo>
                <a:lnTo>
                  <a:pt x="1483595" y="241640"/>
                </a:lnTo>
                <a:lnTo>
                  <a:pt x="1510884" y="242392"/>
                </a:lnTo>
                <a:lnTo>
                  <a:pt x="1538183" y="243097"/>
                </a:lnTo>
                <a:lnTo>
                  <a:pt x="1565472" y="243773"/>
                </a:lnTo>
                <a:lnTo>
                  <a:pt x="1592771" y="244402"/>
                </a:lnTo>
                <a:lnTo>
                  <a:pt x="1620069" y="244993"/>
                </a:lnTo>
                <a:lnTo>
                  <a:pt x="1647377" y="245526"/>
                </a:lnTo>
                <a:lnTo>
                  <a:pt x="1674676" y="246021"/>
                </a:lnTo>
                <a:lnTo>
                  <a:pt x="1701984" y="246450"/>
                </a:lnTo>
                <a:lnTo>
                  <a:pt x="1729292" y="246821"/>
                </a:lnTo>
                <a:lnTo>
                  <a:pt x="1756600" y="247126"/>
                </a:lnTo>
                <a:lnTo>
                  <a:pt x="1783909" y="247364"/>
                </a:lnTo>
                <a:lnTo>
                  <a:pt x="1811226" y="247526"/>
                </a:lnTo>
                <a:lnTo>
                  <a:pt x="1838535" y="247593"/>
                </a:lnTo>
                <a:lnTo>
                  <a:pt x="1865852" y="247574"/>
                </a:lnTo>
                <a:lnTo>
                  <a:pt x="1893160" y="247460"/>
                </a:lnTo>
                <a:lnTo>
                  <a:pt x="1920469" y="247231"/>
                </a:lnTo>
                <a:lnTo>
                  <a:pt x="1947777" y="246878"/>
                </a:lnTo>
                <a:lnTo>
                  <a:pt x="1975085" y="246393"/>
                </a:lnTo>
                <a:lnTo>
                  <a:pt x="2002384" y="245764"/>
                </a:lnTo>
                <a:lnTo>
                  <a:pt x="2029673" y="244973"/>
                </a:lnTo>
                <a:lnTo>
                  <a:pt x="2056943" y="244002"/>
                </a:lnTo>
                <a:lnTo>
                  <a:pt x="2084203" y="242830"/>
                </a:lnTo>
                <a:lnTo>
                  <a:pt x="2111445" y="241421"/>
                </a:lnTo>
                <a:lnTo>
                  <a:pt x="2138648" y="239744"/>
                </a:lnTo>
                <a:lnTo>
                  <a:pt x="2165814" y="237773"/>
                </a:lnTo>
                <a:lnTo>
                  <a:pt x="2192922" y="235439"/>
                </a:lnTo>
                <a:lnTo>
                  <a:pt x="2219944" y="232686"/>
                </a:lnTo>
                <a:lnTo>
                  <a:pt x="2246843" y="229438"/>
                </a:lnTo>
                <a:lnTo>
                  <a:pt x="2273579" y="225562"/>
                </a:lnTo>
                <a:lnTo>
                  <a:pt x="2300059" y="220913"/>
                </a:lnTo>
                <a:lnTo>
                  <a:pt x="2326119" y="215265"/>
                </a:lnTo>
                <a:lnTo>
                  <a:pt x="2351484" y="208264"/>
                </a:lnTo>
                <a:lnTo>
                  <a:pt x="2375583" y="199377"/>
                </a:lnTo>
                <a:lnTo>
                  <a:pt x="2397109" y="187785"/>
                </a:lnTo>
                <a:lnTo>
                  <a:pt x="2413197" y="172593"/>
                </a:lnTo>
                <a:lnTo>
                  <a:pt x="2419674" y="154343"/>
                </a:lnTo>
                <a:lnTo>
                  <a:pt x="2437981" y="144856"/>
                </a:lnTo>
                <a:lnTo>
                  <a:pt x="2463689" y="138455"/>
                </a:lnTo>
                <a:lnTo>
                  <a:pt x="2489044" y="131416"/>
                </a:lnTo>
                <a:lnTo>
                  <a:pt x="2514067" y="123835"/>
                </a:lnTo>
                <a:lnTo>
                  <a:pt x="2538774" y="115767"/>
                </a:lnTo>
                <a:lnTo>
                  <a:pt x="2563158" y="107232"/>
                </a:lnTo>
                <a:lnTo>
                  <a:pt x="2587209" y="98260"/>
                </a:lnTo>
                <a:lnTo>
                  <a:pt x="2610926" y="88868"/>
                </a:lnTo>
                <a:lnTo>
                  <a:pt x="2634301" y="79067"/>
                </a:lnTo>
                <a:lnTo>
                  <a:pt x="2657323" y="68885"/>
                </a:lnTo>
                <a:lnTo>
                  <a:pt x="2679973" y="58312"/>
                </a:lnTo>
                <a:lnTo>
                  <a:pt x="2702262" y="47358"/>
                </a:lnTo>
                <a:lnTo>
                  <a:pt x="2724169" y="36052"/>
                </a:lnTo>
                <a:lnTo>
                  <a:pt x="2745677" y="24374"/>
                </a:lnTo>
                <a:lnTo>
                  <a:pt x="2766784" y="12363"/>
                </a:lnTo>
                <a:lnTo>
                  <a:pt x="2787472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" name="note-sheet-paper-4">
            <a:extLst xmlns:a="http://schemas.openxmlformats.org/drawingml/2006/main">
              <a:ext uri="{FF2B5EF4-FFF2-40B4-BE49-F238E27FC236}">
                <a16:creationId xmlns:a16="http://schemas.microsoft.com/office/drawing/2014/main" id="{75D4674A-7AB8-41DE-B3BF-CB005783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2073" y="4045591"/>
            <a:ext cx="2787701" cy="1932832"/>
          </a:xfrm>
          <a:custGeom xmlns:a="http://schemas.openxmlformats.org/drawingml/2006/main">
            <a:pathLst>
              <a:path w="2787701" h="1932832">
                <a:moveTo>
                  <a:pt x="0" y="1932832"/>
                </a:moveTo>
                <a:lnTo>
                  <a:pt x="44758" y="1932832"/>
                </a:lnTo>
                <a:lnTo>
                  <a:pt x="89516" y="1932832"/>
                </a:lnTo>
                <a:lnTo>
                  <a:pt x="134274" y="1932832"/>
                </a:lnTo>
                <a:lnTo>
                  <a:pt x="179041" y="1932832"/>
                </a:lnTo>
                <a:lnTo>
                  <a:pt x="223799" y="1932832"/>
                </a:lnTo>
                <a:lnTo>
                  <a:pt x="268557" y="1932832"/>
                </a:lnTo>
                <a:lnTo>
                  <a:pt x="313315" y="1932832"/>
                </a:lnTo>
                <a:lnTo>
                  <a:pt x="358073" y="1932832"/>
                </a:lnTo>
                <a:lnTo>
                  <a:pt x="402831" y="1932832"/>
                </a:lnTo>
                <a:lnTo>
                  <a:pt x="447599" y="1932832"/>
                </a:lnTo>
                <a:lnTo>
                  <a:pt x="492357" y="1932832"/>
                </a:lnTo>
                <a:lnTo>
                  <a:pt x="537115" y="1932832"/>
                </a:lnTo>
                <a:lnTo>
                  <a:pt x="581873" y="1932832"/>
                </a:lnTo>
                <a:lnTo>
                  <a:pt x="626631" y="1932832"/>
                </a:lnTo>
                <a:lnTo>
                  <a:pt x="671389" y="1932832"/>
                </a:lnTo>
                <a:lnTo>
                  <a:pt x="716156" y="1932832"/>
                </a:lnTo>
                <a:lnTo>
                  <a:pt x="760914" y="1932832"/>
                </a:lnTo>
                <a:lnTo>
                  <a:pt x="805672" y="1932832"/>
                </a:lnTo>
                <a:lnTo>
                  <a:pt x="850430" y="1932832"/>
                </a:lnTo>
                <a:lnTo>
                  <a:pt x="895188" y="1932832"/>
                </a:lnTo>
                <a:lnTo>
                  <a:pt x="939946" y="1932832"/>
                </a:lnTo>
                <a:lnTo>
                  <a:pt x="984714" y="1932832"/>
                </a:lnTo>
                <a:lnTo>
                  <a:pt x="1029472" y="1932832"/>
                </a:lnTo>
                <a:lnTo>
                  <a:pt x="1074230" y="1932832"/>
                </a:lnTo>
                <a:lnTo>
                  <a:pt x="1118987" y="1932832"/>
                </a:lnTo>
                <a:lnTo>
                  <a:pt x="1163745" y="1932832"/>
                </a:lnTo>
                <a:lnTo>
                  <a:pt x="1208503" y="1932832"/>
                </a:lnTo>
                <a:lnTo>
                  <a:pt x="1253271" y="1932832"/>
                </a:lnTo>
                <a:lnTo>
                  <a:pt x="1298029" y="1932832"/>
                </a:lnTo>
                <a:lnTo>
                  <a:pt x="1342787" y="1932832"/>
                </a:lnTo>
                <a:lnTo>
                  <a:pt x="1387545" y="1932832"/>
                </a:lnTo>
                <a:lnTo>
                  <a:pt x="1432303" y="1932832"/>
                </a:lnTo>
                <a:lnTo>
                  <a:pt x="1477061" y="1932832"/>
                </a:lnTo>
                <a:lnTo>
                  <a:pt x="1521828" y="1932832"/>
                </a:lnTo>
                <a:lnTo>
                  <a:pt x="1566586" y="1932832"/>
                </a:lnTo>
                <a:lnTo>
                  <a:pt x="1611344" y="1932832"/>
                </a:lnTo>
                <a:lnTo>
                  <a:pt x="1656102" y="1932832"/>
                </a:lnTo>
                <a:lnTo>
                  <a:pt x="1700860" y="1932832"/>
                </a:lnTo>
                <a:lnTo>
                  <a:pt x="1745618" y="1932832"/>
                </a:lnTo>
                <a:lnTo>
                  <a:pt x="1790386" y="1932832"/>
                </a:lnTo>
                <a:lnTo>
                  <a:pt x="1835144" y="1932832"/>
                </a:lnTo>
                <a:lnTo>
                  <a:pt x="1879454" y="1929336"/>
                </a:lnTo>
                <a:lnTo>
                  <a:pt x="1923526" y="1923917"/>
                </a:lnTo>
                <a:lnTo>
                  <a:pt x="1967598" y="1918487"/>
                </a:lnTo>
                <a:lnTo>
                  <a:pt x="2011670" y="1913068"/>
                </a:lnTo>
                <a:lnTo>
                  <a:pt x="2055743" y="1907648"/>
                </a:lnTo>
                <a:lnTo>
                  <a:pt x="2099815" y="1902228"/>
                </a:lnTo>
                <a:lnTo>
                  <a:pt x="2143887" y="1896808"/>
                </a:lnTo>
                <a:lnTo>
                  <a:pt x="2187959" y="1891389"/>
                </a:lnTo>
                <a:lnTo>
                  <a:pt x="2221601" y="1872396"/>
                </a:lnTo>
                <a:lnTo>
                  <a:pt x="2252653" y="1850050"/>
                </a:lnTo>
                <a:lnTo>
                  <a:pt x="2283714" y="1827705"/>
                </a:lnTo>
                <a:lnTo>
                  <a:pt x="2314775" y="1805359"/>
                </a:lnTo>
                <a:lnTo>
                  <a:pt x="2345827" y="1783013"/>
                </a:lnTo>
                <a:lnTo>
                  <a:pt x="2376888" y="1760668"/>
                </a:lnTo>
                <a:lnTo>
                  <a:pt x="2407949" y="1738322"/>
                </a:lnTo>
                <a:lnTo>
                  <a:pt x="2439010" y="1715976"/>
                </a:lnTo>
                <a:lnTo>
                  <a:pt x="2470061" y="1693631"/>
                </a:lnTo>
                <a:lnTo>
                  <a:pt x="2501122" y="1671276"/>
                </a:lnTo>
                <a:lnTo>
                  <a:pt x="2532183" y="1648930"/>
                </a:lnTo>
                <a:lnTo>
                  <a:pt x="2563244" y="1626584"/>
                </a:lnTo>
                <a:lnTo>
                  <a:pt x="2594296" y="1604239"/>
                </a:lnTo>
                <a:lnTo>
                  <a:pt x="2625357" y="1581893"/>
                </a:lnTo>
                <a:lnTo>
                  <a:pt x="2656418" y="1559547"/>
                </a:lnTo>
                <a:lnTo>
                  <a:pt x="2687469" y="1537202"/>
                </a:lnTo>
                <a:lnTo>
                  <a:pt x="2718530" y="1514856"/>
                </a:lnTo>
                <a:lnTo>
                  <a:pt x="2749591" y="1492510"/>
                </a:lnTo>
                <a:lnTo>
                  <a:pt x="2780652" y="1470155"/>
                </a:lnTo>
                <a:lnTo>
                  <a:pt x="2787701" y="1441094"/>
                </a:lnTo>
                <a:lnTo>
                  <a:pt x="2787701" y="1410062"/>
                </a:lnTo>
                <a:lnTo>
                  <a:pt x="2787701" y="1379030"/>
                </a:lnTo>
                <a:lnTo>
                  <a:pt x="2787701" y="1347997"/>
                </a:lnTo>
                <a:lnTo>
                  <a:pt x="2787701" y="1316965"/>
                </a:lnTo>
                <a:lnTo>
                  <a:pt x="2787701" y="1285932"/>
                </a:lnTo>
                <a:lnTo>
                  <a:pt x="2787701" y="1254900"/>
                </a:lnTo>
                <a:lnTo>
                  <a:pt x="2787701" y="1223867"/>
                </a:lnTo>
                <a:lnTo>
                  <a:pt x="2787701" y="1192825"/>
                </a:lnTo>
                <a:lnTo>
                  <a:pt x="2787701" y="1161793"/>
                </a:lnTo>
                <a:lnTo>
                  <a:pt x="2787701" y="1130760"/>
                </a:lnTo>
                <a:lnTo>
                  <a:pt x="2787701" y="1099728"/>
                </a:lnTo>
                <a:lnTo>
                  <a:pt x="2787701" y="1068695"/>
                </a:lnTo>
                <a:lnTo>
                  <a:pt x="2787701" y="1037663"/>
                </a:lnTo>
                <a:lnTo>
                  <a:pt x="2787701" y="1006631"/>
                </a:lnTo>
                <a:lnTo>
                  <a:pt x="2787701" y="975589"/>
                </a:lnTo>
                <a:lnTo>
                  <a:pt x="2787701" y="944556"/>
                </a:lnTo>
                <a:lnTo>
                  <a:pt x="2787701" y="913524"/>
                </a:lnTo>
                <a:lnTo>
                  <a:pt x="2787701" y="882491"/>
                </a:lnTo>
                <a:lnTo>
                  <a:pt x="2787701" y="851459"/>
                </a:lnTo>
                <a:lnTo>
                  <a:pt x="2787701" y="820426"/>
                </a:lnTo>
                <a:lnTo>
                  <a:pt x="2787701" y="789394"/>
                </a:lnTo>
                <a:lnTo>
                  <a:pt x="2787701" y="758361"/>
                </a:lnTo>
                <a:lnTo>
                  <a:pt x="2787701" y="727319"/>
                </a:lnTo>
                <a:lnTo>
                  <a:pt x="2787701" y="696287"/>
                </a:lnTo>
                <a:lnTo>
                  <a:pt x="2787701" y="665255"/>
                </a:lnTo>
                <a:lnTo>
                  <a:pt x="2787701" y="634222"/>
                </a:lnTo>
                <a:lnTo>
                  <a:pt x="2787701" y="603190"/>
                </a:lnTo>
                <a:lnTo>
                  <a:pt x="2787701" y="572157"/>
                </a:lnTo>
                <a:lnTo>
                  <a:pt x="2787701" y="541125"/>
                </a:lnTo>
                <a:lnTo>
                  <a:pt x="2787701" y="510092"/>
                </a:lnTo>
                <a:lnTo>
                  <a:pt x="2787701" y="479050"/>
                </a:lnTo>
                <a:lnTo>
                  <a:pt x="2787701" y="448018"/>
                </a:lnTo>
                <a:lnTo>
                  <a:pt x="2787701" y="416985"/>
                </a:lnTo>
                <a:lnTo>
                  <a:pt x="2787701" y="385953"/>
                </a:lnTo>
                <a:lnTo>
                  <a:pt x="2787701" y="354921"/>
                </a:lnTo>
                <a:lnTo>
                  <a:pt x="2787701" y="323888"/>
                </a:lnTo>
                <a:lnTo>
                  <a:pt x="2787701" y="292856"/>
                </a:lnTo>
                <a:lnTo>
                  <a:pt x="2787701" y="261814"/>
                </a:lnTo>
                <a:lnTo>
                  <a:pt x="2787701" y="230781"/>
                </a:lnTo>
                <a:lnTo>
                  <a:pt x="2787701" y="199749"/>
                </a:lnTo>
                <a:lnTo>
                  <a:pt x="2787701" y="168716"/>
                </a:lnTo>
                <a:lnTo>
                  <a:pt x="2787701" y="137684"/>
                </a:lnTo>
                <a:lnTo>
                  <a:pt x="2787701" y="106651"/>
                </a:lnTo>
                <a:lnTo>
                  <a:pt x="2787701" y="75619"/>
                </a:lnTo>
                <a:lnTo>
                  <a:pt x="2787701" y="44587"/>
                </a:lnTo>
                <a:lnTo>
                  <a:pt x="2787701" y="13545"/>
                </a:lnTo>
                <a:lnTo>
                  <a:pt x="2762479" y="0"/>
                </a:lnTo>
                <a:lnTo>
                  <a:pt x="2717721" y="0"/>
                </a:lnTo>
                <a:lnTo>
                  <a:pt x="2672963" y="0"/>
                </a:lnTo>
                <a:lnTo>
                  <a:pt x="2628205" y="0"/>
                </a:lnTo>
                <a:lnTo>
                  <a:pt x="2583447" y="0"/>
                </a:lnTo>
                <a:lnTo>
                  <a:pt x="2538689" y="0"/>
                </a:lnTo>
                <a:lnTo>
                  <a:pt x="2493921" y="0"/>
                </a:lnTo>
                <a:lnTo>
                  <a:pt x="2449163" y="0"/>
                </a:lnTo>
                <a:lnTo>
                  <a:pt x="2404405" y="0"/>
                </a:lnTo>
                <a:lnTo>
                  <a:pt x="2359647" y="0"/>
                </a:lnTo>
                <a:lnTo>
                  <a:pt x="2314889" y="0"/>
                </a:lnTo>
                <a:lnTo>
                  <a:pt x="2270131" y="0"/>
                </a:lnTo>
                <a:lnTo>
                  <a:pt x="2225364" y="0"/>
                </a:lnTo>
                <a:lnTo>
                  <a:pt x="2180606" y="0"/>
                </a:lnTo>
                <a:lnTo>
                  <a:pt x="2135848" y="0"/>
                </a:lnTo>
                <a:lnTo>
                  <a:pt x="2091090" y="0"/>
                </a:lnTo>
                <a:lnTo>
                  <a:pt x="2046332" y="0"/>
                </a:lnTo>
                <a:lnTo>
                  <a:pt x="2001574" y="0"/>
                </a:lnTo>
                <a:lnTo>
                  <a:pt x="1956806" y="0"/>
                </a:lnTo>
                <a:lnTo>
                  <a:pt x="1912049" y="0"/>
                </a:lnTo>
                <a:lnTo>
                  <a:pt x="1867291" y="0"/>
                </a:lnTo>
                <a:lnTo>
                  <a:pt x="1822533" y="0"/>
                </a:lnTo>
                <a:lnTo>
                  <a:pt x="1777775" y="0"/>
                </a:lnTo>
                <a:lnTo>
                  <a:pt x="1733017" y="0"/>
                </a:lnTo>
                <a:lnTo>
                  <a:pt x="1688249" y="0"/>
                </a:lnTo>
                <a:lnTo>
                  <a:pt x="1643491" y="0"/>
                </a:lnTo>
                <a:lnTo>
                  <a:pt x="1598733" y="0"/>
                </a:lnTo>
                <a:lnTo>
                  <a:pt x="1553975" y="0"/>
                </a:lnTo>
                <a:lnTo>
                  <a:pt x="1509217" y="0"/>
                </a:lnTo>
                <a:lnTo>
                  <a:pt x="1464459" y="0"/>
                </a:lnTo>
                <a:lnTo>
                  <a:pt x="1419692" y="0"/>
                </a:lnTo>
                <a:lnTo>
                  <a:pt x="1374934" y="0"/>
                </a:lnTo>
                <a:lnTo>
                  <a:pt x="1330176" y="0"/>
                </a:lnTo>
                <a:lnTo>
                  <a:pt x="1285418" y="0"/>
                </a:lnTo>
                <a:lnTo>
                  <a:pt x="1240660" y="0"/>
                </a:lnTo>
                <a:lnTo>
                  <a:pt x="1195902" y="0"/>
                </a:lnTo>
                <a:lnTo>
                  <a:pt x="1151134" y="0"/>
                </a:lnTo>
                <a:lnTo>
                  <a:pt x="1106376" y="0"/>
                </a:lnTo>
                <a:lnTo>
                  <a:pt x="1061618" y="0"/>
                </a:lnTo>
                <a:lnTo>
                  <a:pt x="1016860" y="0"/>
                </a:lnTo>
                <a:lnTo>
                  <a:pt x="972102" y="0"/>
                </a:lnTo>
                <a:lnTo>
                  <a:pt x="927344" y="0"/>
                </a:lnTo>
                <a:lnTo>
                  <a:pt x="882577" y="0"/>
                </a:lnTo>
                <a:lnTo>
                  <a:pt x="837819" y="0"/>
                </a:lnTo>
                <a:lnTo>
                  <a:pt x="793061" y="0"/>
                </a:lnTo>
                <a:lnTo>
                  <a:pt x="748303" y="0"/>
                </a:lnTo>
                <a:lnTo>
                  <a:pt x="703545" y="0"/>
                </a:lnTo>
                <a:lnTo>
                  <a:pt x="658787" y="0"/>
                </a:lnTo>
                <a:lnTo>
                  <a:pt x="614020" y="0"/>
                </a:lnTo>
                <a:lnTo>
                  <a:pt x="569262" y="0"/>
                </a:lnTo>
                <a:lnTo>
                  <a:pt x="524504" y="0"/>
                </a:lnTo>
                <a:lnTo>
                  <a:pt x="479746" y="0"/>
                </a:lnTo>
                <a:lnTo>
                  <a:pt x="434988" y="0"/>
                </a:lnTo>
                <a:lnTo>
                  <a:pt x="390230" y="0"/>
                </a:lnTo>
                <a:lnTo>
                  <a:pt x="345472" y="0"/>
                </a:lnTo>
                <a:lnTo>
                  <a:pt x="300704" y="0"/>
                </a:lnTo>
                <a:lnTo>
                  <a:pt x="255946" y="0"/>
                </a:lnTo>
                <a:lnTo>
                  <a:pt x="211188" y="0"/>
                </a:lnTo>
                <a:lnTo>
                  <a:pt x="166430" y="0"/>
                </a:lnTo>
                <a:lnTo>
                  <a:pt x="121672" y="0"/>
                </a:lnTo>
                <a:lnTo>
                  <a:pt x="76914" y="0"/>
                </a:lnTo>
                <a:lnTo>
                  <a:pt x="32147" y="0"/>
                </a:lnTo>
                <a:lnTo>
                  <a:pt x="0" y="8744"/>
                </a:lnTo>
                <a:lnTo>
                  <a:pt x="0" y="39776"/>
                </a:lnTo>
                <a:lnTo>
                  <a:pt x="0" y="70809"/>
                </a:lnTo>
                <a:lnTo>
                  <a:pt x="0" y="101841"/>
                </a:lnTo>
                <a:lnTo>
                  <a:pt x="0" y="132874"/>
                </a:lnTo>
                <a:lnTo>
                  <a:pt x="0" y="163906"/>
                </a:lnTo>
                <a:lnTo>
                  <a:pt x="0" y="194948"/>
                </a:lnTo>
                <a:lnTo>
                  <a:pt x="0" y="225981"/>
                </a:lnTo>
                <a:lnTo>
                  <a:pt x="0" y="257013"/>
                </a:lnTo>
                <a:lnTo>
                  <a:pt x="0" y="288046"/>
                </a:lnTo>
                <a:lnTo>
                  <a:pt x="0" y="319078"/>
                </a:lnTo>
                <a:lnTo>
                  <a:pt x="0" y="350110"/>
                </a:lnTo>
                <a:lnTo>
                  <a:pt x="0" y="381143"/>
                </a:lnTo>
                <a:lnTo>
                  <a:pt x="0" y="412185"/>
                </a:lnTo>
                <a:lnTo>
                  <a:pt x="0" y="443217"/>
                </a:lnTo>
                <a:lnTo>
                  <a:pt x="0" y="474250"/>
                </a:lnTo>
                <a:lnTo>
                  <a:pt x="0" y="505282"/>
                </a:lnTo>
                <a:lnTo>
                  <a:pt x="0" y="536315"/>
                </a:lnTo>
                <a:lnTo>
                  <a:pt x="0" y="567347"/>
                </a:lnTo>
                <a:lnTo>
                  <a:pt x="0" y="598380"/>
                </a:lnTo>
                <a:lnTo>
                  <a:pt x="0" y="629412"/>
                </a:lnTo>
                <a:lnTo>
                  <a:pt x="0" y="660454"/>
                </a:lnTo>
                <a:lnTo>
                  <a:pt x="0" y="691486"/>
                </a:lnTo>
                <a:lnTo>
                  <a:pt x="0" y="722519"/>
                </a:lnTo>
                <a:lnTo>
                  <a:pt x="0" y="753551"/>
                </a:lnTo>
                <a:lnTo>
                  <a:pt x="0" y="784584"/>
                </a:lnTo>
                <a:lnTo>
                  <a:pt x="0" y="815616"/>
                </a:lnTo>
                <a:lnTo>
                  <a:pt x="0" y="846649"/>
                </a:lnTo>
                <a:lnTo>
                  <a:pt x="0" y="877681"/>
                </a:lnTo>
                <a:lnTo>
                  <a:pt x="0" y="908723"/>
                </a:lnTo>
                <a:lnTo>
                  <a:pt x="0" y="939756"/>
                </a:lnTo>
                <a:lnTo>
                  <a:pt x="0" y="970788"/>
                </a:lnTo>
                <a:lnTo>
                  <a:pt x="0" y="1001820"/>
                </a:lnTo>
                <a:lnTo>
                  <a:pt x="0" y="1032853"/>
                </a:lnTo>
                <a:lnTo>
                  <a:pt x="0" y="1063885"/>
                </a:lnTo>
                <a:lnTo>
                  <a:pt x="0" y="1094918"/>
                </a:lnTo>
                <a:lnTo>
                  <a:pt x="0" y="1125960"/>
                </a:lnTo>
                <a:lnTo>
                  <a:pt x="0" y="1156992"/>
                </a:lnTo>
                <a:lnTo>
                  <a:pt x="0" y="1188025"/>
                </a:lnTo>
                <a:lnTo>
                  <a:pt x="0" y="1219057"/>
                </a:lnTo>
                <a:lnTo>
                  <a:pt x="0" y="1250090"/>
                </a:lnTo>
                <a:lnTo>
                  <a:pt x="0" y="1281122"/>
                </a:lnTo>
                <a:lnTo>
                  <a:pt x="0" y="1312154"/>
                </a:lnTo>
                <a:lnTo>
                  <a:pt x="0" y="1343187"/>
                </a:lnTo>
                <a:lnTo>
                  <a:pt x="0" y="1374229"/>
                </a:lnTo>
                <a:lnTo>
                  <a:pt x="0" y="1405261"/>
                </a:lnTo>
                <a:lnTo>
                  <a:pt x="0" y="1436294"/>
                </a:lnTo>
                <a:lnTo>
                  <a:pt x="0" y="1467326"/>
                </a:lnTo>
                <a:lnTo>
                  <a:pt x="0" y="1498359"/>
                </a:lnTo>
                <a:lnTo>
                  <a:pt x="0" y="1529391"/>
                </a:lnTo>
                <a:lnTo>
                  <a:pt x="0" y="1560424"/>
                </a:lnTo>
                <a:lnTo>
                  <a:pt x="0" y="1591456"/>
                </a:lnTo>
                <a:lnTo>
                  <a:pt x="0" y="1622498"/>
                </a:lnTo>
                <a:lnTo>
                  <a:pt x="0" y="1653530"/>
                </a:lnTo>
                <a:lnTo>
                  <a:pt x="0" y="1684563"/>
                </a:lnTo>
                <a:lnTo>
                  <a:pt x="0" y="1715595"/>
                </a:lnTo>
                <a:lnTo>
                  <a:pt x="0" y="1746628"/>
                </a:lnTo>
                <a:lnTo>
                  <a:pt x="0" y="1777660"/>
                </a:lnTo>
                <a:lnTo>
                  <a:pt x="0" y="1808693"/>
                </a:lnTo>
                <a:lnTo>
                  <a:pt x="0" y="1839725"/>
                </a:lnTo>
                <a:lnTo>
                  <a:pt x="0" y="1870767"/>
                </a:lnTo>
                <a:lnTo>
                  <a:pt x="0" y="1901800"/>
                </a:lnTo>
                <a:lnTo>
                  <a:pt x="0" y="1932832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25" name="note-sheet-header-4">
            <a:extLst xmlns:a="http://schemas.openxmlformats.org/drawingml/2006/main">
              <a:ext uri="{FF2B5EF4-FFF2-40B4-BE49-F238E27FC236}">
                <a16:creationId xmlns:a16="http://schemas.microsoft.com/office/drawing/2014/main" id="{BDCE69E0-FFB0-4F42-9EE9-3CD7AB5B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2073" y="4045591"/>
            <a:ext cx="2787701" cy="33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6" name="note-sheet-fold-4">
            <a:extLst xmlns:a="http://schemas.openxmlformats.org/drawingml/2006/main">
              <a:ext uri="{FF2B5EF4-FFF2-40B4-BE49-F238E27FC236}">
                <a16:creationId xmlns:a16="http://schemas.microsoft.com/office/drawing/2014/main" id="{7A2DCA3F-DC91-4377-90AC-C19505A9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62703" y="5510679"/>
            <a:ext cx="1027071" cy="468106"/>
          </a:xfrm>
          <a:custGeom xmlns:a="http://schemas.openxmlformats.org/drawingml/2006/main">
            <a:pathLst>
              <a:path w="1027071" h="468106">
                <a:moveTo>
                  <a:pt x="1027071" y="0"/>
                </a:moveTo>
                <a:lnTo>
                  <a:pt x="1025852" y="7763"/>
                </a:lnTo>
                <a:lnTo>
                  <a:pt x="1024242" y="15497"/>
                </a:lnTo>
                <a:lnTo>
                  <a:pt x="1022375" y="23193"/>
                </a:lnTo>
                <a:lnTo>
                  <a:pt x="1020261" y="30871"/>
                </a:lnTo>
                <a:lnTo>
                  <a:pt x="1017937" y="38510"/>
                </a:lnTo>
                <a:lnTo>
                  <a:pt x="1015413" y="46130"/>
                </a:lnTo>
                <a:lnTo>
                  <a:pt x="1012698" y="53702"/>
                </a:lnTo>
                <a:lnTo>
                  <a:pt x="1009793" y="61255"/>
                </a:lnTo>
                <a:lnTo>
                  <a:pt x="1006716" y="68771"/>
                </a:lnTo>
                <a:lnTo>
                  <a:pt x="1003459" y="76248"/>
                </a:lnTo>
                <a:lnTo>
                  <a:pt x="1000030" y="83687"/>
                </a:lnTo>
                <a:lnTo>
                  <a:pt x="996439" y="91088"/>
                </a:lnTo>
                <a:lnTo>
                  <a:pt x="992676" y="98450"/>
                </a:lnTo>
                <a:lnTo>
                  <a:pt x="988752" y="105775"/>
                </a:lnTo>
                <a:lnTo>
                  <a:pt x="984656" y="113052"/>
                </a:lnTo>
                <a:lnTo>
                  <a:pt x="980408" y="120282"/>
                </a:lnTo>
                <a:lnTo>
                  <a:pt x="975998" y="127473"/>
                </a:lnTo>
                <a:lnTo>
                  <a:pt x="971426" y="134607"/>
                </a:lnTo>
                <a:lnTo>
                  <a:pt x="966711" y="141703"/>
                </a:lnTo>
                <a:lnTo>
                  <a:pt x="961825" y="148742"/>
                </a:lnTo>
                <a:lnTo>
                  <a:pt x="956786" y="155734"/>
                </a:lnTo>
                <a:lnTo>
                  <a:pt x="951605" y="162668"/>
                </a:lnTo>
                <a:lnTo>
                  <a:pt x="946261" y="169535"/>
                </a:lnTo>
                <a:lnTo>
                  <a:pt x="940765" y="176365"/>
                </a:lnTo>
                <a:lnTo>
                  <a:pt x="935117" y="183118"/>
                </a:lnTo>
                <a:lnTo>
                  <a:pt x="929335" y="189824"/>
                </a:lnTo>
                <a:lnTo>
                  <a:pt x="923392" y="196453"/>
                </a:lnTo>
                <a:lnTo>
                  <a:pt x="917305" y="203025"/>
                </a:lnTo>
                <a:lnTo>
                  <a:pt x="911066" y="209540"/>
                </a:lnTo>
                <a:lnTo>
                  <a:pt x="904694" y="215979"/>
                </a:lnTo>
                <a:lnTo>
                  <a:pt x="898179" y="222342"/>
                </a:lnTo>
                <a:lnTo>
                  <a:pt x="891511" y="228648"/>
                </a:lnTo>
                <a:lnTo>
                  <a:pt x="884711" y="234877"/>
                </a:lnTo>
                <a:lnTo>
                  <a:pt x="877776" y="241030"/>
                </a:lnTo>
                <a:lnTo>
                  <a:pt x="870699" y="247107"/>
                </a:lnTo>
                <a:lnTo>
                  <a:pt x="863489" y="253108"/>
                </a:lnTo>
                <a:lnTo>
                  <a:pt x="856155" y="259032"/>
                </a:lnTo>
                <a:lnTo>
                  <a:pt x="848678" y="264881"/>
                </a:lnTo>
                <a:lnTo>
                  <a:pt x="841077" y="270643"/>
                </a:lnTo>
                <a:lnTo>
                  <a:pt x="833352" y="276330"/>
                </a:lnTo>
                <a:lnTo>
                  <a:pt x="825503" y="281930"/>
                </a:lnTo>
                <a:lnTo>
                  <a:pt x="817531" y="287445"/>
                </a:lnTo>
                <a:lnTo>
                  <a:pt x="809435" y="292884"/>
                </a:lnTo>
                <a:lnTo>
                  <a:pt x="801224" y="298228"/>
                </a:lnTo>
                <a:lnTo>
                  <a:pt x="792890" y="303486"/>
                </a:lnTo>
                <a:lnTo>
                  <a:pt x="784450" y="308667"/>
                </a:lnTo>
                <a:lnTo>
                  <a:pt x="775906" y="313754"/>
                </a:lnTo>
                <a:lnTo>
                  <a:pt x="767248" y="318745"/>
                </a:lnTo>
                <a:lnTo>
                  <a:pt x="758485" y="323659"/>
                </a:lnTo>
                <a:lnTo>
                  <a:pt x="749618" y="328479"/>
                </a:lnTo>
                <a:lnTo>
                  <a:pt x="740645" y="333204"/>
                </a:lnTo>
                <a:lnTo>
                  <a:pt x="731587" y="337842"/>
                </a:lnTo>
                <a:lnTo>
                  <a:pt x="722424" y="342386"/>
                </a:lnTo>
                <a:lnTo>
                  <a:pt x="713175" y="346843"/>
                </a:lnTo>
                <a:lnTo>
                  <a:pt x="703831" y="351215"/>
                </a:lnTo>
                <a:lnTo>
                  <a:pt x="694401" y="355492"/>
                </a:lnTo>
                <a:lnTo>
                  <a:pt x="684895" y="359674"/>
                </a:lnTo>
                <a:lnTo>
                  <a:pt x="675294" y="363769"/>
                </a:lnTo>
                <a:lnTo>
                  <a:pt x="665626" y="367770"/>
                </a:lnTo>
                <a:lnTo>
                  <a:pt x="655872" y="371685"/>
                </a:lnTo>
                <a:lnTo>
                  <a:pt x="646043" y="375504"/>
                </a:lnTo>
                <a:lnTo>
                  <a:pt x="636146" y="379238"/>
                </a:lnTo>
                <a:lnTo>
                  <a:pt x="626183" y="382876"/>
                </a:lnTo>
                <a:lnTo>
                  <a:pt x="616153" y="386429"/>
                </a:lnTo>
                <a:lnTo>
                  <a:pt x="606057" y="389896"/>
                </a:lnTo>
                <a:lnTo>
                  <a:pt x="595894" y="393278"/>
                </a:lnTo>
                <a:lnTo>
                  <a:pt x="585683" y="396564"/>
                </a:lnTo>
                <a:lnTo>
                  <a:pt x="575405" y="399764"/>
                </a:lnTo>
                <a:lnTo>
                  <a:pt x="565071" y="402888"/>
                </a:lnTo>
                <a:lnTo>
                  <a:pt x="554688" y="405917"/>
                </a:lnTo>
                <a:lnTo>
                  <a:pt x="544259" y="408861"/>
                </a:lnTo>
                <a:lnTo>
                  <a:pt x="533781" y="411728"/>
                </a:lnTo>
                <a:lnTo>
                  <a:pt x="523246" y="414509"/>
                </a:lnTo>
                <a:lnTo>
                  <a:pt x="512674" y="417205"/>
                </a:lnTo>
                <a:lnTo>
                  <a:pt x="502063" y="419824"/>
                </a:lnTo>
                <a:lnTo>
                  <a:pt x="491404" y="422358"/>
                </a:lnTo>
                <a:lnTo>
                  <a:pt x="480708" y="424805"/>
                </a:lnTo>
                <a:lnTo>
                  <a:pt x="469973" y="427187"/>
                </a:lnTo>
                <a:lnTo>
                  <a:pt x="459210" y="429482"/>
                </a:lnTo>
                <a:lnTo>
                  <a:pt x="448408" y="431702"/>
                </a:lnTo>
                <a:lnTo>
                  <a:pt x="437579" y="433854"/>
                </a:lnTo>
                <a:lnTo>
                  <a:pt x="426710" y="435921"/>
                </a:lnTo>
                <a:lnTo>
                  <a:pt x="415823" y="437921"/>
                </a:lnTo>
                <a:lnTo>
                  <a:pt x="404898" y="439836"/>
                </a:lnTo>
                <a:lnTo>
                  <a:pt x="393954" y="441684"/>
                </a:lnTo>
                <a:lnTo>
                  <a:pt x="382991" y="443465"/>
                </a:lnTo>
                <a:lnTo>
                  <a:pt x="371989" y="445170"/>
                </a:lnTo>
                <a:lnTo>
                  <a:pt x="360978" y="446818"/>
                </a:lnTo>
                <a:lnTo>
                  <a:pt x="349939" y="448380"/>
                </a:lnTo>
                <a:lnTo>
                  <a:pt x="338890" y="449885"/>
                </a:lnTo>
                <a:lnTo>
                  <a:pt x="327812" y="451323"/>
                </a:lnTo>
                <a:lnTo>
                  <a:pt x="316725" y="452685"/>
                </a:lnTo>
                <a:lnTo>
                  <a:pt x="305610" y="453990"/>
                </a:lnTo>
                <a:lnTo>
                  <a:pt x="294494" y="455238"/>
                </a:lnTo>
                <a:lnTo>
                  <a:pt x="283350" y="456409"/>
                </a:lnTo>
                <a:lnTo>
                  <a:pt x="272205" y="457524"/>
                </a:lnTo>
                <a:lnTo>
                  <a:pt x="261042" y="458581"/>
                </a:lnTo>
                <a:lnTo>
                  <a:pt x="249869" y="459572"/>
                </a:lnTo>
                <a:lnTo>
                  <a:pt x="238677" y="460505"/>
                </a:lnTo>
                <a:lnTo>
                  <a:pt x="227486" y="461381"/>
                </a:lnTo>
                <a:lnTo>
                  <a:pt x="216284" y="462201"/>
                </a:lnTo>
                <a:lnTo>
                  <a:pt x="205073" y="462963"/>
                </a:lnTo>
                <a:lnTo>
                  <a:pt x="193853" y="463667"/>
                </a:lnTo>
                <a:lnTo>
                  <a:pt x="182623" y="464315"/>
                </a:lnTo>
                <a:lnTo>
                  <a:pt x="171393" y="464915"/>
                </a:lnTo>
                <a:lnTo>
                  <a:pt x="160153" y="465458"/>
                </a:lnTo>
                <a:lnTo>
                  <a:pt x="148904" y="465944"/>
                </a:lnTo>
                <a:lnTo>
                  <a:pt x="137655" y="466382"/>
                </a:lnTo>
                <a:lnTo>
                  <a:pt x="126406" y="466773"/>
                </a:lnTo>
                <a:lnTo>
                  <a:pt x="115148" y="467106"/>
                </a:lnTo>
                <a:lnTo>
                  <a:pt x="103899" y="467392"/>
                </a:lnTo>
                <a:lnTo>
                  <a:pt x="92631" y="467630"/>
                </a:lnTo>
                <a:lnTo>
                  <a:pt x="81372" y="467820"/>
                </a:lnTo>
                <a:lnTo>
                  <a:pt x="70104" y="467954"/>
                </a:lnTo>
                <a:lnTo>
                  <a:pt x="58845" y="468049"/>
                </a:lnTo>
                <a:lnTo>
                  <a:pt x="47577" y="468097"/>
                </a:lnTo>
                <a:lnTo>
                  <a:pt x="36309" y="468106"/>
                </a:lnTo>
                <a:lnTo>
                  <a:pt x="25041" y="468059"/>
                </a:lnTo>
                <a:lnTo>
                  <a:pt x="13783" y="467973"/>
                </a:lnTo>
                <a:lnTo>
                  <a:pt x="2515" y="467849"/>
                </a:lnTo>
                <a:lnTo>
                  <a:pt x="0" y="467716"/>
                </a:lnTo>
                <a:lnTo>
                  <a:pt x="11259" y="467525"/>
                </a:lnTo>
                <a:lnTo>
                  <a:pt x="22517" y="467201"/>
                </a:lnTo>
                <a:lnTo>
                  <a:pt x="33766" y="466773"/>
                </a:lnTo>
                <a:lnTo>
                  <a:pt x="45006" y="466249"/>
                </a:lnTo>
                <a:lnTo>
                  <a:pt x="56236" y="465639"/>
                </a:lnTo>
                <a:lnTo>
                  <a:pt x="67456" y="464944"/>
                </a:lnTo>
                <a:lnTo>
                  <a:pt x="78667" y="464153"/>
                </a:lnTo>
                <a:lnTo>
                  <a:pt x="89868" y="463296"/>
                </a:lnTo>
                <a:lnTo>
                  <a:pt x="101051" y="462344"/>
                </a:lnTo>
                <a:lnTo>
                  <a:pt x="112214" y="461324"/>
                </a:lnTo>
                <a:lnTo>
                  <a:pt x="123368" y="460210"/>
                </a:lnTo>
                <a:lnTo>
                  <a:pt x="134503" y="459019"/>
                </a:lnTo>
                <a:lnTo>
                  <a:pt x="145618" y="457743"/>
                </a:lnTo>
                <a:lnTo>
                  <a:pt x="156715" y="456390"/>
                </a:lnTo>
                <a:lnTo>
                  <a:pt x="167783" y="454943"/>
                </a:lnTo>
                <a:lnTo>
                  <a:pt x="178832" y="453409"/>
                </a:lnTo>
                <a:lnTo>
                  <a:pt x="189852" y="451790"/>
                </a:lnTo>
                <a:lnTo>
                  <a:pt x="200844" y="450075"/>
                </a:lnTo>
                <a:lnTo>
                  <a:pt x="211807" y="448275"/>
                </a:lnTo>
                <a:lnTo>
                  <a:pt x="222733" y="446380"/>
                </a:lnTo>
                <a:lnTo>
                  <a:pt x="233629" y="444389"/>
                </a:lnTo>
                <a:lnTo>
                  <a:pt x="244488" y="442303"/>
                </a:lnTo>
                <a:lnTo>
                  <a:pt x="255299" y="440112"/>
                </a:lnTo>
                <a:lnTo>
                  <a:pt x="266071" y="437826"/>
                </a:lnTo>
                <a:lnTo>
                  <a:pt x="276787" y="435426"/>
                </a:lnTo>
                <a:lnTo>
                  <a:pt x="287465" y="432921"/>
                </a:lnTo>
                <a:lnTo>
                  <a:pt x="298075" y="430301"/>
                </a:lnTo>
                <a:lnTo>
                  <a:pt x="308629" y="427577"/>
                </a:lnTo>
                <a:lnTo>
                  <a:pt x="319126" y="424729"/>
                </a:lnTo>
                <a:lnTo>
                  <a:pt x="329546" y="421767"/>
                </a:lnTo>
                <a:lnTo>
                  <a:pt x="339890" y="418671"/>
                </a:lnTo>
                <a:lnTo>
                  <a:pt x="350158" y="415452"/>
                </a:lnTo>
                <a:lnTo>
                  <a:pt x="360331" y="412109"/>
                </a:lnTo>
                <a:lnTo>
                  <a:pt x="370418" y="408623"/>
                </a:lnTo>
                <a:lnTo>
                  <a:pt x="380409" y="405013"/>
                </a:lnTo>
                <a:lnTo>
                  <a:pt x="390287" y="401250"/>
                </a:lnTo>
                <a:lnTo>
                  <a:pt x="400040" y="397354"/>
                </a:lnTo>
                <a:lnTo>
                  <a:pt x="409680" y="393306"/>
                </a:lnTo>
                <a:lnTo>
                  <a:pt x="419176" y="389106"/>
                </a:lnTo>
                <a:lnTo>
                  <a:pt x="428530" y="384753"/>
                </a:lnTo>
                <a:lnTo>
                  <a:pt x="437731" y="380248"/>
                </a:lnTo>
                <a:lnTo>
                  <a:pt x="446761" y="375580"/>
                </a:lnTo>
                <a:lnTo>
                  <a:pt x="455619" y="370751"/>
                </a:lnTo>
                <a:lnTo>
                  <a:pt x="464287" y="365760"/>
                </a:lnTo>
                <a:lnTo>
                  <a:pt x="472745" y="360597"/>
                </a:lnTo>
                <a:lnTo>
                  <a:pt x="480993" y="355273"/>
                </a:lnTo>
                <a:lnTo>
                  <a:pt x="489004" y="349787"/>
                </a:lnTo>
                <a:lnTo>
                  <a:pt x="496776" y="344138"/>
                </a:lnTo>
                <a:lnTo>
                  <a:pt x="504301" y="338318"/>
                </a:lnTo>
                <a:lnTo>
                  <a:pt x="511550" y="332337"/>
                </a:lnTo>
                <a:lnTo>
                  <a:pt x="518512" y="326203"/>
                </a:lnTo>
                <a:lnTo>
                  <a:pt x="525189" y="319907"/>
                </a:lnTo>
                <a:lnTo>
                  <a:pt x="531552" y="313468"/>
                </a:lnTo>
                <a:lnTo>
                  <a:pt x="537601" y="306876"/>
                </a:lnTo>
                <a:lnTo>
                  <a:pt x="543325" y="300152"/>
                </a:lnTo>
                <a:lnTo>
                  <a:pt x="548716" y="293284"/>
                </a:lnTo>
                <a:lnTo>
                  <a:pt x="553755" y="286302"/>
                </a:lnTo>
                <a:lnTo>
                  <a:pt x="558451" y="279206"/>
                </a:lnTo>
                <a:lnTo>
                  <a:pt x="562794" y="271996"/>
                </a:lnTo>
                <a:lnTo>
                  <a:pt x="566785" y="264690"/>
                </a:lnTo>
                <a:lnTo>
                  <a:pt x="570424" y="257299"/>
                </a:lnTo>
                <a:lnTo>
                  <a:pt x="573700" y="249831"/>
                </a:lnTo>
                <a:lnTo>
                  <a:pt x="576624" y="242287"/>
                </a:lnTo>
                <a:lnTo>
                  <a:pt x="579206" y="234686"/>
                </a:lnTo>
                <a:lnTo>
                  <a:pt x="581444" y="227028"/>
                </a:lnTo>
                <a:lnTo>
                  <a:pt x="583340" y="219332"/>
                </a:lnTo>
                <a:lnTo>
                  <a:pt x="584911" y="211598"/>
                </a:lnTo>
                <a:lnTo>
                  <a:pt x="586159" y="203835"/>
                </a:lnTo>
                <a:lnTo>
                  <a:pt x="587092" y="196044"/>
                </a:lnTo>
                <a:lnTo>
                  <a:pt x="587731" y="188252"/>
                </a:lnTo>
                <a:lnTo>
                  <a:pt x="588064" y="180442"/>
                </a:lnTo>
                <a:lnTo>
                  <a:pt x="588112" y="172631"/>
                </a:lnTo>
                <a:lnTo>
                  <a:pt x="587893" y="164821"/>
                </a:lnTo>
                <a:lnTo>
                  <a:pt x="587407" y="157020"/>
                </a:lnTo>
                <a:lnTo>
                  <a:pt x="586664" y="149219"/>
                </a:lnTo>
                <a:lnTo>
                  <a:pt x="597084" y="147314"/>
                </a:lnTo>
                <a:lnTo>
                  <a:pt x="608066" y="145561"/>
                </a:lnTo>
                <a:lnTo>
                  <a:pt x="619011" y="143704"/>
                </a:lnTo>
                <a:lnTo>
                  <a:pt x="629917" y="141742"/>
                </a:lnTo>
                <a:lnTo>
                  <a:pt x="640785" y="139703"/>
                </a:lnTo>
                <a:lnTo>
                  <a:pt x="651624" y="137570"/>
                </a:lnTo>
                <a:lnTo>
                  <a:pt x="662435" y="135369"/>
                </a:lnTo>
                <a:lnTo>
                  <a:pt x="673208" y="133083"/>
                </a:lnTo>
                <a:lnTo>
                  <a:pt x="683943" y="130721"/>
                </a:lnTo>
                <a:lnTo>
                  <a:pt x="694649" y="128292"/>
                </a:lnTo>
                <a:lnTo>
                  <a:pt x="705317" y="125778"/>
                </a:lnTo>
                <a:lnTo>
                  <a:pt x="715956" y="123196"/>
                </a:lnTo>
                <a:lnTo>
                  <a:pt x="726548" y="120548"/>
                </a:lnTo>
                <a:lnTo>
                  <a:pt x="737111" y="117824"/>
                </a:lnTo>
                <a:lnTo>
                  <a:pt x="747627" y="115024"/>
                </a:lnTo>
                <a:lnTo>
                  <a:pt x="758104" y="112157"/>
                </a:lnTo>
                <a:lnTo>
                  <a:pt x="768544" y="109214"/>
                </a:lnTo>
                <a:lnTo>
                  <a:pt x="778935" y="106204"/>
                </a:lnTo>
                <a:lnTo>
                  <a:pt x="789280" y="103108"/>
                </a:lnTo>
                <a:lnTo>
                  <a:pt x="799586" y="99946"/>
                </a:lnTo>
                <a:lnTo>
                  <a:pt x="809835" y="96717"/>
                </a:lnTo>
                <a:lnTo>
                  <a:pt x="820045" y="93402"/>
                </a:lnTo>
                <a:lnTo>
                  <a:pt x="830189" y="90011"/>
                </a:lnTo>
                <a:lnTo>
                  <a:pt x="840296" y="86554"/>
                </a:lnTo>
                <a:lnTo>
                  <a:pt x="850335" y="83010"/>
                </a:lnTo>
                <a:lnTo>
                  <a:pt x="860317" y="79400"/>
                </a:lnTo>
                <a:lnTo>
                  <a:pt x="870242" y="75705"/>
                </a:lnTo>
                <a:lnTo>
                  <a:pt x="880110" y="71923"/>
                </a:lnTo>
                <a:lnTo>
                  <a:pt x="889902" y="68066"/>
                </a:lnTo>
                <a:lnTo>
                  <a:pt x="899636" y="64132"/>
                </a:lnTo>
                <a:lnTo>
                  <a:pt x="909295" y="60112"/>
                </a:lnTo>
                <a:lnTo>
                  <a:pt x="918886" y="56017"/>
                </a:lnTo>
                <a:lnTo>
                  <a:pt x="928392" y="51826"/>
                </a:lnTo>
                <a:lnTo>
                  <a:pt x="937831" y="47558"/>
                </a:lnTo>
                <a:lnTo>
                  <a:pt x="947176" y="43205"/>
                </a:lnTo>
                <a:lnTo>
                  <a:pt x="956443" y="38757"/>
                </a:lnTo>
                <a:lnTo>
                  <a:pt x="965625" y="34233"/>
                </a:lnTo>
                <a:lnTo>
                  <a:pt x="974712" y="29613"/>
                </a:lnTo>
                <a:lnTo>
                  <a:pt x="983694" y="24898"/>
                </a:lnTo>
                <a:lnTo>
                  <a:pt x="992591" y="20107"/>
                </a:lnTo>
                <a:lnTo>
                  <a:pt x="1001373" y="15211"/>
                </a:lnTo>
                <a:lnTo>
                  <a:pt x="1010050" y="10239"/>
                </a:lnTo>
                <a:lnTo>
                  <a:pt x="1018623" y="5163"/>
                </a:lnTo>
                <a:lnTo>
                  <a:pt x="1027071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27" name="note-sheet-shadow-5">
            <a:extLst xmlns:a="http://schemas.openxmlformats.org/drawingml/2006/main">
              <a:ext uri="{FF2B5EF4-FFF2-40B4-BE49-F238E27FC236}">
                <a16:creationId xmlns:a16="http://schemas.microsoft.com/office/drawing/2014/main" id="{141CA2A7-A820-4E42-AE8F-8375D480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7364" y="5466226"/>
            <a:ext cx="2788339" cy="513912"/>
          </a:xfrm>
          <a:custGeom xmlns:a="http://schemas.openxmlformats.org/drawingml/2006/main">
            <a:pathLst>
              <a:path w="2788339" h="513912">
                <a:moveTo>
                  <a:pt x="2787472" y="0"/>
                </a:moveTo>
                <a:lnTo>
                  <a:pt x="2788339" y="18926"/>
                </a:lnTo>
                <a:lnTo>
                  <a:pt x="2787948" y="37862"/>
                </a:lnTo>
                <a:lnTo>
                  <a:pt x="2786605" y="56769"/>
                </a:lnTo>
                <a:lnTo>
                  <a:pt x="2784358" y="75648"/>
                </a:lnTo>
                <a:lnTo>
                  <a:pt x="2781243" y="94459"/>
                </a:lnTo>
                <a:lnTo>
                  <a:pt x="2777271" y="113195"/>
                </a:lnTo>
                <a:lnTo>
                  <a:pt x="2772442" y="131826"/>
                </a:lnTo>
                <a:lnTo>
                  <a:pt x="2766746" y="150352"/>
                </a:lnTo>
                <a:lnTo>
                  <a:pt x="2760154" y="168726"/>
                </a:lnTo>
                <a:lnTo>
                  <a:pt x="2752668" y="186938"/>
                </a:lnTo>
                <a:lnTo>
                  <a:pt x="2744257" y="204949"/>
                </a:lnTo>
                <a:lnTo>
                  <a:pt x="2734894" y="222742"/>
                </a:lnTo>
                <a:lnTo>
                  <a:pt x="2724579" y="240278"/>
                </a:lnTo>
                <a:lnTo>
                  <a:pt x="2713282" y="257518"/>
                </a:lnTo>
                <a:lnTo>
                  <a:pt x="2700985" y="274425"/>
                </a:lnTo>
                <a:lnTo>
                  <a:pt x="2687688" y="290960"/>
                </a:lnTo>
                <a:lnTo>
                  <a:pt x="2673382" y="307086"/>
                </a:lnTo>
                <a:lnTo>
                  <a:pt x="2658056" y="322764"/>
                </a:lnTo>
                <a:lnTo>
                  <a:pt x="2641730" y="337947"/>
                </a:lnTo>
                <a:lnTo>
                  <a:pt x="2624423" y="352587"/>
                </a:lnTo>
                <a:lnTo>
                  <a:pt x="2606145" y="366665"/>
                </a:lnTo>
                <a:lnTo>
                  <a:pt x="2586942" y="380124"/>
                </a:lnTo>
                <a:lnTo>
                  <a:pt x="2566845" y="392944"/>
                </a:lnTo>
                <a:lnTo>
                  <a:pt x="2545899" y="405098"/>
                </a:lnTo>
                <a:lnTo>
                  <a:pt x="2524154" y="416557"/>
                </a:lnTo>
                <a:lnTo>
                  <a:pt x="2501675" y="427311"/>
                </a:lnTo>
                <a:lnTo>
                  <a:pt x="2478519" y="437350"/>
                </a:lnTo>
                <a:lnTo>
                  <a:pt x="2454754" y="446665"/>
                </a:lnTo>
                <a:lnTo>
                  <a:pt x="2430418" y="455276"/>
                </a:lnTo>
                <a:lnTo>
                  <a:pt x="2405596" y="463172"/>
                </a:lnTo>
                <a:lnTo>
                  <a:pt x="2380345" y="470373"/>
                </a:lnTo>
                <a:lnTo>
                  <a:pt x="2354704" y="476898"/>
                </a:lnTo>
                <a:lnTo>
                  <a:pt x="2328729" y="482756"/>
                </a:lnTo>
                <a:lnTo>
                  <a:pt x="2302478" y="487985"/>
                </a:lnTo>
                <a:lnTo>
                  <a:pt x="2275989" y="492585"/>
                </a:lnTo>
                <a:lnTo>
                  <a:pt x="2249300" y="496605"/>
                </a:lnTo>
                <a:lnTo>
                  <a:pt x="2222440" y="500053"/>
                </a:lnTo>
                <a:lnTo>
                  <a:pt x="2195455" y="502958"/>
                </a:lnTo>
                <a:lnTo>
                  <a:pt x="2168366" y="505349"/>
                </a:lnTo>
                <a:lnTo>
                  <a:pt x="2141191" y="507244"/>
                </a:lnTo>
                <a:lnTo>
                  <a:pt x="2113950" y="508664"/>
                </a:lnTo>
                <a:lnTo>
                  <a:pt x="2086661" y="509330"/>
                </a:lnTo>
                <a:lnTo>
                  <a:pt x="2059353" y="509768"/>
                </a:lnTo>
                <a:lnTo>
                  <a:pt x="2032044" y="510130"/>
                </a:lnTo>
                <a:lnTo>
                  <a:pt x="2004736" y="510426"/>
                </a:lnTo>
                <a:lnTo>
                  <a:pt x="1977428" y="510692"/>
                </a:lnTo>
                <a:lnTo>
                  <a:pt x="1950110" y="510931"/>
                </a:lnTo>
                <a:lnTo>
                  <a:pt x="1922802" y="511140"/>
                </a:lnTo>
                <a:lnTo>
                  <a:pt x="1895494" y="511340"/>
                </a:lnTo>
                <a:lnTo>
                  <a:pt x="1868176" y="511521"/>
                </a:lnTo>
                <a:lnTo>
                  <a:pt x="1840868" y="511702"/>
                </a:lnTo>
                <a:lnTo>
                  <a:pt x="1813560" y="511854"/>
                </a:lnTo>
                <a:lnTo>
                  <a:pt x="1786242" y="512007"/>
                </a:lnTo>
                <a:lnTo>
                  <a:pt x="1758934" y="512150"/>
                </a:lnTo>
                <a:lnTo>
                  <a:pt x="1731616" y="512283"/>
                </a:lnTo>
                <a:lnTo>
                  <a:pt x="1704308" y="512416"/>
                </a:lnTo>
                <a:lnTo>
                  <a:pt x="1677000" y="512531"/>
                </a:lnTo>
                <a:lnTo>
                  <a:pt x="1649682" y="512645"/>
                </a:lnTo>
                <a:lnTo>
                  <a:pt x="1622374" y="512759"/>
                </a:lnTo>
                <a:lnTo>
                  <a:pt x="1595057" y="512855"/>
                </a:lnTo>
                <a:lnTo>
                  <a:pt x="1567748" y="512950"/>
                </a:lnTo>
                <a:lnTo>
                  <a:pt x="1540431" y="513045"/>
                </a:lnTo>
                <a:lnTo>
                  <a:pt x="1513122" y="513131"/>
                </a:lnTo>
                <a:lnTo>
                  <a:pt x="1485805" y="513207"/>
                </a:lnTo>
                <a:lnTo>
                  <a:pt x="1458497" y="513283"/>
                </a:lnTo>
                <a:lnTo>
                  <a:pt x="1431188" y="513359"/>
                </a:lnTo>
                <a:lnTo>
                  <a:pt x="1403871" y="513417"/>
                </a:lnTo>
                <a:lnTo>
                  <a:pt x="1376563" y="513483"/>
                </a:lnTo>
                <a:lnTo>
                  <a:pt x="1349245" y="513540"/>
                </a:lnTo>
                <a:lnTo>
                  <a:pt x="1321937" y="513598"/>
                </a:lnTo>
                <a:lnTo>
                  <a:pt x="1294619" y="513645"/>
                </a:lnTo>
                <a:lnTo>
                  <a:pt x="1267311" y="513693"/>
                </a:lnTo>
                <a:lnTo>
                  <a:pt x="1239993" y="513731"/>
                </a:lnTo>
                <a:lnTo>
                  <a:pt x="1212685" y="513769"/>
                </a:lnTo>
                <a:lnTo>
                  <a:pt x="1185367" y="513798"/>
                </a:lnTo>
                <a:lnTo>
                  <a:pt x="1158059" y="513826"/>
                </a:lnTo>
                <a:lnTo>
                  <a:pt x="1130741" y="513845"/>
                </a:lnTo>
                <a:lnTo>
                  <a:pt x="1103433" y="513874"/>
                </a:lnTo>
                <a:lnTo>
                  <a:pt x="1076115" y="513893"/>
                </a:lnTo>
                <a:lnTo>
                  <a:pt x="1048807" y="513893"/>
                </a:lnTo>
                <a:lnTo>
                  <a:pt x="1021490" y="513902"/>
                </a:lnTo>
                <a:lnTo>
                  <a:pt x="994181" y="513912"/>
                </a:lnTo>
                <a:lnTo>
                  <a:pt x="966864" y="513902"/>
                </a:lnTo>
                <a:lnTo>
                  <a:pt x="939556" y="513893"/>
                </a:lnTo>
                <a:lnTo>
                  <a:pt x="912238" y="513883"/>
                </a:lnTo>
                <a:lnTo>
                  <a:pt x="884930" y="513874"/>
                </a:lnTo>
                <a:lnTo>
                  <a:pt x="857621" y="513845"/>
                </a:lnTo>
                <a:lnTo>
                  <a:pt x="830304" y="513817"/>
                </a:lnTo>
                <a:lnTo>
                  <a:pt x="802996" y="513798"/>
                </a:lnTo>
                <a:lnTo>
                  <a:pt x="775678" y="513750"/>
                </a:lnTo>
                <a:lnTo>
                  <a:pt x="748370" y="513712"/>
                </a:lnTo>
                <a:lnTo>
                  <a:pt x="721052" y="513664"/>
                </a:lnTo>
                <a:lnTo>
                  <a:pt x="693744" y="513607"/>
                </a:lnTo>
                <a:lnTo>
                  <a:pt x="666426" y="513550"/>
                </a:lnTo>
                <a:lnTo>
                  <a:pt x="639118" y="513483"/>
                </a:lnTo>
                <a:lnTo>
                  <a:pt x="611800" y="513417"/>
                </a:lnTo>
                <a:lnTo>
                  <a:pt x="584492" y="513321"/>
                </a:lnTo>
                <a:lnTo>
                  <a:pt x="557174" y="513236"/>
                </a:lnTo>
                <a:lnTo>
                  <a:pt x="529866" y="513150"/>
                </a:lnTo>
                <a:lnTo>
                  <a:pt x="502558" y="513036"/>
                </a:lnTo>
                <a:lnTo>
                  <a:pt x="475240" y="512921"/>
                </a:lnTo>
                <a:lnTo>
                  <a:pt x="447932" y="512797"/>
                </a:lnTo>
                <a:lnTo>
                  <a:pt x="420614" y="512664"/>
                </a:lnTo>
                <a:lnTo>
                  <a:pt x="393306" y="512512"/>
                </a:lnTo>
                <a:lnTo>
                  <a:pt x="365989" y="512350"/>
                </a:lnTo>
                <a:lnTo>
                  <a:pt x="338680" y="512178"/>
                </a:lnTo>
                <a:lnTo>
                  <a:pt x="311372" y="511988"/>
                </a:lnTo>
                <a:lnTo>
                  <a:pt x="284055" y="511769"/>
                </a:lnTo>
                <a:lnTo>
                  <a:pt x="256746" y="511540"/>
                </a:lnTo>
                <a:lnTo>
                  <a:pt x="229438" y="511283"/>
                </a:lnTo>
                <a:lnTo>
                  <a:pt x="202130" y="511007"/>
                </a:lnTo>
                <a:lnTo>
                  <a:pt x="174822" y="510692"/>
                </a:lnTo>
                <a:lnTo>
                  <a:pt x="147514" y="510330"/>
                </a:lnTo>
                <a:lnTo>
                  <a:pt x="120205" y="509921"/>
                </a:lnTo>
                <a:lnTo>
                  <a:pt x="92897" y="509435"/>
                </a:lnTo>
                <a:lnTo>
                  <a:pt x="65599" y="508845"/>
                </a:lnTo>
                <a:lnTo>
                  <a:pt x="38310" y="508073"/>
                </a:lnTo>
                <a:lnTo>
                  <a:pt x="11059" y="506844"/>
                </a:lnTo>
                <a:lnTo>
                  <a:pt x="5067" y="491452"/>
                </a:lnTo>
                <a:lnTo>
                  <a:pt x="4705" y="472516"/>
                </a:lnTo>
                <a:lnTo>
                  <a:pt x="4343" y="453581"/>
                </a:lnTo>
                <a:lnTo>
                  <a:pt x="3981" y="434645"/>
                </a:lnTo>
                <a:lnTo>
                  <a:pt x="3620" y="415709"/>
                </a:lnTo>
                <a:lnTo>
                  <a:pt x="3258" y="396773"/>
                </a:lnTo>
                <a:lnTo>
                  <a:pt x="2896" y="377838"/>
                </a:lnTo>
                <a:lnTo>
                  <a:pt x="2534" y="358902"/>
                </a:lnTo>
                <a:lnTo>
                  <a:pt x="2172" y="339966"/>
                </a:lnTo>
                <a:lnTo>
                  <a:pt x="1810" y="321031"/>
                </a:lnTo>
                <a:lnTo>
                  <a:pt x="1448" y="302095"/>
                </a:lnTo>
                <a:lnTo>
                  <a:pt x="1086" y="283159"/>
                </a:lnTo>
                <a:lnTo>
                  <a:pt x="724" y="264224"/>
                </a:lnTo>
                <a:lnTo>
                  <a:pt x="362" y="245288"/>
                </a:lnTo>
                <a:lnTo>
                  <a:pt x="0" y="226352"/>
                </a:lnTo>
                <a:lnTo>
                  <a:pt x="10020" y="213970"/>
                </a:lnTo>
                <a:lnTo>
                  <a:pt x="37262" y="212588"/>
                </a:lnTo>
                <a:lnTo>
                  <a:pt x="64522" y="211426"/>
                </a:lnTo>
                <a:lnTo>
                  <a:pt x="91802" y="210464"/>
                </a:lnTo>
                <a:lnTo>
                  <a:pt x="119091" y="209674"/>
                </a:lnTo>
                <a:lnTo>
                  <a:pt x="146390" y="209045"/>
                </a:lnTo>
                <a:lnTo>
                  <a:pt x="173688" y="208550"/>
                </a:lnTo>
                <a:lnTo>
                  <a:pt x="200997" y="208188"/>
                </a:lnTo>
                <a:lnTo>
                  <a:pt x="228305" y="207950"/>
                </a:lnTo>
                <a:lnTo>
                  <a:pt x="255622" y="207807"/>
                </a:lnTo>
                <a:lnTo>
                  <a:pt x="282931" y="207769"/>
                </a:lnTo>
                <a:lnTo>
                  <a:pt x="310248" y="207826"/>
                </a:lnTo>
                <a:lnTo>
                  <a:pt x="337556" y="207959"/>
                </a:lnTo>
                <a:lnTo>
                  <a:pt x="364865" y="208178"/>
                </a:lnTo>
                <a:lnTo>
                  <a:pt x="392182" y="208455"/>
                </a:lnTo>
                <a:lnTo>
                  <a:pt x="419481" y="208807"/>
                </a:lnTo>
                <a:lnTo>
                  <a:pt x="446789" y="209217"/>
                </a:lnTo>
                <a:lnTo>
                  <a:pt x="474097" y="209683"/>
                </a:lnTo>
                <a:lnTo>
                  <a:pt x="501396" y="210207"/>
                </a:lnTo>
                <a:lnTo>
                  <a:pt x="528695" y="210779"/>
                </a:lnTo>
                <a:lnTo>
                  <a:pt x="555993" y="211388"/>
                </a:lnTo>
                <a:lnTo>
                  <a:pt x="583292" y="212046"/>
                </a:lnTo>
                <a:lnTo>
                  <a:pt x="610591" y="212731"/>
                </a:lnTo>
                <a:lnTo>
                  <a:pt x="637880" y="213455"/>
                </a:lnTo>
                <a:lnTo>
                  <a:pt x="665169" y="214217"/>
                </a:lnTo>
                <a:lnTo>
                  <a:pt x="692458" y="215008"/>
                </a:lnTo>
                <a:lnTo>
                  <a:pt x="719747" y="215827"/>
                </a:lnTo>
                <a:lnTo>
                  <a:pt x="747036" y="216675"/>
                </a:lnTo>
                <a:lnTo>
                  <a:pt x="774316" y="217541"/>
                </a:lnTo>
                <a:lnTo>
                  <a:pt x="801605" y="218427"/>
                </a:lnTo>
                <a:lnTo>
                  <a:pt x="828885" y="219332"/>
                </a:lnTo>
                <a:lnTo>
                  <a:pt x="856164" y="220256"/>
                </a:lnTo>
                <a:lnTo>
                  <a:pt x="883444" y="221190"/>
                </a:lnTo>
                <a:lnTo>
                  <a:pt x="910723" y="222133"/>
                </a:lnTo>
                <a:lnTo>
                  <a:pt x="938003" y="223095"/>
                </a:lnTo>
                <a:lnTo>
                  <a:pt x="965273" y="224057"/>
                </a:lnTo>
                <a:lnTo>
                  <a:pt x="992553" y="225028"/>
                </a:lnTo>
                <a:lnTo>
                  <a:pt x="1019832" y="226009"/>
                </a:lnTo>
                <a:lnTo>
                  <a:pt x="1047102" y="227000"/>
                </a:lnTo>
                <a:lnTo>
                  <a:pt x="1074382" y="227981"/>
                </a:lnTo>
                <a:lnTo>
                  <a:pt x="1101662" y="228962"/>
                </a:lnTo>
                <a:lnTo>
                  <a:pt x="1128932" y="229934"/>
                </a:lnTo>
                <a:lnTo>
                  <a:pt x="1156211" y="230915"/>
                </a:lnTo>
                <a:lnTo>
                  <a:pt x="1183491" y="231886"/>
                </a:lnTo>
                <a:lnTo>
                  <a:pt x="1210761" y="232848"/>
                </a:lnTo>
                <a:lnTo>
                  <a:pt x="1238040" y="233810"/>
                </a:lnTo>
                <a:lnTo>
                  <a:pt x="1265320" y="234744"/>
                </a:lnTo>
                <a:lnTo>
                  <a:pt x="1292600" y="235687"/>
                </a:lnTo>
                <a:lnTo>
                  <a:pt x="1319879" y="236591"/>
                </a:lnTo>
                <a:lnTo>
                  <a:pt x="1347159" y="237496"/>
                </a:lnTo>
                <a:lnTo>
                  <a:pt x="1374448" y="238373"/>
                </a:lnTo>
                <a:lnTo>
                  <a:pt x="1401728" y="239230"/>
                </a:lnTo>
                <a:lnTo>
                  <a:pt x="1429017" y="240059"/>
                </a:lnTo>
                <a:lnTo>
                  <a:pt x="1456306" y="240868"/>
                </a:lnTo>
                <a:lnTo>
                  <a:pt x="1483595" y="241640"/>
                </a:lnTo>
                <a:lnTo>
                  <a:pt x="1510884" y="242392"/>
                </a:lnTo>
                <a:lnTo>
                  <a:pt x="1538183" y="243097"/>
                </a:lnTo>
                <a:lnTo>
                  <a:pt x="1565472" y="243773"/>
                </a:lnTo>
                <a:lnTo>
                  <a:pt x="1592771" y="244402"/>
                </a:lnTo>
                <a:lnTo>
                  <a:pt x="1620069" y="244993"/>
                </a:lnTo>
                <a:lnTo>
                  <a:pt x="1647377" y="245526"/>
                </a:lnTo>
                <a:lnTo>
                  <a:pt x="1674676" y="246021"/>
                </a:lnTo>
                <a:lnTo>
                  <a:pt x="1701984" y="246450"/>
                </a:lnTo>
                <a:lnTo>
                  <a:pt x="1729292" y="246821"/>
                </a:lnTo>
                <a:lnTo>
                  <a:pt x="1756600" y="247126"/>
                </a:lnTo>
                <a:lnTo>
                  <a:pt x="1783909" y="247364"/>
                </a:lnTo>
                <a:lnTo>
                  <a:pt x="1811226" y="247526"/>
                </a:lnTo>
                <a:lnTo>
                  <a:pt x="1838535" y="247593"/>
                </a:lnTo>
                <a:lnTo>
                  <a:pt x="1865852" y="247574"/>
                </a:lnTo>
                <a:lnTo>
                  <a:pt x="1893160" y="247460"/>
                </a:lnTo>
                <a:lnTo>
                  <a:pt x="1920469" y="247231"/>
                </a:lnTo>
                <a:lnTo>
                  <a:pt x="1947777" y="246878"/>
                </a:lnTo>
                <a:lnTo>
                  <a:pt x="1975085" y="246393"/>
                </a:lnTo>
                <a:lnTo>
                  <a:pt x="2002384" y="245764"/>
                </a:lnTo>
                <a:lnTo>
                  <a:pt x="2029673" y="244973"/>
                </a:lnTo>
                <a:lnTo>
                  <a:pt x="2056943" y="244002"/>
                </a:lnTo>
                <a:lnTo>
                  <a:pt x="2084203" y="242830"/>
                </a:lnTo>
                <a:lnTo>
                  <a:pt x="2111445" y="241421"/>
                </a:lnTo>
                <a:lnTo>
                  <a:pt x="2138648" y="239744"/>
                </a:lnTo>
                <a:lnTo>
                  <a:pt x="2165814" y="237773"/>
                </a:lnTo>
                <a:lnTo>
                  <a:pt x="2192922" y="235439"/>
                </a:lnTo>
                <a:lnTo>
                  <a:pt x="2219944" y="232686"/>
                </a:lnTo>
                <a:lnTo>
                  <a:pt x="2246843" y="229438"/>
                </a:lnTo>
                <a:lnTo>
                  <a:pt x="2273579" y="225562"/>
                </a:lnTo>
                <a:lnTo>
                  <a:pt x="2300059" y="220913"/>
                </a:lnTo>
                <a:lnTo>
                  <a:pt x="2326119" y="215265"/>
                </a:lnTo>
                <a:lnTo>
                  <a:pt x="2351484" y="208264"/>
                </a:lnTo>
                <a:lnTo>
                  <a:pt x="2375583" y="199377"/>
                </a:lnTo>
                <a:lnTo>
                  <a:pt x="2397109" y="187785"/>
                </a:lnTo>
                <a:lnTo>
                  <a:pt x="2413197" y="172593"/>
                </a:lnTo>
                <a:lnTo>
                  <a:pt x="2419674" y="154343"/>
                </a:lnTo>
                <a:lnTo>
                  <a:pt x="2437981" y="144856"/>
                </a:lnTo>
                <a:lnTo>
                  <a:pt x="2463689" y="138455"/>
                </a:lnTo>
                <a:lnTo>
                  <a:pt x="2489044" y="131416"/>
                </a:lnTo>
                <a:lnTo>
                  <a:pt x="2514067" y="123835"/>
                </a:lnTo>
                <a:lnTo>
                  <a:pt x="2538774" y="115767"/>
                </a:lnTo>
                <a:lnTo>
                  <a:pt x="2563158" y="107232"/>
                </a:lnTo>
                <a:lnTo>
                  <a:pt x="2587209" y="98260"/>
                </a:lnTo>
                <a:lnTo>
                  <a:pt x="2610926" y="88868"/>
                </a:lnTo>
                <a:lnTo>
                  <a:pt x="2634301" y="79067"/>
                </a:lnTo>
                <a:lnTo>
                  <a:pt x="2657323" y="68885"/>
                </a:lnTo>
                <a:lnTo>
                  <a:pt x="2679973" y="58312"/>
                </a:lnTo>
                <a:lnTo>
                  <a:pt x="2702262" y="47358"/>
                </a:lnTo>
                <a:lnTo>
                  <a:pt x="2724169" y="36052"/>
                </a:lnTo>
                <a:lnTo>
                  <a:pt x="2745677" y="24374"/>
                </a:lnTo>
                <a:lnTo>
                  <a:pt x="2766784" y="12363"/>
                </a:lnTo>
                <a:lnTo>
                  <a:pt x="2787472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8" name="note-sheet-paper-5">
            <a:extLst xmlns:a="http://schemas.openxmlformats.org/drawingml/2006/main">
              <a:ext uri="{FF2B5EF4-FFF2-40B4-BE49-F238E27FC236}">
                <a16:creationId xmlns:a16="http://schemas.microsoft.com/office/drawing/2014/main" id="{203885C4-3C2B-4195-923F-F05AAE2B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7135" y="4045591"/>
            <a:ext cx="2787701" cy="1932832"/>
          </a:xfrm>
          <a:custGeom xmlns:a="http://schemas.openxmlformats.org/drawingml/2006/main">
            <a:pathLst>
              <a:path w="2787701" h="1932832">
                <a:moveTo>
                  <a:pt x="0" y="1932832"/>
                </a:moveTo>
                <a:lnTo>
                  <a:pt x="44758" y="1932832"/>
                </a:lnTo>
                <a:lnTo>
                  <a:pt x="89516" y="1932832"/>
                </a:lnTo>
                <a:lnTo>
                  <a:pt x="134274" y="1932832"/>
                </a:lnTo>
                <a:lnTo>
                  <a:pt x="179041" y="1932832"/>
                </a:lnTo>
                <a:lnTo>
                  <a:pt x="223799" y="1932832"/>
                </a:lnTo>
                <a:lnTo>
                  <a:pt x="268557" y="1932832"/>
                </a:lnTo>
                <a:lnTo>
                  <a:pt x="313315" y="1932832"/>
                </a:lnTo>
                <a:lnTo>
                  <a:pt x="358073" y="1932832"/>
                </a:lnTo>
                <a:lnTo>
                  <a:pt x="402831" y="1932832"/>
                </a:lnTo>
                <a:lnTo>
                  <a:pt x="447599" y="1932832"/>
                </a:lnTo>
                <a:lnTo>
                  <a:pt x="492357" y="1932832"/>
                </a:lnTo>
                <a:lnTo>
                  <a:pt x="537115" y="1932832"/>
                </a:lnTo>
                <a:lnTo>
                  <a:pt x="581873" y="1932832"/>
                </a:lnTo>
                <a:lnTo>
                  <a:pt x="626631" y="1932832"/>
                </a:lnTo>
                <a:lnTo>
                  <a:pt x="671389" y="1932832"/>
                </a:lnTo>
                <a:lnTo>
                  <a:pt x="716156" y="1932832"/>
                </a:lnTo>
                <a:lnTo>
                  <a:pt x="760914" y="1932832"/>
                </a:lnTo>
                <a:lnTo>
                  <a:pt x="805672" y="1932832"/>
                </a:lnTo>
                <a:lnTo>
                  <a:pt x="850430" y="1932832"/>
                </a:lnTo>
                <a:lnTo>
                  <a:pt x="895188" y="1932832"/>
                </a:lnTo>
                <a:lnTo>
                  <a:pt x="939946" y="1932832"/>
                </a:lnTo>
                <a:lnTo>
                  <a:pt x="984714" y="1932832"/>
                </a:lnTo>
                <a:lnTo>
                  <a:pt x="1029472" y="1932832"/>
                </a:lnTo>
                <a:lnTo>
                  <a:pt x="1074230" y="1932832"/>
                </a:lnTo>
                <a:lnTo>
                  <a:pt x="1118987" y="1932832"/>
                </a:lnTo>
                <a:lnTo>
                  <a:pt x="1163745" y="1932832"/>
                </a:lnTo>
                <a:lnTo>
                  <a:pt x="1208503" y="1932832"/>
                </a:lnTo>
                <a:lnTo>
                  <a:pt x="1253271" y="1932832"/>
                </a:lnTo>
                <a:lnTo>
                  <a:pt x="1298029" y="1932832"/>
                </a:lnTo>
                <a:lnTo>
                  <a:pt x="1342787" y="1932832"/>
                </a:lnTo>
                <a:lnTo>
                  <a:pt x="1387545" y="1932832"/>
                </a:lnTo>
                <a:lnTo>
                  <a:pt x="1432303" y="1932832"/>
                </a:lnTo>
                <a:lnTo>
                  <a:pt x="1477061" y="1932832"/>
                </a:lnTo>
                <a:lnTo>
                  <a:pt x="1521828" y="1932832"/>
                </a:lnTo>
                <a:lnTo>
                  <a:pt x="1566586" y="1932832"/>
                </a:lnTo>
                <a:lnTo>
                  <a:pt x="1611344" y="1932832"/>
                </a:lnTo>
                <a:lnTo>
                  <a:pt x="1656102" y="1932832"/>
                </a:lnTo>
                <a:lnTo>
                  <a:pt x="1700860" y="1932832"/>
                </a:lnTo>
                <a:lnTo>
                  <a:pt x="1745618" y="1932832"/>
                </a:lnTo>
                <a:lnTo>
                  <a:pt x="1790386" y="1932832"/>
                </a:lnTo>
                <a:lnTo>
                  <a:pt x="1835144" y="1932832"/>
                </a:lnTo>
                <a:lnTo>
                  <a:pt x="1879454" y="1929336"/>
                </a:lnTo>
                <a:lnTo>
                  <a:pt x="1923526" y="1923917"/>
                </a:lnTo>
                <a:lnTo>
                  <a:pt x="1967598" y="1918487"/>
                </a:lnTo>
                <a:lnTo>
                  <a:pt x="2011670" y="1913068"/>
                </a:lnTo>
                <a:lnTo>
                  <a:pt x="2055743" y="1907648"/>
                </a:lnTo>
                <a:lnTo>
                  <a:pt x="2099815" y="1902228"/>
                </a:lnTo>
                <a:lnTo>
                  <a:pt x="2143887" y="1896808"/>
                </a:lnTo>
                <a:lnTo>
                  <a:pt x="2187959" y="1891389"/>
                </a:lnTo>
                <a:lnTo>
                  <a:pt x="2221601" y="1872396"/>
                </a:lnTo>
                <a:lnTo>
                  <a:pt x="2252653" y="1850050"/>
                </a:lnTo>
                <a:lnTo>
                  <a:pt x="2283714" y="1827705"/>
                </a:lnTo>
                <a:lnTo>
                  <a:pt x="2314775" y="1805359"/>
                </a:lnTo>
                <a:lnTo>
                  <a:pt x="2345827" y="1783013"/>
                </a:lnTo>
                <a:lnTo>
                  <a:pt x="2376888" y="1760668"/>
                </a:lnTo>
                <a:lnTo>
                  <a:pt x="2407949" y="1738322"/>
                </a:lnTo>
                <a:lnTo>
                  <a:pt x="2439010" y="1715976"/>
                </a:lnTo>
                <a:lnTo>
                  <a:pt x="2470061" y="1693631"/>
                </a:lnTo>
                <a:lnTo>
                  <a:pt x="2501122" y="1671276"/>
                </a:lnTo>
                <a:lnTo>
                  <a:pt x="2532183" y="1648930"/>
                </a:lnTo>
                <a:lnTo>
                  <a:pt x="2563244" y="1626584"/>
                </a:lnTo>
                <a:lnTo>
                  <a:pt x="2594296" y="1604239"/>
                </a:lnTo>
                <a:lnTo>
                  <a:pt x="2625357" y="1581893"/>
                </a:lnTo>
                <a:lnTo>
                  <a:pt x="2656418" y="1559547"/>
                </a:lnTo>
                <a:lnTo>
                  <a:pt x="2687469" y="1537202"/>
                </a:lnTo>
                <a:lnTo>
                  <a:pt x="2718530" y="1514856"/>
                </a:lnTo>
                <a:lnTo>
                  <a:pt x="2749591" y="1492510"/>
                </a:lnTo>
                <a:lnTo>
                  <a:pt x="2780652" y="1470155"/>
                </a:lnTo>
                <a:lnTo>
                  <a:pt x="2787701" y="1441094"/>
                </a:lnTo>
                <a:lnTo>
                  <a:pt x="2787701" y="1410062"/>
                </a:lnTo>
                <a:lnTo>
                  <a:pt x="2787701" y="1379030"/>
                </a:lnTo>
                <a:lnTo>
                  <a:pt x="2787701" y="1347997"/>
                </a:lnTo>
                <a:lnTo>
                  <a:pt x="2787701" y="1316965"/>
                </a:lnTo>
                <a:lnTo>
                  <a:pt x="2787701" y="1285932"/>
                </a:lnTo>
                <a:lnTo>
                  <a:pt x="2787701" y="1254900"/>
                </a:lnTo>
                <a:lnTo>
                  <a:pt x="2787701" y="1223867"/>
                </a:lnTo>
                <a:lnTo>
                  <a:pt x="2787701" y="1192825"/>
                </a:lnTo>
                <a:lnTo>
                  <a:pt x="2787701" y="1161793"/>
                </a:lnTo>
                <a:lnTo>
                  <a:pt x="2787701" y="1130760"/>
                </a:lnTo>
                <a:lnTo>
                  <a:pt x="2787701" y="1099728"/>
                </a:lnTo>
                <a:lnTo>
                  <a:pt x="2787701" y="1068695"/>
                </a:lnTo>
                <a:lnTo>
                  <a:pt x="2787701" y="1037663"/>
                </a:lnTo>
                <a:lnTo>
                  <a:pt x="2787701" y="1006631"/>
                </a:lnTo>
                <a:lnTo>
                  <a:pt x="2787701" y="975589"/>
                </a:lnTo>
                <a:lnTo>
                  <a:pt x="2787701" y="944556"/>
                </a:lnTo>
                <a:lnTo>
                  <a:pt x="2787701" y="913524"/>
                </a:lnTo>
                <a:lnTo>
                  <a:pt x="2787701" y="882491"/>
                </a:lnTo>
                <a:lnTo>
                  <a:pt x="2787701" y="851459"/>
                </a:lnTo>
                <a:lnTo>
                  <a:pt x="2787701" y="820426"/>
                </a:lnTo>
                <a:lnTo>
                  <a:pt x="2787701" y="789394"/>
                </a:lnTo>
                <a:lnTo>
                  <a:pt x="2787701" y="758361"/>
                </a:lnTo>
                <a:lnTo>
                  <a:pt x="2787701" y="727319"/>
                </a:lnTo>
                <a:lnTo>
                  <a:pt x="2787701" y="696287"/>
                </a:lnTo>
                <a:lnTo>
                  <a:pt x="2787701" y="665255"/>
                </a:lnTo>
                <a:lnTo>
                  <a:pt x="2787701" y="634222"/>
                </a:lnTo>
                <a:lnTo>
                  <a:pt x="2787701" y="603190"/>
                </a:lnTo>
                <a:lnTo>
                  <a:pt x="2787701" y="572157"/>
                </a:lnTo>
                <a:lnTo>
                  <a:pt x="2787701" y="541125"/>
                </a:lnTo>
                <a:lnTo>
                  <a:pt x="2787701" y="510092"/>
                </a:lnTo>
                <a:lnTo>
                  <a:pt x="2787701" y="479050"/>
                </a:lnTo>
                <a:lnTo>
                  <a:pt x="2787701" y="448018"/>
                </a:lnTo>
                <a:lnTo>
                  <a:pt x="2787701" y="416985"/>
                </a:lnTo>
                <a:lnTo>
                  <a:pt x="2787701" y="385953"/>
                </a:lnTo>
                <a:lnTo>
                  <a:pt x="2787701" y="354921"/>
                </a:lnTo>
                <a:lnTo>
                  <a:pt x="2787701" y="323888"/>
                </a:lnTo>
                <a:lnTo>
                  <a:pt x="2787701" y="292856"/>
                </a:lnTo>
                <a:lnTo>
                  <a:pt x="2787701" y="261814"/>
                </a:lnTo>
                <a:lnTo>
                  <a:pt x="2787701" y="230781"/>
                </a:lnTo>
                <a:lnTo>
                  <a:pt x="2787701" y="199749"/>
                </a:lnTo>
                <a:lnTo>
                  <a:pt x="2787701" y="168716"/>
                </a:lnTo>
                <a:lnTo>
                  <a:pt x="2787701" y="137684"/>
                </a:lnTo>
                <a:lnTo>
                  <a:pt x="2787701" y="106651"/>
                </a:lnTo>
                <a:lnTo>
                  <a:pt x="2787701" y="75619"/>
                </a:lnTo>
                <a:lnTo>
                  <a:pt x="2787701" y="44587"/>
                </a:lnTo>
                <a:lnTo>
                  <a:pt x="2787701" y="13545"/>
                </a:lnTo>
                <a:lnTo>
                  <a:pt x="2762479" y="0"/>
                </a:lnTo>
                <a:lnTo>
                  <a:pt x="2717721" y="0"/>
                </a:lnTo>
                <a:lnTo>
                  <a:pt x="2672963" y="0"/>
                </a:lnTo>
                <a:lnTo>
                  <a:pt x="2628205" y="0"/>
                </a:lnTo>
                <a:lnTo>
                  <a:pt x="2583447" y="0"/>
                </a:lnTo>
                <a:lnTo>
                  <a:pt x="2538689" y="0"/>
                </a:lnTo>
                <a:lnTo>
                  <a:pt x="2493921" y="0"/>
                </a:lnTo>
                <a:lnTo>
                  <a:pt x="2449163" y="0"/>
                </a:lnTo>
                <a:lnTo>
                  <a:pt x="2404405" y="0"/>
                </a:lnTo>
                <a:lnTo>
                  <a:pt x="2359647" y="0"/>
                </a:lnTo>
                <a:lnTo>
                  <a:pt x="2314889" y="0"/>
                </a:lnTo>
                <a:lnTo>
                  <a:pt x="2270131" y="0"/>
                </a:lnTo>
                <a:lnTo>
                  <a:pt x="2225364" y="0"/>
                </a:lnTo>
                <a:lnTo>
                  <a:pt x="2180606" y="0"/>
                </a:lnTo>
                <a:lnTo>
                  <a:pt x="2135848" y="0"/>
                </a:lnTo>
                <a:lnTo>
                  <a:pt x="2091090" y="0"/>
                </a:lnTo>
                <a:lnTo>
                  <a:pt x="2046332" y="0"/>
                </a:lnTo>
                <a:lnTo>
                  <a:pt x="2001574" y="0"/>
                </a:lnTo>
                <a:lnTo>
                  <a:pt x="1956806" y="0"/>
                </a:lnTo>
                <a:lnTo>
                  <a:pt x="1912049" y="0"/>
                </a:lnTo>
                <a:lnTo>
                  <a:pt x="1867291" y="0"/>
                </a:lnTo>
                <a:lnTo>
                  <a:pt x="1822533" y="0"/>
                </a:lnTo>
                <a:lnTo>
                  <a:pt x="1777775" y="0"/>
                </a:lnTo>
                <a:lnTo>
                  <a:pt x="1733017" y="0"/>
                </a:lnTo>
                <a:lnTo>
                  <a:pt x="1688249" y="0"/>
                </a:lnTo>
                <a:lnTo>
                  <a:pt x="1643491" y="0"/>
                </a:lnTo>
                <a:lnTo>
                  <a:pt x="1598733" y="0"/>
                </a:lnTo>
                <a:lnTo>
                  <a:pt x="1553975" y="0"/>
                </a:lnTo>
                <a:lnTo>
                  <a:pt x="1509217" y="0"/>
                </a:lnTo>
                <a:lnTo>
                  <a:pt x="1464459" y="0"/>
                </a:lnTo>
                <a:lnTo>
                  <a:pt x="1419692" y="0"/>
                </a:lnTo>
                <a:lnTo>
                  <a:pt x="1374934" y="0"/>
                </a:lnTo>
                <a:lnTo>
                  <a:pt x="1330176" y="0"/>
                </a:lnTo>
                <a:lnTo>
                  <a:pt x="1285418" y="0"/>
                </a:lnTo>
                <a:lnTo>
                  <a:pt x="1240660" y="0"/>
                </a:lnTo>
                <a:lnTo>
                  <a:pt x="1195902" y="0"/>
                </a:lnTo>
                <a:lnTo>
                  <a:pt x="1151134" y="0"/>
                </a:lnTo>
                <a:lnTo>
                  <a:pt x="1106376" y="0"/>
                </a:lnTo>
                <a:lnTo>
                  <a:pt x="1061618" y="0"/>
                </a:lnTo>
                <a:lnTo>
                  <a:pt x="1016860" y="0"/>
                </a:lnTo>
                <a:lnTo>
                  <a:pt x="972102" y="0"/>
                </a:lnTo>
                <a:lnTo>
                  <a:pt x="927344" y="0"/>
                </a:lnTo>
                <a:lnTo>
                  <a:pt x="882577" y="0"/>
                </a:lnTo>
                <a:lnTo>
                  <a:pt x="837819" y="0"/>
                </a:lnTo>
                <a:lnTo>
                  <a:pt x="793061" y="0"/>
                </a:lnTo>
                <a:lnTo>
                  <a:pt x="748303" y="0"/>
                </a:lnTo>
                <a:lnTo>
                  <a:pt x="703545" y="0"/>
                </a:lnTo>
                <a:lnTo>
                  <a:pt x="658787" y="0"/>
                </a:lnTo>
                <a:lnTo>
                  <a:pt x="614020" y="0"/>
                </a:lnTo>
                <a:lnTo>
                  <a:pt x="569262" y="0"/>
                </a:lnTo>
                <a:lnTo>
                  <a:pt x="524504" y="0"/>
                </a:lnTo>
                <a:lnTo>
                  <a:pt x="479746" y="0"/>
                </a:lnTo>
                <a:lnTo>
                  <a:pt x="434988" y="0"/>
                </a:lnTo>
                <a:lnTo>
                  <a:pt x="390230" y="0"/>
                </a:lnTo>
                <a:lnTo>
                  <a:pt x="345472" y="0"/>
                </a:lnTo>
                <a:lnTo>
                  <a:pt x="300704" y="0"/>
                </a:lnTo>
                <a:lnTo>
                  <a:pt x="255946" y="0"/>
                </a:lnTo>
                <a:lnTo>
                  <a:pt x="211188" y="0"/>
                </a:lnTo>
                <a:lnTo>
                  <a:pt x="166430" y="0"/>
                </a:lnTo>
                <a:lnTo>
                  <a:pt x="121672" y="0"/>
                </a:lnTo>
                <a:lnTo>
                  <a:pt x="76914" y="0"/>
                </a:lnTo>
                <a:lnTo>
                  <a:pt x="32147" y="0"/>
                </a:lnTo>
                <a:lnTo>
                  <a:pt x="0" y="8744"/>
                </a:lnTo>
                <a:lnTo>
                  <a:pt x="0" y="39776"/>
                </a:lnTo>
                <a:lnTo>
                  <a:pt x="0" y="70809"/>
                </a:lnTo>
                <a:lnTo>
                  <a:pt x="0" y="101841"/>
                </a:lnTo>
                <a:lnTo>
                  <a:pt x="0" y="132874"/>
                </a:lnTo>
                <a:lnTo>
                  <a:pt x="0" y="163906"/>
                </a:lnTo>
                <a:lnTo>
                  <a:pt x="0" y="194948"/>
                </a:lnTo>
                <a:lnTo>
                  <a:pt x="0" y="225981"/>
                </a:lnTo>
                <a:lnTo>
                  <a:pt x="0" y="257013"/>
                </a:lnTo>
                <a:lnTo>
                  <a:pt x="0" y="288046"/>
                </a:lnTo>
                <a:lnTo>
                  <a:pt x="0" y="319078"/>
                </a:lnTo>
                <a:lnTo>
                  <a:pt x="0" y="350110"/>
                </a:lnTo>
                <a:lnTo>
                  <a:pt x="0" y="381143"/>
                </a:lnTo>
                <a:lnTo>
                  <a:pt x="0" y="412185"/>
                </a:lnTo>
                <a:lnTo>
                  <a:pt x="0" y="443217"/>
                </a:lnTo>
                <a:lnTo>
                  <a:pt x="0" y="474250"/>
                </a:lnTo>
                <a:lnTo>
                  <a:pt x="0" y="505282"/>
                </a:lnTo>
                <a:lnTo>
                  <a:pt x="0" y="536315"/>
                </a:lnTo>
                <a:lnTo>
                  <a:pt x="0" y="567347"/>
                </a:lnTo>
                <a:lnTo>
                  <a:pt x="0" y="598380"/>
                </a:lnTo>
                <a:lnTo>
                  <a:pt x="0" y="629412"/>
                </a:lnTo>
                <a:lnTo>
                  <a:pt x="0" y="660454"/>
                </a:lnTo>
                <a:lnTo>
                  <a:pt x="0" y="691486"/>
                </a:lnTo>
                <a:lnTo>
                  <a:pt x="0" y="722519"/>
                </a:lnTo>
                <a:lnTo>
                  <a:pt x="0" y="753551"/>
                </a:lnTo>
                <a:lnTo>
                  <a:pt x="0" y="784584"/>
                </a:lnTo>
                <a:lnTo>
                  <a:pt x="0" y="815616"/>
                </a:lnTo>
                <a:lnTo>
                  <a:pt x="0" y="846649"/>
                </a:lnTo>
                <a:lnTo>
                  <a:pt x="0" y="877681"/>
                </a:lnTo>
                <a:lnTo>
                  <a:pt x="0" y="908723"/>
                </a:lnTo>
                <a:lnTo>
                  <a:pt x="0" y="939756"/>
                </a:lnTo>
                <a:lnTo>
                  <a:pt x="0" y="970788"/>
                </a:lnTo>
                <a:lnTo>
                  <a:pt x="0" y="1001820"/>
                </a:lnTo>
                <a:lnTo>
                  <a:pt x="0" y="1032853"/>
                </a:lnTo>
                <a:lnTo>
                  <a:pt x="0" y="1063885"/>
                </a:lnTo>
                <a:lnTo>
                  <a:pt x="0" y="1094918"/>
                </a:lnTo>
                <a:lnTo>
                  <a:pt x="0" y="1125960"/>
                </a:lnTo>
                <a:lnTo>
                  <a:pt x="0" y="1156992"/>
                </a:lnTo>
                <a:lnTo>
                  <a:pt x="0" y="1188025"/>
                </a:lnTo>
                <a:lnTo>
                  <a:pt x="0" y="1219057"/>
                </a:lnTo>
                <a:lnTo>
                  <a:pt x="0" y="1250090"/>
                </a:lnTo>
                <a:lnTo>
                  <a:pt x="0" y="1281122"/>
                </a:lnTo>
                <a:lnTo>
                  <a:pt x="0" y="1312154"/>
                </a:lnTo>
                <a:lnTo>
                  <a:pt x="0" y="1343187"/>
                </a:lnTo>
                <a:lnTo>
                  <a:pt x="0" y="1374229"/>
                </a:lnTo>
                <a:lnTo>
                  <a:pt x="0" y="1405261"/>
                </a:lnTo>
                <a:lnTo>
                  <a:pt x="0" y="1436294"/>
                </a:lnTo>
                <a:lnTo>
                  <a:pt x="0" y="1467326"/>
                </a:lnTo>
                <a:lnTo>
                  <a:pt x="0" y="1498359"/>
                </a:lnTo>
                <a:lnTo>
                  <a:pt x="0" y="1529391"/>
                </a:lnTo>
                <a:lnTo>
                  <a:pt x="0" y="1560424"/>
                </a:lnTo>
                <a:lnTo>
                  <a:pt x="0" y="1591456"/>
                </a:lnTo>
                <a:lnTo>
                  <a:pt x="0" y="1622498"/>
                </a:lnTo>
                <a:lnTo>
                  <a:pt x="0" y="1653530"/>
                </a:lnTo>
                <a:lnTo>
                  <a:pt x="0" y="1684563"/>
                </a:lnTo>
                <a:lnTo>
                  <a:pt x="0" y="1715595"/>
                </a:lnTo>
                <a:lnTo>
                  <a:pt x="0" y="1746628"/>
                </a:lnTo>
                <a:lnTo>
                  <a:pt x="0" y="1777660"/>
                </a:lnTo>
                <a:lnTo>
                  <a:pt x="0" y="1808693"/>
                </a:lnTo>
                <a:lnTo>
                  <a:pt x="0" y="1839725"/>
                </a:lnTo>
                <a:lnTo>
                  <a:pt x="0" y="1870767"/>
                </a:lnTo>
                <a:lnTo>
                  <a:pt x="0" y="1901800"/>
                </a:lnTo>
                <a:lnTo>
                  <a:pt x="0" y="1932832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29" name="note-sheet-header-5">
            <a:extLst xmlns:a="http://schemas.openxmlformats.org/drawingml/2006/main">
              <a:ext uri="{FF2B5EF4-FFF2-40B4-BE49-F238E27FC236}">
                <a16:creationId xmlns:a16="http://schemas.microsoft.com/office/drawing/2014/main" id="{403C9449-EC12-464D-944E-DEDEDA9F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7135" y="4045591"/>
            <a:ext cx="2787701" cy="33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0" name="note-sheet-fold-5">
            <a:extLst xmlns:a="http://schemas.openxmlformats.org/drawingml/2006/main">
              <a:ext uri="{FF2B5EF4-FFF2-40B4-BE49-F238E27FC236}">
                <a16:creationId xmlns:a16="http://schemas.microsoft.com/office/drawing/2014/main" id="{037A17F1-CCB3-436D-89A0-5A807184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7755" y="5510679"/>
            <a:ext cx="1027071" cy="468106"/>
          </a:xfrm>
          <a:custGeom xmlns:a="http://schemas.openxmlformats.org/drawingml/2006/main">
            <a:pathLst>
              <a:path w="1027071" h="468106">
                <a:moveTo>
                  <a:pt x="1027071" y="0"/>
                </a:moveTo>
                <a:lnTo>
                  <a:pt x="1025852" y="7763"/>
                </a:lnTo>
                <a:lnTo>
                  <a:pt x="1024242" y="15497"/>
                </a:lnTo>
                <a:lnTo>
                  <a:pt x="1022375" y="23193"/>
                </a:lnTo>
                <a:lnTo>
                  <a:pt x="1020261" y="30871"/>
                </a:lnTo>
                <a:lnTo>
                  <a:pt x="1017937" y="38510"/>
                </a:lnTo>
                <a:lnTo>
                  <a:pt x="1015413" y="46130"/>
                </a:lnTo>
                <a:lnTo>
                  <a:pt x="1012698" y="53702"/>
                </a:lnTo>
                <a:lnTo>
                  <a:pt x="1009793" y="61255"/>
                </a:lnTo>
                <a:lnTo>
                  <a:pt x="1006716" y="68771"/>
                </a:lnTo>
                <a:lnTo>
                  <a:pt x="1003459" y="76248"/>
                </a:lnTo>
                <a:lnTo>
                  <a:pt x="1000030" y="83687"/>
                </a:lnTo>
                <a:lnTo>
                  <a:pt x="996439" y="91088"/>
                </a:lnTo>
                <a:lnTo>
                  <a:pt x="992676" y="98450"/>
                </a:lnTo>
                <a:lnTo>
                  <a:pt x="988752" y="105775"/>
                </a:lnTo>
                <a:lnTo>
                  <a:pt x="984656" y="113052"/>
                </a:lnTo>
                <a:lnTo>
                  <a:pt x="980408" y="120282"/>
                </a:lnTo>
                <a:lnTo>
                  <a:pt x="975998" y="127473"/>
                </a:lnTo>
                <a:lnTo>
                  <a:pt x="971426" y="134607"/>
                </a:lnTo>
                <a:lnTo>
                  <a:pt x="966711" y="141703"/>
                </a:lnTo>
                <a:lnTo>
                  <a:pt x="961825" y="148742"/>
                </a:lnTo>
                <a:lnTo>
                  <a:pt x="956786" y="155734"/>
                </a:lnTo>
                <a:lnTo>
                  <a:pt x="951605" y="162668"/>
                </a:lnTo>
                <a:lnTo>
                  <a:pt x="946261" y="169535"/>
                </a:lnTo>
                <a:lnTo>
                  <a:pt x="940765" y="176365"/>
                </a:lnTo>
                <a:lnTo>
                  <a:pt x="935117" y="183118"/>
                </a:lnTo>
                <a:lnTo>
                  <a:pt x="929335" y="189824"/>
                </a:lnTo>
                <a:lnTo>
                  <a:pt x="923392" y="196453"/>
                </a:lnTo>
                <a:lnTo>
                  <a:pt x="917305" y="203025"/>
                </a:lnTo>
                <a:lnTo>
                  <a:pt x="911066" y="209540"/>
                </a:lnTo>
                <a:lnTo>
                  <a:pt x="904694" y="215979"/>
                </a:lnTo>
                <a:lnTo>
                  <a:pt x="898179" y="222342"/>
                </a:lnTo>
                <a:lnTo>
                  <a:pt x="891511" y="228648"/>
                </a:lnTo>
                <a:lnTo>
                  <a:pt x="884711" y="234877"/>
                </a:lnTo>
                <a:lnTo>
                  <a:pt x="877776" y="241030"/>
                </a:lnTo>
                <a:lnTo>
                  <a:pt x="870699" y="247107"/>
                </a:lnTo>
                <a:lnTo>
                  <a:pt x="863489" y="253108"/>
                </a:lnTo>
                <a:lnTo>
                  <a:pt x="856155" y="259032"/>
                </a:lnTo>
                <a:lnTo>
                  <a:pt x="848678" y="264881"/>
                </a:lnTo>
                <a:lnTo>
                  <a:pt x="841077" y="270643"/>
                </a:lnTo>
                <a:lnTo>
                  <a:pt x="833352" y="276330"/>
                </a:lnTo>
                <a:lnTo>
                  <a:pt x="825503" y="281930"/>
                </a:lnTo>
                <a:lnTo>
                  <a:pt x="817531" y="287445"/>
                </a:lnTo>
                <a:lnTo>
                  <a:pt x="809435" y="292884"/>
                </a:lnTo>
                <a:lnTo>
                  <a:pt x="801224" y="298228"/>
                </a:lnTo>
                <a:lnTo>
                  <a:pt x="792890" y="303486"/>
                </a:lnTo>
                <a:lnTo>
                  <a:pt x="784450" y="308667"/>
                </a:lnTo>
                <a:lnTo>
                  <a:pt x="775906" y="313754"/>
                </a:lnTo>
                <a:lnTo>
                  <a:pt x="767248" y="318745"/>
                </a:lnTo>
                <a:lnTo>
                  <a:pt x="758485" y="323659"/>
                </a:lnTo>
                <a:lnTo>
                  <a:pt x="749618" y="328479"/>
                </a:lnTo>
                <a:lnTo>
                  <a:pt x="740645" y="333204"/>
                </a:lnTo>
                <a:lnTo>
                  <a:pt x="731587" y="337842"/>
                </a:lnTo>
                <a:lnTo>
                  <a:pt x="722424" y="342386"/>
                </a:lnTo>
                <a:lnTo>
                  <a:pt x="713175" y="346843"/>
                </a:lnTo>
                <a:lnTo>
                  <a:pt x="703831" y="351215"/>
                </a:lnTo>
                <a:lnTo>
                  <a:pt x="694401" y="355492"/>
                </a:lnTo>
                <a:lnTo>
                  <a:pt x="684895" y="359674"/>
                </a:lnTo>
                <a:lnTo>
                  <a:pt x="675294" y="363769"/>
                </a:lnTo>
                <a:lnTo>
                  <a:pt x="665626" y="367770"/>
                </a:lnTo>
                <a:lnTo>
                  <a:pt x="655872" y="371685"/>
                </a:lnTo>
                <a:lnTo>
                  <a:pt x="646043" y="375504"/>
                </a:lnTo>
                <a:lnTo>
                  <a:pt x="636146" y="379238"/>
                </a:lnTo>
                <a:lnTo>
                  <a:pt x="626183" y="382876"/>
                </a:lnTo>
                <a:lnTo>
                  <a:pt x="616153" y="386429"/>
                </a:lnTo>
                <a:lnTo>
                  <a:pt x="606057" y="389896"/>
                </a:lnTo>
                <a:lnTo>
                  <a:pt x="595894" y="393278"/>
                </a:lnTo>
                <a:lnTo>
                  <a:pt x="585683" y="396564"/>
                </a:lnTo>
                <a:lnTo>
                  <a:pt x="575405" y="399764"/>
                </a:lnTo>
                <a:lnTo>
                  <a:pt x="565071" y="402888"/>
                </a:lnTo>
                <a:lnTo>
                  <a:pt x="554688" y="405917"/>
                </a:lnTo>
                <a:lnTo>
                  <a:pt x="544259" y="408861"/>
                </a:lnTo>
                <a:lnTo>
                  <a:pt x="533781" y="411728"/>
                </a:lnTo>
                <a:lnTo>
                  <a:pt x="523246" y="414509"/>
                </a:lnTo>
                <a:lnTo>
                  <a:pt x="512674" y="417205"/>
                </a:lnTo>
                <a:lnTo>
                  <a:pt x="502063" y="419824"/>
                </a:lnTo>
                <a:lnTo>
                  <a:pt x="491404" y="422358"/>
                </a:lnTo>
                <a:lnTo>
                  <a:pt x="480708" y="424805"/>
                </a:lnTo>
                <a:lnTo>
                  <a:pt x="469973" y="427187"/>
                </a:lnTo>
                <a:lnTo>
                  <a:pt x="459210" y="429482"/>
                </a:lnTo>
                <a:lnTo>
                  <a:pt x="448408" y="431702"/>
                </a:lnTo>
                <a:lnTo>
                  <a:pt x="437579" y="433854"/>
                </a:lnTo>
                <a:lnTo>
                  <a:pt x="426710" y="435921"/>
                </a:lnTo>
                <a:lnTo>
                  <a:pt x="415823" y="437921"/>
                </a:lnTo>
                <a:lnTo>
                  <a:pt x="404898" y="439836"/>
                </a:lnTo>
                <a:lnTo>
                  <a:pt x="393954" y="441684"/>
                </a:lnTo>
                <a:lnTo>
                  <a:pt x="382991" y="443465"/>
                </a:lnTo>
                <a:lnTo>
                  <a:pt x="371989" y="445170"/>
                </a:lnTo>
                <a:lnTo>
                  <a:pt x="360978" y="446818"/>
                </a:lnTo>
                <a:lnTo>
                  <a:pt x="349939" y="448380"/>
                </a:lnTo>
                <a:lnTo>
                  <a:pt x="338890" y="449885"/>
                </a:lnTo>
                <a:lnTo>
                  <a:pt x="327812" y="451323"/>
                </a:lnTo>
                <a:lnTo>
                  <a:pt x="316725" y="452685"/>
                </a:lnTo>
                <a:lnTo>
                  <a:pt x="305610" y="453990"/>
                </a:lnTo>
                <a:lnTo>
                  <a:pt x="294494" y="455238"/>
                </a:lnTo>
                <a:lnTo>
                  <a:pt x="283350" y="456409"/>
                </a:lnTo>
                <a:lnTo>
                  <a:pt x="272205" y="457524"/>
                </a:lnTo>
                <a:lnTo>
                  <a:pt x="261042" y="458581"/>
                </a:lnTo>
                <a:lnTo>
                  <a:pt x="249869" y="459572"/>
                </a:lnTo>
                <a:lnTo>
                  <a:pt x="238677" y="460505"/>
                </a:lnTo>
                <a:lnTo>
                  <a:pt x="227486" y="461381"/>
                </a:lnTo>
                <a:lnTo>
                  <a:pt x="216284" y="462201"/>
                </a:lnTo>
                <a:lnTo>
                  <a:pt x="205073" y="462963"/>
                </a:lnTo>
                <a:lnTo>
                  <a:pt x="193853" y="463667"/>
                </a:lnTo>
                <a:lnTo>
                  <a:pt x="182623" y="464315"/>
                </a:lnTo>
                <a:lnTo>
                  <a:pt x="171393" y="464915"/>
                </a:lnTo>
                <a:lnTo>
                  <a:pt x="160153" y="465458"/>
                </a:lnTo>
                <a:lnTo>
                  <a:pt x="148904" y="465944"/>
                </a:lnTo>
                <a:lnTo>
                  <a:pt x="137655" y="466382"/>
                </a:lnTo>
                <a:lnTo>
                  <a:pt x="126406" y="466773"/>
                </a:lnTo>
                <a:lnTo>
                  <a:pt x="115148" y="467106"/>
                </a:lnTo>
                <a:lnTo>
                  <a:pt x="103899" y="467392"/>
                </a:lnTo>
                <a:lnTo>
                  <a:pt x="92631" y="467630"/>
                </a:lnTo>
                <a:lnTo>
                  <a:pt x="81372" y="467820"/>
                </a:lnTo>
                <a:lnTo>
                  <a:pt x="70104" y="467954"/>
                </a:lnTo>
                <a:lnTo>
                  <a:pt x="58845" y="468049"/>
                </a:lnTo>
                <a:lnTo>
                  <a:pt x="47577" y="468097"/>
                </a:lnTo>
                <a:lnTo>
                  <a:pt x="36309" y="468106"/>
                </a:lnTo>
                <a:lnTo>
                  <a:pt x="25041" y="468059"/>
                </a:lnTo>
                <a:lnTo>
                  <a:pt x="13783" y="467973"/>
                </a:lnTo>
                <a:lnTo>
                  <a:pt x="2515" y="467849"/>
                </a:lnTo>
                <a:lnTo>
                  <a:pt x="0" y="467716"/>
                </a:lnTo>
                <a:lnTo>
                  <a:pt x="11259" y="467525"/>
                </a:lnTo>
                <a:lnTo>
                  <a:pt x="22517" y="467201"/>
                </a:lnTo>
                <a:lnTo>
                  <a:pt x="33766" y="466773"/>
                </a:lnTo>
                <a:lnTo>
                  <a:pt x="45006" y="466249"/>
                </a:lnTo>
                <a:lnTo>
                  <a:pt x="56236" y="465639"/>
                </a:lnTo>
                <a:lnTo>
                  <a:pt x="67456" y="464944"/>
                </a:lnTo>
                <a:lnTo>
                  <a:pt x="78667" y="464153"/>
                </a:lnTo>
                <a:lnTo>
                  <a:pt x="89868" y="463296"/>
                </a:lnTo>
                <a:lnTo>
                  <a:pt x="101051" y="462344"/>
                </a:lnTo>
                <a:lnTo>
                  <a:pt x="112214" y="461324"/>
                </a:lnTo>
                <a:lnTo>
                  <a:pt x="123368" y="460210"/>
                </a:lnTo>
                <a:lnTo>
                  <a:pt x="134503" y="459019"/>
                </a:lnTo>
                <a:lnTo>
                  <a:pt x="145618" y="457743"/>
                </a:lnTo>
                <a:lnTo>
                  <a:pt x="156715" y="456390"/>
                </a:lnTo>
                <a:lnTo>
                  <a:pt x="167783" y="454943"/>
                </a:lnTo>
                <a:lnTo>
                  <a:pt x="178832" y="453409"/>
                </a:lnTo>
                <a:lnTo>
                  <a:pt x="189852" y="451790"/>
                </a:lnTo>
                <a:lnTo>
                  <a:pt x="200844" y="450075"/>
                </a:lnTo>
                <a:lnTo>
                  <a:pt x="211807" y="448275"/>
                </a:lnTo>
                <a:lnTo>
                  <a:pt x="222733" y="446380"/>
                </a:lnTo>
                <a:lnTo>
                  <a:pt x="233629" y="444389"/>
                </a:lnTo>
                <a:lnTo>
                  <a:pt x="244488" y="442303"/>
                </a:lnTo>
                <a:lnTo>
                  <a:pt x="255299" y="440112"/>
                </a:lnTo>
                <a:lnTo>
                  <a:pt x="266071" y="437826"/>
                </a:lnTo>
                <a:lnTo>
                  <a:pt x="276787" y="435426"/>
                </a:lnTo>
                <a:lnTo>
                  <a:pt x="287465" y="432921"/>
                </a:lnTo>
                <a:lnTo>
                  <a:pt x="298075" y="430301"/>
                </a:lnTo>
                <a:lnTo>
                  <a:pt x="308629" y="427577"/>
                </a:lnTo>
                <a:lnTo>
                  <a:pt x="319126" y="424729"/>
                </a:lnTo>
                <a:lnTo>
                  <a:pt x="329546" y="421767"/>
                </a:lnTo>
                <a:lnTo>
                  <a:pt x="339890" y="418671"/>
                </a:lnTo>
                <a:lnTo>
                  <a:pt x="350158" y="415452"/>
                </a:lnTo>
                <a:lnTo>
                  <a:pt x="360331" y="412109"/>
                </a:lnTo>
                <a:lnTo>
                  <a:pt x="370418" y="408623"/>
                </a:lnTo>
                <a:lnTo>
                  <a:pt x="380409" y="405013"/>
                </a:lnTo>
                <a:lnTo>
                  <a:pt x="390287" y="401250"/>
                </a:lnTo>
                <a:lnTo>
                  <a:pt x="400040" y="397354"/>
                </a:lnTo>
                <a:lnTo>
                  <a:pt x="409680" y="393306"/>
                </a:lnTo>
                <a:lnTo>
                  <a:pt x="419176" y="389106"/>
                </a:lnTo>
                <a:lnTo>
                  <a:pt x="428530" y="384753"/>
                </a:lnTo>
                <a:lnTo>
                  <a:pt x="437731" y="380248"/>
                </a:lnTo>
                <a:lnTo>
                  <a:pt x="446761" y="375580"/>
                </a:lnTo>
                <a:lnTo>
                  <a:pt x="455619" y="370751"/>
                </a:lnTo>
                <a:lnTo>
                  <a:pt x="464287" y="365760"/>
                </a:lnTo>
                <a:lnTo>
                  <a:pt x="472745" y="360597"/>
                </a:lnTo>
                <a:lnTo>
                  <a:pt x="480993" y="355273"/>
                </a:lnTo>
                <a:lnTo>
                  <a:pt x="489004" y="349787"/>
                </a:lnTo>
                <a:lnTo>
                  <a:pt x="496776" y="344138"/>
                </a:lnTo>
                <a:lnTo>
                  <a:pt x="504301" y="338318"/>
                </a:lnTo>
                <a:lnTo>
                  <a:pt x="511550" y="332337"/>
                </a:lnTo>
                <a:lnTo>
                  <a:pt x="518512" y="326203"/>
                </a:lnTo>
                <a:lnTo>
                  <a:pt x="525189" y="319907"/>
                </a:lnTo>
                <a:lnTo>
                  <a:pt x="531552" y="313468"/>
                </a:lnTo>
                <a:lnTo>
                  <a:pt x="537601" y="306876"/>
                </a:lnTo>
                <a:lnTo>
                  <a:pt x="543325" y="300152"/>
                </a:lnTo>
                <a:lnTo>
                  <a:pt x="548716" y="293284"/>
                </a:lnTo>
                <a:lnTo>
                  <a:pt x="553755" y="286302"/>
                </a:lnTo>
                <a:lnTo>
                  <a:pt x="558451" y="279206"/>
                </a:lnTo>
                <a:lnTo>
                  <a:pt x="562794" y="271996"/>
                </a:lnTo>
                <a:lnTo>
                  <a:pt x="566785" y="264690"/>
                </a:lnTo>
                <a:lnTo>
                  <a:pt x="570424" y="257299"/>
                </a:lnTo>
                <a:lnTo>
                  <a:pt x="573700" y="249831"/>
                </a:lnTo>
                <a:lnTo>
                  <a:pt x="576624" y="242287"/>
                </a:lnTo>
                <a:lnTo>
                  <a:pt x="579206" y="234686"/>
                </a:lnTo>
                <a:lnTo>
                  <a:pt x="581444" y="227028"/>
                </a:lnTo>
                <a:lnTo>
                  <a:pt x="583340" y="219332"/>
                </a:lnTo>
                <a:lnTo>
                  <a:pt x="584911" y="211598"/>
                </a:lnTo>
                <a:lnTo>
                  <a:pt x="586159" y="203835"/>
                </a:lnTo>
                <a:lnTo>
                  <a:pt x="587092" y="196044"/>
                </a:lnTo>
                <a:lnTo>
                  <a:pt x="587731" y="188252"/>
                </a:lnTo>
                <a:lnTo>
                  <a:pt x="588064" y="180442"/>
                </a:lnTo>
                <a:lnTo>
                  <a:pt x="588112" y="172631"/>
                </a:lnTo>
                <a:lnTo>
                  <a:pt x="587893" y="164821"/>
                </a:lnTo>
                <a:lnTo>
                  <a:pt x="587407" y="157020"/>
                </a:lnTo>
                <a:lnTo>
                  <a:pt x="586664" y="149219"/>
                </a:lnTo>
                <a:lnTo>
                  <a:pt x="597084" y="147314"/>
                </a:lnTo>
                <a:lnTo>
                  <a:pt x="608066" y="145561"/>
                </a:lnTo>
                <a:lnTo>
                  <a:pt x="619011" y="143704"/>
                </a:lnTo>
                <a:lnTo>
                  <a:pt x="629917" y="141742"/>
                </a:lnTo>
                <a:lnTo>
                  <a:pt x="640785" y="139703"/>
                </a:lnTo>
                <a:lnTo>
                  <a:pt x="651624" y="137570"/>
                </a:lnTo>
                <a:lnTo>
                  <a:pt x="662435" y="135369"/>
                </a:lnTo>
                <a:lnTo>
                  <a:pt x="673208" y="133083"/>
                </a:lnTo>
                <a:lnTo>
                  <a:pt x="683943" y="130721"/>
                </a:lnTo>
                <a:lnTo>
                  <a:pt x="694649" y="128292"/>
                </a:lnTo>
                <a:lnTo>
                  <a:pt x="705317" y="125778"/>
                </a:lnTo>
                <a:lnTo>
                  <a:pt x="715956" y="123196"/>
                </a:lnTo>
                <a:lnTo>
                  <a:pt x="726548" y="120548"/>
                </a:lnTo>
                <a:lnTo>
                  <a:pt x="737111" y="117824"/>
                </a:lnTo>
                <a:lnTo>
                  <a:pt x="747627" y="115024"/>
                </a:lnTo>
                <a:lnTo>
                  <a:pt x="758104" y="112157"/>
                </a:lnTo>
                <a:lnTo>
                  <a:pt x="768544" y="109214"/>
                </a:lnTo>
                <a:lnTo>
                  <a:pt x="778935" y="106204"/>
                </a:lnTo>
                <a:lnTo>
                  <a:pt x="789280" y="103108"/>
                </a:lnTo>
                <a:lnTo>
                  <a:pt x="799586" y="99946"/>
                </a:lnTo>
                <a:lnTo>
                  <a:pt x="809835" y="96717"/>
                </a:lnTo>
                <a:lnTo>
                  <a:pt x="820045" y="93402"/>
                </a:lnTo>
                <a:lnTo>
                  <a:pt x="830189" y="90011"/>
                </a:lnTo>
                <a:lnTo>
                  <a:pt x="840296" y="86554"/>
                </a:lnTo>
                <a:lnTo>
                  <a:pt x="850335" y="83010"/>
                </a:lnTo>
                <a:lnTo>
                  <a:pt x="860317" y="79400"/>
                </a:lnTo>
                <a:lnTo>
                  <a:pt x="870242" y="75705"/>
                </a:lnTo>
                <a:lnTo>
                  <a:pt x="880110" y="71923"/>
                </a:lnTo>
                <a:lnTo>
                  <a:pt x="889902" y="68066"/>
                </a:lnTo>
                <a:lnTo>
                  <a:pt x="899636" y="64132"/>
                </a:lnTo>
                <a:lnTo>
                  <a:pt x="909295" y="60112"/>
                </a:lnTo>
                <a:lnTo>
                  <a:pt x="918886" y="56017"/>
                </a:lnTo>
                <a:lnTo>
                  <a:pt x="928392" y="51826"/>
                </a:lnTo>
                <a:lnTo>
                  <a:pt x="937831" y="47558"/>
                </a:lnTo>
                <a:lnTo>
                  <a:pt x="947176" y="43205"/>
                </a:lnTo>
                <a:lnTo>
                  <a:pt x="956443" y="38757"/>
                </a:lnTo>
                <a:lnTo>
                  <a:pt x="965625" y="34233"/>
                </a:lnTo>
                <a:lnTo>
                  <a:pt x="974712" y="29613"/>
                </a:lnTo>
                <a:lnTo>
                  <a:pt x="983694" y="24898"/>
                </a:lnTo>
                <a:lnTo>
                  <a:pt x="992591" y="20107"/>
                </a:lnTo>
                <a:lnTo>
                  <a:pt x="1001373" y="15211"/>
                </a:lnTo>
                <a:lnTo>
                  <a:pt x="1010050" y="10239"/>
                </a:lnTo>
                <a:lnTo>
                  <a:pt x="1018623" y="5163"/>
                </a:lnTo>
                <a:lnTo>
                  <a:pt x="1027071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31" name="note-heading-0">
            <a:extLst xmlns:a="http://schemas.openxmlformats.org/drawingml/2006/main">
              <a:ext uri="{FF2B5EF4-FFF2-40B4-BE49-F238E27FC236}">
                <a16:creationId xmlns:a16="http://schemas.microsoft.com/office/drawing/2014/main" id="{7CBDEBA1-9EA4-4FC7-98C5-1277E321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36121" y="1927031"/>
            <a:ext cx="2034188" cy="325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范围确认</a:t>
            </a:r>
          </a:p>
        </p:txBody>
      </p:sp>
      <p:sp>
        <p:nvSpPr>
          <p:cNvPr id="32" name="note-body-0">
            <a:extLst xmlns:a="http://schemas.openxmlformats.org/drawingml/2006/main">
              <a:ext uri="{FF2B5EF4-FFF2-40B4-BE49-F238E27FC236}">
                <a16:creationId xmlns:a16="http://schemas.microsoft.com/office/drawing/2014/main" id="{9054EB4E-1A9B-4ED3-9588-D07A9C4D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5697" y="2382288"/>
            <a:ext cx="2155927" cy="8935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逐项核对本期要交付的功能边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界、目标对象与暂不纳入事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项，并让业务负责人确认优先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顺序后留下可追溯记录。</a:t>
            </a:r>
          </a:p>
        </p:txBody>
      </p:sp>
      <p:sp>
        <p:nvSpPr>
          <p:cNvPr id="33" name="note-heading-1">
            <a:extLst xmlns:a="http://schemas.openxmlformats.org/drawingml/2006/main">
              <a:ext uri="{FF2B5EF4-FFF2-40B4-BE49-F238E27FC236}">
                <a16:creationId xmlns:a16="http://schemas.microsoft.com/office/drawing/2014/main" id="{65E7337E-503E-4BE6-BE68-38DD39AAD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21173" y="1927031"/>
            <a:ext cx="2034188" cy="325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环境就绪</a:t>
            </a:r>
          </a:p>
        </p:txBody>
      </p:sp>
      <p:sp>
        <p:nvSpPr>
          <p:cNvPr id="34" name="note-body-1">
            <a:extLst xmlns:a="http://schemas.openxmlformats.org/drawingml/2006/main">
              <a:ext uri="{FF2B5EF4-FFF2-40B4-BE49-F238E27FC236}">
                <a16:creationId xmlns:a16="http://schemas.microsoft.com/office/drawing/2014/main" id="{03E6FF41-1BEB-47DD-A9B6-01C9F1523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0759" y="2382288"/>
            <a:ext cx="2155927" cy="8935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检查运行环境、依赖版本和配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置项是否满足发布要求，先在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目标环境完成一次可重复的启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动与基本功能验证。</a:t>
            </a:r>
          </a:p>
        </p:txBody>
      </p:sp>
      <p:sp>
        <p:nvSpPr>
          <p:cNvPr id="35" name="note-heading-2">
            <a:extLst xmlns:a="http://schemas.openxmlformats.org/drawingml/2006/main">
              <a:ext uri="{FF2B5EF4-FFF2-40B4-BE49-F238E27FC236}">
                <a16:creationId xmlns:a16="http://schemas.microsoft.com/office/drawing/2014/main" id="{9BCCA1BD-D639-4F85-8227-5C8A07D6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06235" y="1927031"/>
            <a:ext cx="2034188" cy="325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权限开通</a:t>
            </a:r>
          </a:p>
        </p:txBody>
      </p:sp>
      <p:sp>
        <p:nvSpPr>
          <p:cNvPr id="36" name="note-body-2">
            <a:extLst xmlns:a="http://schemas.openxmlformats.org/drawingml/2006/main">
              <a:ext uri="{FF2B5EF4-FFF2-40B4-BE49-F238E27FC236}">
                <a16:creationId xmlns:a16="http://schemas.microsoft.com/office/drawing/2014/main" id="{6B872C6A-FDF7-4C11-8459-D1E777E6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35811" y="2382288"/>
            <a:ext cx="2155927" cy="8935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按最小必要原则开通执行、查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看和回退所需权限，逐项验证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实际账号可以完成对应操作并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记录授权责任人。</a:t>
            </a:r>
          </a:p>
        </p:txBody>
      </p:sp>
      <p:sp>
        <p:nvSpPr>
          <p:cNvPr id="37" name="note-heading-3">
            <a:extLst xmlns:a="http://schemas.openxmlformats.org/drawingml/2006/main">
              <a:ext uri="{FF2B5EF4-FFF2-40B4-BE49-F238E27FC236}">
                <a16:creationId xmlns:a16="http://schemas.microsoft.com/office/drawing/2014/main" id="{CED02066-10BA-44A6-9A6D-CE0C43B4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36121" y="4045591"/>
            <a:ext cx="2034188" cy="325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回退预案</a:t>
            </a:r>
          </a:p>
        </p:txBody>
      </p:sp>
      <p:sp>
        <p:nvSpPr>
          <p:cNvPr id="38" name="note-body-3">
            <a:extLst xmlns:a="http://schemas.openxmlformats.org/drawingml/2006/main">
              <a:ext uri="{FF2B5EF4-FFF2-40B4-BE49-F238E27FC236}">
                <a16:creationId xmlns:a16="http://schemas.microsoft.com/office/drawing/2014/main" id="{9108D3C7-7808-45AC-A618-C20AE6D0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5697" y="4500858"/>
            <a:ext cx="2155927" cy="8935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写明什么情况触发回退、由谁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执行、恢复到哪个版本以及如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何通知相关人员，并在可行范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围内预演关键步骤。</a:t>
            </a:r>
          </a:p>
        </p:txBody>
      </p:sp>
      <p:sp>
        <p:nvSpPr>
          <p:cNvPr id="39" name="note-heading-4">
            <a:extLst xmlns:a="http://schemas.openxmlformats.org/drawingml/2006/main">
              <a:ext uri="{FF2B5EF4-FFF2-40B4-BE49-F238E27FC236}">
                <a16:creationId xmlns:a16="http://schemas.microsoft.com/office/drawing/2014/main" id="{4DBB3753-E34A-4BDD-BC2D-D9FF6BD8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21173" y="4045591"/>
            <a:ext cx="2034188" cy="325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操作说明</a:t>
            </a:r>
          </a:p>
        </p:txBody>
      </p:sp>
      <p:sp>
        <p:nvSpPr>
          <p:cNvPr id="40" name="note-body-4">
            <a:extLst xmlns:a="http://schemas.openxmlformats.org/drawingml/2006/main">
              <a:ext uri="{FF2B5EF4-FFF2-40B4-BE49-F238E27FC236}">
                <a16:creationId xmlns:a16="http://schemas.microsoft.com/office/drawing/2014/main" id="{CCE40BB2-8CEA-4171-918F-7EE4225A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0759" y="4500858"/>
            <a:ext cx="2155927" cy="8935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将发布前检查、正式操作、异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常处理和完成确认写成接手者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可以照着执行的步骤，并标注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每一步的输入输出。</a:t>
            </a:r>
          </a:p>
        </p:txBody>
      </p:sp>
      <p:sp>
        <p:nvSpPr>
          <p:cNvPr id="41" name="note-heading-5">
            <a:extLst xmlns:a="http://schemas.openxmlformats.org/drawingml/2006/main">
              <a:ext uri="{FF2B5EF4-FFF2-40B4-BE49-F238E27FC236}">
                <a16:creationId xmlns:a16="http://schemas.microsoft.com/office/drawing/2014/main" id="{7E91259D-5C4D-4D5A-ADC2-1B8326E6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06235" y="4045591"/>
            <a:ext cx="2034188" cy="325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问题窗口</a:t>
            </a:r>
          </a:p>
        </p:txBody>
      </p:sp>
      <p:sp>
        <p:nvSpPr>
          <p:cNvPr id="42" name="note-body-5">
            <a:extLst xmlns:a="http://schemas.openxmlformats.org/drawingml/2006/main">
              <a:ext uri="{FF2B5EF4-FFF2-40B4-BE49-F238E27FC236}">
                <a16:creationId xmlns:a16="http://schemas.microsoft.com/office/drawing/2014/main" id="{1C03021F-E521-4C72-95C1-54654F73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35811" y="4500858"/>
            <a:ext cx="2155927" cy="8935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明确发布期间的问题入口、值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守人员、响应时限与升级路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径，安排一个可被团队共同查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看的记录位置持续更新。</a:t>
            </a:r>
          </a:p>
        </p:txBody>
      </p:sp>
      <p:sp>
        <p:nvSpPr>
          <p:cNvPr id="43" name="note-icon-panel-0">
            <a:extLst xmlns:a="http://schemas.openxmlformats.org/drawingml/2006/main">
              <a:ext uri="{FF2B5EF4-FFF2-40B4-BE49-F238E27FC236}">
                <a16:creationId xmlns:a16="http://schemas.microsoft.com/office/drawing/2014/main" id="{D8A20E83-A82D-423B-8FB0-9DD24C1B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7021" y="1927031"/>
            <a:ext cx="419100" cy="325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68b397736a44b0">
            <a:extLst>
              <a:ext uri="{96DAC541-7B7A-43D3-8B79-37D633B846F1}">
                <asvg:svgBlip xmlns:asvg="http://schemas.microsoft.com/office/drawing/2016/SVG/main" r:embed="Ra01db151dc92468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721796" y="1989687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5" name="note-icon-panel-1">
            <a:extLst xmlns:a="http://schemas.openxmlformats.org/drawingml/2006/main">
              <a:ext uri="{FF2B5EF4-FFF2-40B4-BE49-F238E27FC236}">
                <a16:creationId xmlns:a16="http://schemas.microsoft.com/office/drawing/2014/main" id="{CEBF23A7-356A-4A58-B296-58FE4D41C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2073" y="1927031"/>
            <a:ext cx="419100" cy="325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1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cc3e1912e14efb">
            <a:extLst>
              <a:ext uri="{96DAC541-7B7A-43D3-8B79-37D633B846F1}">
                <asvg:svgBlip xmlns:asvg="http://schemas.microsoft.com/office/drawing/2016/SVG/main" r:embed="R54097f90322943b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806848" y="1989687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7" name="note-icon-panel-2">
            <a:extLst xmlns:a="http://schemas.openxmlformats.org/drawingml/2006/main">
              <a:ext uri="{FF2B5EF4-FFF2-40B4-BE49-F238E27FC236}">
                <a16:creationId xmlns:a16="http://schemas.microsoft.com/office/drawing/2014/main" id="{D4A99922-71FD-48FE-9720-7E684B39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7135" y="1927031"/>
            <a:ext cx="419100" cy="325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1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0cd2c101894808">
            <a:extLst>
              <a:ext uri="{96DAC541-7B7A-43D3-8B79-37D633B846F1}">
                <asvg:svgBlip xmlns:asvg="http://schemas.microsoft.com/office/drawing/2016/SVG/main" r:embed="Re520c1d8665047e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891910" y="1989687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9" name="note-icon-panel-3">
            <a:extLst xmlns:a="http://schemas.openxmlformats.org/drawingml/2006/main">
              <a:ext uri="{FF2B5EF4-FFF2-40B4-BE49-F238E27FC236}">
                <a16:creationId xmlns:a16="http://schemas.microsoft.com/office/drawing/2014/main" id="{4A0CB0D3-4D23-4570-B9F6-633CCBBF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7021" y="4045591"/>
            <a:ext cx="419100" cy="325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1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181c8f85604bc6">
            <a:extLst>
              <a:ext uri="{96DAC541-7B7A-43D3-8B79-37D633B846F1}">
                <asvg:svgBlip xmlns:asvg="http://schemas.microsoft.com/office/drawing/2016/SVG/main" r:embed="R9bfcf0f66571433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721796" y="4108256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51" name="note-icon-panel-4">
            <a:extLst xmlns:a="http://schemas.openxmlformats.org/drawingml/2006/main">
              <a:ext uri="{FF2B5EF4-FFF2-40B4-BE49-F238E27FC236}">
                <a16:creationId xmlns:a16="http://schemas.microsoft.com/office/drawing/2014/main" id="{12061C2A-1836-4451-8539-9C6C66F5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2073" y="4045591"/>
            <a:ext cx="419100" cy="325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1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30dc885aa047c7">
            <a:extLst>
              <a:ext uri="{96DAC541-7B7A-43D3-8B79-37D633B846F1}">
                <asvg:svgBlip xmlns:asvg="http://schemas.microsoft.com/office/drawing/2016/SVG/main" r:embed="R968bba50442444b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806848" y="4108256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53" name="note-icon-panel-5">
            <a:extLst xmlns:a="http://schemas.openxmlformats.org/drawingml/2006/main">
              <a:ext uri="{FF2B5EF4-FFF2-40B4-BE49-F238E27FC236}">
                <a16:creationId xmlns:a16="http://schemas.microsoft.com/office/drawing/2014/main" id="{1B6C68F9-848A-4573-829D-52F74193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7135" y="4045591"/>
            <a:ext cx="419100" cy="325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1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b40f9b384b4dc0">
            <a:extLst>
              <a:ext uri="{96DAC541-7B7A-43D3-8B79-37D633B846F1}">
                <asvg:svgBlip xmlns:asvg="http://schemas.microsoft.com/office/drawing/2016/SVG/main" r:embed="Ra0d1588b788e488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891910" y="4108256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4323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2026-09-07T23:30:08.6100000Z</dcterms:created>
  <dcterms:modified xsi:type="dcterms:W3CDTF">2026-09-07T23:30:08.6100000Z</dcterms:modified>
</coreProperties>
</file>