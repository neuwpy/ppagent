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4084dc826d41ba" /><Relationship Type="http://schemas.openxmlformats.org/officeDocument/2006/relationships/extended-properties" Target="/docProps/app.xml" Id="R34b59cfa77a94889" /><Relationship Type="http://schemas.openxmlformats.org/officeDocument/2006/relationships/officeDocument" Target="/ppt/presentation.xml" Id="R79ad21cbf83b46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ba05e3d1764d86"/>
  </p:sldMasterIdLst>
  <p:notesMasterIdLst>
    <p:notesMasterId xmlns:r="http://schemas.openxmlformats.org/officeDocument/2006/relationships" r:id="Rdb03b78f748140c3"/>
  </p:notesMasterIdLst>
  <p:sldIdLst>
    <p:sldId xmlns:r="http://schemas.openxmlformats.org/officeDocument/2006/relationships" id="256" r:id="Read3d87641324a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7c74ae368546b7" /><Relationship Type="http://schemas.openxmlformats.org/officeDocument/2006/relationships/slideMaster" Target="/ppt/slideMasters/slideMaster1.xml" Id="R11ba05e3d1764d86" /><Relationship Type="http://schemas.openxmlformats.org/officeDocument/2006/relationships/notesMaster" Target="/ppt/notesMasters/notesMaster1.xml" Id="Rdb03b78f748140c3" /><Relationship Type="http://schemas.openxmlformats.org/officeDocument/2006/relationships/presProps" Target="/ppt/presProps.xml" Id="R19b27890059d4213" /><Relationship Type="http://schemas.openxmlformats.org/officeDocument/2006/relationships/tableStyles" Target="/ppt/tableStyles.xml" Id="Rd39c074655434fab" /><Relationship Type="http://schemas.openxmlformats.org/officeDocument/2006/relationships/slide" Target="/ppt/slides/slide1.xml" Id="Read3d87641324a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bec9663e2843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ac63610a8a4f55" /><Relationship Type="http://schemas.openxmlformats.org/officeDocument/2006/relationships/notesMaster" Target="/ppt/notesMasters/notesMaster1.xml" Id="Rc950fb55596648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068813bf0d42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c0f5f909504b67" /><Relationship Type="http://schemas.openxmlformats.org/officeDocument/2006/relationships/slideLayout" Target="/ppt/slideLayouts/slideLayout1.xml" Id="R5c27d437ba4b4c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27d437ba4b4c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acd4a5ef249b0" /><Relationship Type="http://schemas.openxmlformats.org/officeDocument/2006/relationships/notesSlide" Target="/ppt/notesSlides/notesSlide1.xml" Id="Rfcae077e3c04498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age-paper">
            <a:extLst xmlns:a="http://schemas.openxmlformats.org/drawingml/2006/main">
              <a:ext uri="{FF2B5EF4-FFF2-40B4-BE49-F238E27FC236}">
                <a16:creationId xmlns:a16="http://schemas.microsoft.com/office/drawing/2014/main" id="{07AD6514-A7B0-4DEC-AF73-04B28EBA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C6266B63-90A4-4070-ABB5-CB29ABC4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06881E70-1BF8-41E2-AA7F-11847776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2181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设备维护能力成熟度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FD08E16-D5D3-4C76-B176-13C17EA6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4770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999B1AC1-E37B-44F3-B1C4-24C5E77C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5191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 · 第2级：形成记录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故障原因与处理过程可查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25ED1014-3B29-4066-9279-08586A6B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00550"/>
            <a:ext cx="5191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目标 · 第4级：持续改善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用复盘减少重复故障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2C339C-7C74-4A9C-B8CE-33DFE5B1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8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4D7EBD8D-4F70-4561-AA15-965221C7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2263" y="2763917"/>
            <a:ext cx="1080183" cy="866880"/>
          </a:xfrm>
          <a:custGeom xmlns:a="http://schemas.openxmlformats.org/drawingml/2006/main">
            <a:pathLst>
              <a:path w="1080183" h="866880">
                <a:moveTo>
                  <a:pt x="63922" y="121206"/>
                </a:moveTo>
                <a:lnTo>
                  <a:pt x="82763" y="118948"/>
                </a:lnTo>
                <a:lnTo>
                  <a:pt x="101594" y="116691"/>
                </a:lnTo>
                <a:lnTo>
                  <a:pt x="120425" y="114433"/>
                </a:lnTo>
                <a:lnTo>
                  <a:pt x="139256" y="112176"/>
                </a:lnTo>
                <a:lnTo>
                  <a:pt x="158096" y="109909"/>
                </a:lnTo>
                <a:lnTo>
                  <a:pt x="176927" y="107652"/>
                </a:lnTo>
                <a:lnTo>
                  <a:pt x="195758" y="105394"/>
                </a:lnTo>
                <a:lnTo>
                  <a:pt x="214598" y="103137"/>
                </a:lnTo>
                <a:lnTo>
                  <a:pt x="233429" y="100879"/>
                </a:lnTo>
                <a:lnTo>
                  <a:pt x="252260" y="98612"/>
                </a:lnTo>
                <a:lnTo>
                  <a:pt x="271101" y="96355"/>
                </a:lnTo>
                <a:lnTo>
                  <a:pt x="289931" y="94097"/>
                </a:lnTo>
                <a:lnTo>
                  <a:pt x="308762" y="91840"/>
                </a:lnTo>
                <a:lnTo>
                  <a:pt x="327593" y="89583"/>
                </a:lnTo>
                <a:lnTo>
                  <a:pt x="346434" y="87316"/>
                </a:lnTo>
                <a:lnTo>
                  <a:pt x="365265" y="85058"/>
                </a:lnTo>
                <a:lnTo>
                  <a:pt x="384096" y="82801"/>
                </a:lnTo>
                <a:lnTo>
                  <a:pt x="402936" y="80543"/>
                </a:lnTo>
                <a:lnTo>
                  <a:pt x="421767" y="78286"/>
                </a:lnTo>
                <a:lnTo>
                  <a:pt x="440598" y="76019"/>
                </a:lnTo>
                <a:lnTo>
                  <a:pt x="459438" y="73762"/>
                </a:lnTo>
                <a:lnTo>
                  <a:pt x="478269" y="71504"/>
                </a:lnTo>
                <a:lnTo>
                  <a:pt x="497100" y="69247"/>
                </a:lnTo>
                <a:lnTo>
                  <a:pt x="515941" y="66989"/>
                </a:lnTo>
                <a:lnTo>
                  <a:pt x="534772" y="64722"/>
                </a:lnTo>
                <a:lnTo>
                  <a:pt x="553603" y="62465"/>
                </a:lnTo>
                <a:lnTo>
                  <a:pt x="572433" y="60208"/>
                </a:lnTo>
                <a:lnTo>
                  <a:pt x="591274" y="57950"/>
                </a:lnTo>
                <a:lnTo>
                  <a:pt x="610105" y="55693"/>
                </a:lnTo>
                <a:lnTo>
                  <a:pt x="628936" y="53426"/>
                </a:lnTo>
                <a:lnTo>
                  <a:pt x="647776" y="51168"/>
                </a:lnTo>
                <a:lnTo>
                  <a:pt x="666607" y="48911"/>
                </a:lnTo>
                <a:lnTo>
                  <a:pt x="685438" y="46653"/>
                </a:lnTo>
                <a:lnTo>
                  <a:pt x="704279" y="44396"/>
                </a:lnTo>
                <a:lnTo>
                  <a:pt x="723109" y="42129"/>
                </a:lnTo>
                <a:lnTo>
                  <a:pt x="741940" y="39872"/>
                </a:lnTo>
                <a:lnTo>
                  <a:pt x="760771" y="37614"/>
                </a:lnTo>
                <a:lnTo>
                  <a:pt x="779612" y="35357"/>
                </a:lnTo>
                <a:lnTo>
                  <a:pt x="798443" y="33099"/>
                </a:lnTo>
                <a:lnTo>
                  <a:pt x="817274" y="30832"/>
                </a:lnTo>
                <a:lnTo>
                  <a:pt x="836114" y="28575"/>
                </a:lnTo>
                <a:lnTo>
                  <a:pt x="854945" y="26318"/>
                </a:lnTo>
                <a:lnTo>
                  <a:pt x="873776" y="24060"/>
                </a:lnTo>
                <a:lnTo>
                  <a:pt x="892616" y="21803"/>
                </a:lnTo>
                <a:lnTo>
                  <a:pt x="911447" y="19536"/>
                </a:lnTo>
                <a:lnTo>
                  <a:pt x="930278" y="17278"/>
                </a:lnTo>
                <a:lnTo>
                  <a:pt x="949109" y="15021"/>
                </a:lnTo>
                <a:lnTo>
                  <a:pt x="967950" y="12764"/>
                </a:lnTo>
                <a:lnTo>
                  <a:pt x="986780" y="10506"/>
                </a:lnTo>
                <a:lnTo>
                  <a:pt x="1005611" y="8239"/>
                </a:lnTo>
                <a:lnTo>
                  <a:pt x="1024452" y="5982"/>
                </a:lnTo>
                <a:lnTo>
                  <a:pt x="1043283" y="3724"/>
                </a:lnTo>
                <a:lnTo>
                  <a:pt x="1062114" y="1467"/>
                </a:lnTo>
                <a:lnTo>
                  <a:pt x="1080183" y="0"/>
                </a:lnTo>
                <a:lnTo>
                  <a:pt x="1078544" y="18898"/>
                </a:lnTo>
                <a:lnTo>
                  <a:pt x="1076906" y="37795"/>
                </a:lnTo>
                <a:lnTo>
                  <a:pt x="1075268" y="56693"/>
                </a:lnTo>
                <a:lnTo>
                  <a:pt x="1073629" y="75590"/>
                </a:lnTo>
                <a:lnTo>
                  <a:pt x="1072001" y="94488"/>
                </a:lnTo>
                <a:lnTo>
                  <a:pt x="1070362" y="113386"/>
                </a:lnTo>
                <a:lnTo>
                  <a:pt x="1068724" y="132283"/>
                </a:lnTo>
                <a:lnTo>
                  <a:pt x="1067086" y="151181"/>
                </a:lnTo>
                <a:lnTo>
                  <a:pt x="1065447" y="170078"/>
                </a:lnTo>
                <a:lnTo>
                  <a:pt x="1063809" y="188976"/>
                </a:lnTo>
                <a:lnTo>
                  <a:pt x="1062171" y="207883"/>
                </a:lnTo>
                <a:lnTo>
                  <a:pt x="1060533" y="226781"/>
                </a:lnTo>
                <a:lnTo>
                  <a:pt x="1058904" y="245678"/>
                </a:lnTo>
                <a:lnTo>
                  <a:pt x="1057265" y="264576"/>
                </a:lnTo>
                <a:lnTo>
                  <a:pt x="1055627" y="283474"/>
                </a:lnTo>
                <a:lnTo>
                  <a:pt x="1053989" y="302371"/>
                </a:lnTo>
                <a:lnTo>
                  <a:pt x="1052351" y="321269"/>
                </a:lnTo>
                <a:lnTo>
                  <a:pt x="1050712" y="340166"/>
                </a:lnTo>
                <a:lnTo>
                  <a:pt x="1049074" y="359064"/>
                </a:lnTo>
                <a:lnTo>
                  <a:pt x="1047436" y="377962"/>
                </a:lnTo>
                <a:lnTo>
                  <a:pt x="1045807" y="396859"/>
                </a:lnTo>
                <a:lnTo>
                  <a:pt x="1044169" y="415757"/>
                </a:lnTo>
                <a:lnTo>
                  <a:pt x="1042530" y="434654"/>
                </a:lnTo>
                <a:lnTo>
                  <a:pt x="1040892" y="453552"/>
                </a:lnTo>
                <a:lnTo>
                  <a:pt x="1039254" y="472450"/>
                </a:lnTo>
                <a:lnTo>
                  <a:pt x="1037615" y="491347"/>
                </a:lnTo>
                <a:lnTo>
                  <a:pt x="1035977" y="510245"/>
                </a:lnTo>
                <a:lnTo>
                  <a:pt x="1034348" y="529142"/>
                </a:lnTo>
                <a:lnTo>
                  <a:pt x="1032710" y="548040"/>
                </a:lnTo>
                <a:lnTo>
                  <a:pt x="1031072" y="566938"/>
                </a:lnTo>
                <a:lnTo>
                  <a:pt x="1029433" y="585845"/>
                </a:lnTo>
                <a:lnTo>
                  <a:pt x="1027795" y="604742"/>
                </a:lnTo>
                <a:lnTo>
                  <a:pt x="1026157" y="623640"/>
                </a:lnTo>
                <a:lnTo>
                  <a:pt x="1024519" y="642537"/>
                </a:lnTo>
                <a:lnTo>
                  <a:pt x="1022880" y="661435"/>
                </a:lnTo>
                <a:lnTo>
                  <a:pt x="1021251" y="680333"/>
                </a:lnTo>
                <a:lnTo>
                  <a:pt x="1019613" y="699230"/>
                </a:lnTo>
                <a:lnTo>
                  <a:pt x="1017975" y="718128"/>
                </a:lnTo>
                <a:lnTo>
                  <a:pt x="1016337" y="737025"/>
                </a:lnTo>
                <a:lnTo>
                  <a:pt x="1006583" y="748065"/>
                </a:lnTo>
                <a:lnTo>
                  <a:pt x="987743" y="750303"/>
                </a:lnTo>
                <a:lnTo>
                  <a:pt x="968912" y="752542"/>
                </a:lnTo>
                <a:lnTo>
                  <a:pt x="950071" y="754790"/>
                </a:lnTo>
                <a:lnTo>
                  <a:pt x="931240" y="757028"/>
                </a:lnTo>
                <a:lnTo>
                  <a:pt x="912400" y="759266"/>
                </a:lnTo>
                <a:lnTo>
                  <a:pt x="893569" y="761514"/>
                </a:lnTo>
                <a:lnTo>
                  <a:pt x="874728" y="763753"/>
                </a:lnTo>
                <a:lnTo>
                  <a:pt x="855897" y="766001"/>
                </a:lnTo>
                <a:lnTo>
                  <a:pt x="837057" y="768239"/>
                </a:lnTo>
                <a:lnTo>
                  <a:pt x="818226" y="770477"/>
                </a:lnTo>
                <a:lnTo>
                  <a:pt x="799386" y="772725"/>
                </a:lnTo>
                <a:lnTo>
                  <a:pt x="780555" y="774964"/>
                </a:lnTo>
                <a:lnTo>
                  <a:pt x="761714" y="777202"/>
                </a:lnTo>
                <a:lnTo>
                  <a:pt x="742883" y="779450"/>
                </a:lnTo>
                <a:lnTo>
                  <a:pt x="724043" y="781688"/>
                </a:lnTo>
                <a:lnTo>
                  <a:pt x="705212" y="783936"/>
                </a:lnTo>
                <a:lnTo>
                  <a:pt x="686372" y="786174"/>
                </a:lnTo>
                <a:lnTo>
                  <a:pt x="667541" y="788413"/>
                </a:lnTo>
                <a:lnTo>
                  <a:pt x="648700" y="790661"/>
                </a:lnTo>
                <a:lnTo>
                  <a:pt x="629869" y="792899"/>
                </a:lnTo>
                <a:lnTo>
                  <a:pt x="611029" y="795137"/>
                </a:lnTo>
                <a:lnTo>
                  <a:pt x="592188" y="797385"/>
                </a:lnTo>
                <a:lnTo>
                  <a:pt x="573357" y="799624"/>
                </a:lnTo>
                <a:lnTo>
                  <a:pt x="554517" y="801872"/>
                </a:lnTo>
                <a:lnTo>
                  <a:pt x="535686" y="804110"/>
                </a:lnTo>
                <a:lnTo>
                  <a:pt x="516846" y="806348"/>
                </a:lnTo>
                <a:lnTo>
                  <a:pt x="498015" y="808596"/>
                </a:lnTo>
                <a:lnTo>
                  <a:pt x="479174" y="810835"/>
                </a:lnTo>
                <a:lnTo>
                  <a:pt x="460343" y="813073"/>
                </a:lnTo>
                <a:lnTo>
                  <a:pt x="441503" y="815321"/>
                </a:lnTo>
                <a:lnTo>
                  <a:pt x="422672" y="817559"/>
                </a:lnTo>
                <a:lnTo>
                  <a:pt x="403831" y="819807"/>
                </a:lnTo>
                <a:lnTo>
                  <a:pt x="385001" y="822046"/>
                </a:lnTo>
                <a:lnTo>
                  <a:pt x="366160" y="824284"/>
                </a:lnTo>
                <a:lnTo>
                  <a:pt x="347329" y="826532"/>
                </a:lnTo>
                <a:lnTo>
                  <a:pt x="328489" y="828770"/>
                </a:lnTo>
                <a:lnTo>
                  <a:pt x="309658" y="831009"/>
                </a:lnTo>
                <a:lnTo>
                  <a:pt x="290817" y="833257"/>
                </a:lnTo>
                <a:lnTo>
                  <a:pt x="271986" y="835495"/>
                </a:lnTo>
                <a:lnTo>
                  <a:pt x="253146" y="837743"/>
                </a:lnTo>
                <a:lnTo>
                  <a:pt x="234315" y="839981"/>
                </a:lnTo>
                <a:lnTo>
                  <a:pt x="215475" y="842220"/>
                </a:lnTo>
                <a:lnTo>
                  <a:pt x="196644" y="844467"/>
                </a:lnTo>
                <a:lnTo>
                  <a:pt x="177803" y="846706"/>
                </a:lnTo>
                <a:lnTo>
                  <a:pt x="158963" y="848944"/>
                </a:lnTo>
                <a:lnTo>
                  <a:pt x="140132" y="851192"/>
                </a:lnTo>
                <a:lnTo>
                  <a:pt x="121291" y="853430"/>
                </a:lnTo>
                <a:lnTo>
                  <a:pt x="102460" y="855678"/>
                </a:lnTo>
                <a:lnTo>
                  <a:pt x="83620" y="857917"/>
                </a:lnTo>
                <a:lnTo>
                  <a:pt x="64789" y="860155"/>
                </a:lnTo>
                <a:lnTo>
                  <a:pt x="45949" y="862403"/>
                </a:lnTo>
                <a:lnTo>
                  <a:pt x="27118" y="864641"/>
                </a:lnTo>
                <a:lnTo>
                  <a:pt x="8277" y="866880"/>
                </a:lnTo>
                <a:lnTo>
                  <a:pt x="0" y="858231"/>
                </a:lnTo>
                <a:lnTo>
                  <a:pt x="1638" y="839333"/>
                </a:lnTo>
                <a:lnTo>
                  <a:pt x="3277" y="820436"/>
                </a:lnTo>
                <a:lnTo>
                  <a:pt x="4915" y="801538"/>
                </a:lnTo>
                <a:lnTo>
                  <a:pt x="6553" y="782641"/>
                </a:lnTo>
                <a:lnTo>
                  <a:pt x="8192" y="763734"/>
                </a:lnTo>
                <a:lnTo>
                  <a:pt x="9839" y="744836"/>
                </a:lnTo>
                <a:lnTo>
                  <a:pt x="11478" y="725938"/>
                </a:lnTo>
                <a:lnTo>
                  <a:pt x="13116" y="707041"/>
                </a:lnTo>
                <a:lnTo>
                  <a:pt x="14754" y="688143"/>
                </a:lnTo>
                <a:lnTo>
                  <a:pt x="16393" y="669246"/>
                </a:lnTo>
                <a:lnTo>
                  <a:pt x="18031" y="650348"/>
                </a:lnTo>
                <a:lnTo>
                  <a:pt x="19669" y="631450"/>
                </a:lnTo>
                <a:lnTo>
                  <a:pt x="21307" y="612553"/>
                </a:lnTo>
                <a:lnTo>
                  <a:pt x="22946" y="593655"/>
                </a:lnTo>
                <a:lnTo>
                  <a:pt x="24584" y="574758"/>
                </a:lnTo>
                <a:lnTo>
                  <a:pt x="26222" y="555860"/>
                </a:lnTo>
                <a:lnTo>
                  <a:pt x="27861" y="536962"/>
                </a:lnTo>
                <a:lnTo>
                  <a:pt x="29508" y="518065"/>
                </a:lnTo>
                <a:lnTo>
                  <a:pt x="31147" y="499167"/>
                </a:lnTo>
                <a:lnTo>
                  <a:pt x="32785" y="480270"/>
                </a:lnTo>
                <a:lnTo>
                  <a:pt x="34423" y="461372"/>
                </a:lnTo>
                <a:lnTo>
                  <a:pt x="36062" y="442474"/>
                </a:lnTo>
                <a:lnTo>
                  <a:pt x="37700" y="423577"/>
                </a:lnTo>
                <a:lnTo>
                  <a:pt x="39338" y="404679"/>
                </a:lnTo>
                <a:lnTo>
                  <a:pt x="40977" y="385782"/>
                </a:lnTo>
                <a:lnTo>
                  <a:pt x="42615" y="366884"/>
                </a:lnTo>
                <a:lnTo>
                  <a:pt x="44253" y="347986"/>
                </a:lnTo>
                <a:lnTo>
                  <a:pt x="45891" y="329089"/>
                </a:lnTo>
                <a:lnTo>
                  <a:pt x="47530" y="310191"/>
                </a:lnTo>
                <a:lnTo>
                  <a:pt x="49178" y="291294"/>
                </a:lnTo>
                <a:lnTo>
                  <a:pt x="50816" y="272396"/>
                </a:lnTo>
                <a:lnTo>
                  <a:pt x="52454" y="253498"/>
                </a:lnTo>
                <a:lnTo>
                  <a:pt x="54092" y="234601"/>
                </a:lnTo>
                <a:lnTo>
                  <a:pt x="55731" y="215703"/>
                </a:lnTo>
                <a:lnTo>
                  <a:pt x="57369" y="196806"/>
                </a:lnTo>
                <a:lnTo>
                  <a:pt x="59007" y="177908"/>
                </a:lnTo>
                <a:lnTo>
                  <a:pt x="60646" y="159010"/>
                </a:lnTo>
                <a:lnTo>
                  <a:pt x="62284" y="140113"/>
                </a:lnTo>
                <a:lnTo>
                  <a:pt x="63922" y="121206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70B7B338-BE93-41A3-A201-98B291F4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7660" y="2463632"/>
            <a:ext cx="1080183" cy="867137"/>
          </a:xfrm>
          <a:custGeom xmlns:a="http://schemas.openxmlformats.org/drawingml/2006/main">
            <a:pathLst>
              <a:path w="1080183" h="867137">
                <a:moveTo>
                  <a:pt x="63913" y="121453"/>
                </a:moveTo>
                <a:lnTo>
                  <a:pt x="82744" y="119196"/>
                </a:lnTo>
                <a:lnTo>
                  <a:pt x="101565" y="116929"/>
                </a:lnTo>
                <a:lnTo>
                  <a:pt x="120396" y="114671"/>
                </a:lnTo>
                <a:lnTo>
                  <a:pt x="139227" y="112414"/>
                </a:lnTo>
                <a:lnTo>
                  <a:pt x="158058" y="110157"/>
                </a:lnTo>
                <a:lnTo>
                  <a:pt x="176889" y="107899"/>
                </a:lnTo>
                <a:lnTo>
                  <a:pt x="195720" y="105642"/>
                </a:lnTo>
                <a:lnTo>
                  <a:pt x="214541" y="103384"/>
                </a:lnTo>
                <a:lnTo>
                  <a:pt x="233372" y="101117"/>
                </a:lnTo>
                <a:lnTo>
                  <a:pt x="252203" y="98860"/>
                </a:lnTo>
                <a:lnTo>
                  <a:pt x="271034" y="96603"/>
                </a:lnTo>
                <a:lnTo>
                  <a:pt x="289865" y="94345"/>
                </a:lnTo>
                <a:lnTo>
                  <a:pt x="308696" y="92088"/>
                </a:lnTo>
                <a:lnTo>
                  <a:pt x="327517" y="89830"/>
                </a:lnTo>
                <a:lnTo>
                  <a:pt x="346348" y="87573"/>
                </a:lnTo>
                <a:lnTo>
                  <a:pt x="365179" y="85306"/>
                </a:lnTo>
                <a:lnTo>
                  <a:pt x="384010" y="83048"/>
                </a:lnTo>
                <a:lnTo>
                  <a:pt x="402841" y="80791"/>
                </a:lnTo>
                <a:lnTo>
                  <a:pt x="421672" y="78534"/>
                </a:lnTo>
                <a:lnTo>
                  <a:pt x="440493" y="76276"/>
                </a:lnTo>
                <a:lnTo>
                  <a:pt x="459324" y="74019"/>
                </a:lnTo>
                <a:lnTo>
                  <a:pt x="478155" y="71752"/>
                </a:lnTo>
                <a:lnTo>
                  <a:pt x="496986" y="69494"/>
                </a:lnTo>
                <a:lnTo>
                  <a:pt x="515817" y="67237"/>
                </a:lnTo>
                <a:lnTo>
                  <a:pt x="534648" y="64980"/>
                </a:lnTo>
                <a:lnTo>
                  <a:pt x="553469" y="62722"/>
                </a:lnTo>
                <a:lnTo>
                  <a:pt x="572300" y="60465"/>
                </a:lnTo>
                <a:lnTo>
                  <a:pt x="591131" y="58207"/>
                </a:lnTo>
                <a:lnTo>
                  <a:pt x="609962" y="55940"/>
                </a:lnTo>
                <a:lnTo>
                  <a:pt x="628793" y="53683"/>
                </a:lnTo>
                <a:lnTo>
                  <a:pt x="647624" y="51425"/>
                </a:lnTo>
                <a:lnTo>
                  <a:pt x="666445" y="49168"/>
                </a:lnTo>
                <a:lnTo>
                  <a:pt x="685276" y="46911"/>
                </a:lnTo>
                <a:lnTo>
                  <a:pt x="704107" y="44653"/>
                </a:lnTo>
                <a:lnTo>
                  <a:pt x="722938" y="42396"/>
                </a:lnTo>
                <a:lnTo>
                  <a:pt x="741769" y="40129"/>
                </a:lnTo>
                <a:lnTo>
                  <a:pt x="760600" y="37871"/>
                </a:lnTo>
                <a:lnTo>
                  <a:pt x="779421" y="35614"/>
                </a:lnTo>
                <a:lnTo>
                  <a:pt x="798252" y="33357"/>
                </a:lnTo>
                <a:lnTo>
                  <a:pt x="817083" y="31099"/>
                </a:lnTo>
                <a:lnTo>
                  <a:pt x="835914" y="28842"/>
                </a:lnTo>
                <a:lnTo>
                  <a:pt x="854745" y="26584"/>
                </a:lnTo>
                <a:lnTo>
                  <a:pt x="873576" y="24317"/>
                </a:lnTo>
                <a:lnTo>
                  <a:pt x="892397" y="22060"/>
                </a:lnTo>
                <a:lnTo>
                  <a:pt x="911228" y="19802"/>
                </a:lnTo>
                <a:lnTo>
                  <a:pt x="930059" y="17545"/>
                </a:lnTo>
                <a:lnTo>
                  <a:pt x="948890" y="15288"/>
                </a:lnTo>
                <a:lnTo>
                  <a:pt x="967721" y="13030"/>
                </a:lnTo>
                <a:lnTo>
                  <a:pt x="986552" y="10773"/>
                </a:lnTo>
                <a:lnTo>
                  <a:pt x="1005373" y="8506"/>
                </a:lnTo>
                <a:lnTo>
                  <a:pt x="1024204" y="6248"/>
                </a:lnTo>
                <a:lnTo>
                  <a:pt x="1043035" y="3991"/>
                </a:lnTo>
                <a:lnTo>
                  <a:pt x="1061866" y="1734"/>
                </a:lnTo>
                <a:lnTo>
                  <a:pt x="1080183" y="0"/>
                </a:lnTo>
                <a:lnTo>
                  <a:pt x="1078544" y="18898"/>
                </a:lnTo>
                <a:lnTo>
                  <a:pt x="1076906" y="37786"/>
                </a:lnTo>
                <a:lnTo>
                  <a:pt x="1075268" y="56683"/>
                </a:lnTo>
                <a:lnTo>
                  <a:pt x="1073629" y="75571"/>
                </a:lnTo>
                <a:lnTo>
                  <a:pt x="1071991" y="94469"/>
                </a:lnTo>
                <a:lnTo>
                  <a:pt x="1070353" y="113357"/>
                </a:lnTo>
                <a:lnTo>
                  <a:pt x="1068715" y="132255"/>
                </a:lnTo>
                <a:lnTo>
                  <a:pt x="1067076" y="151143"/>
                </a:lnTo>
                <a:lnTo>
                  <a:pt x="1065438" y="170040"/>
                </a:lnTo>
                <a:lnTo>
                  <a:pt x="1063800" y="188938"/>
                </a:lnTo>
                <a:lnTo>
                  <a:pt x="1062161" y="207826"/>
                </a:lnTo>
                <a:lnTo>
                  <a:pt x="1060523" y="226724"/>
                </a:lnTo>
                <a:lnTo>
                  <a:pt x="1058885" y="245612"/>
                </a:lnTo>
                <a:lnTo>
                  <a:pt x="1057246" y="264509"/>
                </a:lnTo>
                <a:lnTo>
                  <a:pt x="1055608" y="283397"/>
                </a:lnTo>
                <a:lnTo>
                  <a:pt x="1053970" y="302295"/>
                </a:lnTo>
                <a:lnTo>
                  <a:pt x="1052332" y="321193"/>
                </a:lnTo>
                <a:lnTo>
                  <a:pt x="1050693" y="340081"/>
                </a:lnTo>
                <a:lnTo>
                  <a:pt x="1049055" y="358978"/>
                </a:lnTo>
                <a:lnTo>
                  <a:pt x="1047417" y="377866"/>
                </a:lnTo>
                <a:lnTo>
                  <a:pt x="1045769" y="396764"/>
                </a:lnTo>
                <a:lnTo>
                  <a:pt x="1044131" y="415652"/>
                </a:lnTo>
                <a:lnTo>
                  <a:pt x="1042492" y="434550"/>
                </a:lnTo>
                <a:lnTo>
                  <a:pt x="1040854" y="453438"/>
                </a:lnTo>
                <a:lnTo>
                  <a:pt x="1039216" y="472335"/>
                </a:lnTo>
                <a:lnTo>
                  <a:pt x="1037577" y="491233"/>
                </a:lnTo>
                <a:lnTo>
                  <a:pt x="1035939" y="510121"/>
                </a:lnTo>
                <a:lnTo>
                  <a:pt x="1034301" y="529019"/>
                </a:lnTo>
                <a:lnTo>
                  <a:pt x="1032662" y="547907"/>
                </a:lnTo>
                <a:lnTo>
                  <a:pt x="1031024" y="566804"/>
                </a:lnTo>
                <a:lnTo>
                  <a:pt x="1029386" y="585692"/>
                </a:lnTo>
                <a:lnTo>
                  <a:pt x="1027748" y="604590"/>
                </a:lnTo>
                <a:lnTo>
                  <a:pt x="1026109" y="623487"/>
                </a:lnTo>
                <a:lnTo>
                  <a:pt x="1024471" y="642376"/>
                </a:lnTo>
                <a:lnTo>
                  <a:pt x="1022833" y="661273"/>
                </a:lnTo>
                <a:lnTo>
                  <a:pt x="1021194" y="680161"/>
                </a:lnTo>
                <a:lnTo>
                  <a:pt x="1019556" y="699059"/>
                </a:lnTo>
                <a:lnTo>
                  <a:pt x="1017918" y="717947"/>
                </a:lnTo>
                <a:lnTo>
                  <a:pt x="1016279" y="736844"/>
                </a:lnTo>
                <a:lnTo>
                  <a:pt x="1006040" y="747417"/>
                </a:lnTo>
                <a:lnTo>
                  <a:pt x="987209" y="749675"/>
                </a:lnTo>
                <a:lnTo>
                  <a:pt x="968388" y="751942"/>
                </a:lnTo>
                <a:lnTo>
                  <a:pt x="949557" y="754199"/>
                </a:lnTo>
                <a:lnTo>
                  <a:pt x="930726" y="756456"/>
                </a:lnTo>
                <a:lnTo>
                  <a:pt x="911895" y="758714"/>
                </a:lnTo>
                <a:lnTo>
                  <a:pt x="893064" y="760971"/>
                </a:lnTo>
                <a:lnTo>
                  <a:pt x="874233" y="763229"/>
                </a:lnTo>
                <a:lnTo>
                  <a:pt x="855412" y="765486"/>
                </a:lnTo>
                <a:lnTo>
                  <a:pt x="836581" y="767753"/>
                </a:lnTo>
                <a:lnTo>
                  <a:pt x="817750" y="770011"/>
                </a:lnTo>
                <a:lnTo>
                  <a:pt x="798919" y="772268"/>
                </a:lnTo>
                <a:lnTo>
                  <a:pt x="780088" y="774525"/>
                </a:lnTo>
                <a:lnTo>
                  <a:pt x="761257" y="776783"/>
                </a:lnTo>
                <a:lnTo>
                  <a:pt x="742436" y="779040"/>
                </a:lnTo>
                <a:lnTo>
                  <a:pt x="723605" y="781298"/>
                </a:lnTo>
                <a:lnTo>
                  <a:pt x="704774" y="783565"/>
                </a:lnTo>
                <a:lnTo>
                  <a:pt x="685943" y="785822"/>
                </a:lnTo>
                <a:lnTo>
                  <a:pt x="667112" y="788079"/>
                </a:lnTo>
                <a:lnTo>
                  <a:pt x="648281" y="790337"/>
                </a:lnTo>
                <a:lnTo>
                  <a:pt x="629460" y="792594"/>
                </a:lnTo>
                <a:lnTo>
                  <a:pt x="610629" y="794852"/>
                </a:lnTo>
                <a:lnTo>
                  <a:pt x="591798" y="797109"/>
                </a:lnTo>
                <a:lnTo>
                  <a:pt x="572967" y="799376"/>
                </a:lnTo>
                <a:lnTo>
                  <a:pt x="554136" y="801634"/>
                </a:lnTo>
                <a:lnTo>
                  <a:pt x="535305" y="803891"/>
                </a:lnTo>
                <a:lnTo>
                  <a:pt x="516484" y="806148"/>
                </a:lnTo>
                <a:lnTo>
                  <a:pt x="497653" y="808406"/>
                </a:lnTo>
                <a:lnTo>
                  <a:pt x="478822" y="810663"/>
                </a:lnTo>
                <a:lnTo>
                  <a:pt x="459991" y="812930"/>
                </a:lnTo>
                <a:lnTo>
                  <a:pt x="441160" y="815188"/>
                </a:lnTo>
                <a:lnTo>
                  <a:pt x="422329" y="817445"/>
                </a:lnTo>
                <a:lnTo>
                  <a:pt x="403508" y="819702"/>
                </a:lnTo>
                <a:lnTo>
                  <a:pt x="384677" y="821960"/>
                </a:lnTo>
                <a:lnTo>
                  <a:pt x="365846" y="824217"/>
                </a:lnTo>
                <a:lnTo>
                  <a:pt x="347015" y="826475"/>
                </a:lnTo>
                <a:lnTo>
                  <a:pt x="328184" y="828742"/>
                </a:lnTo>
                <a:lnTo>
                  <a:pt x="309353" y="830999"/>
                </a:lnTo>
                <a:lnTo>
                  <a:pt x="290532" y="833257"/>
                </a:lnTo>
                <a:lnTo>
                  <a:pt x="271701" y="835514"/>
                </a:lnTo>
                <a:lnTo>
                  <a:pt x="252870" y="837771"/>
                </a:lnTo>
                <a:lnTo>
                  <a:pt x="234039" y="840029"/>
                </a:lnTo>
                <a:lnTo>
                  <a:pt x="215208" y="842286"/>
                </a:lnTo>
                <a:lnTo>
                  <a:pt x="196377" y="844553"/>
                </a:lnTo>
                <a:lnTo>
                  <a:pt x="177556" y="846811"/>
                </a:lnTo>
                <a:lnTo>
                  <a:pt x="158725" y="849068"/>
                </a:lnTo>
                <a:lnTo>
                  <a:pt x="139894" y="851325"/>
                </a:lnTo>
                <a:lnTo>
                  <a:pt x="121063" y="853583"/>
                </a:lnTo>
                <a:lnTo>
                  <a:pt x="102232" y="855840"/>
                </a:lnTo>
                <a:lnTo>
                  <a:pt x="83401" y="858098"/>
                </a:lnTo>
                <a:lnTo>
                  <a:pt x="64570" y="860365"/>
                </a:lnTo>
                <a:lnTo>
                  <a:pt x="45749" y="862622"/>
                </a:lnTo>
                <a:lnTo>
                  <a:pt x="26918" y="864880"/>
                </a:lnTo>
                <a:lnTo>
                  <a:pt x="8087" y="867137"/>
                </a:lnTo>
                <a:lnTo>
                  <a:pt x="0" y="858298"/>
                </a:lnTo>
                <a:lnTo>
                  <a:pt x="1638" y="839400"/>
                </a:lnTo>
                <a:lnTo>
                  <a:pt x="3277" y="820503"/>
                </a:lnTo>
                <a:lnTo>
                  <a:pt x="4915" y="801614"/>
                </a:lnTo>
                <a:lnTo>
                  <a:pt x="6553" y="782717"/>
                </a:lnTo>
                <a:lnTo>
                  <a:pt x="8192" y="763829"/>
                </a:lnTo>
                <a:lnTo>
                  <a:pt x="9830" y="744931"/>
                </a:lnTo>
                <a:lnTo>
                  <a:pt x="11468" y="726043"/>
                </a:lnTo>
                <a:lnTo>
                  <a:pt x="13106" y="707146"/>
                </a:lnTo>
                <a:lnTo>
                  <a:pt x="14745" y="688257"/>
                </a:lnTo>
                <a:lnTo>
                  <a:pt x="16383" y="669360"/>
                </a:lnTo>
                <a:lnTo>
                  <a:pt x="18021" y="650462"/>
                </a:lnTo>
                <a:lnTo>
                  <a:pt x="19669" y="631574"/>
                </a:lnTo>
                <a:lnTo>
                  <a:pt x="21307" y="612677"/>
                </a:lnTo>
                <a:lnTo>
                  <a:pt x="22946" y="593789"/>
                </a:lnTo>
                <a:lnTo>
                  <a:pt x="24584" y="574891"/>
                </a:lnTo>
                <a:lnTo>
                  <a:pt x="26222" y="556003"/>
                </a:lnTo>
                <a:lnTo>
                  <a:pt x="27861" y="537105"/>
                </a:lnTo>
                <a:lnTo>
                  <a:pt x="29499" y="518217"/>
                </a:lnTo>
                <a:lnTo>
                  <a:pt x="31137" y="499320"/>
                </a:lnTo>
                <a:lnTo>
                  <a:pt x="32776" y="480422"/>
                </a:lnTo>
                <a:lnTo>
                  <a:pt x="34414" y="461534"/>
                </a:lnTo>
                <a:lnTo>
                  <a:pt x="36052" y="442636"/>
                </a:lnTo>
                <a:lnTo>
                  <a:pt x="37690" y="423748"/>
                </a:lnTo>
                <a:lnTo>
                  <a:pt x="39329" y="404851"/>
                </a:lnTo>
                <a:lnTo>
                  <a:pt x="40967" y="385963"/>
                </a:lnTo>
                <a:lnTo>
                  <a:pt x="42605" y="367065"/>
                </a:lnTo>
                <a:lnTo>
                  <a:pt x="44244" y="348167"/>
                </a:lnTo>
                <a:lnTo>
                  <a:pt x="45882" y="329279"/>
                </a:lnTo>
                <a:lnTo>
                  <a:pt x="47520" y="310382"/>
                </a:lnTo>
                <a:lnTo>
                  <a:pt x="49159" y="291494"/>
                </a:lnTo>
                <a:lnTo>
                  <a:pt x="50797" y="272596"/>
                </a:lnTo>
                <a:lnTo>
                  <a:pt x="52435" y="253708"/>
                </a:lnTo>
                <a:lnTo>
                  <a:pt x="54073" y="234810"/>
                </a:lnTo>
                <a:lnTo>
                  <a:pt x="55712" y="215922"/>
                </a:lnTo>
                <a:lnTo>
                  <a:pt x="57360" y="197025"/>
                </a:lnTo>
                <a:lnTo>
                  <a:pt x="58998" y="178127"/>
                </a:lnTo>
                <a:lnTo>
                  <a:pt x="60636" y="159239"/>
                </a:lnTo>
                <a:lnTo>
                  <a:pt x="62274" y="140341"/>
                </a:lnTo>
                <a:lnTo>
                  <a:pt x="63913" y="12145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19D16B38-FE59-4524-91DB-92AFA547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3028" y="2163147"/>
            <a:ext cx="1081021" cy="867556"/>
          </a:xfrm>
          <a:custGeom xmlns:a="http://schemas.openxmlformats.org/drawingml/2006/main">
            <a:pathLst>
              <a:path w="1081021" h="867556">
                <a:moveTo>
                  <a:pt x="63932" y="121901"/>
                </a:moveTo>
                <a:lnTo>
                  <a:pt x="82763" y="119644"/>
                </a:lnTo>
                <a:lnTo>
                  <a:pt x="101603" y="117386"/>
                </a:lnTo>
                <a:lnTo>
                  <a:pt x="120434" y="115129"/>
                </a:lnTo>
                <a:lnTo>
                  <a:pt x="139265" y="112871"/>
                </a:lnTo>
                <a:lnTo>
                  <a:pt x="158105" y="110614"/>
                </a:lnTo>
                <a:lnTo>
                  <a:pt x="176936" y="108356"/>
                </a:lnTo>
                <a:lnTo>
                  <a:pt x="195777" y="106099"/>
                </a:lnTo>
                <a:lnTo>
                  <a:pt x="214608" y="103842"/>
                </a:lnTo>
                <a:lnTo>
                  <a:pt x="233448" y="101584"/>
                </a:lnTo>
                <a:lnTo>
                  <a:pt x="252279" y="99327"/>
                </a:lnTo>
                <a:lnTo>
                  <a:pt x="271110" y="97069"/>
                </a:lnTo>
                <a:lnTo>
                  <a:pt x="289951" y="94812"/>
                </a:lnTo>
                <a:lnTo>
                  <a:pt x="308781" y="92554"/>
                </a:lnTo>
                <a:lnTo>
                  <a:pt x="327622" y="90297"/>
                </a:lnTo>
                <a:lnTo>
                  <a:pt x="346453" y="88040"/>
                </a:lnTo>
                <a:lnTo>
                  <a:pt x="365293" y="85782"/>
                </a:lnTo>
                <a:lnTo>
                  <a:pt x="384124" y="83525"/>
                </a:lnTo>
                <a:lnTo>
                  <a:pt x="402955" y="81267"/>
                </a:lnTo>
                <a:lnTo>
                  <a:pt x="421796" y="79010"/>
                </a:lnTo>
                <a:lnTo>
                  <a:pt x="440627" y="76752"/>
                </a:lnTo>
                <a:lnTo>
                  <a:pt x="459467" y="74495"/>
                </a:lnTo>
                <a:lnTo>
                  <a:pt x="478298" y="72238"/>
                </a:lnTo>
                <a:lnTo>
                  <a:pt x="497138" y="69980"/>
                </a:lnTo>
                <a:lnTo>
                  <a:pt x="515969" y="67723"/>
                </a:lnTo>
                <a:lnTo>
                  <a:pt x="534810" y="65465"/>
                </a:lnTo>
                <a:lnTo>
                  <a:pt x="553641" y="63208"/>
                </a:lnTo>
                <a:lnTo>
                  <a:pt x="572472" y="60950"/>
                </a:lnTo>
                <a:lnTo>
                  <a:pt x="591312" y="58693"/>
                </a:lnTo>
                <a:lnTo>
                  <a:pt x="610143" y="56436"/>
                </a:lnTo>
                <a:lnTo>
                  <a:pt x="628983" y="54178"/>
                </a:lnTo>
                <a:lnTo>
                  <a:pt x="647814" y="51921"/>
                </a:lnTo>
                <a:lnTo>
                  <a:pt x="666655" y="49663"/>
                </a:lnTo>
                <a:lnTo>
                  <a:pt x="685486" y="47406"/>
                </a:lnTo>
                <a:lnTo>
                  <a:pt x="704317" y="45149"/>
                </a:lnTo>
                <a:lnTo>
                  <a:pt x="723157" y="42891"/>
                </a:lnTo>
                <a:lnTo>
                  <a:pt x="741988" y="40634"/>
                </a:lnTo>
                <a:lnTo>
                  <a:pt x="760828" y="38376"/>
                </a:lnTo>
                <a:lnTo>
                  <a:pt x="779659" y="36119"/>
                </a:lnTo>
                <a:lnTo>
                  <a:pt x="798500" y="33861"/>
                </a:lnTo>
                <a:lnTo>
                  <a:pt x="817331" y="31604"/>
                </a:lnTo>
                <a:lnTo>
                  <a:pt x="836162" y="29347"/>
                </a:lnTo>
                <a:lnTo>
                  <a:pt x="855002" y="27089"/>
                </a:lnTo>
                <a:lnTo>
                  <a:pt x="873833" y="24832"/>
                </a:lnTo>
                <a:lnTo>
                  <a:pt x="892673" y="22574"/>
                </a:lnTo>
                <a:lnTo>
                  <a:pt x="911504" y="20317"/>
                </a:lnTo>
                <a:lnTo>
                  <a:pt x="930345" y="18059"/>
                </a:lnTo>
                <a:lnTo>
                  <a:pt x="949176" y="15802"/>
                </a:lnTo>
                <a:lnTo>
                  <a:pt x="968016" y="13545"/>
                </a:lnTo>
                <a:lnTo>
                  <a:pt x="986847" y="11287"/>
                </a:lnTo>
                <a:lnTo>
                  <a:pt x="1005678" y="9030"/>
                </a:lnTo>
                <a:lnTo>
                  <a:pt x="1024519" y="6772"/>
                </a:lnTo>
                <a:lnTo>
                  <a:pt x="1043349" y="4515"/>
                </a:lnTo>
                <a:lnTo>
                  <a:pt x="1062190" y="2257"/>
                </a:lnTo>
                <a:lnTo>
                  <a:pt x="1081021" y="0"/>
                </a:lnTo>
                <a:lnTo>
                  <a:pt x="1079554" y="18698"/>
                </a:lnTo>
                <a:lnTo>
                  <a:pt x="1077887" y="37595"/>
                </a:lnTo>
                <a:lnTo>
                  <a:pt x="1076230" y="56493"/>
                </a:lnTo>
                <a:lnTo>
                  <a:pt x="1074563" y="75390"/>
                </a:lnTo>
                <a:lnTo>
                  <a:pt x="1072896" y="94288"/>
                </a:lnTo>
                <a:lnTo>
                  <a:pt x="1071239" y="113186"/>
                </a:lnTo>
                <a:lnTo>
                  <a:pt x="1069572" y="132083"/>
                </a:lnTo>
                <a:lnTo>
                  <a:pt x="1067905" y="150981"/>
                </a:lnTo>
                <a:lnTo>
                  <a:pt x="1066248" y="169869"/>
                </a:lnTo>
                <a:lnTo>
                  <a:pt x="1064581" y="188766"/>
                </a:lnTo>
                <a:lnTo>
                  <a:pt x="1062923" y="207664"/>
                </a:lnTo>
                <a:lnTo>
                  <a:pt x="1061256" y="226562"/>
                </a:lnTo>
                <a:lnTo>
                  <a:pt x="1059590" y="245459"/>
                </a:lnTo>
                <a:lnTo>
                  <a:pt x="1057932" y="264357"/>
                </a:lnTo>
                <a:lnTo>
                  <a:pt x="1056265" y="283254"/>
                </a:lnTo>
                <a:lnTo>
                  <a:pt x="1054608" y="302152"/>
                </a:lnTo>
                <a:lnTo>
                  <a:pt x="1052941" y="321050"/>
                </a:lnTo>
                <a:lnTo>
                  <a:pt x="1051274" y="339947"/>
                </a:lnTo>
                <a:lnTo>
                  <a:pt x="1049617" y="358845"/>
                </a:lnTo>
                <a:lnTo>
                  <a:pt x="1047950" y="377742"/>
                </a:lnTo>
                <a:lnTo>
                  <a:pt x="1046293" y="396640"/>
                </a:lnTo>
                <a:lnTo>
                  <a:pt x="1044626" y="415528"/>
                </a:lnTo>
                <a:lnTo>
                  <a:pt x="1042959" y="434426"/>
                </a:lnTo>
                <a:lnTo>
                  <a:pt x="1041302" y="453323"/>
                </a:lnTo>
                <a:lnTo>
                  <a:pt x="1039635" y="472221"/>
                </a:lnTo>
                <a:lnTo>
                  <a:pt x="1037977" y="491119"/>
                </a:lnTo>
                <a:lnTo>
                  <a:pt x="1036310" y="510016"/>
                </a:lnTo>
                <a:lnTo>
                  <a:pt x="1034644" y="528914"/>
                </a:lnTo>
                <a:lnTo>
                  <a:pt x="1032986" y="547811"/>
                </a:lnTo>
                <a:lnTo>
                  <a:pt x="1031319" y="566709"/>
                </a:lnTo>
                <a:lnTo>
                  <a:pt x="1029662" y="585607"/>
                </a:lnTo>
                <a:lnTo>
                  <a:pt x="1027995" y="604504"/>
                </a:lnTo>
                <a:lnTo>
                  <a:pt x="1026328" y="623402"/>
                </a:lnTo>
                <a:lnTo>
                  <a:pt x="1024671" y="642290"/>
                </a:lnTo>
                <a:lnTo>
                  <a:pt x="1023004" y="661187"/>
                </a:lnTo>
                <a:lnTo>
                  <a:pt x="1021337" y="680085"/>
                </a:lnTo>
                <a:lnTo>
                  <a:pt x="1019680" y="698983"/>
                </a:lnTo>
                <a:lnTo>
                  <a:pt x="1018013" y="717880"/>
                </a:lnTo>
                <a:lnTo>
                  <a:pt x="1016356" y="736778"/>
                </a:lnTo>
                <a:lnTo>
                  <a:pt x="1006573" y="747808"/>
                </a:lnTo>
                <a:lnTo>
                  <a:pt x="987733" y="750065"/>
                </a:lnTo>
                <a:lnTo>
                  <a:pt x="968902" y="752323"/>
                </a:lnTo>
                <a:lnTo>
                  <a:pt x="950062" y="754590"/>
                </a:lnTo>
                <a:lnTo>
                  <a:pt x="931231" y="756847"/>
                </a:lnTo>
                <a:lnTo>
                  <a:pt x="912390" y="759104"/>
                </a:lnTo>
                <a:lnTo>
                  <a:pt x="893559" y="761362"/>
                </a:lnTo>
                <a:lnTo>
                  <a:pt x="874728" y="763619"/>
                </a:lnTo>
                <a:lnTo>
                  <a:pt x="855888" y="765886"/>
                </a:lnTo>
                <a:lnTo>
                  <a:pt x="837057" y="768144"/>
                </a:lnTo>
                <a:lnTo>
                  <a:pt x="818217" y="770401"/>
                </a:lnTo>
                <a:lnTo>
                  <a:pt x="799386" y="772658"/>
                </a:lnTo>
                <a:lnTo>
                  <a:pt x="780555" y="774925"/>
                </a:lnTo>
                <a:lnTo>
                  <a:pt x="761714" y="777183"/>
                </a:lnTo>
                <a:lnTo>
                  <a:pt x="742883" y="779440"/>
                </a:lnTo>
                <a:lnTo>
                  <a:pt x="724043" y="781698"/>
                </a:lnTo>
                <a:lnTo>
                  <a:pt x="705212" y="783955"/>
                </a:lnTo>
                <a:lnTo>
                  <a:pt x="686381" y="786222"/>
                </a:lnTo>
                <a:lnTo>
                  <a:pt x="667541" y="788480"/>
                </a:lnTo>
                <a:lnTo>
                  <a:pt x="648710" y="790737"/>
                </a:lnTo>
                <a:lnTo>
                  <a:pt x="629869" y="792994"/>
                </a:lnTo>
                <a:lnTo>
                  <a:pt x="611038" y="795252"/>
                </a:lnTo>
                <a:lnTo>
                  <a:pt x="592207" y="797519"/>
                </a:lnTo>
                <a:lnTo>
                  <a:pt x="573367" y="799776"/>
                </a:lnTo>
                <a:lnTo>
                  <a:pt x="554536" y="802034"/>
                </a:lnTo>
                <a:lnTo>
                  <a:pt x="535696" y="804291"/>
                </a:lnTo>
                <a:lnTo>
                  <a:pt x="516865" y="806558"/>
                </a:lnTo>
                <a:lnTo>
                  <a:pt x="498024" y="808815"/>
                </a:lnTo>
                <a:lnTo>
                  <a:pt x="479193" y="811073"/>
                </a:lnTo>
                <a:lnTo>
                  <a:pt x="460362" y="813330"/>
                </a:lnTo>
                <a:lnTo>
                  <a:pt x="441522" y="815588"/>
                </a:lnTo>
                <a:lnTo>
                  <a:pt x="422691" y="817855"/>
                </a:lnTo>
                <a:lnTo>
                  <a:pt x="403850" y="820112"/>
                </a:lnTo>
                <a:lnTo>
                  <a:pt x="385020" y="822369"/>
                </a:lnTo>
                <a:lnTo>
                  <a:pt x="366189" y="824627"/>
                </a:lnTo>
                <a:lnTo>
                  <a:pt x="347348" y="826884"/>
                </a:lnTo>
                <a:lnTo>
                  <a:pt x="328517" y="829151"/>
                </a:lnTo>
                <a:lnTo>
                  <a:pt x="309677" y="831409"/>
                </a:lnTo>
                <a:lnTo>
                  <a:pt x="290846" y="833666"/>
                </a:lnTo>
                <a:lnTo>
                  <a:pt x="272015" y="835924"/>
                </a:lnTo>
                <a:lnTo>
                  <a:pt x="253174" y="838190"/>
                </a:lnTo>
                <a:lnTo>
                  <a:pt x="234344" y="840448"/>
                </a:lnTo>
                <a:lnTo>
                  <a:pt x="215503" y="842705"/>
                </a:lnTo>
                <a:lnTo>
                  <a:pt x="196672" y="844963"/>
                </a:lnTo>
                <a:lnTo>
                  <a:pt x="177841" y="847220"/>
                </a:lnTo>
                <a:lnTo>
                  <a:pt x="159001" y="849487"/>
                </a:lnTo>
                <a:lnTo>
                  <a:pt x="140170" y="851745"/>
                </a:lnTo>
                <a:lnTo>
                  <a:pt x="121329" y="854002"/>
                </a:lnTo>
                <a:lnTo>
                  <a:pt x="102499" y="856259"/>
                </a:lnTo>
                <a:lnTo>
                  <a:pt x="83668" y="858526"/>
                </a:lnTo>
                <a:lnTo>
                  <a:pt x="64827" y="860784"/>
                </a:lnTo>
                <a:lnTo>
                  <a:pt x="45996" y="863041"/>
                </a:lnTo>
                <a:lnTo>
                  <a:pt x="27156" y="865299"/>
                </a:lnTo>
                <a:lnTo>
                  <a:pt x="8325" y="867556"/>
                </a:lnTo>
                <a:lnTo>
                  <a:pt x="0" y="858955"/>
                </a:lnTo>
                <a:lnTo>
                  <a:pt x="1638" y="840057"/>
                </a:lnTo>
                <a:lnTo>
                  <a:pt x="3277" y="821160"/>
                </a:lnTo>
                <a:lnTo>
                  <a:pt x="4915" y="802262"/>
                </a:lnTo>
                <a:lnTo>
                  <a:pt x="6553" y="783365"/>
                </a:lnTo>
                <a:lnTo>
                  <a:pt x="8192" y="764457"/>
                </a:lnTo>
                <a:lnTo>
                  <a:pt x="9839" y="745560"/>
                </a:lnTo>
                <a:lnTo>
                  <a:pt x="11478" y="726662"/>
                </a:lnTo>
                <a:lnTo>
                  <a:pt x="13116" y="707765"/>
                </a:lnTo>
                <a:lnTo>
                  <a:pt x="14754" y="688867"/>
                </a:lnTo>
                <a:lnTo>
                  <a:pt x="16393" y="669969"/>
                </a:lnTo>
                <a:lnTo>
                  <a:pt x="18031" y="651072"/>
                </a:lnTo>
                <a:lnTo>
                  <a:pt x="19669" y="632165"/>
                </a:lnTo>
                <a:lnTo>
                  <a:pt x="21307" y="613267"/>
                </a:lnTo>
                <a:lnTo>
                  <a:pt x="22946" y="594370"/>
                </a:lnTo>
                <a:lnTo>
                  <a:pt x="24584" y="575472"/>
                </a:lnTo>
                <a:lnTo>
                  <a:pt x="26222" y="556574"/>
                </a:lnTo>
                <a:lnTo>
                  <a:pt x="27870" y="537677"/>
                </a:lnTo>
                <a:lnTo>
                  <a:pt x="29508" y="518779"/>
                </a:lnTo>
                <a:lnTo>
                  <a:pt x="31147" y="499882"/>
                </a:lnTo>
                <a:lnTo>
                  <a:pt x="32785" y="480974"/>
                </a:lnTo>
                <a:lnTo>
                  <a:pt x="34423" y="462077"/>
                </a:lnTo>
                <a:lnTo>
                  <a:pt x="36062" y="443179"/>
                </a:lnTo>
                <a:lnTo>
                  <a:pt x="37700" y="424282"/>
                </a:lnTo>
                <a:lnTo>
                  <a:pt x="39338" y="405384"/>
                </a:lnTo>
                <a:lnTo>
                  <a:pt x="40977" y="386486"/>
                </a:lnTo>
                <a:lnTo>
                  <a:pt x="42615" y="367589"/>
                </a:lnTo>
                <a:lnTo>
                  <a:pt x="44263" y="348682"/>
                </a:lnTo>
                <a:lnTo>
                  <a:pt x="45901" y="329784"/>
                </a:lnTo>
                <a:lnTo>
                  <a:pt x="47539" y="310886"/>
                </a:lnTo>
                <a:lnTo>
                  <a:pt x="49178" y="291989"/>
                </a:lnTo>
                <a:lnTo>
                  <a:pt x="50816" y="273091"/>
                </a:lnTo>
                <a:lnTo>
                  <a:pt x="52454" y="254194"/>
                </a:lnTo>
                <a:lnTo>
                  <a:pt x="54092" y="235296"/>
                </a:lnTo>
                <a:lnTo>
                  <a:pt x="55731" y="216389"/>
                </a:lnTo>
                <a:lnTo>
                  <a:pt x="57369" y="197491"/>
                </a:lnTo>
                <a:lnTo>
                  <a:pt x="59007" y="178594"/>
                </a:lnTo>
                <a:lnTo>
                  <a:pt x="60646" y="159696"/>
                </a:lnTo>
                <a:lnTo>
                  <a:pt x="62294" y="140799"/>
                </a:lnTo>
                <a:lnTo>
                  <a:pt x="63932" y="121901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103A82AA-5E4B-489A-8EEA-85B4FC2F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8416" y="1863109"/>
            <a:ext cx="1081021" cy="867556"/>
          </a:xfrm>
          <a:custGeom xmlns:a="http://schemas.openxmlformats.org/drawingml/2006/main">
            <a:pathLst>
              <a:path w="1081021" h="867556">
                <a:moveTo>
                  <a:pt x="63932" y="121901"/>
                </a:moveTo>
                <a:lnTo>
                  <a:pt x="82763" y="119644"/>
                </a:lnTo>
                <a:lnTo>
                  <a:pt x="101603" y="117386"/>
                </a:lnTo>
                <a:lnTo>
                  <a:pt x="120434" y="115129"/>
                </a:lnTo>
                <a:lnTo>
                  <a:pt x="139265" y="112871"/>
                </a:lnTo>
                <a:lnTo>
                  <a:pt x="158105" y="110614"/>
                </a:lnTo>
                <a:lnTo>
                  <a:pt x="176936" y="108356"/>
                </a:lnTo>
                <a:lnTo>
                  <a:pt x="195777" y="106099"/>
                </a:lnTo>
                <a:lnTo>
                  <a:pt x="214608" y="103842"/>
                </a:lnTo>
                <a:lnTo>
                  <a:pt x="233448" y="101584"/>
                </a:lnTo>
                <a:lnTo>
                  <a:pt x="252279" y="99327"/>
                </a:lnTo>
                <a:lnTo>
                  <a:pt x="271110" y="97069"/>
                </a:lnTo>
                <a:lnTo>
                  <a:pt x="289951" y="94812"/>
                </a:lnTo>
                <a:lnTo>
                  <a:pt x="308781" y="92554"/>
                </a:lnTo>
                <a:lnTo>
                  <a:pt x="327622" y="90297"/>
                </a:lnTo>
                <a:lnTo>
                  <a:pt x="346453" y="88040"/>
                </a:lnTo>
                <a:lnTo>
                  <a:pt x="365293" y="85782"/>
                </a:lnTo>
                <a:lnTo>
                  <a:pt x="384124" y="83525"/>
                </a:lnTo>
                <a:lnTo>
                  <a:pt x="402955" y="81267"/>
                </a:lnTo>
                <a:lnTo>
                  <a:pt x="421796" y="79010"/>
                </a:lnTo>
                <a:lnTo>
                  <a:pt x="440627" y="76752"/>
                </a:lnTo>
                <a:lnTo>
                  <a:pt x="459467" y="74495"/>
                </a:lnTo>
                <a:lnTo>
                  <a:pt x="478298" y="72238"/>
                </a:lnTo>
                <a:lnTo>
                  <a:pt x="497138" y="69980"/>
                </a:lnTo>
                <a:lnTo>
                  <a:pt x="515969" y="67723"/>
                </a:lnTo>
                <a:lnTo>
                  <a:pt x="534810" y="65465"/>
                </a:lnTo>
                <a:lnTo>
                  <a:pt x="553641" y="63208"/>
                </a:lnTo>
                <a:lnTo>
                  <a:pt x="572472" y="60950"/>
                </a:lnTo>
                <a:lnTo>
                  <a:pt x="591312" y="58693"/>
                </a:lnTo>
                <a:lnTo>
                  <a:pt x="610143" y="56436"/>
                </a:lnTo>
                <a:lnTo>
                  <a:pt x="628983" y="54178"/>
                </a:lnTo>
                <a:lnTo>
                  <a:pt x="647814" y="51921"/>
                </a:lnTo>
                <a:lnTo>
                  <a:pt x="666655" y="49663"/>
                </a:lnTo>
                <a:lnTo>
                  <a:pt x="685486" y="47406"/>
                </a:lnTo>
                <a:lnTo>
                  <a:pt x="704317" y="45149"/>
                </a:lnTo>
                <a:lnTo>
                  <a:pt x="723157" y="42891"/>
                </a:lnTo>
                <a:lnTo>
                  <a:pt x="741988" y="40634"/>
                </a:lnTo>
                <a:lnTo>
                  <a:pt x="760828" y="38376"/>
                </a:lnTo>
                <a:lnTo>
                  <a:pt x="779659" y="36119"/>
                </a:lnTo>
                <a:lnTo>
                  <a:pt x="798500" y="33861"/>
                </a:lnTo>
                <a:lnTo>
                  <a:pt x="817331" y="31604"/>
                </a:lnTo>
                <a:lnTo>
                  <a:pt x="836162" y="29347"/>
                </a:lnTo>
                <a:lnTo>
                  <a:pt x="855002" y="27089"/>
                </a:lnTo>
                <a:lnTo>
                  <a:pt x="873833" y="24832"/>
                </a:lnTo>
                <a:lnTo>
                  <a:pt x="892673" y="22574"/>
                </a:lnTo>
                <a:lnTo>
                  <a:pt x="911504" y="20317"/>
                </a:lnTo>
                <a:lnTo>
                  <a:pt x="930345" y="18059"/>
                </a:lnTo>
                <a:lnTo>
                  <a:pt x="949176" y="15802"/>
                </a:lnTo>
                <a:lnTo>
                  <a:pt x="968016" y="13545"/>
                </a:lnTo>
                <a:lnTo>
                  <a:pt x="986847" y="11287"/>
                </a:lnTo>
                <a:lnTo>
                  <a:pt x="1005678" y="9030"/>
                </a:lnTo>
                <a:lnTo>
                  <a:pt x="1024519" y="6772"/>
                </a:lnTo>
                <a:lnTo>
                  <a:pt x="1043349" y="4515"/>
                </a:lnTo>
                <a:lnTo>
                  <a:pt x="1062190" y="2257"/>
                </a:lnTo>
                <a:lnTo>
                  <a:pt x="1081021" y="0"/>
                </a:lnTo>
                <a:lnTo>
                  <a:pt x="1079554" y="18698"/>
                </a:lnTo>
                <a:lnTo>
                  <a:pt x="1077887" y="37595"/>
                </a:lnTo>
                <a:lnTo>
                  <a:pt x="1076230" y="56493"/>
                </a:lnTo>
                <a:lnTo>
                  <a:pt x="1074563" y="75390"/>
                </a:lnTo>
                <a:lnTo>
                  <a:pt x="1072896" y="94288"/>
                </a:lnTo>
                <a:lnTo>
                  <a:pt x="1071239" y="113186"/>
                </a:lnTo>
                <a:lnTo>
                  <a:pt x="1069572" y="132083"/>
                </a:lnTo>
                <a:lnTo>
                  <a:pt x="1067905" y="150981"/>
                </a:lnTo>
                <a:lnTo>
                  <a:pt x="1066248" y="169878"/>
                </a:lnTo>
                <a:lnTo>
                  <a:pt x="1064581" y="188766"/>
                </a:lnTo>
                <a:lnTo>
                  <a:pt x="1062923" y="207664"/>
                </a:lnTo>
                <a:lnTo>
                  <a:pt x="1061256" y="226562"/>
                </a:lnTo>
                <a:lnTo>
                  <a:pt x="1059590" y="245459"/>
                </a:lnTo>
                <a:lnTo>
                  <a:pt x="1057932" y="264357"/>
                </a:lnTo>
                <a:lnTo>
                  <a:pt x="1056265" y="283254"/>
                </a:lnTo>
                <a:lnTo>
                  <a:pt x="1054608" y="302152"/>
                </a:lnTo>
                <a:lnTo>
                  <a:pt x="1052941" y="321050"/>
                </a:lnTo>
                <a:lnTo>
                  <a:pt x="1051274" y="339947"/>
                </a:lnTo>
                <a:lnTo>
                  <a:pt x="1049617" y="358845"/>
                </a:lnTo>
                <a:lnTo>
                  <a:pt x="1047950" y="377742"/>
                </a:lnTo>
                <a:lnTo>
                  <a:pt x="1046293" y="396640"/>
                </a:lnTo>
                <a:lnTo>
                  <a:pt x="1044626" y="415528"/>
                </a:lnTo>
                <a:lnTo>
                  <a:pt x="1042959" y="434426"/>
                </a:lnTo>
                <a:lnTo>
                  <a:pt x="1041302" y="453323"/>
                </a:lnTo>
                <a:lnTo>
                  <a:pt x="1039635" y="472221"/>
                </a:lnTo>
                <a:lnTo>
                  <a:pt x="1037977" y="491119"/>
                </a:lnTo>
                <a:lnTo>
                  <a:pt x="1036310" y="510016"/>
                </a:lnTo>
                <a:lnTo>
                  <a:pt x="1034644" y="528914"/>
                </a:lnTo>
                <a:lnTo>
                  <a:pt x="1032986" y="547811"/>
                </a:lnTo>
                <a:lnTo>
                  <a:pt x="1031319" y="566709"/>
                </a:lnTo>
                <a:lnTo>
                  <a:pt x="1029662" y="585607"/>
                </a:lnTo>
                <a:lnTo>
                  <a:pt x="1027995" y="604504"/>
                </a:lnTo>
                <a:lnTo>
                  <a:pt x="1026328" y="623402"/>
                </a:lnTo>
                <a:lnTo>
                  <a:pt x="1024671" y="642290"/>
                </a:lnTo>
                <a:lnTo>
                  <a:pt x="1023004" y="661187"/>
                </a:lnTo>
                <a:lnTo>
                  <a:pt x="1021337" y="680085"/>
                </a:lnTo>
                <a:lnTo>
                  <a:pt x="1019680" y="698983"/>
                </a:lnTo>
                <a:lnTo>
                  <a:pt x="1018013" y="717880"/>
                </a:lnTo>
                <a:lnTo>
                  <a:pt x="1016356" y="736778"/>
                </a:lnTo>
                <a:lnTo>
                  <a:pt x="1006573" y="747808"/>
                </a:lnTo>
                <a:lnTo>
                  <a:pt x="987733" y="750065"/>
                </a:lnTo>
                <a:lnTo>
                  <a:pt x="968902" y="752323"/>
                </a:lnTo>
                <a:lnTo>
                  <a:pt x="950062" y="754590"/>
                </a:lnTo>
                <a:lnTo>
                  <a:pt x="931231" y="756847"/>
                </a:lnTo>
                <a:lnTo>
                  <a:pt x="912390" y="759104"/>
                </a:lnTo>
                <a:lnTo>
                  <a:pt x="893559" y="761362"/>
                </a:lnTo>
                <a:lnTo>
                  <a:pt x="874728" y="763619"/>
                </a:lnTo>
                <a:lnTo>
                  <a:pt x="855888" y="765886"/>
                </a:lnTo>
                <a:lnTo>
                  <a:pt x="837057" y="768144"/>
                </a:lnTo>
                <a:lnTo>
                  <a:pt x="818217" y="770401"/>
                </a:lnTo>
                <a:lnTo>
                  <a:pt x="799386" y="772658"/>
                </a:lnTo>
                <a:lnTo>
                  <a:pt x="780555" y="774925"/>
                </a:lnTo>
                <a:lnTo>
                  <a:pt x="761714" y="777183"/>
                </a:lnTo>
                <a:lnTo>
                  <a:pt x="742883" y="779440"/>
                </a:lnTo>
                <a:lnTo>
                  <a:pt x="724043" y="781698"/>
                </a:lnTo>
                <a:lnTo>
                  <a:pt x="705212" y="783955"/>
                </a:lnTo>
                <a:lnTo>
                  <a:pt x="686381" y="786222"/>
                </a:lnTo>
                <a:lnTo>
                  <a:pt x="667541" y="788480"/>
                </a:lnTo>
                <a:lnTo>
                  <a:pt x="648710" y="790737"/>
                </a:lnTo>
                <a:lnTo>
                  <a:pt x="629869" y="792994"/>
                </a:lnTo>
                <a:lnTo>
                  <a:pt x="611038" y="795252"/>
                </a:lnTo>
                <a:lnTo>
                  <a:pt x="592207" y="797519"/>
                </a:lnTo>
                <a:lnTo>
                  <a:pt x="573367" y="799776"/>
                </a:lnTo>
                <a:lnTo>
                  <a:pt x="554536" y="802034"/>
                </a:lnTo>
                <a:lnTo>
                  <a:pt x="535696" y="804291"/>
                </a:lnTo>
                <a:lnTo>
                  <a:pt x="516865" y="806558"/>
                </a:lnTo>
                <a:lnTo>
                  <a:pt x="498024" y="808815"/>
                </a:lnTo>
                <a:lnTo>
                  <a:pt x="479193" y="811073"/>
                </a:lnTo>
                <a:lnTo>
                  <a:pt x="460362" y="813330"/>
                </a:lnTo>
                <a:lnTo>
                  <a:pt x="441522" y="815588"/>
                </a:lnTo>
                <a:lnTo>
                  <a:pt x="422691" y="817855"/>
                </a:lnTo>
                <a:lnTo>
                  <a:pt x="403850" y="820112"/>
                </a:lnTo>
                <a:lnTo>
                  <a:pt x="385020" y="822369"/>
                </a:lnTo>
                <a:lnTo>
                  <a:pt x="366189" y="824627"/>
                </a:lnTo>
                <a:lnTo>
                  <a:pt x="347348" y="826884"/>
                </a:lnTo>
                <a:lnTo>
                  <a:pt x="328517" y="829151"/>
                </a:lnTo>
                <a:lnTo>
                  <a:pt x="309677" y="831409"/>
                </a:lnTo>
                <a:lnTo>
                  <a:pt x="290846" y="833666"/>
                </a:lnTo>
                <a:lnTo>
                  <a:pt x="272015" y="835924"/>
                </a:lnTo>
                <a:lnTo>
                  <a:pt x="253174" y="838190"/>
                </a:lnTo>
                <a:lnTo>
                  <a:pt x="234344" y="840448"/>
                </a:lnTo>
                <a:lnTo>
                  <a:pt x="215503" y="842705"/>
                </a:lnTo>
                <a:lnTo>
                  <a:pt x="196672" y="844963"/>
                </a:lnTo>
                <a:lnTo>
                  <a:pt x="177841" y="847220"/>
                </a:lnTo>
                <a:lnTo>
                  <a:pt x="159001" y="849487"/>
                </a:lnTo>
                <a:lnTo>
                  <a:pt x="140170" y="851745"/>
                </a:lnTo>
                <a:lnTo>
                  <a:pt x="121329" y="854002"/>
                </a:lnTo>
                <a:lnTo>
                  <a:pt x="102499" y="856259"/>
                </a:lnTo>
                <a:lnTo>
                  <a:pt x="83668" y="858517"/>
                </a:lnTo>
                <a:lnTo>
                  <a:pt x="64827" y="860784"/>
                </a:lnTo>
                <a:lnTo>
                  <a:pt x="45996" y="863041"/>
                </a:lnTo>
                <a:lnTo>
                  <a:pt x="27156" y="865299"/>
                </a:lnTo>
                <a:lnTo>
                  <a:pt x="8325" y="867556"/>
                </a:lnTo>
                <a:lnTo>
                  <a:pt x="0" y="858955"/>
                </a:lnTo>
                <a:lnTo>
                  <a:pt x="1638" y="840057"/>
                </a:lnTo>
                <a:lnTo>
                  <a:pt x="3277" y="821160"/>
                </a:lnTo>
                <a:lnTo>
                  <a:pt x="4915" y="802262"/>
                </a:lnTo>
                <a:lnTo>
                  <a:pt x="6553" y="783365"/>
                </a:lnTo>
                <a:lnTo>
                  <a:pt x="8192" y="764457"/>
                </a:lnTo>
                <a:lnTo>
                  <a:pt x="9839" y="745560"/>
                </a:lnTo>
                <a:lnTo>
                  <a:pt x="11478" y="726662"/>
                </a:lnTo>
                <a:lnTo>
                  <a:pt x="13116" y="707765"/>
                </a:lnTo>
                <a:lnTo>
                  <a:pt x="14754" y="688867"/>
                </a:lnTo>
                <a:lnTo>
                  <a:pt x="16393" y="669969"/>
                </a:lnTo>
                <a:lnTo>
                  <a:pt x="18031" y="651072"/>
                </a:lnTo>
                <a:lnTo>
                  <a:pt x="19669" y="632165"/>
                </a:lnTo>
                <a:lnTo>
                  <a:pt x="21307" y="613267"/>
                </a:lnTo>
                <a:lnTo>
                  <a:pt x="22946" y="594370"/>
                </a:lnTo>
                <a:lnTo>
                  <a:pt x="24584" y="575472"/>
                </a:lnTo>
                <a:lnTo>
                  <a:pt x="26222" y="556574"/>
                </a:lnTo>
                <a:lnTo>
                  <a:pt x="27870" y="537677"/>
                </a:lnTo>
                <a:lnTo>
                  <a:pt x="29508" y="518779"/>
                </a:lnTo>
                <a:lnTo>
                  <a:pt x="31147" y="499882"/>
                </a:lnTo>
                <a:lnTo>
                  <a:pt x="32785" y="480974"/>
                </a:lnTo>
                <a:lnTo>
                  <a:pt x="34423" y="462077"/>
                </a:lnTo>
                <a:lnTo>
                  <a:pt x="36062" y="443179"/>
                </a:lnTo>
                <a:lnTo>
                  <a:pt x="37700" y="424282"/>
                </a:lnTo>
                <a:lnTo>
                  <a:pt x="39338" y="405384"/>
                </a:lnTo>
                <a:lnTo>
                  <a:pt x="40977" y="386486"/>
                </a:lnTo>
                <a:lnTo>
                  <a:pt x="42615" y="367589"/>
                </a:lnTo>
                <a:lnTo>
                  <a:pt x="44263" y="348682"/>
                </a:lnTo>
                <a:lnTo>
                  <a:pt x="45901" y="329784"/>
                </a:lnTo>
                <a:lnTo>
                  <a:pt x="47539" y="310886"/>
                </a:lnTo>
                <a:lnTo>
                  <a:pt x="49178" y="291989"/>
                </a:lnTo>
                <a:lnTo>
                  <a:pt x="50816" y="273091"/>
                </a:lnTo>
                <a:lnTo>
                  <a:pt x="52454" y="254194"/>
                </a:lnTo>
                <a:lnTo>
                  <a:pt x="54092" y="235296"/>
                </a:lnTo>
                <a:lnTo>
                  <a:pt x="55731" y="216389"/>
                </a:lnTo>
                <a:lnTo>
                  <a:pt x="57369" y="197491"/>
                </a:lnTo>
                <a:lnTo>
                  <a:pt x="59007" y="178594"/>
                </a:lnTo>
                <a:lnTo>
                  <a:pt x="60646" y="159696"/>
                </a:lnTo>
                <a:lnTo>
                  <a:pt x="62294" y="140799"/>
                </a:lnTo>
                <a:lnTo>
                  <a:pt x="63932" y="121901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344DD8FA-822D-41AE-BDCE-C3A8C0A6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7728" y="3410960"/>
            <a:ext cx="324803" cy="413328"/>
          </a:xfrm>
          <a:custGeom xmlns:a="http://schemas.openxmlformats.org/drawingml/2006/main">
            <a:pathLst>
              <a:path w="324803" h="413328">
                <a:moveTo>
                  <a:pt x="0" y="413328"/>
                </a:moveTo>
                <a:lnTo>
                  <a:pt x="0" y="394364"/>
                </a:lnTo>
                <a:lnTo>
                  <a:pt x="0" y="375399"/>
                </a:lnTo>
                <a:lnTo>
                  <a:pt x="0" y="356435"/>
                </a:lnTo>
                <a:lnTo>
                  <a:pt x="0" y="337471"/>
                </a:lnTo>
                <a:lnTo>
                  <a:pt x="0" y="318506"/>
                </a:lnTo>
                <a:lnTo>
                  <a:pt x="0" y="299542"/>
                </a:lnTo>
                <a:lnTo>
                  <a:pt x="0" y="280578"/>
                </a:lnTo>
                <a:lnTo>
                  <a:pt x="0" y="261614"/>
                </a:lnTo>
                <a:lnTo>
                  <a:pt x="0" y="242649"/>
                </a:lnTo>
                <a:lnTo>
                  <a:pt x="0" y="223685"/>
                </a:lnTo>
                <a:lnTo>
                  <a:pt x="0" y="204711"/>
                </a:lnTo>
                <a:lnTo>
                  <a:pt x="0" y="185747"/>
                </a:lnTo>
                <a:lnTo>
                  <a:pt x="0" y="166783"/>
                </a:lnTo>
                <a:lnTo>
                  <a:pt x="0" y="147818"/>
                </a:lnTo>
                <a:lnTo>
                  <a:pt x="0" y="128854"/>
                </a:lnTo>
                <a:lnTo>
                  <a:pt x="0" y="109890"/>
                </a:lnTo>
                <a:lnTo>
                  <a:pt x="12211" y="99793"/>
                </a:lnTo>
                <a:lnTo>
                  <a:pt x="30242" y="93926"/>
                </a:lnTo>
                <a:lnTo>
                  <a:pt x="48273" y="88049"/>
                </a:lnTo>
                <a:lnTo>
                  <a:pt x="66304" y="82182"/>
                </a:lnTo>
                <a:lnTo>
                  <a:pt x="84344" y="76314"/>
                </a:lnTo>
                <a:lnTo>
                  <a:pt x="102375" y="70437"/>
                </a:lnTo>
                <a:lnTo>
                  <a:pt x="120406" y="64570"/>
                </a:lnTo>
                <a:lnTo>
                  <a:pt x="138436" y="58703"/>
                </a:lnTo>
                <a:lnTo>
                  <a:pt x="156477" y="52835"/>
                </a:lnTo>
                <a:lnTo>
                  <a:pt x="174508" y="46958"/>
                </a:lnTo>
                <a:lnTo>
                  <a:pt x="192538" y="41091"/>
                </a:lnTo>
                <a:lnTo>
                  <a:pt x="210569" y="35223"/>
                </a:lnTo>
                <a:lnTo>
                  <a:pt x="228610" y="29347"/>
                </a:lnTo>
                <a:lnTo>
                  <a:pt x="246640" y="23479"/>
                </a:lnTo>
                <a:lnTo>
                  <a:pt x="264671" y="17612"/>
                </a:lnTo>
                <a:lnTo>
                  <a:pt x="282702" y="11744"/>
                </a:lnTo>
                <a:lnTo>
                  <a:pt x="300742" y="5867"/>
                </a:lnTo>
                <a:lnTo>
                  <a:pt x="318773" y="0"/>
                </a:lnTo>
                <a:lnTo>
                  <a:pt x="324803" y="10658"/>
                </a:lnTo>
                <a:lnTo>
                  <a:pt x="324803" y="29623"/>
                </a:lnTo>
                <a:lnTo>
                  <a:pt x="324803" y="48587"/>
                </a:lnTo>
                <a:lnTo>
                  <a:pt x="324803" y="67551"/>
                </a:lnTo>
                <a:lnTo>
                  <a:pt x="324803" y="86516"/>
                </a:lnTo>
                <a:lnTo>
                  <a:pt x="324803" y="105480"/>
                </a:lnTo>
                <a:lnTo>
                  <a:pt x="324803" y="124454"/>
                </a:lnTo>
                <a:lnTo>
                  <a:pt x="324803" y="143418"/>
                </a:lnTo>
                <a:lnTo>
                  <a:pt x="324803" y="162382"/>
                </a:lnTo>
                <a:lnTo>
                  <a:pt x="324803" y="181346"/>
                </a:lnTo>
                <a:lnTo>
                  <a:pt x="324803" y="200311"/>
                </a:lnTo>
                <a:lnTo>
                  <a:pt x="324803" y="219275"/>
                </a:lnTo>
                <a:lnTo>
                  <a:pt x="324803" y="238239"/>
                </a:lnTo>
                <a:lnTo>
                  <a:pt x="324803" y="257204"/>
                </a:lnTo>
                <a:lnTo>
                  <a:pt x="324803" y="276168"/>
                </a:lnTo>
                <a:lnTo>
                  <a:pt x="318659" y="290913"/>
                </a:lnTo>
                <a:lnTo>
                  <a:pt x="300952" y="297713"/>
                </a:lnTo>
                <a:lnTo>
                  <a:pt x="283254" y="304514"/>
                </a:lnTo>
                <a:lnTo>
                  <a:pt x="265547" y="311315"/>
                </a:lnTo>
                <a:lnTo>
                  <a:pt x="247850" y="318116"/>
                </a:lnTo>
                <a:lnTo>
                  <a:pt x="230143" y="324917"/>
                </a:lnTo>
                <a:lnTo>
                  <a:pt x="212436" y="331718"/>
                </a:lnTo>
                <a:lnTo>
                  <a:pt x="194739" y="338519"/>
                </a:lnTo>
                <a:lnTo>
                  <a:pt x="177032" y="345319"/>
                </a:lnTo>
                <a:lnTo>
                  <a:pt x="159334" y="352120"/>
                </a:lnTo>
                <a:lnTo>
                  <a:pt x="141627" y="358921"/>
                </a:lnTo>
                <a:lnTo>
                  <a:pt x="123920" y="365722"/>
                </a:lnTo>
                <a:lnTo>
                  <a:pt x="106223" y="372523"/>
                </a:lnTo>
                <a:lnTo>
                  <a:pt x="88516" y="379324"/>
                </a:lnTo>
                <a:lnTo>
                  <a:pt x="70809" y="386124"/>
                </a:lnTo>
                <a:lnTo>
                  <a:pt x="53111" y="392925"/>
                </a:lnTo>
                <a:lnTo>
                  <a:pt x="35404" y="399726"/>
                </a:lnTo>
                <a:lnTo>
                  <a:pt x="17707" y="406527"/>
                </a:lnTo>
                <a:lnTo>
                  <a:pt x="0" y="413328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82481F50-8151-412E-97B6-B1FC8D2A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3288" y="3699510"/>
            <a:ext cx="1557271" cy="124778"/>
          </a:xfrm>
          <a:custGeom xmlns:a="http://schemas.openxmlformats.org/drawingml/2006/main">
            <a:pathLst>
              <a:path w="1557271" h="124778">
                <a:moveTo>
                  <a:pt x="0" y="124778"/>
                </a:moveTo>
                <a:lnTo>
                  <a:pt x="19040" y="124778"/>
                </a:lnTo>
                <a:lnTo>
                  <a:pt x="38081" y="124778"/>
                </a:lnTo>
                <a:lnTo>
                  <a:pt x="57121" y="124778"/>
                </a:lnTo>
                <a:lnTo>
                  <a:pt x="76162" y="124778"/>
                </a:lnTo>
                <a:lnTo>
                  <a:pt x="95193" y="124778"/>
                </a:lnTo>
                <a:lnTo>
                  <a:pt x="114233" y="124778"/>
                </a:lnTo>
                <a:lnTo>
                  <a:pt x="133274" y="124778"/>
                </a:lnTo>
                <a:lnTo>
                  <a:pt x="152314" y="124778"/>
                </a:lnTo>
                <a:lnTo>
                  <a:pt x="171355" y="124778"/>
                </a:lnTo>
                <a:lnTo>
                  <a:pt x="190395" y="124778"/>
                </a:lnTo>
                <a:lnTo>
                  <a:pt x="209436" y="124778"/>
                </a:lnTo>
                <a:lnTo>
                  <a:pt x="228476" y="124778"/>
                </a:lnTo>
                <a:lnTo>
                  <a:pt x="247517" y="124778"/>
                </a:lnTo>
                <a:lnTo>
                  <a:pt x="266548" y="124778"/>
                </a:lnTo>
                <a:lnTo>
                  <a:pt x="285588" y="124778"/>
                </a:lnTo>
                <a:lnTo>
                  <a:pt x="304629" y="124778"/>
                </a:lnTo>
                <a:lnTo>
                  <a:pt x="323669" y="124778"/>
                </a:lnTo>
                <a:lnTo>
                  <a:pt x="342709" y="124778"/>
                </a:lnTo>
                <a:lnTo>
                  <a:pt x="361750" y="124778"/>
                </a:lnTo>
                <a:lnTo>
                  <a:pt x="380790" y="124778"/>
                </a:lnTo>
                <a:lnTo>
                  <a:pt x="399831" y="124778"/>
                </a:lnTo>
                <a:lnTo>
                  <a:pt x="418871" y="124778"/>
                </a:lnTo>
                <a:lnTo>
                  <a:pt x="437912" y="124778"/>
                </a:lnTo>
                <a:lnTo>
                  <a:pt x="456943" y="124778"/>
                </a:lnTo>
                <a:lnTo>
                  <a:pt x="475983" y="124778"/>
                </a:lnTo>
                <a:lnTo>
                  <a:pt x="495024" y="124778"/>
                </a:lnTo>
                <a:lnTo>
                  <a:pt x="514064" y="124778"/>
                </a:lnTo>
                <a:lnTo>
                  <a:pt x="533105" y="124778"/>
                </a:lnTo>
                <a:lnTo>
                  <a:pt x="552145" y="124778"/>
                </a:lnTo>
                <a:lnTo>
                  <a:pt x="571186" y="124778"/>
                </a:lnTo>
                <a:lnTo>
                  <a:pt x="590226" y="124778"/>
                </a:lnTo>
                <a:lnTo>
                  <a:pt x="609267" y="124778"/>
                </a:lnTo>
                <a:lnTo>
                  <a:pt x="628298" y="124778"/>
                </a:lnTo>
                <a:lnTo>
                  <a:pt x="647338" y="124778"/>
                </a:lnTo>
                <a:lnTo>
                  <a:pt x="666379" y="124778"/>
                </a:lnTo>
                <a:lnTo>
                  <a:pt x="685419" y="124778"/>
                </a:lnTo>
                <a:lnTo>
                  <a:pt x="704459" y="124778"/>
                </a:lnTo>
                <a:lnTo>
                  <a:pt x="723500" y="124778"/>
                </a:lnTo>
                <a:lnTo>
                  <a:pt x="742540" y="124778"/>
                </a:lnTo>
                <a:lnTo>
                  <a:pt x="761581" y="124778"/>
                </a:lnTo>
                <a:lnTo>
                  <a:pt x="780621" y="124778"/>
                </a:lnTo>
                <a:lnTo>
                  <a:pt x="799662" y="124778"/>
                </a:lnTo>
                <a:lnTo>
                  <a:pt x="818693" y="124778"/>
                </a:lnTo>
                <a:lnTo>
                  <a:pt x="837733" y="124778"/>
                </a:lnTo>
                <a:lnTo>
                  <a:pt x="856774" y="124778"/>
                </a:lnTo>
                <a:lnTo>
                  <a:pt x="875814" y="124778"/>
                </a:lnTo>
                <a:lnTo>
                  <a:pt x="894855" y="124778"/>
                </a:lnTo>
                <a:lnTo>
                  <a:pt x="913895" y="124778"/>
                </a:lnTo>
                <a:lnTo>
                  <a:pt x="932936" y="124778"/>
                </a:lnTo>
                <a:lnTo>
                  <a:pt x="951976" y="124778"/>
                </a:lnTo>
                <a:lnTo>
                  <a:pt x="971017" y="124778"/>
                </a:lnTo>
                <a:lnTo>
                  <a:pt x="990048" y="124778"/>
                </a:lnTo>
                <a:lnTo>
                  <a:pt x="1009088" y="124778"/>
                </a:lnTo>
                <a:lnTo>
                  <a:pt x="1028129" y="124778"/>
                </a:lnTo>
                <a:lnTo>
                  <a:pt x="1047169" y="124778"/>
                </a:lnTo>
                <a:lnTo>
                  <a:pt x="1066209" y="124778"/>
                </a:lnTo>
                <a:lnTo>
                  <a:pt x="1085250" y="124778"/>
                </a:lnTo>
                <a:lnTo>
                  <a:pt x="1104290" y="124778"/>
                </a:lnTo>
                <a:lnTo>
                  <a:pt x="1123331" y="124778"/>
                </a:lnTo>
                <a:lnTo>
                  <a:pt x="1142371" y="124778"/>
                </a:lnTo>
                <a:lnTo>
                  <a:pt x="1161402" y="124778"/>
                </a:lnTo>
                <a:lnTo>
                  <a:pt x="1180443" y="124778"/>
                </a:lnTo>
                <a:lnTo>
                  <a:pt x="1199483" y="124778"/>
                </a:lnTo>
                <a:lnTo>
                  <a:pt x="1218524" y="124778"/>
                </a:lnTo>
                <a:lnTo>
                  <a:pt x="1237355" y="123654"/>
                </a:lnTo>
                <a:lnTo>
                  <a:pt x="1255128" y="116834"/>
                </a:lnTo>
                <a:lnTo>
                  <a:pt x="1272902" y="110004"/>
                </a:lnTo>
                <a:lnTo>
                  <a:pt x="1290676" y="103175"/>
                </a:lnTo>
                <a:lnTo>
                  <a:pt x="1308449" y="96345"/>
                </a:lnTo>
                <a:lnTo>
                  <a:pt x="1326223" y="89516"/>
                </a:lnTo>
                <a:lnTo>
                  <a:pt x="1343997" y="82687"/>
                </a:lnTo>
                <a:lnTo>
                  <a:pt x="1361770" y="75867"/>
                </a:lnTo>
                <a:lnTo>
                  <a:pt x="1379544" y="69037"/>
                </a:lnTo>
                <a:lnTo>
                  <a:pt x="1397318" y="62208"/>
                </a:lnTo>
                <a:lnTo>
                  <a:pt x="1415091" y="55378"/>
                </a:lnTo>
                <a:lnTo>
                  <a:pt x="1432865" y="48549"/>
                </a:lnTo>
                <a:lnTo>
                  <a:pt x="1450638" y="41720"/>
                </a:lnTo>
                <a:lnTo>
                  <a:pt x="1468403" y="34900"/>
                </a:lnTo>
                <a:lnTo>
                  <a:pt x="1486176" y="28070"/>
                </a:lnTo>
                <a:lnTo>
                  <a:pt x="1503950" y="21241"/>
                </a:lnTo>
                <a:lnTo>
                  <a:pt x="1521724" y="14411"/>
                </a:lnTo>
                <a:lnTo>
                  <a:pt x="1539497" y="7582"/>
                </a:lnTo>
                <a:lnTo>
                  <a:pt x="1557271" y="752"/>
                </a:lnTo>
                <a:lnTo>
                  <a:pt x="1542317" y="0"/>
                </a:lnTo>
                <a:lnTo>
                  <a:pt x="1523276" y="0"/>
                </a:lnTo>
                <a:lnTo>
                  <a:pt x="1504236" y="0"/>
                </a:lnTo>
                <a:lnTo>
                  <a:pt x="1485195" y="0"/>
                </a:lnTo>
                <a:lnTo>
                  <a:pt x="1466155" y="0"/>
                </a:lnTo>
                <a:lnTo>
                  <a:pt x="1447114" y="0"/>
                </a:lnTo>
                <a:lnTo>
                  <a:pt x="1428074" y="0"/>
                </a:lnTo>
                <a:lnTo>
                  <a:pt x="1409033" y="0"/>
                </a:lnTo>
                <a:lnTo>
                  <a:pt x="1390002" y="0"/>
                </a:lnTo>
                <a:lnTo>
                  <a:pt x="1370962" y="0"/>
                </a:lnTo>
                <a:lnTo>
                  <a:pt x="1351921" y="0"/>
                </a:lnTo>
                <a:lnTo>
                  <a:pt x="1332881" y="0"/>
                </a:lnTo>
                <a:lnTo>
                  <a:pt x="1313840" y="0"/>
                </a:lnTo>
                <a:lnTo>
                  <a:pt x="1294800" y="0"/>
                </a:lnTo>
                <a:lnTo>
                  <a:pt x="1275759" y="0"/>
                </a:lnTo>
                <a:lnTo>
                  <a:pt x="1256719" y="0"/>
                </a:lnTo>
                <a:lnTo>
                  <a:pt x="1237679" y="0"/>
                </a:lnTo>
                <a:lnTo>
                  <a:pt x="1218648" y="0"/>
                </a:lnTo>
                <a:lnTo>
                  <a:pt x="1199607" y="0"/>
                </a:lnTo>
                <a:lnTo>
                  <a:pt x="1180567" y="0"/>
                </a:lnTo>
                <a:lnTo>
                  <a:pt x="1161526" y="0"/>
                </a:lnTo>
                <a:lnTo>
                  <a:pt x="1142486" y="0"/>
                </a:lnTo>
                <a:lnTo>
                  <a:pt x="1123445" y="0"/>
                </a:lnTo>
                <a:lnTo>
                  <a:pt x="1104405" y="0"/>
                </a:lnTo>
                <a:lnTo>
                  <a:pt x="1085364" y="0"/>
                </a:lnTo>
                <a:lnTo>
                  <a:pt x="1066324" y="0"/>
                </a:lnTo>
                <a:lnTo>
                  <a:pt x="1047283" y="0"/>
                </a:lnTo>
                <a:lnTo>
                  <a:pt x="1028252" y="0"/>
                </a:lnTo>
                <a:lnTo>
                  <a:pt x="1009212" y="0"/>
                </a:lnTo>
                <a:lnTo>
                  <a:pt x="990171" y="0"/>
                </a:lnTo>
                <a:lnTo>
                  <a:pt x="971131" y="0"/>
                </a:lnTo>
                <a:lnTo>
                  <a:pt x="952090" y="0"/>
                </a:lnTo>
                <a:lnTo>
                  <a:pt x="933050" y="0"/>
                </a:lnTo>
                <a:lnTo>
                  <a:pt x="914009" y="0"/>
                </a:lnTo>
                <a:lnTo>
                  <a:pt x="894969" y="0"/>
                </a:lnTo>
                <a:lnTo>
                  <a:pt x="875929" y="0"/>
                </a:lnTo>
                <a:lnTo>
                  <a:pt x="856898" y="0"/>
                </a:lnTo>
                <a:lnTo>
                  <a:pt x="837857" y="0"/>
                </a:lnTo>
                <a:lnTo>
                  <a:pt x="818817" y="0"/>
                </a:lnTo>
                <a:lnTo>
                  <a:pt x="799776" y="0"/>
                </a:lnTo>
                <a:lnTo>
                  <a:pt x="780736" y="0"/>
                </a:lnTo>
                <a:lnTo>
                  <a:pt x="761695" y="0"/>
                </a:lnTo>
                <a:lnTo>
                  <a:pt x="742655" y="0"/>
                </a:lnTo>
                <a:lnTo>
                  <a:pt x="723614" y="0"/>
                </a:lnTo>
                <a:lnTo>
                  <a:pt x="704574" y="0"/>
                </a:lnTo>
                <a:lnTo>
                  <a:pt x="685543" y="0"/>
                </a:lnTo>
                <a:lnTo>
                  <a:pt x="666502" y="0"/>
                </a:lnTo>
                <a:lnTo>
                  <a:pt x="647462" y="0"/>
                </a:lnTo>
                <a:lnTo>
                  <a:pt x="628421" y="0"/>
                </a:lnTo>
                <a:lnTo>
                  <a:pt x="609381" y="0"/>
                </a:lnTo>
                <a:lnTo>
                  <a:pt x="590340" y="0"/>
                </a:lnTo>
                <a:lnTo>
                  <a:pt x="571300" y="0"/>
                </a:lnTo>
                <a:lnTo>
                  <a:pt x="552260" y="0"/>
                </a:lnTo>
                <a:lnTo>
                  <a:pt x="533219" y="0"/>
                </a:lnTo>
                <a:lnTo>
                  <a:pt x="514179" y="0"/>
                </a:lnTo>
                <a:lnTo>
                  <a:pt x="495148" y="0"/>
                </a:lnTo>
                <a:lnTo>
                  <a:pt x="476107" y="0"/>
                </a:lnTo>
                <a:lnTo>
                  <a:pt x="457067" y="0"/>
                </a:lnTo>
                <a:lnTo>
                  <a:pt x="438026" y="0"/>
                </a:lnTo>
                <a:lnTo>
                  <a:pt x="418986" y="0"/>
                </a:lnTo>
                <a:lnTo>
                  <a:pt x="400040" y="600"/>
                </a:lnTo>
                <a:lnTo>
                  <a:pt x="381857" y="6239"/>
                </a:lnTo>
                <a:lnTo>
                  <a:pt x="363674" y="11887"/>
                </a:lnTo>
                <a:lnTo>
                  <a:pt x="345491" y="17526"/>
                </a:lnTo>
                <a:lnTo>
                  <a:pt x="327298" y="23174"/>
                </a:lnTo>
                <a:lnTo>
                  <a:pt x="309115" y="28823"/>
                </a:lnTo>
                <a:lnTo>
                  <a:pt x="290932" y="34461"/>
                </a:lnTo>
                <a:lnTo>
                  <a:pt x="272748" y="40110"/>
                </a:lnTo>
                <a:lnTo>
                  <a:pt x="254565" y="45749"/>
                </a:lnTo>
                <a:lnTo>
                  <a:pt x="236382" y="51397"/>
                </a:lnTo>
                <a:lnTo>
                  <a:pt x="218199" y="57045"/>
                </a:lnTo>
                <a:lnTo>
                  <a:pt x="200015" y="62684"/>
                </a:lnTo>
                <a:lnTo>
                  <a:pt x="181832" y="68332"/>
                </a:lnTo>
                <a:lnTo>
                  <a:pt x="163649" y="73971"/>
                </a:lnTo>
                <a:lnTo>
                  <a:pt x="145466" y="79619"/>
                </a:lnTo>
                <a:lnTo>
                  <a:pt x="127283" y="85268"/>
                </a:lnTo>
                <a:lnTo>
                  <a:pt x="109099" y="90907"/>
                </a:lnTo>
                <a:lnTo>
                  <a:pt x="90916" y="96555"/>
                </a:lnTo>
                <a:lnTo>
                  <a:pt x="72733" y="102203"/>
                </a:lnTo>
                <a:lnTo>
                  <a:pt x="54550" y="107842"/>
                </a:lnTo>
                <a:lnTo>
                  <a:pt x="36366" y="113490"/>
                </a:lnTo>
                <a:lnTo>
                  <a:pt x="18183" y="119129"/>
                </a:lnTo>
                <a:lnTo>
                  <a:pt x="0" y="12477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396F49C9-CEB8-4416-B1BC-D3860823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010" y="3699510"/>
            <a:ext cx="1432560" cy="124778"/>
          </a:xfrm>
          <a:custGeom xmlns:a="http://schemas.openxmlformats.org/drawingml/2006/main">
            <a:pathLst>
              <a:path w="1432560" h="124778">
                <a:moveTo>
                  <a:pt x="0" y="124778"/>
                </a:moveTo>
                <a:lnTo>
                  <a:pt x="18898" y="124778"/>
                </a:lnTo>
                <a:lnTo>
                  <a:pt x="37805" y="124778"/>
                </a:lnTo>
                <a:lnTo>
                  <a:pt x="56702" y="124778"/>
                </a:lnTo>
                <a:lnTo>
                  <a:pt x="75609" y="124778"/>
                </a:lnTo>
                <a:lnTo>
                  <a:pt x="94507" y="124778"/>
                </a:lnTo>
                <a:lnTo>
                  <a:pt x="113414" y="124778"/>
                </a:lnTo>
                <a:lnTo>
                  <a:pt x="132312" y="124778"/>
                </a:lnTo>
                <a:lnTo>
                  <a:pt x="151219" y="124778"/>
                </a:lnTo>
                <a:lnTo>
                  <a:pt x="170117" y="124778"/>
                </a:lnTo>
                <a:lnTo>
                  <a:pt x="189024" y="124778"/>
                </a:lnTo>
                <a:lnTo>
                  <a:pt x="207921" y="124778"/>
                </a:lnTo>
                <a:lnTo>
                  <a:pt x="226828" y="124778"/>
                </a:lnTo>
                <a:lnTo>
                  <a:pt x="245726" y="124778"/>
                </a:lnTo>
                <a:lnTo>
                  <a:pt x="264624" y="124778"/>
                </a:lnTo>
                <a:lnTo>
                  <a:pt x="283531" y="124778"/>
                </a:lnTo>
                <a:lnTo>
                  <a:pt x="302428" y="124778"/>
                </a:lnTo>
                <a:lnTo>
                  <a:pt x="321335" y="124778"/>
                </a:lnTo>
                <a:lnTo>
                  <a:pt x="340233" y="124778"/>
                </a:lnTo>
                <a:lnTo>
                  <a:pt x="359140" y="124778"/>
                </a:lnTo>
                <a:lnTo>
                  <a:pt x="378038" y="124778"/>
                </a:lnTo>
                <a:lnTo>
                  <a:pt x="396945" y="124778"/>
                </a:lnTo>
                <a:lnTo>
                  <a:pt x="415842" y="124778"/>
                </a:lnTo>
                <a:lnTo>
                  <a:pt x="434750" y="124778"/>
                </a:lnTo>
                <a:lnTo>
                  <a:pt x="453647" y="124778"/>
                </a:lnTo>
                <a:lnTo>
                  <a:pt x="472545" y="124778"/>
                </a:lnTo>
                <a:lnTo>
                  <a:pt x="491452" y="124778"/>
                </a:lnTo>
                <a:lnTo>
                  <a:pt x="510350" y="124778"/>
                </a:lnTo>
                <a:lnTo>
                  <a:pt x="529257" y="124778"/>
                </a:lnTo>
                <a:lnTo>
                  <a:pt x="548154" y="124778"/>
                </a:lnTo>
                <a:lnTo>
                  <a:pt x="567061" y="124778"/>
                </a:lnTo>
                <a:lnTo>
                  <a:pt x="585959" y="124778"/>
                </a:lnTo>
                <a:lnTo>
                  <a:pt x="604866" y="124778"/>
                </a:lnTo>
                <a:lnTo>
                  <a:pt x="623764" y="124778"/>
                </a:lnTo>
                <a:lnTo>
                  <a:pt x="642671" y="124778"/>
                </a:lnTo>
                <a:lnTo>
                  <a:pt x="661568" y="124778"/>
                </a:lnTo>
                <a:lnTo>
                  <a:pt x="680476" y="124778"/>
                </a:lnTo>
                <a:lnTo>
                  <a:pt x="699373" y="124778"/>
                </a:lnTo>
                <a:lnTo>
                  <a:pt x="718271" y="124778"/>
                </a:lnTo>
                <a:lnTo>
                  <a:pt x="737178" y="124778"/>
                </a:lnTo>
                <a:lnTo>
                  <a:pt x="756075" y="124778"/>
                </a:lnTo>
                <a:lnTo>
                  <a:pt x="774983" y="124778"/>
                </a:lnTo>
                <a:lnTo>
                  <a:pt x="793880" y="124778"/>
                </a:lnTo>
                <a:lnTo>
                  <a:pt x="812787" y="124778"/>
                </a:lnTo>
                <a:lnTo>
                  <a:pt x="831685" y="124778"/>
                </a:lnTo>
                <a:lnTo>
                  <a:pt x="850592" y="124778"/>
                </a:lnTo>
                <a:lnTo>
                  <a:pt x="869490" y="124778"/>
                </a:lnTo>
                <a:lnTo>
                  <a:pt x="888397" y="124778"/>
                </a:lnTo>
                <a:lnTo>
                  <a:pt x="907294" y="124778"/>
                </a:lnTo>
                <a:lnTo>
                  <a:pt x="926192" y="124778"/>
                </a:lnTo>
                <a:lnTo>
                  <a:pt x="945099" y="124778"/>
                </a:lnTo>
                <a:lnTo>
                  <a:pt x="963997" y="124778"/>
                </a:lnTo>
                <a:lnTo>
                  <a:pt x="982904" y="124778"/>
                </a:lnTo>
                <a:lnTo>
                  <a:pt x="1001801" y="124778"/>
                </a:lnTo>
                <a:lnTo>
                  <a:pt x="1020709" y="124778"/>
                </a:lnTo>
                <a:lnTo>
                  <a:pt x="1039606" y="124778"/>
                </a:lnTo>
                <a:lnTo>
                  <a:pt x="1058513" y="124778"/>
                </a:lnTo>
                <a:lnTo>
                  <a:pt x="1077411" y="124778"/>
                </a:lnTo>
                <a:lnTo>
                  <a:pt x="1096318" y="124778"/>
                </a:lnTo>
                <a:lnTo>
                  <a:pt x="1114482" y="120777"/>
                </a:lnTo>
                <a:lnTo>
                  <a:pt x="1132151" y="114071"/>
                </a:lnTo>
                <a:lnTo>
                  <a:pt x="1149820" y="107356"/>
                </a:lnTo>
                <a:lnTo>
                  <a:pt x="1167498" y="100651"/>
                </a:lnTo>
                <a:lnTo>
                  <a:pt x="1185167" y="93936"/>
                </a:lnTo>
                <a:lnTo>
                  <a:pt x="1202836" y="87230"/>
                </a:lnTo>
                <a:lnTo>
                  <a:pt x="1220505" y="80515"/>
                </a:lnTo>
                <a:lnTo>
                  <a:pt x="1238183" y="73809"/>
                </a:lnTo>
                <a:lnTo>
                  <a:pt x="1255852" y="67094"/>
                </a:lnTo>
                <a:lnTo>
                  <a:pt x="1273521" y="60389"/>
                </a:lnTo>
                <a:lnTo>
                  <a:pt x="1291190" y="53683"/>
                </a:lnTo>
                <a:lnTo>
                  <a:pt x="1308859" y="46968"/>
                </a:lnTo>
                <a:lnTo>
                  <a:pt x="1326537" y="40262"/>
                </a:lnTo>
                <a:lnTo>
                  <a:pt x="1344206" y="33547"/>
                </a:lnTo>
                <a:lnTo>
                  <a:pt x="1361875" y="26841"/>
                </a:lnTo>
                <a:lnTo>
                  <a:pt x="1379544" y="20126"/>
                </a:lnTo>
                <a:lnTo>
                  <a:pt x="1397222" y="13421"/>
                </a:lnTo>
                <a:lnTo>
                  <a:pt x="1414891" y="6706"/>
                </a:lnTo>
                <a:lnTo>
                  <a:pt x="14325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AB96D8CE-F457-4BE0-8CC9-DB439312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6203" y="3699510"/>
            <a:ext cx="1035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C23CB4B5-FD4B-4BAC-8CA1-288D8083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1215" y="3120485"/>
            <a:ext cx="248603" cy="394240"/>
          </a:xfrm>
          <a:custGeom xmlns:a="http://schemas.openxmlformats.org/drawingml/2006/main">
            <a:pathLst>
              <a:path w="248603" h="394240">
                <a:moveTo>
                  <a:pt x="0" y="394240"/>
                </a:moveTo>
                <a:lnTo>
                  <a:pt x="0" y="375342"/>
                </a:lnTo>
                <a:lnTo>
                  <a:pt x="0" y="356454"/>
                </a:lnTo>
                <a:lnTo>
                  <a:pt x="0" y="337556"/>
                </a:lnTo>
                <a:lnTo>
                  <a:pt x="0" y="318668"/>
                </a:lnTo>
                <a:lnTo>
                  <a:pt x="0" y="299780"/>
                </a:lnTo>
                <a:lnTo>
                  <a:pt x="0" y="280883"/>
                </a:lnTo>
                <a:lnTo>
                  <a:pt x="0" y="261995"/>
                </a:lnTo>
                <a:lnTo>
                  <a:pt x="0" y="243097"/>
                </a:lnTo>
                <a:lnTo>
                  <a:pt x="0" y="224209"/>
                </a:lnTo>
                <a:lnTo>
                  <a:pt x="0" y="205321"/>
                </a:lnTo>
                <a:lnTo>
                  <a:pt x="0" y="186423"/>
                </a:lnTo>
                <a:lnTo>
                  <a:pt x="0" y="167535"/>
                </a:lnTo>
                <a:lnTo>
                  <a:pt x="0" y="148638"/>
                </a:lnTo>
                <a:lnTo>
                  <a:pt x="0" y="129750"/>
                </a:lnTo>
                <a:lnTo>
                  <a:pt x="0" y="110861"/>
                </a:lnTo>
                <a:lnTo>
                  <a:pt x="0" y="91964"/>
                </a:lnTo>
                <a:lnTo>
                  <a:pt x="10954" y="80858"/>
                </a:lnTo>
                <a:lnTo>
                  <a:pt x="28794" y="74638"/>
                </a:lnTo>
                <a:lnTo>
                  <a:pt x="46625" y="68418"/>
                </a:lnTo>
                <a:lnTo>
                  <a:pt x="64465" y="62198"/>
                </a:lnTo>
                <a:lnTo>
                  <a:pt x="82306" y="55978"/>
                </a:lnTo>
                <a:lnTo>
                  <a:pt x="100146" y="49759"/>
                </a:lnTo>
                <a:lnTo>
                  <a:pt x="117986" y="43539"/>
                </a:lnTo>
                <a:lnTo>
                  <a:pt x="135817" y="37319"/>
                </a:lnTo>
                <a:lnTo>
                  <a:pt x="153657" y="31099"/>
                </a:lnTo>
                <a:lnTo>
                  <a:pt x="171498" y="24879"/>
                </a:lnTo>
                <a:lnTo>
                  <a:pt x="189338" y="18659"/>
                </a:lnTo>
                <a:lnTo>
                  <a:pt x="207178" y="12440"/>
                </a:lnTo>
                <a:lnTo>
                  <a:pt x="225019" y="6220"/>
                </a:lnTo>
                <a:lnTo>
                  <a:pt x="242849" y="0"/>
                </a:lnTo>
                <a:lnTo>
                  <a:pt x="248603" y="10801"/>
                </a:lnTo>
                <a:lnTo>
                  <a:pt x="248603" y="29689"/>
                </a:lnTo>
                <a:lnTo>
                  <a:pt x="248603" y="48578"/>
                </a:lnTo>
                <a:lnTo>
                  <a:pt x="248603" y="67475"/>
                </a:lnTo>
                <a:lnTo>
                  <a:pt x="248603" y="86363"/>
                </a:lnTo>
                <a:lnTo>
                  <a:pt x="248603" y="105261"/>
                </a:lnTo>
                <a:lnTo>
                  <a:pt x="248603" y="124149"/>
                </a:lnTo>
                <a:lnTo>
                  <a:pt x="248603" y="143037"/>
                </a:lnTo>
                <a:lnTo>
                  <a:pt x="248603" y="161935"/>
                </a:lnTo>
                <a:lnTo>
                  <a:pt x="248603" y="180823"/>
                </a:lnTo>
                <a:lnTo>
                  <a:pt x="248603" y="199711"/>
                </a:lnTo>
                <a:lnTo>
                  <a:pt x="248603" y="218608"/>
                </a:lnTo>
                <a:lnTo>
                  <a:pt x="248603" y="237496"/>
                </a:lnTo>
                <a:lnTo>
                  <a:pt x="248603" y="256394"/>
                </a:lnTo>
                <a:lnTo>
                  <a:pt x="248603" y="275282"/>
                </a:lnTo>
                <a:lnTo>
                  <a:pt x="243392" y="290722"/>
                </a:lnTo>
                <a:lnTo>
                  <a:pt x="226000" y="298123"/>
                </a:lnTo>
                <a:lnTo>
                  <a:pt x="208617" y="305514"/>
                </a:lnTo>
                <a:lnTo>
                  <a:pt x="191233" y="312906"/>
                </a:lnTo>
                <a:lnTo>
                  <a:pt x="173850" y="320297"/>
                </a:lnTo>
                <a:lnTo>
                  <a:pt x="156467" y="327689"/>
                </a:lnTo>
                <a:lnTo>
                  <a:pt x="139084" y="335090"/>
                </a:lnTo>
                <a:lnTo>
                  <a:pt x="121691" y="342481"/>
                </a:lnTo>
                <a:lnTo>
                  <a:pt x="104308" y="349872"/>
                </a:lnTo>
                <a:lnTo>
                  <a:pt x="86925" y="357264"/>
                </a:lnTo>
                <a:lnTo>
                  <a:pt x="69542" y="364665"/>
                </a:lnTo>
                <a:lnTo>
                  <a:pt x="52159" y="372056"/>
                </a:lnTo>
                <a:lnTo>
                  <a:pt x="34766" y="379447"/>
                </a:lnTo>
                <a:lnTo>
                  <a:pt x="17383" y="386839"/>
                </a:lnTo>
                <a:lnTo>
                  <a:pt x="0" y="394240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845B2A4F-1D80-446A-A818-84A60D74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7728" y="3408998"/>
            <a:ext cx="1479890" cy="105728"/>
          </a:xfrm>
          <a:custGeom xmlns:a="http://schemas.openxmlformats.org/drawingml/2006/main">
            <a:pathLst>
              <a:path w="1479890" h="105728">
                <a:moveTo>
                  <a:pt x="0" y="105728"/>
                </a:moveTo>
                <a:lnTo>
                  <a:pt x="19002" y="105728"/>
                </a:lnTo>
                <a:lnTo>
                  <a:pt x="38005" y="105728"/>
                </a:lnTo>
                <a:lnTo>
                  <a:pt x="57007" y="105728"/>
                </a:lnTo>
                <a:lnTo>
                  <a:pt x="76010" y="105728"/>
                </a:lnTo>
                <a:lnTo>
                  <a:pt x="95012" y="105728"/>
                </a:lnTo>
                <a:lnTo>
                  <a:pt x="114024" y="105728"/>
                </a:lnTo>
                <a:lnTo>
                  <a:pt x="133026" y="105728"/>
                </a:lnTo>
                <a:lnTo>
                  <a:pt x="152029" y="105728"/>
                </a:lnTo>
                <a:lnTo>
                  <a:pt x="171031" y="105728"/>
                </a:lnTo>
                <a:lnTo>
                  <a:pt x="190033" y="105728"/>
                </a:lnTo>
                <a:lnTo>
                  <a:pt x="209036" y="105728"/>
                </a:lnTo>
                <a:lnTo>
                  <a:pt x="228038" y="105728"/>
                </a:lnTo>
                <a:lnTo>
                  <a:pt x="247040" y="105728"/>
                </a:lnTo>
                <a:lnTo>
                  <a:pt x="266043" y="105728"/>
                </a:lnTo>
                <a:lnTo>
                  <a:pt x="285045" y="105728"/>
                </a:lnTo>
                <a:lnTo>
                  <a:pt x="304048" y="105728"/>
                </a:lnTo>
                <a:lnTo>
                  <a:pt x="323050" y="105728"/>
                </a:lnTo>
                <a:lnTo>
                  <a:pt x="342062" y="105728"/>
                </a:lnTo>
                <a:lnTo>
                  <a:pt x="361064" y="105728"/>
                </a:lnTo>
                <a:lnTo>
                  <a:pt x="380067" y="105728"/>
                </a:lnTo>
                <a:lnTo>
                  <a:pt x="399069" y="105728"/>
                </a:lnTo>
                <a:lnTo>
                  <a:pt x="418071" y="105728"/>
                </a:lnTo>
                <a:lnTo>
                  <a:pt x="437074" y="105728"/>
                </a:lnTo>
                <a:lnTo>
                  <a:pt x="456076" y="105728"/>
                </a:lnTo>
                <a:lnTo>
                  <a:pt x="475078" y="105728"/>
                </a:lnTo>
                <a:lnTo>
                  <a:pt x="494081" y="105728"/>
                </a:lnTo>
                <a:lnTo>
                  <a:pt x="513083" y="105728"/>
                </a:lnTo>
                <a:lnTo>
                  <a:pt x="532086" y="105728"/>
                </a:lnTo>
                <a:lnTo>
                  <a:pt x="551088" y="105728"/>
                </a:lnTo>
                <a:lnTo>
                  <a:pt x="570100" y="105728"/>
                </a:lnTo>
                <a:lnTo>
                  <a:pt x="589102" y="105728"/>
                </a:lnTo>
                <a:lnTo>
                  <a:pt x="608105" y="105728"/>
                </a:lnTo>
                <a:lnTo>
                  <a:pt x="627107" y="105728"/>
                </a:lnTo>
                <a:lnTo>
                  <a:pt x="646109" y="105728"/>
                </a:lnTo>
                <a:lnTo>
                  <a:pt x="665112" y="105728"/>
                </a:lnTo>
                <a:lnTo>
                  <a:pt x="684114" y="105728"/>
                </a:lnTo>
                <a:lnTo>
                  <a:pt x="703116" y="105728"/>
                </a:lnTo>
                <a:lnTo>
                  <a:pt x="722119" y="105728"/>
                </a:lnTo>
                <a:lnTo>
                  <a:pt x="741121" y="105728"/>
                </a:lnTo>
                <a:lnTo>
                  <a:pt x="760124" y="105728"/>
                </a:lnTo>
                <a:lnTo>
                  <a:pt x="779126" y="105728"/>
                </a:lnTo>
                <a:lnTo>
                  <a:pt x="798138" y="105728"/>
                </a:lnTo>
                <a:lnTo>
                  <a:pt x="817140" y="105728"/>
                </a:lnTo>
                <a:lnTo>
                  <a:pt x="836143" y="105728"/>
                </a:lnTo>
                <a:lnTo>
                  <a:pt x="855145" y="105728"/>
                </a:lnTo>
                <a:lnTo>
                  <a:pt x="874147" y="105728"/>
                </a:lnTo>
                <a:lnTo>
                  <a:pt x="893150" y="105728"/>
                </a:lnTo>
                <a:lnTo>
                  <a:pt x="912152" y="105728"/>
                </a:lnTo>
                <a:lnTo>
                  <a:pt x="931154" y="105728"/>
                </a:lnTo>
                <a:lnTo>
                  <a:pt x="950157" y="105728"/>
                </a:lnTo>
                <a:lnTo>
                  <a:pt x="969159" y="105728"/>
                </a:lnTo>
                <a:lnTo>
                  <a:pt x="988162" y="105728"/>
                </a:lnTo>
                <a:lnTo>
                  <a:pt x="1007174" y="105728"/>
                </a:lnTo>
                <a:lnTo>
                  <a:pt x="1026176" y="105728"/>
                </a:lnTo>
                <a:lnTo>
                  <a:pt x="1045178" y="105728"/>
                </a:lnTo>
                <a:lnTo>
                  <a:pt x="1064181" y="105728"/>
                </a:lnTo>
                <a:lnTo>
                  <a:pt x="1083183" y="105728"/>
                </a:lnTo>
                <a:lnTo>
                  <a:pt x="1102185" y="105728"/>
                </a:lnTo>
                <a:lnTo>
                  <a:pt x="1121188" y="105728"/>
                </a:lnTo>
                <a:lnTo>
                  <a:pt x="1140190" y="105728"/>
                </a:lnTo>
                <a:lnTo>
                  <a:pt x="1159193" y="105728"/>
                </a:lnTo>
                <a:lnTo>
                  <a:pt x="1178195" y="105728"/>
                </a:lnTo>
                <a:lnTo>
                  <a:pt x="1197197" y="105728"/>
                </a:lnTo>
                <a:lnTo>
                  <a:pt x="1216200" y="105728"/>
                </a:lnTo>
                <a:lnTo>
                  <a:pt x="1235069" y="105051"/>
                </a:lnTo>
                <a:lnTo>
                  <a:pt x="1252557" y="97622"/>
                </a:lnTo>
                <a:lnTo>
                  <a:pt x="1270044" y="90183"/>
                </a:lnTo>
                <a:lnTo>
                  <a:pt x="1287532" y="82744"/>
                </a:lnTo>
                <a:lnTo>
                  <a:pt x="1305020" y="75305"/>
                </a:lnTo>
                <a:lnTo>
                  <a:pt x="1322508" y="67866"/>
                </a:lnTo>
                <a:lnTo>
                  <a:pt x="1339996" y="60436"/>
                </a:lnTo>
                <a:lnTo>
                  <a:pt x="1357484" y="52997"/>
                </a:lnTo>
                <a:lnTo>
                  <a:pt x="1374972" y="45558"/>
                </a:lnTo>
                <a:lnTo>
                  <a:pt x="1392460" y="38119"/>
                </a:lnTo>
                <a:lnTo>
                  <a:pt x="1409948" y="30680"/>
                </a:lnTo>
                <a:lnTo>
                  <a:pt x="1427436" y="23241"/>
                </a:lnTo>
                <a:lnTo>
                  <a:pt x="1444923" y="15812"/>
                </a:lnTo>
                <a:lnTo>
                  <a:pt x="1462402" y="8372"/>
                </a:lnTo>
                <a:lnTo>
                  <a:pt x="1479890" y="933"/>
                </a:lnTo>
                <a:lnTo>
                  <a:pt x="1465469" y="0"/>
                </a:lnTo>
                <a:lnTo>
                  <a:pt x="1446467" y="0"/>
                </a:lnTo>
                <a:lnTo>
                  <a:pt x="1427464" y="0"/>
                </a:lnTo>
                <a:lnTo>
                  <a:pt x="1408462" y="0"/>
                </a:lnTo>
                <a:lnTo>
                  <a:pt x="1389459" y="0"/>
                </a:lnTo>
                <a:lnTo>
                  <a:pt x="1370457" y="0"/>
                </a:lnTo>
                <a:lnTo>
                  <a:pt x="1351455" y="0"/>
                </a:lnTo>
                <a:lnTo>
                  <a:pt x="1332452" y="0"/>
                </a:lnTo>
                <a:lnTo>
                  <a:pt x="1313450" y="0"/>
                </a:lnTo>
                <a:lnTo>
                  <a:pt x="1294448" y="0"/>
                </a:lnTo>
                <a:lnTo>
                  <a:pt x="1275445" y="0"/>
                </a:lnTo>
                <a:lnTo>
                  <a:pt x="1256443" y="0"/>
                </a:lnTo>
                <a:lnTo>
                  <a:pt x="1237431" y="0"/>
                </a:lnTo>
                <a:lnTo>
                  <a:pt x="1218428" y="0"/>
                </a:lnTo>
                <a:lnTo>
                  <a:pt x="1199426" y="0"/>
                </a:lnTo>
                <a:lnTo>
                  <a:pt x="1180424" y="0"/>
                </a:lnTo>
                <a:lnTo>
                  <a:pt x="1161421" y="0"/>
                </a:lnTo>
                <a:lnTo>
                  <a:pt x="1142419" y="0"/>
                </a:lnTo>
                <a:lnTo>
                  <a:pt x="1123417" y="0"/>
                </a:lnTo>
                <a:lnTo>
                  <a:pt x="1104414" y="0"/>
                </a:lnTo>
                <a:lnTo>
                  <a:pt x="1085412" y="0"/>
                </a:lnTo>
                <a:lnTo>
                  <a:pt x="1066409" y="0"/>
                </a:lnTo>
                <a:lnTo>
                  <a:pt x="1047407" y="0"/>
                </a:lnTo>
                <a:lnTo>
                  <a:pt x="1028405" y="0"/>
                </a:lnTo>
                <a:lnTo>
                  <a:pt x="1009393" y="0"/>
                </a:lnTo>
                <a:lnTo>
                  <a:pt x="990390" y="0"/>
                </a:lnTo>
                <a:lnTo>
                  <a:pt x="971388" y="0"/>
                </a:lnTo>
                <a:lnTo>
                  <a:pt x="952386" y="0"/>
                </a:lnTo>
                <a:lnTo>
                  <a:pt x="933383" y="0"/>
                </a:lnTo>
                <a:lnTo>
                  <a:pt x="914381" y="0"/>
                </a:lnTo>
                <a:lnTo>
                  <a:pt x="895379" y="0"/>
                </a:lnTo>
                <a:lnTo>
                  <a:pt x="876376" y="0"/>
                </a:lnTo>
                <a:lnTo>
                  <a:pt x="857374" y="0"/>
                </a:lnTo>
                <a:lnTo>
                  <a:pt x="838371" y="0"/>
                </a:lnTo>
                <a:lnTo>
                  <a:pt x="819369" y="0"/>
                </a:lnTo>
                <a:lnTo>
                  <a:pt x="800367" y="0"/>
                </a:lnTo>
                <a:lnTo>
                  <a:pt x="781355" y="0"/>
                </a:lnTo>
                <a:lnTo>
                  <a:pt x="762352" y="0"/>
                </a:lnTo>
                <a:lnTo>
                  <a:pt x="743350" y="0"/>
                </a:lnTo>
                <a:lnTo>
                  <a:pt x="724348" y="0"/>
                </a:lnTo>
                <a:lnTo>
                  <a:pt x="705345" y="0"/>
                </a:lnTo>
                <a:lnTo>
                  <a:pt x="686343" y="0"/>
                </a:lnTo>
                <a:lnTo>
                  <a:pt x="667341" y="0"/>
                </a:lnTo>
                <a:lnTo>
                  <a:pt x="648338" y="0"/>
                </a:lnTo>
                <a:lnTo>
                  <a:pt x="629336" y="0"/>
                </a:lnTo>
                <a:lnTo>
                  <a:pt x="610333" y="0"/>
                </a:lnTo>
                <a:lnTo>
                  <a:pt x="591331" y="0"/>
                </a:lnTo>
                <a:lnTo>
                  <a:pt x="572329" y="0"/>
                </a:lnTo>
                <a:lnTo>
                  <a:pt x="553317" y="0"/>
                </a:lnTo>
                <a:lnTo>
                  <a:pt x="534314" y="0"/>
                </a:lnTo>
                <a:lnTo>
                  <a:pt x="515312" y="0"/>
                </a:lnTo>
                <a:lnTo>
                  <a:pt x="496310" y="0"/>
                </a:lnTo>
                <a:lnTo>
                  <a:pt x="477307" y="0"/>
                </a:lnTo>
                <a:lnTo>
                  <a:pt x="458305" y="0"/>
                </a:lnTo>
                <a:lnTo>
                  <a:pt x="439303" y="0"/>
                </a:lnTo>
                <a:lnTo>
                  <a:pt x="420300" y="0"/>
                </a:lnTo>
                <a:lnTo>
                  <a:pt x="401298" y="0"/>
                </a:lnTo>
                <a:lnTo>
                  <a:pt x="382295" y="0"/>
                </a:lnTo>
                <a:lnTo>
                  <a:pt x="363293" y="0"/>
                </a:lnTo>
                <a:lnTo>
                  <a:pt x="344281" y="0"/>
                </a:lnTo>
                <a:lnTo>
                  <a:pt x="325279" y="0"/>
                </a:lnTo>
                <a:lnTo>
                  <a:pt x="307191" y="5734"/>
                </a:lnTo>
                <a:lnTo>
                  <a:pt x="289122" y="11611"/>
                </a:lnTo>
                <a:lnTo>
                  <a:pt x="271053" y="17497"/>
                </a:lnTo>
                <a:lnTo>
                  <a:pt x="252974" y="23384"/>
                </a:lnTo>
                <a:lnTo>
                  <a:pt x="234906" y="29261"/>
                </a:lnTo>
                <a:lnTo>
                  <a:pt x="216837" y="35147"/>
                </a:lnTo>
                <a:lnTo>
                  <a:pt x="198768" y="41024"/>
                </a:lnTo>
                <a:lnTo>
                  <a:pt x="180699" y="46911"/>
                </a:lnTo>
                <a:lnTo>
                  <a:pt x="162630" y="52788"/>
                </a:lnTo>
                <a:lnTo>
                  <a:pt x="144561" y="58674"/>
                </a:lnTo>
                <a:lnTo>
                  <a:pt x="126492" y="64551"/>
                </a:lnTo>
                <a:lnTo>
                  <a:pt x="108423" y="70437"/>
                </a:lnTo>
                <a:lnTo>
                  <a:pt x="90354" y="76314"/>
                </a:lnTo>
                <a:lnTo>
                  <a:pt x="72276" y="82201"/>
                </a:lnTo>
                <a:lnTo>
                  <a:pt x="54207" y="88078"/>
                </a:lnTo>
                <a:lnTo>
                  <a:pt x="36138" y="93964"/>
                </a:lnTo>
                <a:lnTo>
                  <a:pt x="18069" y="99841"/>
                </a:lnTo>
                <a:lnTo>
                  <a:pt x="0" y="10572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55A85D67-F057-4E15-B9C9-5B842DD8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2498" y="3408998"/>
            <a:ext cx="1356360" cy="105728"/>
          </a:xfrm>
          <a:custGeom xmlns:a="http://schemas.openxmlformats.org/drawingml/2006/main">
            <a:pathLst>
              <a:path w="1356360" h="105728">
                <a:moveTo>
                  <a:pt x="0" y="105728"/>
                </a:moveTo>
                <a:lnTo>
                  <a:pt x="18869" y="105728"/>
                </a:lnTo>
                <a:lnTo>
                  <a:pt x="37738" y="105728"/>
                </a:lnTo>
                <a:lnTo>
                  <a:pt x="56617" y="105728"/>
                </a:lnTo>
                <a:lnTo>
                  <a:pt x="75486" y="105728"/>
                </a:lnTo>
                <a:lnTo>
                  <a:pt x="94355" y="105728"/>
                </a:lnTo>
                <a:lnTo>
                  <a:pt x="113224" y="105728"/>
                </a:lnTo>
                <a:lnTo>
                  <a:pt x="132102" y="105728"/>
                </a:lnTo>
                <a:lnTo>
                  <a:pt x="150971" y="105728"/>
                </a:lnTo>
                <a:lnTo>
                  <a:pt x="169840" y="105728"/>
                </a:lnTo>
                <a:lnTo>
                  <a:pt x="188709" y="105728"/>
                </a:lnTo>
                <a:lnTo>
                  <a:pt x="207588" y="105728"/>
                </a:lnTo>
                <a:lnTo>
                  <a:pt x="226457" y="105728"/>
                </a:lnTo>
                <a:lnTo>
                  <a:pt x="245326" y="105728"/>
                </a:lnTo>
                <a:lnTo>
                  <a:pt x="264195" y="105728"/>
                </a:lnTo>
                <a:lnTo>
                  <a:pt x="283073" y="105728"/>
                </a:lnTo>
                <a:lnTo>
                  <a:pt x="301943" y="105728"/>
                </a:lnTo>
                <a:lnTo>
                  <a:pt x="320812" y="105728"/>
                </a:lnTo>
                <a:lnTo>
                  <a:pt x="339681" y="105728"/>
                </a:lnTo>
                <a:lnTo>
                  <a:pt x="358559" y="105728"/>
                </a:lnTo>
                <a:lnTo>
                  <a:pt x="377428" y="105728"/>
                </a:lnTo>
                <a:lnTo>
                  <a:pt x="396297" y="105728"/>
                </a:lnTo>
                <a:lnTo>
                  <a:pt x="415166" y="105728"/>
                </a:lnTo>
                <a:lnTo>
                  <a:pt x="434045" y="105728"/>
                </a:lnTo>
                <a:lnTo>
                  <a:pt x="452914" y="105728"/>
                </a:lnTo>
                <a:lnTo>
                  <a:pt x="471783" y="105728"/>
                </a:lnTo>
                <a:lnTo>
                  <a:pt x="490652" y="105728"/>
                </a:lnTo>
                <a:lnTo>
                  <a:pt x="509530" y="105728"/>
                </a:lnTo>
                <a:lnTo>
                  <a:pt x="528399" y="105728"/>
                </a:lnTo>
                <a:lnTo>
                  <a:pt x="547268" y="105728"/>
                </a:lnTo>
                <a:lnTo>
                  <a:pt x="566137" y="105728"/>
                </a:lnTo>
                <a:lnTo>
                  <a:pt x="585016" y="105728"/>
                </a:lnTo>
                <a:lnTo>
                  <a:pt x="603885" y="105728"/>
                </a:lnTo>
                <a:lnTo>
                  <a:pt x="622754" y="105728"/>
                </a:lnTo>
                <a:lnTo>
                  <a:pt x="641623" y="105728"/>
                </a:lnTo>
                <a:lnTo>
                  <a:pt x="660502" y="105728"/>
                </a:lnTo>
                <a:lnTo>
                  <a:pt x="679371" y="105728"/>
                </a:lnTo>
                <a:lnTo>
                  <a:pt x="698240" y="105728"/>
                </a:lnTo>
                <a:lnTo>
                  <a:pt x="717109" y="105728"/>
                </a:lnTo>
                <a:lnTo>
                  <a:pt x="735987" y="105728"/>
                </a:lnTo>
                <a:lnTo>
                  <a:pt x="754856" y="105728"/>
                </a:lnTo>
                <a:lnTo>
                  <a:pt x="773725" y="105728"/>
                </a:lnTo>
                <a:lnTo>
                  <a:pt x="792594" y="105728"/>
                </a:lnTo>
                <a:lnTo>
                  <a:pt x="811473" y="105728"/>
                </a:lnTo>
                <a:lnTo>
                  <a:pt x="830342" y="105728"/>
                </a:lnTo>
                <a:lnTo>
                  <a:pt x="849211" y="105728"/>
                </a:lnTo>
                <a:lnTo>
                  <a:pt x="868080" y="105728"/>
                </a:lnTo>
                <a:lnTo>
                  <a:pt x="886949" y="105728"/>
                </a:lnTo>
                <a:lnTo>
                  <a:pt x="905828" y="105728"/>
                </a:lnTo>
                <a:lnTo>
                  <a:pt x="924697" y="105728"/>
                </a:lnTo>
                <a:lnTo>
                  <a:pt x="943566" y="105728"/>
                </a:lnTo>
                <a:lnTo>
                  <a:pt x="962435" y="105728"/>
                </a:lnTo>
                <a:lnTo>
                  <a:pt x="981313" y="105728"/>
                </a:lnTo>
                <a:lnTo>
                  <a:pt x="1000182" y="105728"/>
                </a:lnTo>
                <a:lnTo>
                  <a:pt x="1019051" y="105728"/>
                </a:lnTo>
                <a:lnTo>
                  <a:pt x="1037920" y="105728"/>
                </a:lnTo>
                <a:lnTo>
                  <a:pt x="1056799" y="105728"/>
                </a:lnTo>
                <a:lnTo>
                  <a:pt x="1075668" y="105728"/>
                </a:lnTo>
                <a:lnTo>
                  <a:pt x="1094537" y="105728"/>
                </a:lnTo>
                <a:lnTo>
                  <a:pt x="1112672" y="102070"/>
                </a:lnTo>
                <a:lnTo>
                  <a:pt x="1130084" y="94783"/>
                </a:lnTo>
                <a:lnTo>
                  <a:pt x="1147486" y="87487"/>
                </a:lnTo>
                <a:lnTo>
                  <a:pt x="1164888" y="80201"/>
                </a:lnTo>
                <a:lnTo>
                  <a:pt x="1182300" y="72904"/>
                </a:lnTo>
                <a:lnTo>
                  <a:pt x="1199702" y="65618"/>
                </a:lnTo>
                <a:lnTo>
                  <a:pt x="1217114" y="58331"/>
                </a:lnTo>
                <a:lnTo>
                  <a:pt x="1234516" y="51035"/>
                </a:lnTo>
                <a:lnTo>
                  <a:pt x="1251928" y="43748"/>
                </a:lnTo>
                <a:lnTo>
                  <a:pt x="1269330" y="36452"/>
                </a:lnTo>
                <a:lnTo>
                  <a:pt x="1286732" y="29166"/>
                </a:lnTo>
                <a:lnTo>
                  <a:pt x="1304144" y="21869"/>
                </a:lnTo>
                <a:lnTo>
                  <a:pt x="1321546" y="14583"/>
                </a:lnTo>
                <a:lnTo>
                  <a:pt x="1338958" y="7287"/>
                </a:lnTo>
                <a:lnTo>
                  <a:pt x="13563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0BE52B8A-3A51-4F2D-8578-1EB3173D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3490" y="3408998"/>
            <a:ext cx="1035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C5F526AE-1F9B-4FCF-9506-B3E5359A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4703" y="2830030"/>
            <a:ext cx="172403" cy="375133"/>
          </a:xfrm>
          <a:custGeom xmlns:a="http://schemas.openxmlformats.org/drawingml/2006/main">
            <a:pathLst>
              <a:path w="172403" h="375133">
                <a:moveTo>
                  <a:pt x="0" y="375133"/>
                </a:moveTo>
                <a:lnTo>
                  <a:pt x="0" y="356321"/>
                </a:lnTo>
                <a:lnTo>
                  <a:pt x="0" y="337509"/>
                </a:lnTo>
                <a:lnTo>
                  <a:pt x="0" y="318697"/>
                </a:lnTo>
                <a:lnTo>
                  <a:pt x="0" y="299885"/>
                </a:lnTo>
                <a:lnTo>
                  <a:pt x="0" y="281073"/>
                </a:lnTo>
                <a:lnTo>
                  <a:pt x="0" y="262261"/>
                </a:lnTo>
                <a:lnTo>
                  <a:pt x="0" y="243449"/>
                </a:lnTo>
                <a:lnTo>
                  <a:pt x="0" y="224638"/>
                </a:lnTo>
                <a:lnTo>
                  <a:pt x="0" y="205826"/>
                </a:lnTo>
                <a:lnTo>
                  <a:pt x="0" y="187014"/>
                </a:lnTo>
                <a:lnTo>
                  <a:pt x="0" y="168192"/>
                </a:lnTo>
                <a:lnTo>
                  <a:pt x="0" y="149381"/>
                </a:lnTo>
                <a:lnTo>
                  <a:pt x="0" y="130569"/>
                </a:lnTo>
                <a:lnTo>
                  <a:pt x="0" y="111757"/>
                </a:lnTo>
                <a:lnTo>
                  <a:pt x="0" y="92945"/>
                </a:lnTo>
                <a:lnTo>
                  <a:pt x="0" y="74133"/>
                </a:lnTo>
                <a:lnTo>
                  <a:pt x="9535" y="61827"/>
                </a:lnTo>
                <a:lnTo>
                  <a:pt x="27051" y="54959"/>
                </a:lnTo>
                <a:lnTo>
                  <a:pt x="44567" y="48092"/>
                </a:lnTo>
                <a:lnTo>
                  <a:pt x="62074" y="41215"/>
                </a:lnTo>
                <a:lnTo>
                  <a:pt x="79591" y="34347"/>
                </a:lnTo>
                <a:lnTo>
                  <a:pt x="97098" y="27480"/>
                </a:lnTo>
                <a:lnTo>
                  <a:pt x="114614" y="20612"/>
                </a:lnTo>
                <a:lnTo>
                  <a:pt x="132131" y="13735"/>
                </a:lnTo>
                <a:lnTo>
                  <a:pt x="149638" y="6868"/>
                </a:lnTo>
                <a:lnTo>
                  <a:pt x="167154" y="0"/>
                </a:lnTo>
                <a:lnTo>
                  <a:pt x="172403" y="11116"/>
                </a:lnTo>
                <a:lnTo>
                  <a:pt x="172403" y="29928"/>
                </a:lnTo>
                <a:lnTo>
                  <a:pt x="172403" y="48739"/>
                </a:lnTo>
                <a:lnTo>
                  <a:pt x="172403" y="67551"/>
                </a:lnTo>
                <a:lnTo>
                  <a:pt x="172403" y="86363"/>
                </a:lnTo>
                <a:lnTo>
                  <a:pt x="172403" y="105175"/>
                </a:lnTo>
                <a:lnTo>
                  <a:pt x="172403" y="123987"/>
                </a:lnTo>
                <a:lnTo>
                  <a:pt x="172403" y="142799"/>
                </a:lnTo>
                <a:lnTo>
                  <a:pt x="172403" y="161611"/>
                </a:lnTo>
                <a:lnTo>
                  <a:pt x="172403" y="180423"/>
                </a:lnTo>
                <a:lnTo>
                  <a:pt x="172403" y="199234"/>
                </a:lnTo>
                <a:lnTo>
                  <a:pt x="172403" y="218046"/>
                </a:lnTo>
                <a:lnTo>
                  <a:pt x="172403" y="236858"/>
                </a:lnTo>
                <a:lnTo>
                  <a:pt x="172403" y="255670"/>
                </a:lnTo>
                <a:lnTo>
                  <a:pt x="172403" y="274482"/>
                </a:lnTo>
                <a:lnTo>
                  <a:pt x="168078" y="290627"/>
                </a:lnTo>
                <a:lnTo>
                  <a:pt x="151267" y="299075"/>
                </a:lnTo>
                <a:lnTo>
                  <a:pt x="134464" y="307534"/>
                </a:lnTo>
                <a:lnTo>
                  <a:pt x="117653" y="315982"/>
                </a:lnTo>
                <a:lnTo>
                  <a:pt x="100841" y="324431"/>
                </a:lnTo>
                <a:lnTo>
                  <a:pt x="84039" y="332880"/>
                </a:lnTo>
                <a:lnTo>
                  <a:pt x="67227" y="341328"/>
                </a:lnTo>
                <a:lnTo>
                  <a:pt x="50425" y="349777"/>
                </a:lnTo>
                <a:lnTo>
                  <a:pt x="33614" y="358235"/>
                </a:lnTo>
                <a:lnTo>
                  <a:pt x="16812" y="366684"/>
                </a:lnTo>
                <a:lnTo>
                  <a:pt x="0" y="375133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B3EED1AC-2834-4961-816C-C3035F2C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1215" y="3118485"/>
            <a:ext cx="1403261" cy="86678"/>
          </a:xfrm>
          <a:custGeom xmlns:a="http://schemas.openxmlformats.org/drawingml/2006/main">
            <a:pathLst>
              <a:path w="1403261" h="86678">
                <a:moveTo>
                  <a:pt x="0" y="86678"/>
                </a:moveTo>
                <a:lnTo>
                  <a:pt x="18983" y="86678"/>
                </a:lnTo>
                <a:lnTo>
                  <a:pt x="37957" y="86678"/>
                </a:lnTo>
                <a:lnTo>
                  <a:pt x="56940" y="86678"/>
                </a:lnTo>
                <a:lnTo>
                  <a:pt x="75924" y="86678"/>
                </a:lnTo>
                <a:lnTo>
                  <a:pt x="94898" y="86678"/>
                </a:lnTo>
                <a:lnTo>
                  <a:pt x="113881" y="86678"/>
                </a:lnTo>
                <a:lnTo>
                  <a:pt x="132864" y="86678"/>
                </a:lnTo>
                <a:lnTo>
                  <a:pt x="151838" y="86678"/>
                </a:lnTo>
                <a:lnTo>
                  <a:pt x="170821" y="86678"/>
                </a:lnTo>
                <a:lnTo>
                  <a:pt x="189805" y="86678"/>
                </a:lnTo>
                <a:lnTo>
                  <a:pt x="208778" y="86678"/>
                </a:lnTo>
                <a:lnTo>
                  <a:pt x="227762" y="86678"/>
                </a:lnTo>
                <a:lnTo>
                  <a:pt x="246745" y="86678"/>
                </a:lnTo>
                <a:lnTo>
                  <a:pt x="265719" y="86678"/>
                </a:lnTo>
                <a:lnTo>
                  <a:pt x="284702" y="86678"/>
                </a:lnTo>
                <a:lnTo>
                  <a:pt x="303686" y="86678"/>
                </a:lnTo>
                <a:lnTo>
                  <a:pt x="322659" y="86678"/>
                </a:lnTo>
                <a:lnTo>
                  <a:pt x="341643" y="86678"/>
                </a:lnTo>
                <a:lnTo>
                  <a:pt x="360626" y="86678"/>
                </a:lnTo>
                <a:lnTo>
                  <a:pt x="379600" y="86678"/>
                </a:lnTo>
                <a:lnTo>
                  <a:pt x="398583" y="86678"/>
                </a:lnTo>
                <a:lnTo>
                  <a:pt x="417566" y="86678"/>
                </a:lnTo>
                <a:lnTo>
                  <a:pt x="436540" y="86678"/>
                </a:lnTo>
                <a:lnTo>
                  <a:pt x="455524" y="86678"/>
                </a:lnTo>
                <a:lnTo>
                  <a:pt x="474507" y="86678"/>
                </a:lnTo>
                <a:lnTo>
                  <a:pt x="493481" y="86678"/>
                </a:lnTo>
                <a:lnTo>
                  <a:pt x="512464" y="86678"/>
                </a:lnTo>
                <a:lnTo>
                  <a:pt x="531447" y="86678"/>
                </a:lnTo>
                <a:lnTo>
                  <a:pt x="550421" y="86678"/>
                </a:lnTo>
                <a:lnTo>
                  <a:pt x="569405" y="86678"/>
                </a:lnTo>
                <a:lnTo>
                  <a:pt x="588388" y="86678"/>
                </a:lnTo>
                <a:lnTo>
                  <a:pt x="607362" y="86678"/>
                </a:lnTo>
                <a:lnTo>
                  <a:pt x="626345" y="86678"/>
                </a:lnTo>
                <a:lnTo>
                  <a:pt x="645328" y="86678"/>
                </a:lnTo>
                <a:lnTo>
                  <a:pt x="664302" y="86678"/>
                </a:lnTo>
                <a:lnTo>
                  <a:pt x="683285" y="86678"/>
                </a:lnTo>
                <a:lnTo>
                  <a:pt x="702269" y="86678"/>
                </a:lnTo>
                <a:lnTo>
                  <a:pt x="721243" y="86678"/>
                </a:lnTo>
                <a:lnTo>
                  <a:pt x="740226" y="86678"/>
                </a:lnTo>
                <a:lnTo>
                  <a:pt x="759209" y="86678"/>
                </a:lnTo>
                <a:lnTo>
                  <a:pt x="778183" y="86678"/>
                </a:lnTo>
                <a:lnTo>
                  <a:pt x="797166" y="86678"/>
                </a:lnTo>
                <a:lnTo>
                  <a:pt x="816150" y="86678"/>
                </a:lnTo>
                <a:lnTo>
                  <a:pt x="835123" y="86678"/>
                </a:lnTo>
                <a:lnTo>
                  <a:pt x="854107" y="86678"/>
                </a:lnTo>
                <a:lnTo>
                  <a:pt x="873090" y="86678"/>
                </a:lnTo>
                <a:lnTo>
                  <a:pt x="892064" y="86678"/>
                </a:lnTo>
                <a:lnTo>
                  <a:pt x="911047" y="86678"/>
                </a:lnTo>
                <a:lnTo>
                  <a:pt x="930031" y="86678"/>
                </a:lnTo>
                <a:lnTo>
                  <a:pt x="949004" y="86678"/>
                </a:lnTo>
                <a:lnTo>
                  <a:pt x="967988" y="86678"/>
                </a:lnTo>
                <a:lnTo>
                  <a:pt x="986971" y="86678"/>
                </a:lnTo>
                <a:lnTo>
                  <a:pt x="1005945" y="86678"/>
                </a:lnTo>
                <a:lnTo>
                  <a:pt x="1024928" y="86678"/>
                </a:lnTo>
                <a:lnTo>
                  <a:pt x="1043911" y="86678"/>
                </a:lnTo>
                <a:lnTo>
                  <a:pt x="1062885" y="86678"/>
                </a:lnTo>
                <a:lnTo>
                  <a:pt x="1081869" y="86678"/>
                </a:lnTo>
                <a:lnTo>
                  <a:pt x="1100852" y="86678"/>
                </a:lnTo>
                <a:lnTo>
                  <a:pt x="1119826" y="86678"/>
                </a:lnTo>
                <a:lnTo>
                  <a:pt x="1138809" y="86678"/>
                </a:lnTo>
                <a:lnTo>
                  <a:pt x="1157792" y="86678"/>
                </a:lnTo>
                <a:lnTo>
                  <a:pt x="1176766" y="86678"/>
                </a:lnTo>
                <a:lnTo>
                  <a:pt x="1195749" y="86678"/>
                </a:lnTo>
                <a:lnTo>
                  <a:pt x="1214733" y="86678"/>
                </a:lnTo>
                <a:lnTo>
                  <a:pt x="1233688" y="86582"/>
                </a:lnTo>
                <a:lnTo>
                  <a:pt x="1250642" y="78048"/>
                </a:lnTo>
                <a:lnTo>
                  <a:pt x="1267597" y="69523"/>
                </a:lnTo>
                <a:lnTo>
                  <a:pt x="1284561" y="60998"/>
                </a:lnTo>
                <a:lnTo>
                  <a:pt x="1301515" y="52473"/>
                </a:lnTo>
                <a:lnTo>
                  <a:pt x="1318470" y="43948"/>
                </a:lnTo>
                <a:lnTo>
                  <a:pt x="1335434" y="35423"/>
                </a:lnTo>
                <a:lnTo>
                  <a:pt x="1352388" y="26899"/>
                </a:lnTo>
                <a:lnTo>
                  <a:pt x="1369343" y="18374"/>
                </a:lnTo>
                <a:lnTo>
                  <a:pt x="1386307" y="9849"/>
                </a:lnTo>
                <a:lnTo>
                  <a:pt x="1403261" y="1324"/>
                </a:lnTo>
                <a:lnTo>
                  <a:pt x="1389850" y="0"/>
                </a:lnTo>
                <a:lnTo>
                  <a:pt x="1370876" y="0"/>
                </a:lnTo>
                <a:lnTo>
                  <a:pt x="1351893" y="0"/>
                </a:lnTo>
                <a:lnTo>
                  <a:pt x="1332909" y="0"/>
                </a:lnTo>
                <a:lnTo>
                  <a:pt x="1313936" y="0"/>
                </a:lnTo>
                <a:lnTo>
                  <a:pt x="1294952" y="0"/>
                </a:lnTo>
                <a:lnTo>
                  <a:pt x="1275969" y="0"/>
                </a:lnTo>
                <a:lnTo>
                  <a:pt x="1256995" y="0"/>
                </a:lnTo>
                <a:lnTo>
                  <a:pt x="1238012" y="0"/>
                </a:lnTo>
                <a:lnTo>
                  <a:pt x="1219029" y="0"/>
                </a:lnTo>
                <a:lnTo>
                  <a:pt x="1200055" y="0"/>
                </a:lnTo>
                <a:lnTo>
                  <a:pt x="1181071" y="0"/>
                </a:lnTo>
                <a:lnTo>
                  <a:pt x="1162088" y="0"/>
                </a:lnTo>
                <a:lnTo>
                  <a:pt x="1143114" y="0"/>
                </a:lnTo>
                <a:lnTo>
                  <a:pt x="1124131" y="0"/>
                </a:lnTo>
                <a:lnTo>
                  <a:pt x="1105148" y="0"/>
                </a:lnTo>
                <a:lnTo>
                  <a:pt x="1086174" y="0"/>
                </a:lnTo>
                <a:lnTo>
                  <a:pt x="1067191" y="0"/>
                </a:lnTo>
                <a:lnTo>
                  <a:pt x="1048207" y="0"/>
                </a:lnTo>
                <a:lnTo>
                  <a:pt x="1029233" y="0"/>
                </a:lnTo>
                <a:lnTo>
                  <a:pt x="1010250" y="0"/>
                </a:lnTo>
                <a:lnTo>
                  <a:pt x="991267" y="0"/>
                </a:lnTo>
                <a:lnTo>
                  <a:pt x="972293" y="0"/>
                </a:lnTo>
                <a:lnTo>
                  <a:pt x="953310" y="0"/>
                </a:lnTo>
                <a:lnTo>
                  <a:pt x="934326" y="0"/>
                </a:lnTo>
                <a:lnTo>
                  <a:pt x="915353" y="0"/>
                </a:lnTo>
                <a:lnTo>
                  <a:pt x="896369" y="0"/>
                </a:lnTo>
                <a:lnTo>
                  <a:pt x="877386" y="0"/>
                </a:lnTo>
                <a:lnTo>
                  <a:pt x="858412" y="0"/>
                </a:lnTo>
                <a:lnTo>
                  <a:pt x="839429" y="0"/>
                </a:lnTo>
                <a:lnTo>
                  <a:pt x="820445" y="0"/>
                </a:lnTo>
                <a:lnTo>
                  <a:pt x="801472" y="0"/>
                </a:lnTo>
                <a:lnTo>
                  <a:pt x="782488" y="0"/>
                </a:lnTo>
                <a:lnTo>
                  <a:pt x="763505" y="0"/>
                </a:lnTo>
                <a:lnTo>
                  <a:pt x="744531" y="0"/>
                </a:lnTo>
                <a:lnTo>
                  <a:pt x="725548" y="0"/>
                </a:lnTo>
                <a:lnTo>
                  <a:pt x="706565" y="0"/>
                </a:lnTo>
                <a:lnTo>
                  <a:pt x="687591" y="0"/>
                </a:lnTo>
                <a:lnTo>
                  <a:pt x="668607" y="0"/>
                </a:lnTo>
                <a:lnTo>
                  <a:pt x="649624" y="0"/>
                </a:lnTo>
                <a:lnTo>
                  <a:pt x="630650" y="0"/>
                </a:lnTo>
                <a:lnTo>
                  <a:pt x="611667" y="0"/>
                </a:lnTo>
                <a:lnTo>
                  <a:pt x="592684" y="0"/>
                </a:lnTo>
                <a:lnTo>
                  <a:pt x="573710" y="0"/>
                </a:lnTo>
                <a:lnTo>
                  <a:pt x="554726" y="0"/>
                </a:lnTo>
                <a:lnTo>
                  <a:pt x="535743" y="0"/>
                </a:lnTo>
                <a:lnTo>
                  <a:pt x="516769" y="0"/>
                </a:lnTo>
                <a:lnTo>
                  <a:pt x="497786" y="0"/>
                </a:lnTo>
                <a:lnTo>
                  <a:pt x="478803" y="0"/>
                </a:lnTo>
                <a:lnTo>
                  <a:pt x="459829" y="0"/>
                </a:lnTo>
                <a:lnTo>
                  <a:pt x="440846" y="0"/>
                </a:lnTo>
                <a:lnTo>
                  <a:pt x="421862" y="0"/>
                </a:lnTo>
                <a:lnTo>
                  <a:pt x="402888" y="0"/>
                </a:lnTo>
                <a:lnTo>
                  <a:pt x="383905" y="0"/>
                </a:lnTo>
                <a:lnTo>
                  <a:pt x="364922" y="0"/>
                </a:lnTo>
                <a:lnTo>
                  <a:pt x="345948" y="0"/>
                </a:lnTo>
                <a:lnTo>
                  <a:pt x="326965" y="0"/>
                </a:lnTo>
                <a:lnTo>
                  <a:pt x="307981" y="0"/>
                </a:lnTo>
                <a:lnTo>
                  <a:pt x="289008" y="0"/>
                </a:lnTo>
                <a:lnTo>
                  <a:pt x="270024" y="0"/>
                </a:lnTo>
                <a:lnTo>
                  <a:pt x="251041" y="0"/>
                </a:lnTo>
                <a:lnTo>
                  <a:pt x="232991" y="5448"/>
                </a:lnTo>
                <a:lnTo>
                  <a:pt x="215065" y="11697"/>
                </a:lnTo>
                <a:lnTo>
                  <a:pt x="197139" y="17945"/>
                </a:lnTo>
                <a:lnTo>
                  <a:pt x="179222" y="24194"/>
                </a:lnTo>
                <a:lnTo>
                  <a:pt x="161296" y="30442"/>
                </a:lnTo>
                <a:lnTo>
                  <a:pt x="143380" y="36690"/>
                </a:lnTo>
                <a:lnTo>
                  <a:pt x="125454" y="42939"/>
                </a:lnTo>
                <a:lnTo>
                  <a:pt x="107528" y="49187"/>
                </a:lnTo>
                <a:lnTo>
                  <a:pt x="89611" y="55436"/>
                </a:lnTo>
                <a:lnTo>
                  <a:pt x="71685" y="61684"/>
                </a:lnTo>
                <a:lnTo>
                  <a:pt x="53769" y="67932"/>
                </a:lnTo>
                <a:lnTo>
                  <a:pt x="35843" y="74181"/>
                </a:lnTo>
                <a:lnTo>
                  <a:pt x="17926" y="80429"/>
                </a:lnTo>
                <a:lnTo>
                  <a:pt x="0" y="8667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1FC0AADB-CC42-4077-B2DF-BADE1168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5985" y="3118485"/>
            <a:ext cx="1280160" cy="86678"/>
          </a:xfrm>
          <a:custGeom xmlns:a="http://schemas.openxmlformats.org/drawingml/2006/main">
            <a:pathLst>
              <a:path w="1280160" h="86678">
                <a:moveTo>
                  <a:pt x="0" y="86678"/>
                </a:moveTo>
                <a:lnTo>
                  <a:pt x="18850" y="86678"/>
                </a:lnTo>
                <a:lnTo>
                  <a:pt x="37690" y="86678"/>
                </a:lnTo>
                <a:lnTo>
                  <a:pt x="56540" y="86678"/>
                </a:lnTo>
                <a:lnTo>
                  <a:pt x="75381" y="86678"/>
                </a:lnTo>
                <a:lnTo>
                  <a:pt x="94231" y="86678"/>
                </a:lnTo>
                <a:lnTo>
                  <a:pt x="113071" y="86678"/>
                </a:lnTo>
                <a:lnTo>
                  <a:pt x="131921" y="86678"/>
                </a:lnTo>
                <a:lnTo>
                  <a:pt x="150762" y="86678"/>
                </a:lnTo>
                <a:lnTo>
                  <a:pt x="169612" y="86678"/>
                </a:lnTo>
                <a:lnTo>
                  <a:pt x="188452" y="86678"/>
                </a:lnTo>
                <a:lnTo>
                  <a:pt x="207302" y="86678"/>
                </a:lnTo>
                <a:lnTo>
                  <a:pt x="226143" y="86678"/>
                </a:lnTo>
                <a:lnTo>
                  <a:pt x="244993" y="86678"/>
                </a:lnTo>
                <a:lnTo>
                  <a:pt x="263833" y="86678"/>
                </a:lnTo>
                <a:lnTo>
                  <a:pt x="282683" y="86678"/>
                </a:lnTo>
                <a:lnTo>
                  <a:pt x="301523" y="86678"/>
                </a:lnTo>
                <a:lnTo>
                  <a:pt x="320373" y="86678"/>
                </a:lnTo>
                <a:lnTo>
                  <a:pt x="339214" y="86678"/>
                </a:lnTo>
                <a:lnTo>
                  <a:pt x="358064" y="86678"/>
                </a:lnTo>
                <a:lnTo>
                  <a:pt x="376904" y="86678"/>
                </a:lnTo>
                <a:lnTo>
                  <a:pt x="395754" y="86678"/>
                </a:lnTo>
                <a:lnTo>
                  <a:pt x="414595" y="86678"/>
                </a:lnTo>
                <a:lnTo>
                  <a:pt x="433445" y="86678"/>
                </a:lnTo>
                <a:lnTo>
                  <a:pt x="452285" y="86678"/>
                </a:lnTo>
                <a:lnTo>
                  <a:pt x="471135" y="86678"/>
                </a:lnTo>
                <a:lnTo>
                  <a:pt x="489976" y="86678"/>
                </a:lnTo>
                <a:lnTo>
                  <a:pt x="508826" y="86678"/>
                </a:lnTo>
                <a:lnTo>
                  <a:pt x="527666" y="86678"/>
                </a:lnTo>
                <a:lnTo>
                  <a:pt x="546516" y="86678"/>
                </a:lnTo>
                <a:lnTo>
                  <a:pt x="565356" y="86678"/>
                </a:lnTo>
                <a:lnTo>
                  <a:pt x="584206" y="86678"/>
                </a:lnTo>
                <a:lnTo>
                  <a:pt x="603047" y="86678"/>
                </a:lnTo>
                <a:lnTo>
                  <a:pt x="621897" y="86678"/>
                </a:lnTo>
                <a:lnTo>
                  <a:pt x="640737" y="86678"/>
                </a:lnTo>
                <a:lnTo>
                  <a:pt x="659587" y="86678"/>
                </a:lnTo>
                <a:lnTo>
                  <a:pt x="678428" y="86678"/>
                </a:lnTo>
                <a:lnTo>
                  <a:pt x="697278" y="86678"/>
                </a:lnTo>
                <a:lnTo>
                  <a:pt x="716118" y="86678"/>
                </a:lnTo>
                <a:lnTo>
                  <a:pt x="734968" y="86678"/>
                </a:lnTo>
                <a:lnTo>
                  <a:pt x="753809" y="86678"/>
                </a:lnTo>
                <a:lnTo>
                  <a:pt x="772658" y="86678"/>
                </a:lnTo>
                <a:lnTo>
                  <a:pt x="791499" y="86678"/>
                </a:lnTo>
                <a:lnTo>
                  <a:pt x="810349" y="86678"/>
                </a:lnTo>
                <a:lnTo>
                  <a:pt x="829189" y="86678"/>
                </a:lnTo>
                <a:lnTo>
                  <a:pt x="848039" y="86678"/>
                </a:lnTo>
                <a:lnTo>
                  <a:pt x="866880" y="86678"/>
                </a:lnTo>
                <a:lnTo>
                  <a:pt x="885730" y="86678"/>
                </a:lnTo>
                <a:lnTo>
                  <a:pt x="904570" y="86678"/>
                </a:lnTo>
                <a:lnTo>
                  <a:pt x="923420" y="86678"/>
                </a:lnTo>
                <a:lnTo>
                  <a:pt x="942261" y="86678"/>
                </a:lnTo>
                <a:lnTo>
                  <a:pt x="961111" y="86678"/>
                </a:lnTo>
                <a:lnTo>
                  <a:pt x="979951" y="86678"/>
                </a:lnTo>
                <a:lnTo>
                  <a:pt x="998801" y="86678"/>
                </a:lnTo>
                <a:lnTo>
                  <a:pt x="1017641" y="86678"/>
                </a:lnTo>
                <a:lnTo>
                  <a:pt x="1036491" y="86678"/>
                </a:lnTo>
                <a:lnTo>
                  <a:pt x="1055332" y="86678"/>
                </a:lnTo>
                <a:lnTo>
                  <a:pt x="1074182" y="86678"/>
                </a:lnTo>
                <a:lnTo>
                  <a:pt x="1093022" y="86678"/>
                </a:lnTo>
                <a:lnTo>
                  <a:pt x="1111053" y="83182"/>
                </a:lnTo>
                <a:lnTo>
                  <a:pt x="1127970" y="74867"/>
                </a:lnTo>
                <a:lnTo>
                  <a:pt x="1144876" y="66542"/>
                </a:lnTo>
                <a:lnTo>
                  <a:pt x="1161793" y="58226"/>
                </a:lnTo>
                <a:lnTo>
                  <a:pt x="1178700" y="49911"/>
                </a:lnTo>
                <a:lnTo>
                  <a:pt x="1195607" y="41586"/>
                </a:lnTo>
                <a:lnTo>
                  <a:pt x="1212523" y="33271"/>
                </a:lnTo>
                <a:lnTo>
                  <a:pt x="1229430" y="24956"/>
                </a:lnTo>
                <a:lnTo>
                  <a:pt x="1246337" y="16640"/>
                </a:lnTo>
                <a:lnTo>
                  <a:pt x="1263253" y="8315"/>
                </a:lnTo>
                <a:lnTo>
                  <a:pt x="12801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F36F29D6-9A9A-41F3-8F55-6E1D6C6B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0778" y="3118485"/>
            <a:ext cx="1035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FE146458-E22B-4BDA-8C5C-57DD7A80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8190" y="2828534"/>
            <a:ext cx="96203" cy="155934"/>
          </a:xfrm>
          <a:custGeom xmlns:a="http://schemas.openxmlformats.org/drawingml/2006/main">
            <a:pathLst>
              <a:path w="96203" h="155934">
                <a:moveTo>
                  <a:pt x="0" y="67066"/>
                </a:moveTo>
                <a:lnTo>
                  <a:pt x="0" y="80029"/>
                </a:lnTo>
                <a:lnTo>
                  <a:pt x="0" y="92983"/>
                </a:lnTo>
                <a:lnTo>
                  <a:pt x="0" y="105947"/>
                </a:lnTo>
                <a:lnTo>
                  <a:pt x="0" y="118901"/>
                </a:lnTo>
                <a:lnTo>
                  <a:pt x="0" y="131864"/>
                </a:lnTo>
                <a:lnTo>
                  <a:pt x="0" y="144818"/>
                </a:lnTo>
                <a:lnTo>
                  <a:pt x="962" y="155934"/>
                </a:lnTo>
                <a:lnTo>
                  <a:pt x="11611" y="148552"/>
                </a:lnTo>
                <a:lnTo>
                  <a:pt x="22269" y="141170"/>
                </a:lnTo>
                <a:lnTo>
                  <a:pt x="32918" y="133788"/>
                </a:lnTo>
                <a:lnTo>
                  <a:pt x="43567" y="126406"/>
                </a:lnTo>
                <a:lnTo>
                  <a:pt x="54216" y="119034"/>
                </a:lnTo>
                <a:lnTo>
                  <a:pt x="64865" y="111652"/>
                </a:lnTo>
                <a:lnTo>
                  <a:pt x="75514" y="104270"/>
                </a:lnTo>
                <a:lnTo>
                  <a:pt x="86173" y="96888"/>
                </a:lnTo>
                <a:lnTo>
                  <a:pt x="96203" y="89183"/>
                </a:lnTo>
                <a:lnTo>
                  <a:pt x="96203" y="76219"/>
                </a:lnTo>
                <a:lnTo>
                  <a:pt x="96203" y="63265"/>
                </a:lnTo>
                <a:lnTo>
                  <a:pt x="96203" y="50302"/>
                </a:lnTo>
                <a:lnTo>
                  <a:pt x="96203" y="37348"/>
                </a:lnTo>
                <a:lnTo>
                  <a:pt x="96203" y="24394"/>
                </a:lnTo>
                <a:lnTo>
                  <a:pt x="96203" y="11430"/>
                </a:lnTo>
                <a:lnTo>
                  <a:pt x="95412" y="0"/>
                </a:lnTo>
                <a:lnTo>
                  <a:pt x="84811" y="7449"/>
                </a:lnTo>
                <a:lnTo>
                  <a:pt x="74209" y="14907"/>
                </a:lnTo>
                <a:lnTo>
                  <a:pt x="63608" y="22355"/>
                </a:lnTo>
                <a:lnTo>
                  <a:pt x="53007" y="29813"/>
                </a:lnTo>
                <a:lnTo>
                  <a:pt x="42405" y="37262"/>
                </a:lnTo>
                <a:lnTo>
                  <a:pt x="31804" y="44710"/>
                </a:lnTo>
                <a:lnTo>
                  <a:pt x="21203" y="52168"/>
                </a:lnTo>
                <a:lnTo>
                  <a:pt x="10601" y="59617"/>
                </a:lnTo>
                <a:lnTo>
                  <a:pt x="0" y="67066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5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0A6254AA-98C4-4AAF-A624-E336EE85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4703" y="2827973"/>
            <a:ext cx="1326175" cy="67628"/>
          </a:xfrm>
          <a:custGeom xmlns:a="http://schemas.openxmlformats.org/drawingml/2006/main">
            <a:pathLst>
              <a:path w="1326175" h="67628">
                <a:moveTo>
                  <a:pt x="0" y="67628"/>
                </a:moveTo>
                <a:lnTo>
                  <a:pt x="18964" y="67628"/>
                </a:lnTo>
                <a:lnTo>
                  <a:pt x="37938" y="67628"/>
                </a:lnTo>
                <a:lnTo>
                  <a:pt x="56902" y="67628"/>
                </a:lnTo>
                <a:lnTo>
                  <a:pt x="75876" y="67628"/>
                </a:lnTo>
                <a:lnTo>
                  <a:pt x="94840" y="67628"/>
                </a:lnTo>
                <a:lnTo>
                  <a:pt x="113814" y="67628"/>
                </a:lnTo>
                <a:lnTo>
                  <a:pt x="132779" y="67628"/>
                </a:lnTo>
                <a:lnTo>
                  <a:pt x="151752" y="67628"/>
                </a:lnTo>
                <a:lnTo>
                  <a:pt x="170717" y="67628"/>
                </a:lnTo>
                <a:lnTo>
                  <a:pt x="189690" y="67628"/>
                </a:lnTo>
                <a:lnTo>
                  <a:pt x="208655" y="67628"/>
                </a:lnTo>
                <a:lnTo>
                  <a:pt x="227628" y="67628"/>
                </a:lnTo>
                <a:lnTo>
                  <a:pt x="246593" y="67628"/>
                </a:lnTo>
                <a:lnTo>
                  <a:pt x="265567" y="67628"/>
                </a:lnTo>
                <a:lnTo>
                  <a:pt x="284531" y="67628"/>
                </a:lnTo>
                <a:lnTo>
                  <a:pt x="303505" y="67628"/>
                </a:lnTo>
                <a:lnTo>
                  <a:pt x="322469" y="67628"/>
                </a:lnTo>
                <a:lnTo>
                  <a:pt x="341433" y="67628"/>
                </a:lnTo>
                <a:lnTo>
                  <a:pt x="360407" y="67628"/>
                </a:lnTo>
                <a:lnTo>
                  <a:pt x="379371" y="67628"/>
                </a:lnTo>
                <a:lnTo>
                  <a:pt x="398345" y="67628"/>
                </a:lnTo>
                <a:lnTo>
                  <a:pt x="417309" y="67628"/>
                </a:lnTo>
                <a:lnTo>
                  <a:pt x="436283" y="67628"/>
                </a:lnTo>
                <a:lnTo>
                  <a:pt x="455247" y="67628"/>
                </a:lnTo>
                <a:lnTo>
                  <a:pt x="474221" y="67628"/>
                </a:lnTo>
                <a:lnTo>
                  <a:pt x="493185" y="67628"/>
                </a:lnTo>
                <a:lnTo>
                  <a:pt x="512159" y="67628"/>
                </a:lnTo>
                <a:lnTo>
                  <a:pt x="531124" y="67628"/>
                </a:lnTo>
                <a:lnTo>
                  <a:pt x="550097" y="67628"/>
                </a:lnTo>
                <a:lnTo>
                  <a:pt x="569062" y="67628"/>
                </a:lnTo>
                <a:lnTo>
                  <a:pt x="588035" y="67628"/>
                </a:lnTo>
                <a:lnTo>
                  <a:pt x="607000" y="67628"/>
                </a:lnTo>
                <a:lnTo>
                  <a:pt x="625973" y="67628"/>
                </a:lnTo>
                <a:lnTo>
                  <a:pt x="644938" y="67628"/>
                </a:lnTo>
                <a:lnTo>
                  <a:pt x="663902" y="67628"/>
                </a:lnTo>
                <a:lnTo>
                  <a:pt x="682876" y="67628"/>
                </a:lnTo>
                <a:lnTo>
                  <a:pt x="701840" y="67628"/>
                </a:lnTo>
                <a:lnTo>
                  <a:pt x="720814" y="67628"/>
                </a:lnTo>
                <a:lnTo>
                  <a:pt x="739778" y="67628"/>
                </a:lnTo>
                <a:lnTo>
                  <a:pt x="758752" y="67628"/>
                </a:lnTo>
                <a:lnTo>
                  <a:pt x="777716" y="67628"/>
                </a:lnTo>
                <a:lnTo>
                  <a:pt x="796690" y="67628"/>
                </a:lnTo>
                <a:lnTo>
                  <a:pt x="815654" y="67628"/>
                </a:lnTo>
                <a:lnTo>
                  <a:pt x="834628" y="67628"/>
                </a:lnTo>
                <a:lnTo>
                  <a:pt x="853592" y="67628"/>
                </a:lnTo>
                <a:lnTo>
                  <a:pt x="872566" y="67628"/>
                </a:lnTo>
                <a:lnTo>
                  <a:pt x="891530" y="67628"/>
                </a:lnTo>
                <a:lnTo>
                  <a:pt x="910504" y="67628"/>
                </a:lnTo>
                <a:lnTo>
                  <a:pt x="929469" y="67628"/>
                </a:lnTo>
                <a:lnTo>
                  <a:pt x="948433" y="67628"/>
                </a:lnTo>
                <a:lnTo>
                  <a:pt x="967407" y="67628"/>
                </a:lnTo>
                <a:lnTo>
                  <a:pt x="986371" y="67628"/>
                </a:lnTo>
                <a:lnTo>
                  <a:pt x="1005345" y="67628"/>
                </a:lnTo>
                <a:lnTo>
                  <a:pt x="1024309" y="67628"/>
                </a:lnTo>
                <a:lnTo>
                  <a:pt x="1043283" y="67628"/>
                </a:lnTo>
                <a:lnTo>
                  <a:pt x="1062247" y="67628"/>
                </a:lnTo>
                <a:lnTo>
                  <a:pt x="1081221" y="67628"/>
                </a:lnTo>
                <a:lnTo>
                  <a:pt x="1100185" y="67628"/>
                </a:lnTo>
                <a:lnTo>
                  <a:pt x="1119159" y="67628"/>
                </a:lnTo>
                <a:lnTo>
                  <a:pt x="1138123" y="67628"/>
                </a:lnTo>
                <a:lnTo>
                  <a:pt x="1157097" y="67628"/>
                </a:lnTo>
                <a:lnTo>
                  <a:pt x="1176061" y="67628"/>
                </a:lnTo>
                <a:lnTo>
                  <a:pt x="1195035" y="67628"/>
                </a:lnTo>
                <a:lnTo>
                  <a:pt x="1213999" y="67628"/>
                </a:lnTo>
                <a:lnTo>
                  <a:pt x="1232964" y="67628"/>
                </a:lnTo>
                <a:lnTo>
                  <a:pt x="1248585" y="57017"/>
                </a:lnTo>
                <a:lnTo>
                  <a:pt x="1264101" y="46111"/>
                </a:lnTo>
                <a:lnTo>
                  <a:pt x="1279617" y="35204"/>
                </a:lnTo>
                <a:lnTo>
                  <a:pt x="1295133" y="24289"/>
                </a:lnTo>
                <a:lnTo>
                  <a:pt x="1310650" y="13383"/>
                </a:lnTo>
                <a:lnTo>
                  <a:pt x="1326175" y="2477"/>
                </a:lnTo>
                <a:lnTo>
                  <a:pt x="1315022" y="0"/>
                </a:lnTo>
                <a:lnTo>
                  <a:pt x="1296057" y="0"/>
                </a:lnTo>
                <a:lnTo>
                  <a:pt x="1277083" y="0"/>
                </a:lnTo>
                <a:lnTo>
                  <a:pt x="1258119" y="0"/>
                </a:lnTo>
                <a:lnTo>
                  <a:pt x="1239145" y="0"/>
                </a:lnTo>
                <a:lnTo>
                  <a:pt x="1220181" y="0"/>
                </a:lnTo>
                <a:lnTo>
                  <a:pt x="1201207" y="0"/>
                </a:lnTo>
                <a:lnTo>
                  <a:pt x="1182243" y="0"/>
                </a:lnTo>
                <a:lnTo>
                  <a:pt x="1163269" y="0"/>
                </a:lnTo>
                <a:lnTo>
                  <a:pt x="1144305" y="0"/>
                </a:lnTo>
                <a:lnTo>
                  <a:pt x="1125331" y="0"/>
                </a:lnTo>
                <a:lnTo>
                  <a:pt x="1106367" y="0"/>
                </a:lnTo>
                <a:lnTo>
                  <a:pt x="1087393" y="0"/>
                </a:lnTo>
                <a:lnTo>
                  <a:pt x="1068429" y="0"/>
                </a:lnTo>
                <a:lnTo>
                  <a:pt x="1049465" y="0"/>
                </a:lnTo>
                <a:lnTo>
                  <a:pt x="1030491" y="0"/>
                </a:lnTo>
                <a:lnTo>
                  <a:pt x="1011526" y="0"/>
                </a:lnTo>
                <a:lnTo>
                  <a:pt x="992553" y="0"/>
                </a:lnTo>
                <a:lnTo>
                  <a:pt x="973588" y="0"/>
                </a:lnTo>
                <a:lnTo>
                  <a:pt x="954615" y="0"/>
                </a:lnTo>
                <a:lnTo>
                  <a:pt x="935650" y="0"/>
                </a:lnTo>
                <a:lnTo>
                  <a:pt x="916676" y="0"/>
                </a:lnTo>
                <a:lnTo>
                  <a:pt x="897712" y="0"/>
                </a:lnTo>
                <a:lnTo>
                  <a:pt x="878738" y="0"/>
                </a:lnTo>
                <a:lnTo>
                  <a:pt x="859774" y="0"/>
                </a:lnTo>
                <a:lnTo>
                  <a:pt x="840800" y="0"/>
                </a:lnTo>
                <a:lnTo>
                  <a:pt x="821836" y="0"/>
                </a:lnTo>
                <a:lnTo>
                  <a:pt x="802862" y="0"/>
                </a:lnTo>
                <a:lnTo>
                  <a:pt x="783898" y="0"/>
                </a:lnTo>
                <a:lnTo>
                  <a:pt x="764924" y="0"/>
                </a:lnTo>
                <a:lnTo>
                  <a:pt x="745960" y="0"/>
                </a:lnTo>
                <a:lnTo>
                  <a:pt x="726996" y="0"/>
                </a:lnTo>
                <a:lnTo>
                  <a:pt x="708022" y="0"/>
                </a:lnTo>
                <a:lnTo>
                  <a:pt x="689058" y="0"/>
                </a:lnTo>
                <a:lnTo>
                  <a:pt x="670084" y="0"/>
                </a:lnTo>
                <a:lnTo>
                  <a:pt x="651119" y="0"/>
                </a:lnTo>
                <a:lnTo>
                  <a:pt x="632146" y="0"/>
                </a:lnTo>
                <a:lnTo>
                  <a:pt x="613181" y="0"/>
                </a:lnTo>
                <a:lnTo>
                  <a:pt x="594208" y="0"/>
                </a:lnTo>
                <a:lnTo>
                  <a:pt x="575243" y="0"/>
                </a:lnTo>
                <a:lnTo>
                  <a:pt x="556270" y="0"/>
                </a:lnTo>
                <a:lnTo>
                  <a:pt x="537305" y="0"/>
                </a:lnTo>
                <a:lnTo>
                  <a:pt x="518331" y="0"/>
                </a:lnTo>
                <a:lnTo>
                  <a:pt x="499367" y="0"/>
                </a:lnTo>
                <a:lnTo>
                  <a:pt x="480393" y="0"/>
                </a:lnTo>
                <a:lnTo>
                  <a:pt x="461429" y="0"/>
                </a:lnTo>
                <a:lnTo>
                  <a:pt x="442465" y="0"/>
                </a:lnTo>
                <a:lnTo>
                  <a:pt x="423491" y="0"/>
                </a:lnTo>
                <a:lnTo>
                  <a:pt x="404527" y="0"/>
                </a:lnTo>
                <a:lnTo>
                  <a:pt x="385553" y="0"/>
                </a:lnTo>
                <a:lnTo>
                  <a:pt x="366589" y="0"/>
                </a:lnTo>
                <a:lnTo>
                  <a:pt x="347615" y="0"/>
                </a:lnTo>
                <a:lnTo>
                  <a:pt x="328651" y="0"/>
                </a:lnTo>
                <a:lnTo>
                  <a:pt x="309677" y="0"/>
                </a:lnTo>
                <a:lnTo>
                  <a:pt x="290713" y="0"/>
                </a:lnTo>
                <a:lnTo>
                  <a:pt x="271739" y="0"/>
                </a:lnTo>
                <a:lnTo>
                  <a:pt x="252774" y="0"/>
                </a:lnTo>
                <a:lnTo>
                  <a:pt x="233801" y="0"/>
                </a:lnTo>
                <a:lnTo>
                  <a:pt x="214836" y="0"/>
                </a:lnTo>
                <a:lnTo>
                  <a:pt x="195863" y="0"/>
                </a:lnTo>
                <a:lnTo>
                  <a:pt x="176898" y="0"/>
                </a:lnTo>
                <a:lnTo>
                  <a:pt x="158925" y="5286"/>
                </a:lnTo>
                <a:lnTo>
                  <a:pt x="141265" y="12211"/>
                </a:lnTo>
                <a:lnTo>
                  <a:pt x="123615" y="19136"/>
                </a:lnTo>
                <a:lnTo>
                  <a:pt x="105956" y="26070"/>
                </a:lnTo>
                <a:lnTo>
                  <a:pt x="88297" y="32995"/>
                </a:lnTo>
                <a:lnTo>
                  <a:pt x="70637" y="39919"/>
                </a:lnTo>
                <a:lnTo>
                  <a:pt x="52978" y="46844"/>
                </a:lnTo>
                <a:lnTo>
                  <a:pt x="35319" y="53778"/>
                </a:lnTo>
                <a:lnTo>
                  <a:pt x="17659" y="60703"/>
                </a:lnTo>
                <a:lnTo>
                  <a:pt x="0" y="6762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6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0A4BF4A2-157B-4E76-9657-77E37CC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9473" y="2827973"/>
            <a:ext cx="1203960" cy="67628"/>
          </a:xfrm>
          <a:custGeom xmlns:a="http://schemas.openxmlformats.org/drawingml/2006/main">
            <a:pathLst>
              <a:path w="1203960" h="67628">
                <a:moveTo>
                  <a:pt x="0" y="67628"/>
                </a:moveTo>
                <a:lnTo>
                  <a:pt x="18840" y="67628"/>
                </a:lnTo>
                <a:lnTo>
                  <a:pt x="37681" y="67628"/>
                </a:lnTo>
                <a:lnTo>
                  <a:pt x="56521" y="67628"/>
                </a:lnTo>
                <a:lnTo>
                  <a:pt x="75362" y="67628"/>
                </a:lnTo>
                <a:lnTo>
                  <a:pt x="94202" y="67628"/>
                </a:lnTo>
                <a:lnTo>
                  <a:pt x="113043" y="67628"/>
                </a:lnTo>
                <a:lnTo>
                  <a:pt x="131893" y="67628"/>
                </a:lnTo>
                <a:lnTo>
                  <a:pt x="150733" y="67628"/>
                </a:lnTo>
                <a:lnTo>
                  <a:pt x="169574" y="67628"/>
                </a:lnTo>
                <a:lnTo>
                  <a:pt x="188414" y="67628"/>
                </a:lnTo>
                <a:lnTo>
                  <a:pt x="207254" y="67628"/>
                </a:lnTo>
                <a:lnTo>
                  <a:pt x="226095" y="67628"/>
                </a:lnTo>
                <a:lnTo>
                  <a:pt x="244935" y="67628"/>
                </a:lnTo>
                <a:lnTo>
                  <a:pt x="263776" y="67628"/>
                </a:lnTo>
                <a:lnTo>
                  <a:pt x="282616" y="67628"/>
                </a:lnTo>
                <a:lnTo>
                  <a:pt x="301457" y="67628"/>
                </a:lnTo>
                <a:lnTo>
                  <a:pt x="320297" y="67628"/>
                </a:lnTo>
                <a:lnTo>
                  <a:pt x="339138" y="67628"/>
                </a:lnTo>
                <a:lnTo>
                  <a:pt x="357978" y="67628"/>
                </a:lnTo>
                <a:lnTo>
                  <a:pt x="376828" y="67628"/>
                </a:lnTo>
                <a:lnTo>
                  <a:pt x="395669" y="67628"/>
                </a:lnTo>
                <a:lnTo>
                  <a:pt x="414509" y="67628"/>
                </a:lnTo>
                <a:lnTo>
                  <a:pt x="433349" y="67628"/>
                </a:lnTo>
                <a:lnTo>
                  <a:pt x="452190" y="67628"/>
                </a:lnTo>
                <a:lnTo>
                  <a:pt x="471030" y="67628"/>
                </a:lnTo>
                <a:lnTo>
                  <a:pt x="489871" y="67628"/>
                </a:lnTo>
                <a:lnTo>
                  <a:pt x="508711" y="67628"/>
                </a:lnTo>
                <a:lnTo>
                  <a:pt x="527552" y="67628"/>
                </a:lnTo>
                <a:lnTo>
                  <a:pt x="546392" y="67628"/>
                </a:lnTo>
                <a:lnTo>
                  <a:pt x="565233" y="67628"/>
                </a:lnTo>
                <a:lnTo>
                  <a:pt x="584073" y="67628"/>
                </a:lnTo>
                <a:lnTo>
                  <a:pt x="602923" y="67628"/>
                </a:lnTo>
                <a:lnTo>
                  <a:pt x="621763" y="67628"/>
                </a:lnTo>
                <a:lnTo>
                  <a:pt x="640604" y="67628"/>
                </a:lnTo>
                <a:lnTo>
                  <a:pt x="659444" y="67628"/>
                </a:lnTo>
                <a:lnTo>
                  <a:pt x="678285" y="67628"/>
                </a:lnTo>
                <a:lnTo>
                  <a:pt x="697125" y="67628"/>
                </a:lnTo>
                <a:lnTo>
                  <a:pt x="715966" y="67628"/>
                </a:lnTo>
                <a:lnTo>
                  <a:pt x="734806" y="67628"/>
                </a:lnTo>
                <a:lnTo>
                  <a:pt x="753647" y="67628"/>
                </a:lnTo>
                <a:lnTo>
                  <a:pt x="772487" y="67628"/>
                </a:lnTo>
                <a:lnTo>
                  <a:pt x="791327" y="67628"/>
                </a:lnTo>
                <a:lnTo>
                  <a:pt x="810168" y="67628"/>
                </a:lnTo>
                <a:lnTo>
                  <a:pt x="829008" y="67628"/>
                </a:lnTo>
                <a:lnTo>
                  <a:pt x="847858" y="67628"/>
                </a:lnTo>
                <a:lnTo>
                  <a:pt x="866699" y="67628"/>
                </a:lnTo>
                <a:lnTo>
                  <a:pt x="885539" y="67628"/>
                </a:lnTo>
                <a:lnTo>
                  <a:pt x="904380" y="67628"/>
                </a:lnTo>
                <a:lnTo>
                  <a:pt x="923220" y="67628"/>
                </a:lnTo>
                <a:lnTo>
                  <a:pt x="942061" y="67628"/>
                </a:lnTo>
                <a:lnTo>
                  <a:pt x="960901" y="67628"/>
                </a:lnTo>
                <a:lnTo>
                  <a:pt x="979742" y="67628"/>
                </a:lnTo>
                <a:lnTo>
                  <a:pt x="998582" y="67628"/>
                </a:lnTo>
                <a:lnTo>
                  <a:pt x="1017422" y="67628"/>
                </a:lnTo>
                <a:lnTo>
                  <a:pt x="1036263" y="67628"/>
                </a:lnTo>
                <a:lnTo>
                  <a:pt x="1055103" y="67628"/>
                </a:lnTo>
                <a:lnTo>
                  <a:pt x="1073944" y="67628"/>
                </a:lnTo>
                <a:lnTo>
                  <a:pt x="1092794" y="67628"/>
                </a:lnTo>
                <a:lnTo>
                  <a:pt x="1110310" y="63322"/>
                </a:lnTo>
                <a:lnTo>
                  <a:pt x="1125922" y="52769"/>
                </a:lnTo>
                <a:lnTo>
                  <a:pt x="1141524" y="42215"/>
                </a:lnTo>
                <a:lnTo>
                  <a:pt x="1157135" y="31661"/>
                </a:lnTo>
                <a:lnTo>
                  <a:pt x="1172747" y="21107"/>
                </a:lnTo>
                <a:lnTo>
                  <a:pt x="1188349" y="10554"/>
                </a:lnTo>
                <a:lnTo>
                  <a:pt x="12039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8DC3C038-EC9E-41F5-B8EB-3F49D812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8065" y="2827973"/>
            <a:ext cx="10353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A6F979C2-16CD-453E-8F67-5E8066EA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323" y="2881160"/>
            <a:ext cx="88329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29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D6A65BF1-6D90-448F-BD7A-2C02DA9C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323" y="3129258"/>
            <a:ext cx="88329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故障后临时组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织抢修</a:t>
            </a:r>
          </a:p>
        </p:txBody>
      </p:sp>
      <p:sp>
        <p:nvSpPr>
          <p:cNvPr id="30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FC012200-C3C6-437A-BC43-80D1BC4C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2063" y="3601793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1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A90CD6C5-3F20-42EE-8DD7-774B7097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5863" y="2581123"/>
            <a:ext cx="88329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32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3C9D1107-CD6E-42D7-8555-1A4442AB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5863" y="2829220"/>
            <a:ext cx="88329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故障原因与处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理过程可查</a:t>
            </a:r>
          </a:p>
        </p:txBody>
      </p:sp>
      <p:sp>
        <p:nvSpPr>
          <p:cNvPr id="3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6BA6AFF8-C93B-4CD0-AD6C-6A897E37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7593" y="330175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4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46C974E9-E042-43F6-BED1-1BAF7A89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402" y="2281085"/>
            <a:ext cx="88329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35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2CF88F06-D7B4-46E9-9EBC-EF4A78E5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402" y="2529183"/>
            <a:ext cx="88329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落实责任</a:t>
            </a:r>
          </a:p>
        </p:txBody>
      </p:sp>
      <p:sp>
        <p:nvSpPr>
          <p:cNvPr id="36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BE387371-D541-48FB-A4C3-5DE3D927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2980" y="3001718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7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C7F97769-DC84-462C-A196-5A7B72BA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6790" y="1980905"/>
            <a:ext cx="883291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38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AFF361B2-8852-4A56-BB97-DB353571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6790" y="2229002"/>
            <a:ext cx="883291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复故障</a:t>
            </a:r>
          </a:p>
        </p:txBody>
      </p:sp>
      <p:sp>
        <p:nvSpPr>
          <p:cNvPr id="39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3691C01C-D0A6-4F82-87E7-70502DDE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8520" y="2701528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0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218FB155-E396-4A6F-8D3B-EC46A8F7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6101" y="3667573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41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DD293089-A106-4F65-A11F-D8ACF896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7028" y="3067345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526160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2026-09-07T23:25:24.3160000Z</dcterms:created>
  <dcterms:modified xsi:type="dcterms:W3CDTF">2026-09-07T23:25:24.3160000Z</dcterms:modified>
</coreProperties>
</file>