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196d1dbc8f4843" /><Relationship Type="http://schemas.openxmlformats.org/officeDocument/2006/relationships/extended-properties" Target="/docProps/app.xml" Id="R302bc04d3a284169" /><Relationship Type="http://schemas.openxmlformats.org/officeDocument/2006/relationships/officeDocument" Target="/ppt/presentation.xml" Id="Re142cf0b32774f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f4592d9e204985"/>
  </p:sldMasterIdLst>
  <p:notesMasterIdLst>
    <p:notesMasterId xmlns:r="http://schemas.openxmlformats.org/officeDocument/2006/relationships" r:id="R5da4707aea8b4b19"/>
  </p:notesMasterIdLst>
  <p:sldIdLst>
    <p:sldId xmlns:r="http://schemas.openxmlformats.org/officeDocument/2006/relationships" id="256" r:id="Rbc2963422fb64d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2fadf427e43f5" /><Relationship Type="http://schemas.openxmlformats.org/officeDocument/2006/relationships/slideMaster" Target="/ppt/slideMasters/slideMaster1.xml" Id="R87f4592d9e204985" /><Relationship Type="http://schemas.openxmlformats.org/officeDocument/2006/relationships/notesMaster" Target="/ppt/notesMasters/notesMaster1.xml" Id="R5da4707aea8b4b19" /><Relationship Type="http://schemas.openxmlformats.org/officeDocument/2006/relationships/presProps" Target="/ppt/presProps.xml" Id="R67beb6605616467e" /><Relationship Type="http://schemas.openxmlformats.org/officeDocument/2006/relationships/tableStyles" Target="/ppt/tableStyles.xml" Id="Rfb9b87d7055442cf" /><Relationship Type="http://schemas.openxmlformats.org/officeDocument/2006/relationships/slide" Target="/ppt/slides/slide1.xml" Id="Rbc2963422fb64d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71759db577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73235bf1d4e58" /><Relationship Type="http://schemas.openxmlformats.org/officeDocument/2006/relationships/notesMaster" Target="/ppt/notesMasters/notesMaster1.xml" Id="R7a60d8d4b4d94a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e443d836a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e965e658b442d5" /><Relationship Type="http://schemas.openxmlformats.org/officeDocument/2006/relationships/slideLayout" Target="/ppt/slideLayouts/slideLayout1.xml" Id="R81d6c6018d3446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6c6018d3446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82c2967bf473e" /><Relationship Type="http://schemas.openxmlformats.org/officeDocument/2006/relationships/notesSlide" Target="/ppt/notesSlides/notesSlide1.xml" Id="R6c1caa2f918d43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age-paper">
            <a:extLst xmlns:a="http://schemas.openxmlformats.org/drawingml/2006/main">
              <a:ext uri="{FF2B5EF4-FFF2-40B4-BE49-F238E27FC236}">
                <a16:creationId xmlns:a16="http://schemas.microsoft.com/office/drawing/2014/main" id="{10CBD1A1-63FF-4872-BC35-2B998C88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811CAD3-59AB-48FC-85E1-379404A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73F7675-AF31-466B-8AD7-D254FB1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1704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知识管理成熟度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2C9C88F-8871-4920-AC13-AE613F8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7700"/>
            <a:ext cx="871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aux">
            <a:extLst xmlns:a="http://schemas.openxmlformats.org/drawingml/2006/main">
              <a:ext uri="{FF2B5EF4-FFF2-40B4-BE49-F238E27FC236}">
                <a16:creationId xmlns:a16="http://schemas.microsoft.com/office/drawing/2014/main" id="{34D54579-7CB1-4143-B499-31983D2A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8645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当前在统一分类阶段，后续需走向团队复用、持续更新与反馈优化。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990155-3318-4D5B-AC4B-3D6DAC3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D59C083-2655-44B8-9453-09DE739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1821" y="3988270"/>
            <a:ext cx="1204674" cy="946061"/>
          </a:xfrm>
          <a:custGeom xmlns:a="http://schemas.openxmlformats.org/drawingml/2006/main">
            <a:pathLst>
              <a:path w="1204674" h="946061">
                <a:moveTo>
                  <a:pt x="72257" y="131293"/>
                </a:moveTo>
                <a:lnTo>
                  <a:pt x="91145" y="129083"/>
                </a:lnTo>
                <a:lnTo>
                  <a:pt x="110042" y="126873"/>
                </a:lnTo>
                <a:lnTo>
                  <a:pt x="128940" y="124663"/>
                </a:lnTo>
                <a:lnTo>
                  <a:pt x="147828" y="122453"/>
                </a:lnTo>
                <a:lnTo>
                  <a:pt x="166726" y="120244"/>
                </a:lnTo>
                <a:lnTo>
                  <a:pt x="185614" y="118034"/>
                </a:lnTo>
                <a:lnTo>
                  <a:pt x="204511" y="115824"/>
                </a:lnTo>
                <a:lnTo>
                  <a:pt x="223409" y="113624"/>
                </a:lnTo>
                <a:lnTo>
                  <a:pt x="242297" y="111414"/>
                </a:lnTo>
                <a:lnTo>
                  <a:pt x="261195" y="109204"/>
                </a:lnTo>
                <a:lnTo>
                  <a:pt x="280083" y="106994"/>
                </a:lnTo>
                <a:lnTo>
                  <a:pt x="298980" y="104785"/>
                </a:lnTo>
                <a:lnTo>
                  <a:pt x="317878" y="102575"/>
                </a:lnTo>
                <a:lnTo>
                  <a:pt x="336766" y="100365"/>
                </a:lnTo>
                <a:lnTo>
                  <a:pt x="355664" y="98155"/>
                </a:lnTo>
                <a:lnTo>
                  <a:pt x="374552" y="95945"/>
                </a:lnTo>
                <a:lnTo>
                  <a:pt x="393449" y="93745"/>
                </a:lnTo>
                <a:lnTo>
                  <a:pt x="412347" y="91535"/>
                </a:lnTo>
                <a:lnTo>
                  <a:pt x="431235" y="89325"/>
                </a:lnTo>
                <a:lnTo>
                  <a:pt x="450132" y="87116"/>
                </a:lnTo>
                <a:lnTo>
                  <a:pt x="469021" y="84906"/>
                </a:lnTo>
                <a:lnTo>
                  <a:pt x="487918" y="82696"/>
                </a:lnTo>
                <a:lnTo>
                  <a:pt x="506816" y="80486"/>
                </a:lnTo>
                <a:lnTo>
                  <a:pt x="525704" y="78276"/>
                </a:lnTo>
                <a:lnTo>
                  <a:pt x="544601" y="76067"/>
                </a:lnTo>
                <a:lnTo>
                  <a:pt x="563489" y="73866"/>
                </a:lnTo>
                <a:lnTo>
                  <a:pt x="582387" y="71657"/>
                </a:lnTo>
                <a:lnTo>
                  <a:pt x="601285" y="69447"/>
                </a:lnTo>
                <a:lnTo>
                  <a:pt x="620173" y="67237"/>
                </a:lnTo>
                <a:lnTo>
                  <a:pt x="639070" y="65027"/>
                </a:lnTo>
                <a:lnTo>
                  <a:pt x="657958" y="62817"/>
                </a:lnTo>
                <a:lnTo>
                  <a:pt x="676856" y="60608"/>
                </a:lnTo>
                <a:lnTo>
                  <a:pt x="695754" y="58398"/>
                </a:lnTo>
                <a:lnTo>
                  <a:pt x="714642" y="56188"/>
                </a:lnTo>
                <a:lnTo>
                  <a:pt x="733539" y="53978"/>
                </a:lnTo>
                <a:lnTo>
                  <a:pt x="752427" y="51778"/>
                </a:lnTo>
                <a:lnTo>
                  <a:pt x="771325" y="49568"/>
                </a:lnTo>
                <a:lnTo>
                  <a:pt x="790223" y="47358"/>
                </a:lnTo>
                <a:lnTo>
                  <a:pt x="809111" y="45149"/>
                </a:lnTo>
                <a:lnTo>
                  <a:pt x="828008" y="42939"/>
                </a:lnTo>
                <a:lnTo>
                  <a:pt x="846896" y="40729"/>
                </a:lnTo>
                <a:lnTo>
                  <a:pt x="865794" y="38519"/>
                </a:lnTo>
                <a:lnTo>
                  <a:pt x="884692" y="36309"/>
                </a:lnTo>
                <a:lnTo>
                  <a:pt x="903580" y="34100"/>
                </a:lnTo>
                <a:lnTo>
                  <a:pt x="922477" y="31899"/>
                </a:lnTo>
                <a:lnTo>
                  <a:pt x="941365" y="29689"/>
                </a:lnTo>
                <a:lnTo>
                  <a:pt x="960263" y="27480"/>
                </a:lnTo>
                <a:lnTo>
                  <a:pt x="979160" y="25270"/>
                </a:lnTo>
                <a:lnTo>
                  <a:pt x="998049" y="23060"/>
                </a:lnTo>
                <a:lnTo>
                  <a:pt x="1016946" y="20850"/>
                </a:lnTo>
                <a:lnTo>
                  <a:pt x="1035834" y="18640"/>
                </a:lnTo>
                <a:lnTo>
                  <a:pt x="1054732" y="16431"/>
                </a:lnTo>
                <a:lnTo>
                  <a:pt x="1073629" y="14221"/>
                </a:lnTo>
                <a:lnTo>
                  <a:pt x="1092518" y="12021"/>
                </a:lnTo>
                <a:lnTo>
                  <a:pt x="1111415" y="9811"/>
                </a:lnTo>
                <a:lnTo>
                  <a:pt x="1130303" y="7601"/>
                </a:lnTo>
                <a:lnTo>
                  <a:pt x="1149201" y="5391"/>
                </a:lnTo>
                <a:lnTo>
                  <a:pt x="1168098" y="3181"/>
                </a:lnTo>
                <a:lnTo>
                  <a:pt x="1186986" y="972"/>
                </a:lnTo>
                <a:lnTo>
                  <a:pt x="1204674" y="0"/>
                </a:lnTo>
                <a:lnTo>
                  <a:pt x="1202998" y="18945"/>
                </a:lnTo>
                <a:lnTo>
                  <a:pt x="1201312" y="37900"/>
                </a:lnTo>
                <a:lnTo>
                  <a:pt x="1199636" y="56845"/>
                </a:lnTo>
                <a:lnTo>
                  <a:pt x="1197950" y="75790"/>
                </a:lnTo>
                <a:lnTo>
                  <a:pt x="1196264" y="94736"/>
                </a:lnTo>
                <a:lnTo>
                  <a:pt x="1194587" y="113690"/>
                </a:lnTo>
                <a:lnTo>
                  <a:pt x="1192901" y="132636"/>
                </a:lnTo>
                <a:lnTo>
                  <a:pt x="1191225" y="151581"/>
                </a:lnTo>
                <a:lnTo>
                  <a:pt x="1189539" y="170536"/>
                </a:lnTo>
                <a:lnTo>
                  <a:pt x="1187853" y="189481"/>
                </a:lnTo>
                <a:lnTo>
                  <a:pt x="1186177" y="208426"/>
                </a:lnTo>
                <a:lnTo>
                  <a:pt x="1184491" y="227371"/>
                </a:lnTo>
                <a:lnTo>
                  <a:pt x="1182805" y="246326"/>
                </a:lnTo>
                <a:lnTo>
                  <a:pt x="1181129" y="265271"/>
                </a:lnTo>
                <a:lnTo>
                  <a:pt x="1179443" y="284216"/>
                </a:lnTo>
                <a:lnTo>
                  <a:pt x="1177766" y="303171"/>
                </a:lnTo>
                <a:lnTo>
                  <a:pt x="1176080" y="322116"/>
                </a:lnTo>
                <a:lnTo>
                  <a:pt x="1174394" y="341062"/>
                </a:lnTo>
                <a:lnTo>
                  <a:pt x="1172718" y="360007"/>
                </a:lnTo>
                <a:lnTo>
                  <a:pt x="1171032" y="378962"/>
                </a:lnTo>
                <a:lnTo>
                  <a:pt x="1169346" y="397907"/>
                </a:lnTo>
                <a:lnTo>
                  <a:pt x="1167670" y="416852"/>
                </a:lnTo>
                <a:lnTo>
                  <a:pt x="1165984" y="435797"/>
                </a:lnTo>
                <a:lnTo>
                  <a:pt x="1164307" y="454752"/>
                </a:lnTo>
                <a:lnTo>
                  <a:pt x="1162622" y="473697"/>
                </a:lnTo>
                <a:lnTo>
                  <a:pt x="1160936" y="492643"/>
                </a:lnTo>
                <a:lnTo>
                  <a:pt x="1159259" y="511597"/>
                </a:lnTo>
                <a:lnTo>
                  <a:pt x="1157573" y="530543"/>
                </a:lnTo>
                <a:lnTo>
                  <a:pt x="1155897" y="549488"/>
                </a:lnTo>
                <a:lnTo>
                  <a:pt x="1154211" y="568433"/>
                </a:lnTo>
                <a:lnTo>
                  <a:pt x="1152525" y="587388"/>
                </a:lnTo>
                <a:lnTo>
                  <a:pt x="1150849" y="606333"/>
                </a:lnTo>
                <a:lnTo>
                  <a:pt x="1149163" y="625278"/>
                </a:lnTo>
                <a:lnTo>
                  <a:pt x="1147477" y="644233"/>
                </a:lnTo>
                <a:lnTo>
                  <a:pt x="1145800" y="663178"/>
                </a:lnTo>
                <a:lnTo>
                  <a:pt x="1144114" y="682123"/>
                </a:lnTo>
                <a:lnTo>
                  <a:pt x="1142438" y="701069"/>
                </a:lnTo>
                <a:lnTo>
                  <a:pt x="1140752" y="720023"/>
                </a:lnTo>
                <a:lnTo>
                  <a:pt x="1139066" y="738969"/>
                </a:lnTo>
                <a:lnTo>
                  <a:pt x="1137390" y="757914"/>
                </a:lnTo>
                <a:lnTo>
                  <a:pt x="1135704" y="776869"/>
                </a:lnTo>
                <a:lnTo>
                  <a:pt x="1134018" y="795814"/>
                </a:lnTo>
                <a:lnTo>
                  <a:pt x="1131865" y="814292"/>
                </a:lnTo>
                <a:lnTo>
                  <a:pt x="1112968" y="816521"/>
                </a:lnTo>
                <a:lnTo>
                  <a:pt x="1094080" y="818740"/>
                </a:lnTo>
                <a:lnTo>
                  <a:pt x="1075182" y="820969"/>
                </a:lnTo>
                <a:lnTo>
                  <a:pt x="1056294" y="823189"/>
                </a:lnTo>
                <a:lnTo>
                  <a:pt x="1037406" y="825417"/>
                </a:lnTo>
                <a:lnTo>
                  <a:pt x="1018508" y="827637"/>
                </a:lnTo>
                <a:lnTo>
                  <a:pt x="999620" y="829866"/>
                </a:lnTo>
                <a:lnTo>
                  <a:pt x="980723" y="832094"/>
                </a:lnTo>
                <a:lnTo>
                  <a:pt x="961835" y="834314"/>
                </a:lnTo>
                <a:lnTo>
                  <a:pt x="942937" y="836543"/>
                </a:lnTo>
                <a:lnTo>
                  <a:pt x="924049" y="838762"/>
                </a:lnTo>
                <a:lnTo>
                  <a:pt x="905161" y="840991"/>
                </a:lnTo>
                <a:lnTo>
                  <a:pt x="886263" y="843210"/>
                </a:lnTo>
                <a:lnTo>
                  <a:pt x="867375" y="845439"/>
                </a:lnTo>
                <a:lnTo>
                  <a:pt x="848477" y="847658"/>
                </a:lnTo>
                <a:lnTo>
                  <a:pt x="829589" y="849887"/>
                </a:lnTo>
                <a:lnTo>
                  <a:pt x="810701" y="852106"/>
                </a:lnTo>
                <a:lnTo>
                  <a:pt x="791804" y="854335"/>
                </a:lnTo>
                <a:lnTo>
                  <a:pt x="772916" y="856555"/>
                </a:lnTo>
                <a:lnTo>
                  <a:pt x="754018" y="858784"/>
                </a:lnTo>
                <a:lnTo>
                  <a:pt x="735130" y="861012"/>
                </a:lnTo>
                <a:lnTo>
                  <a:pt x="716242" y="863232"/>
                </a:lnTo>
                <a:lnTo>
                  <a:pt x="697344" y="865461"/>
                </a:lnTo>
                <a:lnTo>
                  <a:pt x="678456" y="867680"/>
                </a:lnTo>
                <a:lnTo>
                  <a:pt x="659559" y="869909"/>
                </a:lnTo>
                <a:lnTo>
                  <a:pt x="640671" y="872128"/>
                </a:lnTo>
                <a:lnTo>
                  <a:pt x="621782" y="874357"/>
                </a:lnTo>
                <a:lnTo>
                  <a:pt x="602885" y="876576"/>
                </a:lnTo>
                <a:lnTo>
                  <a:pt x="583997" y="878805"/>
                </a:lnTo>
                <a:lnTo>
                  <a:pt x="565099" y="881024"/>
                </a:lnTo>
                <a:lnTo>
                  <a:pt x="546211" y="883253"/>
                </a:lnTo>
                <a:lnTo>
                  <a:pt x="527323" y="885473"/>
                </a:lnTo>
                <a:lnTo>
                  <a:pt x="508425" y="887701"/>
                </a:lnTo>
                <a:lnTo>
                  <a:pt x="489537" y="889930"/>
                </a:lnTo>
                <a:lnTo>
                  <a:pt x="470640" y="892150"/>
                </a:lnTo>
                <a:lnTo>
                  <a:pt x="451752" y="894378"/>
                </a:lnTo>
                <a:lnTo>
                  <a:pt x="432864" y="896598"/>
                </a:lnTo>
                <a:lnTo>
                  <a:pt x="413966" y="898827"/>
                </a:lnTo>
                <a:lnTo>
                  <a:pt x="395078" y="901046"/>
                </a:lnTo>
                <a:lnTo>
                  <a:pt x="376180" y="903275"/>
                </a:lnTo>
                <a:lnTo>
                  <a:pt x="357292" y="905494"/>
                </a:lnTo>
                <a:lnTo>
                  <a:pt x="338404" y="907723"/>
                </a:lnTo>
                <a:lnTo>
                  <a:pt x="319507" y="909942"/>
                </a:lnTo>
                <a:lnTo>
                  <a:pt x="300619" y="912171"/>
                </a:lnTo>
                <a:lnTo>
                  <a:pt x="281721" y="914390"/>
                </a:lnTo>
                <a:lnTo>
                  <a:pt x="262833" y="916619"/>
                </a:lnTo>
                <a:lnTo>
                  <a:pt x="243935" y="918848"/>
                </a:lnTo>
                <a:lnTo>
                  <a:pt x="225047" y="921068"/>
                </a:lnTo>
                <a:lnTo>
                  <a:pt x="206159" y="923296"/>
                </a:lnTo>
                <a:lnTo>
                  <a:pt x="187262" y="925516"/>
                </a:lnTo>
                <a:lnTo>
                  <a:pt x="168373" y="927745"/>
                </a:lnTo>
                <a:lnTo>
                  <a:pt x="149476" y="929964"/>
                </a:lnTo>
                <a:lnTo>
                  <a:pt x="130588" y="932193"/>
                </a:lnTo>
                <a:lnTo>
                  <a:pt x="111700" y="934412"/>
                </a:lnTo>
                <a:lnTo>
                  <a:pt x="92802" y="936641"/>
                </a:lnTo>
                <a:lnTo>
                  <a:pt x="73914" y="938860"/>
                </a:lnTo>
                <a:lnTo>
                  <a:pt x="55016" y="941089"/>
                </a:lnTo>
                <a:lnTo>
                  <a:pt x="36128" y="943308"/>
                </a:lnTo>
                <a:lnTo>
                  <a:pt x="17240" y="945537"/>
                </a:lnTo>
                <a:lnTo>
                  <a:pt x="0" y="946061"/>
                </a:lnTo>
                <a:lnTo>
                  <a:pt x="1676" y="927106"/>
                </a:lnTo>
                <a:lnTo>
                  <a:pt x="3362" y="908161"/>
                </a:lnTo>
                <a:lnTo>
                  <a:pt x="5039" y="889216"/>
                </a:lnTo>
                <a:lnTo>
                  <a:pt x="6725" y="870261"/>
                </a:lnTo>
                <a:lnTo>
                  <a:pt x="8401" y="851316"/>
                </a:lnTo>
                <a:lnTo>
                  <a:pt x="10077" y="832371"/>
                </a:lnTo>
                <a:lnTo>
                  <a:pt x="11763" y="813425"/>
                </a:lnTo>
                <a:lnTo>
                  <a:pt x="13440" y="794471"/>
                </a:lnTo>
                <a:lnTo>
                  <a:pt x="15126" y="775526"/>
                </a:lnTo>
                <a:lnTo>
                  <a:pt x="16802" y="756580"/>
                </a:lnTo>
                <a:lnTo>
                  <a:pt x="18488" y="737626"/>
                </a:lnTo>
                <a:lnTo>
                  <a:pt x="20164" y="718680"/>
                </a:lnTo>
                <a:lnTo>
                  <a:pt x="21841" y="699735"/>
                </a:lnTo>
                <a:lnTo>
                  <a:pt x="23527" y="680780"/>
                </a:lnTo>
                <a:lnTo>
                  <a:pt x="25203" y="661835"/>
                </a:lnTo>
                <a:lnTo>
                  <a:pt x="26889" y="642890"/>
                </a:lnTo>
                <a:lnTo>
                  <a:pt x="28565" y="623945"/>
                </a:lnTo>
                <a:lnTo>
                  <a:pt x="30242" y="604990"/>
                </a:lnTo>
                <a:lnTo>
                  <a:pt x="31928" y="586045"/>
                </a:lnTo>
                <a:lnTo>
                  <a:pt x="33604" y="567099"/>
                </a:lnTo>
                <a:lnTo>
                  <a:pt x="35290" y="548145"/>
                </a:lnTo>
                <a:lnTo>
                  <a:pt x="36967" y="529199"/>
                </a:lnTo>
                <a:lnTo>
                  <a:pt x="38652" y="510254"/>
                </a:lnTo>
                <a:lnTo>
                  <a:pt x="40329" y="491300"/>
                </a:lnTo>
                <a:lnTo>
                  <a:pt x="42005" y="472354"/>
                </a:lnTo>
                <a:lnTo>
                  <a:pt x="43691" y="453409"/>
                </a:lnTo>
                <a:lnTo>
                  <a:pt x="45368" y="434464"/>
                </a:lnTo>
                <a:lnTo>
                  <a:pt x="47054" y="415509"/>
                </a:lnTo>
                <a:lnTo>
                  <a:pt x="48730" y="396564"/>
                </a:lnTo>
                <a:lnTo>
                  <a:pt x="50406" y="377619"/>
                </a:lnTo>
                <a:lnTo>
                  <a:pt x="52092" y="358664"/>
                </a:lnTo>
                <a:lnTo>
                  <a:pt x="53769" y="339719"/>
                </a:lnTo>
                <a:lnTo>
                  <a:pt x="55455" y="320773"/>
                </a:lnTo>
                <a:lnTo>
                  <a:pt x="57131" y="301819"/>
                </a:lnTo>
                <a:lnTo>
                  <a:pt x="58807" y="282873"/>
                </a:lnTo>
                <a:lnTo>
                  <a:pt x="60493" y="263928"/>
                </a:lnTo>
                <a:lnTo>
                  <a:pt x="62170" y="244973"/>
                </a:lnTo>
                <a:lnTo>
                  <a:pt x="63856" y="226028"/>
                </a:lnTo>
                <a:lnTo>
                  <a:pt x="65532" y="207083"/>
                </a:lnTo>
                <a:lnTo>
                  <a:pt x="67218" y="188138"/>
                </a:lnTo>
                <a:lnTo>
                  <a:pt x="68894" y="169183"/>
                </a:lnTo>
                <a:lnTo>
                  <a:pt x="70571" y="150238"/>
                </a:lnTo>
                <a:lnTo>
                  <a:pt x="72257" y="1312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51648FB8-99C9-435C-BD0F-DE295AD9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596" y="3625767"/>
            <a:ext cx="1203655" cy="945271"/>
          </a:xfrm>
          <a:custGeom xmlns:a="http://schemas.openxmlformats.org/drawingml/2006/main">
            <a:pathLst>
              <a:path w="1203655" h="945271">
                <a:moveTo>
                  <a:pt x="72219" y="130893"/>
                </a:moveTo>
                <a:lnTo>
                  <a:pt x="91107" y="128683"/>
                </a:lnTo>
                <a:lnTo>
                  <a:pt x="109985" y="126473"/>
                </a:lnTo>
                <a:lnTo>
                  <a:pt x="128873" y="124263"/>
                </a:lnTo>
                <a:lnTo>
                  <a:pt x="147761" y="122063"/>
                </a:lnTo>
                <a:lnTo>
                  <a:pt x="166640" y="119853"/>
                </a:lnTo>
                <a:lnTo>
                  <a:pt x="185528" y="117643"/>
                </a:lnTo>
                <a:lnTo>
                  <a:pt x="204407" y="115433"/>
                </a:lnTo>
                <a:lnTo>
                  <a:pt x="223295" y="113224"/>
                </a:lnTo>
                <a:lnTo>
                  <a:pt x="242183" y="111014"/>
                </a:lnTo>
                <a:lnTo>
                  <a:pt x="261061" y="108804"/>
                </a:lnTo>
                <a:lnTo>
                  <a:pt x="279949" y="106594"/>
                </a:lnTo>
                <a:lnTo>
                  <a:pt x="298837" y="104384"/>
                </a:lnTo>
                <a:lnTo>
                  <a:pt x="317716" y="102175"/>
                </a:lnTo>
                <a:lnTo>
                  <a:pt x="336604" y="99965"/>
                </a:lnTo>
                <a:lnTo>
                  <a:pt x="355483" y="97755"/>
                </a:lnTo>
                <a:lnTo>
                  <a:pt x="374371" y="95545"/>
                </a:lnTo>
                <a:lnTo>
                  <a:pt x="393259" y="93335"/>
                </a:lnTo>
                <a:lnTo>
                  <a:pt x="412137" y="91126"/>
                </a:lnTo>
                <a:lnTo>
                  <a:pt x="431025" y="88916"/>
                </a:lnTo>
                <a:lnTo>
                  <a:pt x="449913" y="86706"/>
                </a:lnTo>
                <a:lnTo>
                  <a:pt x="468792" y="84496"/>
                </a:lnTo>
                <a:lnTo>
                  <a:pt x="487680" y="82286"/>
                </a:lnTo>
                <a:lnTo>
                  <a:pt x="506559" y="80077"/>
                </a:lnTo>
                <a:lnTo>
                  <a:pt x="525447" y="77867"/>
                </a:lnTo>
                <a:lnTo>
                  <a:pt x="544335" y="75657"/>
                </a:lnTo>
                <a:lnTo>
                  <a:pt x="563213" y="73447"/>
                </a:lnTo>
                <a:lnTo>
                  <a:pt x="582101" y="71237"/>
                </a:lnTo>
                <a:lnTo>
                  <a:pt x="600980" y="69028"/>
                </a:lnTo>
                <a:lnTo>
                  <a:pt x="619868" y="66818"/>
                </a:lnTo>
                <a:lnTo>
                  <a:pt x="638756" y="64608"/>
                </a:lnTo>
                <a:lnTo>
                  <a:pt x="657635" y="62398"/>
                </a:lnTo>
                <a:lnTo>
                  <a:pt x="676523" y="60188"/>
                </a:lnTo>
                <a:lnTo>
                  <a:pt x="695411" y="57979"/>
                </a:lnTo>
                <a:lnTo>
                  <a:pt x="714289" y="55769"/>
                </a:lnTo>
                <a:lnTo>
                  <a:pt x="733177" y="53559"/>
                </a:lnTo>
                <a:lnTo>
                  <a:pt x="752056" y="51349"/>
                </a:lnTo>
                <a:lnTo>
                  <a:pt x="770944" y="49139"/>
                </a:lnTo>
                <a:lnTo>
                  <a:pt x="789832" y="46930"/>
                </a:lnTo>
                <a:lnTo>
                  <a:pt x="808711" y="44720"/>
                </a:lnTo>
                <a:lnTo>
                  <a:pt x="827599" y="42520"/>
                </a:lnTo>
                <a:lnTo>
                  <a:pt x="846487" y="40310"/>
                </a:lnTo>
                <a:lnTo>
                  <a:pt x="865365" y="38100"/>
                </a:lnTo>
                <a:lnTo>
                  <a:pt x="884253" y="35890"/>
                </a:lnTo>
                <a:lnTo>
                  <a:pt x="903132" y="33680"/>
                </a:lnTo>
                <a:lnTo>
                  <a:pt x="922020" y="31471"/>
                </a:lnTo>
                <a:lnTo>
                  <a:pt x="940908" y="29261"/>
                </a:lnTo>
                <a:lnTo>
                  <a:pt x="959787" y="27051"/>
                </a:lnTo>
                <a:lnTo>
                  <a:pt x="978675" y="24841"/>
                </a:lnTo>
                <a:lnTo>
                  <a:pt x="997553" y="22631"/>
                </a:lnTo>
                <a:lnTo>
                  <a:pt x="1016441" y="20422"/>
                </a:lnTo>
                <a:lnTo>
                  <a:pt x="1035329" y="18212"/>
                </a:lnTo>
                <a:lnTo>
                  <a:pt x="1054208" y="16002"/>
                </a:lnTo>
                <a:lnTo>
                  <a:pt x="1073096" y="13792"/>
                </a:lnTo>
                <a:lnTo>
                  <a:pt x="1091984" y="11582"/>
                </a:lnTo>
                <a:lnTo>
                  <a:pt x="1110863" y="9373"/>
                </a:lnTo>
                <a:lnTo>
                  <a:pt x="1129751" y="7163"/>
                </a:lnTo>
                <a:lnTo>
                  <a:pt x="1148629" y="4953"/>
                </a:lnTo>
                <a:lnTo>
                  <a:pt x="1167517" y="2743"/>
                </a:lnTo>
                <a:lnTo>
                  <a:pt x="1186405" y="533"/>
                </a:lnTo>
                <a:lnTo>
                  <a:pt x="1203655" y="0"/>
                </a:lnTo>
                <a:lnTo>
                  <a:pt x="1201979" y="18936"/>
                </a:lnTo>
                <a:lnTo>
                  <a:pt x="1200293" y="37881"/>
                </a:lnTo>
                <a:lnTo>
                  <a:pt x="1198616" y="56817"/>
                </a:lnTo>
                <a:lnTo>
                  <a:pt x="1196931" y="75752"/>
                </a:lnTo>
                <a:lnTo>
                  <a:pt x="1195245" y="94698"/>
                </a:lnTo>
                <a:lnTo>
                  <a:pt x="1193568" y="113633"/>
                </a:lnTo>
                <a:lnTo>
                  <a:pt x="1191882" y="132569"/>
                </a:lnTo>
                <a:lnTo>
                  <a:pt x="1190206" y="151514"/>
                </a:lnTo>
                <a:lnTo>
                  <a:pt x="1188520" y="170450"/>
                </a:lnTo>
                <a:lnTo>
                  <a:pt x="1186844" y="189386"/>
                </a:lnTo>
                <a:lnTo>
                  <a:pt x="1185158" y="208331"/>
                </a:lnTo>
                <a:lnTo>
                  <a:pt x="1183481" y="227267"/>
                </a:lnTo>
                <a:lnTo>
                  <a:pt x="1181795" y="246202"/>
                </a:lnTo>
                <a:lnTo>
                  <a:pt x="1180119" y="265147"/>
                </a:lnTo>
                <a:lnTo>
                  <a:pt x="1178433" y="284083"/>
                </a:lnTo>
                <a:lnTo>
                  <a:pt x="1176757" y="303019"/>
                </a:lnTo>
                <a:lnTo>
                  <a:pt x="1175071" y="321955"/>
                </a:lnTo>
                <a:lnTo>
                  <a:pt x="1173394" y="340900"/>
                </a:lnTo>
                <a:lnTo>
                  <a:pt x="1171708" y="359835"/>
                </a:lnTo>
                <a:lnTo>
                  <a:pt x="1170022" y="378771"/>
                </a:lnTo>
                <a:lnTo>
                  <a:pt x="1168346" y="397716"/>
                </a:lnTo>
                <a:lnTo>
                  <a:pt x="1166660" y="416652"/>
                </a:lnTo>
                <a:lnTo>
                  <a:pt x="1164984" y="435588"/>
                </a:lnTo>
                <a:lnTo>
                  <a:pt x="1163298" y="454533"/>
                </a:lnTo>
                <a:lnTo>
                  <a:pt x="1161621" y="473469"/>
                </a:lnTo>
                <a:lnTo>
                  <a:pt x="1159935" y="492404"/>
                </a:lnTo>
                <a:lnTo>
                  <a:pt x="1158259" y="511350"/>
                </a:lnTo>
                <a:lnTo>
                  <a:pt x="1156573" y="530285"/>
                </a:lnTo>
                <a:lnTo>
                  <a:pt x="1154897" y="549221"/>
                </a:lnTo>
                <a:lnTo>
                  <a:pt x="1153211" y="568166"/>
                </a:lnTo>
                <a:lnTo>
                  <a:pt x="1151534" y="587102"/>
                </a:lnTo>
                <a:lnTo>
                  <a:pt x="1149848" y="606038"/>
                </a:lnTo>
                <a:lnTo>
                  <a:pt x="1148172" y="624983"/>
                </a:lnTo>
                <a:lnTo>
                  <a:pt x="1146486" y="643919"/>
                </a:lnTo>
                <a:lnTo>
                  <a:pt x="1144800" y="662854"/>
                </a:lnTo>
                <a:lnTo>
                  <a:pt x="1143124" y="681800"/>
                </a:lnTo>
                <a:lnTo>
                  <a:pt x="1141438" y="700735"/>
                </a:lnTo>
                <a:lnTo>
                  <a:pt x="1139762" y="719671"/>
                </a:lnTo>
                <a:lnTo>
                  <a:pt x="1138076" y="738616"/>
                </a:lnTo>
                <a:lnTo>
                  <a:pt x="1136399" y="757552"/>
                </a:lnTo>
                <a:lnTo>
                  <a:pt x="1134713" y="776488"/>
                </a:lnTo>
                <a:lnTo>
                  <a:pt x="1133037" y="795433"/>
                </a:lnTo>
                <a:lnTo>
                  <a:pt x="1130875" y="813902"/>
                </a:lnTo>
                <a:lnTo>
                  <a:pt x="1111987" y="816131"/>
                </a:lnTo>
                <a:lnTo>
                  <a:pt x="1093108" y="818350"/>
                </a:lnTo>
                <a:lnTo>
                  <a:pt x="1074230" y="820579"/>
                </a:lnTo>
                <a:lnTo>
                  <a:pt x="1055341" y="822798"/>
                </a:lnTo>
                <a:lnTo>
                  <a:pt x="1036463" y="825027"/>
                </a:lnTo>
                <a:lnTo>
                  <a:pt x="1017575" y="827256"/>
                </a:lnTo>
                <a:lnTo>
                  <a:pt x="998696" y="829475"/>
                </a:lnTo>
                <a:lnTo>
                  <a:pt x="979808" y="831704"/>
                </a:lnTo>
                <a:lnTo>
                  <a:pt x="960930" y="833923"/>
                </a:lnTo>
                <a:lnTo>
                  <a:pt x="942051" y="836152"/>
                </a:lnTo>
                <a:lnTo>
                  <a:pt x="923163" y="838381"/>
                </a:lnTo>
                <a:lnTo>
                  <a:pt x="904284" y="840600"/>
                </a:lnTo>
                <a:lnTo>
                  <a:pt x="885396" y="842829"/>
                </a:lnTo>
                <a:lnTo>
                  <a:pt x="866518" y="845058"/>
                </a:lnTo>
                <a:lnTo>
                  <a:pt x="847630" y="847277"/>
                </a:lnTo>
                <a:lnTo>
                  <a:pt x="828751" y="849506"/>
                </a:lnTo>
                <a:lnTo>
                  <a:pt x="809873" y="851726"/>
                </a:lnTo>
                <a:lnTo>
                  <a:pt x="790985" y="853954"/>
                </a:lnTo>
                <a:lnTo>
                  <a:pt x="772106" y="856183"/>
                </a:lnTo>
                <a:lnTo>
                  <a:pt x="753218" y="858403"/>
                </a:lnTo>
                <a:lnTo>
                  <a:pt x="734339" y="860631"/>
                </a:lnTo>
                <a:lnTo>
                  <a:pt x="715451" y="862860"/>
                </a:lnTo>
                <a:lnTo>
                  <a:pt x="696573" y="865080"/>
                </a:lnTo>
                <a:lnTo>
                  <a:pt x="677694" y="867308"/>
                </a:lnTo>
                <a:lnTo>
                  <a:pt x="658806" y="869528"/>
                </a:lnTo>
                <a:lnTo>
                  <a:pt x="639928" y="871757"/>
                </a:lnTo>
                <a:lnTo>
                  <a:pt x="621040" y="873985"/>
                </a:lnTo>
                <a:lnTo>
                  <a:pt x="602161" y="876205"/>
                </a:lnTo>
                <a:lnTo>
                  <a:pt x="583282" y="878434"/>
                </a:lnTo>
                <a:lnTo>
                  <a:pt x="564394" y="880662"/>
                </a:lnTo>
                <a:lnTo>
                  <a:pt x="545516" y="882882"/>
                </a:lnTo>
                <a:lnTo>
                  <a:pt x="526628" y="885111"/>
                </a:lnTo>
                <a:lnTo>
                  <a:pt x="507749" y="887330"/>
                </a:lnTo>
                <a:lnTo>
                  <a:pt x="488861" y="889559"/>
                </a:lnTo>
                <a:lnTo>
                  <a:pt x="469983" y="891788"/>
                </a:lnTo>
                <a:lnTo>
                  <a:pt x="451104" y="894007"/>
                </a:lnTo>
                <a:lnTo>
                  <a:pt x="432216" y="896236"/>
                </a:lnTo>
                <a:lnTo>
                  <a:pt x="413337" y="898455"/>
                </a:lnTo>
                <a:lnTo>
                  <a:pt x="394449" y="900684"/>
                </a:lnTo>
                <a:lnTo>
                  <a:pt x="375571" y="902913"/>
                </a:lnTo>
                <a:lnTo>
                  <a:pt x="356683" y="905132"/>
                </a:lnTo>
                <a:lnTo>
                  <a:pt x="337804" y="907361"/>
                </a:lnTo>
                <a:lnTo>
                  <a:pt x="318926" y="909590"/>
                </a:lnTo>
                <a:lnTo>
                  <a:pt x="300038" y="911809"/>
                </a:lnTo>
                <a:lnTo>
                  <a:pt x="281159" y="914038"/>
                </a:lnTo>
                <a:lnTo>
                  <a:pt x="262271" y="916257"/>
                </a:lnTo>
                <a:lnTo>
                  <a:pt x="243392" y="918486"/>
                </a:lnTo>
                <a:lnTo>
                  <a:pt x="224504" y="920715"/>
                </a:lnTo>
                <a:lnTo>
                  <a:pt x="205626" y="922934"/>
                </a:lnTo>
                <a:lnTo>
                  <a:pt x="186747" y="925163"/>
                </a:lnTo>
                <a:lnTo>
                  <a:pt x="167859" y="927392"/>
                </a:lnTo>
                <a:lnTo>
                  <a:pt x="148981" y="929611"/>
                </a:lnTo>
                <a:lnTo>
                  <a:pt x="130092" y="931840"/>
                </a:lnTo>
                <a:lnTo>
                  <a:pt x="111214" y="934060"/>
                </a:lnTo>
                <a:lnTo>
                  <a:pt x="92326" y="936288"/>
                </a:lnTo>
                <a:lnTo>
                  <a:pt x="73447" y="938517"/>
                </a:lnTo>
                <a:lnTo>
                  <a:pt x="54569" y="940737"/>
                </a:lnTo>
                <a:lnTo>
                  <a:pt x="35681" y="942965"/>
                </a:lnTo>
                <a:lnTo>
                  <a:pt x="16802" y="945185"/>
                </a:lnTo>
                <a:lnTo>
                  <a:pt x="0" y="945271"/>
                </a:lnTo>
                <a:lnTo>
                  <a:pt x="1676" y="926335"/>
                </a:lnTo>
                <a:lnTo>
                  <a:pt x="3362" y="907390"/>
                </a:lnTo>
                <a:lnTo>
                  <a:pt x="5039" y="888454"/>
                </a:lnTo>
                <a:lnTo>
                  <a:pt x="6715" y="869518"/>
                </a:lnTo>
                <a:lnTo>
                  <a:pt x="8401" y="850573"/>
                </a:lnTo>
                <a:lnTo>
                  <a:pt x="10077" y="831637"/>
                </a:lnTo>
                <a:lnTo>
                  <a:pt x="11754" y="812702"/>
                </a:lnTo>
                <a:lnTo>
                  <a:pt x="13440" y="793756"/>
                </a:lnTo>
                <a:lnTo>
                  <a:pt x="15116" y="774821"/>
                </a:lnTo>
                <a:lnTo>
                  <a:pt x="16793" y="755885"/>
                </a:lnTo>
                <a:lnTo>
                  <a:pt x="18479" y="736940"/>
                </a:lnTo>
                <a:lnTo>
                  <a:pt x="20155" y="718004"/>
                </a:lnTo>
                <a:lnTo>
                  <a:pt x="21831" y="699068"/>
                </a:lnTo>
                <a:lnTo>
                  <a:pt x="23517" y="680123"/>
                </a:lnTo>
                <a:lnTo>
                  <a:pt x="25194" y="661187"/>
                </a:lnTo>
                <a:lnTo>
                  <a:pt x="26870" y="642252"/>
                </a:lnTo>
                <a:lnTo>
                  <a:pt x="28556" y="623306"/>
                </a:lnTo>
                <a:lnTo>
                  <a:pt x="30232" y="604371"/>
                </a:lnTo>
                <a:lnTo>
                  <a:pt x="31909" y="585435"/>
                </a:lnTo>
                <a:lnTo>
                  <a:pt x="33595" y="566490"/>
                </a:lnTo>
                <a:lnTo>
                  <a:pt x="35271" y="547554"/>
                </a:lnTo>
                <a:lnTo>
                  <a:pt x="36947" y="528618"/>
                </a:lnTo>
                <a:lnTo>
                  <a:pt x="38633" y="509673"/>
                </a:lnTo>
                <a:lnTo>
                  <a:pt x="40310" y="490738"/>
                </a:lnTo>
                <a:lnTo>
                  <a:pt x="41986" y="471802"/>
                </a:lnTo>
                <a:lnTo>
                  <a:pt x="43672" y="452857"/>
                </a:lnTo>
                <a:lnTo>
                  <a:pt x="45349" y="433921"/>
                </a:lnTo>
                <a:lnTo>
                  <a:pt x="47025" y="414985"/>
                </a:lnTo>
                <a:lnTo>
                  <a:pt x="48711" y="396040"/>
                </a:lnTo>
                <a:lnTo>
                  <a:pt x="50387" y="377104"/>
                </a:lnTo>
                <a:lnTo>
                  <a:pt x="52064" y="358169"/>
                </a:lnTo>
                <a:lnTo>
                  <a:pt x="53750" y="339223"/>
                </a:lnTo>
                <a:lnTo>
                  <a:pt x="55426" y="320288"/>
                </a:lnTo>
                <a:lnTo>
                  <a:pt x="57102" y="301342"/>
                </a:lnTo>
                <a:lnTo>
                  <a:pt x="58788" y="282407"/>
                </a:lnTo>
                <a:lnTo>
                  <a:pt x="60465" y="263471"/>
                </a:lnTo>
                <a:lnTo>
                  <a:pt x="62141" y="244526"/>
                </a:lnTo>
                <a:lnTo>
                  <a:pt x="63827" y="225590"/>
                </a:lnTo>
                <a:lnTo>
                  <a:pt x="65503" y="206654"/>
                </a:lnTo>
                <a:lnTo>
                  <a:pt x="67180" y="187709"/>
                </a:lnTo>
                <a:lnTo>
                  <a:pt x="68856" y="168773"/>
                </a:lnTo>
                <a:lnTo>
                  <a:pt x="70542" y="149838"/>
                </a:lnTo>
                <a:lnTo>
                  <a:pt x="72219" y="1308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88F3DBC5-AB6D-42FD-B598-E42DF875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8324" y="3261712"/>
            <a:ext cx="1204684" cy="947033"/>
          </a:xfrm>
          <a:custGeom xmlns:a="http://schemas.openxmlformats.org/drawingml/2006/main">
            <a:pathLst>
              <a:path w="1204684" h="947033">
                <a:moveTo>
                  <a:pt x="72276" y="132045"/>
                </a:moveTo>
                <a:lnTo>
                  <a:pt x="91173" y="129816"/>
                </a:lnTo>
                <a:lnTo>
                  <a:pt x="110071" y="127597"/>
                </a:lnTo>
                <a:lnTo>
                  <a:pt x="128968" y="125368"/>
                </a:lnTo>
                <a:lnTo>
                  <a:pt x="147866" y="123149"/>
                </a:lnTo>
                <a:lnTo>
                  <a:pt x="166764" y="120920"/>
                </a:lnTo>
                <a:lnTo>
                  <a:pt x="185661" y="118691"/>
                </a:lnTo>
                <a:lnTo>
                  <a:pt x="204549" y="116472"/>
                </a:lnTo>
                <a:lnTo>
                  <a:pt x="223447" y="114243"/>
                </a:lnTo>
                <a:lnTo>
                  <a:pt x="242345" y="112024"/>
                </a:lnTo>
                <a:lnTo>
                  <a:pt x="261242" y="109795"/>
                </a:lnTo>
                <a:lnTo>
                  <a:pt x="280140" y="107566"/>
                </a:lnTo>
                <a:lnTo>
                  <a:pt x="299037" y="105347"/>
                </a:lnTo>
                <a:lnTo>
                  <a:pt x="317935" y="103118"/>
                </a:lnTo>
                <a:lnTo>
                  <a:pt x="336833" y="100898"/>
                </a:lnTo>
                <a:lnTo>
                  <a:pt x="355730" y="98669"/>
                </a:lnTo>
                <a:lnTo>
                  <a:pt x="374628" y="96441"/>
                </a:lnTo>
                <a:lnTo>
                  <a:pt x="393525" y="94221"/>
                </a:lnTo>
                <a:lnTo>
                  <a:pt x="412423" y="91992"/>
                </a:lnTo>
                <a:lnTo>
                  <a:pt x="431321" y="89773"/>
                </a:lnTo>
                <a:lnTo>
                  <a:pt x="450218" y="87544"/>
                </a:lnTo>
                <a:lnTo>
                  <a:pt x="469116" y="85315"/>
                </a:lnTo>
                <a:lnTo>
                  <a:pt x="488013" y="83096"/>
                </a:lnTo>
                <a:lnTo>
                  <a:pt x="506911" y="80867"/>
                </a:lnTo>
                <a:lnTo>
                  <a:pt x="525799" y="78648"/>
                </a:lnTo>
                <a:lnTo>
                  <a:pt x="544697" y="76419"/>
                </a:lnTo>
                <a:lnTo>
                  <a:pt x="563594" y="74190"/>
                </a:lnTo>
                <a:lnTo>
                  <a:pt x="582492" y="71971"/>
                </a:lnTo>
                <a:lnTo>
                  <a:pt x="601389" y="69742"/>
                </a:lnTo>
                <a:lnTo>
                  <a:pt x="620287" y="67523"/>
                </a:lnTo>
                <a:lnTo>
                  <a:pt x="639185" y="65294"/>
                </a:lnTo>
                <a:lnTo>
                  <a:pt x="658082" y="63065"/>
                </a:lnTo>
                <a:lnTo>
                  <a:pt x="676980" y="60846"/>
                </a:lnTo>
                <a:lnTo>
                  <a:pt x="695877" y="58617"/>
                </a:lnTo>
                <a:lnTo>
                  <a:pt x="714775" y="56398"/>
                </a:lnTo>
                <a:lnTo>
                  <a:pt x="733673" y="54169"/>
                </a:lnTo>
                <a:lnTo>
                  <a:pt x="752570" y="51940"/>
                </a:lnTo>
                <a:lnTo>
                  <a:pt x="771468" y="49721"/>
                </a:lnTo>
                <a:lnTo>
                  <a:pt x="790365" y="47492"/>
                </a:lnTo>
                <a:lnTo>
                  <a:pt x="809263" y="45272"/>
                </a:lnTo>
                <a:lnTo>
                  <a:pt x="828161" y="43043"/>
                </a:lnTo>
                <a:lnTo>
                  <a:pt x="847049" y="40815"/>
                </a:lnTo>
                <a:lnTo>
                  <a:pt x="865946" y="38595"/>
                </a:lnTo>
                <a:lnTo>
                  <a:pt x="884844" y="36366"/>
                </a:lnTo>
                <a:lnTo>
                  <a:pt x="903742" y="34147"/>
                </a:lnTo>
                <a:lnTo>
                  <a:pt x="922639" y="31918"/>
                </a:lnTo>
                <a:lnTo>
                  <a:pt x="941537" y="29689"/>
                </a:lnTo>
                <a:lnTo>
                  <a:pt x="960434" y="27470"/>
                </a:lnTo>
                <a:lnTo>
                  <a:pt x="979332" y="25241"/>
                </a:lnTo>
                <a:lnTo>
                  <a:pt x="998230" y="23022"/>
                </a:lnTo>
                <a:lnTo>
                  <a:pt x="1017127" y="20793"/>
                </a:lnTo>
                <a:lnTo>
                  <a:pt x="1036025" y="18564"/>
                </a:lnTo>
                <a:lnTo>
                  <a:pt x="1054922" y="16345"/>
                </a:lnTo>
                <a:lnTo>
                  <a:pt x="1073820" y="14116"/>
                </a:lnTo>
                <a:lnTo>
                  <a:pt x="1092718" y="11897"/>
                </a:lnTo>
                <a:lnTo>
                  <a:pt x="1111615" y="9668"/>
                </a:lnTo>
                <a:lnTo>
                  <a:pt x="1130513" y="7439"/>
                </a:lnTo>
                <a:lnTo>
                  <a:pt x="1149410" y="5220"/>
                </a:lnTo>
                <a:lnTo>
                  <a:pt x="1168308" y="2991"/>
                </a:lnTo>
                <a:lnTo>
                  <a:pt x="1187196" y="772"/>
                </a:lnTo>
                <a:lnTo>
                  <a:pt x="1204684" y="0"/>
                </a:lnTo>
                <a:lnTo>
                  <a:pt x="1202998" y="18955"/>
                </a:lnTo>
                <a:lnTo>
                  <a:pt x="1201322" y="37910"/>
                </a:lnTo>
                <a:lnTo>
                  <a:pt x="1199636" y="56864"/>
                </a:lnTo>
                <a:lnTo>
                  <a:pt x="1197959" y="75809"/>
                </a:lnTo>
                <a:lnTo>
                  <a:pt x="1196273" y="94764"/>
                </a:lnTo>
                <a:lnTo>
                  <a:pt x="1194597" y="113719"/>
                </a:lnTo>
                <a:lnTo>
                  <a:pt x="1192921" y="132674"/>
                </a:lnTo>
                <a:lnTo>
                  <a:pt x="1191235" y="151628"/>
                </a:lnTo>
                <a:lnTo>
                  <a:pt x="1189558" y="170583"/>
                </a:lnTo>
                <a:lnTo>
                  <a:pt x="1187872" y="189528"/>
                </a:lnTo>
                <a:lnTo>
                  <a:pt x="1186196" y="208483"/>
                </a:lnTo>
                <a:lnTo>
                  <a:pt x="1184510" y="227438"/>
                </a:lnTo>
                <a:lnTo>
                  <a:pt x="1182834" y="246393"/>
                </a:lnTo>
                <a:lnTo>
                  <a:pt x="1181148" y="265347"/>
                </a:lnTo>
                <a:lnTo>
                  <a:pt x="1179471" y="284302"/>
                </a:lnTo>
                <a:lnTo>
                  <a:pt x="1177785" y="303247"/>
                </a:lnTo>
                <a:lnTo>
                  <a:pt x="1176109" y="322202"/>
                </a:lnTo>
                <a:lnTo>
                  <a:pt x="1174423" y="341157"/>
                </a:lnTo>
                <a:lnTo>
                  <a:pt x="1172747" y="360112"/>
                </a:lnTo>
                <a:lnTo>
                  <a:pt x="1171070" y="379066"/>
                </a:lnTo>
                <a:lnTo>
                  <a:pt x="1169384" y="398021"/>
                </a:lnTo>
                <a:lnTo>
                  <a:pt x="1167708" y="416966"/>
                </a:lnTo>
                <a:lnTo>
                  <a:pt x="1166022" y="435921"/>
                </a:lnTo>
                <a:lnTo>
                  <a:pt x="1164346" y="454876"/>
                </a:lnTo>
                <a:lnTo>
                  <a:pt x="1162660" y="473831"/>
                </a:lnTo>
                <a:lnTo>
                  <a:pt x="1160983" y="492785"/>
                </a:lnTo>
                <a:lnTo>
                  <a:pt x="1159297" y="511740"/>
                </a:lnTo>
                <a:lnTo>
                  <a:pt x="1157621" y="530685"/>
                </a:lnTo>
                <a:lnTo>
                  <a:pt x="1155935" y="549640"/>
                </a:lnTo>
                <a:lnTo>
                  <a:pt x="1154259" y="568595"/>
                </a:lnTo>
                <a:lnTo>
                  <a:pt x="1152573" y="587550"/>
                </a:lnTo>
                <a:lnTo>
                  <a:pt x="1150896" y="606504"/>
                </a:lnTo>
                <a:lnTo>
                  <a:pt x="1149210" y="625459"/>
                </a:lnTo>
                <a:lnTo>
                  <a:pt x="1147534" y="644404"/>
                </a:lnTo>
                <a:lnTo>
                  <a:pt x="1145858" y="663359"/>
                </a:lnTo>
                <a:lnTo>
                  <a:pt x="1144172" y="682314"/>
                </a:lnTo>
                <a:lnTo>
                  <a:pt x="1142495" y="701269"/>
                </a:lnTo>
                <a:lnTo>
                  <a:pt x="1140809" y="720223"/>
                </a:lnTo>
                <a:lnTo>
                  <a:pt x="1139133" y="739178"/>
                </a:lnTo>
                <a:lnTo>
                  <a:pt x="1137447" y="758133"/>
                </a:lnTo>
                <a:lnTo>
                  <a:pt x="1135771" y="777078"/>
                </a:lnTo>
                <a:lnTo>
                  <a:pt x="1134085" y="796033"/>
                </a:lnTo>
                <a:lnTo>
                  <a:pt x="1132408" y="814988"/>
                </a:lnTo>
                <a:lnTo>
                  <a:pt x="1113511" y="817216"/>
                </a:lnTo>
                <a:lnTo>
                  <a:pt x="1094613" y="819436"/>
                </a:lnTo>
                <a:lnTo>
                  <a:pt x="1075715" y="821665"/>
                </a:lnTo>
                <a:lnTo>
                  <a:pt x="1056818" y="823884"/>
                </a:lnTo>
                <a:lnTo>
                  <a:pt x="1037920" y="826113"/>
                </a:lnTo>
                <a:lnTo>
                  <a:pt x="1019023" y="828342"/>
                </a:lnTo>
                <a:lnTo>
                  <a:pt x="1000125" y="830561"/>
                </a:lnTo>
                <a:lnTo>
                  <a:pt x="981227" y="832790"/>
                </a:lnTo>
                <a:lnTo>
                  <a:pt x="962330" y="835009"/>
                </a:lnTo>
                <a:lnTo>
                  <a:pt x="943432" y="837238"/>
                </a:lnTo>
                <a:lnTo>
                  <a:pt x="924544" y="839467"/>
                </a:lnTo>
                <a:lnTo>
                  <a:pt x="905647" y="841686"/>
                </a:lnTo>
                <a:lnTo>
                  <a:pt x="886749" y="843915"/>
                </a:lnTo>
                <a:lnTo>
                  <a:pt x="867851" y="846134"/>
                </a:lnTo>
                <a:lnTo>
                  <a:pt x="848954" y="848363"/>
                </a:lnTo>
                <a:lnTo>
                  <a:pt x="830056" y="850592"/>
                </a:lnTo>
                <a:lnTo>
                  <a:pt x="811159" y="852811"/>
                </a:lnTo>
                <a:lnTo>
                  <a:pt x="792261" y="855040"/>
                </a:lnTo>
                <a:lnTo>
                  <a:pt x="773363" y="857260"/>
                </a:lnTo>
                <a:lnTo>
                  <a:pt x="754466" y="859488"/>
                </a:lnTo>
                <a:lnTo>
                  <a:pt x="735568" y="861717"/>
                </a:lnTo>
                <a:lnTo>
                  <a:pt x="716671" y="863937"/>
                </a:lnTo>
                <a:lnTo>
                  <a:pt x="697773" y="866165"/>
                </a:lnTo>
                <a:lnTo>
                  <a:pt x="678875" y="868385"/>
                </a:lnTo>
                <a:lnTo>
                  <a:pt x="659978" y="870614"/>
                </a:lnTo>
                <a:lnTo>
                  <a:pt x="641080" y="872842"/>
                </a:lnTo>
                <a:lnTo>
                  <a:pt x="622183" y="875062"/>
                </a:lnTo>
                <a:lnTo>
                  <a:pt x="603285" y="877291"/>
                </a:lnTo>
                <a:lnTo>
                  <a:pt x="584397" y="879519"/>
                </a:lnTo>
                <a:lnTo>
                  <a:pt x="565499" y="881739"/>
                </a:lnTo>
                <a:lnTo>
                  <a:pt x="546602" y="883968"/>
                </a:lnTo>
                <a:lnTo>
                  <a:pt x="527704" y="886187"/>
                </a:lnTo>
                <a:lnTo>
                  <a:pt x="508806" y="888416"/>
                </a:lnTo>
                <a:lnTo>
                  <a:pt x="489909" y="890645"/>
                </a:lnTo>
                <a:lnTo>
                  <a:pt x="471011" y="892864"/>
                </a:lnTo>
                <a:lnTo>
                  <a:pt x="452114" y="895093"/>
                </a:lnTo>
                <a:lnTo>
                  <a:pt x="433216" y="897312"/>
                </a:lnTo>
                <a:lnTo>
                  <a:pt x="414318" y="899541"/>
                </a:lnTo>
                <a:lnTo>
                  <a:pt x="395421" y="901770"/>
                </a:lnTo>
                <a:lnTo>
                  <a:pt x="376523" y="903989"/>
                </a:lnTo>
                <a:lnTo>
                  <a:pt x="357626" y="906218"/>
                </a:lnTo>
                <a:lnTo>
                  <a:pt x="338728" y="908437"/>
                </a:lnTo>
                <a:lnTo>
                  <a:pt x="319830" y="910666"/>
                </a:lnTo>
                <a:lnTo>
                  <a:pt x="300933" y="912895"/>
                </a:lnTo>
                <a:lnTo>
                  <a:pt x="282035" y="915114"/>
                </a:lnTo>
                <a:lnTo>
                  <a:pt x="263147" y="917343"/>
                </a:lnTo>
                <a:lnTo>
                  <a:pt x="244250" y="919563"/>
                </a:lnTo>
                <a:lnTo>
                  <a:pt x="225352" y="921791"/>
                </a:lnTo>
                <a:lnTo>
                  <a:pt x="206454" y="924020"/>
                </a:lnTo>
                <a:lnTo>
                  <a:pt x="187557" y="926240"/>
                </a:lnTo>
                <a:lnTo>
                  <a:pt x="168659" y="928468"/>
                </a:lnTo>
                <a:lnTo>
                  <a:pt x="149762" y="930688"/>
                </a:lnTo>
                <a:lnTo>
                  <a:pt x="130864" y="932917"/>
                </a:lnTo>
                <a:lnTo>
                  <a:pt x="111966" y="935145"/>
                </a:lnTo>
                <a:lnTo>
                  <a:pt x="93069" y="937365"/>
                </a:lnTo>
                <a:lnTo>
                  <a:pt x="74171" y="939594"/>
                </a:lnTo>
                <a:lnTo>
                  <a:pt x="55274" y="941813"/>
                </a:lnTo>
                <a:lnTo>
                  <a:pt x="36376" y="944042"/>
                </a:lnTo>
                <a:lnTo>
                  <a:pt x="17478" y="946271"/>
                </a:lnTo>
                <a:lnTo>
                  <a:pt x="0" y="947033"/>
                </a:lnTo>
                <a:lnTo>
                  <a:pt x="1676" y="928078"/>
                </a:lnTo>
                <a:lnTo>
                  <a:pt x="3362" y="909123"/>
                </a:lnTo>
                <a:lnTo>
                  <a:pt x="5039" y="890178"/>
                </a:lnTo>
                <a:lnTo>
                  <a:pt x="6725" y="871223"/>
                </a:lnTo>
                <a:lnTo>
                  <a:pt x="8401" y="852268"/>
                </a:lnTo>
                <a:lnTo>
                  <a:pt x="10087" y="833314"/>
                </a:lnTo>
                <a:lnTo>
                  <a:pt x="11763" y="814359"/>
                </a:lnTo>
                <a:lnTo>
                  <a:pt x="13449" y="795404"/>
                </a:lnTo>
                <a:lnTo>
                  <a:pt x="15126" y="776459"/>
                </a:lnTo>
                <a:lnTo>
                  <a:pt x="16812" y="757504"/>
                </a:lnTo>
                <a:lnTo>
                  <a:pt x="18488" y="738549"/>
                </a:lnTo>
                <a:lnTo>
                  <a:pt x="20174" y="719595"/>
                </a:lnTo>
                <a:lnTo>
                  <a:pt x="21850" y="700640"/>
                </a:lnTo>
                <a:lnTo>
                  <a:pt x="23527" y="681685"/>
                </a:lnTo>
                <a:lnTo>
                  <a:pt x="25213" y="662740"/>
                </a:lnTo>
                <a:lnTo>
                  <a:pt x="26889" y="643785"/>
                </a:lnTo>
                <a:lnTo>
                  <a:pt x="28575" y="624830"/>
                </a:lnTo>
                <a:lnTo>
                  <a:pt x="30251" y="605876"/>
                </a:lnTo>
                <a:lnTo>
                  <a:pt x="31937" y="586921"/>
                </a:lnTo>
                <a:lnTo>
                  <a:pt x="33614" y="567966"/>
                </a:lnTo>
                <a:lnTo>
                  <a:pt x="35300" y="549021"/>
                </a:lnTo>
                <a:lnTo>
                  <a:pt x="36976" y="530066"/>
                </a:lnTo>
                <a:lnTo>
                  <a:pt x="38662" y="511111"/>
                </a:lnTo>
                <a:lnTo>
                  <a:pt x="40338" y="492157"/>
                </a:lnTo>
                <a:lnTo>
                  <a:pt x="42024" y="473202"/>
                </a:lnTo>
                <a:lnTo>
                  <a:pt x="43701" y="454247"/>
                </a:lnTo>
                <a:lnTo>
                  <a:pt x="45377" y="435302"/>
                </a:lnTo>
                <a:lnTo>
                  <a:pt x="47063" y="416347"/>
                </a:lnTo>
                <a:lnTo>
                  <a:pt x="48739" y="397393"/>
                </a:lnTo>
                <a:lnTo>
                  <a:pt x="50425" y="378438"/>
                </a:lnTo>
                <a:lnTo>
                  <a:pt x="52102" y="359483"/>
                </a:lnTo>
                <a:lnTo>
                  <a:pt x="53788" y="340528"/>
                </a:lnTo>
                <a:lnTo>
                  <a:pt x="55464" y="321574"/>
                </a:lnTo>
                <a:lnTo>
                  <a:pt x="57150" y="302628"/>
                </a:lnTo>
                <a:lnTo>
                  <a:pt x="58826" y="283674"/>
                </a:lnTo>
                <a:lnTo>
                  <a:pt x="60512" y="264719"/>
                </a:lnTo>
                <a:lnTo>
                  <a:pt x="62189" y="245764"/>
                </a:lnTo>
                <a:lnTo>
                  <a:pt x="63875" y="226809"/>
                </a:lnTo>
                <a:lnTo>
                  <a:pt x="65551" y="207855"/>
                </a:lnTo>
                <a:lnTo>
                  <a:pt x="67227" y="188909"/>
                </a:lnTo>
                <a:lnTo>
                  <a:pt x="68913" y="169955"/>
                </a:lnTo>
                <a:lnTo>
                  <a:pt x="70590" y="151000"/>
                </a:lnTo>
                <a:lnTo>
                  <a:pt x="72276" y="13204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EA994D69-D8D7-4C71-A7F6-46057E2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081" y="2899458"/>
            <a:ext cx="1203655" cy="946175"/>
          </a:xfrm>
          <a:custGeom xmlns:a="http://schemas.openxmlformats.org/drawingml/2006/main">
            <a:pathLst>
              <a:path w="1203655" h="946175">
                <a:moveTo>
                  <a:pt x="72257" y="131397"/>
                </a:moveTo>
                <a:lnTo>
                  <a:pt x="91145" y="129178"/>
                </a:lnTo>
                <a:lnTo>
                  <a:pt x="110042" y="126949"/>
                </a:lnTo>
                <a:lnTo>
                  <a:pt x="128930" y="124720"/>
                </a:lnTo>
                <a:lnTo>
                  <a:pt x="147818" y="122501"/>
                </a:lnTo>
                <a:lnTo>
                  <a:pt x="166716" y="120272"/>
                </a:lnTo>
                <a:lnTo>
                  <a:pt x="185604" y="118043"/>
                </a:lnTo>
                <a:lnTo>
                  <a:pt x="204502" y="115814"/>
                </a:lnTo>
                <a:lnTo>
                  <a:pt x="223390" y="113595"/>
                </a:lnTo>
                <a:lnTo>
                  <a:pt x="242278" y="111366"/>
                </a:lnTo>
                <a:lnTo>
                  <a:pt x="261176" y="109137"/>
                </a:lnTo>
                <a:lnTo>
                  <a:pt x="280064" y="106909"/>
                </a:lnTo>
                <a:lnTo>
                  <a:pt x="298961" y="104689"/>
                </a:lnTo>
                <a:lnTo>
                  <a:pt x="317849" y="102460"/>
                </a:lnTo>
                <a:lnTo>
                  <a:pt x="336737" y="100232"/>
                </a:lnTo>
                <a:lnTo>
                  <a:pt x="355635" y="98003"/>
                </a:lnTo>
                <a:lnTo>
                  <a:pt x="374523" y="95783"/>
                </a:lnTo>
                <a:lnTo>
                  <a:pt x="393421" y="93555"/>
                </a:lnTo>
                <a:lnTo>
                  <a:pt x="412309" y="91326"/>
                </a:lnTo>
                <a:lnTo>
                  <a:pt x="431197" y="89106"/>
                </a:lnTo>
                <a:lnTo>
                  <a:pt x="450094" y="86878"/>
                </a:lnTo>
                <a:lnTo>
                  <a:pt x="468982" y="84649"/>
                </a:lnTo>
                <a:lnTo>
                  <a:pt x="487880" y="82420"/>
                </a:lnTo>
                <a:lnTo>
                  <a:pt x="506768" y="80201"/>
                </a:lnTo>
                <a:lnTo>
                  <a:pt x="525656" y="77972"/>
                </a:lnTo>
                <a:lnTo>
                  <a:pt x="544554" y="75743"/>
                </a:lnTo>
                <a:lnTo>
                  <a:pt x="563442" y="73514"/>
                </a:lnTo>
                <a:lnTo>
                  <a:pt x="582339" y="71295"/>
                </a:lnTo>
                <a:lnTo>
                  <a:pt x="601228" y="69066"/>
                </a:lnTo>
                <a:lnTo>
                  <a:pt x="620116" y="66837"/>
                </a:lnTo>
                <a:lnTo>
                  <a:pt x="639013" y="64608"/>
                </a:lnTo>
                <a:lnTo>
                  <a:pt x="657901" y="62389"/>
                </a:lnTo>
                <a:lnTo>
                  <a:pt x="676799" y="60160"/>
                </a:lnTo>
                <a:lnTo>
                  <a:pt x="695687" y="57931"/>
                </a:lnTo>
                <a:lnTo>
                  <a:pt x="714575" y="55712"/>
                </a:lnTo>
                <a:lnTo>
                  <a:pt x="733473" y="53483"/>
                </a:lnTo>
                <a:lnTo>
                  <a:pt x="752361" y="51254"/>
                </a:lnTo>
                <a:lnTo>
                  <a:pt x="771258" y="49025"/>
                </a:lnTo>
                <a:lnTo>
                  <a:pt x="790146" y="46806"/>
                </a:lnTo>
                <a:lnTo>
                  <a:pt x="809034" y="44577"/>
                </a:lnTo>
                <a:lnTo>
                  <a:pt x="827932" y="42348"/>
                </a:lnTo>
                <a:lnTo>
                  <a:pt x="846820" y="40119"/>
                </a:lnTo>
                <a:lnTo>
                  <a:pt x="865718" y="37900"/>
                </a:lnTo>
                <a:lnTo>
                  <a:pt x="884606" y="35671"/>
                </a:lnTo>
                <a:lnTo>
                  <a:pt x="903494" y="33442"/>
                </a:lnTo>
                <a:lnTo>
                  <a:pt x="922391" y="31213"/>
                </a:lnTo>
                <a:lnTo>
                  <a:pt x="941280" y="28994"/>
                </a:lnTo>
                <a:lnTo>
                  <a:pt x="960177" y="26765"/>
                </a:lnTo>
                <a:lnTo>
                  <a:pt x="979065" y="24536"/>
                </a:lnTo>
                <a:lnTo>
                  <a:pt x="997953" y="22317"/>
                </a:lnTo>
                <a:lnTo>
                  <a:pt x="1016851" y="20088"/>
                </a:lnTo>
                <a:lnTo>
                  <a:pt x="1035739" y="17859"/>
                </a:lnTo>
                <a:lnTo>
                  <a:pt x="1054637" y="15631"/>
                </a:lnTo>
                <a:lnTo>
                  <a:pt x="1073525" y="13411"/>
                </a:lnTo>
                <a:lnTo>
                  <a:pt x="1092413" y="11182"/>
                </a:lnTo>
                <a:lnTo>
                  <a:pt x="1111310" y="8954"/>
                </a:lnTo>
                <a:lnTo>
                  <a:pt x="1130198" y="6725"/>
                </a:lnTo>
                <a:lnTo>
                  <a:pt x="1149096" y="4505"/>
                </a:lnTo>
                <a:lnTo>
                  <a:pt x="1167984" y="2276"/>
                </a:lnTo>
                <a:lnTo>
                  <a:pt x="1186872" y="48"/>
                </a:lnTo>
                <a:lnTo>
                  <a:pt x="1203655" y="0"/>
                </a:lnTo>
                <a:lnTo>
                  <a:pt x="1201998" y="18955"/>
                </a:lnTo>
                <a:lnTo>
                  <a:pt x="1200341" y="37900"/>
                </a:lnTo>
                <a:lnTo>
                  <a:pt x="1198683" y="56855"/>
                </a:lnTo>
                <a:lnTo>
                  <a:pt x="1197016" y="75800"/>
                </a:lnTo>
                <a:lnTo>
                  <a:pt x="1195359" y="94755"/>
                </a:lnTo>
                <a:lnTo>
                  <a:pt x="1193702" y="113700"/>
                </a:lnTo>
                <a:lnTo>
                  <a:pt x="1192044" y="132655"/>
                </a:lnTo>
                <a:lnTo>
                  <a:pt x="1190387" y="151600"/>
                </a:lnTo>
                <a:lnTo>
                  <a:pt x="1188730" y="170555"/>
                </a:lnTo>
                <a:lnTo>
                  <a:pt x="1187072" y="189500"/>
                </a:lnTo>
                <a:lnTo>
                  <a:pt x="1185415" y="208455"/>
                </a:lnTo>
                <a:lnTo>
                  <a:pt x="1183757" y="227400"/>
                </a:lnTo>
                <a:lnTo>
                  <a:pt x="1182091" y="246355"/>
                </a:lnTo>
                <a:lnTo>
                  <a:pt x="1180433" y="265300"/>
                </a:lnTo>
                <a:lnTo>
                  <a:pt x="1178776" y="284255"/>
                </a:lnTo>
                <a:lnTo>
                  <a:pt x="1177119" y="303200"/>
                </a:lnTo>
                <a:lnTo>
                  <a:pt x="1175461" y="322155"/>
                </a:lnTo>
                <a:lnTo>
                  <a:pt x="1173804" y="341100"/>
                </a:lnTo>
                <a:lnTo>
                  <a:pt x="1172147" y="360055"/>
                </a:lnTo>
                <a:lnTo>
                  <a:pt x="1170489" y="379000"/>
                </a:lnTo>
                <a:lnTo>
                  <a:pt x="1168832" y="397955"/>
                </a:lnTo>
                <a:lnTo>
                  <a:pt x="1167165" y="416900"/>
                </a:lnTo>
                <a:lnTo>
                  <a:pt x="1165508" y="435854"/>
                </a:lnTo>
                <a:lnTo>
                  <a:pt x="1163850" y="454800"/>
                </a:lnTo>
                <a:lnTo>
                  <a:pt x="1162193" y="473754"/>
                </a:lnTo>
                <a:lnTo>
                  <a:pt x="1160536" y="492700"/>
                </a:lnTo>
                <a:lnTo>
                  <a:pt x="1158878" y="511654"/>
                </a:lnTo>
                <a:lnTo>
                  <a:pt x="1157221" y="530609"/>
                </a:lnTo>
                <a:lnTo>
                  <a:pt x="1155563" y="549554"/>
                </a:lnTo>
                <a:lnTo>
                  <a:pt x="1153906" y="568509"/>
                </a:lnTo>
                <a:lnTo>
                  <a:pt x="1152239" y="587454"/>
                </a:lnTo>
                <a:lnTo>
                  <a:pt x="1150582" y="606409"/>
                </a:lnTo>
                <a:lnTo>
                  <a:pt x="1148925" y="625354"/>
                </a:lnTo>
                <a:lnTo>
                  <a:pt x="1147267" y="644309"/>
                </a:lnTo>
                <a:lnTo>
                  <a:pt x="1145610" y="663254"/>
                </a:lnTo>
                <a:lnTo>
                  <a:pt x="1143953" y="682209"/>
                </a:lnTo>
                <a:lnTo>
                  <a:pt x="1142295" y="701154"/>
                </a:lnTo>
                <a:lnTo>
                  <a:pt x="1140638" y="720109"/>
                </a:lnTo>
                <a:lnTo>
                  <a:pt x="1138980" y="739054"/>
                </a:lnTo>
                <a:lnTo>
                  <a:pt x="1137314" y="758009"/>
                </a:lnTo>
                <a:lnTo>
                  <a:pt x="1135656" y="776954"/>
                </a:lnTo>
                <a:lnTo>
                  <a:pt x="1133999" y="795909"/>
                </a:lnTo>
                <a:lnTo>
                  <a:pt x="1131875" y="814407"/>
                </a:lnTo>
                <a:lnTo>
                  <a:pt x="1112987" y="816626"/>
                </a:lnTo>
                <a:lnTo>
                  <a:pt x="1094089" y="818855"/>
                </a:lnTo>
                <a:lnTo>
                  <a:pt x="1075201" y="821074"/>
                </a:lnTo>
                <a:lnTo>
                  <a:pt x="1056303" y="823303"/>
                </a:lnTo>
                <a:lnTo>
                  <a:pt x="1037415" y="825522"/>
                </a:lnTo>
                <a:lnTo>
                  <a:pt x="1018527" y="827751"/>
                </a:lnTo>
                <a:lnTo>
                  <a:pt x="999630" y="829980"/>
                </a:lnTo>
                <a:lnTo>
                  <a:pt x="980742" y="832199"/>
                </a:lnTo>
                <a:lnTo>
                  <a:pt x="961844" y="834428"/>
                </a:lnTo>
                <a:lnTo>
                  <a:pt x="942956" y="836647"/>
                </a:lnTo>
                <a:lnTo>
                  <a:pt x="924068" y="838876"/>
                </a:lnTo>
                <a:lnTo>
                  <a:pt x="905170" y="841096"/>
                </a:lnTo>
                <a:lnTo>
                  <a:pt x="886282" y="843324"/>
                </a:lnTo>
                <a:lnTo>
                  <a:pt x="867385" y="845544"/>
                </a:lnTo>
                <a:lnTo>
                  <a:pt x="848497" y="847773"/>
                </a:lnTo>
                <a:lnTo>
                  <a:pt x="829599" y="849992"/>
                </a:lnTo>
                <a:lnTo>
                  <a:pt x="810711" y="852221"/>
                </a:lnTo>
                <a:lnTo>
                  <a:pt x="791823" y="854450"/>
                </a:lnTo>
                <a:lnTo>
                  <a:pt x="772925" y="856669"/>
                </a:lnTo>
                <a:lnTo>
                  <a:pt x="754037" y="858898"/>
                </a:lnTo>
                <a:lnTo>
                  <a:pt x="735140" y="861117"/>
                </a:lnTo>
                <a:lnTo>
                  <a:pt x="716251" y="863346"/>
                </a:lnTo>
                <a:lnTo>
                  <a:pt x="697363" y="865565"/>
                </a:lnTo>
                <a:lnTo>
                  <a:pt x="678466" y="867794"/>
                </a:lnTo>
                <a:lnTo>
                  <a:pt x="659578" y="870014"/>
                </a:lnTo>
                <a:lnTo>
                  <a:pt x="640680" y="872242"/>
                </a:lnTo>
                <a:lnTo>
                  <a:pt x="621792" y="874462"/>
                </a:lnTo>
                <a:lnTo>
                  <a:pt x="602894" y="876691"/>
                </a:lnTo>
                <a:lnTo>
                  <a:pt x="584006" y="878910"/>
                </a:lnTo>
                <a:lnTo>
                  <a:pt x="565118" y="881139"/>
                </a:lnTo>
                <a:lnTo>
                  <a:pt x="546221" y="883368"/>
                </a:lnTo>
                <a:lnTo>
                  <a:pt x="527333" y="885587"/>
                </a:lnTo>
                <a:lnTo>
                  <a:pt x="508435" y="887816"/>
                </a:lnTo>
                <a:lnTo>
                  <a:pt x="489547" y="890035"/>
                </a:lnTo>
                <a:lnTo>
                  <a:pt x="470649" y="892264"/>
                </a:lnTo>
                <a:lnTo>
                  <a:pt x="451761" y="894483"/>
                </a:lnTo>
                <a:lnTo>
                  <a:pt x="432873" y="896712"/>
                </a:lnTo>
                <a:lnTo>
                  <a:pt x="413976" y="898931"/>
                </a:lnTo>
                <a:lnTo>
                  <a:pt x="395087" y="901160"/>
                </a:lnTo>
                <a:lnTo>
                  <a:pt x="376190" y="903380"/>
                </a:lnTo>
                <a:lnTo>
                  <a:pt x="357302" y="905608"/>
                </a:lnTo>
                <a:lnTo>
                  <a:pt x="338414" y="907828"/>
                </a:lnTo>
                <a:lnTo>
                  <a:pt x="319516" y="910057"/>
                </a:lnTo>
                <a:lnTo>
                  <a:pt x="300628" y="912285"/>
                </a:lnTo>
                <a:lnTo>
                  <a:pt x="281730" y="914505"/>
                </a:lnTo>
                <a:lnTo>
                  <a:pt x="262842" y="916734"/>
                </a:lnTo>
                <a:lnTo>
                  <a:pt x="243945" y="918953"/>
                </a:lnTo>
                <a:lnTo>
                  <a:pt x="225057" y="921182"/>
                </a:lnTo>
                <a:lnTo>
                  <a:pt x="206169" y="923401"/>
                </a:lnTo>
                <a:lnTo>
                  <a:pt x="187271" y="925630"/>
                </a:lnTo>
                <a:lnTo>
                  <a:pt x="168383" y="927849"/>
                </a:lnTo>
                <a:lnTo>
                  <a:pt x="149485" y="930078"/>
                </a:lnTo>
                <a:lnTo>
                  <a:pt x="130597" y="932297"/>
                </a:lnTo>
                <a:lnTo>
                  <a:pt x="111700" y="934526"/>
                </a:lnTo>
                <a:lnTo>
                  <a:pt x="92812" y="936746"/>
                </a:lnTo>
                <a:lnTo>
                  <a:pt x="73924" y="938975"/>
                </a:lnTo>
                <a:lnTo>
                  <a:pt x="55026" y="941203"/>
                </a:lnTo>
                <a:lnTo>
                  <a:pt x="36138" y="943423"/>
                </a:lnTo>
                <a:lnTo>
                  <a:pt x="17240" y="945652"/>
                </a:lnTo>
                <a:lnTo>
                  <a:pt x="0" y="946175"/>
                </a:lnTo>
                <a:lnTo>
                  <a:pt x="1676" y="927230"/>
                </a:lnTo>
                <a:lnTo>
                  <a:pt x="3362" y="908275"/>
                </a:lnTo>
                <a:lnTo>
                  <a:pt x="5039" y="889330"/>
                </a:lnTo>
                <a:lnTo>
                  <a:pt x="6725" y="870385"/>
                </a:lnTo>
                <a:lnTo>
                  <a:pt x="8401" y="851430"/>
                </a:lnTo>
                <a:lnTo>
                  <a:pt x="10077" y="832485"/>
                </a:lnTo>
                <a:lnTo>
                  <a:pt x="11763" y="813540"/>
                </a:lnTo>
                <a:lnTo>
                  <a:pt x="13440" y="794595"/>
                </a:lnTo>
                <a:lnTo>
                  <a:pt x="15126" y="775640"/>
                </a:lnTo>
                <a:lnTo>
                  <a:pt x="16802" y="756695"/>
                </a:lnTo>
                <a:lnTo>
                  <a:pt x="18488" y="737749"/>
                </a:lnTo>
                <a:lnTo>
                  <a:pt x="20164" y="718795"/>
                </a:lnTo>
                <a:lnTo>
                  <a:pt x="21841" y="699849"/>
                </a:lnTo>
                <a:lnTo>
                  <a:pt x="23527" y="680904"/>
                </a:lnTo>
                <a:lnTo>
                  <a:pt x="25203" y="661949"/>
                </a:lnTo>
                <a:lnTo>
                  <a:pt x="26889" y="643004"/>
                </a:lnTo>
                <a:lnTo>
                  <a:pt x="28565" y="624059"/>
                </a:lnTo>
                <a:lnTo>
                  <a:pt x="30242" y="605104"/>
                </a:lnTo>
                <a:lnTo>
                  <a:pt x="31928" y="586159"/>
                </a:lnTo>
                <a:lnTo>
                  <a:pt x="33604" y="567214"/>
                </a:lnTo>
                <a:lnTo>
                  <a:pt x="35290" y="548259"/>
                </a:lnTo>
                <a:lnTo>
                  <a:pt x="36967" y="529314"/>
                </a:lnTo>
                <a:lnTo>
                  <a:pt x="38643" y="510369"/>
                </a:lnTo>
                <a:lnTo>
                  <a:pt x="40329" y="491414"/>
                </a:lnTo>
                <a:lnTo>
                  <a:pt x="42005" y="472469"/>
                </a:lnTo>
                <a:lnTo>
                  <a:pt x="43691" y="453523"/>
                </a:lnTo>
                <a:lnTo>
                  <a:pt x="45368" y="434578"/>
                </a:lnTo>
                <a:lnTo>
                  <a:pt x="47054" y="415623"/>
                </a:lnTo>
                <a:lnTo>
                  <a:pt x="48730" y="396678"/>
                </a:lnTo>
                <a:lnTo>
                  <a:pt x="50406" y="377733"/>
                </a:lnTo>
                <a:lnTo>
                  <a:pt x="52092" y="358778"/>
                </a:lnTo>
                <a:lnTo>
                  <a:pt x="53769" y="339833"/>
                </a:lnTo>
                <a:lnTo>
                  <a:pt x="55455" y="320888"/>
                </a:lnTo>
                <a:lnTo>
                  <a:pt x="57131" y="301933"/>
                </a:lnTo>
                <a:lnTo>
                  <a:pt x="58807" y="282988"/>
                </a:lnTo>
                <a:lnTo>
                  <a:pt x="60493" y="264043"/>
                </a:lnTo>
                <a:lnTo>
                  <a:pt x="62170" y="245088"/>
                </a:lnTo>
                <a:lnTo>
                  <a:pt x="63856" y="226143"/>
                </a:lnTo>
                <a:lnTo>
                  <a:pt x="65532" y="207197"/>
                </a:lnTo>
                <a:lnTo>
                  <a:pt x="67218" y="188243"/>
                </a:lnTo>
                <a:lnTo>
                  <a:pt x="68894" y="169297"/>
                </a:lnTo>
                <a:lnTo>
                  <a:pt x="70571" y="150352"/>
                </a:lnTo>
                <a:lnTo>
                  <a:pt x="72257" y="13139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3290BB00-147B-4938-9BCC-7BCB43E0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5809" y="2535612"/>
            <a:ext cx="1203741" cy="947204"/>
          </a:xfrm>
          <a:custGeom xmlns:a="http://schemas.openxmlformats.org/drawingml/2006/main">
            <a:pathLst>
              <a:path w="1203741" h="947204">
                <a:moveTo>
                  <a:pt x="71314" y="132340"/>
                </a:moveTo>
                <a:lnTo>
                  <a:pt x="90202" y="130121"/>
                </a:lnTo>
                <a:lnTo>
                  <a:pt x="109099" y="127892"/>
                </a:lnTo>
                <a:lnTo>
                  <a:pt x="127987" y="125673"/>
                </a:lnTo>
                <a:lnTo>
                  <a:pt x="146876" y="123444"/>
                </a:lnTo>
                <a:lnTo>
                  <a:pt x="165773" y="121225"/>
                </a:lnTo>
                <a:lnTo>
                  <a:pt x="184661" y="118996"/>
                </a:lnTo>
                <a:lnTo>
                  <a:pt x="203559" y="116777"/>
                </a:lnTo>
                <a:lnTo>
                  <a:pt x="222447" y="114548"/>
                </a:lnTo>
                <a:lnTo>
                  <a:pt x="241344" y="112328"/>
                </a:lnTo>
                <a:lnTo>
                  <a:pt x="260233" y="110099"/>
                </a:lnTo>
                <a:lnTo>
                  <a:pt x="279121" y="107871"/>
                </a:lnTo>
                <a:lnTo>
                  <a:pt x="298018" y="105651"/>
                </a:lnTo>
                <a:lnTo>
                  <a:pt x="316906" y="103422"/>
                </a:lnTo>
                <a:lnTo>
                  <a:pt x="335804" y="101203"/>
                </a:lnTo>
                <a:lnTo>
                  <a:pt x="354692" y="98974"/>
                </a:lnTo>
                <a:lnTo>
                  <a:pt x="373590" y="96755"/>
                </a:lnTo>
                <a:lnTo>
                  <a:pt x="392478" y="94526"/>
                </a:lnTo>
                <a:lnTo>
                  <a:pt x="411366" y="92307"/>
                </a:lnTo>
                <a:lnTo>
                  <a:pt x="430263" y="90078"/>
                </a:lnTo>
                <a:lnTo>
                  <a:pt x="449151" y="87859"/>
                </a:lnTo>
                <a:lnTo>
                  <a:pt x="468049" y="85630"/>
                </a:lnTo>
                <a:lnTo>
                  <a:pt x="486937" y="83410"/>
                </a:lnTo>
                <a:lnTo>
                  <a:pt x="505825" y="81182"/>
                </a:lnTo>
                <a:lnTo>
                  <a:pt x="524723" y="78953"/>
                </a:lnTo>
                <a:lnTo>
                  <a:pt x="543611" y="76733"/>
                </a:lnTo>
                <a:lnTo>
                  <a:pt x="562508" y="74505"/>
                </a:lnTo>
                <a:lnTo>
                  <a:pt x="581396" y="72285"/>
                </a:lnTo>
                <a:lnTo>
                  <a:pt x="600294" y="70056"/>
                </a:lnTo>
                <a:lnTo>
                  <a:pt x="619182" y="67837"/>
                </a:lnTo>
                <a:lnTo>
                  <a:pt x="638070" y="65608"/>
                </a:lnTo>
                <a:lnTo>
                  <a:pt x="656968" y="63389"/>
                </a:lnTo>
                <a:lnTo>
                  <a:pt x="675856" y="61160"/>
                </a:lnTo>
                <a:lnTo>
                  <a:pt x="694754" y="58941"/>
                </a:lnTo>
                <a:lnTo>
                  <a:pt x="713642" y="56712"/>
                </a:lnTo>
                <a:lnTo>
                  <a:pt x="732539" y="54483"/>
                </a:lnTo>
                <a:lnTo>
                  <a:pt x="751427" y="52264"/>
                </a:lnTo>
                <a:lnTo>
                  <a:pt x="770315" y="50035"/>
                </a:lnTo>
                <a:lnTo>
                  <a:pt x="789213" y="47815"/>
                </a:lnTo>
                <a:lnTo>
                  <a:pt x="808101" y="45587"/>
                </a:lnTo>
                <a:lnTo>
                  <a:pt x="826999" y="43367"/>
                </a:lnTo>
                <a:lnTo>
                  <a:pt x="845887" y="41138"/>
                </a:lnTo>
                <a:lnTo>
                  <a:pt x="864784" y="38919"/>
                </a:lnTo>
                <a:lnTo>
                  <a:pt x="883672" y="36690"/>
                </a:lnTo>
                <a:lnTo>
                  <a:pt x="902560" y="34471"/>
                </a:lnTo>
                <a:lnTo>
                  <a:pt x="921458" y="32242"/>
                </a:lnTo>
                <a:lnTo>
                  <a:pt x="940346" y="30023"/>
                </a:lnTo>
                <a:lnTo>
                  <a:pt x="959244" y="27794"/>
                </a:lnTo>
                <a:lnTo>
                  <a:pt x="978132" y="25565"/>
                </a:lnTo>
                <a:lnTo>
                  <a:pt x="997020" y="23346"/>
                </a:lnTo>
                <a:lnTo>
                  <a:pt x="1015917" y="21117"/>
                </a:lnTo>
                <a:lnTo>
                  <a:pt x="1034806" y="18898"/>
                </a:lnTo>
                <a:lnTo>
                  <a:pt x="1053703" y="16669"/>
                </a:lnTo>
                <a:lnTo>
                  <a:pt x="1072591" y="14449"/>
                </a:lnTo>
                <a:lnTo>
                  <a:pt x="1091489" y="12221"/>
                </a:lnTo>
                <a:lnTo>
                  <a:pt x="1110377" y="10001"/>
                </a:lnTo>
                <a:lnTo>
                  <a:pt x="1129265" y="7772"/>
                </a:lnTo>
                <a:lnTo>
                  <a:pt x="1148163" y="5553"/>
                </a:lnTo>
                <a:lnTo>
                  <a:pt x="1167051" y="3324"/>
                </a:lnTo>
                <a:lnTo>
                  <a:pt x="1185948" y="1105"/>
                </a:lnTo>
                <a:lnTo>
                  <a:pt x="1203741" y="0"/>
                </a:lnTo>
                <a:lnTo>
                  <a:pt x="1202065" y="18945"/>
                </a:lnTo>
                <a:lnTo>
                  <a:pt x="1200388" y="37900"/>
                </a:lnTo>
                <a:lnTo>
                  <a:pt x="1198702" y="56845"/>
                </a:lnTo>
                <a:lnTo>
                  <a:pt x="1197026" y="75790"/>
                </a:lnTo>
                <a:lnTo>
                  <a:pt x="1195340" y="94745"/>
                </a:lnTo>
                <a:lnTo>
                  <a:pt x="1193663" y="113690"/>
                </a:lnTo>
                <a:lnTo>
                  <a:pt x="1191987" y="132636"/>
                </a:lnTo>
                <a:lnTo>
                  <a:pt x="1190301" y="151590"/>
                </a:lnTo>
                <a:lnTo>
                  <a:pt x="1188625" y="170536"/>
                </a:lnTo>
                <a:lnTo>
                  <a:pt x="1186939" y="189481"/>
                </a:lnTo>
                <a:lnTo>
                  <a:pt x="1185262" y="208426"/>
                </a:lnTo>
                <a:lnTo>
                  <a:pt x="1183577" y="227381"/>
                </a:lnTo>
                <a:lnTo>
                  <a:pt x="1181900" y="246326"/>
                </a:lnTo>
                <a:lnTo>
                  <a:pt x="1180224" y="265271"/>
                </a:lnTo>
                <a:lnTo>
                  <a:pt x="1178538" y="284226"/>
                </a:lnTo>
                <a:lnTo>
                  <a:pt x="1176861" y="303171"/>
                </a:lnTo>
                <a:lnTo>
                  <a:pt x="1175175" y="322116"/>
                </a:lnTo>
                <a:lnTo>
                  <a:pt x="1173499" y="341071"/>
                </a:lnTo>
                <a:lnTo>
                  <a:pt x="1171823" y="360016"/>
                </a:lnTo>
                <a:lnTo>
                  <a:pt x="1170137" y="378962"/>
                </a:lnTo>
                <a:lnTo>
                  <a:pt x="1168460" y="397916"/>
                </a:lnTo>
                <a:lnTo>
                  <a:pt x="1166774" y="416862"/>
                </a:lnTo>
                <a:lnTo>
                  <a:pt x="1165098" y="435807"/>
                </a:lnTo>
                <a:lnTo>
                  <a:pt x="1163412" y="454762"/>
                </a:lnTo>
                <a:lnTo>
                  <a:pt x="1161736" y="473707"/>
                </a:lnTo>
                <a:lnTo>
                  <a:pt x="1160059" y="492652"/>
                </a:lnTo>
                <a:lnTo>
                  <a:pt x="1158373" y="511607"/>
                </a:lnTo>
                <a:lnTo>
                  <a:pt x="1156697" y="530552"/>
                </a:lnTo>
                <a:lnTo>
                  <a:pt x="1155011" y="549497"/>
                </a:lnTo>
                <a:lnTo>
                  <a:pt x="1153335" y="568442"/>
                </a:lnTo>
                <a:lnTo>
                  <a:pt x="1151658" y="587397"/>
                </a:lnTo>
                <a:lnTo>
                  <a:pt x="1149972" y="606342"/>
                </a:lnTo>
                <a:lnTo>
                  <a:pt x="1148296" y="625288"/>
                </a:lnTo>
                <a:lnTo>
                  <a:pt x="1146610" y="644242"/>
                </a:lnTo>
                <a:lnTo>
                  <a:pt x="1144934" y="663188"/>
                </a:lnTo>
                <a:lnTo>
                  <a:pt x="1143248" y="682133"/>
                </a:lnTo>
                <a:lnTo>
                  <a:pt x="1141571" y="701088"/>
                </a:lnTo>
                <a:lnTo>
                  <a:pt x="1139895" y="720033"/>
                </a:lnTo>
                <a:lnTo>
                  <a:pt x="1138209" y="738978"/>
                </a:lnTo>
                <a:lnTo>
                  <a:pt x="1136533" y="757933"/>
                </a:lnTo>
                <a:lnTo>
                  <a:pt x="1134847" y="776878"/>
                </a:lnTo>
                <a:lnTo>
                  <a:pt x="1133170" y="795823"/>
                </a:lnTo>
                <a:lnTo>
                  <a:pt x="1131494" y="814778"/>
                </a:lnTo>
                <a:lnTo>
                  <a:pt x="1113063" y="817455"/>
                </a:lnTo>
                <a:lnTo>
                  <a:pt x="1094175" y="819683"/>
                </a:lnTo>
                <a:lnTo>
                  <a:pt x="1075277" y="821903"/>
                </a:lnTo>
                <a:lnTo>
                  <a:pt x="1056389" y="824132"/>
                </a:lnTo>
                <a:lnTo>
                  <a:pt x="1037492" y="826360"/>
                </a:lnTo>
                <a:lnTo>
                  <a:pt x="1018604" y="828580"/>
                </a:lnTo>
                <a:lnTo>
                  <a:pt x="999715" y="830809"/>
                </a:lnTo>
                <a:lnTo>
                  <a:pt x="980818" y="833037"/>
                </a:lnTo>
                <a:lnTo>
                  <a:pt x="961930" y="835266"/>
                </a:lnTo>
                <a:lnTo>
                  <a:pt x="943032" y="837486"/>
                </a:lnTo>
                <a:lnTo>
                  <a:pt x="924144" y="839714"/>
                </a:lnTo>
                <a:lnTo>
                  <a:pt x="905256" y="841943"/>
                </a:lnTo>
                <a:lnTo>
                  <a:pt x="886358" y="844172"/>
                </a:lnTo>
                <a:lnTo>
                  <a:pt x="867470" y="846392"/>
                </a:lnTo>
                <a:lnTo>
                  <a:pt x="848573" y="848620"/>
                </a:lnTo>
                <a:lnTo>
                  <a:pt x="829685" y="850849"/>
                </a:lnTo>
                <a:lnTo>
                  <a:pt x="810797" y="853078"/>
                </a:lnTo>
                <a:lnTo>
                  <a:pt x="791899" y="855297"/>
                </a:lnTo>
                <a:lnTo>
                  <a:pt x="773011" y="857526"/>
                </a:lnTo>
                <a:lnTo>
                  <a:pt x="754113" y="859755"/>
                </a:lnTo>
                <a:lnTo>
                  <a:pt x="735225" y="861974"/>
                </a:lnTo>
                <a:lnTo>
                  <a:pt x="716337" y="864203"/>
                </a:lnTo>
                <a:lnTo>
                  <a:pt x="697440" y="866432"/>
                </a:lnTo>
                <a:lnTo>
                  <a:pt x="678551" y="868661"/>
                </a:lnTo>
                <a:lnTo>
                  <a:pt x="659654" y="870880"/>
                </a:lnTo>
                <a:lnTo>
                  <a:pt x="640766" y="873109"/>
                </a:lnTo>
                <a:lnTo>
                  <a:pt x="621878" y="875338"/>
                </a:lnTo>
                <a:lnTo>
                  <a:pt x="602980" y="877567"/>
                </a:lnTo>
                <a:lnTo>
                  <a:pt x="584092" y="879786"/>
                </a:lnTo>
                <a:lnTo>
                  <a:pt x="565204" y="882015"/>
                </a:lnTo>
                <a:lnTo>
                  <a:pt x="546306" y="884244"/>
                </a:lnTo>
                <a:lnTo>
                  <a:pt x="527418" y="886473"/>
                </a:lnTo>
                <a:lnTo>
                  <a:pt x="508521" y="888692"/>
                </a:lnTo>
                <a:lnTo>
                  <a:pt x="489633" y="890921"/>
                </a:lnTo>
                <a:lnTo>
                  <a:pt x="470745" y="893150"/>
                </a:lnTo>
                <a:lnTo>
                  <a:pt x="451847" y="895369"/>
                </a:lnTo>
                <a:lnTo>
                  <a:pt x="432959" y="897598"/>
                </a:lnTo>
                <a:lnTo>
                  <a:pt x="414061" y="899827"/>
                </a:lnTo>
                <a:lnTo>
                  <a:pt x="395173" y="902056"/>
                </a:lnTo>
                <a:lnTo>
                  <a:pt x="376285" y="904275"/>
                </a:lnTo>
                <a:lnTo>
                  <a:pt x="357388" y="906504"/>
                </a:lnTo>
                <a:lnTo>
                  <a:pt x="338499" y="908733"/>
                </a:lnTo>
                <a:lnTo>
                  <a:pt x="319602" y="910961"/>
                </a:lnTo>
                <a:lnTo>
                  <a:pt x="300714" y="913181"/>
                </a:lnTo>
                <a:lnTo>
                  <a:pt x="281826" y="915410"/>
                </a:lnTo>
                <a:lnTo>
                  <a:pt x="262928" y="917639"/>
                </a:lnTo>
                <a:lnTo>
                  <a:pt x="244040" y="919867"/>
                </a:lnTo>
                <a:lnTo>
                  <a:pt x="225142" y="922087"/>
                </a:lnTo>
                <a:lnTo>
                  <a:pt x="206254" y="924316"/>
                </a:lnTo>
                <a:lnTo>
                  <a:pt x="187366" y="926544"/>
                </a:lnTo>
                <a:lnTo>
                  <a:pt x="168469" y="928764"/>
                </a:lnTo>
                <a:lnTo>
                  <a:pt x="149581" y="930993"/>
                </a:lnTo>
                <a:lnTo>
                  <a:pt x="130683" y="933221"/>
                </a:lnTo>
                <a:lnTo>
                  <a:pt x="111795" y="935450"/>
                </a:lnTo>
                <a:lnTo>
                  <a:pt x="92907" y="937670"/>
                </a:lnTo>
                <a:lnTo>
                  <a:pt x="74009" y="939898"/>
                </a:lnTo>
                <a:lnTo>
                  <a:pt x="55121" y="942127"/>
                </a:lnTo>
                <a:lnTo>
                  <a:pt x="36224" y="944356"/>
                </a:lnTo>
                <a:lnTo>
                  <a:pt x="17336" y="946575"/>
                </a:lnTo>
                <a:lnTo>
                  <a:pt x="0" y="947204"/>
                </a:lnTo>
                <a:lnTo>
                  <a:pt x="1657" y="928249"/>
                </a:lnTo>
                <a:lnTo>
                  <a:pt x="3315" y="909304"/>
                </a:lnTo>
                <a:lnTo>
                  <a:pt x="4972" y="890349"/>
                </a:lnTo>
                <a:lnTo>
                  <a:pt x="6629" y="871404"/>
                </a:lnTo>
                <a:lnTo>
                  <a:pt x="8296" y="852449"/>
                </a:lnTo>
                <a:lnTo>
                  <a:pt x="9954" y="833504"/>
                </a:lnTo>
                <a:lnTo>
                  <a:pt x="11611" y="814549"/>
                </a:lnTo>
                <a:lnTo>
                  <a:pt x="13268" y="795604"/>
                </a:lnTo>
                <a:lnTo>
                  <a:pt x="14926" y="776649"/>
                </a:lnTo>
                <a:lnTo>
                  <a:pt x="16583" y="757704"/>
                </a:lnTo>
                <a:lnTo>
                  <a:pt x="18240" y="738749"/>
                </a:lnTo>
                <a:lnTo>
                  <a:pt x="19898" y="719795"/>
                </a:lnTo>
                <a:lnTo>
                  <a:pt x="21555" y="700850"/>
                </a:lnTo>
                <a:lnTo>
                  <a:pt x="23222" y="681895"/>
                </a:lnTo>
                <a:lnTo>
                  <a:pt x="24879" y="662950"/>
                </a:lnTo>
                <a:lnTo>
                  <a:pt x="26537" y="643995"/>
                </a:lnTo>
                <a:lnTo>
                  <a:pt x="28194" y="625050"/>
                </a:lnTo>
                <a:lnTo>
                  <a:pt x="29851" y="606095"/>
                </a:lnTo>
                <a:lnTo>
                  <a:pt x="31509" y="587150"/>
                </a:lnTo>
                <a:lnTo>
                  <a:pt x="33166" y="568195"/>
                </a:lnTo>
                <a:lnTo>
                  <a:pt x="34823" y="549250"/>
                </a:lnTo>
                <a:lnTo>
                  <a:pt x="36481" y="530295"/>
                </a:lnTo>
                <a:lnTo>
                  <a:pt x="38148" y="511350"/>
                </a:lnTo>
                <a:lnTo>
                  <a:pt x="39805" y="492395"/>
                </a:lnTo>
                <a:lnTo>
                  <a:pt x="41462" y="473450"/>
                </a:lnTo>
                <a:lnTo>
                  <a:pt x="43120" y="454495"/>
                </a:lnTo>
                <a:lnTo>
                  <a:pt x="44777" y="435550"/>
                </a:lnTo>
                <a:lnTo>
                  <a:pt x="46434" y="416595"/>
                </a:lnTo>
                <a:lnTo>
                  <a:pt x="48092" y="397650"/>
                </a:lnTo>
                <a:lnTo>
                  <a:pt x="49749" y="378695"/>
                </a:lnTo>
                <a:lnTo>
                  <a:pt x="51406" y="359750"/>
                </a:lnTo>
                <a:lnTo>
                  <a:pt x="53073" y="340795"/>
                </a:lnTo>
                <a:lnTo>
                  <a:pt x="54731" y="321850"/>
                </a:lnTo>
                <a:lnTo>
                  <a:pt x="56388" y="302895"/>
                </a:lnTo>
                <a:lnTo>
                  <a:pt x="58045" y="283950"/>
                </a:lnTo>
                <a:lnTo>
                  <a:pt x="59703" y="264995"/>
                </a:lnTo>
                <a:lnTo>
                  <a:pt x="61360" y="246040"/>
                </a:lnTo>
                <a:lnTo>
                  <a:pt x="63017" y="227095"/>
                </a:lnTo>
                <a:lnTo>
                  <a:pt x="64675" y="208140"/>
                </a:lnTo>
                <a:lnTo>
                  <a:pt x="66332" y="189195"/>
                </a:lnTo>
                <a:lnTo>
                  <a:pt x="67999" y="170240"/>
                </a:lnTo>
                <a:lnTo>
                  <a:pt x="69656" y="151295"/>
                </a:lnTo>
                <a:lnTo>
                  <a:pt x="71314" y="13234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6">
            <a:extLst xmlns:a="http://schemas.openxmlformats.org/drawingml/2006/main">
              <a:ext uri="{FF2B5EF4-FFF2-40B4-BE49-F238E27FC236}">
                <a16:creationId xmlns:a16="http://schemas.microsoft.com/office/drawing/2014/main" id="{147F998B-A23C-42C0-9940-BED2AE79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3537" y="2173338"/>
            <a:ext cx="1203750" cy="946252"/>
          </a:xfrm>
          <a:custGeom xmlns:a="http://schemas.openxmlformats.org/drawingml/2006/main">
            <a:pathLst>
              <a:path w="1203750" h="946252">
                <a:moveTo>
                  <a:pt x="72323" y="131712"/>
                </a:moveTo>
                <a:lnTo>
                  <a:pt x="91211" y="129483"/>
                </a:lnTo>
                <a:lnTo>
                  <a:pt x="110090" y="127254"/>
                </a:lnTo>
                <a:lnTo>
                  <a:pt x="128978" y="125035"/>
                </a:lnTo>
                <a:lnTo>
                  <a:pt x="147866" y="122806"/>
                </a:lnTo>
                <a:lnTo>
                  <a:pt x="166754" y="120577"/>
                </a:lnTo>
                <a:lnTo>
                  <a:pt x="185642" y="118358"/>
                </a:lnTo>
                <a:lnTo>
                  <a:pt x="204530" y="116129"/>
                </a:lnTo>
                <a:lnTo>
                  <a:pt x="223418" y="113900"/>
                </a:lnTo>
                <a:lnTo>
                  <a:pt x="242297" y="111681"/>
                </a:lnTo>
                <a:lnTo>
                  <a:pt x="261185" y="109452"/>
                </a:lnTo>
                <a:lnTo>
                  <a:pt x="280073" y="107223"/>
                </a:lnTo>
                <a:lnTo>
                  <a:pt x="298961" y="105004"/>
                </a:lnTo>
                <a:lnTo>
                  <a:pt x="317849" y="102775"/>
                </a:lnTo>
                <a:lnTo>
                  <a:pt x="336737" y="100546"/>
                </a:lnTo>
                <a:lnTo>
                  <a:pt x="355625" y="98327"/>
                </a:lnTo>
                <a:lnTo>
                  <a:pt x="374504" y="96098"/>
                </a:lnTo>
                <a:lnTo>
                  <a:pt x="393392" y="93869"/>
                </a:lnTo>
                <a:lnTo>
                  <a:pt x="412280" y="91650"/>
                </a:lnTo>
                <a:lnTo>
                  <a:pt x="431168" y="89421"/>
                </a:lnTo>
                <a:lnTo>
                  <a:pt x="450056" y="87192"/>
                </a:lnTo>
                <a:lnTo>
                  <a:pt x="468944" y="84973"/>
                </a:lnTo>
                <a:lnTo>
                  <a:pt x="487832" y="82744"/>
                </a:lnTo>
                <a:lnTo>
                  <a:pt x="506711" y="80515"/>
                </a:lnTo>
                <a:lnTo>
                  <a:pt x="525599" y="78296"/>
                </a:lnTo>
                <a:lnTo>
                  <a:pt x="544487" y="76067"/>
                </a:lnTo>
                <a:lnTo>
                  <a:pt x="563375" y="73838"/>
                </a:lnTo>
                <a:lnTo>
                  <a:pt x="582263" y="71618"/>
                </a:lnTo>
                <a:lnTo>
                  <a:pt x="601151" y="69390"/>
                </a:lnTo>
                <a:lnTo>
                  <a:pt x="620039" y="67161"/>
                </a:lnTo>
                <a:lnTo>
                  <a:pt x="638918" y="64941"/>
                </a:lnTo>
                <a:lnTo>
                  <a:pt x="657806" y="62713"/>
                </a:lnTo>
                <a:lnTo>
                  <a:pt x="676694" y="60484"/>
                </a:lnTo>
                <a:lnTo>
                  <a:pt x="695582" y="58264"/>
                </a:lnTo>
                <a:lnTo>
                  <a:pt x="714470" y="56036"/>
                </a:lnTo>
                <a:lnTo>
                  <a:pt x="733358" y="53807"/>
                </a:lnTo>
                <a:lnTo>
                  <a:pt x="752246" y="51587"/>
                </a:lnTo>
                <a:lnTo>
                  <a:pt x="771134" y="49359"/>
                </a:lnTo>
                <a:lnTo>
                  <a:pt x="790013" y="47130"/>
                </a:lnTo>
                <a:lnTo>
                  <a:pt x="808901" y="44910"/>
                </a:lnTo>
                <a:lnTo>
                  <a:pt x="827789" y="42682"/>
                </a:lnTo>
                <a:lnTo>
                  <a:pt x="846677" y="40453"/>
                </a:lnTo>
                <a:lnTo>
                  <a:pt x="865565" y="38233"/>
                </a:lnTo>
                <a:lnTo>
                  <a:pt x="884453" y="36005"/>
                </a:lnTo>
                <a:lnTo>
                  <a:pt x="903341" y="33776"/>
                </a:lnTo>
                <a:lnTo>
                  <a:pt x="922220" y="31556"/>
                </a:lnTo>
                <a:lnTo>
                  <a:pt x="941108" y="29327"/>
                </a:lnTo>
                <a:lnTo>
                  <a:pt x="959996" y="27099"/>
                </a:lnTo>
                <a:lnTo>
                  <a:pt x="978884" y="24879"/>
                </a:lnTo>
                <a:lnTo>
                  <a:pt x="997772" y="22650"/>
                </a:lnTo>
                <a:lnTo>
                  <a:pt x="1016660" y="20422"/>
                </a:lnTo>
                <a:lnTo>
                  <a:pt x="1035548" y="18202"/>
                </a:lnTo>
                <a:lnTo>
                  <a:pt x="1054427" y="15973"/>
                </a:lnTo>
                <a:lnTo>
                  <a:pt x="1073315" y="13745"/>
                </a:lnTo>
                <a:lnTo>
                  <a:pt x="1092203" y="11525"/>
                </a:lnTo>
                <a:lnTo>
                  <a:pt x="1111091" y="9296"/>
                </a:lnTo>
                <a:lnTo>
                  <a:pt x="1129979" y="7068"/>
                </a:lnTo>
                <a:lnTo>
                  <a:pt x="1148867" y="4848"/>
                </a:lnTo>
                <a:lnTo>
                  <a:pt x="1167755" y="2619"/>
                </a:lnTo>
                <a:lnTo>
                  <a:pt x="1186644" y="391"/>
                </a:lnTo>
                <a:lnTo>
                  <a:pt x="1203750" y="0"/>
                </a:lnTo>
                <a:lnTo>
                  <a:pt x="1202084" y="18945"/>
                </a:lnTo>
                <a:lnTo>
                  <a:pt x="1200426" y="37890"/>
                </a:lnTo>
                <a:lnTo>
                  <a:pt x="1198769" y="56836"/>
                </a:lnTo>
                <a:lnTo>
                  <a:pt x="1197112" y="75781"/>
                </a:lnTo>
                <a:lnTo>
                  <a:pt x="1195454" y="94726"/>
                </a:lnTo>
                <a:lnTo>
                  <a:pt x="1193797" y="113671"/>
                </a:lnTo>
                <a:lnTo>
                  <a:pt x="1192139" y="132617"/>
                </a:lnTo>
                <a:lnTo>
                  <a:pt x="1190482" y="151562"/>
                </a:lnTo>
                <a:lnTo>
                  <a:pt x="1188825" y="170507"/>
                </a:lnTo>
                <a:lnTo>
                  <a:pt x="1187167" y="189452"/>
                </a:lnTo>
                <a:lnTo>
                  <a:pt x="1185510" y="208397"/>
                </a:lnTo>
                <a:lnTo>
                  <a:pt x="1183853" y="227343"/>
                </a:lnTo>
                <a:lnTo>
                  <a:pt x="1182195" y="246288"/>
                </a:lnTo>
                <a:lnTo>
                  <a:pt x="1180538" y="265233"/>
                </a:lnTo>
                <a:lnTo>
                  <a:pt x="1178881" y="284178"/>
                </a:lnTo>
                <a:lnTo>
                  <a:pt x="1177223" y="303124"/>
                </a:lnTo>
                <a:lnTo>
                  <a:pt x="1175556" y="322069"/>
                </a:lnTo>
                <a:lnTo>
                  <a:pt x="1173899" y="341014"/>
                </a:lnTo>
                <a:lnTo>
                  <a:pt x="1172242" y="359959"/>
                </a:lnTo>
                <a:lnTo>
                  <a:pt x="1170584" y="378905"/>
                </a:lnTo>
                <a:lnTo>
                  <a:pt x="1168927" y="397850"/>
                </a:lnTo>
                <a:lnTo>
                  <a:pt x="1167270" y="416795"/>
                </a:lnTo>
                <a:lnTo>
                  <a:pt x="1165612" y="435740"/>
                </a:lnTo>
                <a:lnTo>
                  <a:pt x="1163955" y="454685"/>
                </a:lnTo>
                <a:lnTo>
                  <a:pt x="1162298" y="473631"/>
                </a:lnTo>
                <a:lnTo>
                  <a:pt x="1160640" y="492576"/>
                </a:lnTo>
                <a:lnTo>
                  <a:pt x="1158983" y="511512"/>
                </a:lnTo>
                <a:lnTo>
                  <a:pt x="1157326" y="530457"/>
                </a:lnTo>
                <a:lnTo>
                  <a:pt x="1155668" y="549402"/>
                </a:lnTo>
                <a:lnTo>
                  <a:pt x="1154011" y="568347"/>
                </a:lnTo>
                <a:lnTo>
                  <a:pt x="1152354" y="587292"/>
                </a:lnTo>
                <a:lnTo>
                  <a:pt x="1150687" y="606238"/>
                </a:lnTo>
                <a:lnTo>
                  <a:pt x="1149029" y="625183"/>
                </a:lnTo>
                <a:lnTo>
                  <a:pt x="1147372" y="644128"/>
                </a:lnTo>
                <a:lnTo>
                  <a:pt x="1145715" y="663073"/>
                </a:lnTo>
                <a:lnTo>
                  <a:pt x="1144057" y="682019"/>
                </a:lnTo>
                <a:lnTo>
                  <a:pt x="1142400" y="700964"/>
                </a:lnTo>
                <a:lnTo>
                  <a:pt x="1140743" y="719909"/>
                </a:lnTo>
                <a:lnTo>
                  <a:pt x="1139085" y="738854"/>
                </a:lnTo>
                <a:lnTo>
                  <a:pt x="1137428" y="757799"/>
                </a:lnTo>
                <a:lnTo>
                  <a:pt x="1135771" y="776745"/>
                </a:lnTo>
                <a:lnTo>
                  <a:pt x="1134113" y="795690"/>
                </a:lnTo>
                <a:lnTo>
                  <a:pt x="1132456" y="814635"/>
                </a:lnTo>
                <a:lnTo>
                  <a:pt x="1113577" y="816854"/>
                </a:lnTo>
                <a:lnTo>
                  <a:pt x="1094689" y="819064"/>
                </a:lnTo>
                <a:lnTo>
                  <a:pt x="1075801" y="821274"/>
                </a:lnTo>
                <a:lnTo>
                  <a:pt x="1056913" y="823484"/>
                </a:lnTo>
                <a:lnTo>
                  <a:pt x="1038025" y="825694"/>
                </a:lnTo>
                <a:lnTo>
                  <a:pt x="1019137" y="827903"/>
                </a:lnTo>
                <a:lnTo>
                  <a:pt x="1000249" y="830104"/>
                </a:lnTo>
                <a:lnTo>
                  <a:pt x="981361" y="832314"/>
                </a:lnTo>
                <a:lnTo>
                  <a:pt x="962473" y="834523"/>
                </a:lnTo>
                <a:lnTo>
                  <a:pt x="943575" y="836733"/>
                </a:lnTo>
                <a:lnTo>
                  <a:pt x="924687" y="838943"/>
                </a:lnTo>
                <a:lnTo>
                  <a:pt x="905799" y="841153"/>
                </a:lnTo>
                <a:lnTo>
                  <a:pt x="886911" y="843353"/>
                </a:lnTo>
                <a:lnTo>
                  <a:pt x="868023" y="845563"/>
                </a:lnTo>
                <a:lnTo>
                  <a:pt x="849135" y="847773"/>
                </a:lnTo>
                <a:lnTo>
                  <a:pt x="830247" y="849982"/>
                </a:lnTo>
                <a:lnTo>
                  <a:pt x="811359" y="852192"/>
                </a:lnTo>
                <a:lnTo>
                  <a:pt x="792470" y="854402"/>
                </a:lnTo>
                <a:lnTo>
                  <a:pt x="773582" y="856602"/>
                </a:lnTo>
                <a:lnTo>
                  <a:pt x="754694" y="858812"/>
                </a:lnTo>
                <a:lnTo>
                  <a:pt x="735806" y="861022"/>
                </a:lnTo>
                <a:lnTo>
                  <a:pt x="716909" y="863232"/>
                </a:lnTo>
                <a:lnTo>
                  <a:pt x="698021" y="865442"/>
                </a:lnTo>
                <a:lnTo>
                  <a:pt x="679133" y="867651"/>
                </a:lnTo>
                <a:lnTo>
                  <a:pt x="660244" y="869852"/>
                </a:lnTo>
                <a:lnTo>
                  <a:pt x="641356" y="872061"/>
                </a:lnTo>
                <a:lnTo>
                  <a:pt x="622468" y="874271"/>
                </a:lnTo>
                <a:lnTo>
                  <a:pt x="603580" y="876481"/>
                </a:lnTo>
                <a:lnTo>
                  <a:pt x="584692" y="878691"/>
                </a:lnTo>
                <a:lnTo>
                  <a:pt x="565804" y="880901"/>
                </a:lnTo>
                <a:lnTo>
                  <a:pt x="546916" y="883101"/>
                </a:lnTo>
                <a:lnTo>
                  <a:pt x="528028" y="885311"/>
                </a:lnTo>
                <a:lnTo>
                  <a:pt x="509140" y="887520"/>
                </a:lnTo>
                <a:lnTo>
                  <a:pt x="490252" y="889730"/>
                </a:lnTo>
                <a:lnTo>
                  <a:pt x="471354" y="891940"/>
                </a:lnTo>
                <a:lnTo>
                  <a:pt x="452466" y="894150"/>
                </a:lnTo>
                <a:lnTo>
                  <a:pt x="433578" y="896350"/>
                </a:lnTo>
                <a:lnTo>
                  <a:pt x="414690" y="898560"/>
                </a:lnTo>
                <a:lnTo>
                  <a:pt x="395802" y="900770"/>
                </a:lnTo>
                <a:lnTo>
                  <a:pt x="376914" y="902980"/>
                </a:lnTo>
                <a:lnTo>
                  <a:pt x="358026" y="905189"/>
                </a:lnTo>
                <a:lnTo>
                  <a:pt x="339138" y="907390"/>
                </a:lnTo>
                <a:lnTo>
                  <a:pt x="320250" y="909599"/>
                </a:lnTo>
                <a:lnTo>
                  <a:pt x="301361" y="911809"/>
                </a:lnTo>
                <a:lnTo>
                  <a:pt x="282473" y="914019"/>
                </a:lnTo>
                <a:lnTo>
                  <a:pt x="263585" y="916229"/>
                </a:lnTo>
                <a:lnTo>
                  <a:pt x="244697" y="918439"/>
                </a:lnTo>
                <a:lnTo>
                  <a:pt x="225800" y="920639"/>
                </a:lnTo>
                <a:lnTo>
                  <a:pt x="206912" y="922849"/>
                </a:lnTo>
                <a:lnTo>
                  <a:pt x="188023" y="925058"/>
                </a:lnTo>
                <a:lnTo>
                  <a:pt x="169135" y="927268"/>
                </a:lnTo>
                <a:lnTo>
                  <a:pt x="150247" y="929478"/>
                </a:lnTo>
                <a:lnTo>
                  <a:pt x="131359" y="931688"/>
                </a:lnTo>
                <a:lnTo>
                  <a:pt x="112471" y="933888"/>
                </a:lnTo>
                <a:lnTo>
                  <a:pt x="93583" y="936098"/>
                </a:lnTo>
                <a:lnTo>
                  <a:pt x="74695" y="938308"/>
                </a:lnTo>
                <a:lnTo>
                  <a:pt x="55807" y="940518"/>
                </a:lnTo>
                <a:lnTo>
                  <a:pt x="36919" y="942727"/>
                </a:lnTo>
                <a:lnTo>
                  <a:pt x="18031" y="944937"/>
                </a:lnTo>
                <a:lnTo>
                  <a:pt x="0" y="946252"/>
                </a:lnTo>
                <a:lnTo>
                  <a:pt x="1686" y="927316"/>
                </a:lnTo>
                <a:lnTo>
                  <a:pt x="3362" y="908371"/>
                </a:lnTo>
                <a:lnTo>
                  <a:pt x="5048" y="889425"/>
                </a:lnTo>
                <a:lnTo>
                  <a:pt x="6725" y="870480"/>
                </a:lnTo>
                <a:lnTo>
                  <a:pt x="8411" y="851545"/>
                </a:lnTo>
                <a:lnTo>
                  <a:pt x="10087" y="832599"/>
                </a:lnTo>
                <a:lnTo>
                  <a:pt x="11773" y="813654"/>
                </a:lnTo>
                <a:lnTo>
                  <a:pt x="13459" y="794709"/>
                </a:lnTo>
                <a:lnTo>
                  <a:pt x="15135" y="775773"/>
                </a:lnTo>
                <a:lnTo>
                  <a:pt x="16821" y="756828"/>
                </a:lnTo>
                <a:lnTo>
                  <a:pt x="18498" y="737883"/>
                </a:lnTo>
                <a:lnTo>
                  <a:pt x="20183" y="718937"/>
                </a:lnTo>
                <a:lnTo>
                  <a:pt x="21860" y="700002"/>
                </a:lnTo>
                <a:lnTo>
                  <a:pt x="23546" y="681057"/>
                </a:lnTo>
                <a:lnTo>
                  <a:pt x="25232" y="662111"/>
                </a:lnTo>
                <a:lnTo>
                  <a:pt x="26908" y="643166"/>
                </a:lnTo>
                <a:lnTo>
                  <a:pt x="28594" y="624221"/>
                </a:lnTo>
                <a:lnTo>
                  <a:pt x="30270" y="605285"/>
                </a:lnTo>
                <a:lnTo>
                  <a:pt x="31956" y="586340"/>
                </a:lnTo>
                <a:lnTo>
                  <a:pt x="33633" y="567395"/>
                </a:lnTo>
                <a:lnTo>
                  <a:pt x="35319" y="548450"/>
                </a:lnTo>
                <a:lnTo>
                  <a:pt x="37005" y="529514"/>
                </a:lnTo>
                <a:lnTo>
                  <a:pt x="38681" y="510569"/>
                </a:lnTo>
                <a:lnTo>
                  <a:pt x="40367" y="491623"/>
                </a:lnTo>
                <a:lnTo>
                  <a:pt x="42043" y="472678"/>
                </a:lnTo>
                <a:lnTo>
                  <a:pt x="43729" y="453742"/>
                </a:lnTo>
                <a:lnTo>
                  <a:pt x="45406" y="434797"/>
                </a:lnTo>
                <a:lnTo>
                  <a:pt x="47092" y="415852"/>
                </a:lnTo>
                <a:lnTo>
                  <a:pt x="48778" y="396907"/>
                </a:lnTo>
                <a:lnTo>
                  <a:pt x="50454" y="377971"/>
                </a:lnTo>
                <a:lnTo>
                  <a:pt x="52140" y="359026"/>
                </a:lnTo>
                <a:lnTo>
                  <a:pt x="53816" y="340081"/>
                </a:lnTo>
                <a:lnTo>
                  <a:pt x="55502" y="321135"/>
                </a:lnTo>
                <a:lnTo>
                  <a:pt x="57179" y="302200"/>
                </a:lnTo>
                <a:lnTo>
                  <a:pt x="58865" y="283254"/>
                </a:lnTo>
                <a:lnTo>
                  <a:pt x="60550" y="264309"/>
                </a:lnTo>
                <a:lnTo>
                  <a:pt x="62227" y="245364"/>
                </a:lnTo>
                <a:lnTo>
                  <a:pt x="63913" y="226428"/>
                </a:lnTo>
                <a:lnTo>
                  <a:pt x="65589" y="207483"/>
                </a:lnTo>
                <a:lnTo>
                  <a:pt x="67275" y="188538"/>
                </a:lnTo>
                <a:lnTo>
                  <a:pt x="68961" y="169593"/>
                </a:lnTo>
                <a:lnTo>
                  <a:pt x="70637" y="150657"/>
                </a:lnTo>
                <a:lnTo>
                  <a:pt x="72323" y="13171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B1D76CF0-5F71-455C-AA96-E40E8CCE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6095" y="4698492"/>
            <a:ext cx="583883" cy="557403"/>
          </a:xfrm>
          <a:custGeom xmlns:a="http://schemas.openxmlformats.org/drawingml/2006/main">
            <a:pathLst>
              <a:path w="583883" h="557403">
                <a:moveTo>
                  <a:pt x="0" y="557403"/>
                </a:moveTo>
                <a:lnTo>
                  <a:pt x="0" y="538391"/>
                </a:lnTo>
                <a:lnTo>
                  <a:pt x="0" y="519389"/>
                </a:lnTo>
                <a:lnTo>
                  <a:pt x="0" y="500377"/>
                </a:lnTo>
                <a:lnTo>
                  <a:pt x="0" y="481365"/>
                </a:lnTo>
                <a:lnTo>
                  <a:pt x="0" y="462353"/>
                </a:lnTo>
                <a:lnTo>
                  <a:pt x="0" y="443351"/>
                </a:lnTo>
                <a:lnTo>
                  <a:pt x="0" y="424339"/>
                </a:lnTo>
                <a:lnTo>
                  <a:pt x="0" y="405327"/>
                </a:lnTo>
                <a:lnTo>
                  <a:pt x="0" y="386324"/>
                </a:lnTo>
                <a:lnTo>
                  <a:pt x="0" y="367313"/>
                </a:lnTo>
                <a:lnTo>
                  <a:pt x="0" y="348301"/>
                </a:lnTo>
                <a:lnTo>
                  <a:pt x="0" y="329289"/>
                </a:lnTo>
                <a:lnTo>
                  <a:pt x="0" y="310286"/>
                </a:lnTo>
                <a:lnTo>
                  <a:pt x="0" y="291275"/>
                </a:lnTo>
                <a:lnTo>
                  <a:pt x="0" y="272263"/>
                </a:lnTo>
                <a:lnTo>
                  <a:pt x="0" y="253260"/>
                </a:lnTo>
                <a:lnTo>
                  <a:pt x="0" y="234248"/>
                </a:lnTo>
                <a:lnTo>
                  <a:pt x="0" y="215236"/>
                </a:lnTo>
                <a:lnTo>
                  <a:pt x="0" y="196234"/>
                </a:lnTo>
                <a:lnTo>
                  <a:pt x="5572" y="181308"/>
                </a:lnTo>
                <a:lnTo>
                  <a:pt x="23698" y="175565"/>
                </a:lnTo>
                <a:lnTo>
                  <a:pt x="41824" y="169831"/>
                </a:lnTo>
                <a:lnTo>
                  <a:pt x="59950" y="164097"/>
                </a:lnTo>
                <a:lnTo>
                  <a:pt x="78067" y="158363"/>
                </a:lnTo>
                <a:lnTo>
                  <a:pt x="96193" y="152629"/>
                </a:lnTo>
                <a:lnTo>
                  <a:pt x="114319" y="146895"/>
                </a:lnTo>
                <a:lnTo>
                  <a:pt x="132436" y="141161"/>
                </a:lnTo>
                <a:lnTo>
                  <a:pt x="150562" y="135417"/>
                </a:lnTo>
                <a:lnTo>
                  <a:pt x="168688" y="129683"/>
                </a:lnTo>
                <a:lnTo>
                  <a:pt x="186804" y="123949"/>
                </a:lnTo>
                <a:lnTo>
                  <a:pt x="204930" y="118215"/>
                </a:lnTo>
                <a:lnTo>
                  <a:pt x="223056" y="112481"/>
                </a:lnTo>
                <a:lnTo>
                  <a:pt x="241173" y="106747"/>
                </a:lnTo>
                <a:lnTo>
                  <a:pt x="259299" y="101003"/>
                </a:lnTo>
                <a:lnTo>
                  <a:pt x="277425" y="95269"/>
                </a:lnTo>
                <a:lnTo>
                  <a:pt x="295551" y="89535"/>
                </a:lnTo>
                <a:lnTo>
                  <a:pt x="313668" y="83801"/>
                </a:lnTo>
                <a:lnTo>
                  <a:pt x="331794" y="78067"/>
                </a:lnTo>
                <a:lnTo>
                  <a:pt x="349920" y="72333"/>
                </a:lnTo>
                <a:lnTo>
                  <a:pt x="368036" y="66599"/>
                </a:lnTo>
                <a:lnTo>
                  <a:pt x="386163" y="60855"/>
                </a:lnTo>
                <a:lnTo>
                  <a:pt x="404289" y="55121"/>
                </a:lnTo>
                <a:lnTo>
                  <a:pt x="422405" y="49387"/>
                </a:lnTo>
                <a:lnTo>
                  <a:pt x="440531" y="43653"/>
                </a:lnTo>
                <a:lnTo>
                  <a:pt x="458657" y="37919"/>
                </a:lnTo>
                <a:lnTo>
                  <a:pt x="476783" y="32185"/>
                </a:lnTo>
                <a:lnTo>
                  <a:pt x="494900" y="26441"/>
                </a:lnTo>
                <a:lnTo>
                  <a:pt x="513026" y="20707"/>
                </a:lnTo>
                <a:lnTo>
                  <a:pt x="531152" y="14973"/>
                </a:lnTo>
                <a:lnTo>
                  <a:pt x="549269" y="9239"/>
                </a:lnTo>
                <a:lnTo>
                  <a:pt x="567395" y="3505"/>
                </a:lnTo>
                <a:lnTo>
                  <a:pt x="583883" y="0"/>
                </a:lnTo>
                <a:lnTo>
                  <a:pt x="583883" y="19012"/>
                </a:lnTo>
                <a:lnTo>
                  <a:pt x="583883" y="38014"/>
                </a:lnTo>
                <a:lnTo>
                  <a:pt x="583883" y="57026"/>
                </a:lnTo>
                <a:lnTo>
                  <a:pt x="583883" y="76038"/>
                </a:lnTo>
                <a:lnTo>
                  <a:pt x="583883" y="95050"/>
                </a:lnTo>
                <a:lnTo>
                  <a:pt x="583883" y="114052"/>
                </a:lnTo>
                <a:lnTo>
                  <a:pt x="583883" y="133064"/>
                </a:lnTo>
                <a:lnTo>
                  <a:pt x="583883" y="152076"/>
                </a:lnTo>
                <a:lnTo>
                  <a:pt x="583883" y="171079"/>
                </a:lnTo>
                <a:lnTo>
                  <a:pt x="583883" y="190090"/>
                </a:lnTo>
                <a:lnTo>
                  <a:pt x="583883" y="209102"/>
                </a:lnTo>
                <a:lnTo>
                  <a:pt x="583883" y="228105"/>
                </a:lnTo>
                <a:lnTo>
                  <a:pt x="583883" y="247117"/>
                </a:lnTo>
                <a:lnTo>
                  <a:pt x="583883" y="266129"/>
                </a:lnTo>
                <a:lnTo>
                  <a:pt x="583883" y="285140"/>
                </a:lnTo>
                <a:lnTo>
                  <a:pt x="583883" y="304143"/>
                </a:lnTo>
                <a:lnTo>
                  <a:pt x="583883" y="323155"/>
                </a:lnTo>
                <a:lnTo>
                  <a:pt x="583883" y="342167"/>
                </a:lnTo>
                <a:lnTo>
                  <a:pt x="573129" y="353578"/>
                </a:lnTo>
                <a:lnTo>
                  <a:pt x="555222" y="359950"/>
                </a:lnTo>
                <a:lnTo>
                  <a:pt x="537305" y="366322"/>
                </a:lnTo>
                <a:lnTo>
                  <a:pt x="519398" y="372694"/>
                </a:lnTo>
                <a:lnTo>
                  <a:pt x="501491" y="379057"/>
                </a:lnTo>
                <a:lnTo>
                  <a:pt x="483575" y="385429"/>
                </a:lnTo>
                <a:lnTo>
                  <a:pt x="465668" y="391801"/>
                </a:lnTo>
                <a:lnTo>
                  <a:pt x="447751" y="398164"/>
                </a:lnTo>
                <a:lnTo>
                  <a:pt x="429844" y="404536"/>
                </a:lnTo>
                <a:lnTo>
                  <a:pt x="411937" y="410909"/>
                </a:lnTo>
                <a:lnTo>
                  <a:pt x="394021" y="417281"/>
                </a:lnTo>
                <a:lnTo>
                  <a:pt x="376114" y="423643"/>
                </a:lnTo>
                <a:lnTo>
                  <a:pt x="358207" y="430016"/>
                </a:lnTo>
                <a:lnTo>
                  <a:pt x="340290" y="436388"/>
                </a:lnTo>
                <a:lnTo>
                  <a:pt x="322383" y="442751"/>
                </a:lnTo>
                <a:lnTo>
                  <a:pt x="304476" y="449123"/>
                </a:lnTo>
                <a:lnTo>
                  <a:pt x="286560" y="455495"/>
                </a:lnTo>
                <a:lnTo>
                  <a:pt x="268653" y="461858"/>
                </a:lnTo>
                <a:lnTo>
                  <a:pt x="250746" y="468230"/>
                </a:lnTo>
                <a:lnTo>
                  <a:pt x="232829" y="474602"/>
                </a:lnTo>
                <a:lnTo>
                  <a:pt x="214922" y="480974"/>
                </a:lnTo>
                <a:lnTo>
                  <a:pt x="197015" y="487337"/>
                </a:lnTo>
                <a:lnTo>
                  <a:pt x="179099" y="493709"/>
                </a:lnTo>
                <a:lnTo>
                  <a:pt x="161192" y="500082"/>
                </a:lnTo>
                <a:lnTo>
                  <a:pt x="143285" y="506444"/>
                </a:lnTo>
                <a:lnTo>
                  <a:pt x="125368" y="512816"/>
                </a:lnTo>
                <a:lnTo>
                  <a:pt x="107461" y="519189"/>
                </a:lnTo>
                <a:lnTo>
                  <a:pt x="89554" y="525551"/>
                </a:lnTo>
                <a:lnTo>
                  <a:pt x="71638" y="531924"/>
                </a:lnTo>
                <a:lnTo>
                  <a:pt x="53731" y="538296"/>
                </a:lnTo>
                <a:lnTo>
                  <a:pt x="35824" y="544668"/>
                </a:lnTo>
                <a:lnTo>
                  <a:pt x="17907" y="551031"/>
                </a:lnTo>
                <a:lnTo>
                  <a:pt x="0" y="55740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1B31F712-E5F0-495B-B384-2A3EF9A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448" y="5048250"/>
            <a:ext cx="1947177" cy="207645"/>
          </a:xfrm>
          <a:custGeom xmlns:a="http://schemas.openxmlformats.org/drawingml/2006/main">
            <a:pathLst>
              <a:path w="1947177" h="207645">
                <a:moveTo>
                  <a:pt x="0" y="207645"/>
                </a:moveTo>
                <a:lnTo>
                  <a:pt x="19021" y="207645"/>
                </a:lnTo>
                <a:lnTo>
                  <a:pt x="38052" y="207645"/>
                </a:lnTo>
                <a:lnTo>
                  <a:pt x="57074" y="207645"/>
                </a:lnTo>
                <a:lnTo>
                  <a:pt x="76105" y="207645"/>
                </a:lnTo>
                <a:lnTo>
                  <a:pt x="95126" y="207645"/>
                </a:lnTo>
                <a:lnTo>
                  <a:pt x="114157" y="207645"/>
                </a:lnTo>
                <a:lnTo>
                  <a:pt x="133179" y="207645"/>
                </a:lnTo>
                <a:lnTo>
                  <a:pt x="152210" y="207645"/>
                </a:lnTo>
                <a:lnTo>
                  <a:pt x="171231" y="207645"/>
                </a:lnTo>
                <a:lnTo>
                  <a:pt x="190262" y="207645"/>
                </a:lnTo>
                <a:lnTo>
                  <a:pt x="209283" y="207645"/>
                </a:lnTo>
                <a:lnTo>
                  <a:pt x="228305" y="207645"/>
                </a:lnTo>
                <a:lnTo>
                  <a:pt x="247336" y="207645"/>
                </a:lnTo>
                <a:lnTo>
                  <a:pt x="266357" y="207645"/>
                </a:lnTo>
                <a:lnTo>
                  <a:pt x="285388" y="207645"/>
                </a:lnTo>
                <a:lnTo>
                  <a:pt x="304409" y="207645"/>
                </a:lnTo>
                <a:lnTo>
                  <a:pt x="323440" y="207645"/>
                </a:lnTo>
                <a:lnTo>
                  <a:pt x="342462" y="207645"/>
                </a:lnTo>
                <a:lnTo>
                  <a:pt x="361493" y="207645"/>
                </a:lnTo>
                <a:lnTo>
                  <a:pt x="380514" y="207645"/>
                </a:lnTo>
                <a:lnTo>
                  <a:pt x="399545" y="207645"/>
                </a:lnTo>
                <a:lnTo>
                  <a:pt x="418567" y="207645"/>
                </a:lnTo>
                <a:lnTo>
                  <a:pt x="437588" y="207645"/>
                </a:lnTo>
                <a:lnTo>
                  <a:pt x="456619" y="207645"/>
                </a:lnTo>
                <a:lnTo>
                  <a:pt x="475640" y="207645"/>
                </a:lnTo>
                <a:lnTo>
                  <a:pt x="494671" y="207645"/>
                </a:lnTo>
                <a:lnTo>
                  <a:pt x="513693" y="207645"/>
                </a:lnTo>
                <a:lnTo>
                  <a:pt x="532724" y="207645"/>
                </a:lnTo>
                <a:lnTo>
                  <a:pt x="551745" y="207645"/>
                </a:lnTo>
                <a:lnTo>
                  <a:pt x="570776" y="207645"/>
                </a:lnTo>
                <a:lnTo>
                  <a:pt x="589798" y="207645"/>
                </a:lnTo>
                <a:lnTo>
                  <a:pt x="608828" y="207645"/>
                </a:lnTo>
                <a:lnTo>
                  <a:pt x="627850" y="207645"/>
                </a:lnTo>
                <a:lnTo>
                  <a:pt x="646871" y="207645"/>
                </a:lnTo>
                <a:lnTo>
                  <a:pt x="665902" y="207645"/>
                </a:lnTo>
                <a:lnTo>
                  <a:pt x="684924" y="207645"/>
                </a:lnTo>
                <a:lnTo>
                  <a:pt x="703955" y="207645"/>
                </a:lnTo>
                <a:lnTo>
                  <a:pt x="722976" y="207645"/>
                </a:lnTo>
                <a:lnTo>
                  <a:pt x="742007" y="207645"/>
                </a:lnTo>
                <a:lnTo>
                  <a:pt x="761028" y="207645"/>
                </a:lnTo>
                <a:lnTo>
                  <a:pt x="780059" y="207645"/>
                </a:lnTo>
                <a:lnTo>
                  <a:pt x="799081" y="207645"/>
                </a:lnTo>
                <a:lnTo>
                  <a:pt x="818112" y="207645"/>
                </a:lnTo>
                <a:lnTo>
                  <a:pt x="837133" y="207645"/>
                </a:lnTo>
                <a:lnTo>
                  <a:pt x="856155" y="207645"/>
                </a:lnTo>
                <a:lnTo>
                  <a:pt x="875186" y="207645"/>
                </a:lnTo>
                <a:lnTo>
                  <a:pt x="894207" y="207645"/>
                </a:lnTo>
                <a:lnTo>
                  <a:pt x="913238" y="207645"/>
                </a:lnTo>
                <a:lnTo>
                  <a:pt x="932259" y="207645"/>
                </a:lnTo>
                <a:lnTo>
                  <a:pt x="951290" y="207645"/>
                </a:lnTo>
                <a:lnTo>
                  <a:pt x="970312" y="207645"/>
                </a:lnTo>
                <a:lnTo>
                  <a:pt x="989343" y="207645"/>
                </a:lnTo>
                <a:lnTo>
                  <a:pt x="1008364" y="207645"/>
                </a:lnTo>
                <a:lnTo>
                  <a:pt x="1027395" y="207645"/>
                </a:lnTo>
                <a:lnTo>
                  <a:pt x="1046417" y="207645"/>
                </a:lnTo>
                <a:lnTo>
                  <a:pt x="1065438" y="207645"/>
                </a:lnTo>
                <a:lnTo>
                  <a:pt x="1084469" y="207645"/>
                </a:lnTo>
                <a:lnTo>
                  <a:pt x="1103490" y="207645"/>
                </a:lnTo>
                <a:lnTo>
                  <a:pt x="1122521" y="207645"/>
                </a:lnTo>
                <a:lnTo>
                  <a:pt x="1141543" y="207645"/>
                </a:lnTo>
                <a:lnTo>
                  <a:pt x="1160574" y="207645"/>
                </a:lnTo>
                <a:lnTo>
                  <a:pt x="1179595" y="207645"/>
                </a:lnTo>
                <a:lnTo>
                  <a:pt x="1198626" y="207645"/>
                </a:lnTo>
                <a:lnTo>
                  <a:pt x="1217647" y="207645"/>
                </a:lnTo>
                <a:lnTo>
                  <a:pt x="1236678" y="207645"/>
                </a:lnTo>
                <a:lnTo>
                  <a:pt x="1255700" y="207645"/>
                </a:lnTo>
                <a:lnTo>
                  <a:pt x="1274721" y="207645"/>
                </a:lnTo>
                <a:lnTo>
                  <a:pt x="1293752" y="207645"/>
                </a:lnTo>
                <a:lnTo>
                  <a:pt x="1312774" y="207645"/>
                </a:lnTo>
                <a:lnTo>
                  <a:pt x="1331805" y="207645"/>
                </a:lnTo>
                <a:lnTo>
                  <a:pt x="1350826" y="207645"/>
                </a:lnTo>
                <a:lnTo>
                  <a:pt x="1369857" y="207645"/>
                </a:lnTo>
                <a:lnTo>
                  <a:pt x="1387831" y="201539"/>
                </a:lnTo>
                <a:lnTo>
                  <a:pt x="1405757" y="195158"/>
                </a:lnTo>
                <a:lnTo>
                  <a:pt x="1423673" y="188786"/>
                </a:lnTo>
                <a:lnTo>
                  <a:pt x="1441599" y="182413"/>
                </a:lnTo>
                <a:lnTo>
                  <a:pt x="1459525" y="176032"/>
                </a:lnTo>
                <a:lnTo>
                  <a:pt x="1477451" y="169659"/>
                </a:lnTo>
                <a:lnTo>
                  <a:pt x="1495377" y="163287"/>
                </a:lnTo>
                <a:lnTo>
                  <a:pt x="1513303" y="156915"/>
                </a:lnTo>
                <a:lnTo>
                  <a:pt x="1531229" y="150533"/>
                </a:lnTo>
                <a:lnTo>
                  <a:pt x="1549156" y="144161"/>
                </a:lnTo>
                <a:lnTo>
                  <a:pt x="1567082" y="137789"/>
                </a:lnTo>
                <a:lnTo>
                  <a:pt x="1585008" y="131407"/>
                </a:lnTo>
                <a:lnTo>
                  <a:pt x="1602934" y="125035"/>
                </a:lnTo>
                <a:lnTo>
                  <a:pt x="1620860" y="118662"/>
                </a:lnTo>
                <a:lnTo>
                  <a:pt x="1638786" y="112290"/>
                </a:lnTo>
                <a:lnTo>
                  <a:pt x="1656712" y="105908"/>
                </a:lnTo>
                <a:lnTo>
                  <a:pt x="1674638" y="99536"/>
                </a:lnTo>
                <a:lnTo>
                  <a:pt x="1692564" y="93164"/>
                </a:lnTo>
                <a:lnTo>
                  <a:pt x="1710490" y="86782"/>
                </a:lnTo>
                <a:lnTo>
                  <a:pt x="1728416" y="80410"/>
                </a:lnTo>
                <a:lnTo>
                  <a:pt x="1746342" y="74038"/>
                </a:lnTo>
                <a:lnTo>
                  <a:pt x="1764268" y="67666"/>
                </a:lnTo>
                <a:lnTo>
                  <a:pt x="1782194" y="61284"/>
                </a:lnTo>
                <a:lnTo>
                  <a:pt x="1800120" y="54912"/>
                </a:lnTo>
                <a:lnTo>
                  <a:pt x="1818046" y="48539"/>
                </a:lnTo>
                <a:lnTo>
                  <a:pt x="1835972" y="42158"/>
                </a:lnTo>
                <a:lnTo>
                  <a:pt x="1853898" y="35785"/>
                </a:lnTo>
                <a:lnTo>
                  <a:pt x="1871824" y="29413"/>
                </a:lnTo>
                <a:lnTo>
                  <a:pt x="1889750" y="23041"/>
                </a:lnTo>
                <a:lnTo>
                  <a:pt x="1907677" y="16659"/>
                </a:lnTo>
                <a:lnTo>
                  <a:pt x="1925603" y="10287"/>
                </a:lnTo>
                <a:lnTo>
                  <a:pt x="1943529" y="3915"/>
                </a:lnTo>
                <a:lnTo>
                  <a:pt x="1947177" y="0"/>
                </a:lnTo>
                <a:lnTo>
                  <a:pt x="1928155" y="0"/>
                </a:lnTo>
                <a:lnTo>
                  <a:pt x="1909124" y="0"/>
                </a:lnTo>
                <a:lnTo>
                  <a:pt x="1890103" y="0"/>
                </a:lnTo>
                <a:lnTo>
                  <a:pt x="1871072" y="0"/>
                </a:lnTo>
                <a:lnTo>
                  <a:pt x="1852051" y="0"/>
                </a:lnTo>
                <a:lnTo>
                  <a:pt x="1833029" y="0"/>
                </a:lnTo>
                <a:lnTo>
                  <a:pt x="1813998" y="0"/>
                </a:lnTo>
                <a:lnTo>
                  <a:pt x="1794977" y="0"/>
                </a:lnTo>
                <a:lnTo>
                  <a:pt x="1775946" y="0"/>
                </a:lnTo>
                <a:lnTo>
                  <a:pt x="1756924" y="0"/>
                </a:lnTo>
                <a:lnTo>
                  <a:pt x="1737893" y="0"/>
                </a:lnTo>
                <a:lnTo>
                  <a:pt x="1718872" y="0"/>
                </a:lnTo>
                <a:lnTo>
                  <a:pt x="1699841" y="0"/>
                </a:lnTo>
                <a:lnTo>
                  <a:pt x="1680820" y="0"/>
                </a:lnTo>
                <a:lnTo>
                  <a:pt x="1661789" y="0"/>
                </a:lnTo>
                <a:lnTo>
                  <a:pt x="1642767" y="0"/>
                </a:lnTo>
                <a:lnTo>
                  <a:pt x="1623746" y="0"/>
                </a:lnTo>
                <a:lnTo>
                  <a:pt x="1604715" y="0"/>
                </a:lnTo>
                <a:lnTo>
                  <a:pt x="1585693" y="0"/>
                </a:lnTo>
                <a:lnTo>
                  <a:pt x="1566662" y="0"/>
                </a:lnTo>
                <a:lnTo>
                  <a:pt x="1547641" y="0"/>
                </a:lnTo>
                <a:lnTo>
                  <a:pt x="1528610" y="0"/>
                </a:lnTo>
                <a:lnTo>
                  <a:pt x="1509589" y="0"/>
                </a:lnTo>
                <a:lnTo>
                  <a:pt x="1490558" y="0"/>
                </a:lnTo>
                <a:lnTo>
                  <a:pt x="1471536" y="0"/>
                </a:lnTo>
                <a:lnTo>
                  <a:pt x="1452505" y="0"/>
                </a:lnTo>
                <a:lnTo>
                  <a:pt x="1433484" y="0"/>
                </a:lnTo>
                <a:lnTo>
                  <a:pt x="1414463" y="0"/>
                </a:lnTo>
                <a:lnTo>
                  <a:pt x="1395432" y="0"/>
                </a:lnTo>
                <a:lnTo>
                  <a:pt x="1376410" y="0"/>
                </a:lnTo>
                <a:lnTo>
                  <a:pt x="1357379" y="0"/>
                </a:lnTo>
                <a:lnTo>
                  <a:pt x="1338358" y="0"/>
                </a:lnTo>
                <a:lnTo>
                  <a:pt x="1319327" y="0"/>
                </a:lnTo>
                <a:lnTo>
                  <a:pt x="1300305" y="0"/>
                </a:lnTo>
                <a:lnTo>
                  <a:pt x="1281274" y="0"/>
                </a:lnTo>
                <a:lnTo>
                  <a:pt x="1262253" y="0"/>
                </a:lnTo>
                <a:lnTo>
                  <a:pt x="1243222" y="0"/>
                </a:lnTo>
                <a:lnTo>
                  <a:pt x="1224201" y="0"/>
                </a:lnTo>
                <a:lnTo>
                  <a:pt x="1205179" y="0"/>
                </a:lnTo>
                <a:lnTo>
                  <a:pt x="1186148" y="0"/>
                </a:lnTo>
                <a:lnTo>
                  <a:pt x="1167127" y="0"/>
                </a:lnTo>
                <a:lnTo>
                  <a:pt x="1148096" y="0"/>
                </a:lnTo>
                <a:lnTo>
                  <a:pt x="1129074" y="0"/>
                </a:lnTo>
                <a:lnTo>
                  <a:pt x="1110044" y="0"/>
                </a:lnTo>
                <a:lnTo>
                  <a:pt x="1091022" y="0"/>
                </a:lnTo>
                <a:lnTo>
                  <a:pt x="1071991" y="0"/>
                </a:lnTo>
                <a:lnTo>
                  <a:pt x="1052970" y="0"/>
                </a:lnTo>
                <a:lnTo>
                  <a:pt x="1033939" y="0"/>
                </a:lnTo>
                <a:lnTo>
                  <a:pt x="1014917" y="0"/>
                </a:lnTo>
                <a:lnTo>
                  <a:pt x="995896" y="0"/>
                </a:lnTo>
                <a:lnTo>
                  <a:pt x="976865" y="0"/>
                </a:lnTo>
                <a:lnTo>
                  <a:pt x="957844" y="0"/>
                </a:lnTo>
                <a:lnTo>
                  <a:pt x="938813" y="0"/>
                </a:lnTo>
                <a:lnTo>
                  <a:pt x="919791" y="0"/>
                </a:lnTo>
                <a:lnTo>
                  <a:pt x="900760" y="0"/>
                </a:lnTo>
                <a:lnTo>
                  <a:pt x="881739" y="0"/>
                </a:lnTo>
                <a:lnTo>
                  <a:pt x="862708" y="0"/>
                </a:lnTo>
                <a:lnTo>
                  <a:pt x="843686" y="0"/>
                </a:lnTo>
                <a:lnTo>
                  <a:pt x="824655" y="0"/>
                </a:lnTo>
                <a:lnTo>
                  <a:pt x="805634" y="0"/>
                </a:lnTo>
                <a:lnTo>
                  <a:pt x="786613" y="0"/>
                </a:lnTo>
                <a:lnTo>
                  <a:pt x="767582" y="0"/>
                </a:lnTo>
                <a:lnTo>
                  <a:pt x="748560" y="0"/>
                </a:lnTo>
                <a:lnTo>
                  <a:pt x="729529" y="0"/>
                </a:lnTo>
                <a:lnTo>
                  <a:pt x="710508" y="0"/>
                </a:lnTo>
                <a:lnTo>
                  <a:pt x="691477" y="0"/>
                </a:lnTo>
                <a:lnTo>
                  <a:pt x="672455" y="0"/>
                </a:lnTo>
                <a:lnTo>
                  <a:pt x="654110" y="4515"/>
                </a:lnTo>
                <a:lnTo>
                  <a:pt x="635946" y="10154"/>
                </a:lnTo>
                <a:lnTo>
                  <a:pt x="617772" y="15802"/>
                </a:lnTo>
                <a:lnTo>
                  <a:pt x="599608" y="21441"/>
                </a:lnTo>
                <a:lnTo>
                  <a:pt x="581435" y="27089"/>
                </a:lnTo>
                <a:lnTo>
                  <a:pt x="563261" y="32728"/>
                </a:lnTo>
                <a:lnTo>
                  <a:pt x="545097" y="38367"/>
                </a:lnTo>
                <a:lnTo>
                  <a:pt x="526923" y="44015"/>
                </a:lnTo>
                <a:lnTo>
                  <a:pt x="508759" y="49654"/>
                </a:lnTo>
                <a:lnTo>
                  <a:pt x="490585" y="55302"/>
                </a:lnTo>
                <a:lnTo>
                  <a:pt x="472411" y="60941"/>
                </a:lnTo>
                <a:lnTo>
                  <a:pt x="454247" y="66580"/>
                </a:lnTo>
                <a:lnTo>
                  <a:pt x="436074" y="72228"/>
                </a:lnTo>
                <a:lnTo>
                  <a:pt x="417909" y="77867"/>
                </a:lnTo>
                <a:lnTo>
                  <a:pt x="399736" y="83515"/>
                </a:lnTo>
                <a:lnTo>
                  <a:pt x="381562" y="89154"/>
                </a:lnTo>
                <a:lnTo>
                  <a:pt x="363398" y="94793"/>
                </a:lnTo>
                <a:lnTo>
                  <a:pt x="345224" y="100441"/>
                </a:lnTo>
                <a:lnTo>
                  <a:pt x="327060" y="106080"/>
                </a:lnTo>
                <a:lnTo>
                  <a:pt x="308886" y="111719"/>
                </a:lnTo>
                <a:lnTo>
                  <a:pt x="290713" y="117367"/>
                </a:lnTo>
                <a:lnTo>
                  <a:pt x="272548" y="123006"/>
                </a:lnTo>
                <a:lnTo>
                  <a:pt x="254375" y="128654"/>
                </a:lnTo>
                <a:lnTo>
                  <a:pt x="236210" y="134293"/>
                </a:lnTo>
                <a:lnTo>
                  <a:pt x="218037" y="139932"/>
                </a:lnTo>
                <a:lnTo>
                  <a:pt x="199863" y="145580"/>
                </a:lnTo>
                <a:lnTo>
                  <a:pt x="181699" y="151219"/>
                </a:lnTo>
                <a:lnTo>
                  <a:pt x="163525" y="156867"/>
                </a:lnTo>
                <a:lnTo>
                  <a:pt x="145361" y="162506"/>
                </a:lnTo>
                <a:lnTo>
                  <a:pt x="127187" y="168145"/>
                </a:lnTo>
                <a:lnTo>
                  <a:pt x="109023" y="173793"/>
                </a:lnTo>
                <a:lnTo>
                  <a:pt x="90849" y="179432"/>
                </a:lnTo>
                <a:lnTo>
                  <a:pt x="72676" y="185071"/>
                </a:lnTo>
                <a:lnTo>
                  <a:pt x="54512" y="190719"/>
                </a:lnTo>
                <a:lnTo>
                  <a:pt x="36338" y="196358"/>
                </a:lnTo>
                <a:lnTo>
                  <a:pt x="18174" y="202006"/>
                </a:lnTo>
                <a:lnTo>
                  <a:pt x="0" y="20764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BEAC141-4317-4777-BC4F-A95B08CD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033" y="5048250"/>
            <a:ext cx="1744980" cy="207645"/>
          </a:xfrm>
          <a:custGeom xmlns:a="http://schemas.openxmlformats.org/drawingml/2006/main">
            <a:pathLst>
              <a:path w="1744980" h="207645">
                <a:moveTo>
                  <a:pt x="0" y="207645"/>
                </a:moveTo>
                <a:lnTo>
                  <a:pt x="18945" y="207645"/>
                </a:lnTo>
                <a:lnTo>
                  <a:pt x="37881" y="207645"/>
                </a:lnTo>
                <a:lnTo>
                  <a:pt x="56826" y="207645"/>
                </a:lnTo>
                <a:lnTo>
                  <a:pt x="75762" y="207645"/>
                </a:lnTo>
                <a:lnTo>
                  <a:pt x="94707" y="207645"/>
                </a:lnTo>
                <a:lnTo>
                  <a:pt x="113643" y="207645"/>
                </a:lnTo>
                <a:lnTo>
                  <a:pt x="132588" y="207645"/>
                </a:lnTo>
                <a:lnTo>
                  <a:pt x="151524" y="207645"/>
                </a:lnTo>
                <a:lnTo>
                  <a:pt x="170469" y="207645"/>
                </a:lnTo>
                <a:lnTo>
                  <a:pt x="189405" y="207645"/>
                </a:lnTo>
                <a:lnTo>
                  <a:pt x="208350" y="207645"/>
                </a:lnTo>
                <a:lnTo>
                  <a:pt x="227286" y="207645"/>
                </a:lnTo>
                <a:lnTo>
                  <a:pt x="246231" y="207645"/>
                </a:lnTo>
                <a:lnTo>
                  <a:pt x="265166" y="207645"/>
                </a:lnTo>
                <a:lnTo>
                  <a:pt x="284112" y="207645"/>
                </a:lnTo>
                <a:lnTo>
                  <a:pt x="303047" y="207645"/>
                </a:lnTo>
                <a:lnTo>
                  <a:pt x="321993" y="207645"/>
                </a:lnTo>
                <a:lnTo>
                  <a:pt x="340928" y="207645"/>
                </a:lnTo>
                <a:lnTo>
                  <a:pt x="359874" y="207645"/>
                </a:lnTo>
                <a:lnTo>
                  <a:pt x="378809" y="207645"/>
                </a:lnTo>
                <a:lnTo>
                  <a:pt x="397754" y="207645"/>
                </a:lnTo>
                <a:lnTo>
                  <a:pt x="416690" y="207645"/>
                </a:lnTo>
                <a:lnTo>
                  <a:pt x="435635" y="207645"/>
                </a:lnTo>
                <a:lnTo>
                  <a:pt x="454571" y="207645"/>
                </a:lnTo>
                <a:lnTo>
                  <a:pt x="473516" y="207645"/>
                </a:lnTo>
                <a:lnTo>
                  <a:pt x="492462" y="207645"/>
                </a:lnTo>
                <a:lnTo>
                  <a:pt x="511397" y="207645"/>
                </a:lnTo>
                <a:lnTo>
                  <a:pt x="530342" y="207645"/>
                </a:lnTo>
                <a:lnTo>
                  <a:pt x="549278" y="207645"/>
                </a:lnTo>
                <a:lnTo>
                  <a:pt x="568223" y="207645"/>
                </a:lnTo>
                <a:lnTo>
                  <a:pt x="587159" y="207645"/>
                </a:lnTo>
                <a:lnTo>
                  <a:pt x="606104" y="207645"/>
                </a:lnTo>
                <a:lnTo>
                  <a:pt x="625040" y="207645"/>
                </a:lnTo>
                <a:lnTo>
                  <a:pt x="643985" y="207645"/>
                </a:lnTo>
                <a:lnTo>
                  <a:pt x="662921" y="207645"/>
                </a:lnTo>
                <a:lnTo>
                  <a:pt x="681866" y="207645"/>
                </a:lnTo>
                <a:lnTo>
                  <a:pt x="700802" y="207645"/>
                </a:lnTo>
                <a:lnTo>
                  <a:pt x="719747" y="207645"/>
                </a:lnTo>
                <a:lnTo>
                  <a:pt x="738683" y="207645"/>
                </a:lnTo>
                <a:lnTo>
                  <a:pt x="757628" y="207645"/>
                </a:lnTo>
                <a:lnTo>
                  <a:pt x="776564" y="207645"/>
                </a:lnTo>
                <a:lnTo>
                  <a:pt x="795509" y="207645"/>
                </a:lnTo>
                <a:lnTo>
                  <a:pt x="814445" y="207645"/>
                </a:lnTo>
                <a:lnTo>
                  <a:pt x="833390" y="207645"/>
                </a:lnTo>
                <a:lnTo>
                  <a:pt x="852326" y="207645"/>
                </a:lnTo>
                <a:lnTo>
                  <a:pt x="871271" y="207645"/>
                </a:lnTo>
                <a:lnTo>
                  <a:pt x="890206" y="207645"/>
                </a:lnTo>
                <a:lnTo>
                  <a:pt x="909152" y="207645"/>
                </a:lnTo>
                <a:lnTo>
                  <a:pt x="928097" y="207645"/>
                </a:lnTo>
                <a:lnTo>
                  <a:pt x="947033" y="207645"/>
                </a:lnTo>
                <a:lnTo>
                  <a:pt x="965978" y="207645"/>
                </a:lnTo>
                <a:lnTo>
                  <a:pt x="984914" y="207645"/>
                </a:lnTo>
                <a:lnTo>
                  <a:pt x="1003859" y="207645"/>
                </a:lnTo>
                <a:lnTo>
                  <a:pt x="1022795" y="207645"/>
                </a:lnTo>
                <a:lnTo>
                  <a:pt x="1041740" y="207645"/>
                </a:lnTo>
                <a:lnTo>
                  <a:pt x="1060675" y="207645"/>
                </a:lnTo>
                <a:lnTo>
                  <a:pt x="1079621" y="207645"/>
                </a:lnTo>
                <a:lnTo>
                  <a:pt x="1098556" y="207645"/>
                </a:lnTo>
                <a:lnTo>
                  <a:pt x="1117502" y="207645"/>
                </a:lnTo>
                <a:lnTo>
                  <a:pt x="1136437" y="207645"/>
                </a:lnTo>
                <a:lnTo>
                  <a:pt x="1155325" y="207331"/>
                </a:lnTo>
                <a:lnTo>
                  <a:pt x="1173194" y="201044"/>
                </a:lnTo>
                <a:lnTo>
                  <a:pt x="1191063" y="194767"/>
                </a:lnTo>
                <a:lnTo>
                  <a:pt x="1208932" y="188481"/>
                </a:lnTo>
                <a:lnTo>
                  <a:pt x="1226801" y="182194"/>
                </a:lnTo>
                <a:lnTo>
                  <a:pt x="1244670" y="175917"/>
                </a:lnTo>
                <a:lnTo>
                  <a:pt x="1262539" y="169631"/>
                </a:lnTo>
                <a:lnTo>
                  <a:pt x="1280408" y="163354"/>
                </a:lnTo>
                <a:lnTo>
                  <a:pt x="1298277" y="157067"/>
                </a:lnTo>
                <a:lnTo>
                  <a:pt x="1316145" y="150781"/>
                </a:lnTo>
                <a:lnTo>
                  <a:pt x="1334005" y="144504"/>
                </a:lnTo>
                <a:lnTo>
                  <a:pt x="1351874" y="138217"/>
                </a:lnTo>
                <a:lnTo>
                  <a:pt x="1369743" y="131940"/>
                </a:lnTo>
                <a:lnTo>
                  <a:pt x="1387612" y="125654"/>
                </a:lnTo>
                <a:lnTo>
                  <a:pt x="1405480" y="119367"/>
                </a:lnTo>
                <a:lnTo>
                  <a:pt x="1423349" y="113090"/>
                </a:lnTo>
                <a:lnTo>
                  <a:pt x="1441218" y="106804"/>
                </a:lnTo>
                <a:lnTo>
                  <a:pt x="1459087" y="100527"/>
                </a:lnTo>
                <a:lnTo>
                  <a:pt x="1476956" y="94240"/>
                </a:lnTo>
                <a:lnTo>
                  <a:pt x="1494825" y="87954"/>
                </a:lnTo>
                <a:lnTo>
                  <a:pt x="1512694" y="81677"/>
                </a:lnTo>
                <a:lnTo>
                  <a:pt x="1530563" y="75390"/>
                </a:lnTo>
                <a:lnTo>
                  <a:pt x="1548432" y="69113"/>
                </a:lnTo>
                <a:lnTo>
                  <a:pt x="1566301" y="62827"/>
                </a:lnTo>
                <a:lnTo>
                  <a:pt x="1584169" y="56540"/>
                </a:lnTo>
                <a:lnTo>
                  <a:pt x="1602038" y="50263"/>
                </a:lnTo>
                <a:lnTo>
                  <a:pt x="1619898" y="43977"/>
                </a:lnTo>
                <a:lnTo>
                  <a:pt x="1637767" y="37700"/>
                </a:lnTo>
                <a:lnTo>
                  <a:pt x="1655636" y="31413"/>
                </a:lnTo>
                <a:lnTo>
                  <a:pt x="1673504" y="25127"/>
                </a:lnTo>
                <a:lnTo>
                  <a:pt x="1691373" y="18850"/>
                </a:lnTo>
                <a:lnTo>
                  <a:pt x="1709242" y="12563"/>
                </a:lnTo>
                <a:lnTo>
                  <a:pt x="1727111" y="6287"/>
                </a:lnTo>
                <a:lnTo>
                  <a:pt x="1744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176AAFB-6AD9-4BA3-A309-2D1238D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5048250"/>
            <a:ext cx="1082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F7432206-C779-4E3B-9088-B3144B30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6743" y="4347677"/>
            <a:ext cx="499110" cy="533886"/>
          </a:xfrm>
          <a:custGeom xmlns:a="http://schemas.openxmlformats.org/drawingml/2006/main">
            <a:pathLst>
              <a:path w="499110" h="533886">
                <a:moveTo>
                  <a:pt x="0" y="533886"/>
                </a:moveTo>
                <a:lnTo>
                  <a:pt x="0" y="514922"/>
                </a:lnTo>
                <a:lnTo>
                  <a:pt x="0" y="495957"/>
                </a:lnTo>
                <a:lnTo>
                  <a:pt x="0" y="476993"/>
                </a:lnTo>
                <a:lnTo>
                  <a:pt x="0" y="458029"/>
                </a:lnTo>
                <a:lnTo>
                  <a:pt x="0" y="439064"/>
                </a:lnTo>
                <a:lnTo>
                  <a:pt x="0" y="420091"/>
                </a:lnTo>
                <a:lnTo>
                  <a:pt x="0" y="401126"/>
                </a:lnTo>
                <a:lnTo>
                  <a:pt x="0" y="382162"/>
                </a:lnTo>
                <a:lnTo>
                  <a:pt x="0" y="363198"/>
                </a:lnTo>
                <a:lnTo>
                  <a:pt x="0" y="344234"/>
                </a:lnTo>
                <a:lnTo>
                  <a:pt x="0" y="325269"/>
                </a:lnTo>
                <a:lnTo>
                  <a:pt x="0" y="306305"/>
                </a:lnTo>
                <a:lnTo>
                  <a:pt x="0" y="287341"/>
                </a:lnTo>
                <a:lnTo>
                  <a:pt x="0" y="268376"/>
                </a:lnTo>
                <a:lnTo>
                  <a:pt x="0" y="249403"/>
                </a:lnTo>
                <a:lnTo>
                  <a:pt x="0" y="230438"/>
                </a:lnTo>
                <a:lnTo>
                  <a:pt x="0" y="211474"/>
                </a:lnTo>
                <a:lnTo>
                  <a:pt x="0" y="192510"/>
                </a:lnTo>
                <a:lnTo>
                  <a:pt x="0" y="173546"/>
                </a:lnTo>
                <a:lnTo>
                  <a:pt x="4734" y="158020"/>
                </a:lnTo>
                <a:lnTo>
                  <a:pt x="22774" y="152171"/>
                </a:lnTo>
                <a:lnTo>
                  <a:pt x="40815" y="146314"/>
                </a:lnTo>
                <a:lnTo>
                  <a:pt x="58855" y="140465"/>
                </a:lnTo>
                <a:lnTo>
                  <a:pt x="76895" y="134607"/>
                </a:lnTo>
                <a:lnTo>
                  <a:pt x="94926" y="128759"/>
                </a:lnTo>
                <a:lnTo>
                  <a:pt x="112967" y="122901"/>
                </a:lnTo>
                <a:lnTo>
                  <a:pt x="131007" y="117053"/>
                </a:lnTo>
                <a:lnTo>
                  <a:pt x="149047" y="111195"/>
                </a:lnTo>
                <a:lnTo>
                  <a:pt x="167088" y="105347"/>
                </a:lnTo>
                <a:lnTo>
                  <a:pt x="185128" y="99498"/>
                </a:lnTo>
                <a:lnTo>
                  <a:pt x="203168" y="93640"/>
                </a:lnTo>
                <a:lnTo>
                  <a:pt x="221209" y="87792"/>
                </a:lnTo>
                <a:lnTo>
                  <a:pt x="239249" y="81934"/>
                </a:lnTo>
                <a:lnTo>
                  <a:pt x="257289" y="76086"/>
                </a:lnTo>
                <a:lnTo>
                  <a:pt x="275330" y="70228"/>
                </a:lnTo>
                <a:lnTo>
                  <a:pt x="293370" y="64379"/>
                </a:lnTo>
                <a:lnTo>
                  <a:pt x="311410" y="58522"/>
                </a:lnTo>
                <a:lnTo>
                  <a:pt x="329451" y="52673"/>
                </a:lnTo>
                <a:lnTo>
                  <a:pt x="347491" y="46825"/>
                </a:lnTo>
                <a:lnTo>
                  <a:pt x="365522" y="40967"/>
                </a:lnTo>
                <a:lnTo>
                  <a:pt x="383562" y="35119"/>
                </a:lnTo>
                <a:lnTo>
                  <a:pt x="401603" y="29261"/>
                </a:lnTo>
                <a:lnTo>
                  <a:pt x="419643" y="23412"/>
                </a:lnTo>
                <a:lnTo>
                  <a:pt x="437683" y="17555"/>
                </a:lnTo>
                <a:lnTo>
                  <a:pt x="455724" y="11706"/>
                </a:lnTo>
                <a:lnTo>
                  <a:pt x="473764" y="5848"/>
                </a:lnTo>
                <a:lnTo>
                  <a:pt x="491804" y="0"/>
                </a:lnTo>
                <a:lnTo>
                  <a:pt x="499110" y="8915"/>
                </a:lnTo>
                <a:lnTo>
                  <a:pt x="499110" y="27880"/>
                </a:lnTo>
                <a:lnTo>
                  <a:pt x="499110" y="46844"/>
                </a:lnTo>
                <a:lnTo>
                  <a:pt x="499110" y="65808"/>
                </a:lnTo>
                <a:lnTo>
                  <a:pt x="499110" y="84773"/>
                </a:lnTo>
                <a:lnTo>
                  <a:pt x="499110" y="103737"/>
                </a:lnTo>
                <a:lnTo>
                  <a:pt x="499110" y="122711"/>
                </a:lnTo>
                <a:lnTo>
                  <a:pt x="499110" y="141675"/>
                </a:lnTo>
                <a:lnTo>
                  <a:pt x="499110" y="160639"/>
                </a:lnTo>
                <a:lnTo>
                  <a:pt x="499110" y="179603"/>
                </a:lnTo>
                <a:lnTo>
                  <a:pt x="499110" y="198568"/>
                </a:lnTo>
                <a:lnTo>
                  <a:pt x="499110" y="217532"/>
                </a:lnTo>
                <a:lnTo>
                  <a:pt x="499110" y="236496"/>
                </a:lnTo>
                <a:lnTo>
                  <a:pt x="499110" y="255461"/>
                </a:lnTo>
                <a:lnTo>
                  <a:pt x="499110" y="274425"/>
                </a:lnTo>
                <a:lnTo>
                  <a:pt x="499110" y="293399"/>
                </a:lnTo>
                <a:lnTo>
                  <a:pt x="499110" y="312363"/>
                </a:lnTo>
                <a:lnTo>
                  <a:pt x="499110" y="331327"/>
                </a:lnTo>
                <a:lnTo>
                  <a:pt x="497996" y="349510"/>
                </a:lnTo>
                <a:lnTo>
                  <a:pt x="480212" y="356102"/>
                </a:lnTo>
                <a:lnTo>
                  <a:pt x="462420" y="362683"/>
                </a:lnTo>
                <a:lnTo>
                  <a:pt x="444637" y="369265"/>
                </a:lnTo>
                <a:lnTo>
                  <a:pt x="426853" y="375857"/>
                </a:lnTo>
                <a:lnTo>
                  <a:pt x="409070" y="382438"/>
                </a:lnTo>
                <a:lnTo>
                  <a:pt x="391277" y="389020"/>
                </a:lnTo>
                <a:lnTo>
                  <a:pt x="373494" y="395611"/>
                </a:lnTo>
                <a:lnTo>
                  <a:pt x="355711" y="402193"/>
                </a:lnTo>
                <a:lnTo>
                  <a:pt x="337928" y="408775"/>
                </a:lnTo>
                <a:lnTo>
                  <a:pt x="320135" y="415366"/>
                </a:lnTo>
                <a:lnTo>
                  <a:pt x="302352" y="421948"/>
                </a:lnTo>
                <a:lnTo>
                  <a:pt x="284569" y="428530"/>
                </a:lnTo>
                <a:lnTo>
                  <a:pt x="266786" y="435121"/>
                </a:lnTo>
                <a:lnTo>
                  <a:pt x="248993" y="441703"/>
                </a:lnTo>
                <a:lnTo>
                  <a:pt x="231210" y="448285"/>
                </a:lnTo>
                <a:lnTo>
                  <a:pt x="213427" y="454866"/>
                </a:lnTo>
                <a:lnTo>
                  <a:pt x="195644" y="461458"/>
                </a:lnTo>
                <a:lnTo>
                  <a:pt x="177851" y="468039"/>
                </a:lnTo>
                <a:lnTo>
                  <a:pt x="160068" y="474621"/>
                </a:lnTo>
                <a:lnTo>
                  <a:pt x="142284" y="481213"/>
                </a:lnTo>
                <a:lnTo>
                  <a:pt x="124501" y="487794"/>
                </a:lnTo>
                <a:lnTo>
                  <a:pt x="106709" y="494376"/>
                </a:lnTo>
                <a:lnTo>
                  <a:pt x="88925" y="500967"/>
                </a:lnTo>
                <a:lnTo>
                  <a:pt x="71142" y="507549"/>
                </a:lnTo>
                <a:lnTo>
                  <a:pt x="53359" y="514131"/>
                </a:lnTo>
                <a:lnTo>
                  <a:pt x="35566" y="520722"/>
                </a:lnTo>
                <a:lnTo>
                  <a:pt x="17783" y="527304"/>
                </a:lnTo>
                <a:lnTo>
                  <a:pt x="0" y="53388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9CE884FE-1990-40DE-B666-CC4EE74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6095" y="4696778"/>
            <a:ext cx="1867614" cy="184785"/>
          </a:xfrm>
          <a:custGeom xmlns:a="http://schemas.openxmlformats.org/drawingml/2006/main">
            <a:pathLst>
              <a:path w="1867614" h="184785">
                <a:moveTo>
                  <a:pt x="0" y="184785"/>
                </a:moveTo>
                <a:lnTo>
                  <a:pt x="19002" y="184785"/>
                </a:lnTo>
                <a:lnTo>
                  <a:pt x="38014" y="184785"/>
                </a:lnTo>
                <a:lnTo>
                  <a:pt x="57017" y="184785"/>
                </a:lnTo>
                <a:lnTo>
                  <a:pt x="76019" y="184785"/>
                </a:lnTo>
                <a:lnTo>
                  <a:pt x="95031" y="184785"/>
                </a:lnTo>
                <a:lnTo>
                  <a:pt x="114033" y="184785"/>
                </a:lnTo>
                <a:lnTo>
                  <a:pt x="133045" y="184785"/>
                </a:lnTo>
                <a:lnTo>
                  <a:pt x="152048" y="184785"/>
                </a:lnTo>
                <a:lnTo>
                  <a:pt x="171050" y="184785"/>
                </a:lnTo>
                <a:lnTo>
                  <a:pt x="190062" y="184785"/>
                </a:lnTo>
                <a:lnTo>
                  <a:pt x="209064" y="184785"/>
                </a:lnTo>
                <a:lnTo>
                  <a:pt x="228067" y="184785"/>
                </a:lnTo>
                <a:lnTo>
                  <a:pt x="247079" y="184785"/>
                </a:lnTo>
                <a:lnTo>
                  <a:pt x="266081" y="184785"/>
                </a:lnTo>
                <a:lnTo>
                  <a:pt x="285083" y="184785"/>
                </a:lnTo>
                <a:lnTo>
                  <a:pt x="304095" y="184785"/>
                </a:lnTo>
                <a:lnTo>
                  <a:pt x="323098" y="184785"/>
                </a:lnTo>
                <a:lnTo>
                  <a:pt x="342109" y="184785"/>
                </a:lnTo>
                <a:lnTo>
                  <a:pt x="361112" y="184785"/>
                </a:lnTo>
                <a:lnTo>
                  <a:pt x="380114" y="184785"/>
                </a:lnTo>
                <a:lnTo>
                  <a:pt x="399126" y="184785"/>
                </a:lnTo>
                <a:lnTo>
                  <a:pt x="418128" y="184785"/>
                </a:lnTo>
                <a:lnTo>
                  <a:pt x="437131" y="184785"/>
                </a:lnTo>
                <a:lnTo>
                  <a:pt x="456143" y="184785"/>
                </a:lnTo>
                <a:lnTo>
                  <a:pt x="475145" y="184785"/>
                </a:lnTo>
                <a:lnTo>
                  <a:pt x="494147" y="184785"/>
                </a:lnTo>
                <a:lnTo>
                  <a:pt x="513159" y="184785"/>
                </a:lnTo>
                <a:lnTo>
                  <a:pt x="532162" y="184785"/>
                </a:lnTo>
                <a:lnTo>
                  <a:pt x="551174" y="184785"/>
                </a:lnTo>
                <a:lnTo>
                  <a:pt x="570176" y="184785"/>
                </a:lnTo>
                <a:lnTo>
                  <a:pt x="589178" y="184785"/>
                </a:lnTo>
                <a:lnTo>
                  <a:pt x="608190" y="184785"/>
                </a:lnTo>
                <a:lnTo>
                  <a:pt x="627193" y="184785"/>
                </a:lnTo>
                <a:lnTo>
                  <a:pt x="646195" y="184785"/>
                </a:lnTo>
                <a:lnTo>
                  <a:pt x="665207" y="184785"/>
                </a:lnTo>
                <a:lnTo>
                  <a:pt x="684209" y="184785"/>
                </a:lnTo>
                <a:lnTo>
                  <a:pt x="703212" y="184785"/>
                </a:lnTo>
                <a:lnTo>
                  <a:pt x="722224" y="184785"/>
                </a:lnTo>
                <a:lnTo>
                  <a:pt x="741226" y="184785"/>
                </a:lnTo>
                <a:lnTo>
                  <a:pt x="760238" y="184785"/>
                </a:lnTo>
                <a:lnTo>
                  <a:pt x="779240" y="184785"/>
                </a:lnTo>
                <a:lnTo>
                  <a:pt x="798243" y="184785"/>
                </a:lnTo>
                <a:lnTo>
                  <a:pt x="817255" y="184785"/>
                </a:lnTo>
                <a:lnTo>
                  <a:pt x="836257" y="184785"/>
                </a:lnTo>
                <a:lnTo>
                  <a:pt x="855259" y="184785"/>
                </a:lnTo>
                <a:lnTo>
                  <a:pt x="874271" y="184785"/>
                </a:lnTo>
                <a:lnTo>
                  <a:pt x="893274" y="184785"/>
                </a:lnTo>
                <a:lnTo>
                  <a:pt x="912276" y="184785"/>
                </a:lnTo>
                <a:lnTo>
                  <a:pt x="931288" y="184785"/>
                </a:lnTo>
                <a:lnTo>
                  <a:pt x="950290" y="184785"/>
                </a:lnTo>
                <a:lnTo>
                  <a:pt x="969293" y="184785"/>
                </a:lnTo>
                <a:lnTo>
                  <a:pt x="988304" y="184785"/>
                </a:lnTo>
                <a:lnTo>
                  <a:pt x="1007307" y="184785"/>
                </a:lnTo>
                <a:lnTo>
                  <a:pt x="1026319" y="184785"/>
                </a:lnTo>
                <a:lnTo>
                  <a:pt x="1045321" y="184785"/>
                </a:lnTo>
                <a:lnTo>
                  <a:pt x="1064324" y="184785"/>
                </a:lnTo>
                <a:lnTo>
                  <a:pt x="1083335" y="184785"/>
                </a:lnTo>
                <a:lnTo>
                  <a:pt x="1102338" y="184785"/>
                </a:lnTo>
                <a:lnTo>
                  <a:pt x="1121340" y="184785"/>
                </a:lnTo>
                <a:lnTo>
                  <a:pt x="1140352" y="184785"/>
                </a:lnTo>
                <a:lnTo>
                  <a:pt x="1159354" y="184785"/>
                </a:lnTo>
                <a:lnTo>
                  <a:pt x="1178357" y="184785"/>
                </a:lnTo>
                <a:lnTo>
                  <a:pt x="1197369" y="184785"/>
                </a:lnTo>
                <a:lnTo>
                  <a:pt x="1216371" y="184785"/>
                </a:lnTo>
                <a:lnTo>
                  <a:pt x="1235383" y="184785"/>
                </a:lnTo>
                <a:lnTo>
                  <a:pt x="1254385" y="184785"/>
                </a:lnTo>
                <a:lnTo>
                  <a:pt x="1273388" y="184785"/>
                </a:lnTo>
                <a:lnTo>
                  <a:pt x="1292400" y="184785"/>
                </a:lnTo>
                <a:lnTo>
                  <a:pt x="1311402" y="184785"/>
                </a:lnTo>
                <a:lnTo>
                  <a:pt x="1330404" y="184785"/>
                </a:lnTo>
                <a:lnTo>
                  <a:pt x="1349416" y="184785"/>
                </a:lnTo>
                <a:lnTo>
                  <a:pt x="1368419" y="184785"/>
                </a:lnTo>
                <a:lnTo>
                  <a:pt x="1386383" y="178956"/>
                </a:lnTo>
                <a:lnTo>
                  <a:pt x="1404204" y="172364"/>
                </a:lnTo>
                <a:lnTo>
                  <a:pt x="1422025" y="165764"/>
                </a:lnTo>
                <a:lnTo>
                  <a:pt x="1439856" y="159163"/>
                </a:lnTo>
                <a:lnTo>
                  <a:pt x="1457677" y="152562"/>
                </a:lnTo>
                <a:lnTo>
                  <a:pt x="1475499" y="145961"/>
                </a:lnTo>
                <a:lnTo>
                  <a:pt x="1493320" y="139370"/>
                </a:lnTo>
                <a:lnTo>
                  <a:pt x="1511151" y="132769"/>
                </a:lnTo>
                <a:lnTo>
                  <a:pt x="1528972" y="126168"/>
                </a:lnTo>
                <a:lnTo>
                  <a:pt x="1546793" y="119567"/>
                </a:lnTo>
                <a:lnTo>
                  <a:pt x="1564615" y="112976"/>
                </a:lnTo>
                <a:lnTo>
                  <a:pt x="1582436" y="106375"/>
                </a:lnTo>
                <a:lnTo>
                  <a:pt x="1600267" y="99774"/>
                </a:lnTo>
                <a:lnTo>
                  <a:pt x="1618088" y="93174"/>
                </a:lnTo>
                <a:lnTo>
                  <a:pt x="1635909" y="86573"/>
                </a:lnTo>
                <a:lnTo>
                  <a:pt x="1653731" y="79981"/>
                </a:lnTo>
                <a:lnTo>
                  <a:pt x="1671561" y="73381"/>
                </a:lnTo>
                <a:lnTo>
                  <a:pt x="1689383" y="66780"/>
                </a:lnTo>
                <a:lnTo>
                  <a:pt x="1707204" y="60179"/>
                </a:lnTo>
                <a:lnTo>
                  <a:pt x="1725025" y="53578"/>
                </a:lnTo>
                <a:lnTo>
                  <a:pt x="1742856" y="46987"/>
                </a:lnTo>
                <a:lnTo>
                  <a:pt x="1760677" y="40386"/>
                </a:lnTo>
                <a:lnTo>
                  <a:pt x="1778498" y="33785"/>
                </a:lnTo>
                <a:lnTo>
                  <a:pt x="1796320" y="27184"/>
                </a:lnTo>
                <a:lnTo>
                  <a:pt x="1814151" y="20593"/>
                </a:lnTo>
                <a:lnTo>
                  <a:pt x="1831972" y="13992"/>
                </a:lnTo>
                <a:lnTo>
                  <a:pt x="1849793" y="7391"/>
                </a:lnTo>
                <a:lnTo>
                  <a:pt x="1867614" y="791"/>
                </a:lnTo>
                <a:lnTo>
                  <a:pt x="1853032" y="0"/>
                </a:lnTo>
                <a:lnTo>
                  <a:pt x="1834029" y="0"/>
                </a:lnTo>
                <a:lnTo>
                  <a:pt x="1815027" y="0"/>
                </a:lnTo>
                <a:lnTo>
                  <a:pt x="1796015" y="0"/>
                </a:lnTo>
                <a:lnTo>
                  <a:pt x="1777013" y="0"/>
                </a:lnTo>
                <a:lnTo>
                  <a:pt x="1758010" y="0"/>
                </a:lnTo>
                <a:lnTo>
                  <a:pt x="1738998" y="0"/>
                </a:lnTo>
                <a:lnTo>
                  <a:pt x="1719996" y="0"/>
                </a:lnTo>
                <a:lnTo>
                  <a:pt x="1700984" y="0"/>
                </a:lnTo>
                <a:lnTo>
                  <a:pt x="1681982" y="0"/>
                </a:lnTo>
                <a:lnTo>
                  <a:pt x="1662979" y="0"/>
                </a:lnTo>
                <a:lnTo>
                  <a:pt x="1643967" y="0"/>
                </a:lnTo>
                <a:lnTo>
                  <a:pt x="1624965" y="0"/>
                </a:lnTo>
                <a:lnTo>
                  <a:pt x="1605963" y="0"/>
                </a:lnTo>
                <a:lnTo>
                  <a:pt x="1586951" y="0"/>
                </a:lnTo>
                <a:lnTo>
                  <a:pt x="1567948" y="0"/>
                </a:lnTo>
                <a:lnTo>
                  <a:pt x="1548946" y="0"/>
                </a:lnTo>
                <a:lnTo>
                  <a:pt x="1529934" y="0"/>
                </a:lnTo>
                <a:lnTo>
                  <a:pt x="1510932" y="0"/>
                </a:lnTo>
                <a:lnTo>
                  <a:pt x="1491920" y="0"/>
                </a:lnTo>
                <a:lnTo>
                  <a:pt x="1472917" y="0"/>
                </a:lnTo>
                <a:lnTo>
                  <a:pt x="1453915" y="0"/>
                </a:lnTo>
                <a:lnTo>
                  <a:pt x="1434903" y="0"/>
                </a:lnTo>
                <a:lnTo>
                  <a:pt x="1415901" y="0"/>
                </a:lnTo>
                <a:lnTo>
                  <a:pt x="1396898" y="0"/>
                </a:lnTo>
                <a:lnTo>
                  <a:pt x="1377887" y="0"/>
                </a:lnTo>
                <a:lnTo>
                  <a:pt x="1358884" y="0"/>
                </a:lnTo>
                <a:lnTo>
                  <a:pt x="1339882" y="0"/>
                </a:lnTo>
                <a:lnTo>
                  <a:pt x="1320870" y="0"/>
                </a:lnTo>
                <a:lnTo>
                  <a:pt x="1301867" y="0"/>
                </a:lnTo>
                <a:lnTo>
                  <a:pt x="1282856" y="0"/>
                </a:lnTo>
                <a:lnTo>
                  <a:pt x="1263853" y="0"/>
                </a:lnTo>
                <a:lnTo>
                  <a:pt x="1244851" y="0"/>
                </a:lnTo>
                <a:lnTo>
                  <a:pt x="1225839" y="0"/>
                </a:lnTo>
                <a:lnTo>
                  <a:pt x="1206837" y="0"/>
                </a:lnTo>
                <a:lnTo>
                  <a:pt x="1187834" y="0"/>
                </a:lnTo>
                <a:lnTo>
                  <a:pt x="1168822" y="0"/>
                </a:lnTo>
                <a:lnTo>
                  <a:pt x="1149820" y="0"/>
                </a:lnTo>
                <a:lnTo>
                  <a:pt x="1130818" y="0"/>
                </a:lnTo>
                <a:lnTo>
                  <a:pt x="1111806" y="0"/>
                </a:lnTo>
                <a:lnTo>
                  <a:pt x="1092803" y="0"/>
                </a:lnTo>
                <a:lnTo>
                  <a:pt x="1073791" y="0"/>
                </a:lnTo>
                <a:lnTo>
                  <a:pt x="1054789" y="0"/>
                </a:lnTo>
                <a:lnTo>
                  <a:pt x="1035787" y="0"/>
                </a:lnTo>
                <a:lnTo>
                  <a:pt x="1016775" y="0"/>
                </a:lnTo>
                <a:lnTo>
                  <a:pt x="997772" y="0"/>
                </a:lnTo>
                <a:lnTo>
                  <a:pt x="978770" y="0"/>
                </a:lnTo>
                <a:lnTo>
                  <a:pt x="959758" y="0"/>
                </a:lnTo>
                <a:lnTo>
                  <a:pt x="940756" y="0"/>
                </a:lnTo>
                <a:lnTo>
                  <a:pt x="921753" y="0"/>
                </a:lnTo>
                <a:lnTo>
                  <a:pt x="902741" y="0"/>
                </a:lnTo>
                <a:lnTo>
                  <a:pt x="883739" y="0"/>
                </a:lnTo>
                <a:lnTo>
                  <a:pt x="864727" y="0"/>
                </a:lnTo>
                <a:lnTo>
                  <a:pt x="845725" y="0"/>
                </a:lnTo>
                <a:lnTo>
                  <a:pt x="826722" y="0"/>
                </a:lnTo>
                <a:lnTo>
                  <a:pt x="807710" y="0"/>
                </a:lnTo>
                <a:lnTo>
                  <a:pt x="788708" y="0"/>
                </a:lnTo>
                <a:lnTo>
                  <a:pt x="769706" y="0"/>
                </a:lnTo>
                <a:lnTo>
                  <a:pt x="750694" y="0"/>
                </a:lnTo>
                <a:lnTo>
                  <a:pt x="731691" y="0"/>
                </a:lnTo>
                <a:lnTo>
                  <a:pt x="712689" y="0"/>
                </a:lnTo>
                <a:lnTo>
                  <a:pt x="693677" y="0"/>
                </a:lnTo>
                <a:lnTo>
                  <a:pt x="674675" y="0"/>
                </a:lnTo>
                <a:lnTo>
                  <a:pt x="655663" y="0"/>
                </a:lnTo>
                <a:lnTo>
                  <a:pt x="636661" y="0"/>
                </a:lnTo>
                <a:lnTo>
                  <a:pt x="617658" y="0"/>
                </a:lnTo>
                <a:lnTo>
                  <a:pt x="598646" y="0"/>
                </a:lnTo>
                <a:lnTo>
                  <a:pt x="579844" y="1276"/>
                </a:lnTo>
                <a:lnTo>
                  <a:pt x="561718" y="7010"/>
                </a:lnTo>
                <a:lnTo>
                  <a:pt x="543601" y="12744"/>
                </a:lnTo>
                <a:lnTo>
                  <a:pt x="525485" y="18479"/>
                </a:lnTo>
                <a:lnTo>
                  <a:pt x="507359" y="24213"/>
                </a:lnTo>
                <a:lnTo>
                  <a:pt x="489242" y="29956"/>
                </a:lnTo>
                <a:lnTo>
                  <a:pt x="471126" y="35690"/>
                </a:lnTo>
                <a:lnTo>
                  <a:pt x="452999" y="41424"/>
                </a:lnTo>
                <a:lnTo>
                  <a:pt x="434883" y="47158"/>
                </a:lnTo>
                <a:lnTo>
                  <a:pt x="416757" y="52892"/>
                </a:lnTo>
                <a:lnTo>
                  <a:pt x="398640" y="58626"/>
                </a:lnTo>
                <a:lnTo>
                  <a:pt x="380524" y="64360"/>
                </a:lnTo>
                <a:lnTo>
                  <a:pt x="362398" y="70094"/>
                </a:lnTo>
                <a:lnTo>
                  <a:pt x="344281" y="75829"/>
                </a:lnTo>
                <a:lnTo>
                  <a:pt x="326165" y="81563"/>
                </a:lnTo>
                <a:lnTo>
                  <a:pt x="308039" y="87297"/>
                </a:lnTo>
                <a:lnTo>
                  <a:pt x="289922" y="93031"/>
                </a:lnTo>
                <a:lnTo>
                  <a:pt x="271805" y="98765"/>
                </a:lnTo>
                <a:lnTo>
                  <a:pt x="253679" y="104499"/>
                </a:lnTo>
                <a:lnTo>
                  <a:pt x="235563" y="110233"/>
                </a:lnTo>
                <a:lnTo>
                  <a:pt x="217437" y="115967"/>
                </a:lnTo>
                <a:lnTo>
                  <a:pt x="199320" y="121701"/>
                </a:lnTo>
                <a:lnTo>
                  <a:pt x="181204" y="127435"/>
                </a:lnTo>
                <a:lnTo>
                  <a:pt x="163078" y="133179"/>
                </a:lnTo>
                <a:lnTo>
                  <a:pt x="144961" y="138913"/>
                </a:lnTo>
                <a:lnTo>
                  <a:pt x="126844" y="144647"/>
                </a:lnTo>
                <a:lnTo>
                  <a:pt x="108718" y="150381"/>
                </a:lnTo>
                <a:lnTo>
                  <a:pt x="90602" y="156115"/>
                </a:lnTo>
                <a:lnTo>
                  <a:pt x="72476" y="161849"/>
                </a:lnTo>
                <a:lnTo>
                  <a:pt x="54359" y="167583"/>
                </a:lnTo>
                <a:lnTo>
                  <a:pt x="36243" y="173317"/>
                </a:lnTo>
                <a:lnTo>
                  <a:pt x="18117" y="179051"/>
                </a:lnTo>
                <a:lnTo>
                  <a:pt x="0" y="18478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199F207-C0F9-44E9-8C21-5A0C9E6D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4680" y="4696778"/>
            <a:ext cx="1660208" cy="184785"/>
          </a:xfrm>
          <a:custGeom xmlns:a="http://schemas.openxmlformats.org/drawingml/2006/main">
            <a:pathLst>
              <a:path w="1660208" h="184785">
                <a:moveTo>
                  <a:pt x="0" y="184785"/>
                </a:moveTo>
                <a:lnTo>
                  <a:pt x="19021" y="184785"/>
                </a:lnTo>
                <a:lnTo>
                  <a:pt x="38043" y="184785"/>
                </a:lnTo>
                <a:lnTo>
                  <a:pt x="57064" y="184785"/>
                </a:lnTo>
                <a:lnTo>
                  <a:pt x="76086" y="184785"/>
                </a:lnTo>
                <a:lnTo>
                  <a:pt x="95107" y="184785"/>
                </a:lnTo>
                <a:lnTo>
                  <a:pt x="114129" y="184785"/>
                </a:lnTo>
                <a:lnTo>
                  <a:pt x="133150" y="184785"/>
                </a:lnTo>
                <a:lnTo>
                  <a:pt x="152171" y="184785"/>
                </a:lnTo>
                <a:lnTo>
                  <a:pt x="171193" y="184785"/>
                </a:lnTo>
                <a:lnTo>
                  <a:pt x="190214" y="184785"/>
                </a:lnTo>
                <a:lnTo>
                  <a:pt x="209236" y="184785"/>
                </a:lnTo>
                <a:lnTo>
                  <a:pt x="228257" y="184785"/>
                </a:lnTo>
                <a:lnTo>
                  <a:pt x="247279" y="184785"/>
                </a:lnTo>
                <a:lnTo>
                  <a:pt x="266300" y="184785"/>
                </a:lnTo>
                <a:lnTo>
                  <a:pt x="285321" y="184785"/>
                </a:lnTo>
                <a:lnTo>
                  <a:pt x="304343" y="184785"/>
                </a:lnTo>
                <a:lnTo>
                  <a:pt x="323364" y="184785"/>
                </a:lnTo>
                <a:lnTo>
                  <a:pt x="342386" y="184785"/>
                </a:lnTo>
                <a:lnTo>
                  <a:pt x="361407" y="184785"/>
                </a:lnTo>
                <a:lnTo>
                  <a:pt x="380429" y="184785"/>
                </a:lnTo>
                <a:lnTo>
                  <a:pt x="399450" y="184785"/>
                </a:lnTo>
                <a:lnTo>
                  <a:pt x="418471" y="184785"/>
                </a:lnTo>
                <a:lnTo>
                  <a:pt x="437493" y="184785"/>
                </a:lnTo>
                <a:lnTo>
                  <a:pt x="456514" y="184785"/>
                </a:lnTo>
                <a:lnTo>
                  <a:pt x="475536" y="184785"/>
                </a:lnTo>
                <a:lnTo>
                  <a:pt x="494557" y="184785"/>
                </a:lnTo>
                <a:lnTo>
                  <a:pt x="513578" y="184785"/>
                </a:lnTo>
                <a:lnTo>
                  <a:pt x="532600" y="184785"/>
                </a:lnTo>
                <a:lnTo>
                  <a:pt x="551621" y="184785"/>
                </a:lnTo>
                <a:lnTo>
                  <a:pt x="570643" y="184785"/>
                </a:lnTo>
                <a:lnTo>
                  <a:pt x="589664" y="184785"/>
                </a:lnTo>
                <a:lnTo>
                  <a:pt x="608686" y="184785"/>
                </a:lnTo>
                <a:lnTo>
                  <a:pt x="627707" y="184785"/>
                </a:lnTo>
                <a:lnTo>
                  <a:pt x="646728" y="184785"/>
                </a:lnTo>
                <a:lnTo>
                  <a:pt x="665750" y="184785"/>
                </a:lnTo>
                <a:lnTo>
                  <a:pt x="684771" y="184785"/>
                </a:lnTo>
                <a:lnTo>
                  <a:pt x="703793" y="184785"/>
                </a:lnTo>
                <a:lnTo>
                  <a:pt x="722814" y="184785"/>
                </a:lnTo>
                <a:lnTo>
                  <a:pt x="741836" y="184785"/>
                </a:lnTo>
                <a:lnTo>
                  <a:pt x="760857" y="184785"/>
                </a:lnTo>
                <a:lnTo>
                  <a:pt x="779878" y="184785"/>
                </a:lnTo>
                <a:lnTo>
                  <a:pt x="798900" y="184785"/>
                </a:lnTo>
                <a:lnTo>
                  <a:pt x="817921" y="184785"/>
                </a:lnTo>
                <a:lnTo>
                  <a:pt x="836943" y="184785"/>
                </a:lnTo>
                <a:lnTo>
                  <a:pt x="855964" y="184785"/>
                </a:lnTo>
                <a:lnTo>
                  <a:pt x="874986" y="184785"/>
                </a:lnTo>
                <a:lnTo>
                  <a:pt x="894007" y="184785"/>
                </a:lnTo>
                <a:lnTo>
                  <a:pt x="913028" y="184785"/>
                </a:lnTo>
                <a:lnTo>
                  <a:pt x="932050" y="184785"/>
                </a:lnTo>
                <a:lnTo>
                  <a:pt x="951071" y="184785"/>
                </a:lnTo>
                <a:lnTo>
                  <a:pt x="970093" y="184785"/>
                </a:lnTo>
                <a:lnTo>
                  <a:pt x="989114" y="184785"/>
                </a:lnTo>
                <a:lnTo>
                  <a:pt x="1008136" y="184785"/>
                </a:lnTo>
                <a:lnTo>
                  <a:pt x="1027157" y="184785"/>
                </a:lnTo>
                <a:lnTo>
                  <a:pt x="1046178" y="184785"/>
                </a:lnTo>
                <a:lnTo>
                  <a:pt x="1065200" y="184785"/>
                </a:lnTo>
                <a:lnTo>
                  <a:pt x="1084221" y="184785"/>
                </a:lnTo>
                <a:lnTo>
                  <a:pt x="1103243" y="184785"/>
                </a:lnTo>
                <a:lnTo>
                  <a:pt x="1122264" y="184785"/>
                </a:lnTo>
                <a:lnTo>
                  <a:pt x="1141286" y="184785"/>
                </a:lnTo>
                <a:lnTo>
                  <a:pt x="1159945" y="182766"/>
                </a:lnTo>
                <a:lnTo>
                  <a:pt x="1177814" y="176241"/>
                </a:lnTo>
                <a:lnTo>
                  <a:pt x="1195683" y="169716"/>
                </a:lnTo>
                <a:lnTo>
                  <a:pt x="1213552" y="163182"/>
                </a:lnTo>
                <a:lnTo>
                  <a:pt x="1231411" y="156658"/>
                </a:lnTo>
                <a:lnTo>
                  <a:pt x="1249280" y="150133"/>
                </a:lnTo>
                <a:lnTo>
                  <a:pt x="1267149" y="143608"/>
                </a:lnTo>
                <a:lnTo>
                  <a:pt x="1285018" y="137074"/>
                </a:lnTo>
                <a:lnTo>
                  <a:pt x="1302877" y="130550"/>
                </a:lnTo>
                <a:lnTo>
                  <a:pt x="1320746" y="124025"/>
                </a:lnTo>
                <a:lnTo>
                  <a:pt x="1338615" y="117491"/>
                </a:lnTo>
                <a:lnTo>
                  <a:pt x="1356484" y="110966"/>
                </a:lnTo>
                <a:lnTo>
                  <a:pt x="1374343" y="104442"/>
                </a:lnTo>
                <a:lnTo>
                  <a:pt x="1392212" y="97907"/>
                </a:lnTo>
                <a:lnTo>
                  <a:pt x="1410081" y="91383"/>
                </a:lnTo>
                <a:lnTo>
                  <a:pt x="1427940" y="84858"/>
                </a:lnTo>
                <a:lnTo>
                  <a:pt x="1445809" y="78334"/>
                </a:lnTo>
                <a:lnTo>
                  <a:pt x="1463678" y="71799"/>
                </a:lnTo>
                <a:lnTo>
                  <a:pt x="1481547" y="65275"/>
                </a:lnTo>
                <a:lnTo>
                  <a:pt x="1499406" y="58750"/>
                </a:lnTo>
                <a:lnTo>
                  <a:pt x="1517275" y="52216"/>
                </a:lnTo>
                <a:lnTo>
                  <a:pt x="1535144" y="45691"/>
                </a:lnTo>
                <a:lnTo>
                  <a:pt x="1553013" y="39167"/>
                </a:lnTo>
                <a:lnTo>
                  <a:pt x="1570873" y="32633"/>
                </a:lnTo>
                <a:lnTo>
                  <a:pt x="1588741" y="26108"/>
                </a:lnTo>
                <a:lnTo>
                  <a:pt x="1606610" y="19583"/>
                </a:lnTo>
                <a:lnTo>
                  <a:pt x="1624479" y="13059"/>
                </a:lnTo>
                <a:lnTo>
                  <a:pt x="1642339" y="6525"/>
                </a:lnTo>
                <a:lnTo>
                  <a:pt x="1660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9B7D3E67-2252-40BF-9774-1B9B566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895" y="4696778"/>
            <a:ext cx="1082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22A4F139-82FB-4B5D-BEB8-D69656F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8343" y="3996052"/>
            <a:ext cx="413385" cy="511178"/>
          </a:xfrm>
          <a:custGeom xmlns:a="http://schemas.openxmlformats.org/drawingml/2006/main">
            <a:pathLst>
              <a:path w="413385" h="511178">
                <a:moveTo>
                  <a:pt x="0" y="511178"/>
                </a:moveTo>
                <a:lnTo>
                  <a:pt x="0" y="492290"/>
                </a:lnTo>
                <a:lnTo>
                  <a:pt x="0" y="473402"/>
                </a:lnTo>
                <a:lnTo>
                  <a:pt x="0" y="454514"/>
                </a:lnTo>
                <a:lnTo>
                  <a:pt x="0" y="435626"/>
                </a:lnTo>
                <a:lnTo>
                  <a:pt x="0" y="416747"/>
                </a:lnTo>
                <a:lnTo>
                  <a:pt x="0" y="397859"/>
                </a:lnTo>
                <a:lnTo>
                  <a:pt x="0" y="378971"/>
                </a:lnTo>
                <a:lnTo>
                  <a:pt x="0" y="360083"/>
                </a:lnTo>
                <a:lnTo>
                  <a:pt x="0" y="341195"/>
                </a:lnTo>
                <a:lnTo>
                  <a:pt x="0" y="322316"/>
                </a:lnTo>
                <a:lnTo>
                  <a:pt x="0" y="303428"/>
                </a:lnTo>
                <a:lnTo>
                  <a:pt x="0" y="284540"/>
                </a:lnTo>
                <a:lnTo>
                  <a:pt x="0" y="265652"/>
                </a:lnTo>
                <a:lnTo>
                  <a:pt x="0" y="246764"/>
                </a:lnTo>
                <a:lnTo>
                  <a:pt x="0" y="227886"/>
                </a:lnTo>
                <a:lnTo>
                  <a:pt x="0" y="208998"/>
                </a:lnTo>
                <a:lnTo>
                  <a:pt x="0" y="190109"/>
                </a:lnTo>
                <a:lnTo>
                  <a:pt x="0" y="171221"/>
                </a:lnTo>
                <a:lnTo>
                  <a:pt x="0" y="152343"/>
                </a:lnTo>
                <a:lnTo>
                  <a:pt x="2315" y="135122"/>
                </a:lnTo>
                <a:lnTo>
                  <a:pt x="20241" y="129178"/>
                </a:lnTo>
                <a:lnTo>
                  <a:pt x="38167" y="123225"/>
                </a:lnTo>
                <a:lnTo>
                  <a:pt x="56083" y="117281"/>
                </a:lnTo>
                <a:lnTo>
                  <a:pt x="74009" y="111328"/>
                </a:lnTo>
                <a:lnTo>
                  <a:pt x="91935" y="105385"/>
                </a:lnTo>
                <a:lnTo>
                  <a:pt x="109861" y="99431"/>
                </a:lnTo>
                <a:lnTo>
                  <a:pt x="127787" y="93488"/>
                </a:lnTo>
                <a:lnTo>
                  <a:pt x="145713" y="87544"/>
                </a:lnTo>
                <a:lnTo>
                  <a:pt x="163640" y="81591"/>
                </a:lnTo>
                <a:lnTo>
                  <a:pt x="181566" y="75648"/>
                </a:lnTo>
                <a:lnTo>
                  <a:pt x="199492" y="69694"/>
                </a:lnTo>
                <a:lnTo>
                  <a:pt x="217418" y="63751"/>
                </a:lnTo>
                <a:lnTo>
                  <a:pt x="235344" y="57807"/>
                </a:lnTo>
                <a:lnTo>
                  <a:pt x="253260" y="51854"/>
                </a:lnTo>
                <a:lnTo>
                  <a:pt x="271186" y="45911"/>
                </a:lnTo>
                <a:lnTo>
                  <a:pt x="289112" y="39957"/>
                </a:lnTo>
                <a:lnTo>
                  <a:pt x="307038" y="34014"/>
                </a:lnTo>
                <a:lnTo>
                  <a:pt x="324964" y="28070"/>
                </a:lnTo>
                <a:lnTo>
                  <a:pt x="342890" y="22117"/>
                </a:lnTo>
                <a:lnTo>
                  <a:pt x="360817" y="16173"/>
                </a:lnTo>
                <a:lnTo>
                  <a:pt x="378743" y="10220"/>
                </a:lnTo>
                <a:lnTo>
                  <a:pt x="396669" y="4277"/>
                </a:lnTo>
                <a:lnTo>
                  <a:pt x="413385" y="0"/>
                </a:lnTo>
                <a:lnTo>
                  <a:pt x="413385" y="18888"/>
                </a:lnTo>
                <a:lnTo>
                  <a:pt x="413385" y="37776"/>
                </a:lnTo>
                <a:lnTo>
                  <a:pt x="413385" y="56655"/>
                </a:lnTo>
                <a:lnTo>
                  <a:pt x="413385" y="75543"/>
                </a:lnTo>
                <a:lnTo>
                  <a:pt x="413385" y="94431"/>
                </a:lnTo>
                <a:lnTo>
                  <a:pt x="413385" y="113319"/>
                </a:lnTo>
                <a:lnTo>
                  <a:pt x="413385" y="132207"/>
                </a:lnTo>
                <a:lnTo>
                  <a:pt x="413385" y="151086"/>
                </a:lnTo>
                <a:lnTo>
                  <a:pt x="413385" y="169974"/>
                </a:lnTo>
                <a:lnTo>
                  <a:pt x="413385" y="188862"/>
                </a:lnTo>
                <a:lnTo>
                  <a:pt x="413385" y="207750"/>
                </a:lnTo>
                <a:lnTo>
                  <a:pt x="413385" y="226638"/>
                </a:lnTo>
                <a:lnTo>
                  <a:pt x="413385" y="245516"/>
                </a:lnTo>
                <a:lnTo>
                  <a:pt x="413385" y="264404"/>
                </a:lnTo>
                <a:lnTo>
                  <a:pt x="413385" y="283293"/>
                </a:lnTo>
                <a:lnTo>
                  <a:pt x="413385" y="302181"/>
                </a:lnTo>
                <a:lnTo>
                  <a:pt x="413385" y="321059"/>
                </a:lnTo>
                <a:lnTo>
                  <a:pt x="413385" y="339947"/>
                </a:lnTo>
                <a:lnTo>
                  <a:pt x="404460" y="352749"/>
                </a:lnTo>
                <a:lnTo>
                  <a:pt x="386877" y="359635"/>
                </a:lnTo>
                <a:lnTo>
                  <a:pt x="369284" y="366522"/>
                </a:lnTo>
                <a:lnTo>
                  <a:pt x="351701" y="373409"/>
                </a:lnTo>
                <a:lnTo>
                  <a:pt x="334118" y="380295"/>
                </a:lnTo>
                <a:lnTo>
                  <a:pt x="316535" y="387182"/>
                </a:lnTo>
                <a:lnTo>
                  <a:pt x="298952" y="394078"/>
                </a:lnTo>
                <a:lnTo>
                  <a:pt x="281359" y="400964"/>
                </a:lnTo>
                <a:lnTo>
                  <a:pt x="263776" y="407851"/>
                </a:lnTo>
                <a:lnTo>
                  <a:pt x="246193" y="414738"/>
                </a:lnTo>
                <a:lnTo>
                  <a:pt x="228610" y="421624"/>
                </a:lnTo>
                <a:lnTo>
                  <a:pt x="211017" y="428520"/>
                </a:lnTo>
                <a:lnTo>
                  <a:pt x="193434" y="435407"/>
                </a:lnTo>
                <a:lnTo>
                  <a:pt x="175851" y="442293"/>
                </a:lnTo>
                <a:lnTo>
                  <a:pt x="158267" y="449180"/>
                </a:lnTo>
                <a:lnTo>
                  <a:pt x="140684" y="456067"/>
                </a:lnTo>
                <a:lnTo>
                  <a:pt x="123092" y="462953"/>
                </a:lnTo>
                <a:lnTo>
                  <a:pt x="105508" y="469849"/>
                </a:lnTo>
                <a:lnTo>
                  <a:pt x="87925" y="476736"/>
                </a:lnTo>
                <a:lnTo>
                  <a:pt x="70342" y="483622"/>
                </a:lnTo>
                <a:lnTo>
                  <a:pt x="52759" y="490509"/>
                </a:lnTo>
                <a:lnTo>
                  <a:pt x="35166" y="497396"/>
                </a:lnTo>
                <a:lnTo>
                  <a:pt x="17583" y="504282"/>
                </a:lnTo>
                <a:lnTo>
                  <a:pt x="0" y="51117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A79E73AF-0872-4AC1-917A-DC8CC371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6743" y="4345305"/>
            <a:ext cx="1777975" cy="161925"/>
          </a:xfrm>
          <a:custGeom xmlns:a="http://schemas.openxmlformats.org/drawingml/2006/main">
            <a:pathLst>
              <a:path w="1777975" h="161925">
                <a:moveTo>
                  <a:pt x="0" y="161925"/>
                </a:moveTo>
                <a:lnTo>
                  <a:pt x="18983" y="161925"/>
                </a:lnTo>
                <a:lnTo>
                  <a:pt x="37967" y="161925"/>
                </a:lnTo>
                <a:lnTo>
                  <a:pt x="56960" y="161925"/>
                </a:lnTo>
                <a:lnTo>
                  <a:pt x="75943" y="161925"/>
                </a:lnTo>
                <a:lnTo>
                  <a:pt x="94926" y="161925"/>
                </a:lnTo>
                <a:lnTo>
                  <a:pt x="113909" y="161925"/>
                </a:lnTo>
                <a:lnTo>
                  <a:pt x="132893" y="161925"/>
                </a:lnTo>
                <a:lnTo>
                  <a:pt x="151886" y="161925"/>
                </a:lnTo>
                <a:lnTo>
                  <a:pt x="170869" y="161925"/>
                </a:lnTo>
                <a:lnTo>
                  <a:pt x="189852" y="161925"/>
                </a:lnTo>
                <a:lnTo>
                  <a:pt x="208836" y="161925"/>
                </a:lnTo>
                <a:lnTo>
                  <a:pt x="227819" y="161925"/>
                </a:lnTo>
                <a:lnTo>
                  <a:pt x="246802" y="161925"/>
                </a:lnTo>
                <a:lnTo>
                  <a:pt x="265795" y="161925"/>
                </a:lnTo>
                <a:lnTo>
                  <a:pt x="284778" y="161925"/>
                </a:lnTo>
                <a:lnTo>
                  <a:pt x="303762" y="161925"/>
                </a:lnTo>
                <a:lnTo>
                  <a:pt x="322745" y="161925"/>
                </a:lnTo>
                <a:lnTo>
                  <a:pt x="341728" y="161925"/>
                </a:lnTo>
                <a:lnTo>
                  <a:pt x="360721" y="161925"/>
                </a:lnTo>
                <a:lnTo>
                  <a:pt x="379705" y="161925"/>
                </a:lnTo>
                <a:lnTo>
                  <a:pt x="398688" y="161925"/>
                </a:lnTo>
                <a:lnTo>
                  <a:pt x="417671" y="161925"/>
                </a:lnTo>
                <a:lnTo>
                  <a:pt x="436655" y="161925"/>
                </a:lnTo>
                <a:lnTo>
                  <a:pt x="455647" y="161925"/>
                </a:lnTo>
                <a:lnTo>
                  <a:pt x="474631" y="161925"/>
                </a:lnTo>
                <a:lnTo>
                  <a:pt x="493614" y="161925"/>
                </a:lnTo>
                <a:lnTo>
                  <a:pt x="512597" y="161925"/>
                </a:lnTo>
                <a:lnTo>
                  <a:pt x="531581" y="161925"/>
                </a:lnTo>
                <a:lnTo>
                  <a:pt x="550574" y="161925"/>
                </a:lnTo>
                <a:lnTo>
                  <a:pt x="569557" y="161925"/>
                </a:lnTo>
                <a:lnTo>
                  <a:pt x="588540" y="161925"/>
                </a:lnTo>
                <a:lnTo>
                  <a:pt x="607524" y="161925"/>
                </a:lnTo>
                <a:lnTo>
                  <a:pt x="626507" y="161925"/>
                </a:lnTo>
                <a:lnTo>
                  <a:pt x="645490" y="161925"/>
                </a:lnTo>
                <a:lnTo>
                  <a:pt x="664483" y="161925"/>
                </a:lnTo>
                <a:lnTo>
                  <a:pt x="683466" y="161925"/>
                </a:lnTo>
                <a:lnTo>
                  <a:pt x="702450" y="161925"/>
                </a:lnTo>
                <a:lnTo>
                  <a:pt x="721433" y="161925"/>
                </a:lnTo>
                <a:lnTo>
                  <a:pt x="740416" y="161925"/>
                </a:lnTo>
                <a:lnTo>
                  <a:pt x="759409" y="161925"/>
                </a:lnTo>
                <a:lnTo>
                  <a:pt x="778393" y="161925"/>
                </a:lnTo>
                <a:lnTo>
                  <a:pt x="797376" y="161925"/>
                </a:lnTo>
                <a:lnTo>
                  <a:pt x="816359" y="161925"/>
                </a:lnTo>
                <a:lnTo>
                  <a:pt x="835343" y="161925"/>
                </a:lnTo>
                <a:lnTo>
                  <a:pt x="854335" y="161925"/>
                </a:lnTo>
                <a:lnTo>
                  <a:pt x="873319" y="161925"/>
                </a:lnTo>
                <a:lnTo>
                  <a:pt x="892302" y="161925"/>
                </a:lnTo>
                <a:lnTo>
                  <a:pt x="911285" y="161925"/>
                </a:lnTo>
                <a:lnTo>
                  <a:pt x="930269" y="161925"/>
                </a:lnTo>
                <a:lnTo>
                  <a:pt x="949262" y="161925"/>
                </a:lnTo>
                <a:lnTo>
                  <a:pt x="968245" y="161925"/>
                </a:lnTo>
                <a:lnTo>
                  <a:pt x="987228" y="161925"/>
                </a:lnTo>
                <a:lnTo>
                  <a:pt x="1006211" y="161925"/>
                </a:lnTo>
                <a:lnTo>
                  <a:pt x="1025195" y="161925"/>
                </a:lnTo>
                <a:lnTo>
                  <a:pt x="1044178" y="161925"/>
                </a:lnTo>
                <a:lnTo>
                  <a:pt x="1063171" y="161925"/>
                </a:lnTo>
                <a:lnTo>
                  <a:pt x="1082154" y="161925"/>
                </a:lnTo>
                <a:lnTo>
                  <a:pt x="1101138" y="161925"/>
                </a:lnTo>
                <a:lnTo>
                  <a:pt x="1120121" y="161925"/>
                </a:lnTo>
                <a:lnTo>
                  <a:pt x="1139104" y="161925"/>
                </a:lnTo>
                <a:lnTo>
                  <a:pt x="1158097" y="161925"/>
                </a:lnTo>
                <a:lnTo>
                  <a:pt x="1177080" y="161925"/>
                </a:lnTo>
                <a:lnTo>
                  <a:pt x="1196064" y="161925"/>
                </a:lnTo>
                <a:lnTo>
                  <a:pt x="1215047" y="161925"/>
                </a:lnTo>
                <a:lnTo>
                  <a:pt x="1234030" y="161925"/>
                </a:lnTo>
                <a:lnTo>
                  <a:pt x="1253023" y="161925"/>
                </a:lnTo>
                <a:lnTo>
                  <a:pt x="1272007" y="161925"/>
                </a:lnTo>
                <a:lnTo>
                  <a:pt x="1290990" y="161925"/>
                </a:lnTo>
                <a:lnTo>
                  <a:pt x="1309973" y="161925"/>
                </a:lnTo>
                <a:lnTo>
                  <a:pt x="1328957" y="161925"/>
                </a:lnTo>
                <a:lnTo>
                  <a:pt x="1347940" y="161925"/>
                </a:lnTo>
                <a:lnTo>
                  <a:pt x="1366933" y="161925"/>
                </a:lnTo>
                <a:lnTo>
                  <a:pt x="1384925" y="156705"/>
                </a:lnTo>
                <a:lnTo>
                  <a:pt x="1402604" y="149781"/>
                </a:lnTo>
                <a:lnTo>
                  <a:pt x="1420282" y="142856"/>
                </a:lnTo>
                <a:lnTo>
                  <a:pt x="1437961" y="135931"/>
                </a:lnTo>
                <a:lnTo>
                  <a:pt x="1455639" y="129007"/>
                </a:lnTo>
                <a:lnTo>
                  <a:pt x="1473317" y="122082"/>
                </a:lnTo>
                <a:lnTo>
                  <a:pt x="1490996" y="115157"/>
                </a:lnTo>
                <a:lnTo>
                  <a:pt x="1508674" y="108233"/>
                </a:lnTo>
                <a:lnTo>
                  <a:pt x="1526343" y="101308"/>
                </a:lnTo>
                <a:lnTo>
                  <a:pt x="1544022" y="94383"/>
                </a:lnTo>
                <a:lnTo>
                  <a:pt x="1561700" y="87459"/>
                </a:lnTo>
                <a:lnTo>
                  <a:pt x="1579378" y="80534"/>
                </a:lnTo>
                <a:lnTo>
                  <a:pt x="1597057" y="73609"/>
                </a:lnTo>
                <a:lnTo>
                  <a:pt x="1614735" y="66685"/>
                </a:lnTo>
                <a:lnTo>
                  <a:pt x="1632414" y="59760"/>
                </a:lnTo>
                <a:lnTo>
                  <a:pt x="1650092" y="52835"/>
                </a:lnTo>
                <a:lnTo>
                  <a:pt x="1667770" y="45911"/>
                </a:lnTo>
                <a:lnTo>
                  <a:pt x="1685449" y="38995"/>
                </a:lnTo>
                <a:lnTo>
                  <a:pt x="1703118" y="32071"/>
                </a:lnTo>
                <a:lnTo>
                  <a:pt x="1720796" y="25146"/>
                </a:lnTo>
                <a:lnTo>
                  <a:pt x="1738474" y="18221"/>
                </a:lnTo>
                <a:lnTo>
                  <a:pt x="1756153" y="11297"/>
                </a:lnTo>
                <a:lnTo>
                  <a:pt x="1773831" y="4372"/>
                </a:lnTo>
                <a:lnTo>
                  <a:pt x="1777975" y="0"/>
                </a:lnTo>
                <a:lnTo>
                  <a:pt x="1758991" y="0"/>
                </a:lnTo>
                <a:lnTo>
                  <a:pt x="1740008" y="0"/>
                </a:lnTo>
                <a:lnTo>
                  <a:pt x="1721025" y="0"/>
                </a:lnTo>
                <a:lnTo>
                  <a:pt x="1702041" y="0"/>
                </a:lnTo>
                <a:lnTo>
                  <a:pt x="1683048" y="0"/>
                </a:lnTo>
                <a:lnTo>
                  <a:pt x="1664065" y="0"/>
                </a:lnTo>
                <a:lnTo>
                  <a:pt x="1645082" y="0"/>
                </a:lnTo>
                <a:lnTo>
                  <a:pt x="1626098" y="0"/>
                </a:lnTo>
                <a:lnTo>
                  <a:pt x="1607115" y="0"/>
                </a:lnTo>
                <a:lnTo>
                  <a:pt x="1588122" y="0"/>
                </a:lnTo>
                <a:lnTo>
                  <a:pt x="1569139" y="0"/>
                </a:lnTo>
                <a:lnTo>
                  <a:pt x="1550156" y="0"/>
                </a:lnTo>
                <a:lnTo>
                  <a:pt x="1531172" y="0"/>
                </a:lnTo>
                <a:lnTo>
                  <a:pt x="1512189" y="0"/>
                </a:lnTo>
                <a:lnTo>
                  <a:pt x="1493206" y="0"/>
                </a:lnTo>
                <a:lnTo>
                  <a:pt x="1474213" y="0"/>
                </a:lnTo>
                <a:lnTo>
                  <a:pt x="1455230" y="0"/>
                </a:lnTo>
                <a:lnTo>
                  <a:pt x="1436246" y="0"/>
                </a:lnTo>
                <a:lnTo>
                  <a:pt x="1417263" y="0"/>
                </a:lnTo>
                <a:lnTo>
                  <a:pt x="1398280" y="0"/>
                </a:lnTo>
                <a:lnTo>
                  <a:pt x="1379287" y="0"/>
                </a:lnTo>
                <a:lnTo>
                  <a:pt x="1360303" y="0"/>
                </a:lnTo>
                <a:lnTo>
                  <a:pt x="1341320" y="0"/>
                </a:lnTo>
                <a:lnTo>
                  <a:pt x="1322337" y="0"/>
                </a:lnTo>
                <a:lnTo>
                  <a:pt x="1303353" y="0"/>
                </a:lnTo>
                <a:lnTo>
                  <a:pt x="1284361" y="0"/>
                </a:lnTo>
                <a:lnTo>
                  <a:pt x="1265377" y="0"/>
                </a:lnTo>
                <a:lnTo>
                  <a:pt x="1246394" y="0"/>
                </a:lnTo>
                <a:lnTo>
                  <a:pt x="1227411" y="0"/>
                </a:lnTo>
                <a:lnTo>
                  <a:pt x="1208427" y="0"/>
                </a:lnTo>
                <a:lnTo>
                  <a:pt x="1189434" y="0"/>
                </a:lnTo>
                <a:lnTo>
                  <a:pt x="1170451" y="0"/>
                </a:lnTo>
                <a:lnTo>
                  <a:pt x="1151468" y="0"/>
                </a:lnTo>
                <a:lnTo>
                  <a:pt x="1132484" y="0"/>
                </a:lnTo>
                <a:lnTo>
                  <a:pt x="1113501" y="0"/>
                </a:lnTo>
                <a:lnTo>
                  <a:pt x="1094518" y="0"/>
                </a:lnTo>
                <a:lnTo>
                  <a:pt x="1075525" y="0"/>
                </a:lnTo>
                <a:lnTo>
                  <a:pt x="1056542" y="0"/>
                </a:lnTo>
                <a:lnTo>
                  <a:pt x="1037558" y="0"/>
                </a:lnTo>
                <a:lnTo>
                  <a:pt x="1018575" y="0"/>
                </a:lnTo>
                <a:lnTo>
                  <a:pt x="999592" y="0"/>
                </a:lnTo>
                <a:lnTo>
                  <a:pt x="980599" y="0"/>
                </a:lnTo>
                <a:lnTo>
                  <a:pt x="961615" y="0"/>
                </a:lnTo>
                <a:lnTo>
                  <a:pt x="942632" y="0"/>
                </a:lnTo>
                <a:lnTo>
                  <a:pt x="923649" y="0"/>
                </a:lnTo>
                <a:lnTo>
                  <a:pt x="904665" y="0"/>
                </a:lnTo>
                <a:lnTo>
                  <a:pt x="885673" y="0"/>
                </a:lnTo>
                <a:lnTo>
                  <a:pt x="866689" y="0"/>
                </a:lnTo>
                <a:lnTo>
                  <a:pt x="847706" y="0"/>
                </a:lnTo>
                <a:lnTo>
                  <a:pt x="828723" y="0"/>
                </a:lnTo>
                <a:lnTo>
                  <a:pt x="809739" y="0"/>
                </a:lnTo>
                <a:lnTo>
                  <a:pt x="790756" y="0"/>
                </a:lnTo>
                <a:lnTo>
                  <a:pt x="771763" y="0"/>
                </a:lnTo>
                <a:lnTo>
                  <a:pt x="752780" y="0"/>
                </a:lnTo>
                <a:lnTo>
                  <a:pt x="733796" y="0"/>
                </a:lnTo>
                <a:lnTo>
                  <a:pt x="714813" y="0"/>
                </a:lnTo>
                <a:lnTo>
                  <a:pt x="695830" y="0"/>
                </a:lnTo>
                <a:lnTo>
                  <a:pt x="676837" y="0"/>
                </a:lnTo>
                <a:lnTo>
                  <a:pt x="657854" y="0"/>
                </a:lnTo>
                <a:lnTo>
                  <a:pt x="638870" y="0"/>
                </a:lnTo>
                <a:lnTo>
                  <a:pt x="619887" y="0"/>
                </a:lnTo>
                <a:lnTo>
                  <a:pt x="600904" y="0"/>
                </a:lnTo>
                <a:lnTo>
                  <a:pt x="581911" y="0"/>
                </a:lnTo>
                <a:lnTo>
                  <a:pt x="562928" y="0"/>
                </a:lnTo>
                <a:lnTo>
                  <a:pt x="543944" y="0"/>
                </a:lnTo>
                <a:lnTo>
                  <a:pt x="524961" y="0"/>
                </a:lnTo>
                <a:lnTo>
                  <a:pt x="505978" y="0"/>
                </a:lnTo>
                <a:lnTo>
                  <a:pt x="487585" y="3743"/>
                </a:lnTo>
                <a:lnTo>
                  <a:pt x="469525" y="9601"/>
                </a:lnTo>
                <a:lnTo>
                  <a:pt x="451466" y="15459"/>
                </a:lnTo>
                <a:lnTo>
                  <a:pt x="433407" y="21317"/>
                </a:lnTo>
                <a:lnTo>
                  <a:pt x="415347" y="27175"/>
                </a:lnTo>
                <a:lnTo>
                  <a:pt x="397288" y="33033"/>
                </a:lnTo>
                <a:lnTo>
                  <a:pt x="379228" y="38891"/>
                </a:lnTo>
                <a:lnTo>
                  <a:pt x="361169" y="44748"/>
                </a:lnTo>
                <a:lnTo>
                  <a:pt x="343110" y="50606"/>
                </a:lnTo>
                <a:lnTo>
                  <a:pt x="325050" y="56464"/>
                </a:lnTo>
                <a:lnTo>
                  <a:pt x="306991" y="62332"/>
                </a:lnTo>
                <a:lnTo>
                  <a:pt x="288941" y="68189"/>
                </a:lnTo>
                <a:lnTo>
                  <a:pt x="270881" y="74047"/>
                </a:lnTo>
                <a:lnTo>
                  <a:pt x="252822" y="79905"/>
                </a:lnTo>
                <a:lnTo>
                  <a:pt x="234763" y="85763"/>
                </a:lnTo>
                <a:lnTo>
                  <a:pt x="216703" y="91621"/>
                </a:lnTo>
                <a:lnTo>
                  <a:pt x="198644" y="97479"/>
                </a:lnTo>
                <a:lnTo>
                  <a:pt x="180584" y="103337"/>
                </a:lnTo>
                <a:lnTo>
                  <a:pt x="162525" y="109195"/>
                </a:lnTo>
                <a:lnTo>
                  <a:pt x="144466" y="115052"/>
                </a:lnTo>
                <a:lnTo>
                  <a:pt x="126406" y="120910"/>
                </a:lnTo>
                <a:lnTo>
                  <a:pt x="108347" y="126768"/>
                </a:lnTo>
                <a:lnTo>
                  <a:pt x="90297" y="132636"/>
                </a:lnTo>
                <a:lnTo>
                  <a:pt x="72238" y="138494"/>
                </a:lnTo>
                <a:lnTo>
                  <a:pt x="54178" y="144351"/>
                </a:lnTo>
                <a:lnTo>
                  <a:pt x="36119" y="150209"/>
                </a:lnTo>
                <a:lnTo>
                  <a:pt x="18059" y="156067"/>
                </a:lnTo>
                <a:lnTo>
                  <a:pt x="0" y="1619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7A97339A-A0F2-418A-A7A3-920C15DD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5328" y="4345305"/>
            <a:ext cx="1575435" cy="161925"/>
          </a:xfrm>
          <a:custGeom xmlns:a="http://schemas.openxmlformats.org/drawingml/2006/main">
            <a:pathLst>
              <a:path w="1575435" h="161925">
                <a:moveTo>
                  <a:pt x="0" y="161925"/>
                </a:moveTo>
                <a:lnTo>
                  <a:pt x="18888" y="161925"/>
                </a:lnTo>
                <a:lnTo>
                  <a:pt x="37776" y="161925"/>
                </a:lnTo>
                <a:lnTo>
                  <a:pt x="56664" y="161925"/>
                </a:lnTo>
                <a:lnTo>
                  <a:pt x="75552" y="161925"/>
                </a:lnTo>
                <a:lnTo>
                  <a:pt x="94440" y="161925"/>
                </a:lnTo>
                <a:lnTo>
                  <a:pt x="113328" y="161925"/>
                </a:lnTo>
                <a:lnTo>
                  <a:pt x="132217" y="161925"/>
                </a:lnTo>
                <a:lnTo>
                  <a:pt x="151105" y="161925"/>
                </a:lnTo>
                <a:lnTo>
                  <a:pt x="169993" y="161925"/>
                </a:lnTo>
                <a:lnTo>
                  <a:pt x="188881" y="161925"/>
                </a:lnTo>
                <a:lnTo>
                  <a:pt x="207769" y="161925"/>
                </a:lnTo>
                <a:lnTo>
                  <a:pt x="226657" y="161925"/>
                </a:lnTo>
                <a:lnTo>
                  <a:pt x="245545" y="161925"/>
                </a:lnTo>
                <a:lnTo>
                  <a:pt x="264433" y="161925"/>
                </a:lnTo>
                <a:lnTo>
                  <a:pt x="283321" y="161925"/>
                </a:lnTo>
                <a:lnTo>
                  <a:pt x="302209" y="161925"/>
                </a:lnTo>
                <a:lnTo>
                  <a:pt x="321097" y="161925"/>
                </a:lnTo>
                <a:lnTo>
                  <a:pt x="339985" y="161925"/>
                </a:lnTo>
                <a:lnTo>
                  <a:pt x="358873" y="161925"/>
                </a:lnTo>
                <a:lnTo>
                  <a:pt x="377761" y="161925"/>
                </a:lnTo>
                <a:lnTo>
                  <a:pt x="396650" y="161925"/>
                </a:lnTo>
                <a:lnTo>
                  <a:pt x="415538" y="161925"/>
                </a:lnTo>
                <a:lnTo>
                  <a:pt x="434426" y="161925"/>
                </a:lnTo>
                <a:lnTo>
                  <a:pt x="453314" y="161925"/>
                </a:lnTo>
                <a:lnTo>
                  <a:pt x="472202" y="161925"/>
                </a:lnTo>
                <a:lnTo>
                  <a:pt x="491090" y="161925"/>
                </a:lnTo>
                <a:lnTo>
                  <a:pt x="509978" y="161925"/>
                </a:lnTo>
                <a:lnTo>
                  <a:pt x="528876" y="161925"/>
                </a:lnTo>
                <a:lnTo>
                  <a:pt x="547764" y="161925"/>
                </a:lnTo>
                <a:lnTo>
                  <a:pt x="566652" y="161925"/>
                </a:lnTo>
                <a:lnTo>
                  <a:pt x="585540" y="161925"/>
                </a:lnTo>
                <a:lnTo>
                  <a:pt x="604428" y="161925"/>
                </a:lnTo>
                <a:lnTo>
                  <a:pt x="623316" y="161925"/>
                </a:lnTo>
                <a:lnTo>
                  <a:pt x="642204" y="161925"/>
                </a:lnTo>
                <a:lnTo>
                  <a:pt x="661092" y="161925"/>
                </a:lnTo>
                <a:lnTo>
                  <a:pt x="679980" y="161925"/>
                </a:lnTo>
                <a:lnTo>
                  <a:pt x="698868" y="161925"/>
                </a:lnTo>
                <a:lnTo>
                  <a:pt x="717756" y="161925"/>
                </a:lnTo>
                <a:lnTo>
                  <a:pt x="736644" y="161925"/>
                </a:lnTo>
                <a:lnTo>
                  <a:pt x="755533" y="161925"/>
                </a:lnTo>
                <a:lnTo>
                  <a:pt x="774421" y="161925"/>
                </a:lnTo>
                <a:lnTo>
                  <a:pt x="793309" y="161925"/>
                </a:lnTo>
                <a:lnTo>
                  <a:pt x="812197" y="161925"/>
                </a:lnTo>
                <a:lnTo>
                  <a:pt x="831085" y="161925"/>
                </a:lnTo>
                <a:lnTo>
                  <a:pt x="849973" y="161925"/>
                </a:lnTo>
                <a:lnTo>
                  <a:pt x="868861" y="161925"/>
                </a:lnTo>
                <a:lnTo>
                  <a:pt x="887749" y="161925"/>
                </a:lnTo>
                <a:lnTo>
                  <a:pt x="906637" y="161925"/>
                </a:lnTo>
                <a:lnTo>
                  <a:pt x="925525" y="161925"/>
                </a:lnTo>
                <a:lnTo>
                  <a:pt x="944413" y="161925"/>
                </a:lnTo>
                <a:lnTo>
                  <a:pt x="963301" y="161925"/>
                </a:lnTo>
                <a:lnTo>
                  <a:pt x="982189" y="161925"/>
                </a:lnTo>
                <a:lnTo>
                  <a:pt x="1001078" y="161925"/>
                </a:lnTo>
                <a:lnTo>
                  <a:pt x="1019966" y="161925"/>
                </a:lnTo>
                <a:lnTo>
                  <a:pt x="1038854" y="161925"/>
                </a:lnTo>
                <a:lnTo>
                  <a:pt x="1057742" y="161925"/>
                </a:lnTo>
                <a:lnTo>
                  <a:pt x="1076630" y="161925"/>
                </a:lnTo>
                <a:lnTo>
                  <a:pt x="1095518" y="161925"/>
                </a:lnTo>
                <a:lnTo>
                  <a:pt x="1114406" y="161925"/>
                </a:lnTo>
                <a:lnTo>
                  <a:pt x="1133294" y="161925"/>
                </a:lnTo>
                <a:lnTo>
                  <a:pt x="1152182" y="161925"/>
                </a:lnTo>
                <a:lnTo>
                  <a:pt x="1169965" y="155953"/>
                </a:lnTo>
                <a:lnTo>
                  <a:pt x="1187587" y="149171"/>
                </a:lnTo>
                <a:lnTo>
                  <a:pt x="1205217" y="142389"/>
                </a:lnTo>
                <a:lnTo>
                  <a:pt x="1222848" y="135607"/>
                </a:lnTo>
                <a:lnTo>
                  <a:pt x="1240479" y="128826"/>
                </a:lnTo>
                <a:lnTo>
                  <a:pt x="1258110" y="122053"/>
                </a:lnTo>
                <a:lnTo>
                  <a:pt x="1275740" y="115272"/>
                </a:lnTo>
                <a:lnTo>
                  <a:pt x="1293371" y="108490"/>
                </a:lnTo>
                <a:lnTo>
                  <a:pt x="1310992" y="101708"/>
                </a:lnTo>
                <a:lnTo>
                  <a:pt x="1328623" y="94926"/>
                </a:lnTo>
                <a:lnTo>
                  <a:pt x="1346254" y="88144"/>
                </a:lnTo>
                <a:lnTo>
                  <a:pt x="1363885" y="81363"/>
                </a:lnTo>
                <a:lnTo>
                  <a:pt x="1381516" y="74581"/>
                </a:lnTo>
                <a:lnTo>
                  <a:pt x="1399146" y="67808"/>
                </a:lnTo>
                <a:lnTo>
                  <a:pt x="1416768" y="61027"/>
                </a:lnTo>
                <a:lnTo>
                  <a:pt x="1434398" y="54245"/>
                </a:lnTo>
                <a:lnTo>
                  <a:pt x="1452029" y="47463"/>
                </a:lnTo>
                <a:lnTo>
                  <a:pt x="1469660" y="40681"/>
                </a:lnTo>
                <a:lnTo>
                  <a:pt x="1487291" y="33899"/>
                </a:lnTo>
                <a:lnTo>
                  <a:pt x="1504921" y="27118"/>
                </a:lnTo>
                <a:lnTo>
                  <a:pt x="1522552" y="20345"/>
                </a:lnTo>
                <a:lnTo>
                  <a:pt x="1540173" y="13564"/>
                </a:lnTo>
                <a:lnTo>
                  <a:pt x="1557804" y="6782"/>
                </a:lnTo>
                <a:lnTo>
                  <a:pt x="1575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9BF9EE5D-F41C-4069-B443-6B4EA8D3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7770" y="4345305"/>
            <a:ext cx="1082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E4EDDA75-1F52-4A90-9D77-3E97850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8990" y="3645722"/>
            <a:ext cx="328613" cy="486223"/>
          </a:xfrm>
          <a:custGeom xmlns:a="http://schemas.openxmlformats.org/drawingml/2006/main">
            <a:pathLst>
              <a:path w="328613" h="486223">
                <a:moveTo>
                  <a:pt x="0" y="486223"/>
                </a:moveTo>
                <a:lnTo>
                  <a:pt x="0" y="467401"/>
                </a:lnTo>
                <a:lnTo>
                  <a:pt x="0" y="448589"/>
                </a:lnTo>
                <a:lnTo>
                  <a:pt x="0" y="429778"/>
                </a:lnTo>
                <a:lnTo>
                  <a:pt x="0" y="410966"/>
                </a:lnTo>
                <a:lnTo>
                  <a:pt x="0" y="392154"/>
                </a:lnTo>
                <a:lnTo>
                  <a:pt x="0" y="373342"/>
                </a:lnTo>
                <a:lnTo>
                  <a:pt x="0" y="354521"/>
                </a:lnTo>
                <a:lnTo>
                  <a:pt x="0" y="335709"/>
                </a:lnTo>
                <a:lnTo>
                  <a:pt x="0" y="316897"/>
                </a:lnTo>
                <a:lnTo>
                  <a:pt x="0" y="298085"/>
                </a:lnTo>
                <a:lnTo>
                  <a:pt x="0" y="279273"/>
                </a:lnTo>
                <a:lnTo>
                  <a:pt x="0" y="260461"/>
                </a:lnTo>
                <a:lnTo>
                  <a:pt x="0" y="241649"/>
                </a:lnTo>
                <a:lnTo>
                  <a:pt x="0" y="222828"/>
                </a:lnTo>
                <a:lnTo>
                  <a:pt x="0" y="204016"/>
                </a:lnTo>
                <a:lnTo>
                  <a:pt x="0" y="185204"/>
                </a:lnTo>
                <a:lnTo>
                  <a:pt x="0" y="166392"/>
                </a:lnTo>
                <a:lnTo>
                  <a:pt x="0" y="147580"/>
                </a:lnTo>
                <a:lnTo>
                  <a:pt x="0" y="128768"/>
                </a:lnTo>
                <a:lnTo>
                  <a:pt x="1829" y="111252"/>
                </a:lnTo>
                <a:lnTo>
                  <a:pt x="19593" y="105070"/>
                </a:lnTo>
                <a:lnTo>
                  <a:pt x="37367" y="98889"/>
                </a:lnTo>
                <a:lnTo>
                  <a:pt x="55140" y="92707"/>
                </a:lnTo>
                <a:lnTo>
                  <a:pt x="72904" y="86525"/>
                </a:lnTo>
                <a:lnTo>
                  <a:pt x="90678" y="80343"/>
                </a:lnTo>
                <a:lnTo>
                  <a:pt x="108442" y="74171"/>
                </a:lnTo>
                <a:lnTo>
                  <a:pt x="126216" y="67989"/>
                </a:lnTo>
                <a:lnTo>
                  <a:pt x="143980" y="61808"/>
                </a:lnTo>
                <a:lnTo>
                  <a:pt x="161754" y="55626"/>
                </a:lnTo>
                <a:lnTo>
                  <a:pt x="179518" y="49444"/>
                </a:lnTo>
                <a:lnTo>
                  <a:pt x="197291" y="43263"/>
                </a:lnTo>
                <a:lnTo>
                  <a:pt x="215055" y="37081"/>
                </a:lnTo>
                <a:lnTo>
                  <a:pt x="232829" y="30899"/>
                </a:lnTo>
                <a:lnTo>
                  <a:pt x="250593" y="24727"/>
                </a:lnTo>
                <a:lnTo>
                  <a:pt x="268367" y="18545"/>
                </a:lnTo>
                <a:lnTo>
                  <a:pt x="286131" y="12363"/>
                </a:lnTo>
                <a:lnTo>
                  <a:pt x="303905" y="6182"/>
                </a:lnTo>
                <a:lnTo>
                  <a:pt x="321669" y="0"/>
                </a:lnTo>
                <a:lnTo>
                  <a:pt x="328613" y="9049"/>
                </a:lnTo>
                <a:lnTo>
                  <a:pt x="328613" y="27870"/>
                </a:lnTo>
                <a:lnTo>
                  <a:pt x="328613" y="46682"/>
                </a:lnTo>
                <a:lnTo>
                  <a:pt x="328613" y="65494"/>
                </a:lnTo>
                <a:lnTo>
                  <a:pt x="328613" y="84306"/>
                </a:lnTo>
                <a:lnTo>
                  <a:pt x="328613" y="103118"/>
                </a:lnTo>
                <a:lnTo>
                  <a:pt x="328613" y="121930"/>
                </a:lnTo>
                <a:lnTo>
                  <a:pt x="328613" y="140741"/>
                </a:lnTo>
                <a:lnTo>
                  <a:pt x="328613" y="159563"/>
                </a:lnTo>
                <a:lnTo>
                  <a:pt x="328613" y="178375"/>
                </a:lnTo>
                <a:lnTo>
                  <a:pt x="328613" y="197187"/>
                </a:lnTo>
                <a:lnTo>
                  <a:pt x="328613" y="215998"/>
                </a:lnTo>
                <a:lnTo>
                  <a:pt x="328613" y="234810"/>
                </a:lnTo>
                <a:lnTo>
                  <a:pt x="328613" y="253622"/>
                </a:lnTo>
                <a:lnTo>
                  <a:pt x="328613" y="272444"/>
                </a:lnTo>
                <a:lnTo>
                  <a:pt x="328613" y="291255"/>
                </a:lnTo>
                <a:lnTo>
                  <a:pt x="328613" y="310067"/>
                </a:lnTo>
                <a:lnTo>
                  <a:pt x="328613" y="328879"/>
                </a:lnTo>
                <a:lnTo>
                  <a:pt x="328613" y="347691"/>
                </a:lnTo>
                <a:lnTo>
                  <a:pt x="312515" y="355778"/>
                </a:lnTo>
                <a:lnTo>
                  <a:pt x="295151" y="363026"/>
                </a:lnTo>
                <a:lnTo>
                  <a:pt x="277787" y="370275"/>
                </a:lnTo>
                <a:lnTo>
                  <a:pt x="260423" y="377523"/>
                </a:lnTo>
                <a:lnTo>
                  <a:pt x="243068" y="384762"/>
                </a:lnTo>
                <a:lnTo>
                  <a:pt x="225704" y="392011"/>
                </a:lnTo>
                <a:lnTo>
                  <a:pt x="208340" y="399259"/>
                </a:lnTo>
                <a:lnTo>
                  <a:pt x="190976" y="406508"/>
                </a:lnTo>
                <a:lnTo>
                  <a:pt x="173622" y="413756"/>
                </a:lnTo>
                <a:lnTo>
                  <a:pt x="156258" y="420995"/>
                </a:lnTo>
                <a:lnTo>
                  <a:pt x="138894" y="428244"/>
                </a:lnTo>
                <a:lnTo>
                  <a:pt x="121529" y="435493"/>
                </a:lnTo>
                <a:lnTo>
                  <a:pt x="104175" y="442741"/>
                </a:lnTo>
                <a:lnTo>
                  <a:pt x="86811" y="449990"/>
                </a:lnTo>
                <a:lnTo>
                  <a:pt x="69447" y="457229"/>
                </a:lnTo>
                <a:lnTo>
                  <a:pt x="52083" y="464477"/>
                </a:lnTo>
                <a:lnTo>
                  <a:pt x="34728" y="471726"/>
                </a:lnTo>
                <a:lnTo>
                  <a:pt x="17364" y="478974"/>
                </a:lnTo>
                <a:lnTo>
                  <a:pt x="0" y="48622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0F4260CB-FCFF-4CDE-BE61-1A5FD621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8343" y="3994785"/>
            <a:ext cx="1696803" cy="137160"/>
          </a:xfrm>
          <a:custGeom xmlns:a="http://schemas.openxmlformats.org/drawingml/2006/main">
            <a:pathLst>
              <a:path w="1696803" h="137160">
                <a:moveTo>
                  <a:pt x="0" y="137160"/>
                </a:moveTo>
                <a:lnTo>
                  <a:pt x="18945" y="137160"/>
                </a:lnTo>
                <a:lnTo>
                  <a:pt x="37890" y="137160"/>
                </a:lnTo>
                <a:lnTo>
                  <a:pt x="56836" y="137160"/>
                </a:lnTo>
                <a:lnTo>
                  <a:pt x="75781" y="137160"/>
                </a:lnTo>
                <a:lnTo>
                  <a:pt x="94726" y="137160"/>
                </a:lnTo>
                <a:lnTo>
                  <a:pt x="113671" y="137160"/>
                </a:lnTo>
                <a:lnTo>
                  <a:pt x="132626" y="137160"/>
                </a:lnTo>
                <a:lnTo>
                  <a:pt x="151571" y="137160"/>
                </a:lnTo>
                <a:lnTo>
                  <a:pt x="170517" y="137160"/>
                </a:lnTo>
                <a:lnTo>
                  <a:pt x="189462" y="137160"/>
                </a:lnTo>
                <a:lnTo>
                  <a:pt x="208407" y="137160"/>
                </a:lnTo>
                <a:lnTo>
                  <a:pt x="227352" y="137160"/>
                </a:lnTo>
                <a:lnTo>
                  <a:pt x="246297" y="137160"/>
                </a:lnTo>
                <a:lnTo>
                  <a:pt x="265243" y="137160"/>
                </a:lnTo>
                <a:lnTo>
                  <a:pt x="284188" y="137160"/>
                </a:lnTo>
                <a:lnTo>
                  <a:pt x="303133" y="137160"/>
                </a:lnTo>
                <a:lnTo>
                  <a:pt x="322078" y="137160"/>
                </a:lnTo>
                <a:lnTo>
                  <a:pt x="341024" y="137160"/>
                </a:lnTo>
                <a:lnTo>
                  <a:pt x="359969" y="137160"/>
                </a:lnTo>
                <a:lnTo>
                  <a:pt x="378914" y="137160"/>
                </a:lnTo>
                <a:lnTo>
                  <a:pt x="397869" y="137160"/>
                </a:lnTo>
                <a:lnTo>
                  <a:pt x="416814" y="137160"/>
                </a:lnTo>
                <a:lnTo>
                  <a:pt x="435759" y="137160"/>
                </a:lnTo>
                <a:lnTo>
                  <a:pt x="454704" y="137160"/>
                </a:lnTo>
                <a:lnTo>
                  <a:pt x="473650" y="137160"/>
                </a:lnTo>
                <a:lnTo>
                  <a:pt x="492595" y="137160"/>
                </a:lnTo>
                <a:lnTo>
                  <a:pt x="511540" y="137160"/>
                </a:lnTo>
                <a:lnTo>
                  <a:pt x="530485" y="137160"/>
                </a:lnTo>
                <a:lnTo>
                  <a:pt x="549431" y="137160"/>
                </a:lnTo>
                <a:lnTo>
                  <a:pt x="568376" y="137160"/>
                </a:lnTo>
                <a:lnTo>
                  <a:pt x="587321" y="137160"/>
                </a:lnTo>
                <a:lnTo>
                  <a:pt x="606266" y="137160"/>
                </a:lnTo>
                <a:lnTo>
                  <a:pt x="625211" y="137160"/>
                </a:lnTo>
                <a:lnTo>
                  <a:pt x="644157" y="137160"/>
                </a:lnTo>
                <a:lnTo>
                  <a:pt x="663102" y="137160"/>
                </a:lnTo>
                <a:lnTo>
                  <a:pt x="682057" y="137160"/>
                </a:lnTo>
                <a:lnTo>
                  <a:pt x="701002" y="137160"/>
                </a:lnTo>
                <a:lnTo>
                  <a:pt x="719947" y="137160"/>
                </a:lnTo>
                <a:lnTo>
                  <a:pt x="738892" y="137160"/>
                </a:lnTo>
                <a:lnTo>
                  <a:pt x="757838" y="137160"/>
                </a:lnTo>
                <a:lnTo>
                  <a:pt x="776783" y="137160"/>
                </a:lnTo>
                <a:lnTo>
                  <a:pt x="795728" y="137160"/>
                </a:lnTo>
                <a:lnTo>
                  <a:pt x="814673" y="137160"/>
                </a:lnTo>
                <a:lnTo>
                  <a:pt x="833618" y="137160"/>
                </a:lnTo>
                <a:lnTo>
                  <a:pt x="852564" y="137160"/>
                </a:lnTo>
                <a:lnTo>
                  <a:pt x="871509" y="137160"/>
                </a:lnTo>
                <a:lnTo>
                  <a:pt x="890454" y="137160"/>
                </a:lnTo>
                <a:lnTo>
                  <a:pt x="909399" y="137160"/>
                </a:lnTo>
                <a:lnTo>
                  <a:pt x="928354" y="137160"/>
                </a:lnTo>
                <a:lnTo>
                  <a:pt x="947299" y="137160"/>
                </a:lnTo>
                <a:lnTo>
                  <a:pt x="966245" y="137160"/>
                </a:lnTo>
                <a:lnTo>
                  <a:pt x="985190" y="137160"/>
                </a:lnTo>
                <a:lnTo>
                  <a:pt x="1004135" y="137160"/>
                </a:lnTo>
                <a:lnTo>
                  <a:pt x="1023080" y="137160"/>
                </a:lnTo>
                <a:lnTo>
                  <a:pt x="1042025" y="137160"/>
                </a:lnTo>
                <a:lnTo>
                  <a:pt x="1060971" y="137160"/>
                </a:lnTo>
                <a:lnTo>
                  <a:pt x="1079916" y="137160"/>
                </a:lnTo>
                <a:lnTo>
                  <a:pt x="1098861" y="137160"/>
                </a:lnTo>
                <a:lnTo>
                  <a:pt x="1117806" y="137160"/>
                </a:lnTo>
                <a:lnTo>
                  <a:pt x="1136752" y="137160"/>
                </a:lnTo>
                <a:lnTo>
                  <a:pt x="1155697" y="137160"/>
                </a:lnTo>
                <a:lnTo>
                  <a:pt x="1174642" y="137160"/>
                </a:lnTo>
                <a:lnTo>
                  <a:pt x="1193597" y="137160"/>
                </a:lnTo>
                <a:lnTo>
                  <a:pt x="1212542" y="137160"/>
                </a:lnTo>
                <a:lnTo>
                  <a:pt x="1231487" y="137160"/>
                </a:lnTo>
                <a:lnTo>
                  <a:pt x="1250432" y="137160"/>
                </a:lnTo>
                <a:lnTo>
                  <a:pt x="1269378" y="137160"/>
                </a:lnTo>
                <a:lnTo>
                  <a:pt x="1288323" y="137160"/>
                </a:lnTo>
                <a:lnTo>
                  <a:pt x="1307268" y="137160"/>
                </a:lnTo>
                <a:lnTo>
                  <a:pt x="1326213" y="137160"/>
                </a:lnTo>
                <a:lnTo>
                  <a:pt x="1345159" y="137160"/>
                </a:lnTo>
                <a:lnTo>
                  <a:pt x="1364104" y="137160"/>
                </a:lnTo>
                <a:lnTo>
                  <a:pt x="1382097" y="132378"/>
                </a:lnTo>
                <a:lnTo>
                  <a:pt x="1399575" y="125082"/>
                </a:lnTo>
                <a:lnTo>
                  <a:pt x="1417063" y="117786"/>
                </a:lnTo>
                <a:lnTo>
                  <a:pt x="1434551" y="110490"/>
                </a:lnTo>
                <a:lnTo>
                  <a:pt x="1452029" y="103194"/>
                </a:lnTo>
                <a:lnTo>
                  <a:pt x="1469517" y="95898"/>
                </a:lnTo>
                <a:lnTo>
                  <a:pt x="1486995" y="88592"/>
                </a:lnTo>
                <a:lnTo>
                  <a:pt x="1504483" y="81296"/>
                </a:lnTo>
                <a:lnTo>
                  <a:pt x="1521971" y="74000"/>
                </a:lnTo>
                <a:lnTo>
                  <a:pt x="1539450" y="66704"/>
                </a:lnTo>
                <a:lnTo>
                  <a:pt x="1556937" y="59407"/>
                </a:lnTo>
                <a:lnTo>
                  <a:pt x="1574416" y="52111"/>
                </a:lnTo>
                <a:lnTo>
                  <a:pt x="1591904" y="44806"/>
                </a:lnTo>
                <a:lnTo>
                  <a:pt x="1609382" y="37509"/>
                </a:lnTo>
                <a:lnTo>
                  <a:pt x="1626870" y="30213"/>
                </a:lnTo>
                <a:lnTo>
                  <a:pt x="1644358" y="22917"/>
                </a:lnTo>
                <a:lnTo>
                  <a:pt x="1661836" y="15621"/>
                </a:lnTo>
                <a:lnTo>
                  <a:pt x="1679324" y="8325"/>
                </a:lnTo>
                <a:lnTo>
                  <a:pt x="1696803" y="1019"/>
                </a:lnTo>
                <a:lnTo>
                  <a:pt x="1682972" y="0"/>
                </a:lnTo>
                <a:lnTo>
                  <a:pt x="1664027" y="0"/>
                </a:lnTo>
                <a:lnTo>
                  <a:pt x="1645082" y="0"/>
                </a:lnTo>
                <a:lnTo>
                  <a:pt x="1626137" y="0"/>
                </a:lnTo>
                <a:lnTo>
                  <a:pt x="1607191" y="0"/>
                </a:lnTo>
                <a:lnTo>
                  <a:pt x="1588246" y="0"/>
                </a:lnTo>
                <a:lnTo>
                  <a:pt x="1569291" y="0"/>
                </a:lnTo>
                <a:lnTo>
                  <a:pt x="1550346" y="0"/>
                </a:lnTo>
                <a:lnTo>
                  <a:pt x="1531401" y="0"/>
                </a:lnTo>
                <a:lnTo>
                  <a:pt x="1512456" y="0"/>
                </a:lnTo>
                <a:lnTo>
                  <a:pt x="1493510" y="0"/>
                </a:lnTo>
                <a:lnTo>
                  <a:pt x="1474565" y="0"/>
                </a:lnTo>
                <a:lnTo>
                  <a:pt x="1455620" y="0"/>
                </a:lnTo>
                <a:lnTo>
                  <a:pt x="1436675" y="0"/>
                </a:lnTo>
                <a:lnTo>
                  <a:pt x="1417730" y="0"/>
                </a:lnTo>
                <a:lnTo>
                  <a:pt x="1398784" y="0"/>
                </a:lnTo>
                <a:lnTo>
                  <a:pt x="1379839" y="0"/>
                </a:lnTo>
                <a:lnTo>
                  <a:pt x="1360894" y="0"/>
                </a:lnTo>
                <a:lnTo>
                  <a:pt x="1341949" y="0"/>
                </a:lnTo>
                <a:lnTo>
                  <a:pt x="1323003" y="0"/>
                </a:lnTo>
                <a:lnTo>
                  <a:pt x="1304058" y="0"/>
                </a:lnTo>
                <a:lnTo>
                  <a:pt x="1285103" y="0"/>
                </a:lnTo>
                <a:lnTo>
                  <a:pt x="1266158" y="0"/>
                </a:lnTo>
                <a:lnTo>
                  <a:pt x="1247213" y="0"/>
                </a:lnTo>
                <a:lnTo>
                  <a:pt x="1228268" y="0"/>
                </a:lnTo>
                <a:lnTo>
                  <a:pt x="1209323" y="0"/>
                </a:lnTo>
                <a:lnTo>
                  <a:pt x="1190377" y="0"/>
                </a:lnTo>
                <a:lnTo>
                  <a:pt x="1171432" y="0"/>
                </a:lnTo>
                <a:lnTo>
                  <a:pt x="1152487" y="0"/>
                </a:lnTo>
                <a:lnTo>
                  <a:pt x="1133542" y="0"/>
                </a:lnTo>
                <a:lnTo>
                  <a:pt x="1114596" y="0"/>
                </a:lnTo>
                <a:lnTo>
                  <a:pt x="1095651" y="0"/>
                </a:lnTo>
                <a:lnTo>
                  <a:pt x="1076706" y="0"/>
                </a:lnTo>
                <a:lnTo>
                  <a:pt x="1057761" y="0"/>
                </a:lnTo>
                <a:lnTo>
                  <a:pt x="1038806" y="0"/>
                </a:lnTo>
                <a:lnTo>
                  <a:pt x="1019861" y="0"/>
                </a:lnTo>
                <a:lnTo>
                  <a:pt x="1000916" y="0"/>
                </a:lnTo>
                <a:lnTo>
                  <a:pt x="981970" y="0"/>
                </a:lnTo>
                <a:lnTo>
                  <a:pt x="963025" y="0"/>
                </a:lnTo>
                <a:lnTo>
                  <a:pt x="944080" y="0"/>
                </a:lnTo>
                <a:lnTo>
                  <a:pt x="925135" y="0"/>
                </a:lnTo>
                <a:lnTo>
                  <a:pt x="906189" y="0"/>
                </a:lnTo>
                <a:lnTo>
                  <a:pt x="887244" y="0"/>
                </a:lnTo>
                <a:lnTo>
                  <a:pt x="868299" y="0"/>
                </a:lnTo>
                <a:lnTo>
                  <a:pt x="849354" y="0"/>
                </a:lnTo>
                <a:lnTo>
                  <a:pt x="830409" y="0"/>
                </a:lnTo>
                <a:lnTo>
                  <a:pt x="811463" y="0"/>
                </a:lnTo>
                <a:lnTo>
                  <a:pt x="792518" y="0"/>
                </a:lnTo>
                <a:lnTo>
                  <a:pt x="773563" y="0"/>
                </a:lnTo>
                <a:lnTo>
                  <a:pt x="754618" y="0"/>
                </a:lnTo>
                <a:lnTo>
                  <a:pt x="735673" y="0"/>
                </a:lnTo>
                <a:lnTo>
                  <a:pt x="716728" y="0"/>
                </a:lnTo>
                <a:lnTo>
                  <a:pt x="697782" y="0"/>
                </a:lnTo>
                <a:lnTo>
                  <a:pt x="678837" y="0"/>
                </a:lnTo>
                <a:lnTo>
                  <a:pt x="659892" y="0"/>
                </a:lnTo>
                <a:lnTo>
                  <a:pt x="640947" y="0"/>
                </a:lnTo>
                <a:lnTo>
                  <a:pt x="622002" y="0"/>
                </a:lnTo>
                <a:lnTo>
                  <a:pt x="603056" y="0"/>
                </a:lnTo>
                <a:lnTo>
                  <a:pt x="584111" y="0"/>
                </a:lnTo>
                <a:lnTo>
                  <a:pt x="565166" y="0"/>
                </a:lnTo>
                <a:lnTo>
                  <a:pt x="546221" y="0"/>
                </a:lnTo>
                <a:lnTo>
                  <a:pt x="527275" y="0"/>
                </a:lnTo>
                <a:lnTo>
                  <a:pt x="508321" y="0"/>
                </a:lnTo>
                <a:lnTo>
                  <a:pt x="489375" y="0"/>
                </a:lnTo>
                <a:lnTo>
                  <a:pt x="470430" y="0"/>
                </a:lnTo>
                <a:lnTo>
                  <a:pt x="451485" y="0"/>
                </a:lnTo>
                <a:lnTo>
                  <a:pt x="432540" y="0"/>
                </a:lnTo>
                <a:lnTo>
                  <a:pt x="413595" y="0"/>
                </a:lnTo>
                <a:lnTo>
                  <a:pt x="395602" y="5896"/>
                </a:lnTo>
                <a:lnTo>
                  <a:pt x="377619" y="11868"/>
                </a:lnTo>
                <a:lnTo>
                  <a:pt x="359635" y="17831"/>
                </a:lnTo>
                <a:lnTo>
                  <a:pt x="341662" y="23803"/>
                </a:lnTo>
                <a:lnTo>
                  <a:pt x="323679" y="29766"/>
                </a:lnTo>
                <a:lnTo>
                  <a:pt x="305695" y="35728"/>
                </a:lnTo>
                <a:lnTo>
                  <a:pt x="287712" y="41700"/>
                </a:lnTo>
                <a:lnTo>
                  <a:pt x="269729" y="47663"/>
                </a:lnTo>
                <a:lnTo>
                  <a:pt x="251746" y="53635"/>
                </a:lnTo>
                <a:lnTo>
                  <a:pt x="233763" y="59598"/>
                </a:lnTo>
                <a:lnTo>
                  <a:pt x="215779" y="65561"/>
                </a:lnTo>
                <a:lnTo>
                  <a:pt x="197806" y="71533"/>
                </a:lnTo>
                <a:lnTo>
                  <a:pt x="179822" y="77495"/>
                </a:lnTo>
                <a:lnTo>
                  <a:pt x="161839" y="83458"/>
                </a:lnTo>
                <a:lnTo>
                  <a:pt x="143856" y="89430"/>
                </a:lnTo>
                <a:lnTo>
                  <a:pt x="125873" y="95393"/>
                </a:lnTo>
                <a:lnTo>
                  <a:pt x="107890" y="101365"/>
                </a:lnTo>
                <a:lnTo>
                  <a:pt x="89906" y="107328"/>
                </a:lnTo>
                <a:lnTo>
                  <a:pt x="71923" y="113290"/>
                </a:lnTo>
                <a:lnTo>
                  <a:pt x="53950" y="119263"/>
                </a:lnTo>
                <a:lnTo>
                  <a:pt x="35966" y="125225"/>
                </a:lnTo>
                <a:lnTo>
                  <a:pt x="17983" y="131197"/>
                </a:lnTo>
                <a:lnTo>
                  <a:pt x="0" y="13716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0536C554-3675-42A0-A1F7-18BD533C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975" y="3994785"/>
            <a:ext cx="1490663" cy="137160"/>
          </a:xfrm>
          <a:custGeom xmlns:a="http://schemas.openxmlformats.org/drawingml/2006/main">
            <a:pathLst>
              <a:path w="1490663" h="137160">
                <a:moveTo>
                  <a:pt x="0" y="137160"/>
                </a:moveTo>
                <a:lnTo>
                  <a:pt x="18974" y="137160"/>
                </a:lnTo>
                <a:lnTo>
                  <a:pt x="37938" y="137160"/>
                </a:lnTo>
                <a:lnTo>
                  <a:pt x="56912" y="137160"/>
                </a:lnTo>
                <a:lnTo>
                  <a:pt x="75876" y="137160"/>
                </a:lnTo>
                <a:lnTo>
                  <a:pt x="94850" y="137160"/>
                </a:lnTo>
                <a:lnTo>
                  <a:pt x="113814" y="137160"/>
                </a:lnTo>
                <a:lnTo>
                  <a:pt x="132788" y="137160"/>
                </a:lnTo>
                <a:lnTo>
                  <a:pt x="151752" y="137160"/>
                </a:lnTo>
                <a:lnTo>
                  <a:pt x="170726" y="137160"/>
                </a:lnTo>
                <a:lnTo>
                  <a:pt x="189700" y="137160"/>
                </a:lnTo>
                <a:lnTo>
                  <a:pt x="208664" y="137160"/>
                </a:lnTo>
                <a:lnTo>
                  <a:pt x="227638" y="137160"/>
                </a:lnTo>
                <a:lnTo>
                  <a:pt x="246602" y="137160"/>
                </a:lnTo>
                <a:lnTo>
                  <a:pt x="265576" y="137160"/>
                </a:lnTo>
                <a:lnTo>
                  <a:pt x="284540" y="137160"/>
                </a:lnTo>
                <a:lnTo>
                  <a:pt x="303514" y="137160"/>
                </a:lnTo>
                <a:lnTo>
                  <a:pt x="322478" y="137160"/>
                </a:lnTo>
                <a:lnTo>
                  <a:pt x="341452" y="137160"/>
                </a:lnTo>
                <a:lnTo>
                  <a:pt x="360416" y="137160"/>
                </a:lnTo>
                <a:lnTo>
                  <a:pt x="379390" y="137160"/>
                </a:lnTo>
                <a:lnTo>
                  <a:pt x="398364" y="137160"/>
                </a:lnTo>
                <a:lnTo>
                  <a:pt x="417328" y="137160"/>
                </a:lnTo>
                <a:lnTo>
                  <a:pt x="436302" y="137160"/>
                </a:lnTo>
                <a:lnTo>
                  <a:pt x="455266" y="137160"/>
                </a:lnTo>
                <a:lnTo>
                  <a:pt x="474240" y="137160"/>
                </a:lnTo>
                <a:lnTo>
                  <a:pt x="493205" y="137160"/>
                </a:lnTo>
                <a:lnTo>
                  <a:pt x="512178" y="137160"/>
                </a:lnTo>
                <a:lnTo>
                  <a:pt x="531143" y="137160"/>
                </a:lnTo>
                <a:lnTo>
                  <a:pt x="550116" y="137160"/>
                </a:lnTo>
                <a:lnTo>
                  <a:pt x="569090" y="137160"/>
                </a:lnTo>
                <a:lnTo>
                  <a:pt x="588054" y="137160"/>
                </a:lnTo>
                <a:lnTo>
                  <a:pt x="607028" y="137160"/>
                </a:lnTo>
                <a:lnTo>
                  <a:pt x="625993" y="137160"/>
                </a:lnTo>
                <a:lnTo>
                  <a:pt x="644966" y="137160"/>
                </a:lnTo>
                <a:lnTo>
                  <a:pt x="663931" y="137160"/>
                </a:lnTo>
                <a:lnTo>
                  <a:pt x="682904" y="137160"/>
                </a:lnTo>
                <a:lnTo>
                  <a:pt x="701869" y="137160"/>
                </a:lnTo>
                <a:lnTo>
                  <a:pt x="720842" y="137160"/>
                </a:lnTo>
                <a:lnTo>
                  <a:pt x="739816" y="137160"/>
                </a:lnTo>
                <a:lnTo>
                  <a:pt x="758781" y="137160"/>
                </a:lnTo>
                <a:lnTo>
                  <a:pt x="777754" y="137160"/>
                </a:lnTo>
                <a:lnTo>
                  <a:pt x="796719" y="137160"/>
                </a:lnTo>
                <a:lnTo>
                  <a:pt x="815692" y="137160"/>
                </a:lnTo>
                <a:lnTo>
                  <a:pt x="834657" y="137160"/>
                </a:lnTo>
                <a:lnTo>
                  <a:pt x="853631" y="137160"/>
                </a:lnTo>
                <a:lnTo>
                  <a:pt x="872595" y="137160"/>
                </a:lnTo>
                <a:lnTo>
                  <a:pt x="891569" y="137160"/>
                </a:lnTo>
                <a:lnTo>
                  <a:pt x="910533" y="137160"/>
                </a:lnTo>
                <a:lnTo>
                  <a:pt x="929507" y="137160"/>
                </a:lnTo>
                <a:lnTo>
                  <a:pt x="948480" y="137160"/>
                </a:lnTo>
                <a:lnTo>
                  <a:pt x="967445" y="137160"/>
                </a:lnTo>
                <a:lnTo>
                  <a:pt x="986419" y="137160"/>
                </a:lnTo>
                <a:lnTo>
                  <a:pt x="1005383" y="137160"/>
                </a:lnTo>
                <a:lnTo>
                  <a:pt x="1024357" y="137160"/>
                </a:lnTo>
                <a:lnTo>
                  <a:pt x="1043321" y="137160"/>
                </a:lnTo>
                <a:lnTo>
                  <a:pt x="1062295" y="137160"/>
                </a:lnTo>
                <a:lnTo>
                  <a:pt x="1081259" y="137160"/>
                </a:lnTo>
                <a:lnTo>
                  <a:pt x="1100233" y="137160"/>
                </a:lnTo>
                <a:lnTo>
                  <a:pt x="1119207" y="137160"/>
                </a:lnTo>
                <a:lnTo>
                  <a:pt x="1138171" y="137160"/>
                </a:lnTo>
                <a:lnTo>
                  <a:pt x="1156945" y="136131"/>
                </a:lnTo>
                <a:lnTo>
                  <a:pt x="1174509" y="128968"/>
                </a:lnTo>
                <a:lnTo>
                  <a:pt x="1192073" y="121806"/>
                </a:lnTo>
                <a:lnTo>
                  <a:pt x="1209637" y="114643"/>
                </a:lnTo>
                <a:lnTo>
                  <a:pt x="1227201" y="107480"/>
                </a:lnTo>
                <a:lnTo>
                  <a:pt x="1244765" y="100308"/>
                </a:lnTo>
                <a:lnTo>
                  <a:pt x="1262329" y="93145"/>
                </a:lnTo>
                <a:lnTo>
                  <a:pt x="1279893" y="85982"/>
                </a:lnTo>
                <a:lnTo>
                  <a:pt x="1297457" y="78819"/>
                </a:lnTo>
                <a:lnTo>
                  <a:pt x="1315022" y="71647"/>
                </a:lnTo>
                <a:lnTo>
                  <a:pt x="1332586" y="64484"/>
                </a:lnTo>
                <a:lnTo>
                  <a:pt x="1350150" y="57321"/>
                </a:lnTo>
                <a:lnTo>
                  <a:pt x="1367714" y="50159"/>
                </a:lnTo>
                <a:lnTo>
                  <a:pt x="1385278" y="42986"/>
                </a:lnTo>
                <a:lnTo>
                  <a:pt x="1402842" y="35824"/>
                </a:lnTo>
                <a:lnTo>
                  <a:pt x="1420406" y="28661"/>
                </a:lnTo>
                <a:lnTo>
                  <a:pt x="1437970" y="21498"/>
                </a:lnTo>
                <a:lnTo>
                  <a:pt x="1455534" y="14326"/>
                </a:lnTo>
                <a:lnTo>
                  <a:pt x="1473098" y="7163"/>
                </a:lnTo>
                <a:lnTo>
                  <a:pt x="1490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1F457267-B73A-4772-B727-EF31F1E8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3645" y="3994785"/>
            <a:ext cx="1082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913135F8-7E61-4480-B988-D85AD846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9638" y="3294297"/>
            <a:ext cx="243840" cy="463315"/>
          </a:xfrm>
          <a:custGeom xmlns:a="http://schemas.openxmlformats.org/drawingml/2006/main">
            <a:pathLst>
              <a:path w="243840" h="463315">
                <a:moveTo>
                  <a:pt x="0" y="463315"/>
                </a:moveTo>
                <a:lnTo>
                  <a:pt x="0" y="444294"/>
                </a:lnTo>
                <a:lnTo>
                  <a:pt x="0" y="425272"/>
                </a:lnTo>
                <a:lnTo>
                  <a:pt x="0" y="406251"/>
                </a:lnTo>
                <a:lnTo>
                  <a:pt x="0" y="387229"/>
                </a:lnTo>
                <a:lnTo>
                  <a:pt x="0" y="368198"/>
                </a:lnTo>
                <a:lnTo>
                  <a:pt x="0" y="349177"/>
                </a:lnTo>
                <a:lnTo>
                  <a:pt x="0" y="330156"/>
                </a:lnTo>
                <a:lnTo>
                  <a:pt x="0" y="311134"/>
                </a:lnTo>
                <a:lnTo>
                  <a:pt x="0" y="292113"/>
                </a:lnTo>
                <a:lnTo>
                  <a:pt x="0" y="273091"/>
                </a:lnTo>
                <a:lnTo>
                  <a:pt x="0" y="254060"/>
                </a:lnTo>
                <a:lnTo>
                  <a:pt x="0" y="235039"/>
                </a:lnTo>
                <a:lnTo>
                  <a:pt x="0" y="216017"/>
                </a:lnTo>
                <a:lnTo>
                  <a:pt x="0" y="196996"/>
                </a:lnTo>
                <a:lnTo>
                  <a:pt x="0" y="177975"/>
                </a:lnTo>
                <a:lnTo>
                  <a:pt x="0" y="158944"/>
                </a:lnTo>
                <a:lnTo>
                  <a:pt x="0" y="139922"/>
                </a:lnTo>
                <a:lnTo>
                  <a:pt x="0" y="120901"/>
                </a:lnTo>
                <a:lnTo>
                  <a:pt x="0" y="101879"/>
                </a:lnTo>
                <a:lnTo>
                  <a:pt x="5744" y="86830"/>
                </a:lnTo>
                <a:lnTo>
                  <a:pt x="23555" y="80153"/>
                </a:lnTo>
                <a:lnTo>
                  <a:pt x="41367" y="73476"/>
                </a:lnTo>
                <a:lnTo>
                  <a:pt x="59179" y="66799"/>
                </a:lnTo>
                <a:lnTo>
                  <a:pt x="76991" y="60112"/>
                </a:lnTo>
                <a:lnTo>
                  <a:pt x="94802" y="53435"/>
                </a:lnTo>
                <a:lnTo>
                  <a:pt x="112614" y="46758"/>
                </a:lnTo>
                <a:lnTo>
                  <a:pt x="130426" y="40081"/>
                </a:lnTo>
                <a:lnTo>
                  <a:pt x="148238" y="33395"/>
                </a:lnTo>
                <a:lnTo>
                  <a:pt x="166049" y="26718"/>
                </a:lnTo>
                <a:lnTo>
                  <a:pt x="183861" y="20041"/>
                </a:lnTo>
                <a:lnTo>
                  <a:pt x="201673" y="13364"/>
                </a:lnTo>
                <a:lnTo>
                  <a:pt x="219485" y="6677"/>
                </a:lnTo>
                <a:lnTo>
                  <a:pt x="237296" y="0"/>
                </a:lnTo>
                <a:lnTo>
                  <a:pt x="243840" y="9582"/>
                </a:lnTo>
                <a:lnTo>
                  <a:pt x="243840" y="28604"/>
                </a:lnTo>
                <a:lnTo>
                  <a:pt x="243840" y="47625"/>
                </a:lnTo>
                <a:lnTo>
                  <a:pt x="243840" y="66646"/>
                </a:lnTo>
                <a:lnTo>
                  <a:pt x="243840" y="85668"/>
                </a:lnTo>
                <a:lnTo>
                  <a:pt x="243840" y="104689"/>
                </a:lnTo>
                <a:lnTo>
                  <a:pt x="243840" y="123720"/>
                </a:lnTo>
                <a:lnTo>
                  <a:pt x="243840" y="142742"/>
                </a:lnTo>
                <a:lnTo>
                  <a:pt x="243840" y="161763"/>
                </a:lnTo>
                <a:lnTo>
                  <a:pt x="243840" y="180785"/>
                </a:lnTo>
                <a:lnTo>
                  <a:pt x="243840" y="199806"/>
                </a:lnTo>
                <a:lnTo>
                  <a:pt x="243840" y="218837"/>
                </a:lnTo>
                <a:lnTo>
                  <a:pt x="243840" y="237858"/>
                </a:lnTo>
                <a:lnTo>
                  <a:pt x="243840" y="256880"/>
                </a:lnTo>
                <a:lnTo>
                  <a:pt x="243840" y="275901"/>
                </a:lnTo>
                <a:lnTo>
                  <a:pt x="243840" y="294923"/>
                </a:lnTo>
                <a:lnTo>
                  <a:pt x="243840" y="313944"/>
                </a:lnTo>
                <a:lnTo>
                  <a:pt x="243840" y="332975"/>
                </a:lnTo>
                <a:lnTo>
                  <a:pt x="241144" y="350282"/>
                </a:lnTo>
                <a:lnTo>
                  <a:pt x="223923" y="358359"/>
                </a:lnTo>
                <a:lnTo>
                  <a:pt x="206693" y="366427"/>
                </a:lnTo>
                <a:lnTo>
                  <a:pt x="189471" y="374504"/>
                </a:lnTo>
                <a:lnTo>
                  <a:pt x="172250" y="382581"/>
                </a:lnTo>
                <a:lnTo>
                  <a:pt x="155019" y="390649"/>
                </a:lnTo>
                <a:lnTo>
                  <a:pt x="137798" y="398726"/>
                </a:lnTo>
                <a:lnTo>
                  <a:pt x="120577" y="406803"/>
                </a:lnTo>
                <a:lnTo>
                  <a:pt x="103346" y="414871"/>
                </a:lnTo>
                <a:lnTo>
                  <a:pt x="86125" y="422948"/>
                </a:lnTo>
                <a:lnTo>
                  <a:pt x="68894" y="431025"/>
                </a:lnTo>
                <a:lnTo>
                  <a:pt x="51673" y="439093"/>
                </a:lnTo>
                <a:lnTo>
                  <a:pt x="34452" y="447170"/>
                </a:lnTo>
                <a:lnTo>
                  <a:pt x="17221" y="455247"/>
                </a:lnTo>
                <a:lnTo>
                  <a:pt x="0" y="46331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0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16EA4FE2-B988-49DB-8F6E-1F4641A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8990" y="3643313"/>
            <a:ext cx="1611706" cy="114300"/>
          </a:xfrm>
          <a:custGeom xmlns:a="http://schemas.openxmlformats.org/drawingml/2006/main">
            <a:pathLst>
              <a:path w="1611706" h="114300">
                <a:moveTo>
                  <a:pt x="0" y="114300"/>
                </a:moveTo>
                <a:lnTo>
                  <a:pt x="19031" y="114300"/>
                </a:lnTo>
                <a:lnTo>
                  <a:pt x="38071" y="114300"/>
                </a:lnTo>
                <a:lnTo>
                  <a:pt x="57102" y="114300"/>
                </a:lnTo>
                <a:lnTo>
                  <a:pt x="76133" y="114300"/>
                </a:lnTo>
                <a:lnTo>
                  <a:pt x="95164" y="114300"/>
                </a:lnTo>
                <a:lnTo>
                  <a:pt x="114205" y="114300"/>
                </a:lnTo>
                <a:lnTo>
                  <a:pt x="133236" y="114300"/>
                </a:lnTo>
                <a:lnTo>
                  <a:pt x="152267" y="114300"/>
                </a:lnTo>
                <a:lnTo>
                  <a:pt x="171298" y="114300"/>
                </a:lnTo>
                <a:lnTo>
                  <a:pt x="190338" y="114300"/>
                </a:lnTo>
                <a:lnTo>
                  <a:pt x="209369" y="114300"/>
                </a:lnTo>
                <a:lnTo>
                  <a:pt x="228400" y="114300"/>
                </a:lnTo>
                <a:lnTo>
                  <a:pt x="247431" y="114300"/>
                </a:lnTo>
                <a:lnTo>
                  <a:pt x="266471" y="114300"/>
                </a:lnTo>
                <a:lnTo>
                  <a:pt x="285502" y="114300"/>
                </a:lnTo>
                <a:lnTo>
                  <a:pt x="304533" y="114300"/>
                </a:lnTo>
                <a:lnTo>
                  <a:pt x="323564" y="114300"/>
                </a:lnTo>
                <a:lnTo>
                  <a:pt x="342605" y="114300"/>
                </a:lnTo>
                <a:lnTo>
                  <a:pt x="361636" y="114300"/>
                </a:lnTo>
                <a:lnTo>
                  <a:pt x="380667" y="114300"/>
                </a:lnTo>
                <a:lnTo>
                  <a:pt x="399698" y="114300"/>
                </a:lnTo>
                <a:lnTo>
                  <a:pt x="418738" y="114300"/>
                </a:lnTo>
                <a:lnTo>
                  <a:pt x="437769" y="114300"/>
                </a:lnTo>
                <a:lnTo>
                  <a:pt x="456800" y="114300"/>
                </a:lnTo>
                <a:lnTo>
                  <a:pt x="475831" y="114300"/>
                </a:lnTo>
                <a:lnTo>
                  <a:pt x="494871" y="114300"/>
                </a:lnTo>
                <a:lnTo>
                  <a:pt x="513902" y="114300"/>
                </a:lnTo>
                <a:lnTo>
                  <a:pt x="532933" y="114300"/>
                </a:lnTo>
                <a:lnTo>
                  <a:pt x="551964" y="114300"/>
                </a:lnTo>
                <a:lnTo>
                  <a:pt x="571005" y="114300"/>
                </a:lnTo>
                <a:lnTo>
                  <a:pt x="590036" y="114300"/>
                </a:lnTo>
                <a:lnTo>
                  <a:pt x="609067" y="114300"/>
                </a:lnTo>
                <a:lnTo>
                  <a:pt x="628107" y="114300"/>
                </a:lnTo>
                <a:lnTo>
                  <a:pt x="647138" y="114300"/>
                </a:lnTo>
                <a:lnTo>
                  <a:pt x="666169" y="114300"/>
                </a:lnTo>
                <a:lnTo>
                  <a:pt x="685200" y="114300"/>
                </a:lnTo>
                <a:lnTo>
                  <a:pt x="704240" y="114300"/>
                </a:lnTo>
                <a:lnTo>
                  <a:pt x="723271" y="114300"/>
                </a:lnTo>
                <a:lnTo>
                  <a:pt x="742302" y="114300"/>
                </a:lnTo>
                <a:lnTo>
                  <a:pt x="761333" y="114300"/>
                </a:lnTo>
                <a:lnTo>
                  <a:pt x="780374" y="114300"/>
                </a:lnTo>
                <a:lnTo>
                  <a:pt x="799405" y="114300"/>
                </a:lnTo>
                <a:lnTo>
                  <a:pt x="818436" y="114300"/>
                </a:lnTo>
                <a:lnTo>
                  <a:pt x="837467" y="114300"/>
                </a:lnTo>
                <a:lnTo>
                  <a:pt x="856507" y="114300"/>
                </a:lnTo>
                <a:lnTo>
                  <a:pt x="875538" y="114300"/>
                </a:lnTo>
                <a:lnTo>
                  <a:pt x="894569" y="114300"/>
                </a:lnTo>
                <a:lnTo>
                  <a:pt x="913600" y="114300"/>
                </a:lnTo>
                <a:lnTo>
                  <a:pt x="932640" y="114300"/>
                </a:lnTo>
                <a:lnTo>
                  <a:pt x="951671" y="114300"/>
                </a:lnTo>
                <a:lnTo>
                  <a:pt x="970702" y="114300"/>
                </a:lnTo>
                <a:lnTo>
                  <a:pt x="989733" y="114300"/>
                </a:lnTo>
                <a:lnTo>
                  <a:pt x="1008774" y="114300"/>
                </a:lnTo>
                <a:lnTo>
                  <a:pt x="1027805" y="114300"/>
                </a:lnTo>
                <a:lnTo>
                  <a:pt x="1046836" y="114300"/>
                </a:lnTo>
                <a:lnTo>
                  <a:pt x="1065867" y="114300"/>
                </a:lnTo>
                <a:lnTo>
                  <a:pt x="1084907" y="114300"/>
                </a:lnTo>
                <a:lnTo>
                  <a:pt x="1103938" y="114300"/>
                </a:lnTo>
                <a:lnTo>
                  <a:pt x="1122969" y="114300"/>
                </a:lnTo>
                <a:lnTo>
                  <a:pt x="1142000" y="114300"/>
                </a:lnTo>
                <a:lnTo>
                  <a:pt x="1161040" y="114300"/>
                </a:lnTo>
                <a:lnTo>
                  <a:pt x="1180071" y="114300"/>
                </a:lnTo>
                <a:lnTo>
                  <a:pt x="1199102" y="114300"/>
                </a:lnTo>
                <a:lnTo>
                  <a:pt x="1218133" y="114300"/>
                </a:lnTo>
                <a:lnTo>
                  <a:pt x="1237174" y="114300"/>
                </a:lnTo>
                <a:lnTo>
                  <a:pt x="1256205" y="114300"/>
                </a:lnTo>
                <a:lnTo>
                  <a:pt x="1275236" y="114300"/>
                </a:lnTo>
                <a:lnTo>
                  <a:pt x="1294276" y="114300"/>
                </a:lnTo>
                <a:lnTo>
                  <a:pt x="1313307" y="114300"/>
                </a:lnTo>
                <a:lnTo>
                  <a:pt x="1332338" y="114300"/>
                </a:lnTo>
                <a:lnTo>
                  <a:pt x="1351369" y="114300"/>
                </a:lnTo>
                <a:lnTo>
                  <a:pt x="1370409" y="114300"/>
                </a:lnTo>
                <a:lnTo>
                  <a:pt x="1387659" y="106328"/>
                </a:lnTo>
                <a:lnTo>
                  <a:pt x="1404899" y="98250"/>
                </a:lnTo>
                <a:lnTo>
                  <a:pt x="1422130" y="90164"/>
                </a:lnTo>
                <a:lnTo>
                  <a:pt x="1439361" y="82086"/>
                </a:lnTo>
                <a:lnTo>
                  <a:pt x="1456601" y="74009"/>
                </a:lnTo>
                <a:lnTo>
                  <a:pt x="1473832" y="65932"/>
                </a:lnTo>
                <a:lnTo>
                  <a:pt x="1491063" y="57855"/>
                </a:lnTo>
                <a:lnTo>
                  <a:pt x="1508303" y="49778"/>
                </a:lnTo>
                <a:lnTo>
                  <a:pt x="1525534" y="41700"/>
                </a:lnTo>
                <a:lnTo>
                  <a:pt x="1542764" y="33623"/>
                </a:lnTo>
                <a:lnTo>
                  <a:pt x="1560005" y="25537"/>
                </a:lnTo>
                <a:lnTo>
                  <a:pt x="1577235" y="17459"/>
                </a:lnTo>
                <a:lnTo>
                  <a:pt x="1594466" y="9382"/>
                </a:lnTo>
                <a:lnTo>
                  <a:pt x="1611706" y="1305"/>
                </a:lnTo>
                <a:lnTo>
                  <a:pt x="1598533" y="0"/>
                </a:lnTo>
                <a:lnTo>
                  <a:pt x="1579493" y="0"/>
                </a:lnTo>
                <a:lnTo>
                  <a:pt x="1560462" y="0"/>
                </a:lnTo>
                <a:lnTo>
                  <a:pt x="1541431" y="0"/>
                </a:lnTo>
                <a:lnTo>
                  <a:pt x="1522390" y="0"/>
                </a:lnTo>
                <a:lnTo>
                  <a:pt x="1503359" y="0"/>
                </a:lnTo>
                <a:lnTo>
                  <a:pt x="1484328" y="0"/>
                </a:lnTo>
                <a:lnTo>
                  <a:pt x="1465297" y="0"/>
                </a:lnTo>
                <a:lnTo>
                  <a:pt x="1446266" y="0"/>
                </a:lnTo>
                <a:lnTo>
                  <a:pt x="1427226" y="0"/>
                </a:lnTo>
                <a:lnTo>
                  <a:pt x="1408195" y="0"/>
                </a:lnTo>
                <a:lnTo>
                  <a:pt x="1389164" y="0"/>
                </a:lnTo>
                <a:lnTo>
                  <a:pt x="1370124" y="0"/>
                </a:lnTo>
                <a:lnTo>
                  <a:pt x="1351093" y="0"/>
                </a:lnTo>
                <a:lnTo>
                  <a:pt x="1332062" y="0"/>
                </a:lnTo>
                <a:lnTo>
                  <a:pt x="1313031" y="0"/>
                </a:lnTo>
                <a:lnTo>
                  <a:pt x="1293990" y="0"/>
                </a:lnTo>
                <a:lnTo>
                  <a:pt x="1274959" y="0"/>
                </a:lnTo>
                <a:lnTo>
                  <a:pt x="1255928" y="0"/>
                </a:lnTo>
                <a:lnTo>
                  <a:pt x="1236897" y="0"/>
                </a:lnTo>
                <a:lnTo>
                  <a:pt x="1217857" y="0"/>
                </a:lnTo>
                <a:lnTo>
                  <a:pt x="1198826" y="0"/>
                </a:lnTo>
                <a:lnTo>
                  <a:pt x="1179795" y="0"/>
                </a:lnTo>
                <a:lnTo>
                  <a:pt x="1160764" y="0"/>
                </a:lnTo>
                <a:lnTo>
                  <a:pt x="1141724" y="0"/>
                </a:lnTo>
                <a:lnTo>
                  <a:pt x="1122693" y="0"/>
                </a:lnTo>
                <a:lnTo>
                  <a:pt x="1103662" y="0"/>
                </a:lnTo>
                <a:lnTo>
                  <a:pt x="1084631" y="0"/>
                </a:lnTo>
                <a:lnTo>
                  <a:pt x="1065590" y="0"/>
                </a:lnTo>
                <a:lnTo>
                  <a:pt x="1046559" y="0"/>
                </a:lnTo>
                <a:lnTo>
                  <a:pt x="1027528" y="0"/>
                </a:lnTo>
                <a:lnTo>
                  <a:pt x="1008497" y="0"/>
                </a:lnTo>
                <a:lnTo>
                  <a:pt x="989457" y="0"/>
                </a:lnTo>
                <a:lnTo>
                  <a:pt x="970426" y="0"/>
                </a:lnTo>
                <a:lnTo>
                  <a:pt x="951395" y="0"/>
                </a:lnTo>
                <a:lnTo>
                  <a:pt x="932355" y="0"/>
                </a:lnTo>
                <a:lnTo>
                  <a:pt x="913324" y="0"/>
                </a:lnTo>
                <a:lnTo>
                  <a:pt x="894293" y="0"/>
                </a:lnTo>
                <a:lnTo>
                  <a:pt x="875262" y="0"/>
                </a:lnTo>
                <a:lnTo>
                  <a:pt x="856221" y="0"/>
                </a:lnTo>
                <a:lnTo>
                  <a:pt x="837190" y="0"/>
                </a:lnTo>
                <a:lnTo>
                  <a:pt x="818159" y="0"/>
                </a:lnTo>
                <a:lnTo>
                  <a:pt x="799128" y="0"/>
                </a:lnTo>
                <a:lnTo>
                  <a:pt x="780088" y="0"/>
                </a:lnTo>
                <a:lnTo>
                  <a:pt x="761057" y="0"/>
                </a:lnTo>
                <a:lnTo>
                  <a:pt x="742026" y="0"/>
                </a:lnTo>
                <a:lnTo>
                  <a:pt x="722995" y="0"/>
                </a:lnTo>
                <a:lnTo>
                  <a:pt x="703955" y="0"/>
                </a:lnTo>
                <a:lnTo>
                  <a:pt x="684924" y="0"/>
                </a:lnTo>
                <a:lnTo>
                  <a:pt x="665893" y="0"/>
                </a:lnTo>
                <a:lnTo>
                  <a:pt x="646862" y="0"/>
                </a:lnTo>
                <a:lnTo>
                  <a:pt x="627821" y="0"/>
                </a:lnTo>
                <a:lnTo>
                  <a:pt x="608790" y="0"/>
                </a:lnTo>
                <a:lnTo>
                  <a:pt x="589759" y="0"/>
                </a:lnTo>
                <a:lnTo>
                  <a:pt x="570728" y="0"/>
                </a:lnTo>
                <a:lnTo>
                  <a:pt x="551688" y="0"/>
                </a:lnTo>
                <a:lnTo>
                  <a:pt x="532657" y="0"/>
                </a:lnTo>
                <a:lnTo>
                  <a:pt x="513626" y="0"/>
                </a:lnTo>
                <a:lnTo>
                  <a:pt x="494595" y="0"/>
                </a:lnTo>
                <a:lnTo>
                  <a:pt x="475555" y="0"/>
                </a:lnTo>
                <a:lnTo>
                  <a:pt x="456524" y="0"/>
                </a:lnTo>
                <a:lnTo>
                  <a:pt x="437493" y="0"/>
                </a:lnTo>
                <a:lnTo>
                  <a:pt x="418462" y="0"/>
                </a:lnTo>
                <a:lnTo>
                  <a:pt x="399421" y="0"/>
                </a:lnTo>
                <a:lnTo>
                  <a:pt x="380390" y="0"/>
                </a:lnTo>
                <a:lnTo>
                  <a:pt x="361359" y="0"/>
                </a:lnTo>
                <a:lnTo>
                  <a:pt x="342329" y="0"/>
                </a:lnTo>
                <a:lnTo>
                  <a:pt x="323583" y="1753"/>
                </a:lnTo>
                <a:lnTo>
                  <a:pt x="305610" y="8001"/>
                </a:lnTo>
                <a:lnTo>
                  <a:pt x="287636" y="14249"/>
                </a:lnTo>
                <a:lnTo>
                  <a:pt x="269653" y="20507"/>
                </a:lnTo>
                <a:lnTo>
                  <a:pt x="251679" y="26756"/>
                </a:lnTo>
                <a:lnTo>
                  <a:pt x="233705" y="33014"/>
                </a:lnTo>
                <a:lnTo>
                  <a:pt x="215722" y="39262"/>
                </a:lnTo>
                <a:lnTo>
                  <a:pt x="197749" y="45520"/>
                </a:lnTo>
                <a:lnTo>
                  <a:pt x="179765" y="51768"/>
                </a:lnTo>
                <a:lnTo>
                  <a:pt x="161792" y="58026"/>
                </a:lnTo>
                <a:lnTo>
                  <a:pt x="143818" y="64275"/>
                </a:lnTo>
                <a:lnTo>
                  <a:pt x="125835" y="70533"/>
                </a:lnTo>
                <a:lnTo>
                  <a:pt x="107861" y="76781"/>
                </a:lnTo>
                <a:lnTo>
                  <a:pt x="89887" y="83039"/>
                </a:lnTo>
                <a:lnTo>
                  <a:pt x="71904" y="89287"/>
                </a:lnTo>
                <a:lnTo>
                  <a:pt x="53931" y="95545"/>
                </a:lnTo>
                <a:lnTo>
                  <a:pt x="35957" y="101794"/>
                </a:lnTo>
                <a:lnTo>
                  <a:pt x="17974" y="108052"/>
                </a:lnTo>
                <a:lnTo>
                  <a:pt x="0" y="11430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1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A683A00E-CCE5-4CAC-9490-E54B6363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6623" y="3643313"/>
            <a:ext cx="1404938" cy="114300"/>
          </a:xfrm>
          <a:custGeom xmlns:a="http://schemas.openxmlformats.org/drawingml/2006/main">
            <a:pathLst>
              <a:path w="1404938" h="114300">
                <a:moveTo>
                  <a:pt x="0" y="114300"/>
                </a:moveTo>
                <a:lnTo>
                  <a:pt x="18812" y="114300"/>
                </a:lnTo>
                <a:lnTo>
                  <a:pt x="37624" y="114300"/>
                </a:lnTo>
                <a:lnTo>
                  <a:pt x="56436" y="114300"/>
                </a:lnTo>
                <a:lnTo>
                  <a:pt x="75248" y="114300"/>
                </a:lnTo>
                <a:lnTo>
                  <a:pt x="94069" y="114300"/>
                </a:lnTo>
                <a:lnTo>
                  <a:pt x="112881" y="114300"/>
                </a:lnTo>
                <a:lnTo>
                  <a:pt x="131693" y="114300"/>
                </a:lnTo>
                <a:lnTo>
                  <a:pt x="150505" y="114300"/>
                </a:lnTo>
                <a:lnTo>
                  <a:pt x="169316" y="114300"/>
                </a:lnTo>
                <a:lnTo>
                  <a:pt x="188128" y="114300"/>
                </a:lnTo>
                <a:lnTo>
                  <a:pt x="206940" y="114300"/>
                </a:lnTo>
                <a:lnTo>
                  <a:pt x="225752" y="114300"/>
                </a:lnTo>
                <a:lnTo>
                  <a:pt x="244564" y="114300"/>
                </a:lnTo>
                <a:lnTo>
                  <a:pt x="263385" y="114300"/>
                </a:lnTo>
                <a:lnTo>
                  <a:pt x="282197" y="114300"/>
                </a:lnTo>
                <a:lnTo>
                  <a:pt x="301009" y="114300"/>
                </a:lnTo>
                <a:lnTo>
                  <a:pt x="319821" y="114300"/>
                </a:lnTo>
                <a:lnTo>
                  <a:pt x="338633" y="114300"/>
                </a:lnTo>
                <a:lnTo>
                  <a:pt x="357445" y="114300"/>
                </a:lnTo>
                <a:lnTo>
                  <a:pt x="376257" y="114300"/>
                </a:lnTo>
                <a:lnTo>
                  <a:pt x="395068" y="114300"/>
                </a:lnTo>
                <a:lnTo>
                  <a:pt x="413880" y="114300"/>
                </a:lnTo>
                <a:lnTo>
                  <a:pt x="432692" y="114300"/>
                </a:lnTo>
                <a:lnTo>
                  <a:pt x="451514" y="114300"/>
                </a:lnTo>
                <a:lnTo>
                  <a:pt x="470325" y="114300"/>
                </a:lnTo>
                <a:lnTo>
                  <a:pt x="489137" y="114300"/>
                </a:lnTo>
                <a:lnTo>
                  <a:pt x="507949" y="114300"/>
                </a:lnTo>
                <a:lnTo>
                  <a:pt x="526761" y="114300"/>
                </a:lnTo>
                <a:lnTo>
                  <a:pt x="545573" y="114300"/>
                </a:lnTo>
                <a:lnTo>
                  <a:pt x="564385" y="114300"/>
                </a:lnTo>
                <a:lnTo>
                  <a:pt x="583197" y="114300"/>
                </a:lnTo>
                <a:lnTo>
                  <a:pt x="602009" y="114300"/>
                </a:lnTo>
                <a:lnTo>
                  <a:pt x="620830" y="114300"/>
                </a:lnTo>
                <a:lnTo>
                  <a:pt x="639642" y="114300"/>
                </a:lnTo>
                <a:lnTo>
                  <a:pt x="658454" y="114300"/>
                </a:lnTo>
                <a:lnTo>
                  <a:pt x="677266" y="114300"/>
                </a:lnTo>
                <a:lnTo>
                  <a:pt x="696077" y="114300"/>
                </a:lnTo>
                <a:lnTo>
                  <a:pt x="714889" y="114300"/>
                </a:lnTo>
                <a:lnTo>
                  <a:pt x="733701" y="114300"/>
                </a:lnTo>
                <a:lnTo>
                  <a:pt x="752513" y="114300"/>
                </a:lnTo>
                <a:lnTo>
                  <a:pt x="771325" y="114300"/>
                </a:lnTo>
                <a:lnTo>
                  <a:pt x="790146" y="114300"/>
                </a:lnTo>
                <a:lnTo>
                  <a:pt x="808958" y="114300"/>
                </a:lnTo>
                <a:lnTo>
                  <a:pt x="827770" y="114300"/>
                </a:lnTo>
                <a:lnTo>
                  <a:pt x="846582" y="114300"/>
                </a:lnTo>
                <a:lnTo>
                  <a:pt x="865394" y="114300"/>
                </a:lnTo>
                <a:lnTo>
                  <a:pt x="884206" y="114300"/>
                </a:lnTo>
                <a:lnTo>
                  <a:pt x="903018" y="114300"/>
                </a:lnTo>
                <a:lnTo>
                  <a:pt x="921830" y="114300"/>
                </a:lnTo>
                <a:lnTo>
                  <a:pt x="940641" y="114300"/>
                </a:lnTo>
                <a:lnTo>
                  <a:pt x="959463" y="114300"/>
                </a:lnTo>
                <a:lnTo>
                  <a:pt x="978275" y="114300"/>
                </a:lnTo>
                <a:lnTo>
                  <a:pt x="997087" y="114300"/>
                </a:lnTo>
                <a:lnTo>
                  <a:pt x="1015898" y="114300"/>
                </a:lnTo>
                <a:lnTo>
                  <a:pt x="1034710" y="114300"/>
                </a:lnTo>
                <a:lnTo>
                  <a:pt x="1053522" y="114300"/>
                </a:lnTo>
                <a:lnTo>
                  <a:pt x="1072334" y="114300"/>
                </a:lnTo>
                <a:lnTo>
                  <a:pt x="1091146" y="114300"/>
                </a:lnTo>
                <a:lnTo>
                  <a:pt x="1109958" y="114300"/>
                </a:lnTo>
                <a:lnTo>
                  <a:pt x="1128779" y="114300"/>
                </a:lnTo>
                <a:lnTo>
                  <a:pt x="1147591" y="114300"/>
                </a:lnTo>
                <a:lnTo>
                  <a:pt x="1165317" y="109328"/>
                </a:lnTo>
                <a:lnTo>
                  <a:pt x="1182434" y="101517"/>
                </a:lnTo>
                <a:lnTo>
                  <a:pt x="1199550" y="93716"/>
                </a:lnTo>
                <a:lnTo>
                  <a:pt x="1216666" y="85906"/>
                </a:lnTo>
                <a:lnTo>
                  <a:pt x="1233783" y="78095"/>
                </a:lnTo>
                <a:lnTo>
                  <a:pt x="1250899" y="70285"/>
                </a:lnTo>
                <a:lnTo>
                  <a:pt x="1268016" y="62474"/>
                </a:lnTo>
                <a:lnTo>
                  <a:pt x="1285132" y="54664"/>
                </a:lnTo>
                <a:lnTo>
                  <a:pt x="1302248" y="46853"/>
                </a:lnTo>
                <a:lnTo>
                  <a:pt x="1319365" y="39043"/>
                </a:lnTo>
                <a:lnTo>
                  <a:pt x="1336472" y="31242"/>
                </a:lnTo>
                <a:lnTo>
                  <a:pt x="1353588" y="23432"/>
                </a:lnTo>
                <a:lnTo>
                  <a:pt x="1370705" y="15621"/>
                </a:lnTo>
                <a:lnTo>
                  <a:pt x="1387821" y="7810"/>
                </a:lnTo>
                <a:lnTo>
                  <a:pt x="1404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0F181AE2-C2FF-4AE6-9DC5-7C3902F7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9520" y="3643313"/>
            <a:ext cx="108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maturity-step-riser-6">
            <a:extLst xmlns:a="http://schemas.openxmlformats.org/drawingml/2006/main">
              <a:ext uri="{FF2B5EF4-FFF2-40B4-BE49-F238E27FC236}">
                <a16:creationId xmlns:a16="http://schemas.microsoft.com/office/drawing/2014/main" id="{D603EFDE-9D79-4BC9-97F3-4633E4E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0285" y="3297926"/>
            <a:ext cx="159068" cy="233553"/>
          </a:xfrm>
          <a:custGeom xmlns:a="http://schemas.openxmlformats.org/drawingml/2006/main">
            <a:pathLst>
              <a:path w="159068" h="233553">
                <a:moveTo>
                  <a:pt x="0" y="85354"/>
                </a:moveTo>
                <a:lnTo>
                  <a:pt x="0" y="104384"/>
                </a:lnTo>
                <a:lnTo>
                  <a:pt x="0" y="123415"/>
                </a:lnTo>
                <a:lnTo>
                  <a:pt x="0" y="142446"/>
                </a:lnTo>
                <a:lnTo>
                  <a:pt x="0" y="161477"/>
                </a:lnTo>
                <a:lnTo>
                  <a:pt x="0" y="180499"/>
                </a:lnTo>
                <a:lnTo>
                  <a:pt x="0" y="199530"/>
                </a:lnTo>
                <a:lnTo>
                  <a:pt x="0" y="218561"/>
                </a:lnTo>
                <a:lnTo>
                  <a:pt x="2334" y="233553"/>
                </a:lnTo>
                <a:lnTo>
                  <a:pt x="18831" y="224066"/>
                </a:lnTo>
                <a:lnTo>
                  <a:pt x="35328" y="214589"/>
                </a:lnTo>
                <a:lnTo>
                  <a:pt x="51826" y="205102"/>
                </a:lnTo>
                <a:lnTo>
                  <a:pt x="68332" y="195615"/>
                </a:lnTo>
                <a:lnTo>
                  <a:pt x="84830" y="186138"/>
                </a:lnTo>
                <a:lnTo>
                  <a:pt x="101327" y="176651"/>
                </a:lnTo>
                <a:lnTo>
                  <a:pt x="117824" y="167164"/>
                </a:lnTo>
                <a:lnTo>
                  <a:pt x="134322" y="157686"/>
                </a:lnTo>
                <a:lnTo>
                  <a:pt x="150819" y="148199"/>
                </a:lnTo>
                <a:lnTo>
                  <a:pt x="159068" y="133941"/>
                </a:lnTo>
                <a:lnTo>
                  <a:pt x="159068" y="114910"/>
                </a:lnTo>
                <a:lnTo>
                  <a:pt x="159068" y="95879"/>
                </a:lnTo>
                <a:lnTo>
                  <a:pt x="159068" y="76857"/>
                </a:lnTo>
                <a:lnTo>
                  <a:pt x="159068" y="57826"/>
                </a:lnTo>
                <a:lnTo>
                  <a:pt x="159068" y="38795"/>
                </a:lnTo>
                <a:lnTo>
                  <a:pt x="159068" y="19764"/>
                </a:lnTo>
                <a:lnTo>
                  <a:pt x="159068" y="733"/>
                </a:lnTo>
                <a:lnTo>
                  <a:pt x="148485" y="0"/>
                </a:lnTo>
                <a:lnTo>
                  <a:pt x="131988" y="9487"/>
                </a:lnTo>
                <a:lnTo>
                  <a:pt x="115491" y="18964"/>
                </a:lnTo>
                <a:lnTo>
                  <a:pt x="98984" y="28451"/>
                </a:lnTo>
                <a:lnTo>
                  <a:pt x="82487" y="37938"/>
                </a:lnTo>
                <a:lnTo>
                  <a:pt x="65989" y="47415"/>
                </a:lnTo>
                <a:lnTo>
                  <a:pt x="49492" y="56902"/>
                </a:lnTo>
                <a:lnTo>
                  <a:pt x="32995" y="66389"/>
                </a:lnTo>
                <a:lnTo>
                  <a:pt x="16497" y="75867"/>
                </a:lnTo>
                <a:lnTo>
                  <a:pt x="0" y="8535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4" name="maturity-step-top-6">
            <a:extLst xmlns:a="http://schemas.openxmlformats.org/drawingml/2006/main">
              <a:ext uri="{FF2B5EF4-FFF2-40B4-BE49-F238E27FC236}">
                <a16:creationId xmlns:a16="http://schemas.microsoft.com/office/drawing/2014/main" id="{E6B10C70-C3BF-4D5A-89FB-26B8EC0E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9638" y="3291840"/>
            <a:ext cx="1524114" cy="91440"/>
          </a:xfrm>
          <a:custGeom xmlns:a="http://schemas.openxmlformats.org/drawingml/2006/main">
            <a:pathLst>
              <a:path w="1524114" h="91440">
                <a:moveTo>
                  <a:pt x="0" y="91440"/>
                </a:moveTo>
                <a:lnTo>
                  <a:pt x="19021" y="91440"/>
                </a:lnTo>
                <a:lnTo>
                  <a:pt x="38043" y="91440"/>
                </a:lnTo>
                <a:lnTo>
                  <a:pt x="57064" y="91440"/>
                </a:lnTo>
                <a:lnTo>
                  <a:pt x="76086" y="91440"/>
                </a:lnTo>
                <a:lnTo>
                  <a:pt x="95107" y="91440"/>
                </a:lnTo>
                <a:lnTo>
                  <a:pt x="114129" y="91440"/>
                </a:lnTo>
                <a:lnTo>
                  <a:pt x="133150" y="91440"/>
                </a:lnTo>
                <a:lnTo>
                  <a:pt x="152171" y="91440"/>
                </a:lnTo>
                <a:lnTo>
                  <a:pt x="171193" y="91440"/>
                </a:lnTo>
                <a:lnTo>
                  <a:pt x="190214" y="91440"/>
                </a:lnTo>
                <a:lnTo>
                  <a:pt x="209226" y="91440"/>
                </a:lnTo>
                <a:lnTo>
                  <a:pt x="228248" y="91440"/>
                </a:lnTo>
                <a:lnTo>
                  <a:pt x="247269" y="91440"/>
                </a:lnTo>
                <a:lnTo>
                  <a:pt x="266290" y="91440"/>
                </a:lnTo>
                <a:lnTo>
                  <a:pt x="285312" y="91440"/>
                </a:lnTo>
                <a:lnTo>
                  <a:pt x="304333" y="91440"/>
                </a:lnTo>
                <a:lnTo>
                  <a:pt x="323355" y="91440"/>
                </a:lnTo>
                <a:lnTo>
                  <a:pt x="342376" y="91440"/>
                </a:lnTo>
                <a:lnTo>
                  <a:pt x="361398" y="91440"/>
                </a:lnTo>
                <a:lnTo>
                  <a:pt x="380419" y="91440"/>
                </a:lnTo>
                <a:lnTo>
                  <a:pt x="399440" y="91440"/>
                </a:lnTo>
                <a:lnTo>
                  <a:pt x="418462" y="91440"/>
                </a:lnTo>
                <a:lnTo>
                  <a:pt x="437483" y="91440"/>
                </a:lnTo>
                <a:lnTo>
                  <a:pt x="456505" y="91440"/>
                </a:lnTo>
                <a:lnTo>
                  <a:pt x="475526" y="91440"/>
                </a:lnTo>
                <a:lnTo>
                  <a:pt x="494548" y="91440"/>
                </a:lnTo>
                <a:lnTo>
                  <a:pt x="513569" y="91440"/>
                </a:lnTo>
                <a:lnTo>
                  <a:pt x="532590" y="91440"/>
                </a:lnTo>
                <a:lnTo>
                  <a:pt x="551612" y="91440"/>
                </a:lnTo>
                <a:lnTo>
                  <a:pt x="570633" y="91440"/>
                </a:lnTo>
                <a:lnTo>
                  <a:pt x="589655" y="91440"/>
                </a:lnTo>
                <a:lnTo>
                  <a:pt x="608676" y="91440"/>
                </a:lnTo>
                <a:lnTo>
                  <a:pt x="627688" y="91440"/>
                </a:lnTo>
                <a:lnTo>
                  <a:pt x="646709" y="91440"/>
                </a:lnTo>
                <a:lnTo>
                  <a:pt x="665731" y="91440"/>
                </a:lnTo>
                <a:lnTo>
                  <a:pt x="684752" y="91440"/>
                </a:lnTo>
                <a:lnTo>
                  <a:pt x="703774" y="91440"/>
                </a:lnTo>
                <a:lnTo>
                  <a:pt x="722795" y="91440"/>
                </a:lnTo>
                <a:lnTo>
                  <a:pt x="741817" y="91440"/>
                </a:lnTo>
                <a:lnTo>
                  <a:pt x="760838" y="91440"/>
                </a:lnTo>
                <a:lnTo>
                  <a:pt x="779859" y="91440"/>
                </a:lnTo>
                <a:lnTo>
                  <a:pt x="798881" y="91440"/>
                </a:lnTo>
                <a:lnTo>
                  <a:pt x="817902" y="91440"/>
                </a:lnTo>
                <a:lnTo>
                  <a:pt x="836924" y="91440"/>
                </a:lnTo>
                <a:lnTo>
                  <a:pt x="855945" y="91440"/>
                </a:lnTo>
                <a:lnTo>
                  <a:pt x="874967" y="91440"/>
                </a:lnTo>
                <a:lnTo>
                  <a:pt x="893988" y="91440"/>
                </a:lnTo>
                <a:lnTo>
                  <a:pt x="913009" y="91440"/>
                </a:lnTo>
                <a:lnTo>
                  <a:pt x="932031" y="91440"/>
                </a:lnTo>
                <a:lnTo>
                  <a:pt x="951052" y="91440"/>
                </a:lnTo>
                <a:lnTo>
                  <a:pt x="970074" y="91440"/>
                </a:lnTo>
                <a:lnTo>
                  <a:pt x="989095" y="91440"/>
                </a:lnTo>
                <a:lnTo>
                  <a:pt x="1008116" y="91440"/>
                </a:lnTo>
                <a:lnTo>
                  <a:pt x="1027138" y="91440"/>
                </a:lnTo>
                <a:lnTo>
                  <a:pt x="1046150" y="91440"/>
                </a:lnTo>
                <a:lnTo>
                  <a:pt x="1065171" y="91440"/>
                </a:lnTo>
                <a:lnTo>
                  <a:pt x="1084193" y="91440"/>
                </a:lnTo>
                <a:lnTo>
                  <a:pt x="1103214" y="91440"/>
                </a:lnTo>
                <a:lnTo>
                  <a:pt x="1122236" y="91440"/>
                </a:lnTo>
                <a:lnTo>
                  <a:pt x="1141257" y="91440"/>
                </a:lnTo>
                <a:lnTo>
                  <a:pt x="1160278" y="91440"/>
                </a:lnTo>
                <a:lnTo>
                  <a:pt x="1179300" y="91440"/>
                </a:lnTo>
                <a:lnTo>
                  <a:pt x="1198321" y="91440"/>
                </a:lnTo>
                <a:lnTo>
                  <a:pt x="1217343" y="91440"/>
                </a:lnTo>
                <a:lnTo>
                  <a:pt x="1236364" y="91440"/>
                </a:lnTo>
                <a:lnTo>
                  <a:pt x="1255385" y="91440"/>
                </a:lnTo>
                <a:lnTo>
                  <a:pt x="1274407" y="91440"/>
                </a:lnTo>
                <a:lnTo>
                  <a:pt x="1293428" y="91440"/>
                </a:lnTo>
                <a:lnTo>
                  <a:pt x="1312450" y="91440"/>
                </a:lnTo>
                <a:lnTo>
                  <a:pt x="1331471" y="91440"/>
                </a:lnTo>
                <a:lnTo>
                  <a:pt x="1350493" y="91440"/>
                </a:lnTo>
                <a:lnTo>
                  <a:pt x="1369514" y="91440"/>
                </a:lnTo>
                <a:lnTo>
                  <a:pt x="1386154" y="82525"/>
                </a:lnTo>
                <a:lnTo>
                  <a:pt x="1402642" y="73047"/>
                </a:lnTo>
                <a:lnTo>
                  <a:pt x="1419130" y="63570"/>
                </a:lnTo>
                <a:lnTo>
                  <a:pt x="1435627" y="54092"/>
                </a:lnTo>
                <a:lnTo>
                  <a:pt x="1452115" y="44606"/>
                </a:lnTo>
                <a:lnTo>
                  <a:pt x="1468603" y="35128"/>
                </a:lnTo>
                <a:lnTo>
                  <a:pt x="1485100" y="25651"/>
                </a:lnTo>
                <a:lnTo>
                  <a:pt x="1501588" y="16173"/>
                </a:lnTo>
                <a:lnTo>
                  <a:pt x="1518075" y="6687"/>
                </a:lnTo>
                <a:lnTo>
                  <a:pt x="1524114" y="0"/>
                </a:lnTo>
                <a:lnTo>
                  <a:pt x="1505093" y="0"/>
                </a:lnTo>
                <a:lnTo>
                  <a:pt x="1486071" y="0"/>
                </a:lnTo>
                <a:lnTo>
                  <a:pt x="1467060" y="0"/>
                </a:lnTo>
                <a:lnTo>
                  <a:pt x="1448038" y="0"/>
                </a:lnTo>
                <a:lnTo>
                  <a:pt x="1429017" y="0"/>
                </a:lnTo>
                <a:lnTo>
                  <a:pt x="1409995" y="0"/>
                </a:lnTo>
                <a:lnTo>
                  <a:pt x="1390974" y="0"/>
                </a:lnTo>
                <a:lnTo>
                  <a:pt x="1371952" y="0"/>
                </a:lnTo>
                <a:lnTo>
                  <a:pt x="1352931" y="0"/>
                </a:lnTo>
                <a:lnTo>
                  <a:pt x="1333910" y="0"/>
                </a:lnTo>
                <a:lnTo>
                  <a:pt x="1314888" y="0"/>
                </a:lnTo>
                <a:lnTo>
                  <a:pt x="1295867" y="0"/>
                </a:lnTo>
                <a:lnTo>
                  <a:pt x="1276845" y="0"/>
                </a:lnTo>
                <a:lnTo>
                  <a:pt x="1257824" y="0"/>
                </a:lnTo>
                <a:lnTo>
                  <a:pt x="1238802" y="0"/>
                </a:lnTo>
                <a:lnTo>
                  <a:pt x="1219781" y="0"/>
                </a:lnTo>
                <a:lnTo>
                  <a:pt x="1200760" y="0"/>
                </a:lnTo>
                <a:lnTo>
                  <a:pt x="1181738" y="0"/>
                </a:lnTo>
                <a:lnTo>
                  <a:pt x="1162717" y="0"/>
                </a:lnTo>
                <a:lnTo>
                  <a:pt x="1143695" y="0"/>
                </a:lnTo>
                <a:lnTo>
                  <a:pt x="1124674" y="0"/>
                </a:lnTo>
                <a:lnTo>
                  <a:pt x="1105652" y="0"/>
                </a:lnTo>
                <a:lnTo>
                  <a:pt x="1086641" y="0"/>
                </a:lnTo>
                <a:lnTo>
                  <a:pt x="1067619" y="0"/>
                </a:lnTo>
                <a:lnTo>
                  <a:pt x="1048598" y="0"/>
                </a:lnTo>
                <a:lnTo>
                  <a:pt x="1029576" y="0"/>
                </a:lnTo>
                <a:lnTo>
                  <a:pt x="1010555" y="0"/>
                </a:lnTo>
                <a:lnTo>
                  <a:pt x="991533" y="0"/>
                </a:lnTo>
                <a:lnTo>
                  <a:pt x="972512" y="0"/>
                </a:lnTo>
                <a:lnTo>
                  <a:pt x="953491" y="0"/>
                </a:lnTo>
                <a:lnTo>
                  <a:pt x="934469" y="0"/>
                </a:lnTo>
                <a:lnTo>
                  <a:pt x="915448" y="0"/>
                </a:lnTo>
                <a:lnTo>
                  <a:pt x="896426" y="0"/>
                </a:lnTo>
                <a:lnTo>
                  <a:pt x="877405" y="0"/>
                </a:lnTo>
                <a:lnTo>
                  <a:pt x="858383" y="0"/>
                </a:lnTo>
                <a:lnTo>
                  <a:pt x="839362" y="0"/>
                </a:lnTo>
                <a:lnTo>
                  <a:pt x="820341" y="0"/>
                </a:lnTo>
                <a:lnTo>
                  <a:pt x="801319" y="0"/>
                </a:lnTo>
                <a:lnTo>
                  <a:pt x="782298" y="0"/>
                </a:lnTo>
                <a:lnTo>
                  <a:pt x="763276" y="0"/>
                </a:lnTo>
                <a:lnTo>
                  <a:pt x="744255" y="0"/>
                </a:lnTo>
                <a:lnTo>
                  <a:pt x="725234" y="0"/>
                </a:lnTo>
                <a:lnTo>
                  <a:pt x="706212" y="0"/>
                </a:lnTo>
                <a:lnTo>
                  <a:pt x="687191" y="0"/>
                </a:lnTo>
                <a:lnTo>
                  <a:pt x="668179" y="0"/>
                </a:lnTo>
                <a:lnTo>
                  <a:pt x="649157" y="0"/>
                </a:lnTo>
                <a:lnTo>
                  <a:pt x="630136" y="0"/>
                </a:lnTo>
                <a:lnTo>
                  <a:pt x="611114" y="0"/>
                </a:lnTo>
                <a:lnTo>
                  <a:pt x="592093" y="0"/>
                </a:lnTo>
                <a:lnTo>
                  <a:pt x="573072" y="0"/>
                </a:lnTo>
                <a:lnTo>
                  <a:pt x="554050" y="0"/>
                </a:lnTo>
                <a:lnTo>
                  <a:pt x="535029" y="0"/>
                </a:lnTo>
                <a:lnTo>
                  <a:pt x="516007" y="0"/>
                </a:lnTo>
                <a:lnTo>
                  <a:pt x="496986" y="0"/>
                </a:lnTo>
                <a:lnTo>
                  <a:pt x="477965" y="0"/>
                </a:lnTo>
                <a:lnTo>
                  <a:pt x="458943" y="0"/>
                </a:lnTo>
                <a:lnTo>
                  <a:pt x="439922" y="0"/>
                </a:lnTo>
                <a:lnTo>
                  <a:pt x="420900" y="0"/>
                </a:lnTo>
                <a:lnTo>
                  <a:pt x="401879" y="0"/>
                </a:lnTo>
                <a:lnTo>
                  <a:pt x="382857" y="0"/>
                </a:lnTo>
                <a:lnTo>
                  <a:pt x="363836" y="0"/>
                </a:lnTo>
                <a:lnTo>
                  <a:pt x="344815" y="0"/>
                </a:lnTo>
                <a:lnTo>
                  <a:pt x="325793" y="0"/>
                </a:lnTo>
                <a:lnTo>
                  <a:pt x="306772" y="0"/>
                </a:lnTo>
                <a:lnTo>
                  <a:pt x="287750" y="0"/>
                </a:lnTo>
                <a:lnTo>
                  <a:pt x="268738" y="0"/>
                </a:lnTo>
                <a:lnTo>
                  <a:pt x="249717" y="0"/>
                </a:lnTo>
                <a:lnTo>
                  <a:pt x="231524" y="4620"/>
                </a:lnTo>
                <a:lnTo>
                  <a:pt x="213722" y="11297"/>
                </a:lnTo>
                <a:lnTo>
                  <a:pt x="195910" y="17974"/>
                </a:lnTo>
                <a:lnTo>
                  <a:pt x="178098" y="24651"/>
                </a:lnTo>
                <a:lnTo>
                  <a:pt x="160287" y="31328"/>
                </a:lnTo>
                <a:lnTo>
                  <a:pt x="142475" y="38014"/>
                </a:lnTo>
                <a:lnTo>
                  <a:pt x="124673" y="44691"/>
                </a:lnTo>
                <a:lnTo>
                  <a:pt x="106861" y="51368"/>
                </a:lnTo>
                <a:lnTo>
                  <a:pt x="89049" y="58045"/>
                </a:lnTo>
                <a:lnTo>
                  <a:pt x="71237" y="64722"/>
                </a:lnTo>
                <a:lnTo>
                  <a:pt x="53426" y="71399"/>
                </a:lnTo>
                <a:lnTo>
                  <a:pt x="35624" y="78086"/>
                </a:lnTo>
                <a:lnTo>
                  <a:pt x="17812" y="84763"/>
                </a:lnTo>
                <a:lnTo>
                  <a:pt x="0" y="9144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5" name="maturity-step-inset-6">
            <a:extLst xmlns:a="http://schemas.openxmlformats.org/drawingml/2006/main">
              <a:ext uri="{FF2B5EF4-FFF2-40B4-BE49-F238E27FC236}">
                <a16:creationId xmlns:a16="http://schemas.microsoft.com/office/drawing/2014/main" id="{846E0E4F-B58F-47C4-9938-E7DDAA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8223" y="3291840"/>
            <a:ext cx="1319213" cy="91440"/>
          </a:xfrm>
          <a:custGeom xmlns:a="http://schemas.openxmlformats.org/drawingml/2006/main">
            <a:pathLst>
              <a:path w="1319213" h="91440">
                <a:moveTo>
                  <a:pt x="0" y="91440"/>
                </a:moveTo>
                <a:lnTo>
                  <a:pt x="18917" y="91440"/>
                </a:lnTo>
                <a:lnTo>
                  <a:pt x="37824" y="91440"/>
                </a:lnTo>
                <a:lnTo>
                  <a:pt x="56740" y="91440"/>
                </a:lnTo>
                <a:lnTo>
                  <a:pt x="75648" y="91440"/>
                </a:lnTo>
                <a:lnTo>
                  <a:pt x="94564" y="91440"/>
                </a:lnTo>
                <a:lnTo>
                  <a:pt x="113471" y="91440"/>
                </a:lnTo>
                <a:lnTo>
                  <a:pt x="132388" y="91440"/>
                </a:lnTo>
                <a:lnTo>
                  <a:pt x="151295" y="91440"/>
                </a:lnTo>
                <a:lnTo>
                  <a:pt x="170212" y="91440"/>
                </a:lnTo>
                <a:lnTo>
                  <a:pt x="189119" y="91440"/>
                </a:lnTo>
                <a:lnTo>
                  <a:pt x="208036" y="91440"/>
                </a:lnTo>
                <a:lnTo>
                  <a:pt x="226943" y="91440"/>
                </a:lnTo>
                <a:lnTo>
                  <a:pt x="245859" y="91440"/>
                </a:lnTo>
                <a:lnTo>
                  <a:pt x="264766" y="91440"/>
                </a:lnTo>
                <a:lnTo>
                  <a:pt x="283683" y="91440"/>
                </a:lnTo>
                <a:lnTo>
                  <a:pt x="302590" y="91440"/>
                </a:lnTo>
                <a:lnTo>
                  <a:pt x="321507" y="91440"/>
                </a:lnTo>
                <a:lnTo>
                  <a:pt x="340424" y="91440"/>
                </a:lnTo>
                <a:lnTo>
                  <a:pt x="359331" y="91440"/>
                </a:lnTo>
                <a:lnTo>
                  <a:pt x="378247" y="91440"/>
                </a:lnTo>
                <a:lnTo>
                  <a:pt x="397154" y="91440"/>
                </a:lnTo>
                <a:lnTo>
                  <a:pt x="416071" y="91440"/>
                </a:lnTo>
                <a:lnTo>
                  <a:pt x="434978" y="91440"/>
                </a:lnTo>
                <a:lnTo>
                  <a:pt x="453895" y="91440"/>
                </a:lnTo>
                <a:lnTo>
                  <a:pt x="472802" y="91440"/>
                </a:lnTo>
                <a:lnTo>
                  <a:pt x="491719" y="91440"/>
                </a:lnTo>
                <a:lnTo>
                  <a:pt x="510626" y="91440"/>
                </a:lnTo>
                <a:lnTo>
                  <a:pt x="529542" y="91440"/>
                </a:lnTo>
                <a:lnTo>
                  <a:pt x="548450" y="91440"/>
                </a:lnTo>
                <a:lnTo>
                  <a:pt x="567366" y="91440"/>
                </a:lnTo>
                <a:lnTo>
                  <a:pt x="586273" y="91440"/>
                </a:lnTo>
                <a:lnTo>
                  <a:pt x="605190" y="91440"/>
                </a:lnTo>
                <a:lnTo>
                  <a:pt x="624097" y="91440"/>
                </a:lnTo>
                <a:lnTo>
                  <a:pt x="643014" y="91440"/>
                </a:lnTo>
                <a:lnTo>
                  <a:pt x="661930" y="91440"/>
                </a:lnTo>
                <a:lnTo>
                  <a:pt x="680837" y="91440"/>
                </a:lnTo>
                <a:lnTo>
                  <a:pt x="699754" y="91440"/>
                </a:lnTo>
                <a:lnTo>
                  <a:pt x="718661" y="91440"/>
                </a:lnTo>
                <a:lnTo>
                  <a:pt x="737578" y="91440"/>
                </a:lnTo>
                <a:lnTo>
                  <a:pt x="756485" y="91440"/>
                </a:lnTo>
                <a:lnTo>
                  <a:pt x="775402" y="91440"/>
                </a:lnTo>
                <a:lnTo>
                  <a:pt x="794309" y="91440"/>
                </a:lnTo>
                <a:lnTo>
                  <a:pt x="813225" y="91440"/>
                </a:lnTo>
                <a:lnTo>
                  <a:pt x="832133" y="91440"/>
                </a:lnTo>
                <a:lnTo>
                  <a:pt x="851049" y="91440"/>
                </a:lnTo>
                <a:lnTo>
                  <a:pt x="869956" y="91440"/>
                </a:lnTo>
                <a:lnTo>
                  <a:pt x="888873" y="91440"/>
                </a:lnTo>
                <a:lnTo>
                  <a:pt x="907780" y="91440"/>
                </a:lnTo>
                <a:lnTo>
                  <a:pt x="926697" y="91440"/>
                </a:lnTo>
                <a:lnTo>
                  <a:pt x="945604" y="91440"/>
                </a:lnTo>
                <a:lnTo>
                  <a:pt x="964521" y="91440"/>
                </a:lnTo>
                <a:lnTo>
                  <a:pt x="983437" y="91440"/>
                </a:lnTo>
                <a:lnTo>
                  <a:pt x="1002344" y="91440"/>
                </a:lnTo>
                <a:lnTo>
                  <a:pt x="1021261" y="91440"/>
                </a:lnTo>
                <a:lnTo>
                  <a:pt x="1040168" y="91440"/>
                </a:lnTo>
                <a:lnTo>
                  <a:pt x="1059085" y="91440"/>
                </a:lnTo>
                <a:lnTo>
                  <a:pt x="1077992" y="91440"/>
                </a:lnTo>
                <a:lnTo>
                  <a:pt x="1096909" y="91440"/>
                </a:lnTo>
                <a:lnTo>
                  <a:pt x="1115816" y="91440"/>
                </a:lnTo>
                <a:lnTo>
                  <a:pt x="1134732" y="91440"/>
                </a:lnTo>
                <a:lnTo>
                  <a:pt x="1153620" y="91364"/>
                </a:lnTo>
                <a:lnTo>
                  <a:pt x="1170184" y="82220"/>
                </a:lnTo>
                <a:lnTo>
                  <a:pt x="1186739" y="73085"/>
                </a:lnTo>
                <a:lnTo>
                  <a:pt x="1203303" y="63951"/>
                </a:lnTo>
                <a:lnTo>
                  <a:pt x="1219857" y="54816"/>
                </a:lnTo>
                <a:lnTo>
                  <a:pt x="1236421" y="45682"/>
                </a:lnTo>
                <a:lnTo>
                  <a:pt x="1252976" y="36547"/>
                </a:lnTo>
                <a:lnTo>
                  <a:pt x="1269540" y="27403"/>
                </a:lnTo>
                <a:lnTo>
                  <a:pt x="1286094" y="18269"/>
                </a:lnTo>
                <a:lnTo>
                  <a:pt x="1302658" y="9134"/>
                </a:lnTo>
                <a:lnTo>
                  <a:pt x="1319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maturity-step-projection-6">
            <a:extLst xmlns:a="http://schemas.openxmlformats.org/drawingml/2006/main">
              <a:ext uri="{FF2B5EF4-FFF2-40B4-BE49-F238E27FC236}">
                <a16:creationId xmlns:a16="http://schemas.microsoft.com/office/drawing/2014/main" id="{38723EB5-154C-4F59-A515-3C306F1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5395" y="3291840"/>
            <a:ext cx="108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D4110F8B-A185-4388-8908-B4FC1E8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0187" y="4172398"/>
            <a:ext cx="98777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个人保存</a:t>
            </a:r>
          </a:p>
        </p:txBody>
      </p:sp>
      <p:sp>
        <p:nvSpPr>
          <p:cNvPr id="3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5E399AC0-A8E4-46F2-9387-0041ACE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0187" y="4420495"/>
            <a:ext cx="98777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经验留存依赖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</a:t>
            </a:r>
          </a:p>
        </p:txBody>
      </p:sp>
      <p:sp>
        <p:nvSpPr>
          <p:cNvPr id="3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E00C3A5-1554-4933-B0E4-C483F39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9274" y="4977413"/>
            <a:ext cx="349596" cy="34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53A99102-2001-4727-9033-109369E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477" y="3809409"/>
            <a:ext cx="98777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集中归档</a:t>
            </a:r>
          </a:p>
        </p:txBody>
      </p:sp>
      <p:sp>
        <p:nvSpPr>
          <p:cNvPr id="4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DA616350-DA41-4D67-9473-4EE923DA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477" y="4057498"/>
            <a:ext cx="98777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资料归档入口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统一</a:t>
            </a:r>
          </a:p>
        </p:txBody>
      </p:sp>
      <p:sp>
        <p:nvSpPr>
          <p:cNvPr id="4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3DF20155-AD69-4719-8A02-7BA12EBA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564" y="4614415"/>
            <a:ext cx="349596" cy="34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6B56F6C0-661B-4A24-A265-AA940CD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6766" y="3446269"/>
            <a:ext cx="98777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统一分类</a:t>
            </a:r>
          </a:p>
        </p:txBody>
      </p:sp>
      <p:sp>
        <p:nvSpPr>
          <p:cNvPr id="4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9F80E045-69DB-4629-BC54-E6521838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6766" y="3694357"/>
            <a:ext cx="98777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统一分类便于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查找</a:t>
            </a:r>
          </a:p>
        </p:txBody>
      </p:sp>
      <p:sp>
        <p:nvSpPr>
          <p:cNvPr id="4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FD924162-0FA6-4B45-A88E-BE64CA2C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5854" y="4251427"/>
            <a:ext cx="349596" cy="34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F91D20A1-4381-47C9-A71A-B613506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056" y="3083271"/>
            <a:ext cx="98777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4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3D44DFC4-B27A-42F8-8572-5CCE478C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056" y="3331369"/>
            <a:ext cx="98777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团队成员复用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4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F56B8E1E-D85E-4F89-9E12-7F3E3174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4144" y="3888429"/>
            <a:ext cx="349596" cy="34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9" name="level-5-text-heading">
            <a:extLst xmlns:a="http://schemas.openxmlformats.org/drawingml/2006/main">
              <a:ext uri="{FF2B5EF4-FFF2-40B4-BE49-F238E27FC236}">
                <a16:creationId xmlns:a16="http://schemas.microsoft.com/office/drawing/2014/main" id="{7E7A4E9D-E110-4D6B-851B-C50079DA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3346" y="2720283"/>
            <a:ext cx="98777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持续更新</a:t>
            </a:r>
          </a:p>
        </p:txBody>
      </p:sp>
      <p:sp>
        <p:nvSpPr>
          <p:cNvPr id="50" name="level-5-text-body">
            <a:extLst xmlns:a="http://schemas.openxmlformats.org/drawingml/2006/main">
              <a:ext uri="{FF2B5EF4-FFF2-40B4-BE49-F238E27FC236}">
                <a16:creationId xmlns:a16="http://schemas.microsoft.com/office/drawing/2014/main" id="{E81B275E-DBB5-417B-828D-49F3979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3346" y="2968381"/>
            <a:ext cx="98777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持续补充保持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有效</a:t>
            </a:r>
          </a:p>
        </p:txBody>
      </p:sp>
      <p:sp>
        <p:nvSpPr>
          <p:cNvPr id="51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9FA27EC2-1B46-4BE6-AE25-6B16264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2586" y="3525441"/>
            <a:ext cx="349596" cy="34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2" name="level-6-text-heading">
            <a:extLst xmlns:a="http://schemas.openxmlformats.org/drawingml/2006/main">
              <a:ext uri="{FF2B5EF4-FFF2-40B4-BE49-F238E27FC236}">
                <a16:creationId xmlns:a16="http://schemas.microsoft.com/office/drawing/2014/main" id="{45876EEE-9758-475D-A4D4-DDDEA73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1636" y="2357285"/>
            <a:ext cx="98777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反馈优化</a:t>
            </a:r>
          </a:p>
        </p:txBody>
      </p:sp>
      <p:sp>
        <p:nvSpPr>
          <p:cNvPr id="53" name="level-6-text-body">
            <a:extLst xmlns:a="http://schemas.openxmlformats.org/drawingml/2006/main">
              <a:ext uri="{FF2B5EF4-FFF2-40B4-BE49-F238E27FC236}">
                <a16:creationId xmlns:a16="http://schemas.microsoft.com/office/drawing/2014/main" id="{575BC2F4-9248-4DEA-851A-4AD29737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1636" y="2605383"/>
            <a:ext cx="98777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依据反馈持续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优化</a:t>
            </a:r>
          </a:p>
        </p:txBody>
      </p:sp>
      <p:sp>
        <p:nvSpPr>
          <p:cNvPr id="54" name="maturity-level-index-6">
            <a:extLst xmlns:a="http://schemas.openxmlformats.org/drawingml/2006/main">
              <a:ext uri="{FF2B5EF4-FFF2-40B4-BE49-F238E27FC236}">
                <a16:creationId xmlns:a16="http://schemas.microsoft.com/office/drawing/2014/main" id="{9F9181DC-0C56-4084-B791-35C7E0EF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876" y="3162452"/>
            <a:ext cx="349596" cy="34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156C9B6F-6813-427B-A216-59A0698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2991" y="4651029"/>
            <a:ext cx="435473" cy="233067"/>
          </a:xfrm>
          <a:prstGeom xmlns:a="http://schemas.openxmlformats.org/drawingml/2006/main" prst="roundRect">
            <a:avLst>
              <a:gd name="adj" fmla="val 4643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5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9B588DFD-9937-4A19-8C11-2D431839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7861" y="3561902"/>
            <a:ext cx="435473" cy="233067"/>
          </a:xfrm>
          <a:prstGeom xmlns:a="http://schemas.openxmlformats.org/drawingml/2006/main" prst="roundRect">
            <a:avLst>
              <a:gd name="adj" fmla="val 4643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932587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2026-09-07T23:26:59.1050000Z</dcterms:created>
  <dcterms:modified xsi:type="dcterms:W3CDTF">2026-09-07T23:26:59.1050000Z</dcterms:modified>
</coreProperties>
</file>