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2caa562af41c3" /><Relationship Type="http://schemas.openxmlformats.org/officeDocument/2006/relationships/extended-properties" Target="/docProps/app.xml" Id="R090af74222aa4326" /><Relationship Type="http://schemas.openxmlformats.org/officeDocument/2006/relationships/officeDocument" Target="/ppt/presentation.xml" Id="Rcd657e41fe2c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9c7a4a78042d0"/>
  </p:sldMasterIdLst>
  <p:notesMasterIdLst>
    <p:notesMasterId xmlns:r="http://schemas.openxmlformats.org/officeDocument/2006/relationships" r:id="R82f4eaf56e5c405a"/>
  </p:notesMasterIdLst>
  <p:sldIdLst>
    <p:sldId xmlns:r="http://schemas.openxmlformats.org/officeDocument/2006/relationships" id="256" r:id="Rb7b863190a2f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f6a55b90041ac" /><Relationship Type="http://schemas.openxmlformats.org/officeDocument/2006/relationships/slideMaster" Target="/ppt/slideMasters/slideMaster1.xml" Id="R3789c7a4a78042d0" /><Relationship Type="http://schemas.openxmlformats.org/officeDocument/2006/relationships/notesMaster" Target="/ppt/notesMasters/notesMaster1.xml" Id="R82f4eaf56e5c405a" /><Relationship Type="http://schemas.openxmlformats.org/officeDocument/2006/relationships/presProps" Target="/ppt/presProps.xml" Id="Rd6bd71a715374af4" /><Relationship Type="http://schemas.openxmlformats.org/officeDocument/2006/relationships/tableStyles" Target="/ppt/tableStyles.xml" Id="R418fa7bb6dc94d40" /><Relationship Type="http://schemas.openxmlformats.org/officeDocument/2006/relationships/slide" Target="/ppt/slides/slide1.xml" Id="Rb7b863190a2f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af6d2872a48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e323935c74743" /><Relationship Type="http://schemas.openxmlformats.org/officeDocument/2006/relationships/notesMaster" Target="/ppt/notesMasters/notesMaster1.xml" Id="Rbb6f6a818bfe45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8f4c481fd41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448082ce64846" /><Relationship Type="http://schemas.openxmlformats.org/officeDocument/2006/relationships/slideLayout" Target="/ppt/slideLayouts/slideLayout1.xml" Id="R501e5eefb14f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e5eefb14f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98825c8bc4056" /><Relationship Type="http://schemas.openxmlformats.org/officeDocument/2006/relationships/notesSlide" Target="/ppt/notesSlides/notesSlide1.xml" Id="Rc7a0e33be7414f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age-paper">
            <a:extLst xmlns:a="http://schemas.openxmlformats.org/drawingml/2006/main">
              <a:ext uri="{FF2B5EF4-FFF2-40B4-BE49-F238E27FC236}">
                <a16:creationId xmlns:a16="http://schemas.microsoft.com/office/drawing/2014/main" id="{5762424F-5F1A-4AFB-B1F9-6540A1B4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8B01916C-F8EC-4F69-AB1B-3A2759D3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2DD3881-558C-408F-AAB3-A56492CD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知识管理成熟度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4535787-0B42-4510-A7CC-78336C6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7700"/>
            <a:ext cx="871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aux">
            <a:extLst xmlns:a="http://schemas.openxmlformats.org/drawingml/2006/main">
              <a:ext uri="{FF2B5EF4-FFF2-40B4-BE49-F238E27FC236}">
                <a16:creationId xmlns:a16="http://schemas.microsoft.com/office/drawing/2014/main" id="{4A5971A0-D9D1-4104-88D0-49A3F8A9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第2次尝试：扩至900×320；六级稿件与当前/目标状态完整保留。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C0801C-5D1E-463E-982A-2AF10FD8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C0CC4043-D3D3-47DF-ADDE-02DD04A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1092" y="3654181"/>
            <a:ext cx="866327" cy="866051"/>
          </a:xfrm>
          <a:custGeom xmlns:a="http://schemas.openxmlformats.org/drawingml/2006/main">
            <a:pathLst>
              <a:path w="866327" h="866051">
                <a:moveTo>
                  <a:pt x="51673" y="119624"/>
                </a:moveTo>
                <a:lnTo>
                  <a:pt x="70428" y="116843"/>
                </a:lnTo>
                <a:lnTo>
                  <a:pt x="89173" y="114062"/>
                </a:lnTo>
                <a:lnTo>
                  <a:pt x="107928" y="111281"/>
                </a:lnTo>
                <a:lnTo>
                  <a:pt x="126683" y="108499"/>
                </a:lnTo>
                <a:lnTo>
                  <a:pt x="145428" y="105718"/>
                </a:lnTo>
                <a:lnTo>
                  <a:pt x="164182" y="102937"/>
                </a:lnTo>
                <a:lnTo>
                  <a:pt x="182928" y="100155"/>
                </a:lnTo>
                <a:lnTo>
                  <a:pt x="201682" y="97374"/>
                </a:lnTo>
                <a:lnTo>
                  <a:pt x="220437" y="94593"/>
                </a:lnTo>
                <a:lnTo>
                  <a:pt x="239182" y="91811"/>
                </a:lnTo>
                <a:lnTo>
                  <a:pt x="257937" y="89030"/>
                </a:lnTo>
                <a:lnTo>
                  <a:pt x="276692" y="86239"/>
                </a:lnTo>
                <a:lnTo>
                  <a:pt x="295437" y="83458"/>
                </a:lnTo>
                <a:lnTo>
                  <a:pt x="314192" y="80677"/>
                </a:lnTo>
                <a:lnTo>
                  <a:pt x="332946" y="77895"/>
                </a:lnTo>
                <a:lnTo>
                  <a:pt x="351692" y="75114"/>
                </a:lnTo>
                <a:lnTo>
                  <a:pt x="370446" y="72333"/>
                </a:lnTo>
                <a:lnTo>
                  <a:pt x="389201" y="69552"/>
                </a:lnTo>
                <a:lnTo>
                  <a:pt x="407946" y="66770"/>
                </a:lnTo>
                <a:lnTo>
                  <a:pt x="426701" y="63989"/>
                </a:lnTo>
                <a:lnTo>
                  <a:pt x="445456" y="61208"/>
                </a:lnTo>
                <a:lnTo>
                  <a:pt x="464201" y="58426"/>
                </a:lnTo>
                <a:lnTo>
                  <a:pt x="482956" y="55645"/>
                </a:lnTo>
                <a:lnTo>
                  <a:pt x="501710" y="52854"/>
                </a:lnTo>
                <a:lnTo>
                  <a:pt x="520456" y="50073"/>
                </a:lnTo>
                <a:lnTo>
                  <a:pt x="539210" y="47292"/>
                </a:lnTo>
                <a:lnTo>
                  <a:pt x="557965" y="44510"/>
                </a:lnTo>
                <a:lnTo>
                  <a:pt x="576710" y="41729"/>
                </a:lnTo>
                <a:lnTo>
                  <a:pt x="595465" y="38948"/>
                </a:lnTo>
                <a:lnTo>
                  <a:pt x="614220" y="36166"/>
                </a:lnTo>
                <a:lnTo>
                  <a:pt x="632965" y="33385"/>
                </a:lnTo>
                <a:lnTo>
                  <a:pt x="651720" y="30604"/>
                </a:lnTo>
                <a:lnTo>
                  <a:pt x="670474" y="27823"/>
                </a:lnTo>
                <a:lnTo>
                  <a:pt x="689219" y="25041"/>
                </a:lnTo>
                <a:lnTo>
                  <a:pt x="707974" y="22260"/>
                </a:lnTo>
                <a:lnTo>
                  <a:pt x="726719" y="19479"/>
                </a:lnTo>
                <a:lnTo>
                  <a:pt x="745474" y="16688"/>
                </a:lnTo>
                <a:lnTo>
                  <a:pt x="764229" y="13907"/>
                </a:lnTo>
                <a:lnTo>
                  <a:pt x="782974" y="11125"/>
                </a:lnTo>
                <a:lnTo>
                  <a:pt x="801729" y="8344"/>
                </a:lnTo>
                <a:lnTo>
                  <a:pt x="820484" y="5563"/>
                </a:lnTo>
                <a:lnTo>
                  <a:pt x="839229" y="2781"/>
                </a:lnTo>
                <a:lnTo>
                  <a:pt x="857983" y="0"/>
                </a:lnTo>
                <a:lnTo>
                  <a:pt x="866327" y="8468"/>
                </a:lnTo>
                <a:lnTo>
                  <a:pt x="864994" y="27375"/>
                </a:lnTo>
                <a:lnTo>
                  <a:pt x="863670" y="46282"/>
                </a:lnTo>
                <a:lnTo>
                  <a:pt x="862346" y="65199"/>
                </a:lnTo>
                <a:lnTo>
                  <a:pt x="861022" y="84106"/>
                </a:lnTo>
                <a:lnTo>
                  <a:pt x="859688" y="103013"/>
                </a:lnTo>
                <a:lnTo>
                  <a:pt x="858364" y="121930"/>
                </a:lnTo>
                <a:lnTo>
                  <a:pt x="857040" y="140837"/>
                </a:lnTo>
                <a:lnTo>
                  <a:pt x="855707" y="159744"/>
                </a:lnTo>
                <a:lnTo>
                  <a:pt x="854383" y="178660"/>
                </a:lnTo>
                <a:lnTo>
                  <a:pt x="853059" y="197568"/>
                </a:lnTo>
                <a:lnTo>
                  <a:pt x="851735" y="216475"/>
                </a:lnTo>
                <a:lnTo>
                  <a:pt x="850402" y="235391"/>
                </a:lnTo>
                <a:lnTo>
                  <a:pt x="849078" y="254298"/>
                </a:lnTo>
                <a:lnTo>
                  <a:pt x="847754" y="273206"/>
                </a:lnTo>
                <a:lnTo>
                  <a:pt x="846430" y="292122"/>
                </a:lnTo>
                <a:lnTo>
                  <a:pt x="845096" y="311029"/>
                </a:lnTo>
                <a:lnTo>
                  <a:pt x="843772" y="329936"/>
                </a:lnTo>
                <a:lnTo>
                  <a:pt x="842448" y="348853"/>
                </a:lnTo>
                <a:lnTo>
                  <a:pt x="841115" y="367760"/>
                </a:lnTo>
                <a:lnTo>
                  <a:pt x="839791" y="386667"/>
                </a:lnTo>
                <a:lnTo>
                  <a:pt x="838467" y="405584"/>
                </a:lnTo>
                <a:lnTo>
                  <a:pt x="837143" y="424491"/>
                </a:lnTo>
                <a:lnTo>
                  <a:pt x="835809" y="443398"/>
                </a:lnTo>
                <a:lnTo>
                  <a:pt x="834485" y="462315"/>
                </a:lnTo>
                <a:lnTo>
                  <a:pt x="833161" y="481222"/>
                </a:lnTo>
                <a:lnTo>
                  <a:pt x="831828" y="500129"/>
                </a:lnTo>
                <a:lnTo>
                  <a:pt x="830504" y="519046"/>
                </a:lnTo>
                <a:lnTo>
                  <a:pt x="829180" y="537953"/>
                </a:lnTo>
                <a:lnTo>
                  <a:pt x="827856" y="556860"/>
                </a:lnTo>
                <a:lnTo>
                  <a:pt x="826522" y="575777"/>
                </a:lnTo>
                <a:lnTo>
                  <a:pt x="825198" y="594684"/>
                </a:lnTo>
                <a:lnTo>
                  <a:pt x="823874" y="613591"/>
                </a:lnTo>
                <a:lnTo>
                  <a:pt x="822550" y="632508"/>
                </a:lnTo>
                <a:lnTo>
                  <a:pt x="821217" y="651415"/>
                </a:lnTo>
                <a:lnTo>
                  <a:pt x="819893" y="670322"/>
                </a:lnTo>
                <a:lnTo>
                  <a:pt x="818569" y="689229"/>
                </a:lnTo>
                <a:lnTo>
                  <a:pt x="817235" y="708146"/>
                </a:lnTo>
                <a:lnTo>
                  <a:pt x="815912" y="727053"/>
                </a:lnTo>
                <a:lnTo>
                  <a:pt x="814083" y="745503"/>
                </a:lnTo>
                <a:lnTo>
                  <a:pt x="795338" y="748303"/>
                </a:lnTo>
                <a:lnTo>
                  <a:pt x="776592" y="751103"/>
                </a:lnTo>
                <a:lnTo>
                  <a:pt x="757838" y="753913"/>
                </a:lnTo>
                <a:lnTo>
                  <a:pt x="739092" y="756714"/>
                </a:lnTo>
                <a:lnTo>
                  <a:pt x="720347" y="759514"/>
                </a:lnTo>
                <a:lnTo>
                  <a:pt x="701592" y="762324"/>
                </a:lnTo>
                <a:lnTo>
                  <a:pt x="682847" y="765124"/>
                </a:lnTo>
                <a:lnTo>
                  <a:pt x="664102" y="767925"/>
                </a:lnTo>
                <a:lnTo>
                  <a:pt x="645347" y="770734"/>
                </a:lnTo>
                <a:lnTo>
                  <a:pt x="626602" y="773535"/>
                </a:lnTo>
                <a:lnTo>
                  <a:pt x="607857" y="776335"/>
                </a:lnTo>
                <a:lnTo>
                  <a:pt x="589102" y="779145"/>
                </a:lnTo>
                <a:lnTo>
                  <a:pt x="570357" y="781945"/>
                </a:lnTo>
                <a:lnTo>
                  <a:pt x="551612" y="784746"/>
                </a:lnTo>
                <a:lnTo>
                  <a:pt x="532857" y="787556"/>
                </a:lnTo>
                <a:lnTo>
                  <a:pt x="514112" y="790356"/>
                </a:lnTo>
                <a:lnTo>
                  <a:pt x="495367" y="793156"/>
                </a:lnTo>
                <a:lnTo>
                  <a:pt x="476621" y="795966"/>
                </a:lnTo>
                <a:lnTo>
                  <a:pt x="457867" y="798767"/>
                </a:lnTo>
                <a:lnTo>
                  <a:pt x="439122" y="801567"/>
                </a:lnTo>
                <a:lnTo>
                  <a:pt x="420376" y="804377"/>
                </a:lnTo>
                <a:lnTo>
                  <a:pt x="401622" y="807177"/>
                </a:lnTo>
                <a:lnTo>
                  <a:pt x="382876" y="809977"/>
                </a:lnTo>
                <a:lnTo>
                  <a:pt x="364131" y="812787"/>
                </a:lnTo>
                <a:lnTo>
                  <a:pt x="345377" y="815588"/>
                </a:lnTo>
                <a:lnTo>
                  <a:pt x="326631" y="818388"/>
                </a:lnTo>
                <a:lnTo>
                  <a:pt x="307886" y="821198"/>
                </a:lnTo>
                <a:lnTo>
                  <a:pt x="289131" y="823998"/>
                </a:lnTo>
                <a:lnTo>
                  <a:pt x="270386" y="826799"/>
                </a:lnTo>
                <a:lnTo>
                  <a:pt x="251641" y="829608"/>
                </a:lnTo>
                <a:lnTo>
                  <a:pt x="232886" y="832409"/>
                </a:lnTo>
                <a:lnTo>
                  <a:pt x="214141" y="835209"/>
                </a:lnTo>
                <a:lnTo>
                  <a:pt x="195396" y="838019"/>
                </a:lnTo>
                <a:lnTo>
                  <a:pt x="176641" y="840819"/>
                </a:lnTo>
                <a:lnTo>
                  <a:pt x="157896" y="843620"/>
                </a:lnTo>
                <a:lnTo>
                  <a:pt x="139151" y="846430"/>
                </a:lnTo>
                <a:lnTo>
                  <a:pt x="120396" y="849230"/>
                </a:lnTo>
                <a:lnTo>
                  <a:pt x="101651" y="852030"/>
                </a:lnTo>
                <a:lnTo>
                  <a:pt x="82906" y="854840"/>
                </a:lnTo>
                <a:lnTo>
                  <a:pt x="64160" y="857641"/>
                </a:lnTo>
                <a:lnTo>
                  <a:pt x="45406" y="860441"/>
                </a:lnTo>
                <a:lnTo>
                  <a:pt x="26660" y="863251"/>
                </a:lnTo>
                <a:lnTo>
                  <a:pt x="7915" y="866051"/>
                </a:lnTo>
                <a:lnTo>
                  <a:pt x="0" y="857136"/>
                </a:lnTo>
                <a:lnTo>
                  <a:pt x="1324" y="838219"/>
                </a:lnTo>
                <a:lnTo>
                  <a:pt x="2648" y="819312"/>
                </a:lnTo>
                <a:lnTo>
                  <a:pt x="3972" y="800405"/>
                </a:lnTo>
                <a:lnTo>
                  <a:pt x="5296" y="781488"/>
                </a:lnTo>
                <a:lnTo>
                  <a:pt x="6620" y="762581"/>
                </a:lnTo>
                <a:lnTo>
                  <a:pt x="7953" y="743674"/>
                </a:lnTo>
                <a:lnTo>
                  <a:pt x="9277" y="724757"/>
                </a:lnTo>
                <a:lnTo>
                  <a:pt x="10601" y="705850"/>
                </a:lnTo>
                <a:lnTo>
                  <a:pt x="11925" y="686933"/>
                </a:lnTo>
                <a:lnTo>
                  <a:pt x="13249" y="668026"/>
                </a:lnTo>
                <a:lnTo>
                  <a:pt x="14573" y="649119"/>
                </a:lnTo>
                <a:lnTo>
                  <a:pt x="15897" y="630203"/>
                </a:lnTo>
                <a:lnTo>
                  <a:pt x="17221" y="611295"/>
                </a:lnTo>
                <a:lnTo>
                  <a:pt x="18545" y="592388"/>
                </a:lnTo>
                <a:lnTo>
                  <a:pt x="19879" y="573472"/>
                </a:lnTo>
                <a:lnTo>
                  <a:pt x="21203" y="554565"/>
                </a:lnTo>
                <a:lnTo>
                  <a:pt x="22527" y="535657"/>
                </a:lnTo>
                <a:lnTo>
                  <a:pt x="23851" y="516741"/>
                </a:lnTo>
                <a:lnTo>
                  <a:pt x="25175" y="497834"/>
                </a:lnTo>
                <a:lnTo>
                  <a:pt x="26499" y="478927"/>
                </a:lnTo>
                <a:lnTo>
                  <a:pt x="27823" y="460010"/>
                </a:lnTo>
                <a:lnTo>
                  <a:pt x="29147" y="441103"/>
                </a:lnTo>
                <a:lnTo>
                  <a:pt x="30470" y="422196"/>
                </a:lnTo>
                <a:lnTo>
                  <a:pt x="31794" y="403279"/>
                </a:lnTo>
                <a:lnTo>
                  <a:pt x="33118" y="384372"/>
                </a:lnTo>
                <a:lnTo>
                  <a:pt x="34452" y="365465"/>
                </a:lnTo>
                <a:lnTo>
                  <a:pt x="35776" y="346548"/>
                </a:lnTo>
                <a:lnTo>
                  <a:pt x="37100" y="327641"/>
                </a:lnTo>
                <a:lnTo>
                  <a:pt x="38424" y="308734"/>
                </a:lnTo>
                <a:lnTo>
                  <a:pt x="39748" y="289817"/>
                </a:lnTo>
                <a:lnTo>
                  <a:pt x="41072" y="270910"/>
                </a:lnTo>
                <a:lnTo>
                  <a:pt x="42396" y="252003"/>
                </a:lnTo>
                <a:lnTo>
                  <a:pt x="43720" y="233086"/>
                </a:lnTo>
                <a:lnTo>
                  <a:pt x="45044" y="214179"/>
                </a:lnTo>
                <a:lnTo>
                  <a:pt x="46368" y="195272"/>
                </a:lnTo>
                <a:lnTo>
                  <a:pt x="47701" y="176355"/>
                </a:lnTo>
                <a:lnTo>
                  <a:pt x="49025" y="157448"/>
                </a:lnTo>
                <a:lnTo>
                  <a:pt x="50349" y="138541"/>
                </a:lnTo>
                <a:lnTo>
                  <a:pt x="51673" y="119624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4A342227-CFE6-4B35-B907-F2E657FE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9739" y="3383728"/>
            <a:ext cx="866404" cy="865880"/>
          </a:xfrm>
          <a:custGeom xmlns:a="http://schemas.openxmlformats.org/drawingml/2006/main">
            <a:pathLst>
              <a:path w="866404" h="865880">
                <a:moveTo>
                  <a:pt x="51721" y="120520"/>
                </a:moveTo>
                <a:lnTo>
                  <a:pt x="70466" y="117719"/>
                </a:lnTo>
                <a:lnTo>
                  <a:pt x="89211" y="114910"/>
                </a:lnTo>
                <a:lnTo>
                  <a:pt x="107956" y="112109"/>
                </a:lnTo>
                <a:lnTo>
                  <a:pt x="126702" y="109309"/>
                </a:lnTo>
                <a:lnTo>
                  <a:pt x="145437" y="106509"/>
                </a:lnTo>
                <a:lnTo>
                  <a:pt x="164182" y="103699"/>
                </a:lnTo>
                <a:lnTo>
                  <a:pt x="182928" y="100898"/>
                </a:lnTo>
                <a:lnTo>
                  <a:pt x="201673" y="98098"/>
                </a:lnTo>
                <a:lnTo>
                  <a:pt x="220418" y="95298"/>
                </a:lnTo>
                <a:lnTo>
                  <a:pt x="239163" y="92488"/>
                </a:lnTo>
                <a:lnTo>
                  <a:pt x="257899" y="89687"/>
                </a:lnTo>
                <a:lnTo>
                  <a:pt x="276644" y="86887"/>
                </a:lnTo>
                <a:lnTo>
                  <a:pt x="295389" y="84087"/>
                </a:lnTo>
                <a:lnTo>
                  <a:pt x="314134" y="81277"/>
                </a:lnTo>
                <a:lnTo>
                  <a:pt x="332880" y="78476"/>
                </a:lnTo>
                <a:lnTo>
                  <a:pt x="351615" y="75676"/>
                </a:lnTo>
                <a:lnTo>
                  <a:pt x="370361" y="72876"/>
                </a:lnTo>
                <a:lnTo>
                  <a:pt x="389106" y="70066"/>
                </a:lnTo>
                <a:lnTo>
                  <a:pt x="407851" y="67266"/>
                </a:lnTo>
                <a:lnTo>
                  <a:pt x="426596" y="64465"/>
                </a:lnTo>
                <a:lnTo>
                  <a:pt x="445332" y="61665"/>
                </a:lnTo>
                <a:lnTo>
                  <a:pt x="464077" y="58855"/>
                </a:lnTo>
                <a:lnTo>
                  <a:pt x="482822" y="56055"/>
                </a:lnTo>
                <a:lnTo>
                  <a:pt x="501567" y="53254"/>
                </a:lnTo>
                <a:lnTo>
                  <a:pt x="520313" y="50454"/>
                </a:lnTo>
                <a:lnTo>
                  <a:pt x="539058" y="47644"/>
                </a:lnTo>
                <a:lnTo>
                  <a:pt x="557794" y="44844"/>
                </a:lnTo>
                <a:lnTo>
                  <a:pt x="576539" y="42043"/>
                </a:lnTo>
                <a:lnTo>
                  <a:pt x="595284" y="39243"/>
                </a:lnTo>
                <a:lnTo>
                  <a:pt x="614029" y="36433"/>
                </a:lnTo>
                <a:lnTo>
                  <a:pt x="632774" y="33633"/>
                </a:lnTo>
                <a:lnTo>
                  <a:pt x="651510" y="30832"/>
                </a:lnTo>
                <a:lnTo>
                  <a:pt x="670255" y="28032"/>
                </a:lnTo>
                <a:lnTo>
                  <a:pt x="689000" y="25222"/>
                </a:lnTo>
                <a:lnTo>
                  <a:pt x="707746" y="22422"/>
                </a:lnTo>
                <a:lnTo>
                  <a:pt x="726491" y="19622"/>
                </a:lnTo>
                <a:lnTo>
                  <a:pt x="745226" y="16821"/>
                </a:lnTo>
                <a:lnTo>
                  <a:pt x="763972" y="14011"/>
                </a:lnTo>
                <a:lnTo>
                  <a:pt x="782717" y="11211"/>
                </a:lnTo>
                <a:lnTo>
                  <a:pt x="801462" y="8411"/>
                </a:lnTo>
                <a:lnTo>
                  <a:pt x="820207" y="5610"/>
                </a:lnTo>
                <a:lnTo>
                  <a:pt x="838952" y="2800"/>
                </a:lnTo>
                <a:lnTo>
                  <a:pt x="857688" y="0"/>
                </a:lnTo>
                <a:lnTo>
                  <a:pt x="866404" y="8049"/>
                </a:lnTo>
                <a:lnTo>
                  <a:pt x="865080" y="26956"/>
                </a:lnTo>
                <a:lnTo>
                  <a:pt x="863746" y="45863"/>
                </a:lnTo>
                <a:lnTo>
                  <a:pt x="862422" y="64770"/>
                </a:lnTo>
                <a:lnTo>
                  <a:pt x="861098" y="83668"/>
                </a:lnTo>
                <a:lnTo>
                  <a:pt x="859774" y="102575"/>
                </a:lnTo>
                <a:lnTo>
                  <a:pt x="858441" y="121482"/>
                </a:lnTo>
                <a:lnTo>
                  <a:pt x="857117" y="140389"/>
                </a:lnTo>
                <a:lnTo>
                  <a:pt x="855793" y="159296"/>
                </a:lnTo>
                <a:lnTo>
                  <a:pt x="854469" y="178194"/>
                </a:lnTo>
                <a:lnTo>
                  <a:pt x="853135" y="197101"/>
                </a:lnTo>
                <a:lnTo>
                  <a:pt x="851811" y="216008"/>
                </a:lnTo>
                <a:lnTo>
                  <a:pt x="850487" y="234915"/>
                </a:lnTo>
                <a:lnTo>
                  <a:pt x="849163" y="253822"/>
                </a:lnTo>
                <a:lnTo>
                  <a:pt x="847830" y="272729"/>
                </a:lnTo>
                <a:lnTo>
                  <a:pt x="846506" y="291627"/>
                </a:lnTo>
                <a:lnTo>
                  <a:pt x="845182" y="310534"/>
                </a:lnTo>
                <a:lnTo>
                  <a:pt x="843858" y="329441"/>
                </a:lnTo>
                <a:lnTo>
                  <a:pt x="842524" y="348348"/>
                </a:lnTo>
                <a:lnTo>
                  <a:pt x="841200" y="367255"/>
                </a:lnTo>
                <a:lnTo>
                  <a:pt x="839876" y="386153"/>
                </a:lnTo>
                <a:lnTo>
                  <a:pt x="838552" y="405060"/>
                </a:lnTo>
                <a:lnTo>
                  <a:pt x="837219" y="423967"/>
                </a:lnTo>
                <a:lnTo>
                  <a:pt x="835895" y="442874"/>
                </a:lnTo>
                <a:lnTo>
                  <a:pt x="834571" y="461782"/>
                </a:lnTo>
                <a:lnTo>
                  <a:pt x="833247" y="480679"/>
                </a:lnTo>
                <a:lnTo>
                  <a:pt x="831923" y="499586"/>
                </a:lnTo>
                <a:lnTo>
                  <a:pt x="830590" y="518493"/>
                </a:lnTo>
                <a:lnTo>
                  <a:pt x="829266" y="537401"/>
                </a:lnTo>
                <a:lnTo>
                  <a:pt x="827942" y="556308"/>
                </a:lnTo>
                <a:lnTo>
                  <a:pt x="826618" y="575215"/>
                </a:lnTo>
                <a:lnTo>
                  <a:pt x="825284" y="594112"/>
                </a:lnTo>
                <a:lnTo>
                  <a:pt x="823960" y="613019"/>
                </a:lnTo>
                <a:lnTo>
                  <a:pt x="822636" y="631927"/>
                </a:lnTo>
                <a:lnTo>
                  <a:pt x="821312" y="650834"/>
                </a:lnTo>
                <a:lnTo>
                  <a:pt x="819979" y="669741"/>
                </a:lnTo>
                <a:lnTo>
                  <a:pt x="818655" y="688638"/>
                </a:lnTo>
                <a:lnTo>
                  <a:pt x="817331" y="707546"/>
                </a:lnTo>
                <a:lnTo>
                  <a:pt x="816007" y="726453"/>
                </a:lnTo>
                <a:lnTo>
                  <a:pt x="814673" y="745360"/>
                </a:lnTo>
                <a:lnTo>
                  <a:pt x="795938" y="748160"/>
                </a:lnTo>
                <a:lnTo>
                  <a:pt x="777192" y="750961"/>
                </a:lnTo>
                <a:lnTo>
                  <a:pt x="758447" y="753770"/>
                </a:lnTo>
                <a:lnTo>
                  <a:pt x="739702" y="756571"/>
                </a:lnTo>
                <a:lnTo>
                  <a:pt x="720957" y="759371"/>
                </a:lnTo>
                <a:lnTo>
                  <a:pt x="702221" y="762171"/>
                </a:lnTo>
                <a:lnTo>
                  <a:pt x="683476" y="764981"/>
                </a:lnTo>
                <a:lnTo>
                  <a:pt x="664731" y="767782"/>
                </a:lnTo>
                <a:lnTo>
                  <a:pt x="645985" y="770582"/>
                </a:lnTo>
                <a:lnTo>
                  <a:pt x="627240" y="773382"/>
                </a:lnTo>
                <a:lnTo>
                  <a:pt x="608495" y="776192"/>
                </a:lnTo>
                <a:lnTo>
                  <a:pt x="589759" y="778993"/>
                </a:lnTo>
                <a:lnTo>
                  <a:pt x="571014" y="781793"/>
                </a:lnTo>
                <a:lnTo>
                  <a:pt x="552269" y="784593"/>
                </a:lnTo>
                <a:lnTo>
                  <a:pt x="533524" y="787403"/>
                </a:lnTo>
                <a:lnTo>
                  <a:pt x="514779" y="790204"/>
                </a:lnTo>
                <a:lnTo>
                  <a:pt x="496043" y="793004"/>
                </a:lnTo>
                <a:lnTo>
                  <a:pt x="477298" y="795804"/>
                </a:lnTo>
                <a:lnTo>
                  <a:pt x="458553" y="798614"/>
                </a:lnTo>
                <a:lnTo>
                  <a:pt x="439807" y="801414"/>
                </a:lnTo>
                <a:lnTo>
                  <a:pt x="421062" y="804215"/>
                </a:lnTo>
                <a:lnTo>
                  <a:pt x="402317" y="807015"/>
                </a:lnTo>
                <a:lnTo>
                  <a:pt x="383581" y="809825"/>
                </a:lnTo>
                <a:lnTo>
                  <a:pt x="364836" y="812625"/>
                </a:lnTo>
                <a:lnTo>
                  <a:pt x="346091" y="815426"/>
                </a:lnTo>
                <a:lnTo>
                  <a:pt x="327346" y="818226"/>
                </a:lnTo>
                <a:lnTo>
                  <a:pt x="308600" y="821036"/>
                </a:lnTo>
                <a:lnTo>
                  <a:pt x="289865" y="823836"/>
                </a:lnTo>
                <a:lnTo>
                  <a:pt x="271120" y="826637"/>
                </a:lnTo>
                <a:lnTo>
                  <a:pt x="252374" y="829437"/>
                </a:lnTo>
                <a:lnTo>
                  <a:pt x="233629" y="832247"/>
                </a:lnTo>
                <a:lnTo>
                  <a:pt x="214884" y="835047"/>
                </a:lnTo>
                <a:lnTo>
                  <a:pt x="196148" y="837848"/>
                </a:lnTo>
                <a:lnTo>
                  <a:pt x="177403" y="840648"/>
                </a:lnTo>
                <a:lnTo>
                  <a:pt x="158658" y="843458"/>
                </a:lnTo>
                <a:lnTo>
                  <a:pt x="139913" y="846258"/>
                </a:lnTo>
                <a:lnTo>
                  <a:pt x="121168" y="849059"/>
                </a:lnTo>
                <a:lnTo>
                  <a:pt x="102432" y="851859"/>
                </a:lnTo>
                <a:lnTo>
                  <a:pt x="83687" y="854669"/>
                </a:lnTo>
                <a:lnTo>
                  <a:pt x="64941" y="857469"/>
                </a:lnTo>
                <a:lnTo>
                  <a:pt x="46196" y="860269"/>
                </a:lnTo>
                <a:lnTo>
                  <a:pt x="27451" y="863070"/>
                </a:lnTo>
                <a:lnTo>
                  <a:pt x="8706" y="865880"/>
                </a:lnTo>
                <a:lnTo>
                  <a:pt x="0" y="857831"/>
                </a:lnTo>
                <a:lnTo>
                  <a:pt x="1324" y="838924"/>
                </a:lnTo>
                <a:lnTo>
                  <a:pt x="2648" y="820017"/>
                </a:lnTo>
                <a:lnTo>
                  <a:pt x="3981" y="801110"/>
                </a:lnTo>
                <a:lnTo>
                  <a:pt x="5305" y="782203"/>
                </a:lnTo>
                <a:lnTo>
                  <a:pt x="6629" y="763305"/>
                </a:lnTo>
                <a:lnTo>
                  <a:pt x="7953" y="744398"/>
                </a:lnTo>
                <a:lnTo>
                  <a:pt x="9287" y="725491"/>
                </a:lnTo>
                <a:lnTo>
                  <a:pt x="10611" y="706584"/>
                </a:lnTo>
                <a:lnTo>
                  <a:pt x="11935" y="687676"/>
                </a:lnTo>
                <a:lnTo>
                  <a:pt x="13259" y="668769"/>
                </a:lnTo>
                <a:lnTo>
                  <a:pt x="14592" y="649872"/>
                </a:lnTo>
                <a:lnTo>
                  <a:pt x="15916" y="630965"/>
                </a:lnTo>
                <a:lnTo>
                  <a:pt x="17240" y="612057"/>
                </a:lnTo>
                <a:lnTo>
                  <a:pt x="18564" y="593150"/>
                </a:lnTo>
                <a:lnTo>
                  <a:pt x="19898" y="574243"/>
                </a:lnTo>
                <a:lnTo>
                  <a:pt x="21222" y="555346"/>
                </a:lnTo>
                <a:lnTo>
                  <a:pt x="22546" y="536438"/>
                </a:lnTo>
                <a:lnTo>
                  <a:pt x="23870" y="517531"/>
                </a:lnTo>
                <a:lnTo>
                  <a:pt x="25203" y="498624"/>
                </a:lnTo>
                <a:lnTo>
                  <a:pt x="26527" y="479717"/>
                </a:lnTo>
                <a:lnTo>
                  <a:pt x="27851" y="460820"/>
                </a:lnTo>
                <a:lnTo>
                  <a:pt x="29175" y="441912"/>
                </a:lnTo>
                <a:lnTo>
                  <a:pt x="30509" y="423005"/>
                </a:lnTo>
                <a:lnTo>
                  <a:pt x="31833" y="404098"/>
                </a:lnTo>
                <a:lnTo>
                  <a:pt x="33157" y="385191"/>
                </a:lnTo>
                <a:lnTo>
                  <a:pt x="34481" y="366284"/>
                </a:lnTo>
                <a:lnTo>
                  <a:pt x="35814" y="347386"/>
                </a:lnTo>
                <a:lnTo>
                  <a:pt x="37138" y="328479"/>
                </a:lnTo>
                <a:lnTo>
                  <a:pt x="38462" y="309572"/>
                </a:lnTo>
                <a:lnTo>
                  <a:pt x="39786" y="290665"/>
                </a:lnTo>
                <a:lnTo>
                  <a:pt x="41110" y="271758"/>
                </a:lnTo>
                <a:lnTo>
                  <a:pt x="42443" y="252860"/>
                </a:lnTo>
                <a:lnTo>
                  <a:pt x="43767" y="233953"/>
                </a:lnTo>
                <a:lnTo>
                  <a:pt x="45091" y="215046"/>
                </a:lnTo>
                <a:lnTo>
                  <a:pt x="46415" y="196139"/>
                </a:lnTo>
                <a:lnTo>
                  <a:pt x="47749" y="177232"/>
                </a:lnTo>
                <a:lnTo>
                  <a:pt x="49073" y="158325"/>
                </a:lnTo>
                <a:lnTo>
                  <a:pt x="50397" y="139427"/>
                </a:lnTo>
                <a:lnTo>
                  <a:pt x="51721" y="1205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58397C78-3D0F-4EC3-96C5-A94B0BEA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8387" y="3113294"/>
            <a:ext cx="866480" cy="865746"/>
          </a:xfrm>
          <a:custGeom xmlns:a="http://schemas.openxmlformats.org/drawingml/2006/main">
            <a:pathLst>
              <a:path w="866480" h="865746">
                <a:moveTo>
                  <a:pt x="50816" y="120444"/>
                </a:moveTo>
                <a:lnTo>
                  <a:pt x="69571" y="117643"/>
                </a:lnTo>
                <a:lnTo>
                  <a:pt x="88325" y="114843"/>
                </a:lnTo>
                <a:lnTo>
                  <a:pt x="107080" y="112043"/>
                </a:lnTo>
                <a:lnTo>
                  <a:pt x="125835" y="109242"/>
                </a:lnTo>
                <a:lnTo>
                  <a:pt x="144590" y="106442"/>
                </a:lnTo>
                <a:lnTo>
                  <a:pt x="163335" y="103642"/>
                </a:lnTo>
                <a:lnTo>
                  <a:pt x="182089" y="100841"/>
                </a:lnTo>
                <a:lnTo>
                  <a:pt x="200844" y="98041"/>
                </a:lnTo>
                <a:lnTo>
                  <a:pt x="219599" y="95240"/>
                </a:lnTo>
                <a:lnTo>
                  <a:pt x="238354" y="92431"/>
                </a:lnTo>
                <a:lnTo>
                  <a:pt x="257108" y="89630"/>
                </a:lnTo>
                <a:lnTo>
                  <a:pt x="275863" y="86830"/>
                </a:lnTo>
                <a:lnTo>
                  <a:pt x="294618" y="84030"/>
                </a:lnTo>
                <a:lnTo>
                  <a:pt x="313373" y="81229"/>
                </a:lnTo>
                <a:lnTo>
                  <a:pt x="332127" y="78429"/>
                </a:lnTo>
                <a:lnTo>
                  <a:pt x="350882" y="75629"/>
                </a:lnTo>
                <a:lnTo>
                  <a:pt x="369637" y="72828"/>
                </a:lnTo>
                <a:lnTo>
                  <a:pt x="388382" y="70028"/>
                </a:lnTo>
                <a:lnTo>
                  <a:pt x="407137" y="67227"/>
                </a:lnTo>
                <a:lnTo>
                  <a:pt x="425891" y="64427"/>
                </a:lnTo>
                <a:lnTo>
                  <a:pt x="444646" y="61627"/>
                </a:lnTo>
                <a:lnTo>
                  <a:pt x="463401" y="58826"/>
                </a:lnTo>
                <a:lnTo>
                  <a:pt x="482156" y="56017"/>
                </a:lnTo>
                <a:lnTo>
                  <a:pt x="500910" y="53216"/>
                </a:lnTo>
                <a:lnTo>
                  <a:pt x="519665" y="50416"/>
                </a:lnTo>
                <a:lnTo>
                  <a:pt x="538420" y="47615"/>
                </a:lnTo>
                <a:lnTo>
                  <a:pt x="557174" y="44815"/>
                </a:lnTo>
                <a:lnTo>
                  <a:pt x="575929" y="42015"/>
                </a:lnTo>
                <a:lnTo>
                  <a:pt x="594684" y="39214"/>
                </a:lnTo>
                <a:lnTo>
                  <a:pt x="613429" y="36414"/>
                </a:lnTo>
                <a:lnTo>
                  <a:pt x="632184" y="33614"/>
                </a:lnTo>
                <a:lnTo>
                  <a:pt x="650939" y="30813"/>
                </a:lnTo>
                <a:lnTo>
                  <a:pt x="669693" y="28013"/>
                </a:lnTo>
                <a:lnTo>
                  <a:pt x="688448" y="25213"/>
                </a:lnTo>
                <a:lnTo>
                  <a:pt x="707203" y="22412"/>
                </a:lnTo>
                <a:lnTo>
                  <a:pt x="725957" y="19612"/>
                </a:lnTo>
                <a:lnTo>
                  <a:pt x="744712" y="16802"/>
                </a:lnTo>
                <a:lnTo>
                  <a:pt x="763467" y="14002"/>
                </a:lnTo>
                <a:lnTo>
                  <a:pt x="782222" y="11201"/>
                </a:lnTo>
                <a:lnTo>
                  <a:pt x="800976" y="8401"/>
                </a:lnTo>
                <a:lnTo>
                  <a:pt x="819731" y="5601"/>
                </a:lnTo>
                <a:lnTo>
                  <a:pt x="838476" y="2800"/>
                </a:lnTo>
                <a:lnTo>
                  <a:pt x="857231" y="0"/>
                </a:lnTo>
                <a:lnTo>
                  <a:pt x="866480" y="7487"/>
                </a:lnTo>
                <a:lnTo>
                  <a:pt x="865156" y="26394"/>
                </a:lnTo>
                <a:lnTo>
                  <a:pt x="863832" y="45310"/>
                </a:lnTo>
                <a:lnTo>
                  <a:pt x="862508" y="64227"/>
                </a:lnTo>
                <a:lnTo>
                  <a:pt x="861184" y="83144"/>
                </a:lnTo>
                <a:lnTo>
                  <a:pt x="859850" y="102060"/>
                </a:lnTo>
                <a:lnTo>
                  <a:pt x="858526" y="120977"/>
                </a:lnTo>
                <a:lnTo>
                  <a:pt x="857202" y="139894"/>
                </a:lnTo>
                <a:lnTo>
                  <a:pt x="855878" y="158810"/>
                </a:lnTo>
                <a:lnTo>
                  <a:pt x="854554" y="177727"/>
                </a:lnTo>
                <a:lnTo>
                  <a:pt x="853230" y="196644"/>
                </a:lnTo>
                <a:lnTo>
                  <a:pt x="851906" y="215551"/>
                </a:lnTo>
                <a:lnTo>
                  <a:pt x="850573" y="234467"/>
                </a:lnTo>
                <a:lnTo>
                  <a:pt x="849249" y="253384"/>
                </a:lnTo>
                <a:lnTo>
                  <a:pt x="847925" y="272301"/>
                </a:lnTo>
                <a:lnTo>
                  <a:pt x="846601" y="291217"/>
                </a:lnTo>
                <a:lnTo>
                  <a:pt x="845277" y="310134"/>
                </a:lnTo>
                <a:lnTo>
                  <a:pt x="843953" y="329051"/>
                </a:lnTo>
                <a:lnTo>
                  <a:pt x="842629" y="347967"/>
                </a:lnTo>
                <a:lnTo>
                  <a:pt x="841296" y="366884"/>
                </a:lnTo>
                <a:lnTo>
                  <a:pt x="839972" y="385791"/>
                </a:lnTo>
                <a:lnTo>
                  <a:pt x="838648" y="404708"/>
                </a:lnTo>
                <a:lnTo>
                  <a:pt x="837324" y="423624"/>
                </a:lnTo>
                <a:lnTo>
                  <a:pt x="836000" y="442541"/>
                </a:lnTo>
                <a:lnTo>
                  <a:pt x="834676" y="461458"/>
                </a:lnTo>
                <a:lnTo>
                  <a:pt x="833352" y="480374"/>
                </a:lnTo>
                <a:lnTo>
                  <a:pt x="832018" y="499291"/>
                </a:lnTo>
                <a:lnTo>
                  <a:pt x="830694" y="518208"/>
                </a:lnTo>
                <a:lnTo>
                  <a:pt x="829370" y="537124"/>
                </a:lnTo>
                <a:lnTo>
                  <a:pt x="828046" y="556031"/>
                </a:lnTo>
                <a:lnTo>
                  <a:pt x="826722" y="574948"/>
                </a:lnTo>
                <a:lnTo>
                  <a:pt x="825398" y="593865"/>
                </a:lnTo>
                <a:lnTo>
                  <a:pt x="824074" y="612781"/>
                </a:lnTo>
                <a:lnTo>
                  <a:pt x="822741" y="631698"/>
                </a:lnTo>
                <a:lnTo>
                  <a:pt x="821417" y="650615"/>
                </a:lnTo>
                <a:lnTo>
                  <a:pt x="820093" y="669531"/>
                </a:lnTo>
                <a:lnTo>
                  <a:pt x="818769" y="688448"/>
                </a:lnTo>
                <a:lnTo>
                  <a:pt x="817445" y="707365"/>
                </a:lnTo>
                <a:lnTo>
                  <a:pt x="816121" y="726272"/>
                </a:lnTo>
                <a:lnTo>
                  <a:pt x="814797" y="745188"/>
                </a:lnTo>
                <a:lnTo>
                  <a:pt x="797004" y="748865"/>
                </a:lnTo>
                <a:lnTo>
                  <a:pt x="778250" y="751646"/>
                </a:lnTo>
                <a:lnTo>
                  <a:pt x="759485" y="754428"/>
                </a:lnTo>
                <a:lnTo>
                  <a:pt x="740731" y="757218"/>
                </a:lnTo>
                <a:lnTo>
                  <a:pt x="721976" y="760000"/>
                </a:lnTo>
                <a:lnTo>
                  <a:pt x="703221" y="762781"/>
                </a:lnTo>
                <a:lnTo>
                  <a:pt x="684457" y="765562"/>
                </a:lnTo>
                <a:lnTo>
                  <a:pt x="665702" y="768344"/>
                </a:lnTo>
                <a:lnTo>
                  <a:pt x="646948" y="771125"/>
                </a:lnTo>
                <a:lnTo>
                  <a:pt x="628193" y="773916"/>
                </a:lnTo>
                <a:lnTo>
                  <a:pt x="609438" y="776697"/>
                </a:lnTo>
                <a:lnTo>
                  <a:pt x="590674" y="779478"/>
                </a:lnTo>
                <a:lnTo>
                  <a:pt x="571919" y="782260"/>
                </a:lnTo>
                <a:lnTo>
                  <a:pt x="553164" y="785041"/>
                </a:lnTo>
                <a:lnTo>
                  <a:pt x="534410" y="787822"/>
                </a:lnTo>
                <a:lnTo>
                  <a:pt x="515655" y="790613"/>
                </a:lnTo>
                <a:lnTo>
                  <a:pt x="496891" y="793394"/>
                </a:lnTo>
                <a:lnTo>
                  <a:pt x="478136" y="796176"/>
                </a:lnTo>
                <a:lnTo>
                  <a:pt x="459381" y="798957"/>
                </a:lnTo>
                <a:lnTo>
                  <a:pt x="440627" y="801738"/>
                </a:lnTo>
                <a:lnTo>
                  <a:pt x="421872" y="804520"/>
                </a:lnTo>
                <a:lnTo>
                  <a:pt x="403108" y="807310"/>
                </a:lnTo>
                <a:lnTo>
                  <a:pt x="384353" y="810092"/>
                </a:lnTo>
                <a:lnTo>
                  <a:pt x="365598" y="812873"/>
                </a:lnTo>
                <a:lnTo>
                  <a:pt x="346843" y="815654"/>
                </a:lnTo>
                <a:lnTo>
                  <a:pt x="328089" y="818436"/>
                </a:lnTo>
                <a:lnTo>
                  <a:pt x="309324" y="821217"/>
                </a:lnTo>
                <a:lnTo>
                  <a:pt x="290570" y="823998"/>
                </a:lnTo>
                <a:lnTo>
                  <a:pt x="271815" y="826789"/>
                </a:lnTo>
                <a:lnTo>
                  <a:pt x="253060" y="829570"/>
                </a:lnTo>
                <a:lnTo>
                  <a:pt x="234305" y="832352"/>
                </a:lnTo>
                <a:lnTo>
                  <a:pt x="215541" y="835133"/>
                </a:lnTo>
                <a:lnTo>
                  <a:pt x="196787" y="837914"/>
                </a:lnTo>
                <a:lnTo>
                  <a:pt x="178032" y="840696"/>
                </a:lnTo>
                <a:lnTo>
                  <a:pt x="159277" y="843486"/>
                </a:lnTo>
                <a:lnTo>
                  <a:pt x="140522" y="846268"/>
                </a:lnTo>
                <a:lnTo>
                  <a:pt x="121758" y="849049"/>
                </a:lnTo>
                <a:lnTo>
                  <a:pt x="103003" y="851830"/>
                </a:lnTo>
                <a:lnTo>
                  <a:pt x="84249" y="854612"/>
                </a:lnTo>
                <a:lnTo>
                  <a:pt x="65494" y="857393"/>
                </a:lnTo>
                <a:lnTo>
                  <a:pt x="46739" y="860184"/>
                </a:lnTo>
                <a:lnTo>
                  <a:pt x="27975" y="862965"/>
                </a:lnTo>
                <a:lnTo>
                  <a:pt x="9220" y="865746"/>
                </a:lnTo>
                <a:lnTo>
                  <a:pt x="0" y="858212"/>
                </a:lnTo>
                <a:lnTo>
                  <a:pt x="1305" y="839295"/>
                </a:lnTo>
                <a:lnTo>
                  <a:pt x="2610" y="820379"/>
                </a:lnTo>
                <a:lnTo>
                  <a:pt x="3905" y="801462"/>
                </a:lnTo>
                <a:lnTo>
                  <a:pt x="5210" y="782545"/>
                </a:lnTo>
                <a:lnTo>
                  <a:pt x="6515" y="763629"/>
                </a:lnTo>
                <a:lnTo>
                  <a:pt x="7820" y="744712"/>
                </a:lnTo>
                <a:lnTo>
                  <a:pt x="9125" y="725795"/>
                </a:lnTo>
                <a:lnTo>
                  <a:pt x="10420" y="706879"/>
                </a:lnTo>
                <a:lnTo>
                  <a:pt x="11725" y="687962"/>
                </a:lnTo>
                <a:lnTo>
                  <a:pt x="13030" y="669046"/>
                </a:lnTo>
                <a:lnTo>
                  <a:pt x="14335" y="650129"/>
                </a:lnTo>
                <a:lnTo>
                  <a:pt x="15640" y="631212"/>
                </a:lnTo>
                <a:lnTo>
                  <a:pt x="16935" y="612296"/>
                </a:lnTo>
                <a:lnTo>
                  <a:pt x="18240" y="593369"/>
                </a:lnTo>
                <a:lnTo>
                  <a:pt x="19545" y="574453"/>
                </a:lnTo>
                <a:lnTo>
                  <a:pt x="20850" y="555536"/>
                </a:lnTo>
                <a:lnTo>
                  <a:pt x="22155" y="536619"/>
                </a:lnTo>
                <a:lnTo>
                  <a:pt x="23451" y="517703"/>
                </a:lnTo>
                <a:lnTo>
                  <a:pt x="24755" y="498786"/>
                </a:lnTo>
                <a:lnTo>
                  <a:pt x="26060" y="479870"/>
                </a:lnTo>
                <a:lnTo>
                  <a:pt x="27365" y="460953"/>
                </a:lnTo>
                <a:lnTo>
                  <a:pt x="28661" y="442036"/>
                </a:lnTo>
                <a:lnTo>
                  <a:pt x="29966" y="423120"/>
                </a:lnTo>
                <a:lnTo>
                  <a:pt x="31271" y="404203"/>
                </a:lnTo>
                <a:lnTo>
                  <a:pt x="32576" y="385286"/>
                </a:lnTo>
                <a:lnTo>
                  <a:pt x="33880" y="366370"/>
                </a:lnTo>
                <a:lnTo>
                  <a:pt x="35176" y="347453"/>
                </a:lnTo>
                <a:lnTo>
                  <a:pt x="36481" y="328536"/>
                </a:lnTo>
                <a:lnTo>
                  <a:pt x="37786" y="309620"/>
                </a:lnTo>
                <a:lnTo>
                  <a:pt x="39091" y="290703"/>
                </a:lnTo>
                <a:lnTo>
                  <a:pt x="40396" y="271786"/>
                </a:lnTo>
                <a:lnTo>
                  <a:pt x="41691" y="252870"/>
                </a:lnTo>
                <a:lnTo>
                  <a:pt x="42996" y="233953"/>
                </a:lnTo>
                <a:lnTo>
                  <a:pt x="44301" y="215027"/>
                </a:lnTo>
                <a:lnTo>
                  <a:pt x="45606" y="196110"/>
                </a:lnTo>
                <a:lnTo>
                  <a:pt x="46911" y="177194"/>
                </a:lnTo>
                <a:lnTo>
                  <a:pt x="48206" y="158277"/>
                </a:lnTo>
                <a:lnTo>
                  <a:pt x="49511" y="139360"/>
                </a:lnTo>
                <a:lnTo>
                  <a:pt x="50816" y="120444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2E2197A4-9D68-48A6-9F6C-FD61780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6215" y="2843565"/>
            <a:ext cx="866337" cy="866051"/>
          </a:xfrm>
          <a:custGeom xmlns:a="http://schemas.openxmlformats.org/drawingml/2006/main">
            <a:pathLst>
              <a:path w="866337" h="866051">
                <a:moveTo>
                  <a:pt x="51683" y="119663"/>
                </a:moveTo>
                <a:lnTo>
                  <a:pt x="70447" y="116881"/>
                </a:lnTo>
                <a:lnTo>
                  <a:pt x="89202" y="114100"/>
                </a:lnTo>
                <a:lnTo>
                  <a:pt x="107956" y="111309"/>
                </a:lnTo>
                <a:lnTo>
                  <a:pt x="126711" y="108528"/>
                </a:lnTo>
                <a:lnTo>
                  <a:pt x="145466" y="105747"/>
                </a:lnTo>
                <a:lnTo>
                  <a:pt x="164230" y="102965"/>
                </a:lnTo>
                <a:lnTo>
                  <a:pt x="182985" y="100184"/>
                </a:lnTo>
                <a:lnTo>
                  <a:pt x="201740" y="97403"/>
                </a:lnTo>
                <a:lnTo>
                  <a:pt x="220494" y="94612"/>
                </a:lnTo>
                <a:lnTo>
                  <a:pt x="239249" y="91831"/>
                </a:lnTo>
                <a:lnTo>
                  <a:pt x="258013" y="89049"/>
                </a:lnTo>
                <a:lnTo>
                  <a:pt x="276768" y="86268"/>
                </a:lnTo>
                <a:lnTo>
                  <a:pt x="295523" y="83487"/>
                </a:lnTo>
                <a:lnTo>
                  <a:pt x="314277" y="80705"/>
                </a:lnTo>
                <a:lnTo>
                  <a:pt x="333032" y="77915"/>
                </a:lnTo>
                <a:lnTo>
                  <a:pt x="351796" y="75133"/>
                </a:lnTo>
                <a:lnTo>
                  <a:pt x="370551" y="72352"/>
                </a:lnTo>
                <a:lnTo>
                  <a:pt x="389306" y="69571"/>
                </a:lnTo>
                <a:lnTo>
                  <a:pt x="408061" y="66789"/>
                </a:lnTo>
                <a:lnTo>
                  <a:pt x="426815" y="64008"/>
                </a:lnTo>
                <a:lnTo>
                  <a:pt x="445580" y="61227"/>
                </a:lnTo>
                <a:lnTo>
                  <a:pt x="464334" y="58436"/>
                </a:lnTo>
                <a:lnTo>
                  <a:pt x="483089" y="55655"/>
                </a:lnTo>
                <a:lnTo>
                  <a:pt x="501844" y="52873"/>
                </a:lnTo>
                <a:lnTo>
                  <a:pt x="520598" y="50092"/>
                </a:lnTo>
                <a:lnTo>
                  <a:pt x="539363" y="47311"/>
                </a:lnTo>
                <a:lnTo>
                  <a:pt x="558117" y="44529"/>
                </a:lnTo>
                <a:lnTo>
                  <a:pt x="576872" y="41739"/>
                </a:lnTo>
                <a:lnTo>
                  <a:pt x="595627" y="38957"/>
                </a:lnTo>
                <a:lnTo>
                  <a:pt x="614391" y="36176"/>
                </a:lnTo>
                <a:lnTo>
                  <a:pt x="633146" y="33395"/>
                </a:lnTo>
                <a:lnTo>
                  <a:pt x="651901" y="30613"/>
                </a:lnTo>
                <a:lnTo>
                  <a:pt x="670655" y="27832"/>
                </a:lnTo>
                <a:lnTo>
                  <a:pt x="689410" y="25041"/>
                </a:lnTo>
                <a:lnTo>
                  <a:pt x="708174" y="22260"/>
                </a:lnTo>
                <a:lnTo>
                  <a:pt x="726929" y="19479"/>
                </a:lnTo>
                <a:lnTo>
                  <a:pt x="745684" y="16697"/>
                </a:lnTo>
                <a:lnTo>
                  <a:pt x="764438" y="13916"/>
                </a:lnTo>
                <a:lnTo>
                  <a:pt x="783193" y="11135"/>
                </a:lnTo>
                <a:lnTo>
                  <a:pt x="801957" y="8344"/>
                </a:lnTo>
                <a:lnTo>
                  <a:pt x="820712" y="5563"/>
                </a:lnTo>
                <a:lnTo>
                  <a:pt x="839467" y="2781"/>
                </a:lnTo>
                <a:lnTo>
                  <a:pt x="858222" y="0"/>
                </a:lnTo>
                <a:lnTo>
                  <a:pt x="866337" y="8734"/>
                </a:lnTo>
                <a:lnTo>
                  <a:pt x="865032" y="27651"/>
                </a:lnTo>
                <a:lnTo>
                  <a:pt x="863727" y="46568"/>
                </a:lnTo>
                <a:lnTo>
                  <a:pt x="862422" y="65484"/>
                </a:lnTo>
                <a:lnTo>
                  <a:pt x="861127" y="84401"/>
                </a:lnTo>
                <a:lnTo>
                  <a:pt x="859822" y="103318"/>
                </a:lnTo>
                <a:lnTo>
                  <a:pt x="858517" y="122234"/>
                </a:lnTo>
                <a:lnTo>
                  <a:pt x="857212" y="141151"/>
                </a:lnTo>
                <a:lnTo>
                  <a:pt x="855907" y="160068"/>
                </a:lnTo>
                <a:lnTo>
                  <a:pt x="854612" y="178984"/>
                </a:lnTo>
                <a:lnTo>
                  <a:pt x="853307" y="197901"/>
                </a:lnTo>
                <a:lnTo>
                  <a:pt x="852002" y="216818"/>
                </a:lnTo>
                <a:lnTo>
                  <a:pt x="850697" y="235734"/>
                </a:lnTo>
                <a:lnTo>
                  <a:pt x="849392" y="254651"/>
                </a:lnTo>
                <a:lnTo>
                  <a:pt x="848096" y="273568"/>
                </a:lnTo>
                <a:lnTo>
                  <a:pt x="846792" y="292494"/>
                </a:lnTo>
                <a:lnTo>
                  <a:pt x="845487" y="311410"/>
                </a:lnTo>
                <a:lnTo>
                  <a:pt x="844182" y="330327"/>
                </a:lnTo>
                <a:lnTo>
                  <a:pt x="842886" y="349244"/>
                </a:lnTo>
                <a:lnTo>
                  <a:pt x="841581" y="368160"/>
                </a:lnTo>
                <a:lnTo>
                  <a:pt x="840276" y="387077"/>
                </a:lnTo>
                <a:lnTo>
                  <a:pt x="838972" y="405994"/>
                </a:lnTo>
                <a:lnTo>
                  <a:pt x="837667" y="424910"/>
                </a:lnTo>
                <a:lnTo>
                  <a:pt x="836371" y="443827"/>
                </a:lnTo>
                <a:lnTo>
                  <a:pt x="835066" y="462744"/>
                </a:lnTo>
                <a:lnTo>
                  <a:pt x="833761" y="481660"/>
                </a:lnTo>
                <a:lnTo>
                  <a:pt x="832456" y="500577"/>
                </a:lnTo>
                <a:lnTo>
                  <a:pt x="831152" y="519494"/>
                </a:lnTo>
                <a:lnTo>
                  <a:pt x="829856" y="538410"/>
                </a:lnTo>
                <a:lnTo>
                  <a:pt x="828551" y="557327"/>
                </a:lnTo>
                <a:lnTo>
                  <a:pt x="827246" y="576243"/>
                </a:lnTo>
                <a:lnTo>
                  <a:pt x="825941" y="595160"/>
                </a:lnTo>
                <a:lnTo>
                  <a:pt x="824636" y="614077"/>
                </a:lnTo>
                <a:lnTo>
                  <a:pt x="823341" y="632993"/>
                </a:lnTo>
                <a:lnTo>
                  <a:pt x="822036" y="651910"/>
                </a:lnTo>
                <a:lnTo>
                  <a:pt x="820731" y="670836"/>
                </a:lnTo>
                <a:lnTo>
                  <a:pt x="819426" y="689753"/>
                </a:lnTo>
                <a:lnTo>
                  <a:pt x="818121" y="708670"/>
                </a:lnTo>
                <a:lnTo>
                  <a:pt x="816826" y="727586"/>
                </a:lnTo>
                <a:lnTo>
                  <a:pt x="814549" y="745607"/>
                </a:lnTo>
                <a:lnTo>
                  <a:pt x="795804" y="748408"/>
                </a:lnTo>
                <a:lnTo>
                  <a:pt x="777050" y="751208"/>
                </a:lnTo>
                <a:lnTo>
                  <a:pt x="758295" y="754009"/>
                </a:lnTo>
                <a:lnTo>
                  <a:pt x="739540" y="756809"/>
                </a:lnTo>
                <a:lnTo>
                  <a:pt x="720785" y="759619"/>
                </a:lnTo>
                <a:lnTo>
                  <a:pt x="702031" y="762419"/>
                </a:lnTo>
                <a:lnTo>
                  <a:pt x="683276" y="765219"/>
                </a:lnTo>
                <a:lnTo>
                  <a:pt x="664521" y="768020"/>
                </a:lnTo>
                <a:lnTo>
                  <a:pt x="645766" y="770820"/>
                </a:lnTo>
                <a:lnTo>
                  <a:pt x="627012" y="773621"/>
                </a:lnTo>
                <a:lnTo>
                  <a:pt x="608257" y="776421"/>
                </a:lnTo>
                <a:lnTo>
                  <a:pt x="589502" y="779221"/>
                </a:lnTo>
                <a:lnTo>
                  <a:pt x="570757" y="782022"/>
                </a:lnTo>
                <a:lnTo>
                  <a:pt x="552002" y="784822"/>
                </a:lnTo>
                <a:lnTo>
                  <a:pt x="533248" y="787622"/>
                </a:lnTo>
                <a:lnTo>
                  <a:pt x="514493" y="790423"/>
                </a:lnTo>
                <a:lnTo>
                  <a:pt x="495738" y="793223"/>
                </a:lnTo>
                <a:lnTo>
                  <a:pt x="476983" y="796023"/>
                </a:lnTo>
                <a:lnTo>
                  <a:pt x="458229" y="798833"/>
                </a:lnTo>
                <a:lnTo>
                  <a:pt x="439474" y="801634"/>
                </a:lnTo>
                <a:lnTo>
                  <a:pt x="420719" y="804434"/>
                </a:lnTo>
                <a:lnTo>
                  <a:pt x="401965" y="807234"/>
                </a:lnTo>
                <a:lnTo>
                  <a:pt x="383210" y="810035"/>
                </a:lnTo>
                <a:lnTo>
                  <a:pt x="364455" y="812835"/>
                </a:lnTo>
                <a:lnTo>
                  <a:pt x="345700" y="815635"/>
                </a:lnTo>
                <a:lnTo>
                  <a:pt x="326955" y="818436"/>
                </a:lnTo>
                <a:lnTo>
                  <a:pt x="308200" y="821236"/>
                </a:lnTo>
                <a:lnTo>
                  <a:pt x="289446" y="824036"/>
                </a:lnTo>
                <a:lnTo>
                  <a:pt x="270691" y="826837"/>
                </a:lnTo>
                <a:lnTo>
                  <a:pt x="251936" y="829637"/>
                </a:lnTo>
                <a:lnTo>
                  <a:pt x="233182" y="832437"/>
                </a:lnTo>
                <a:lnTo>
                  <a:pt x="214427" y="835247"/>
                </a:lnTo>
                <a:lnTo>
                  <a:pt x="195672" y="838048"/>
                </a:lnTo>
                <a:lnTo>
                  <a:pt x="176917" y="840848"/>
                </a:lnTo>
                <a:lnTo>
                  <a:pt x="158163" y="843648"/>
                </a:lnTo>
                <a:lnTo>
                  <a:pt x="139408" y="846449"/>
                </a:lnTo>
                <a:lnTo>
                  <a:pt x="120663" y="849249"/>
                </a:lnTo>
                <a:lnTo>
                  <a:pt x="101908" y="852049"/>
                </a:lnTo>
                <a:lnTo>
                  <a:pt x="83153" y="854850"/>
                </a:lnTo>
                <a:lnTo>
                  <a:pt x="64399" y="857650"/>
                </a:lnTo>
                <a:lnTo>
                  <a:pt x="45644" y="860450"/>
                </a:lnTo>
                <a:lnTo>
                  <a:pt x="26889" y="863251"/>
                </a:lnTo>
                <a:lnTo>
                  <a:pt x="8134" y="866051"/>
                </a:lnTo>
                <a:lnTo>
                  <a:pt x="0" y="857374"/>
                </a:lnTo>
                <a:lnTo>
                  <a:pt x="1324" y="838457"/>
                </a:lnTo>
                <a:lnTo>
                  <a:pt x="2648" y="819541"/>
                </a:lnTo>
                <a:lnTo>
                  <a:pt x="3972" y="800624"/>
                </a:lnTo>
                <a:lnTo>
                  <a:pt x="5305" y="781707"/>
                </a:lnTo>
                <a:lnTo>
                  <a:pt x="6629" y="762791"/>
                </a:lnTo>
                <a:lnTo>
                  <a:pt x="7953" y="743874"/>
                </a:lnTo>
                <a:lnTo>
                  <a:pt x="9277" y="724957"/>
                </a:lnTo>
                <a:lnTo>
                  <a:pt x="10601" y="706041"/>
                </a:lnTo>
                <a:lnTo>
                  <a:pt x="11925" y="687134"/>
                </a:lnTo>
                <a:lnTo>
                  <a:pt x="13249" y="668217"/>
                </a:lnTo>
                <a:lnTo>
                  <a:pt x="14583" y="649300"/>
                </a:lnTo>
                <a:lnTo>
                  <a:pt x="15907" y="630384"/>
                </a:lnTo>
                <a:lnTo>
                  <a:pt x="17231" y="611467"/>
                </a:lnTo>
                <a:lnTo>
                  <a:pt x="18555" y="592550"/>
                </a:lnTo>
                <a:lnTo>
                  <a:pt x="19879" y="573634"/>
                </a:lnTo>
                <a:lnTo>
                  <a:pt x="21203" y="554717"/>
                </a:lnTo>
                <a:lnTo>
                  <a:pt x="22527" y="535800"/>
                </a:lnTo>
                <a:lnTo>
                  <a:pt x="23860" y="516893"/>
                </a:lnTo>
                <a:lnTo>
                  <a:pt x="25184" y="497977"/>
                </a:lnTo>
                <a:lnTo>
                  <a:pt x="26508" y="479060"/>
                </a:lnTo>
                <a:lnTo>
                  <a:pt x="27832" y="460143"/>
                </a:lnTo>
                <a:lnTo>
                  <a:pt x="29156" y="441227"/>
                </a:lnTo>
                <a:lnTo>
                  <a:pt x="30480" y="422310"/>
                </a:lnTo>
                <a:lnTo>
                  <a:pt x="31804" y="403393"/>
                </a:lnTo>
                <a:lnTo>
                  <a:pt x="33128" y="384477"/>
                </a:lnTo>
                <a:lnTo>
                  <a:pt x="34461" y="365560"/>
                </a:lnTo>
                <a:lnTo>
                  <a:pt x="35785" y="346653"/>
                </a:lnTo>
                <a:lnTo>
                  <a:pt x="37109" y="327736"/>
                </a:lnTo>
                <a:lnTo>
                  <a:pt x="38433" y="308820"/>
                </a:lnTo>
                <a:lnTo>
                  <a:pt x="39757" y="289903"/>
                </a:lnTo>
                <a:lnTo>
                  <a:pt x="41081" y="270986"/>
                </a:lnTo>
                <a:lnTo>
                  <a:pt x="42405" y="252070"/>
                </a:lnTo>
                <a:lnTo>
                  <a:pt x="43739" y="233153"/>
                </a:lnTo>
                <a:lnTo>
                  <a:pt x="45063" y="214236"/>
                </a:lnTo>
                <a:lnTo>
                  <a:pt x="46387" y="195320"/>
                </a:lnTo>
                <a:lnTo>
                  <a:pt x="47711" y="176413"/>
                </a:lnTo>
                <a:lnTo>
                  <a:pt x="49035" y="157496"/>
                </a:lnTo>
                <a:lnTo>
                  <a:pt x="50359" y="138579"/>
                </a:lnTo>
                <a:lnTo>
                  <a:pt x="51683" y="1196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7989A1F5-6EF8-455C-8AE4-3E6FDAA9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853" y="2573122"/>
            <a:ext cx="866413" cy="865880"/>
          </a:xfrm>
          <a:custGeom xmlns:a="http://schemas.openxmlformats.org/drawingml/2006/main">
            <a:pathLst>
              <a:path w="866413" h="865880">
                <a:moveTo>
                  <a:pt x="51740" y="120548"/>
                </a:moveTo>
                <a:lnTo>
                  <a:pt x="70485" y="117748"/>
                </a:lnTo>
                <a:lnTo>
                  <a:pt x="89240" y="114948"/>
                </a:lnTo>
                <a:lnTo>
                  <a:pt x="107985" y="112138"/>
                </a:lnTo>
                <a:lnTo>
                  <a:pt x="126730" y="109337"/>
                </a:lnTo>
                <a:lnTo>
                  <a:pt x="145485" y="106537"/>
                </a:lnTo>
                <a:lnTo>
                  <a:pt x="164230" y="103727"/>
                </a:lnTo>
                <a:lnTo>
                  <a:pt x="182975" y="100927"/>
                </a:lnTo>
                <a:lnTo>
                  <a:pt x="201730" y="98127"/>
                </a:lnTo>
                <a:lnTo>
                  <a:pt x="220475" y="95317"/>
                </a:lnTo>
                <a:lnTo>
                  <a:pt x="239220" y="92516"/>
                </a:lnTo>
                <a:lnTo>
                  <a:pt x="257975" y="89716"/>
                </a:lnTo>
                <a:lnTo>
                  <a:pt x="276720" y="86906"/>
                </a:lnTo>
                <a:lnTo>
                  <a:pt x="295475" y="84106"/>
                </a:lnTo>
                <a:lnTo>
                  <a:pt x="314220" y="81305"/>
                </a:lnTo>
                <a:lnTo>
                  <a:pt x="332965" y="78496"/>
                </a:lnTo>
                <a:lnTo>
                  <a:pt x="351720" y="75695"/>
                </a:lnTo>
                <a:lnTo>
                  <a:pt x="370465" y="72895"/>
                </a:lnTo>
                <a:lnTo>
                  <a:pt x="389211" y="70085"/>
                </a:lnTo>
                <a:lnTo>
                  <a:pt x="407965" y="67285"/>
                </a:lnTo>
                <a:lnTo>
                  <a:pt x="426710" y="64484"/>
                </a:lnTo>
                <a:lnTo>
                  <a:pt x="445456" y="61674"/>
                </a:lnTo>
                <a:lnTo>
                  <a:pt x="464210" y="58874"/>
                </a:lnTo>
                <a:lnTo>
                  <a:pt x="482956" y="56074"/>
                </a:lnTo>
                <a:lnTo>
                  <a:pt x="501710" y="53264"/>
                </a:lnTo>
                <a:lnTo>
                  <a:pt x="520456" y="50463"/>
                </a:lnTo>
                <a:lnTo>
                  <a:pt x="539201" y="47663"/>
                </a:lnTo>
                <a:lnTo>
                  <a:pt x="557955" y="44853"/>
                </a:lnTo>
                <a:lnTo>
                  <a:pt x="576701" y="42053"/>
                </a:lnTo>
                <a:lnTo>
                  <a:pt x="595446" y="39253"/>
                </a:lnTo>
                <a:lnTo>
                  <a:pt x="614201" y="36443"/>
                </a:lnTo>
                <a:lnTo>
                  <a:pt x="632946" y="33642"/>
                </a:lnTo>
                <a:lnTo>
                  <a:pt x="651691" y="30842"/>
                </a:lnTo>
                <a:lnTo>
                  <a:pt x="670446" y="28032"/>
                </a:lnTo>
                <a:lnTo>
                  <a:pt x="689191" y="25232"/>
                </a:lnTo>
                <a:lnTo>
                  <a:pt x="707946" y="22431"/>
                </a:lnTo>
                <a:lnTo>
                  <a:pt x="726691" y="19622"/>
                </a:lnTo>
                <a:lnTo>
                  <a:pt x="745436" y="16821"/>
                </a:lnTo>
                <a:lnTo>
                  <a:pt x="764191" y="14021"/>
                </a:lnTo>
                <a:lnTo>
                  <a:pt x="782936" y="11211"/>
                </a:lnTo>
                <a:lnTo>
                  <a:pt x="801681" y="8411"/>
                </a:lnTo>
                <a:lnTo>
                  <a:pt x="820436" y="5610"/>
                </a:lnTo>
                <a:lnTo>
                  <a:pt x="839181" y="2800"/>
                </a:lnTo>
                <a:lnTo>
                  <a:pt x="857926" y="0"/>
                </a:lnTo>
                <a:lnTo>
                  <a:pt x="866413" y="8315"/>
                </a:lnTo>
                <a:lnTo>
                  <a:pt x="865108" y="27232"/>
                </a:lnTo>
                <a:lnTo>
                  <a:pt x="863803" y="46139"/>
                </a:lnTo>
                <a:lnTo>
                  <a:pt x="862508" y="65056"/>
                </a:lnTo>
                <a:lnTo>
                  <a:pt x="861203" y="83963"/>
                </a:lnTo>
                <a:lnTo>
                  <a:pt x="859898" y="102880"/>
                </a:lnTo>
                <a:lnTo>
                  <a:pt x="858593" y="121787"/>
                </a:lnTo>
                <a:lnTo>
                  <a:pt x="857298" y="140703"/>
                </a:lnTo>
                <a:lnTo>
                  <a:pt x="855993" y="159610"/>
                </a:lnTo>
                <a:lnTo>
                  <a:pt x="854688" y="178527"/>
                </a:lnTo>
                <a:lnTo>
                  <a:pt x="853383" y="197434"/>
                </a:lnTo>
                <a:lnTo>
                  <a:pt x="852087" y="216351"/>
                </a:lnTo>
                <a:lnTo>
                  <a:pt x="850783" y="235268"/>
                </a:lnTo>
                <a:lnTo>
                  <a:pt x="849478" y="254175"/>
                </a:lnTo>
                <a:lnTo>
                  <a:pt x="848173" y="273091"/>
                </a:lnTo>
                <a:lnTo>
                  <a:pt x="846868" y="291998"/>
                </a:lnTo>
                <a:lnTo>
                  <a:pt x="845572" y="310915"/>
                </a:lnTo>
                <a:lnTo>
                  <a:pt x="844267" y="329822"/>
                </a:lnTo>
                <a:lnTo>
                  <a:pt x="842963" y="348739"/>
                </a:lnTo>
                <a:lnTo>
                  <a:pt x="841658" y="367646"/>
                </a:lnTo>
                <a:lnTo>
                  <a:pt x="840362" y="386563"/>
                </a:lnTo>
                <a:lnTo>
                  <a:pt x="839057" y="405470"/>
                </a:lnTo>
                <a:lnTo>
                  <a:pt x="837752" y="424386"/>
                </a:lnTo>
                <a:lnTo>
                  <a:pt x="836447" y="443303"/>
                </a:lnTo>
                <a:lnTo>
                  <a:pt x="835152" y="462210"/>
                </a:lnTo>
                <a:lnTo>
                  <a:pt x="833847" y="481127"/>
                </a:lnTo>
                <a:lnTo>
                  <a:pt x="832542" y="500034"/>
                </a:lnTo>
                <a:lnTo>
                  <a:pt x="831237" y="518951"/>
                </a:lnTo>
                <a:lnTo>
                  <a:pt x="829942" y="537858"/>
                </a:lnTo>
                <a:lnTo>
                  <a:pt x="828637" y="556774"/>
                </a:lnTo>
                <a:lnTo>
                  <a:pt x="827332" y="575681"/>
                </a:lnTo>
                <a:lnTo>
                  <a:pt x="826027" y="594598"/>
                </a:lnTo>
                <a:lnTo>
                  <a:pt x="824732" y="613505"/>
                </a:lnTo>
                <a:lnTo>
                  <a:pt x="823427" y="632422"/>
                </a:lnTo>
                <a:lnTo>
                  <a:pt x="822122" y="651329"/>
                </a:lnTo>
                <a:lnTo>
                  <a:pt x="820817" y="670246"/>
                </a:lnTo>
                <a:lnTo>
                  <a:pt x="819521" y="689162"/>
                </a:lnTo>
                <a:lnTo>
                  <a:pt x="818217" y="708069"/>
                </a:lnTo>
                <a:lnTo>
                  <a:pt x="816912" y="726986"/>
                </a:lnTo>
                <a:lnTo>
                  <a:pt x="815150" y="745465"/>
                </a:lnTo>
                <a:lnTo>
                  <a:pt x="796395" y="748265"/>
                </a:lnTo>
                <a:lnTo>
                  <a:pt x="777650" y="751065"/>
                </a:lnTo>
                <a:lnTo>
                  <a:pt x="758895" y="753866"/>
                </a:lnTo>
                <a:lnTo>
                  <a:pt x="740150" y="756666"/>
                </a:lnTo>
                <a:lnTo>
                  <a:pt x="721395" y="759466"/>
                </a:lnTo>
                <a:lnTo>
                  <a:pt x="702650" y="762267"/>
                </a:lnTo>
                <a:lnTo>
                  <a:pt x="683905" y="765067"/>
                </a:lnTo>
                <a:lnTo>
                  <a:pt x="665150" y="767867"/>
                </a:lnTo>
                <a:lnTo>
                  <a:pt x="646405" y="770668"/>
                </a:lnTo>
                <a:lnTo>
                  <a:pt x="627650" y="773468"/>
                </a:lnTo>
                <a:lnTo>
                  <a:pt x="608905" y="776268"/>
                </a:lnTo>
                <a:lnTo>
                  <a:pt x="590159" y="779069"/>
                </a:lnTo>
                <a:lnTo>
                  <a:pt x="571405" y="781869"/>
                </a:lnTo>
                <a:lnTo>
                  <a:pt x="552660" y="784670"/>
                </a:lnTo>
                <a:lnTo>
                  <a:pt x="533905" y="787470"/>
                </a:lnTo>
                <a:lnTo>
                  <a:pt x="515160" y="790270"/>
                </a:lnTo>
                <a:lnTo>
                  <a:pt x="496414" y="793071"/>
                </a:lnTo>
                <a:lnTo>
                  <a:pt x="477660" y="795871"/>
                </a:lnTo>
                <a:lnTo>
                  <a:pt x="458915" y="798671"/>
                </a:lnTo>
                <a:lnTo>
                  <a:pt x="440160" y="801472"/>
                </a:lnTo>
                <a:lnTo>
                  <a:pt x="421415" y="804272"/>
                </a:lnTo>
                <a:lnTo>
                  <a:pt x="402660" y="807072"/>
                </a:lnTo>
                <a:lnTo>
                  <a:pt x="383915" y="809873"/>
                </a:lnTo>
                <a:lnTo>
                  <a:pt x="365169" y="812673"/>
                </a:lnTo>
                <a:lnTo>
                  <a:pt x="346415" y="815473"/>
                </a:lnTo>
                <a:lnTo>
                  <a:pt x="327670" y="818274"/>
                </a:lnTo>
                <a:lnTo>
                  <a:pt x="308915" y="821074"/>
                </a:lnTo>
                <a:lnTo>
                  <a:pt x="290170" y="823874"/>
                </a:lnTo>
                <a:lnTo>
                  <a:pt x="271424" y="826675"/>
                </a:lnTo>
                <a:lnTo>
                  <a:pt x="252670" y="829475"/>
                </a:lnTo>
                <a:lnTo>
                  <a:pt x="233924" y="832275"/>
                </a:lnTo>
                <a:lnTo>
                  <a:pt x="215170" y="835076"/>
                </a:lnTo>
                <a:lnTo>
                  <a:pt x="196425" y="837876"/>
                </a:lnTo>
                <a:lnTo>
                  <a:pt x="177679" y="840677"/>
                </a:lnTo>
                <a:lnTo>
                  <a:pt x="158925" y="843477"/>
                </a:lnTo>
                <a:lnTo>
                  <a:pt x="140179" y="846277"/>
                </a:lnTo>
                <a:lnTo>
                  <a:pt x="121425" y="849078"/>
                </a:lnTo>
                <a:lnTo>
                  <a:pt x="102680" y="851878"/>
                </a:lnTo>
                <a:lnTo>
                  <a:pt x="83934" y="854678"/>
                </a:lnTo>
                <a:lnTo>
                  <a:pt x="65180" y="857479"/>
                </a:lnTo>
                <a:lnTo>
                  <a:pt x="46434" y="860279"/>
                </a:lnTo>
                <a:lnTo>
                  <a:pt x="27680" y="863079"/>
                </a:lnTo>
                <a:lnTo>
                  <a:pt x="8934" y="865880"/>
                </a:lnTo>
                <a:lnTo>
                  <a:pt x="0" y="858069"/>
                </a:lnTo>
                <a:lnTo>
                  <a:pt x="1324" y="839153"/>
                </a:lnTo>
                <a:lnTo>
                  <a:pt x="2657" y="820245"/>
                </a:lnTo>
                <a:lnTo>
                  <a:pt x="3981" y="801338"/>
                </a:lnTo>
                <a:lnTo>
                  <a:pt x="5305" y="782422"/>
                </a:lnTo>
                <a:lnTo>
                  <a:pt x="6629" y="763514"/>
                </a:lnTo>
                <a:lnTo>
                  <a:pt x="7963" y="744598"/>
                </a:lnTo>
                <a:lnTo>
                  <a:pt x="9287" y="725691"/>
                </a:lnTo>
                <a:lnTo>
                  <a:pt x="10611" y="706784"/>
                </a:lnTo>
                <a:lnTo>
                  <a:pt x="11935" y="687867"/>
                </a:lnTo>
                <a:lnTo>
                  <a:pt x="13268" y="668960"/>
                </a:lnTo>
                <a:lnTo>
                  <a:pt x="14592" y="650053"/>
                </a:lnTo>
                <a:lnTo>
                  <a:pt x="15916" y="631136"/>
                </a:lnTo>
                <a:lnTo>
                  <a:pt x="17250" y="612229"/>
                </a:lnTo>
                <a:lnTo>
                  <a:pt x="18574" y="593322"/>
                </a:lnTo>
                <a:lnTo>
                  <a:pt x="19898" y="574405"/>
                </a:lnTo>
                <a:lnTo>
                  <a:pt x="21222" y="555498"/>
                </a:lnTo>
                <a:lnTo>
                  <a:pt x="22555" y="536581"/>
                </a:lnTo>
                <a:lnTo>
                  <a:pt x="23879" y="517674"/>
                </a:lnTo>
                <a:lnTo>
                  <a:pt x="25203" y="498767"/>
                </a:lnTo>
                <a:lnTo>
                  <a:pt x="26537" y="479850"/>
                </a:lnTo>
                <a:lnTo>
                  <a:pt x="27861" y="460943"/>
                </a:lnTo>
                <a:lnTo>
                  <a:pt x="29185" y="442036"/>
                </a:lnTo>
                <a:lnTo>
                  <a:pt x="30509" y="423120"/>
                </a:lnTo>
                <a:lnTo>
                  <a:pt x="31842" y="404212"/>
                </a:lnTo>
                <a:lnTo>
                  <a:pt x="33166" y="385296"/>
                </a:lnTo>
                <a:lnTo>
                  <a:pt x="34490" y="366389"/>
                </a:lnTo>
                <a:lnTo>
                  <a:pt x="35824" y="347482"/>
                </a:lnTo>
                <a:lnTo>
                  <a:pt x="37148" y="328565"/>
                </a:lnTo>
                <a:lnTo>
                  <a:pt x="38471" y="309658"/>
                </a:lnTo>
                <a:lnTo>
                  <a:pt x="39795" y="290751"/>
                </a:lnTo>
                <a:lnTo>
                  <a:pt x="41129" y="271834"/>
                </a:lnTo>
                <a:lnTo>
                  <a:pt x="42453" y="252927"/>
                </a:lnTo>
                <a:lnTo>
                  <a:pt x="43777" y="234020"/>
                </a:lnTo>
                <a:lnTo>
                  <a:pt x="45101" y="215103"/>
                </a:lnTo>
                <a:lnTo>
                  <a:pt x="46434" y="196196"/>
                </a:lnTo>
                <a:lnTo>
                  <a:pt x="47758" y="177279"/>
                </a:lnTo>
                <a:lnTo>
                  <a:pt x="49082" y="158372"/>
                </a:lnTo>
                <a:lnTo>
                  <a:pt x="50416" y="139465"/>
                </a:lnTo>
                <a:lnTo>
                  <a:pt x="51740" y="120548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73EC663C-94B1-43A7-B1AE-3862E968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3614" y="2303536"/>
            <a:ext cx="866327" cy="866051"/>
          </a:xfrm>
          <a:custGeom xmlns:a="http://schemas.openxmlformats.org/drawingml/2006/main">
            <a:pathLst>
              <a:path w="866327" h="866051">
                <a:moveTo>
                  <a:pt x="51673" y="119624"/>
                </a:moveTo>
                <a:lnTo>
                  <a:pt x="70428" y="116843"/>
                </a:lnTo>
                <a:lnTo>
                  <a:pt x="89173" y="114062"/>
                </a:lnTo>
                <a:lnTo>
                  <a:pt x="107928" y="111281"/>
                </a:lnTo>
                <a:lnTo>
                  <a:pt x="126683" y="108499"/>
                </a:lnTo>
                <a:lnTo>
                  <a:pt x="145428" y="105718"/>
                </a:lnTo>
                <a:lnTo>
                  <a:pt x="164182" y="102937"/>
                </a:lnTo>
                <a:lnTo>
                  <a:pt x="182937" y="100155"/>
                </a:lnTo>
                <a:lnTo>
                  <a:pt x="201682" y="97374"/>
                </a:lnTo>
                <a:lnTo>
                  <a:pt x="220437" y="94593"/>
                </a:lnTo>
                <a:lnTo>
                  <a:pt x="239182" y="91811"/>
                </a:lnTo>
                <a:lnTo>
                  <a:pt x="257937" y="89030"/>
                </a:lnTo>
                <a:lnTo>
                  <a:pt x="276692" y="86239"/>
                </a:lnTo>
                <a:lnTo>
                  <a:pt x="295437" y="83458"/>
                </a:lnTo>
                <a:lnTo>
                  <a:pt x="314192" y="80677"/>
                </a:lnTo>
                <a:lnTo>
                  <a:pt x="332946" y="77895"/>
                </a:lnTo>
                <a:lnTo>
                  <a:pt x="351692" y="75114"/>
                </a:lnTo>
                <a:lnTo>
                  <a:pt x="370446" y="72333"/>
                </a:lnTo>
                <a:lnTo>
                  <a:pt x="389201" y="69552"/>
                </a:lnTo>
                <a:lnTo>
                  <a:pt x="407946" y="66770"/>
                </a:lnTo>
                <a:lnTo>
                  <a:pt x="426701" y="63989"/>
                </a:lnTo>
                <a:lnTo>
                  <a:pt x="445456" y="61208"/>
                </a:lnTo>
                <a:lnTo>
                  <a:pt x="464201" y="58426"/>
                </a:lnTo>
                <a:lnTo>
                  <a:pt x="482956" y="55645"/>
                </a:lnTo>
                <a:lnTo>
                  <a:pt x="501710" y="52854"/>
                </a:lnTo>
                <a:lnTo>
                  <a:pt x="520456" y="50073"/>
                </a:lnTo>
                <a:lnTo>
                  <a:pt x="539210" y="47292"/>
                </a:lnTo>
                <a:lnTo>
                  <a:pt x="557965" y="44510"/>
                </a:lnTo>
                <a:lnTo>
                  <a:pt x="576710" y="41729"/>
                </a:lnTo>
                <a:lnTo>
                  <a:pt x="595465" y="38948"/>
                </a:lnTo>
                <a:lnTo>
                  <a:pt x="614220" y="36166"/>
                </a:lnTo>
                <a:lnTo>
                  <a:pt x="632965" y="33385"/>
                </a:lnTo>
                <a:lnTo>
                  <a:pt x="651720" y="30604"/>
                </a:lnTo>
                <a:lnTo>
                  <a:pt x="670474" y="27823"/>
                </a:lnTo>
                <a:lnTo>
                  <a:pt x="689219" y="25041"/>
                </a:lnTo>
                <a:lnTo>
                  <a:pt x="707974" y="22260"/>
                </a:lnTo>
                <a:lnTo>
                  <a:pt x="726729" y="19479"/>
                </a:lnTo>
                <a:lnTo>
                  <a:pt x="745474" y="16688"/>
                </a:lnTo>
                <a:lnTo>
                  <a:pt x="764229" y="13907"/>
                </a:lnTo>
                <a:lnTo>
                  <a:pt x="782974" y="11125"/>
                </a:lnTo>
                <a:lnTo>
                  <a:pt x="801729" y="8344"/>
                </a:lnTo>
                <a:lnTo>
                  <a:pt x="820484" y="5563"/>
                </a:lnTo>
                <a:lnTo>
                  <a:pt x="839229" y="2781"/>
                </a:lnTo>
                <a:lnTo>
                  <a:pt x="857983" y="0"/>
                </a:lnTo>
                <a:lnTo>
                  <a:pt x="866327" y="8468"/>
                </a:lnTo>
                <a:lnTo>
                  <a:pt x="864994" y="27375"/>
                </a:lnTo>
                <a:lnTo>
                  <a:pt x="863670" y="46282"/>
                </a:lnTo>
                <a:lnTo>
                  <a:pt x="862346" y="65199"/>
                </a:lnTo>
                <a:lnTo>
                  <a:pt x="861022" y="84106"/>
                </a:lnTo>
                <a:lnTo>
                  <a:pt x="859688" y="103013"/>
                </a:lnTo>
                <a:lnTo>
                  <a:pt x="858364" y="121930"/>
                </a:lnTo>
                <a:lnTo>
                  <a:pt x="857040" y="140837"/>
                </a:lnTo>
                <a:lnTo>
                  <a:pt x="855707" y="159744"/>
                </a:lnTo>
                <a:lnTo>
                  <a:pt x="854383" y="178660"/>
                </a:lnTo>
                <a:lnTo>
                  <a:pt x="853059" y="197568"/>
                </a:lnTo>
                <a:lnTo>
                  <a:pt x="851735" y="216475"/>
                </a:lnTo>
                <a:lnTo>
                  <a:pt x="850402" y="235391"/>
                </a:lnTo>
                <a:lnTo>
                  <a:pt x="849078" y="254298"/>
                </a:lnTo>
                <a:lnTo>
                  <a:pt x="847754" y="273206"/>
                </a:lnTo>
                <a:lnTo>
                  <a:pt x="846430" y="292122"/>
                </a:lnTo>
                <a:lnTo>
                  <a:pt x="845096" y="311029"/>
                </a:lnTo>
                <a:lnTo>
                  <a:pt x="843772" y="329936"/>
                </a:lnTo>
                <a:lnTo>
                  <a:pt x="842448" y="348853"/>
                </a:lnTo>
                <a:lnTo>
                  <a:pt x="841115" y="367760"/>
                </a:lnTo>
                <a:lnTo>
                  <a:pt x="839791" y="386667"/>
                </a:lnTo>
                <a:lnTo>
                  <a:pt x="838467" y="405584"/>
                </a:lnTo>
                <a:lnTo>
                  <a:pt x="837143" y="424491"/>
                </a:lnTo>
                <a:lnTo>
                  <a:pt x="835809" y="443398"/>
                </a:lnTo>
                <a:lnTo>
                  <a:pt x="834485" y="462315"/>
                </a:lnTo>
                <a:lnTo>
                  <a:pt x="833161" y="481222"/>
                </a:lnTo>
                <a:lnTo>
                  <a:pt x="831828" y="500129"/>
                </a:lnTo>
                <a:lnTo>
                  <a:pt x="830504" y="519046"/>
                </a:lnTo>
                <a:lnTo>
                  <a:pt x="829180" y="537953"/>
                </a:lnTo>
                <a:lnTo>
                  <a:pt x="827856" y="556860"/>
                </a:lnTo>
                <a:lnTo>
                  <a:pt x="826522" y="575777"/>
                </a:lnTo>
                <a:lnTo>
                  <a:pt x="825198" y="594684"/>
                </a:lnTo>
                <a:lnTo>
                  <a:pt x="823874" y="613591"/>
                </a:lnTo>
                <a:lnTo>
                  <a:pt x="822550" y="632508"/>
                </a:lnTo>
                <a:lnTo>
                  <a:pt x="821217" y="651415"/>
                </a:lnTo>
                <a:lnTo>
                  <a:pt x="819893" y="670322"/>
                </a:lnTo>
                <a:lnTo>
                  <a:pt x="818569" y="689239"/>
                </a:lnTo>
                <a:lnTo>
                  <a:pt x="817235" y="708146"/>
                </a:lnTo>
                <a:lnTo>
                  <a:pt x="815912" y="727053"/>
                </a:lnTo>
                <a:lnTo>
                  <a:pt x="814083" y="745503"/>
                </a:lnTo>
                <a:lnTo>
                  <a:pt x="795338" y="748303"/>
                </a:lnTo>
                <a:lnTo>
                  <a:pt x="776592" y="751103"/>
                </a:lnTo>
                <a:lnTo>
                  <a:pt x="757838" y="753913"/>
                </a:lnTo>
                <a:lnTo>
                  <a:pt x="739092" y="756714"/>
                </a:lnTo>
                <a:lnTo>
                  <a:pt x="720347" y="759514"/>
                </a:lnTo>
                <a:lnTo>
                  <a:pt x="701592" y="762324"/>
                </a:lnTo>
                <a:lnTo>
                  <a:pt x="682847" y="765124"/>
                </a:lnTo>
                <a:lnTo>
                  <a:pt x="664102" y="767925"/>
                </a:lnTo>
                <a:lnTo>
                  <a:pt x="645347" y="770734"/>
                </a:lnTo>
                <a:lnTo>
                  <a:pt x="626602" y="773535"/>
                </a:lnTo>
                <a:lnTo>
                  <a:pt x="607857" y="776335"/>
                </a:lnTo>
                <a:lnTo>
                  <a:pt x="589102" y="779145"/>
                </a:lnTo>
                <a:lnTo>
                  <a:pt x="570357" y="781945"/>
                </a:lnTo>
                <a:lnTo>
                  <a:pt x="551612" y="784746"/>
                </a:lnTo>
                <a:lnTo>
                  <a:pt x="532857" y="787556"/>
                </a:lnTo>
                <a:lnTo>
                  <a:pt x="514112" y="790356"/>
                </a:lnTo>
                <a:lnTo>
                  <a:pt x="495367" y="793156"/>
                </a:lnTo>
                <a:lnTo>
                  <a:pt x="476621" y="795966"/>
                </a:lnTo>
                <a:lnTo>
                  <a:pt x="457867" y="798767"/>
                </a:lnTo>
                <a:lnTo>
                  <a:pt x="439122" y="801567"/>
                </a:lnTo>
                <a:lnTo>
                  <a:pt x="420376" y="804377"/>
                </a:lnTo>
                <a:lnTo>
                  <a:pt x="401622" y="807177"/>
                </a:lnTo>
                <a:lnTo>
                  <a:pt x="382876" y="809977"/>
                </a:lnTo>
                <a:lnTo>
                  <a:pt x="364131" y="812787"/>
                </a:lnTo>
                <a:lnTo>
                  <a:pt x="345377" y="815588"/>
                </a:lnTo>
                <a:lnTo>
                  <a:pt x="326631" y="818388"/>
                </a:lnTo>
                <a:lnTo>
                  <a:pt x="307886" y="821198"/>
                </a:lnTo>
                <a:lnTo>
                  <a:pt x="289131" y="823998"/>
                </a:lnTo>
                <a:lnTo>
                  <a:pt x="270386" y="826799"/>
                </a:lnTo>
                <a:lnTo>
                  <a:pt x="251641" y="829608"/>
                </a:lnTo>
                <a:lnTo>
                  <a:pt x="232886" y="832409"/>
                </a:lnTo>
                <a:lnTo>
                  <a:pt x="214141" y="835209"/>
                </a:lnTo>
                <a:lnTo>
                  <a:pt x="195396" y="838019"/>
                </a:lnTo>
                <a:lnTo>
                  <a:pt x="176641" y="840819"/>
                </a:lnTo>
                <a:lnTo>
                  <a:pt x="157896" y="843620"/>
                </a:lnTo>
                <a:lnTo>
                  <a:pt x="139151" y="846430"/>
                </a:lnTo>
                <a:lnTo>
                  <a:pt x="120406" y="849230"/>
                </a:lnTo>
                <a:lnTo>
                  <a:pt x="101651" y="852030"/>
                </a:lnTo>
                <a:lnTo>
                  <a:pt x="82906" y="854840"/>
                </a:lnTo>
                <a:lnTo>
                  <a:pt x="64160" y="857641"/>
                </a:lnTo>
                <a:lnTo>
                  <a:pt x="45406" y="860441"/>
                </a:lnTo>
                <a:lnTo>
                  <a:pt x="26660" y="863251"/>
                </a:lnTo>
                <a:lnTo>
                  <a:pt x="7915" y="866051"/>
                </a:lnTo>
                <a:lnTo>
                  <a:pt x="0" y="857126"/>
                </a:lnTo>
                <a:lnTo>
                  <a:pt x="1324" y="838219"/>
                </a:lnTo>
                <a:lnTo>
                  <a:pt x="2648" y="819312"/>
                </a:lnTo>
                <a:lnTo>
                  <a:pt x="3972" y="800395"/>
                </a:lnTo>
                <a:lnTo>
                  <a:pt x="5296" y="781488"/>
                </a:lnTo>
                <a:lnTo>
                  <a:pt x="6620" y="762581"/>
                </a:lnTo>
                <a:lnTo>
                  <a:pt x="7953" y="743664"/>
                </a:lnTo>
                <a:lnTo>
                  <a:pt x="9277" y="724757"/>
                </a:lnTo>
                <a:lnTo>
                  <a:pt x="10601" y="705850"/>
                </a:lnTo>
                <a:lnTo>
                  <a:pt x="11925" y="686933"/>
                </a:lnTo>
                <a:lnTo>
                  <a:pt x="13249" y="668026"/>
                </a:lnTo>
                <a:lnTo>
                  <a:pt x="14573" y="649119"/>
                </a:lnTo>
                <a:lnTo>
                  <a:pt x="15897" y="630203"/>
                </a:lnTo>
                <a:lnTo>
                  <a:pt x="17221" y="611295"/>
                </a:lnTo>
                <a:lnTo>
                  <a:pt x="18545" y="592388"/>
                </a:lnTo>
                <a:lnTo>
                  <a:pt x="19879" y="573472"/>
                </a:lnTo>
                <a:lnTo>
                  <a:pt x="21203" y="554565"/>
                </a:lnTo>
                <a:lnTo>
                  <a:pt x="22527" y="535657"/>
                </a:lnTo>
                <a:lnTo>
                  <a:pt x="23851" y="516741"/>
                </a:lnTo>
                <a:lnTo>
                  <a:pt x="25175" y="497834"/>
                </a:lnTo>
                <a:lnTo>
                  <a:pt x="26499" y="478927"/>
                </a:lnTo>
                <a:lnTo>
                  <a:pt x="27823" y="460010"/>
                </a:lnTo>
                <a:lnTo>
                  <a:pt x="29147" y="441103"/>
                </a:lnTo>
                <a:lnTo>
                  <a:pt x="30470" y="422196"/>
                </a:lnTo>
                <a:lnTo>
                  <a:pt x="31794" y="403279"/>
                </a:lnTo>
                <a:lnTo>
                  <a:pt x="33128" y="384372"/>
                </a:lnTo>
                <a:lnTo>
                  <a:pt x="34452" y="365465"/>
                </a:lnTo>
                <a:lnTo>
                  <a:pt x="35776" y="346548"/>
                </a:lnTo>
                <a:lnTo>
                  <a:pt x="37100" y="327641"/>
                </a:lnTo>
                <a:lnTo>
                  <a:pt x="38424" y="308734"/>
                </a:lnTo>
                <a:lnTo>
                  <a:pt x="39748" y="289817"/>
                </a:lnTo>
                <a:lnTo>
                  <a:pt x="41072" y="270910"/>
                </a:lnTo>
                <a:lnTo>
                  <a:pt x="42396" y="252003"/>
                </a:lnTo>
                <a:lnTo>
                  <a:pt x="43720" y="233086"/>
                </a:lnTo>
                <a:lnTo>
                  <a:pt x="45044" y="214179"/>
                </a:lnTo>
                <a:lnTo>
                  <a:pt x="46377" y="195272"/>
                </a:lnTo>
                <a:lnTo>
                  <a:pt x="47701" y="176355"/>
                </a:lnTo>
                <a:lnTo>
                  <a:pt x="49025" y="157448"/>
                </a:lnTo>
                <a:lnTo>
                  <a:pt x="50349" y="138541"/>
                </a:lnTo>
                <a:lnTo>
                  <a:pt x="51673" y="119624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04FCDB25-7096-49A5-BA5F-660BAF2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943" y="4347020"/>
            <a:ext cx="435293" cy="412623"/>
          </a:xfrm>
          <a:custGeom xmlns:a="http://schemas.openxmlformats.org/drawingml/2006/main">
            <a:pathLst>
              <a:path w="435293" h="412623">
                <a:moveTo>
                  <a:pt x="0" y="412623"/>
                </a:moveTo>
                <a:lnTo>
                  <a:pt x="0" y="393668"/>
                </a:lnTo>
                <a:lnTo>
                  <a:pt x="0" y="374714"/>
                </a:lnTo>
                <a:lnTo>
                  <a:pt x="0" y="355768"/>
                </a:lnTo>
                <a:lnTo>
                  <a:pt x="0" y="336814"/>
                </a:lnTo>
                <a:lnTo>
                  <a:pt x="0" y="317859"/>
                </a:lnTo>
                <a:lnTo>
                  <a:pt x="0" y="298914"/>
                </a:lnTo>
                <a:lnTo>
                  <a:pt x="0" y="279959"/>
                </a:lnTo>
                <a:lnTo>
                  <a:pt x="0" y="261004"/>
                </a:lnTo>
                <a:lnTo>
                  <a:pt x="0" y="242059"/>
                </a:lnTo>
                <a:lnTo>
                  <a:pt x="0" y="223104"/>
                </a:lnTo>
                <a:lnTo>
                  <a:pt x="0" y="204159"/>
                </a:lnTo>
                <a:lnTo>
                  <a:pt x="0" y="185204"/>
                </a:lnTo>
                <a:lnTo>
                  <a:pt x="0" y="166249"/>
                </a:lnTo>
                <a:lnTo>
                  <a:pt x="0" y="147304"/>
                </a:lnTo>
                <a:lnTo>
                  <a:pt x="4943" y="131978"/>
                </a:lnTo>
                <a:lnTo>
                  <a:pt x="23022" y="126282"/>
                </a:lnTo>
                <a:lnTo>
                  <a:pt x="41100" y="120587"/>
                </a:lnTo>
                <a:lnTo>
                  <a:pt x="59169" y="114891"/>
                </a:lnTo>
                <a:lnTo>
                  <a:pt x="77248" y="109195"/>
                </a:lnTo>
                <a:lnTo>
                  <a:pt x="95326" y="103499"/>
                </a:lnTo>
                <a:lnTo>
                  <a:pt x="113395" y="97803"/>
                </a:lnTo>
                <a:lnTo>
                  <a:pt x="131474" y="92107"/>
                </a:lnTo>
                <a:lnTo>
                  <a:pt x="149543" y="86411"/>
                </a:lnTo>
                <a:lnTo>
                  <a:pt x="167621" y="80715"/>
                </a:lnTo>
                <a:lnTo>
                  <a:pt x="185699" y="75019"/>
                </a:lnTo>
                <a:lnTo>
                  <a:pt x="203768" y="69323"/>
                </a:lnTo>
                <a:lnTo>
                  <a:pt x="221847" y="63637"/>
                </a:lnTo>
                <a:lnTo>
                  <a:pt x="239925" y="57941"/>
                </a:lnTo>
                <a:lnTo>
                  <a:pt x="257994" y="52245"/>
                </a:lnTo>
                <a:lnTo>
                  <a:pt x="276073" y="46549"/>
                </a:lnTo>
                <a:lnTo>
                  <a:pt x="294151" y="40853"/>
                </a:lnTo>
                <a:lnTo>
                  <a:pt x="312220" y="35157"/>
                </a:lnTo>
                <a:lnTo>
                  <a:pt x="330298" y="29461"/>
                </a:lnTo>
                <a:lnTo>
                  <a:pt x="348377" y="23765"/>
                </a:lnTo>
                <a:lnTo>
                  <a:pt x="366446" y="18069"/>
                </a:lnTo>
                <a:lnTo>
                  <a:pt x="384524" y="12373"/>
                </a:lnTo>
                <a:lnTo>
                  <a:pt x="402603" y="6677"/>
                </a:lnTo>
                <a:lnTo>
                  <a:pt x="420672" y="981"/>
                </a:lnTo>
                <a:lnTo>
                  <a:pt x="435293" y="0"/>
                </a:lnTo>
                <a:lnTo>
                  <a:pt x="435293" y="18955"/>
                </a:lnTo>
                <a:lnTo>
                  <a:pt x="435293" y="37900"/>
                </a:lnTo>
                <a:lnTo>
                  <a:pt x="435293" y="56855"/>
                </a:lnTo>
                <a:lnTo>
                  <a:pt x="435293" y="75809"/>
                </a:lnTo>
                <a:lnTo>
                  <a:pt x="435293" y="94755"/>
                </a:lnTo>
                <a:lnTo>
                  <a:pt x="435293" y="113709"/>
                </a:lnTo>
                <a:lnTo>
                  <a:pt x="435293" y="132655"/>
                </a:lnTo>
                <a:lnTo>
                  <a:pt x="435293" y="151609"/>
                </a:lnTo>
                <a:lnTo>
                  <a:pt x="435293" y="170564"/>
                </a:lnTo>
                <a:lnTo>
                  <a:pt x="435293" y="189509"/>
                </a:lnTo>
                <a:lnTo>
                  <a:pt x="435293" y="208464"/>
                </a:lnTo>
                <a:lnTo>
                  <a:pt x="435293" y="227419"/>
                </a:lnTo>
                <a:lnTo>
                  <a:pt x="435293" y="246364"/>
                </a:lnTo>
                <a:lnTo>
                  <a:pt x="428692" y="260652"/>
                </a:lnTo>
                <a:lnTo>
                  <a:pt x="410832" y="266986"/>
                </a:lnTo>
                <a:lnTo>
                  <a:pt x="392963" y="273320"/>
                </a:lnTo>
                <a:lnTo>
                  <a:pt x="375104" y="279644"/>
                </a:lnTo>
                <a:lnTo>
                  <a:pt x="357245" y="285979"/>
                </a:lnTo>
                <a:lnTo>
                  <a:pt x="339385" y="292313"/>
                </a:lnTo>
                <a:lnTo>
                  <a:pt x="321516" y="298647"/>
                </a:lnTo>
                <a:lnTo>
                  <a:pt x="303657" y="304981"/>
                </a:lnTo>
                <a:lnTo>
                  <a:pt x="285798" y="311306"/>
                </a:lnTo>
                <a:lnTo>
                  <a:pt x="267929" y="317640"/>
                </a:lnTo>
                <a:lnTo>
                  <a:pt x="250069" y="323974"/>
                </a:lnTo>
                <a:lnTo>
                  <a:pt x="232210" y="330308"/>
                </a:lnTo>
                <a:lnTo>
                  <a:pt x="214341" y="336633"/>
                </a:lnTo>
                <a:lnTo>
                  <a:pt x="196482" y="342967"/>
                </a:lnTo>
                <a:lnTo>
                  <a:pt x="178622" y="349301"/>
                </a:lnTo>
                <a:lnTo>
                  <a:pt x="160763" y="355635"/>
                </a:lnTo>
                <a:lnTo>
                  <a:pt x="142894" y="361960"/>
                </a:lnTo>
                <a:lnTo>
                  <a:pt x="125035" y="368294"/>
                </a:lnTo>
                <a:lnTo>
                  <a:pt x="107175" y="374628"/>
                </a:lnTo>
                <a:lnTo>
                  <a:pt x="89306" y="380962"/>
                </a:lnTo>
                <a:lnTo>
                  <a:pt x="71447" y="387286"/>
                </a:lnTo>
                <a:lnTo>
                  <a:pt x="53588" y="393621"/>
                </a:lnTo>
                <a:lnTo>
                  <a:pt x="35728" y="399955"/>
                </a:lnTo>
                <a:lnTo>
                  <a:pt x="17859" y="406289"/>
                </a:lnTo>
                <a:lnTo>
                  <a:pt x="0" y="41262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6EFC6B31-4FA6-40C9-A5F3-E2B1410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815" y="4605338"/>
            <a:ext cx="1453915" cy="154305"/>
          </a:xfrm>
          <a:custGeom xmlns:a="http://schemas.openxmlformats.org/drawingml/2006/main">
            <a:pathLst>
              <a:path w="1453915" h="154305">
                <a:moveTo>
                  <a:pt x="0" y="154305"/>
                </a:moveTo>
                <a:lnTo>
                  <a:pt x="18983" y="154305"/>
                </a:lnTo>
                <a:lnTo>
                  <a:pt x="37957" y="154305"/>
                </a:lnTo>
                <a:lnTo>
                  <a:pt x="56940" y="154305"/>
                </a:lnTo>
                <a:lnTo>
                  <a:pt x="75914" y="154305"/>
                </a:lnTo>
                <a:lnTo>
                  <a:pt x="94898" y="154305"/>
                </a:lnTo>
                <a:lnTo>
                  <a:pt x="113871" y="154305"/>
                </a:lnTo>
                <a:lnTo>
                  <a:pt x="132855" y="154305"/>
                </a:lnTo>
                <a:lnTo>
                  <a:pt x="151829" y="154305"/>
                </a:lnTo>
                <a:lnTo>
                  <a:pt x="170812" y="154305"/>
                </a:lnTo>
                <a:lnTo>
                  <a:pt x="189795" y="154305"/>
                </a:lnTo>
                <a:lnTo>
                  <a:pt x="208769" y="154305"/>
                </a:lnTo>
                <a:lnTo>
                  <a:pt x="227752" y="154305"/>
                </a:lnTo>
                <a:lnTo>
                  <a:pt x="246726" y="154305"/>
                </a:lnTo>
                <a:lnTo>
                  <a:pt x="265709" y="154305"/>
                </a:lnTo>
                <a:lnTo>
                  <a:pt x="284683" y="154305"/>
                </a:lnTo>
                <a:lnTo>
                  <a:pt x="303667" y="154305"/>
                </a:lnTo>
                <a:lnTo>
                  <a:pt x="322640" y="154305"/>
                </a:lnTo>
                <a:lnTo>
                  <a:pt x="341624" y="154305"/>
                </a:lnTo>
                <a:lnTo>
                  <a:pt x="360597" y="154305"/>
                </a:lnTo>
                <a:lnTo>
                  <a:pt x="379581" y="154305"/>
                </a:lnTo>
                <a:lnTo>
                  <a:pt x="398564" y="154305"/>
                </a:lnTo>
                <a:lnTo>
                  <a:pt x="417538" y="154305"/>
                </a:lnTo>
                <a:lnTo>
                  <a:pt x="436521" y="154305"/>
                </a:lnTo>
                <a:lnTo>
                  <a:pt x="455495" y="154305"/>
                </a:lnTo>
                <a:lnTo>
                  <a:pt x="474478" y="154305"/>
                </a:lnTo>
                <a:lnTo>
                  <a:pt x="493452" y="154305"/>
                </a:lnTo>
                <a:lnTo>
                  <a:pt x="512435" y="154305"/>
                </a:lnTo>
                <a:lnTo>
                  <a:pt x="531409" y="154305"/>
                </a:lnTo>
                <a:lnTo>
                  <a:pt x="550393" y="154305"/>
                </a:lnTo>
                <a:lnTo>
                  <a:pt x="569376" y="154305"/>
                </a:lnTo>
                <a:lnTo>
                  <a:pt x="588350" y="154305"/>
                </a:lnTo>
                <a:lnTo>
                  <a:pt x="607333" y="154305"/>
                </a:lnTo>
                <a:lnTo>
                  <a:pt x="626307" y="154305"/>
                </a:lnTo>
                <a:lnTo>
                  <a:pt x="645290" y="154305"/>
                </a:lnTo>
                <a:lnTo>
                  <a:pt x="664264" y="154305"/>
                </a:lnTo>
                <a:lnTo>
                  <a:pt x="683247" y="154305"/>
                </a:lnTo>
                <a:lnTo>
                  <a:pt x="702221" y="154305"/>
                </a:lnTo>
                <a:lnTo>
                  <a:pt x="721204" y="154305"/>
                </a:lnTo>
                <a:lnTo>
                  <a:pt x="740178" y="154305"/>
                </a:lnTo>
                <a:lnTo>
                  <a:pt x="759162" y="154305"/>
                </a:lnTo>
                <a:lnTo>
                  <a:pt x="778145" y="154305"/>
                </a:lnTo>
                <a:lnTo>
                  <a:pt x="797119" y="154305"/>
                </a:lnTo>
                <a:lnTo>
                  <a:pt x="816102" y="154305"/>
                </a:lnTo>
                <a:lnTo>
                  <a:pt x="835076" y="154305"/>
                </a:lnTo>
                <a:lnTo>
                  <a:pt x="854059" y="154305"/>
                </a:lnTo>
                <a:lnTo>
                  <a:pt x="873033" y="154305"/>
                </a:lnTo>
                <a:lnTo>
                  <a:pt x="892016" y="154305"/>
                </a:lnTo>
                <a:lnTo>
                  <a:pt x="910990" y="154305"/>
                </a:lnTo>
                <a:lnTo>
                  <a:pt x="929973" y="154305"/>
                </a:lnTo>
                <a:lnTo>
                  <a:pt x="948957" y="154305"/>
                </a:lnTo>
                <a:lnTo>
                  <a:pt x="967931" y="154305"/>
                </a:lnTo>
                <a:lnTo>
                  <a:pt x="986914" y="154305"/>
                </a:lnTo>
                <a:lnTo>
                  <a:pt x="1005888" y="154305"/>
                </a:lnTo>
                <a:lnTo>
                  <a:pt x="1024595" y="152724"/>
                </a:lnTo>
                <a:lnTo>
                  <a:pt x="1042483" y="146380"/>
                </a:lnTo>
                <a:lnTo>
                  <a:pt x="1060371" y="140037"/>
                </a:lnTo>
                <a:lnTo>
                  <a:pt x="1078259" y="133693"/>
                </a:lnTo>
                <a:lnTo>
                  <a:pt x="1096147" y="127359"/>
                </a:lnTo>
                <a:lnTo>
                  <a:pt x="1114034" y="121015"/>
                </a:lnTo>
                <a:lnTo>
                  <a:pt x="1131922" y="114671"/>
                </a:lnTo>
                <a:lnTo>
                  <a:pt x="1149810" y="108337"/>
                </a:lnTo>
                <a:lnTo>
                  <a:pt x="1167698" y="101994"/>
                </a:lnTo>
                <a:lnTo>
                  <a:pt x="1185596" y="95650"/>
                </a:lnTo>
                <a:lnTo>
                  <a:pt x="1203484" y="89306"/>
                </a:lnTo>
                <a:lnTo>
                  <a:pt x="1221372" y="82972"/>
                </a:lnTo>
                <a:lnTo>
                  <a:pt x="1239260" y="76629"/>
                </a:lnTo>
                <a:lnTo>
                  <a:pt x="1257148" y="70285"/>
                </a:lnTo>
                <a:lnTo>
                  <a:pt x="1275036" y="63941"/>
                </a:lnTo>
                <a:lnTo>
                  <a:pt x="1292924" y="57607"/>
                </a:lnTo>
                <a:lnTo>
                  <a:pt x="1310811" y="51264"/>
                </a:lnTo>
                <a:lnTo>
                  <a:pt x="1328699" y="44920"/>
                </a:lnTo>
                <a:lnTo>
                  <a:pt x="1346587" y="38576"/>
                </a:lnTo>
                <a:lnTo>
                  <a:pt x="1364475" y="32242"/>
                </a:lnTo>
                <a:lnTo>
                  <a:pt x="1382363" y="25898"/>
                </a:lnTo>
                <a:lnTo>
                  <a:pt x="1400251" y="19555"/>
                </a:lnTo>
                <a:lnTo>
                  <a:pt x="1418139" y="13211"/>
                </a:lnTo>
                <a:lnTo>
                  <a:pt x="1436027" y="6877"/>
                </a:lnTo>
                <a:lnTo>
                  <a:pt x="1453915" y="533"/>
                </a:lnTo>
                <a:lnTo>
                  <a:pt x="1438037" y="0"/>
                </a:lnTo>
                <a:lnTo>
                  <a:pt x="1419054" y="0"/>
                </a:lnTo>
                <a:lnTo>
                  <a:pt x="1400080" y="0"/>
                </a:lnTo>
                <a:lnTo>
                  <a:pt x="1381096" y="0"/>
                </a:lnTo>
                <a:lnTo>
                  <a:pt x="1362123" y="0"/>
                </a:lnTo>
                <a:lnTo>
                  <a:pt x="1343139" y="0"/>
                </a:lnTo>
                <a:lnTo>
                  <a:pt x="1324166" y="0"/>
                </a:lnTo>
                <a:lnTo>
                  <a:pt x="1305182" y="0"/>
                </a:lnTo>
                <a:lnTo>
                  <a:pt x="1286199" y="0"/>
                </a:lnTo>
                <a:lnTo>
                  <a:pt x="1267225" y="0"/>
                </a:lnTo>
                <a:lnTo>
                  <a:pt x="1248242" y="0"/>
                </a:lnTo>
                <a:lnTo>
                  <a:pt x="1229268" y="0"/>
                </a:lnTo>
                <a:lnTo>
                  <a:pt x="1210285" y="0"/>
                </a:lnTo>
                <a:lnTo>
                  <a:pt x="1191311" y="0"/>
                </a:lnTo>
                <a:lnTo>
                  <a:pt x="1172327" y="0"/>
                </a:lnTo>
                <a:lnTo>
                  <a:pt x="1153354" y="0"/>
                </a:lnTo>
                <a:lnTo>
                  <a:pt x="1134370" y="0"/>
                </a:lnTo>
                <a:lnTo>
                  <a:pt x="1115397" y="0"/>
                </a:lnTo>
                <a:lnTo>
                  <a:pt x="1096413" y="0"/>
                </a:lnTo>
                <a:lnTo>
                  <a:pt x="1077430" y="0"/>
                </a:lnTo>
                <a:lnTo>
                  <a:pt x="1058456" y="0"/>
                </a:lnTo>
                <a:lnTo>
                  <a:pt x="1039473" y="0"/>
                </a:lnTo>
                <a:lnTo>
                  <a:pt x="1020499" y="0"/>
                </a:lnTo>
                <a:lnTo>
                  <a:pt x="1001516" y="0"/>
                </a:lnTo>
                <a:lnTo>
                  <a:pt x="982542" y="0"/>
                </a:lnTo>
                <a:lnTo>
                  <a:pt x="963559" y="0"/>
                </a:lnTo>
                <a:lnTo>
                  <a:pt x="944585" y="0"/>
                </a:lnTo>
                <a:lnTo>
                  <a:pt x="925601" y="0"/>
                </a:lnTo>
                <a:lnTo>
                  <a:pt x="906618" y="0"/>
                </a:lnTo>
                <a:lnTo>
                  <a:pt x="887644" y="0"/>
                </a:lnTo>
                <a:lnTo>
                  <a:pt x="868661" y="0"/>
                </a:lnTo>
                <a:lnTo>
                  <a:pt x="849687" y="0"/>
                </a:lnTo>
                <a:lnTo>
                  <a:pt x="830704" y="0"/>
                </a:lnTo>
                <a:lnTo>
                  <a:pt x="811730" y="0"/>
                </a:lnTo>
                <a:lnTo>
                  <a:pt x="792747" y="0"/>
                </a:lnTo>
                <a:lnTo>
                  <a:pt x="773773" y="0"/>
                </a:lnTo>
                <a:lnTo>
                  <a:pt x="754790" y="0"/>
                </a:lnTo>
                <a:lnTo>
                  <a:pt x="735806" y="0"/>
                </a:lnTo>
                <a:lnTo>
                  <a:pt x="716832" y="0"/>
                </a:lnTo>
                <a:lnTo>
                  <a:pt x="697849" y="0"/>
                </a:lnTo>
                <a:lnTo>
                  <a:pt x="678875" y="0"/>
                </a:lnTo>
                <a:lnTo>
                  <a:pt x="659892" y="0"/>
                </a:lnTo>
                <a:lnTo>
                  <a:pt x="640918" y="0"/>
                </a:lnTo>
                <a:lnTo>
                  <a:pt x="621935" y="0"/>
                </a:lnTo>
                <a:lnTo>
                  <a:pt x="602961" y="0"/>
                </a:lnTo>
                <a:lnTo>
                  <a:pt x="583978" y="0"/>
                </a:lnTo>
                <a:lnTo>
                  <a:pt x="565004" y="0"/>
                </a:lnTo>
                <a:lnTo>
                  <a:pt x="546021" y="0"/>
                </a:lnTo>
                <a:lnTo>
                  <a:pt x="527037" y="0"/>
                </a:lnTo>
                <a:lnTo>
                  <a:pt x="508064" y="0"/>
                </a:lnTo>
                <a:lnTo>
                  <a:pt x="489490" y="2686"/>
                </a:lnTo>
                <a:lnTo>
                  <a:pt x="471364" y="8296"/>
                </a:lnTo>
                <a:lnTo>
                  <a:pt x="453228" y="13916"/>
                </a:lnTo>
                <a:lnTo>
                  <a:pt x="435102" y="19536"/>
                </a:lnTo>
                <a:lnTo>
                  <a:pt x="416976" y="25146"/>
                </a:lnTo>
                <a:lnTo>
                  <a:pt x="398840" y="30766"/>
                </a:lnTo>
                <a:lnTo>
                  <a:pt x="380714" y="36376"/>
                </a:lnTo>
                <a:lnTo>
                  <a:pt x="362588" y="41996"/>
                </a:lnTo>
                <a:lnTo>
                  <a:pt x="344453" y="47606"/>
                </a:lnTo>
                <a:lnTo>
                  <a:pt x="326327" y="53226"/>
                </a:lnTo>
                <a:lnTo>
                  <a:pt x="308200" y="58836"/>
                </a:lnTo>
                <a:lnTo>
                  <a:pt x="290065" y="64456"/>
                </a:lnTo>
                <a:lnTo>
                  <a:pt x="271939" y="70075"/>
                </a:lnTo>
                <a:lnTo>
                  <a:pt x="253813" y="75686"/>
                </a:lnTo>
                <a:lnTo>
                  <a:pt x="235677" y="81305"/>
                </a:lnTo>
                <a:lnTo>
                  <a:pt x="217551" y="86916"/>
                </a:lnTo>
                <a:lnTo>
                  <a:pt x="199425" y="92535"/>
                </a:lnTo>
                <a:lnTo>
                  <a:pt x="181289" y="98146"/>
                </a:lnTo>
                <a:lnTo>
                  <a:pt x="163163" y="103765"/>
                </a:lnTo>
                <a:lnTo>
                  <a:pt x="145037" y="109385"/>
                </a:lnTo>
                <a:lnTo>
                  <a:pt x="126902" y="114995"/>
                </a:lnTo>
                <a:lnTo>
                  <a:pt x="108776" y="120615"/>
                </a:lnTo>
                <a:lnTo>
                  <a:pt x="90649" y="126225"/>
                </a:lnTo>
                <a:lnTo>
                  <a:pt x="72514" y="131845"/>
                </a:lnTo>
                <a:lnTo>
                  <a:pt x="54388" y="137455"/>
                </a:lnTo>
                <a:lnTo>
                  <a:pt x="36262" y="143075"/>
                </a:lnTo>
                <a:lnTo>
                  <a:pt x="18126" y="148685"/>
                </a:lnTo>
                <a:lnTo>
                  <a:pt x="0" y="15430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2C5B06D8-CCEA-4EFE-9B31-FA4173B0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1778" y="4605338"/>
            <a:ext cx="1298258" cy="154305"/>
          </a:xfrm>
          <a:custGeom xmlns:a="http://schemas.openxmlformats.org/drawingml/2006/main">
            <a:pathLst>
              <a:path w="1298258" h="154305">
                <a:moveTo>
                  <a:pt x="0" y="154305"/>
                </a:moveTo>
                <a:lnTo>
                  <a:pt x="18926" y="154305"/>
                </a:lnTo>
                <a:lnTo>
                  <a:pt x="37843" y="154305"/>
                </a:lnTo>
                <a:lnTo>
                  <a:pt x="56769" y="154305"/>
                </a:lnTo>
                <a:lnTo>
                  <a:pt x="75686" y="154305"/>
                </a:lnTo>
                <a:lnTo>
                  <a:pt x="94612" y="154305"/>
                </a:lnTo>
                <a:lnTo>
                  <a:pt x="113538" y="154305"/>
                </a:lnTo>
                <a:lnTo>
                  <a:pt x="132455" y="154305"/>
                </a:lnTo>
                <a:lnTo>
                  <a:pt x="151381" y="154305"/>
                </a:lnTo>
                <a:lnTo>
                  <a:pt x="170307" y="154305"/>
                </a:lnTo>
                <a:lnTo>
                  <a:pt x="189224" y="154305"/>
                </a:lnTo>
                <a:lnTo>
                  <a:pt x="208150" y="154305"/>
                </a:lnTo>
                <a:lnTo>
                  <a:pt x="227066" y="154305"/>
                </a:lnTo>
                <a:lnTo>
                  <a:pt x="245993" y="154305"/>
                </a:lnTo>
                <a:lnTo>
                  <a:pt x="264919" y="154305"/>
                </a:lnTo>
                <a:lnTo>
                  <a:pt x="283835" y="154305"/>
                </a:lnTo>
                <a:lnTo>
                  <a:pt x="302762" y="154305"/>
                </a:lnTo>
                <a:lnTo>
                  <a:pt x="321688" y="154305"/>
                </a:lnTo>
                <a:lnTo>
                  <a:pt x="340604" y="154305"/>
                </a:lnTo>
                <a:lnTo>
                  <a:pt x="359531" y="154305"/>
                </a:lnTo>
                <a:lnTo>
                  <a:pt x="378447" y="154305"/>
                </a:lnTo>
                <a:lnTo>
                  <a:pt x="397373" y="154305"/>
                </a:lnTo>
                <a:lnTo>
                  <a:pt x="416300" y="154305"/>
                </a:lnTo>
                <a:lnTo>
                  <a:pt x="435216" y="154305"/>
                </a:lnTo>
                <a:lnTo>
                  <a:pt x="454142" y="154305"/>
                </a:lnTo>
                <a:lnTo>
                  <a:pt x="473069" y="154305"/>
                </a:lnTo>
                <a:lnTo>
                  <a:pt x="491985" y="154305"/>
                </a:lnTo>
                <a:lnTo>
                  <a:pt x="510911" y="154305"/>
                </a:lnTo>
                <a:lnTo>
                  <a:pt x="529828" y="154305"/>
                </a:lnTo>
                <a:lnTo>
                  <a:pt x="548754" y="154305"/>
                </a:lnTo>
                <a:lnTo>
                  <a:pt x="567680" y="154305"/>
                </a:lnTo>
                <a:lnTo>
                  <a:pt x="586597" y="154305"/>
                </a:lnTo>
                <a:lnTo>
                  <a:pt x="605523" y="154305"/>
                </a:lnTo>
                <a:lnTo>
                  <a:pt x="624449" y="154305"/>
                </a:lnTo>
                <a:lnTo>
                  <a:pt x="643366" y="154305"/>
                </a:lnTo>
                <a:lnTo>
                  <a:pt x="662292" y="154305"/>
                </a:lnTo>
                <a:lnTo>
                  <a:pt x="681209" y="154305"/>
                </a:lnTo>
                <a:lnTo>
                  <a:pt x="700135" y="154305"/>
                </a:lnTo>
                <a:lnTo>
                  <a:pt x="719061" y="154305"/>
                </a:lnTo>
                <a:lnTo>
                  <a:pt x="737978" y="154305"/>
                </a:lnTo>
                <a:lnTo>
                  <a:pt x="756904" y="154305"/>
                </a:lnTo>
                <a:lnTo>
                  <a:pt x="775830" y="154305"/>
                </a:lnTo>
                <a:lnTo>
                  <a:pt x="794747" y="154305"/>
                </a:lnTo>
                <a:lnTo>
                  <a:pt x="813673" y="154305"/>
                </a:lnTo>
                <a:lnTo>
                  <a:pt x="832590" y="154305"/>
                </a:lnTo>
                <a:lnTo>
                  <a:pt x="851516" y="154305"/>
                </a:lnTo>
                <a:lnTo>
                  <a:pt x="869804" y="150562"/>
                </a:lnTo>
                <a:lnTo>
                  <a:pt x="887654" y="144294"/>
                </a:lnTo>
                <a:lnTo>
                  <a:pt x="905504" y="138017"/>
                </a:lnTo>
                <a:lnTo>
                  <a:pt x="923354" y="131740"/>
                </a:lnTo>
                <a:lnTo>
                  <a:pt x="941213" y="125473"/>
                </a:lnTo>
                <a:lnTo>
                  <a:pt x="959063" y="119196"/>
                </a:lnTo>
                <a:lnTo>
                  <a:pt x="976913" y="112919"/>
                </a:lnTo>
                <a:lnTo>
                  <a:pt x="994762" y="106651"/>
                </a:lnTo>
                <a:lnTo>
                  <a:pt x="1012622" y="100374"/>
                </a:lnTo>
                <a:lnTo>
                  <a:pt x="1030472" y="94107"/>
                </a:lnTo>
                <a:lnTo>
                  <a:pt x="1048322" y="87830"/>
                </a:lnTo>
                <a:lnTo>
                  <a:pt x="1066181" y="81553"/>
                </a:lnTo>
                <a:lnTo>
                  <a:pt x="1084031" y="75286"/>
                </a:lnTo>
                <a:lnTo>
                  <a:pt x="1101881" y="69009"/>
                </a:lnTo>
                <a:lnTo>
                  <a:pt x="1119730" y="62732"/>
                </a:lnTo>
                <a:lnTo>
                  <a:pt x="1137590" y="56464"/>
                </a:lnTo>
                <a:lnTo>
                  <a:pt x="1155440" y="50187"/>
                </a:lnTo>
                <a:lnTo>
                  <a:pt x="1173290" y="43910"/>
                </a:lnTo>
                <a:lnTo>
                  <a:pt x="1191139" y="37643"/>
                </a:lnTo>
                <a:lnTo>
                  <a:pt x="1208999" y="31366"/>
                </a:lnTo>
                <a:lnTo>
                  <a:pt x="1226849" y="25098"/>
                </a:lnTo>
                <a:lnTo>
                  <a:pt x="1244698" y="18821"/>
                </a:lnTo>
                <a:lnTo>
                  <a:pt x="1262548" y="12544"/>
                </a:lnTo>
                <a:lnTo>
                  <a:pt x="1280408" y="6277"/>
                </a:lnTo>
                <a:lnTo>
                  <a:pt x="1298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5C40365C-CA93-410C-865F-0D8A0C4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4220" y="4605338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454F7B51-96AB-40E1-8E12-FD86F82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1070" y="4084272"/>
            <a:ext cx="371475" cy="396288"/>
          </a:xfrm>
          <a:custGeom xmlns:a="http://schemas.openxmlformats.org/drawingml/2006/main">
            <a:pathLst>
              <a:path w="371475" h="396288">
                <a:moveTo>
                  <a:pt x="0" y="396288"/>
                </a:moveTo>
                <a:lnTo>
                  <a:pt x="0" y="377342"/>
                </a:lnTo>
                <a:lnTo>
                  <a:pt x="0" y="358397"/>
                </a:lnTo>
                <a:lnTo>
                  <a:pt x="0" y="339452"/>
                </a:lnTo>
                <a:lnTo>
                  <a:pt x="0" y="320507"/>
                </a:lnTo>
                <a:lnTo>
                  <a:pt x="0" y="301562"/>
                </a:lnTo>
                <a:lnTo>
                  <a:pt x="0" y="282616"/>
                </a:lnTo>
                <a:lnTo>
                  <a:pt x="0" y="263671"/>
                </a:lnTo>
                <a:lnTo>
                  <a:pt x="0" y="244726"/>
                </a:lnTo>
                <a:lnTo>
                  <a:pt x="0" y="225781"/>
                </a:lnTo>
                <a:lnTo>
                  <a:pt x="0" y="206835"/>
                </a:lnTo>
                <a:lnTo>
                  <a:pt x="0" y="187890"/>
                </a:lnTo>
                <a:lnTo>
                  <a:pt x="0" y="168945"/>
                </a:lnTo>
                <a:lnTo>
                  <a:pt x="0" y="150000"/>
                </a:lnTo>
                <a:lnTo>
                  <a:pt x="0" y="131054"/>
                </a:lnTo>
                <a:lnTo>
                  <a:pt x="4848" y="115643"/>
                </a:lnTo>
                <a:lnTo>
                  <a:pt x="22889" y="109861"/>
                </a:lnTo>
                <a:lnTo>
                  <a:pt x="40929" y="104080"/>
                </a:lnTo>
                <a:lnTo>
                  <a:pt x="58969" y="98298"/>
                </a:lnTo>
                <a:lnTo>
                  <a:pt x="77010" y="92516"/>
                </a:lnTo>
                <a:lnTo>
                  <a:pt x="95050" y="86735"/>
                </a:lnTo>
                <a:lnTo>
                  <a:pt x="113090" y="80953"/>
                </a:lnTo>
                <a:lnTo>
                  <a:pt x="131131" y="75171"/>
                </a:lnTo>
                <a:lnTo>
                  <a:pt x="149171" y="69390"/>
                </a:lnTo>
                <a:lnTo>
                  <a:pt x="167221" y="63608"/>
                </a:lnTo>
                <a:lnTo>
                  <a:pt x="185261" y="57826"/>
                </a:lnTo>
                <a:lnTo>
                  <a:pt x="203302" y="52045"/>
                </a:lnTo>
                <a:lnTo>
                  <a:pt x="221342" y="46263"/>
                </a:lnTo>
                <a:lnTo>
                  <a:pt x="239382" y="40472"/>
                </a:lnTo>
                <a:lnTo>
                  <a:pt x="257423" y="34690"/>
                </a:lnTo>
                <a:lnTo>
                  <a:pt x="275463" y="28908"/>
                </a:lnTo>
                <a:lnTo>
                  <a:pt x="293503" y="23127"/>
                </a:lnTo>
                <a:lnTo>
                  <a:pt x="311544" y="17345"/>
                </a:lnTo>
                <a:lnTo>
                  <a:pt x="329584" y="11563"/>
                </a:lnTo>
                <a:lnTo>
                  <a:pt x="347624" y="5782"/>
                </a:lnTo>
                <a:lnTo>
                  <a:pt x="365665" y="0"/>
                </a:lnTo>
                <a:lnTo>
                  <a:pt x="371475" y="10982"/>
                </a:lnTo>
                <a:lnTo>
                  <a:pt x="371475" y="29928"/>
                </a:lnTo>
                <a:lnTo>
                  <a:pt x="371475" y="48873"/>
                </a:lnTo>
                <a:lnTo>
                  <a:pt x="371475" y="67818"/>
                </a:lnTo>
                <a:lnTo>
                  <a:pt x="371475" y="86763"/>
                </a:lnTo>
                <a:lnTo>
                  <a:pt x="371475" y="105708"/>
                </a:lnTo>
                <a:lnTo>
                  <a:pt x="371475" y="124654"/>
                </a:lnTo>
                <a:lnTo>
                  <a:pt x="371475" y="143599"/>
                </a:lnTo>
                <a:lnTo>
                  <a:pt x="371475" y="162544"/>
                </a:lnTo>
                <a:lnTo>
                  <a:pt x="371475" y="181489"/>
                </a:lnTo>
                <a:lnTo>
                  <a:pt x="371475" y="200435"/>
                </a:lnTo>
                <a:lnTo>
                  <a:pt x="371475" y="219380"/>
                </a:lnTo>
                <a:lnTo>
                  <a:pt x="371475" y="238325"/>
                </a:lnTo>
                <a:lnTo>
                  <a:pt x="371475" y="257270"/>
                </a:lnTo>
                <a:lnTo>
                  <a:pt x="355444" y="265043"/>
                </a:lnTo>
                <a:lnTo>
                  <a:pt x="337671" y="271605"/>
                </a:lnTo>
                <a:lnTo>
                  <a:pt x="319897" y="278168"/>
                </a:lnTo>
                <a:lnTo>
                  <a:pt x="302123" y="284731"/>
                </a:lnTo>
                <a:lnTo>
                  <a:pt x="284359" y="291294"/>
                </a:lnTo>
                <a:lnTo>
                  <a:pt x="266586" y="297856"/>
                </a:lnTo>
                <a:lnTo>
                  <a:pt x="248812" y="304419"/>
                </a:lnTo>
                <a:lnTo>
                  <a:pt x="231038" y="310972"/>
                </a:lnTo>
                <a:lnTo>
                  <a:pt x="213265" y="317535"/>
                </a:lnTo>
                <a:lnTo>
                  <a:pt x="195491" y="324098"/>
                </a:lnTo>
                <a:lnTo>
                  <a:pt x="177717" y="330660"/>
                </a:lnTo>
                <a:lnTo>
                  <a:pt x="159953" y="337223"/>
                </a:lnTo>
                <a:lnTo>
                  <a:pt x="142180" y="343786"/>
                </a:lnTo>
                <a:lnTo>
                  <a:pt x="124406" y="350349"/>
                </a:lnTo>
                <a:lnTo>
                  <a:pt x="106632" y="356911"/>
                </a:lnTo>
                <a:lnTo>
                  <a:pt x="88859" y="363474"/>
                </a:lnTo>
                <a:lnTo>
                  <a:pt x="71085" y="370037"/>
                </a:lnTo>
                <a:lnTo>
                  <a:pt x="53321" y="376599"/>
                </a:lnTo>
                <a:lnTo>
                  <a:pt x="35547" y="383162"/>
                </a:lnTo>
                <a:lnTo>
                  <a:pt x="17774" y="389725"/>
                </a:lnTo>
                <a:lnTo>
                  <a:pt x="0" y="39628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834E60D-7944-480B-966C-5BF9F532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0943" y="4343400"/>
            <a:ext cx="1383821" cy="137160"/>
          </a:xfrm>
          <a:custGeom xmlns:a="http://schemas.openxmlformats.org/drawingml/2006/main">
            <a:pathLst>
              <a:path w="1383821" h="137160">
                <a:moveTo>
                  <a:pt x="0" y="137160"/>
                </a:moveTo>
                <a:lnTo>
                  <a:pt x="18983" y="137160"/>
                </a:lnTo>
                <a:lnTo>
                  <a:pt x="37967" y="137160"/>
                </a:lnTo>
                <a:lnTo>
                  <a:pt x="56960" y="137160"/>
                </a:lnTo>
                <a:lnTo>
                  <a:pt x="75943" y="137160"/>
                </a:lnTo>
                <a:lnTo>
                  <a:pt x="94926" y="137160"/>
                </a:lnTo>
                <a:lnTo>
                  <a:pt x="113909" y="137160"/>
                </a:lnTo>
                <a:lnTo>
                  <a:pt x="132893" y="137160"/>
                </a:lnTo>
                <a:lnTo>
                  <a:pt x="151886" y="137160"/>
                </a:lnTo>
                <a:lnTo>
                  <a:pt x="170869" y="137160"/>
                </a:lnTo>
                <a:lnTo>
                  <a:pt x="189852" y="137160"/>
                </a:lnTo>
                <a:lnTo>
                  <a:pt x="208836" y="137160"/>
                </a:lnTo>
                <a:lnTo>
                  <a:pt x="227828" y="137160"/>
                </a:lnTo>
                <a:lnTo>
                  <a:pt x="246812" y="137160"/>
                </a:lnTo>
                <a:lnTo>
                  <a:pt x="265795" y="137160"/>
                </a:lnTo>
                <a:lnTo>
                  <a:pt x="284778" y="137160"/>
                </a:lnTo>
                <a:lnTo>
                  <a:pt x="303762" y="137160"/>
                </a:lnTo>
                <a:lnTo>
                  <a:pt x="322755" y="137160"/>
                </a:lnTo>
                <a:lnTo>
                  <a:pt x="341738" y="137160"/>
                </a:lnTo>
                <a:lnTo>
                  <a:pt x="360721" y="137160"/>
                </a:lnTo>
                <a:lnTo>
                  <a:pt x="379705" y="137160"/>
                </a:lnTo>
                <a:lnTo>
                  <a:pt x="398688" y="137160"/>
                </a:lnTo>
                <a:lnTo>
                  <a:pt x="417681" y="137160"/>
                </a:lnTo>
                <a:lnTo>
                  <a:pt x="436664" y="137160"/>
                </a:lnTo>
                <a:lnTo>
                  <a:pt x="455647" y="137160"/>
                </a:lnTo>
                <a:lnTo>
                  <a:pt x="474631" y="137160"/>
                </a:lnTo>
                <a:lnTo>
                  <a:pt x="493624" y="137160"/>
                </a:lnTo>
                <a:lnTo>
                  <a:pt x="512607" y="137160"/>
                </a:lnTo>
                <a:lnTo>
                  <a:pt x="531590" y="137160"/>
                </a:lnTo>
                <a:lnTo>
                  <a:pt x="550574" y="137160"/>
                </a:lnTo>
                <a:lnTo>
                  <a:pt x="569557" y="137160"/>
                </a:lnTo>
                <a:lnTo>
                  <a:pt x="588550" y="137160"/>
                </a:lnTo>
                <a:lnTo>
                  <a:pt x="607533" y="137160"/>
                </a:lnTo>
                <a:lnTo>
                  <a:pt x="626516" y="137160"/>
                </a:lnTo>
                <a:lnTo>
                  <a:pt x="645500" y="137160"/>
                </a:lnTo>
                <a:lnTo>
                  <a:pt x="664483" y="137160"/>
                </a:lnTo>
                <a:lnTo>
                  <a:pt x="683476" y="137160"/>
                </a:lnTo>
                <a:lnTo>
                  <a:pt x="702459" y="137160"/>
                </a:lnTo>
                <a:lnTo>
                  <a:pt x="721443" y="137160"/>
                </a:lnTo>
                <a:lnTo>
                  <a:pt x="740426" y="137160"/>
                </a:lnTo>
                <a:lnTo>
                  <a:pt x="759409" y="137160"/>
                </a:lnTo>
                <a:lnTo>
                  <a:pt x="778402" y="137160"/>
                </a:lnTo>
                <a:lnTo>
                  <a:pt x="797385" y="137160"/>
                </a:lnTo>
                <a:lnTo>
                  <a:pt x="816369" y="137160"/>
                </a:lnTo>
                <a:lnTo>
                  <a:pt x="835352" y="137160"/>
                </a:lnTo>
                <a:lnTo>
                  <a:pt x="854345" y="137160"/>
                </a:lnTo>
                <a:lnTo>
                  <a:pt x="873328" y="137160"/>
                </a:lnTo>
                <a:lnTo>
                  <a:pt x="892312" y="137160"/>
                </a:lnTo>
                <a:lnTo>
                  <a:pt x="911295" y="137160"/>
                </a:lnTo>
                <a:lnTo>
                  <a:pt x="930278" y="137160"/>
                </a:lnTo>
                <a:lnTo>
                  <a:pt x="949271" y="137160"/>
                </a:lnTo>
                <a:lnTo>
                  <a:pt x="968254" y="137160"/>
                </a:lnTo>
                <a:lnTo>
                  <a:pt x="987238" y="137160"/>
                </a:lnTo>
                <a:lnTo>
                  <a:pt x="1006221" y="137160"/>
                </a:lnTo>
                <a:lnTo>
                  <a:pt x="1024890" y="135398"/>
                </a:lnTo>
                <a:lnTo>
                  <a:pt x="1042702" y="128826"/>
                </a:lnTo>
                <a:lnTo>
                  <a:pt x="1060514" y="122244"/>
                </a:lnTo>
                <a:lnTo>
                  <a:pt x="1078325" y="115672"/>
                </a:lnTo>
                <a:lnTo>
                  <a:pt x="1096137" y="109099"/>
                </a:lnTo>
                <a:lnTo>
                  <a:pt x="1113949" y="102518"/>
                </a:lnTo>
                <a:lnTo>
                  <a:pt x="1131751" y="95945"/>
                </a:lnTo>
                <a:lnTo>
                  <a:pt x="1149563" y="89364"/>
                </a:lnTo>
                <a:lnTo>
                  <a:pt x="1167374" y="82791"/>
                </a:lnTo>
                <a:lnTo>
                  <a:pt x="1185186" y="76219"/>
                </a:lnTo>
                <a:lnTo>
                  <a:pt x="1202998" y="69637"/>
                </a:lnTo>
                <a:lnTo>
                  <a:pt x="1220800" y="63065"/>
                </a:lnTo>
                <a:lnTo>
                  <a:pt x="1238612" y="56483"/>
                </a:lnTo>
                <a:lnTo>
                  <a:pt x="1256424" y="49911"/>
                </a:lnTo>
                <a:lnTo>
                  <a:pt x="1274235" y="43339"/>
                </a:lnTo>
                <a:lnTo>
                  <a:pt x="1292047" y="36757"/>
                </a:lnTo>
                <a:lnTo>
                  <a:pt x="1309859" y="30185"/>
                </a:lnTo>
                <a:lnTo>
                  <a:pt x="1327661" y="23603"/>
                </a:lnTo>
                <a:lnTo>
                  <a:pt x="1345473" y="17031"/>
                </a:lnTo>
                <a:lnTo>
                  <a:pt x="1363285" y="10458"/>
                </a:lnTo>
                <a:lnTo>
                  <a:pt x="1381096" y="3877"/>
                </a:lnTo>
                <a:lnTo>
                  <a:pt x="1383821" y="0"/>
                </a:lnTo>
                <a:lnTo>
                  <a:pt x="1364828" y="0"/>
                </a:lnTo>
                <a:lnTo>
                  <a:pt x="1345844" y="0"/>
                </a:lnTo>
                <a:lnTo>
                  <a:pt x="1326861" y="0"/>
                </a:lnTo>
                <a:lnTo>
                  <a:pt x="1307878" y="0"/>
                </a:lnTo>
                <a:lnTo>
                  <a:pt x="1288894" y="0"/>
                </a:lnTo>
                <a:lnTo>
                  <a:pt x="1269902" y="0"/>
                </a:lnTo>
                <a:lnTo>
                  <a:pt x="1250918" y="0"/>
                </a:lnTo>
                <a:lnTo>
                  <a:pt x="1231935" y="0"/>
                </a:lnTo>
                <a:lnTo>
                  <a:pt x="1212952" y="0"/>
                </a:lnTo>
                <a:lnTo>
                  <a:pt x="1193968" y="0"/>
                </a:lnTo>
                <a:lnTo>
                  <a:pt x="1174975" y="0"/>
                </a:lnTo>
                <a:lnTo>
                  <a:pt x="1155992" y="0"/>
                </a:lnTo>
                <a:lnTo>
                  <a:pt x="1137009" y="0"/>
                </a:lnTo>
                <a:lnTo>
                  <a:pt x="1118025" y="0"/>
                </a:lnTo>
                <a:lnTo>
                  <a:pt x="1099033" y="0"/>
                </a:lnTo>
                <a:lnTo>
                  <a:pt x="1080049" y="0"/>
                </a:lnTo>
                <a:lnTo>
                  <a:pt x="1061066" y="0"/>
                </a:lnTo>
                <a:lnTo>
                  <a:pt x="1042083" y="0"/>
                </a:lnTo>
                <a:lnTo>
                  <a:pt x="1023099" y="0"/>
                </a:lnTo>
                <a:lnTo>
                  <a:pt x="1004106" y="0"/>
                </a:lnTo>
                <a:lnTo>
                  <a:pt x="985123" y="0"/>
                </a:lnTo>
                <a:lnTo>
                  <a:pt x="966140" y="0"/>
                </a:lnTo>
                <a:lnTo>
                  <a:pt x="947156" y="0"/>
                </a:lnTo>
                <a:lnTo>
                  <a:pt x="928173" y="0"/>
                </a:lnTo>
                <a:lnTo>
                  <a:pt x="909180" y="0"/>
                </a:lnTo>
                <a:lnTo>
                  <a:pt x="890197" y="0"/>
                </a:lnTo>
                <a:lnTo>
                  <a:pt x="871214" y="0"/>
                </a:lnTo>
                <a:lnTo>
                  <a:pt x="852230" y="0"/>
                </a:lnTo>
                <a:lnTo>
                  <a:pt x="833247" y="0"/>
                </a:lnTo>
                <a:lnTo>
                  <a:pt x="814254" y="0"/>
                </a:lnTo>
                <a:lnTo>
                  <a:pt x="795271" y="0"/>
                </a:lnTo>
                <a:lnTo>
                  <a:pt x="776288" y="0"/>
                </a:lnTo>
                <a:lnTo>
                  <a:pt x="757304" y="0"/>
                </a:lnTo>
                <a:lnTo>
                  <a:pt x="738311" y="0"/>
                </a:lnTo>
                <a:lnTo>
                  <a:pt x="719328" y="0"/>
                </a:lnTo>
                <a:lnTo>
                  <a:pt x="700345" y="0"/>
                </a:lnTo>
                <a:lnTo>
                  <a:pt x="681361" y="0"/>
                </a:lnTo>
                <a:lnTo>
                  <a:pt x="662378" y="0"/>
                </a:lnTo>
                <a:lnTo>
                  <a:pt x="643385" y="0"/>
                </a:lnTo>
                <a:lnTo>
                  <a:pt x="624402" y="0"/>
                </a:lnTo>
                <a:lnTo>
                  <a:pt x="605419" y="0"/>
                </a:lnTo>
                <a:lnTo>
                  <a:pt x="586435" y="0"/>
                </a:lnTo>
                <a:lnTo>
                  <a:pt x="567452" y="0"/>
                </a:lnTo>
                <a:lnTo>
                  <a:pt x="548459" y="0"/>
                </a:lnTo>
                <a:lnTo>
                  <a:pt x="529476" y="0"/>
                </a:lnTo>
                <a:lnTo>
                  <a:pt x="510492" y="0"/>
                </a:lnTo>
                <a:lnTo>
                  <a:pt x="491509" y="0"/>
                </a:lnTo>
                <a:lnTo>
                  <a:pt x="472516" y="0"/>
                </a:lnTo>
                <a:lnTo>
                  <a:pt x="453533" y="0"/>
                </a:lnTo>
                <a:lnTo>
                  <a:pt x="434588" y="219"/>
                </a:lnTo>
                <a:lnTo>
                  <a:pt x="416481" y="5925"/>
                </a:lnTo>
                <a:lnTo>
                  <a:pt x="398374" y="11630"/>
                </a:lnTo>
                <a:lnTo>
                  <a:pt x="380257" y="17336"/>
                </a:lnTo>
                <a:lnTo>
                  <a:pt x="362150" y="23051"/>
                </a:lnTo>
                <a:lnTo>
                  <a:pt x="344043" y="28756"/>
                </a:lnTo>
                <a:lnTo>
                  <a:pt x="325936" y="34461"/>
                </a:lnTo>
                <a:lnTo>
                  <a:pt x="307829" y="40167"/>
                </a:lnTo>
                <a:lnTo>
                  <a:pt x="289722" y="45872"/>
                </a:lnTo>
                <a:lnTo>
                  <a:pt x="271615" y="51578"/>
                </a:lnTo>
                <a:lnTo>
                  <a:pt x="253508" y="57283"/>
                </a:lnTo>
                <a:lnTo>
                  <a:pt x="235401" y="62989"/>
                </a:lnTo>
                <a:lnTo>
                  <a:pt x="217294" y="68694"/>
                </a:lnTo>
                <a:lnTo>
                  <a:pt x="199187" y="74400"/>
                </a:lnTo>
                <a:lnTo>
                  <a:pt x="181080" y="80105"/>
                </a:lnTo>
                <a:lnTo>
                  <a:pt x="162973" y="85811"/>
                </a:lnTo>
                <a:lnTo>
                  <a:pt x="144866" y="91516"/>
                </a:lnTo>
                <a:lnTo>
                  <a:pt x="126749" y="97222"/>
                </a:lnTo>
                <a:lnTo>
                  <a:pt x="108642" y="102927"/>
                </a:lnTo>
                <a:lnTo>
                  <a:pt x="90535" y="108633"/>
                </a:lnTo>
                <a:lnTo>
                  <a:pt x="72428" y="114338"/>
                </a:lnTo>
                <a:lnTo>
                  <a:pt x="54321" y="120044"/>
                </a:lnTo>
                <a:lnTo>
                  <a:pt x="36214" y="125749"/>
                </a:lnTo>
                <a:lnTo>
                  <a:pt x="18107" y="131455"/>
                </a:lnTo>
                <a:lnTo>
                  <a:pt x="0" y="13716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767D7A3-D7C9-4C08-85E5-638C45E8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1905" y="4343400"/>
            <a:ext cx="1235393" cy="137160"/>
          </a:xfrm>
          <a:custGeom xmlns:a="http://schemas.openxmlformats.org/drawingml/2006/main">
            <a:pathLst>
              <a:path w="1235393" h="137160">
                <a:moveTo>
                  <a:pt x="0" y="137160"/>
                </a:moveTo>
                <a:lnTo>
                  <a:pt x="18802" y="137160"/>
                </a:lnTo>
                <a:lnTo>
                  <a:pt x="37605" y="137160"/>
                </a:lnTo>
                <a:lnTo>
                  <a:pt x="56398" y="137160"/>
                </a:lnTo>
                <a:lnTo>
                  <a:pt x="75200" y="137160"/>
                </a:lnTo>
                <a:lnTo>
                  <a:pt x="94002" y="137160"/>
                </a:lnTo>
                <a:lnTo>
                  <a:pt x="112805" y="137160"/>
                </a:lnTo>
                <a:lnTo>
                  <a:pt x="131597" y="137160"/>
                </a:lnTo>
                <a:lnTo>
                  <a:pt x="150400" y="137160"/>
                </a:lnTo>
                <a:lnTo>
                  <a:pt x="169202" y="137160"/>
                </a:lnTo>
                <a:lnTo>
                  <a:pt x="188004" y="137160"/>
                </a:lnTo>
                <a:lnTo>
                  <a:pt x="206807" y="137160"/>
                </a:lnTo>
                <a:lnTo>
                  <a:pt x="225600" y="137160"/>
                </a:lnTo>
                <a:lnTo>
                  <a:pt x="244402" y="137160"/>
                </a:lnTo>
                <a:lnTo>
                  <a:pt x="263204" y="137160"/>
                </a:lnTo>
                <a:lnTo>
                  <a:pt x="282007" y="137160"/>
                </a:lnTo>
                <a:lnTo>
                  <a:pt x="300800" y="137160"/>
                </a:lnTo>
                <a:lnTo>
                  <a:pt x="319602" y="137160"/>
                </a:lnTo>
                <a:lnTo>
                  <a:pt x="338404" y="137160"/>
                </a:lnTo>
                <a:lnTo>
                  <a:pt x="357207" y="137160"/>
                </a:lnTo>
                <a:lnTo>
                  <a:pt x="376009" y="137160"/>
                </a:lnTo>
                <a:lnTo>
                  <a:pt x="394802" y="137160"/>
                </a:lnTo>
                <a:lnTo>
                  <a:pt x="413604" y="137160"/>
                </a:lnTo>
                <a:lnTo>
                  <a:pt x="432406" y="137160"/>
                </a:lnTo>
                <a:lnTo>
                  <a:pt x="451209" y="137160"/>
                </a:lnTo>
                <a:lnTo>
                  <a:pt x="470002" y="137160"/>
                </a:lnTo>
                <a:lnTo>
                  <a:pt x="488804" y="137160"/>
                </a:lnTo>
                <a:lnTo>
                  <a:pt x="507606" y="137160"/>
                </a:lnTo>
                <a:lnTo>
                  <a:pt x="526409" y="137160"/>
                </a:lnTo>
                <a:lnTo>
                  <a:pt x="545201" y="137160"/>
                </a:lnTo>
                <a:lnTo>
                  <a:pt x="564004" y="137160"/>
                </a:lnTo>
                <a:lnTo>
                  <a:pt x="582806" y="137160"/>
                </a:lnTo>
                <a:lnTo>
                  <a:pt x="601609" y="137160"/>
                </a:lnTo>
                <a:lnTo>
                  <a:pt x="620411" y="137160"/>
                </a:lnTo>
                <a:lnTo>
                  <a:pt x="639204" y="137160"/>
                </a:lnTo>
                <a:lnTo>
                  <a:pt x="658006" y="137160"/>
                </a:lnTo>
                <a:lnTo>
                  <a:pt x="676808" y="137160"/>
                </a:lnTo>
                <a:lnTo>
                  <a:pt x="695611" y="137160"/>
                </a:lnTo>
                <a:lnTo>
                  <a:pt x="714404" y="137160"/>
                </a:lnTo>
                <a:lnTo>
                  <a:pt x="733206" y="137160"/>
                </a:lnTo>
                <a:lnTo>
                  <a:pt x="752008" y="137160"/>
                </a:lnTo>
                <a:lnTo>
                  <a:pt x="770811" y="137160"/>
                </a:lnTo>
                <a:lnTo>
                  <a:pt x="789613" y="137160"/>
                </a:lnTo>
                <a:lnTo>
                  <a:pt x="808406" y="137160"/>
                </a:lnTo>
                <a:lnTo>
                  <a:pt x="827208" y="137160"/>
                </a:lnTo>
                <a:lnTo>
                  <a:pt x="846010" y="137160"/>
                </a:lnTo>
                <a:lnTo>
                  <a:pt x="864470" y="135226"/>
                </a:lnTo>
                <a:lnTo>
                  <a:pt x="882129" y="128788"/>
                </a:lnTo>
                <a:lnTo>
                  <a:pt x="899798" y="122349"/>
                </a:lnTo>
                <a:lnTo>
                  <a:pt x="917458" y="115910"/>
                </a:lnTo>
                <a:lnTo>
                  <a:pt x="935117" y="109471"/>
                </a:lnTo>
                <a:lnTo>
                  <a:pt x="952786" y="103022"/>
                </a:lnTo>
                <a:lnTo>
                  <a:pt x="970445" y="96584"/>
                </a:lnTo>
                <a:lnTo>
                  <a:pt x="988114" y="90145"/>
                </a:lnTo>
                <a:lnTo>
                  <a:pt x="1005773" y="83706"/>
                </a:lnTo>
                <a:lnTo>
                  <a:pt x="1023433" y="77267"/>
                </a:lnTo>
                <a:lnTo>
                  <a:pt x="1041102" y="70828"/>
                </a:lnTo>
                <a:lnTo>
                  <a:pt x="1058761" y="64389"/>
                </a:lnTo>
                <a:lnTo>
                  <a:pt x="1076420" y="57950"/>
                </a:lnTo>
                <a:lnTo>
                  <a:pt x="1094089" y="51511"/>
                </a:lnTo>
                <a:lnTo>
                  <a:pt x="1111748" y="45072"/>
                </a:lnTo>
                <a:lnTo>
                  <a:pt x="1129417" y="38633"/>
                </a:lnTo>
                <a:lnTo>
                  <a:pt x="1147077" y="32195"/>
                </a:lnTo>
                <a:lnTo>
                  <a:pt x="1164736" y="25756"/>
                </a:lnTo>
                <a:lnTo>
                  <a:pt x="1182405" y="19317"/>
                </a:lnTo>
                <a:lnTo>
                  <a:pt x="1200064" y="12878"/>
                </a:lnTo>
                <a:lnTo>
                  <a:pt x="1217733" y="6439"/>
                </a:lnTo>
                <a:lnTo>
                  <a:pt x="12353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E035BAA-C705-4575-A4FB-BBB01C2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483" y="4343400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529958E-E68B-4E9F-B641-CDB3DE74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198" y="3824611"/>
            <a:ext cx="308610" cy="376866"/>
          </a:xfrm>
          <a:custGeom xmlns:a="http://schemas.openxmlformats.org/drawingml/2006/main">
            <a:pathLst>
              <a:path w="308610" h="376866">
                <a:moveTo>
                  <a:pt x="0" y="376866"/>
                </a:moveTo>
                <a:lnTo>
                  <a:pt x="0" y="357873"/>
                </a:lnTo>
                <a:lnTo>
                  <a:pt x="0" y="338890"/>
                </a:lnTo>
                <a:lnTo>
                  <a:pt x="0" y="319907"/>
                </a:lnTo>
                <a:lnTo>
                  <a:pt x="0" y="300914"/>
                </a:lnTo>
                <a:lnTo>
                  <a:pt x="0" y="281930"/>
                </a:lnTo>
                <a:lnTo>
                  <a:pt x="0" y="262947"/>
                </a:lnTo>
                <a:lnTo>
                  <a:pt x="0" y="243954"/>
                </a:lnTo>
                <a:lnTo>
                  <a:pt x="0" y="224971"/>
                </a:lnTo>
                <a:lnTo>
                  <a:pt x="0" y="205988"/>
                </a:lnTo>
                <a:lnTo>
                  <a:pt x="0" y="186995"/>
                </a:lnTo>
                <a:lnTo>
                  <a:pt x="0" y="168011"/>
                </a:lnTo>
                <a:lnTo>
                  <a:pt x="0" y="149028"/>
                </a:lnTo>
                <a:lnTo>
                  <a:pt x="0" y="130035"/>
                </a:lnTo>
                <a:lnTo>
                  <a:pt x="0" y="111052"/>
                </a:lnTo>
                <a:lnTo>
                  <a:pt x="6325" y="96622"/>
                </a:lnTo>
                <a:lnTo>
                  <a:pt x="24336" y="90621"/>
                </a:lnTo>
                <a:lnTo>
                  <a:pt x="42348" y="84620"/>
                </a:lnTo>
                <a:lnTo>
                  <a:pt x="60360" y="78610"/>
                </a:lnTo>
                <a:lnTo>
                  <a:pt x="78372" y="72609"/>
                </a:lnTo>
                <a:lnTo>
                  <a:pt x="96383" y="66608"/>
                </a:lnTo>
                <a:lnTo>
                  <a:pt x="114395" y="60598"/>
                </a:lnTo>
                <a:lnTo>
                  <a:pt x="132407" y="54597"/>
                </a:lnTo>
                <a:lnTo>
                  <a:pt x="150419" y="48597"/>
                </a:lnTo>
                <a:lnTo>
                  <a:pt x="168440" y="42586"/>
                </a:lnTo>
                <a:lnTo>
                  <a:pt x="186452" y="36586"/>
                </a:lnTo>
                <a:lnTo>
                  <a:pt x="204464" y="30585"/>
                </a:lnTo>
                <a:lnTo>
                  <a:pt x="222475" y="24575"/>
                </a:lnTo>
                <a:lnTo>
                  <a:pt x="240487" y="18574"/>
                </a:lnTo>
                <a:lnTo>
                  <a:pt x="258499" y="12573"/>
                </a:lnTo>
                <a:lnTo>
                  <a:pt x="276511" y="6563"/>
                </a:lnTo>
                <a:lnTo>
                  <a:pt x="294523" y="562"/>
                </a:lnTo>
                <a:lnTo>
                  <a:pt x="308610" y="0"/>
                </a:lnTo>
                <a:lnTo>
                  <a:pt x="308610" y="18983"/>
                </a:lnTo>
                <a:lnTo>
                  <a:pt x="308610" y="37976"/>
                </a:lnTo>
                <a:lnTo>
                  <a:pt x="308610" y="56960"/>
                </a:lnTo>
                <a:lnTo>
                  <a:pt x="308610" y="75943"/>
                </a:lnTo>
                <a:lnTo>
                  <a:pt x="308610" y="94936"/>
                </a:lnTo>
                <a:lnTo>
                  <a:pt x="308610" y="113919"/>
                </a:lnTo>
                <a:lnTo>
                  <a:pt x="308610" y="132902"/>
                </a:lnTo>
                <a:lnTo>
                  <a:pt x="308610" y="151895"/>
                </a:lnTo>
                <a:lnTo>
                  <a:pt x="308610" y="170879"/>
                </a:lnTo>
                <a:lnTo>
                  <a:pt x="308610" y="189862"/>
                </a:lnTo>
                <a:lnTo>
                  <a:pt x="308610" y="208855"/>
                </a:lnTo>
                <a:lnTo>
                  <a:pt x="308610" y="227838"/>
                </a:lnTo>
                <a:lnTo>
                  <a:pt x="308610" y="246821"/>
                </a:lnTo>
                <a:lnTo>
                  <a:pt x="301133" y="260680"/>
                </a:lnTo>
                <a:lnTo>
                  <a:pt x="283426" y="267519"/>
                </a:lnTo>
                <a:lnTo>
                  <a:pt x="265709" y="274349"/>
                </a:lnTo>
                <a:lnTo>
                  <a:pt x="247993" y="281188"/>
                </a:lnTo>
                <a:lnTo>
                  <a:pt x="230286" y="288017"/>
                </a:lnTo>
                <a:lnTo>
                  <a:pt x="212569" y="294856"/>
                </a:lnTo>
                <a:lnTo>
                  <a:pt x="194853" y="301685"/>
                </a:lnTo>
                <a:lnTo>
                  <a:pt x="177136" y="308524"/>
                </a:lnTo>
                <a:lnTo>
                  <a:pt x="159429" y="315354"/>
                </a:lnTo>
                <a:lnTo>
                  <a:pt x="141713" y="322193"/>
                </a:lnTo>
                <a:lnTo>
                  <a:pt x="123996" y="329022"/>
                </a:lnTo>
                <a:lnTo>
                  <a:pt x="106280" y="335861"/>
                </a:lnTo>
                <a:lnTo>
                  <a:pt x="88573" y="342690"/>
                </a:lnTo>
                <a:lnTo>
                  <a:pt x="70856" y="349529"/>
                </a:lnTo>
                <a:lnTo>
                  <a:pt x="53140" y="356359"/>
                </a:lnTo>
                <a:lnTo>
                  <a:pt x="35423" y="363198"/>
                </a:lnTo>
                <a:lnTo>
                  <a:pt x="17717" y="370027"/>
                </a:lnTo>
                <a:lnTo>
                  <a:pt x="0" y="37686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E57467A-8404-471F-A402-27EA90AF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1070" y="4082415"/>
            <a:ext cx="1327080" cy="119063"/>
          </a:xfrm>
          <a:custGeom xmlns:a="http://schemas.openxmlformats.org/drawingml/2006/main">
            <a:pathLst>
              <a:path w="1327080" h="119063">
                <a:moveTo>
                  <a:pt x="0" y="119063"/>
                </a:moveTo>
                <a:lnTo>
                  <a:pt x="19002" y="119063"/>
                </a:lnTo>
                <a:lnTo>
                  <a:pt x="38005" y="119063"/>
                </a:lnTo>
                <a:lnTo>
                  <a:pt x="57007" y="119063"/>
                </a:lnTo>
                <a:lnTo>
                  <a:pt x="76010" y="119063"/>
                </a:lnTo>
                <a:lnTo>
                  <a:pt x="95012" y="119063"/>
                </a:lnTo>
                <a:lnTo>
                  <a:pt x="114014" y="119063"/>
                </a:lnTo>
                <a:lnTo>
                  <a:pt x="133017" y="119063"/>
                </a:lnTo>
                <a:lnTo>
                  <a:pt x="152019" y="119063"/>
                </a:lnTo>
                <a:lnTo>
                  <a:pt x="171012" y="119063"/>
                </a:lnTo>
                <a:lnTo>
                  <a:pt x="190014" y="119063"/>
                </a:lnTo>
                <a:lnTo>
                  <a:pt x="209017" y="119063"/>
                </a:lnTo>
                <a:lnTo>
                  <a:pt x="228019" y="119063"/>
                </a:lnTo>
                <a:lnTo>
                  <a:pt x="247021" y="119063"/>
                </a:lnTo>
                <a:lnTo>
                  <a:pt x="266024" y="119063"/>
                </a:lnTo>
                <a:lnTo>
                  <a:pt x="285026" y="119063"/>
                </a:lnTo>
                <a:lnTo>
                  <a:pt x="304028" y="119063"/>
                </a:lnTo>
                <a:lnTo>
                  <a:pt x="323031" y="119063"/>
                </a:lnTo>
                <a:lnTo>
                  <a:pt x="342033" y="119063"/>
                </a:lnTo>
                <a:lnTo>
                  <a:pt x="361036" y="119063"/>
                </a:lnTo>
                <a:lnTo>
                  <a:pt x="380038" y="119063"/>
                </a:lnTo>
                <a:lnTo>
                  <a:pt x="399040" y="119063"/>
                </a:lnTo>
                <a:lnTo>
                  <a:pt x="418043" y="119063"/>
                </a:lnTo>
                <a:lnTo>
                  <a:pt x="437045" y="119063"/>
                </a:lnTo>
                <a:lnTo>
                  <a:pt x="456047" y="119063"/>
                </a:lnTo>
                <a:lnTo>
                  <a:pt x="475050" y="119063"/>
                </a:lnTo>
                <a:lnTo>
                  <a:pt x="494052" y="119063"/>
                </a:lnTo>
                <a:lnTo>
                  <a:pt x="513045" y="119063"/>
                </a:lnTo>
                <a:lnTo>
                  <a:pt x="532047" y="119063"/>
                </a:lnTo>
                <a:lnTo>
                  <a:pt x="551050" y="119063"/>
                </a:lnTo>
                <a:lnTo>
                  <a:pt x="570052" y="119063"/>
                </a:lnTo>
                <a:lnTo>
                  <a:pt x="589055" y="119063"/>
                </a:lnTo>
                <a:lnTo>
                  <a:pt x="608057" y="119063"/>
                </a:lnTo>
                <a:lnTo>
                  <a:pt x="627059" y="119063"/>
                </a:lnTo>
                <a:lnTo>
                  <a:pt x="646062" y="119063"/>
                </a:lnTo>
                <a:lnTo>
                  <a:pt x="665064" y="119063"/>
                </a:lnTo>
                <a:lnTo>
                  <a:pt x="684066" y="119063"/>
                </a:lnTo>
                <a:lnTo>
                  <a:pt x="703069" y="119063"/>
                </a:lnTo>
                <a:lnTo>
                  <a:pt x="722071" y="119063"/>
                </a:lnTo>
                <a:lnTo>
                  <a:pt x="741074" y="119063"/>
                </a:lnTo>
                <a:lnTo>
                  <a:pt x="760076" y="119063"/>
                </a:lnTo>
                <a:lnTo>
                  <a:pt x="779078" y="119063"/>
                </a:lnTo>
                <a:lnTo>
                  <a:pt x="798081" y="119063"/>
                </a:lnTo>
                <a:lnTo>
                  <a:pt x="817083" y="119063"/>
                </a:lnTo>
                <a:lnTo>
                  <a:pt x="836076" y="119063"/>
                </a:lnTo>
                <a:lnTo>
                  <a:pt x="855078" y="119063"/>
                </a:lnTo>
                <a:lnTo>
                  <a:pt x="874081" y="119063"/>
                </a:lnTo>
                <a:lnTo>
                  <a:pt x="893083" y="119063"/>
                </a:lnTo>
                <a:lnTo>
                  <a:pt x="912085" y="119063"/>
                </a:lnTo>
                <a:lnTo>
                  <a:pt x="931088" y="119063"/>
                </a:lnTo>
                <a:lnTo>
                  <a:pt x="950090" y="119063"/>
                </a:lnTo>
                <a:lnTo>
                  <a:pt x="969093" y="119063"/>
                </a:lnTo>
                <a:lnTo>
                  <a:pt x="988095" y="119063"/>
                </a:lnTo>
                <a:lnTo>
                  <a:pt x="1007097" y="119063"/>
                </a:lnTo>
                <a:lnTo>
                  <a:pt x="1025700" y="116910"/>
                </a:lnTo>
                <a:lnTo>
                  <a:pt x="1043426" y="110071"/>
                </a:lnTo>
                <a:lnTo>
                  <a:pt x="1061152" y="103232"/>
                </a:lnTo>
                <a:lnTo>
                  <a:pt x="1078887" y="96393"/>
                </a:lnTo>
                <a:lnTo>
                  <a:pt x="1096613" y="89554"/>
                </a:lnTo>
                <a:lnTo>
                  <a:pt x="1114339" y="82715"/>
                </a:lnTo>
                <a:lnTo>
                  <a:pt x="1132065" y="75876"/>
                </a:lnTo>
                <a:lnTo>
                  <a:pt x="1149801" y="69037"/>
                </a:lnTo>
                <a:lnTo>
                  <a:pt x="1167527" y="62198"/>
                </a:lnTo>
                <a:lnTo>
                  <a:pt x="1185253" y="55359"/>
                </a:lnTo>
                <a:lnTo>
                  <a:pt x="1202979" y="48520"/>
                </a:lnTo>
                <a:lnTo>
                  <a:pt x="1220705" y="41681"/>
                </a:lnTo>
                <a:lnTo>
                  <a:pt x="1238441" y="34842"/>
                </a:lnTo>
                <a:lnTo>
                  <a:pt x="1256167" y="27994"/>
                </a:lnTo>
                <a:lnTo>
                  <a:pt x="1273893" y="21155"/>
                </a:lnTo>
                <a:lnTo>
                  <a:pt x="1291619" y="14316"/>
                </a:lnTo>
                <a:lnTo>
                  <a:pt x="1309354" y="7477"/>
                </a:lnTo>
                <a:lnTo>
                  <a:pt x="1327080" y="638"/>
                </a:lnTo>
                <a:lnTo>
                  <a:pt x="1311516" y="0"/>
                </a:lnTo>
                <a:lnTo>
                  <a:pt x="1292514" y="0"/>
                </a:lnTo>
                <a:lnTo>
                  <a:pt x="1273512" y="0"/>
                </a:lnTo>
                <a:lnTo>
                  <a:pt x="1254509" y="0"/>
                </a:lnTo>
                <a:lnTo>
                  <a:pt x="1235507" y="0"/>
                </a:lnTo>
                <a:lnTo>
                  <a:pt x="1216504" y="0"/>
                </a:lnTo>
                <a:lnTo>
                  <a:pt x="1197502" y="0"/>
                </a:lnTo>
                <a:lnTo>
                  <a:pt x="1178500" y="0"/>
                </a:lnTo>
                <a:lnTo>
                  <a:pt x="1159497" y="0"/>
                </a:lnTo>
                <a:lnTo>
                  <a:pt x="1140495" y="0"/>
                </a:lnTo>
                <a:lnTo>
                  <a:pt x="1121493" y="0"/>
                </a:lnTo>
                <a:lnTo>
                  <a:pt x="1102490" y="0"/>
                </a:lnTo>
                <a:lnTo>
                  <a:pt x="1083488" y="0"/>
                </a:lnTo>
                <a:lnTo>
                  <a:pt x="1064495" y="0"/>
                </a:lnTo>
                <a:lnTo>
                  <a:pt x="1045493" y="0"/>
                </a:lnTo>
                <a:lnTo>
                  <a:pt x="1026490" y="0"/>
                </a:lnTo>
                <a:lnTo>
                  <a:pt x="1007488" y="0"/>
                </a:lnTo>
                <a:lnTo>
                  <a:pt x="988485" y="0"/>
                </a:lnTo>
                <a:lnTo>
                  <a:pt x="969483" y="0"/>
                </a:lnTo>
                <a:lnTo>
                  <a:pt x="950481" y="0"/>
                </a:lnTo>
                <a:lnTo>
                  <a:pt x="931478" y="0"/>
                </a:lnTo>
                <a:lnTo>
                  <a:pt x="912476" y="0"/>
                </a:lnTo>
                <a:lnTo>
                  <a:pt x="893474" y="0"/>
                </a:lnTo>
                <a:lnTo>
                  <a:pt x="874471" y="0"/>
                </a:lnTo>
                <a:lnTo>
                  <a:pt x="855469" y="0"/>
                </a:lnTo>
                <a:lnTo>
                  <a:pt x="836466" y="0"/>
                </a:lnTo>
                <a:lnTo>
                  <a:pt x="817464" y="0"/>
                </a:lnTo>
                <a:lnTo>
                  <a:pt x="798462" y="0"/>
                </a:lnTo>
                <a:lnTo>
                  <a:pt x="779459" y="0"/>
                </a:lnTo>
                <a:lnTo>
                  <a:pt x="760457" y="0"/>
                </a:lnTo>
                <a:lnTo>
                  <a:pt x="741455" y="0"/>
                </a:lnTo>
                <a:lnTo>
                  <a:pt x="722462" y="0"/>
                </a:lnTo>
                <a:lnTo>
                  <a:pt x="703459" y="0"/>
                </a:lnTo>
                <a:lnTo>
                  <a:pt x="684457" y="0"/>
                </a:lnTo>
                <a:lnTo>
                  <a:pt x="665455" y="0"/>
                </a:lnTo>
                <a:lnTo>
                  <a:pt x="646452" y="0"/>
                </a:lnTo>
                <a:lnTo>
                  <a:pt x="627450" y="0"/>
                </a:lnTo>
                <a:lnTo>
                  <a:pt x="608447" y="0"/>
                </a:lnTo>
                <a:lnTo>
                  <a:pt x="589445" y="0"/>
                </a:lnTo>
                <a:lnTo>
                  <a:pt x="570443" y="0"/>
                </a:lnTo>
                <a:lnTo>
                  <a:pt x="551440" y="0"/>
                </a:lnTo>
                <a:lnTo>
                  <a:pt x="532438" y="0"/>
                </a:lnTo>
                <a:lnTo>
                  <a:pt x="513436" y="0"/>
                </a:lnTo>
                <a:lnTo>
                  <a:pt x="494433" y="0"/>
                </a:lnTo>
                <a:lnTo>
                  <a:pt x="475431" y="0"/>
                </a:lnTo>
                <a:lnTo>
                  <a:pt x="456428" y="0"/>
                </a:lnTo>
                <a:lnTo>
                  <a:pt x="437426" y="0"/>
                </a:lnTo>
                <a:lnTo>
                  <a:pt x="418424" y="0"/>
                </a:lnTo>
                <a:lnTo>
                  <a:pt x="399431" y="0"/>
                </a:lnTo>
                <a:lnTo>
                  <a:pt x="380429" y="0"/>
                </a:lnTo>
                <a:lnTo>
                  <a:pt x="361902" y="3067"/>
                </a:lnTo>
                <a:lnTo>
                  <a:pt x="343805" y="8868"/>
                </a:lnTo>
                <a:lnTo>
                  <a:pt x="325707" y="14669"/>
                </a:lnTo>
                <a:lnTo>
                  <a:pt x="307619" y="20469"/>
                </a:lnTo>
                <a:lnTo>
                  <a:pt x="289522" y="26270"/>
                </a:lnTo>
                <a:lnTo>
                  <a:pt x="271424" y="32071"/>
                </a:lnTo>
                <a:lnTo>
                  <a:pt x="253327" y="37862"/>
                </a:lnTo>
                <a:lnTo>
                  <a:pt x="235239" y="43663"/>
                </a:lnTo>
                <a:lnTo>
                  <a:pt x="217141" y="49463"/>
                </a:lnTo>
                <a:lnTo>
                  <a:pt x="199044" y="55264"/>
                </a:lnTo>
                <a:lnTo>
                  <a:pt x="180946" y="61065"/>
                </a:lnTo>
                <a:lnTo>
                  <a:pt x="162858" y="66866"/>
                </a:lnTo>
                <a:lnTo>
                  <a:pt x="144761" y="72666"/>
                </a:lnTo>
                <a:lnTo>
                  <a:pt x="126663" y="78467"/>
                </a:lnTo>
                <a:lnTo>
                  <a:pt x="108566" y="84268"/>
                </a:lnTo>
                <a:lnTo>
                  <a:pt x="90478" y="90068"/>
                </a:lnTo>
                <a:lnTo>
                  <a:pt x="72380" y="95860"/>
                </a:lnTo>
                <a:lnTo>
                  <a:pt x="54283" y="101660"/>
                </a:lnTo>
                <a:lnTo>
                  <a:pt x="36185" y="107461"/>
                </a:lnTo>
                <a:lnTo>
                  <a:pt x="18098" y="113262"/>
                </a:lnTo>
                <a:lnTo>
                  <a:pt x="0" y="11906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E0F90A4B-63D1-41BF-B596-8FCBFF65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033" y="4082415"/>
            <a:ext cx="1171575" cy="119063"/>
          </a:xfrm>
          <a:custGeom xmlns:a="http://schemas.openxmlformats.org/drawingml/2006/main">
            <a:pathLst>
              <a:path w="1171575" h="119063">
                <a:moveTo>
                  <a:pt x="0" y="119063"/>
                </a:moveTo>
                <a:lnTo>
                  <a:pt x="18945" y="119063"/>
                </a:lnTo>
                <a:lnTo>
                  <a:pt x="37890" y="119063"/>
                </a:lnTo>
                <a:lnTo>
                  <a:pt x="56836" y="119063"/>
                </a:lnTo>
                <a:lnTo>
                  <a:pt x="75781" y="119063"/>
                </a:lnTo>
                <a:lnTo>
                  <a:pt x="94726" y="119063"/>
                </a:lnTo>
                <a:lnTo>
                  <a:pt x="113662" y="119063"/>
                </a:lnTo>
                <a:lnTo>
                  <a:pt x="132607" y="119063"/>
                </a:lnTo>
                <a:lnTo>
                  <a:pt x="151552" y="119063"/>
                </a:lnTo>
                <a:lnTo>
                  <a:pt x="170498" y="119063"/>
                </a:lnTo>
                <a:lnTo>
                  <a:pt x="189443" y="119063"/>
                </a:lnTo>
                <a:lnTo>
                  <a:pt x="208388" y="119063"/>
                </a:lnTo>
                <a:lnTo>
                  <a:pt x="227333" y="119063"/>
                </a:lnTo>
                <a:lnTo>
                  <a:pt x="246278" y="119063"/>
                </a:lnTo>
                <a:lnTo>
                  <a:pt x="265224" y="119063"/>
                </a:lnTo>
                <a:lnTo>
                  <a:pt x="284169" y="119063"/>
                </a:lnTo>
                <a:lnTo>
                  <a:pt x="303114" y="119063"/>
                </a:lnTo>
                <a:lnTo>
                  <a:pt x="322050" y="119063"/>
                </a:lnTo>
                <a:lnTo>
                  <a:pt x="340995" y="119063"/>
                </a:lnTo>
                <a:lnTo>
                  <a:pt x="359940" y="119063"/>
                </a:lnTo>
                <a:lnTo>
                  <a:pt x="378885" y="119063"/>
                </a:lnTo>
                <a:lnTo>
                  <a:pt x="397831" y="119063"/>
                </a:lnTo>
                <a:lnTo>
                  <a:pt x="416776" y="119063"/>
                </a:lnTo>
                <a:lnTo>
                  <a:pt x="435721" y="119063"/>
                </a:lnTo>
                <a:lnTo>
                  <a:pt x="454666" y="119063"/>
                </a:lnTo>
                <a:lnTo>
                  <a:pt x="473612" y="119063"/>
                </a:lnTo>
                <a:lnTo>
                  <a:pt x="492557" y="119063"/>
                </a:lnTo>
                <a:lnTo>
                  <a:pt x="511502" y="119063"/>
                </a:lnTo>
                <a:lnTo>
                  <a:pt x="530438" y="119063"/>
                </a:lnTo>
                <a:lnTo>
                  <a:pt x="549383" y="119063"/>
                </a:lnTo>
                <a:lnTo>
                  <a:pt x="568328" y="119063"/>
                </a:lnTo>
                <a:lnTo>
                  <a:pt x="587273" y="119063"/>
                </a:lnTo>
                <a:lnTo>
                  <a:pt x="606219" y="119063"/>
                </a:lnTo>
                <a:lnTo>
                  <a:pt x="625164" y="119063"/>
                </a:lnTo>
                <a:lnTo>
                  <a:pt x="644109" y="119063"/>
                </a:lnTo>
                <a:lnTo>
                  <a:pt x="663054" y="119063"/>
                </a:lnTo>
                <a:lnTo>
                  <a:pt x="682000" y="119063"/>
                </a:lnTo>
                <a:lnTo>
                  <a:pt x="700945" y="119063"/>
                </a:lnTo>
                <a:lnTo>
                  <a:pt x="719880" y="119063"/>
                </a:lnTo>
                <a:lnTo>
                  <a:pt x="738826" y="119063"/>
                </a:lnTo>
                <a:lnTo>
                  <a:pt x="757771" y="119063"/>
                </a:lnTo>
                <a:lnTo>
                  <a:pt x="776716" y="119063"/>
                </a:lnTo>
                <a:lnTo>
                  <a:pt x="795661" y="119063"/>
                </a:lnTo>
                <a:lnTo>
                  <a:pt x="814607" y="119063"/>
                </a:lnTo>
                <a:lnTo>
                  <a:pt x="833552" y="119063"/>
                </a:lnTo>
                <a:lnTo>
                  <a:pt x="852497" y="119063"/>
                </a:lnTo>
                <a:lnTo>
                  <a:pt x="870633" y="114691"/>
                </a:lnTo>
                <a:lnTo>
                  <a:pt x="888340" y="107937"/>
                </a:lnTo>
                <a:lnTo>
                  <a:pt x="906037" y="101194"/>
                </a:lnTo>
                <a:lnTo>
                  <a:pt x="923744" y="94450"/>
                </a:lnTo>
                <a:lnTo>
                  <a:pt x="941441" y="87706"/>
                </a:lnTo>
                <a:lnTo>
                  <a:pt x="959148" y="80953"/>
                </a:lnTo>
                <a:lnTo>
                  <a:pt x="976846" y="74209"/>
                </a:lnTo>
                <a:lnTo>
                  <a:pt x="994553" y="67466"/>
                </a:lnTo>
                <a:lnTo>
                  <a:pt x="1012250" y="60712"/>
                </a:lnTo>
                <a:lnTo>
                  <a:pt x="1029957" y="53969"/>
                </a:lnTo>
                <a:lnTo>
                  <a:pt x="1047655" y="47225"/>
                </a:lnTo>
                <a:lnTo>
                  <a:pt x="1065362" y="40481"/>
                </a:lnTo>
                <a:lnTo>
                  <a:pt x="1083059" y="33728"/>
                </a:lnTo>
                <a:lnTo>
                  <a:pt x="1100766" y="26984"/>
                </a:lnTo>
                <a:lnTo>
                  <a:pt x="1118464" y="20241"/>
                </a:lnTo>
                <a:lnTo>
                  <a:pt x="1136171" y="13497"/>
                </a:lnTo>
                <a:lnTo>
                  <a:pt x="1153868" y="6744"/>
                </a:lnTo>
                <a:lnTo>
                  <a:pt x="1171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B816036F-3C2B-4884-9EC6-211382EC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793" y="4082415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63CA8FE9-6353-43DD-B7F5-8F28B42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560359"/>
            <a:ext cx="244793" cy="362988"/>
          </a:xfrm>
          <a:custGeom xmlns:a="http://schemas.openxmlformats.org/drawingml/2006/main">
            <a:pathLst>
              <a:path w="244793" h="362988">
                <a:moveTo>
                  <a:pt x="0" y="362988"/>
                </a:moveTo>
                <a:lnTo>
                  <a:pt x="0" y="343957"/>
                </a:lnTo>
                <a:lnTo>
                  <a:pt x="0" y="324926"/>
                </a:lnTo>
                <a:lnTo>
                  <a:pt x="0" y="305886"/>
                </a:lnTo>
                <a:lnTo>
                  <a:pt x="0" y="286855"/>
                </a:lnTo>
                <a:lnTo>
                  <a:pt x="0" y="267824"/>
                </a:lnTo>
                <a:lnTo>
                  <a:pt x="0" y="248783"/>
                </a:lnTo>
                <a:lnTo>
                  <a:pt x="0" y="229753"/>
                </a:lnTo>
                <a:lnTo>
                  <a:pt x="0" y="210722"/>
                </a:lnTo>
                <a:lnTo>
                  <a:pt x="0" y="191681"/>
                </a:lnTo>
                <a:lnTo>
                  <a:pt x="0" y="172650"/>
                </a:lnTo>
                <a:lnTo>
                  <a:pt x="0" y="153619"/>
                </a:lnTo>
                <a:lnTo>
                  <a:pt x="0" y="134579"/>
                </a:lnTo>
                <a:lnTo>
                  <a:pt x="0" y="115548"/>
                </a:lnTo>
                <a:lnTo>
                  <a:pt x="0" y="96517"/>
                </a:lnTo>
                <a:lnTo>
                  <a:pt x="6067" y="81782"/>
                </a:lnTo>
                <a:lnTo>
                  <a:pt x="24032" y="75495"/>
                </a:lnTo>
                <a:lnTo>
                  <a:pt x="41996" y="69199"/>
                </a:lnTo>
                <a:lnTo>
                  <a:pt x="59960" y="62913"/>
                </a:lnTo>
                <a:lnTo>
                  <a:pt x="77924" y="56617"/>
                </a:lnTo>
                <a:lnTo>
                  <a:pt x="95888" y="50330"/>
                </a:lnTo>
                <a:lnTo>
                  <a:pt x="113852" y="44034"/>
                </a:lnTo>
                <a:lnTo>
                  <a:pt x="131826" y="37748"/>
                </a:lnTo>
                <a:lnTo>
                  <a:pt x="149790" y="31452"/>
                </a:lnTo>
                <a:lnTo>
                  <a:pt x="167754" y="25165"/>
                </a:lnTo>
                <a:lnTo>
                  <a:pt x="185718" y="18869"/>
                </a:lnTo>
                <a:lnTo>
                  <a:pt x="203683" y="12583"/>
                </a:lnTo>
                <a:lnTo>
                  <a:pt x="221647" y="6287"/>
                </a:lnTo>
                <a:lnTo>
                  <a:pt x="239611" y="0"/>
                </a:lnTo>
                <a:lnTo>
                  <a:pt x="244793" y="11725"/>
                </a:lnTo>
                <a:lnTo>
                  <a:pt x="244793" y="30756"/>
                </a:lnTo>
                <a:lnTo>
                  <a:pt x="244793" y="49797"/>
                </a:lnTo>
                <a:lnTo>
                  <a:pt x="244793" y="68828"/>
                </a:lnTo>
                <a:lnTo>
                  <a:pt x="244793" y="87868"/>
                </a:lnTo>
                <a:lnTo>
                  <a:pt x="244793" y="106899"/>
                </a:lnTo>
                <a:lnTo>
                  <a:pt x="244793" y="125930"/>
                </a:lnTo>
                <a:lnTo>
                  <a:pt x="244793" y="144971"/>
                </a:lnTo>
                <a:lnTo>
                  <a:pt x="244793" y="164001"/>
                </a:lnTo>
                <a:lnTo>
                  <a:pt x="244793" y="183032"/>
                </a:lnTo>
                <a:lnTo>
                  <a:pt x="244793" y="202073"/>
                </a:lnTo>
                <a:lnTo>
                  <a:pt x="244793" y="221104"/>
                </a:lnTo>
                <a:lnTo>
                  <a:pt x="244793" y="240135"/>
                </a:lnTo>
                <a:lnTo>
                  <a:pt x="244793" y="259175"/>
                </a:lnTo>
                <a:lnTo>
                  <a:pt x="228124" y="267129"/>
                </a:lnTo>
                <a:lnTo>
                  <a:pt x="210569" y="274501"/>
                </a:lnTo>
                <a:lnTo>
                  <a:pt x="193024" y="281873"/>
                </a:lnTo>
                <a:lnTo>
                  <a:pt x="175479" y="289255"/>
                </a:lnTo>
                <a:lnTo>
                  <a:pt x="157934" y="296628"/>
                </a:lnTo>
                <a:lnTo>
                  <a:pt x="140379" y="304000"/>
                </a:lnTo>
                <a:lnTo>
                  <a:pt x="122834" y="311372"/>
                </a:lnTo>
                <a:lnTo>
                  <a:pt x="105289" y="318745"/>
                </a:lnTo>
                <a:lnTo>
                  <a:pt x="87735" y="326117"/>
                </a:lnTo>
                <a:lnTo>
                  <a:pt x="70190" y="333499"/>
                </a:lnTo>
                <a:lnTo>
                  <a:pt x="52645" y="340871"/>
                </a:lnTo>
                <a:lnTo>
                  <a:pt x="35100" y="348244"/>
                </a:lnTo>
                <a:lnTo>
                  <a:pt x="17545" y="355616"/>
                </a:lnTo>
                <a:lnTo>
                  <a:pt x="0" y="36298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CE7BB50-F79C-4A80-9286-017C85C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198" y="3820478"/>
            <a:ext cx="1257433" cy="102870"/>
          </a:xfrm>
          <a:custGeom xmlns:a="http://schemas.openxmlformats.org/drawingml/2006/main">
            <a:pathLst>
              <a:path w="1257433" h="102870">
                <a:moveTo>
                  <a:pt x="0" y="102870"/>
                </a:moveTo>
                <a:lnTo>
                  <a:pt x="19021" y="102870"/>
                </a:lnTo>
                <a:lnTo>
                  <a:pt x="38033" y="102870"/>
                </a:lnTo>
                <a:lnTo>
                  <a:pt x="57055" y="102870"/>
                </a:lnTo>
                <a:lnTo>
                  <a:pt x="76067" y="102870"/>
                </a:lnTo>
                <a:lnTo>
                  <a:pt x="95088" y="102870"/>
                </a:lnTo>
                <a:lnTo>
                  <a:pt x="114100" y="102870"/>
                </a:lnTo>
                <a:lnTo>
                  <a:pt x="133121" y="102870"/>
                </a:lnTo>
                <a:lnTo>
                  <a:pt x="152133" y="102870"/>
                </a:lnTo>
                <a:lnTo>
                  <a:pt x="171155" y="102870"/>
                </a:lnTo>
                <a:lnTo>
                  <a:pt x="190167" y="102870"/>
                </a:lnTo>
                <a:lnTo>
                  <a:pt x="209188" y="102870"/>
                </a:lnTo>
                <a:lnTo>
                  <a:pt x="228200" y="102870"/>
                </a:lnTo>
                <a:lnTo>
                  <a:pt x="247221" y="102870"/>
                </a:lnTo>
                <a:lnTo>
                  <a:pt x="266233" y="102870"/>
                </a:lnTo>
                <a:lnTo>
                  <a:pt x="285255" y="102870"/>
                </a:lnTo>
                <a:lnTo>
                  <a:pt x="304267" y="102870"/>
                </a:lnTo>
                <a:lnTo>
                  <a:pt x="323288" y="102870"/>
                </a:lnTo>
                <a:lnTo>
                  <a:pt x="342300" y="102870"/>
                </a:lnTo>
                <a:lnTo>
                  <a:pt x="361321" y="102870"/>
                </a:lnTo>
                <a:lnTo>
                  <a:pt x="380333" y="102870"/>
                </a:lnTo>
                <a:lnTo>
                  <a:pt x="399355" y="102870"/>
                </a:lnTo>
                <a:lnTo>
                  <a:pt x="418367" y="102870"/>
                </a:lnTo>
                <a:lnTo>
                  <a:pt x="437388" y="102870"/>
                </a:lnTo>
                <a:lnTo>
                  <a:pt x="456400" y="102870"/>
                </a:lnTo>
                <a:lnTo>
                  <a:pt x="475421" y="102870"/>
                </a:lnTo>
                <a:lnTo>
                  <a:pt x="494433" y="102870"/>
                </a:lnTo>
                <a:lnTo>
                  <a:pt x="513455" y="102870"/>
                </a:lnTo>
                <a:lnTo>
                  <a:pt x="532467" y="102870"/>
                </a:lnTo>
                <a:lnTo>
                  <a:pt x="551488" y="102870"/>
                </a:lnTo>
                <a:lnTo>
                  <a:pt x="570500" y="102870"/>
                </a:lnTo>
                <a:lnTo>
                  <a:pt x="589521" y="102870"/>
                </a:lnTo>
                <a:lnTo>
                  <a:pt x="608543" y="102870"/>
                </a:lnTo>
                <a:lnTo>
                  <a:pt x="627555" y="102870"/>
                </a:lnTo>
                <a:lnTo>
                  <a:pt x="646576" y="102870"/>
                </a:lnTo>
                <a:lnTo>
                  <a:pt x="665588" y="102870"/>
                </a:lnTo>
                <a:lnTo>
                  <a:pt x="684609" y="102870"/>
                </a:lnTo>
                <a:lnTo>
                  <a:pt x="703621" y="102870"/>
                </a:lnTo>
                <a:lnTo>
                  <a:pt x="722643" y="102870"/>
                </a:lnTo>
                <a:lnTo>
                  <a:pt x="741655" y="102870"/>
                </a:lnTo>
                <a:lnTo>
                  <a:pt x="760676" y="102870"/>
                </a:lnTo>
                <a:lnTo>
                  <a:pt x="779688" y="102870"/>
                </a:lnTo>
                <a:lnTo>
                  <a:pt x="798709" y="102870"/>
                </a:lnTo>
                <a:lnTo>
                  <a:pt x="817721" y="102870"/>
                </a:lnTo>
                <a:lnTo>
                  <a:pt x="836743" y="102870"/>
                </a:lnTo>
                <a:lnTo>
                  <a:pt x="855755" y="102870"/>
                </a:lnTo>
                <a:lnTo>
                  <a:pt x="874776" y="102870"/>
                </a:lnTo>
                <a:lnTo>
                  <a:pt x="893788" y="102870"/>
                </a:lnTo>
                <a:lnTo>
                  <a:pt x="912809" y="102870"/>
                </a:lnTo>
                <a:lnTo>
                  <a:pt x="931821" y="102870"/>
                </a:lnTo>
                <a:lnTo>
                  <a:pt x="950843" y="102870"/>
                </a:lnTo>
                <a:lnTo>
                  <a:pt x="969855" y="102870"/>
                </a:lnTo>
                <a:lnTo>
                  <a:pt x="988876" y="102870"/>
                </a:lnTo>
                <a:lnTo>
                  <a:pt x="1007888" y="102870"/>
                </a:lnTo>
                <a:lnTo>
                  <a:pt x="1026376" y="100241"/>
                </a:lnTo>
                <a:lnTo>
                  <a:pt x="1043911" y="92878"/>
                </a:lnTo>
                <a:lnTo>
                  <a:pt x="1061437" y="85506"/>
                </a:lnTo>
                <a:lnTo>
                  <a:pt x="1078973" y="78143"/>
                </a:lnTo>
                <a:lnTo>
                  <a:pt x="1096508" y="70771"/>
                </a:lnTo>
                <a:lnTo>
                  <a:pt x="1114034" y="63408"/>
                </a:lnTo>
                <a:lnTo>
                  <a:pt x="1131570" y="56036"/>
                </a:lnTo>
                <a:lnTo>
                  <a:pt x="1149096" y="48673"/>
                </a:lnTo>
                <a:lnTo>
                  <a:pt x="1166632" y="41300"/>
                </a:lnTo>
                <a:lnTo>
                  <a:pt x="1184167" y="33938"/>
                </a:lnTo>
                <a:lnTo>
                  <a:pt x="1201693" y="26565"/>
                </a:lnTo>
                <a:lnTo>
                  <a:pt x="1219229" y="19202"/>
                </a:lnTo>
                <a:lnTo>
                  <a:pt x="1236755" y="11830"/>
                </a:lnTo>
                <a:lnTo>
                  <a:pt x="1254290" y="4467"/>
                </a:lnTo>
                <a:lnTo>
                  <a:pt x="1257433" y="0"/>
                </a:lnTo>
                <a:lnTo>
                  <a:pt x="1238412" y="0"/>
                </a:lnTo>
                <a:lnTo>
                  <a:pt x="1219400" y="0"/>
                </a:lnTo>
                <a:lnTo>
                  <a:pt x="1200379" y="0"/>
                </a:lnTo>
                <a:lnTo>
                  <a:pt x="1181367" y="0"/>
                </a:lnTo>
                <a:lnTo>
                  <a:pt x="1162345" y="0"/>
                </a:lnTo>
                <a:lnTo>
                  <a:pt x="1143333" y="0"/>
                </a:lnTo>
                <a:lnTo>
                  <a:pt x="1124312" y="0"/>
                </a:lnTo>
                <a:lnTo>
                  <a:pt x="1105300" y="0"/>
                </a:lnTo>
                <a:lnTo>
                  <a:pt x="1086279" y="0"/>
                </a:lnTo>
                <a:lnTo>
                  <a:pt x="1067267" y="0"/>
                </a:lnTo>
                <a:lnTo>
                  <a:pt x="1048245" y="0"/>
                </a:lnTo>
                <a:lnTo>
                  <a:pt x="1029233" y="0"/>
                </a:lnTo>
                <a:lnTo>
                  <a:pt x="1010212" y="0"/>
                </a:lnTo>
                <a:lnTo>
                  <a:pt x="991200" y="0"/>
                </a:lnTo>
                <a:lnTo>
                  <a:pt x="972179" y="0"/>
                </a:lnTo>
                <a:lnTo>
                  <a:pt x="953167" y="0"/>
                </a:lnTo>
                <a:lnTo>
                  <a:pt x="934145" y="0"/>
                </a:lnTo>
                <a:lnTo>
                  <a:pt x="915133" y="0"/>
                </a:lnTo>
                <a:lnTo>
                  <a:pt x="896112" y="0"/>
                </a:lnTo>
                <a:lnTo>
                  <a:pt x="877100" y="0"/>
                </a:lnTo>
                <a:lnTo>
                  <a:pt x="858079" y="0"/>
                </a:lnTo>
                <a:lnTo>
                  <a:pt x="839067" y="0"/>
                </a:lnTo>
                <a:lnTo>
                  <a:pt x="820045" y="0"/>
                </a:lnTo>
                <a:lnTo>
                  <a:pt x="801033" y="0"/>
                </a:lnTo>
                <a:lnTo>
                  <a:pt x="782012" y="0"/>
                </a:lnTo>
                <a:lnTo>
                  <a:pt x="763000" y="0"/>
                </a:lnTo>
                <a:lnTo>
                  <a:pt x="743979" y="0"/>
                </a:lnTo>
                <a:lnTo>
                  <a:pt x="724967" y="0"/>
                </a:lnTo>
                <a:lnTo>
                  <a:pt x="705945" y="0"/>
                </a:lnTo>
                <a:lnTo>
                  <a:pt x="686924" y="0"/>
                </a:lnTo>
                <a:lnTo>
                  <a:pt x="667912" y="0"/>
                </a:lnTo>
                <a:lnTo>
                  <a:pt x="648891" y="0"/>
                </a:lnTo>
                <a:lnTo>
                  <a:pt x="629879" y="0"/>
                </a:lnTo>
                <a:lnTo>
                  <a:pt x="610857" y="0"/>
                </a:lnTo>
                <a:lnTo>
                  <a:pt x="591845" y="0"/>
                </a:lnTo>
                <a:lnTo>
                  <a:pt x="572824" y="0"/>
                </a:lnTo>
                <a:lnTo>
                  <a:pt x="553812" y="0"/>
                </a:lnTo>
                <a:lnTo>
                  <a:pt x="534791" y="0"/>
                </a:lnTo>
                <a:lnTo>
                  <a:pt x="515779" y="0"/>
                </a:lnTo>
                <a:lnTo>
                  <a:pt x="496757" y="0"/>
                </a:lnTo>
                <a:lnTo>
                  <a:pt x="477745" y="0"/>
                </a:lnTo>
                <a:lnTo>
                  <a:pt x="458724" y="0"/>
                </a:lnTo>
                <a:lnTo>
                  <a:pt x="439712" y="0"/>
                </a:lnTo>
                <a:lnTo>
                  <a:pt x="420691" y="0"/>
                </a:lnTo>
                <a:lnTo>
                  <a:pt x="401679" y="0"/>
                </a:lnTo>
                <a:lnTo>
                  <a:pt x="382657" y="0"/>
                </a:lnTo>
                <a:lnTo>
                  <a:pt x="363645" y="0"/>
                </a:lnTo>
                <a:lnTo>
                  <a:pt x="344624" y="0"/>
                </a:lnTo>
                <a:lnTo>
                  <a:pt x="325612" y="0"/>
                </a:lnTo>
                <a:lnTo>
                  <a:pt x="306695" y="638"/>
                </a:lnTo>
                <a:lnTo>
                  <a:pt x="288655" y="6648"/>
                </a:lnTo>
                <a:lnTo>
                  <a:pt x="270615" y="12668"/>
                </a:lnTo>
                <a:lnTo>
                  <a:pt x="252574" y="18679"/>
                </a:lnTo>
                <a:lnTo>
                  <a:pt x="234534" y="24689"/>
                </a:lnTo>
                <a:lnTo>
                  <a:pt x="216494" y="30709"/>
                </a:lnTo>
                <a:lnTo>
                  <a:pt x="198453" y="36719"/>
                </a:lnTo>
                <a:lnTo>
                  <a:pt x="180413" y="42729"/>
                </a:lnTo>
                <a:lnTo>
                  <a:pt x="162373" y="48749"/>
                </a:lnTo>
                <a:lnTo>
                  <a:pt x="144323" y="54759"/>
                </a:lnTo>
                <a:lnTo>
                  <a:pt x="126282" y="60779"/>
                </a:lnTo>
                <a:lnTo>
                  <a:pt x="108242" y="66789"/>
                </a:lnTo>
                <a:lnTo>
                  <a:pt x="90202" y="72800"/>
                </a:lnTo>
                <a:lnTo>
                  <a:pt x="72161" y="78819"/>
                </a:lnTo>
                <a:lnTo>
                  <a:pt x="54121" y="84830"/>
                </a:lnTo>
                <a:lnTo>
                  <a:pt x="36081" y="90840"/>
                </a:lnTo>
                <a:lnTo>
                  <a:pt x="18040" y="96860"/>
                </a:lnTo>
                <a:lnTo>
                  <a:pt x="0" y="10287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6BF3567F-3803-4615-B13A-50598CF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160" y="3820478"/>
            <a:ext cx="1108710" cy="102870"/>
          </a:xfrm>
          <a:custGeom xmlns:a="http://schemas.openxmlformats.org/drawingml/2006/main">
            <a:pathLst>
              <a:path w="1108710" h="102870">
                <a:moveTo>
                  <a:pt x="0" y="102870"/>
                </a:moveTo>
                <a:lnTo>
                  <a:pt x="18821" y="102870"/>
                </a:lnTo>
                <a:lnTo>
                  <a:pt x="37633" y="102870"/>
                </a:lnTo>
                <a:lnTo>
                  <a:pt x="56455" y="102870"/>
                </a:lnTo>
                <a:lnTo>
                  <a:pt x="75276" y="102870"/>
                </a:lnTo>
                <a:lnTo>
                  <a:pt x="94088" y="102870"/>
                </a:lnTo>
                <a:lnTo>
                  <a:pt x="112909" y="102870"/>
                </a:lnTo>
                <a:lnTo>
                  <a:pt x="131721" y="102870"/>
                </a:lnTo>
                <a:lnTo>
                  <a:pt x="150543" y="102870"/>
                </a:lnTo>
                <a:lnTo>
                  <a:pt x="169364" y="102870"/>
                </a:lnTo>
                <a:lnTo>
                  <a:pt x="188176" y="102870"/>
                </a:lnTo>
                <a:lnTo>
                  <a:pt x="206997" y="102870"/>
                </a:lnTo>
                <a:lnTo>
                  <a:pt x="225819" y="102870"/>
                </a:lnTo>
                <a:lnTo>
                  <a:pt x="244631" y="102870"/>
                </a:lnTo>
                <a:lnTo>
                  <a:pt x="263452" y="102870"/>
                </a:lnTo>
                <a:lnTo>
                  <a:pt x="282273" y="102870"/>
                </a:lnTo>
                <a:lnTo>
                  <a:pt x="301085" y="102870"/>
                </a:lnTo>
                <a:lnTo>
                  <a:pt x="319907" y="102870"/>
                </a:lnTo>
                <a:lnTo>
                  <a:pt x="338728" y="102870"/>
                </a:lnTo>
                <a:lnTo>
                  <a:pt x="357540" y="102870"/>
                </a:lnTo>
                <a:lnTo>
                  <a:pt x="376361" y="102870"/>
                </a:lnTo>
                <a:lnTo>
                  <a:pt x="395183" y="102870"/>
                </a:lnTo>
                <a:lnTo>
                  <a:pt x="413995" y="102870"/>
                </a:lnTo>
                <a:lnTo>
                  <a:pt x="432816" y="102870"/>
                </a:lnTo>
                <a:lnTo>
                  <a:pt x="451628" y="102870"/>
                </a:lnTo>
                <a:lnTo>
                  <a:pt x="470449" y="102870"/>
                </a:lnTo>
                <a:lnTo>
                  <a:pt x="489271" y="102870"/>
                </a:lnTo>
                <a:lnTo>
                  <a:pt x="508083" y="102870"/>
                </a:lnTo>
                <a:lnTo>
                  <a:pt x="526904" y="102870"/>
                </a:lnTo>
                <a:lnTo>
                  <a:pt x="545725" y="102870"/>
                </a:lnTo>
                <a:lnTo>
                  <a:pt x="564537" y="102870"/>
                </a:lnTo>
                <a:lnTo>
                  <a:pt x="583359" y="102870"/>
                </a:lnTo>
                <a:lnTo>
                  <a:pt x="602180" y="102870"/>
                </a:lnTo>
                <a:lnTo>
                  <a:pt x="620992" y="102870"/>
                </a:lnTo>
                <a:lnTo>
                  <a:pt x="639813" y="102870"/>
                </a:lnTo>
                <a:lnTo>
                  <a:pt x="658635" y="102870"/>
                </a:lnTo>
                <a:lnTo>
                  <a:pt x="677447" y="102870"/>
                </a:lnTo>
                <a:lnTo>
                  <a:pt x="696268" y="102870"/>
                </a:lnTo>
                <a:lnTo>
                  <a:pt x="715080" y="102870"/>
                </a:lnTo>
                <a:lnTo>
                  <a:pt x="733901" y="102870"/>
                </a:lnTo>
                <a:lnTo>
                  <a:pt x="752723" y="102870"/>
                </a:lnTo>
                <a:lnTo>
                  <a:pt x="771535" y="102870"/>
                </a:lnTo>
                <a:lnTo>
                  <a:pt x="790356" y="102870"/>
                </a:lnTo>
                <a:lnTo>
                  <a:pt x="809177" y="102870"/>
                </a:lnTo>
                <a:lnTo>
                  <a:pt x="827989" y="102870"/>
                </a:lnTo>
                <a:lnTo>
                  <a:pt x="846811" y="102870"/>
                </a:lnTo>
                <a:lnTo>
                  <a:pt x="865137" y="100403"/>
                </a:lnTo>
                <a:lnTo>
                  <a:pt x="882539" y="93231"/>
                </a:lnTo>
                <a:lnTo>
                  <a:pt x="899932" y="86058"/>
                </a:lnTo>
                <a:lnTo>
                  <a:pt x="917334" y="78886"/>
                </a:lnTo>
                <a:lnTo>
                  <a:pt x="934736" y="71714"/>
                </a:lnTo>
                <a:lnTo>
                  <a:pt x="952129" y="64541"/>
                </a:lnTo>
                <a:lnTo>
                  <a:pt x="969531" y="57369"/>
                </a:lnTo>
                <a:lnTo>
                  <a:pt x="986923" y="50197"/>
                </a:lnTo>
                <a:lnTo>
                  <a:pt x="1004326" y="43034"/>
                </a:lnTo>
                <a:lnTo>
                  <a:pt x="1021718" y="35862"/>
                </a:lnTo>
                <a:lnTo>
                  <a:pt x="1039120" y="28689"/>
                </a:lnTo>
                <a:lnTo>
                  <a:pt x="1056513" y="21517"/>
                </a:lnTo>
                <a:lnTo>
                  <a:pt x="1073915" y="14345"/>
                </a:lnTo>
                <a:lnTo>
                  <a:pt x="1091308" y="7172"/>
                </a:lnTo>
                <a:lnTo>
                  <a:pt x="11087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638C65CA-EF0A-4B33-8B88-57772D19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5055" y="3820478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F91549B2-DBB7-44D6-B102-C10F438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1453" y="3299489"/>
            <a:ext cx="181928" cy="344776"/>
          </a:xfrm>
          <a:custGeom xmlns:a="http://schemas.openxmlformats.org/drawingml/2006/main">
            <a:pathLst>
              <a:path w="181928" h="344776">
                <a:moveTo>
                  <a:pt x="0" y="344776"/>
                </a:moveTo>
                <a:lnTo>
                  <a:pt x="0" y="326079"/>
                </a:lnTo>
                <a:lnTo>
                  <a:pt x="0" y="307372"/>
                </a:lnTo>
                <a:lnTo>
                  <a:pt x="0" y="288665"/>
                </a:lnTo>
                <a:lnTo>
                  <a:pt x="0" y="269958"/>
                </a:lnTo>
                <a:lnTo>
                  <a:pt x="0" y="251250"/>
                </a:lnTo>
                <a:lnTo>
                  <a:pt x="0" y="232543"/>
                </a:lnTo>
                <a:lnTo>
                  <a:pt x="0" y="213846"/>
                </a:lnTo>
                <a:lnTo>
                  <a:pt x="0" y="195139"/>
                </a:lnTo>
                <a:lnTo>
                  <a:pt x="0" y="176432"/>
                </a:lnTo>
                <a:lnTo>
                  <a:pt x="0" y="157724"/>
                </a:lnTo>
                <a:lnTo>
                  <a:pt x="0" y="139017"/>
                </a:lnTo>
                <a:lnTo>
                  <a:pt x="0" y="120320"/>
                </a:lnTo>
                <a:lnTo>
                  <a:pt x="0" y="101613"/>
                </a:lnTo>
                <a:lnTo>
                  <a:pt x="0" y="82906"/>
                </a:lnTo>
                <a:lnTo>
                  <a:pt x="1410" y="65180"/>
                </a:lnTo>
                <a:lnTo>
                  <a:pt x="18936" y="58655"/>
                </a:lnTo>
                <a:lnTo>
                  <a:pt x="36471" y="52140"/>
                </a:lnTo>
                <a:lnTo>
                  <a:pt x="54007" y="45625"/>
                </a:lnTo>
                <a:lnTo>
                  <a:pt x="71542" y="39110"/>
                </a:lnTo>
                <a:lnTo>
                  <a:pt x="89068" y="32585"/>
                </a:lnTo>
                <a:lnTo>
                  <a:pt x="106604" y="26070"/>
                </a:lnTo>
                <a:lnTo>
                  <a:pt x="124139" y="19555"/>
                </a:lnTo>
                <a:lnTo>
                  <a:pt x="141675" y="13040"/>
                </a:lnTo>
                <a:lnTo>
                  <a:pt x="159201" y="6515"/>
                </a:lnTo>
                <a:lnTo>
                  <a:pt x="176736" y="0"/>
                </a:lnTo>
                <a:lnTo>
                  <a:pt x="181928" y="11240"/>
                </a:lnTo>
                <a:lnTo>
                  <a:pt x="181928" y="29947"/>
                </a:lnTo>
                <a:lnTo>
                  <a:pt x="181928" y="48654"/>
                </a:lnTo>
                <a:lnTo>
                  <a:pt x="181928" y="67351"/>
                </a:lnTo>
                <a:lnTo>
                  <a:pt x="181928" y="86058"/>
                </a:lnTo>
                <a:lnTo>
                  <a:pt x="181928" y="104765"/>
                </a:lnTo>
                <a:lnTo>
                  <a:pt x="181928" y="123473"/>
                </a:lnTo>
                <a:lnTo>
                  <a:pt x="181928" y="142180"/>
                </a:lnTo>
                <a:lnTo>
                  <a:pt x="181928" y="160877"/>
                </a:lnTo>
                <a:lnTo>
                  <a:pt x="181928" y="179584"/>
                </a:lnTo>
                <a:lnTo>
                  <a:pt x="181928" y="198291"/>
                </a:lnTo>
                <a:lnTo>
                  <a:pt x="181928" y="216999"/>
                </a:lnTo>
                <a:lnTo>
                  <a:pt x="181928" y="235706"/>
                </a:lnTo>
                <a:lnTo>
                  <a:pt x="181928" y="254413"/>
                </a:lnTo>
                <a:lnTo>
                  <a:pt x="169212" y="265052"/>
                </a:lnTo>
                <a:lnTo>
                  <a:pt x="152286" y="273025"/>
                </a:lnTo>
                <a:lnTo>
                  <a:pt x="135369" y="280997"/>
                </a:lnTo>
                <a:lnTo>
                  <a:pt x="118443" y="288969"/>
                </a:lnTo>
                <a:lnTo>
                  <a:pt x="101527" y="296942"/>
                </a:lnTo>
                <a:lnTo>
                  <a:pt x="84601" y="304914"/>
                </a:lnTo>
                <a:lnTo>
                  <a:pt x="67685" y="312887"/>
                </a:lnTo>
                <a:lnTo>
                  <a:pt x="50759" y="320859"/>
                </a:lnTo>
                <a:lnTo>
                  <a:pt x="33842" y="328832"/>
                </a:lnTo>
                <a:lnTo>
                  <a:pt x="16916" y="336804"/>
                </a:lnTo>
                <a:lnTo>
                  <a:pt x="0" y="34477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0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045760F8-2D3D-4623-A6F9-214E39F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3558540"/>
            <a:ext cx="1199969" cy="85725"/>
          </a:xfrm>
          <a:custGeom xmlns:a="http://schemas.openxmlformats.org/drawingml/2006/main">
            <a:pathLst>
              <a:path w="1199969" h="85725">
                <a:moveTo>
                  <a:pt x="0" y="85725"/>
                </a:moveTo>
                <a:lnTo>
                  <a:pt x="19050" y="85725"/>
                </a:lnTo>
                <a:lnTo>
                  <a:pt x="38090" y="85725"/>
                </a:lnTo>
                <a:lnTo>
                  <a:pt x="57140" y="85725"/>
                </a:lnTo>
                <a:lnTo>
                  <a:pt x="76181" y="85725"/>
                </a:lnTo>
                <a:lnTo>
                  <a:pt x="95231" y="85725"/>
                </a:lnTo>
                <a:lnTo>
                  <a:pt x="114271" y="85725"/>
                </a:lnTo>
                <a:lnTo>
                  <a:pt x="133321" y="85725"/>
                </a:lnTo>
                <a:lnTo>
                  <a:pt x="152371" y="85725"/>
                </a:lnTo>
                <a:lnTo>
                  <a:pt x="171412" y="85725"/>
                </a:lnTo>
                <a:lnTo>
                  <a:pt x="190462" y="85725"/>
                </a:lnTo>
                <a:lnTo>
                  <a:pt x="209502" y="85725"/>
                </a:lnTo>
                <a:lnTo>
                  <a:pt x="228552" y="85725"/>
                </a:lnTo>
                <a:lnTo>
                  <a:pt x="247593" y="85725"/>
                </a:lnTo>
                <a:lnTo>
                  <a:pt x="266643" y="85725"/>
                </a:lnTo>
                <a:lnTo>
                  <a:pt x="285693" y="85725"/>
                </a:lnTo>
                <a:lnTo>
                  <a:pt x="304733" y="85725"/>
                </a:lnTo>
                <a:lnTo>
                  <a:pt x="323783" y="85725"/>
                </a:lnTo>
                <a:lnTo>
                  <a:pt x="342824" y="85725"/>
                </a:lnTo>
                <a:lnTo>
                  <a:pt x="361874" y="85725"/>
                </a:lnTo>
                <a:lnTo>
                  <a:pt x="380914" y="85725"/>
                </a:lnTo>
                <a:lnTo>
                  <a:pt x="399964" y="85725"/>
                </a:lnTo>
                <a:lnTo>
                  <a:pt x="419005" y="85725"/>
                </a:lnTo>
                <a:lnTo>
                  <a:pt x="438055" y="85725"/>
                </a:lnTo>
                <a:lnTo>
                  <a:pt x="457105" y="85725"/>
                </a:lnTo>
                <a:lnTo>
                  <a:pt x="476145" y="85725"/>
                </a:lnTo>
                <a:lnTo>
                  <a:pt x="495195" y="85725"/>
                </a:lnTo>
                <a:lnTo>
                  <a:pt x="514236" y="85725"/>
                </a:lnTo>
                <a:lnTo>
                  <a:pt x="533286" y="85725"/>
                </a:lnTo>
                <a:lnTo>
                  <a:pt x="552326" y="85725"/>
                </a:lnTo>
                <a:lnTo>
                  <a:pt x="571376" y="85725"/>
                </a:lnTo>
                <a:lnTo>
                  <a:pt x="590426" y="85725"/>
                </a:lnTo>
                <a:lnTo>
                  <a:pt x="609467" y="85725"/>
                </a:lnTo>
                <a:lnTo>
                  <a:pt x="628517" y="85725"/>
                </a:lnTo>
                <a:lnTo>
                  <a:pt x="647557" y="85725"/>
                </a:lnTo>
                <a:lnTo>
                  <a:pt x="666607" y="85725"/>
                </a:lnTo>
                <a:lnTo>
                  <a:pt x="685648" y="85725"/>
                </a:lnTo>
                <a:lnTo>
                  <a:pt x="704698" y="85725"/>
                </a:lnTo>
                <a:lnTo>
                  <a:pt x="723748" y="85725"/>
                </a:lnTo>
                <a:lnTo>
                  <a:pt x="742788" y="85725"/>
                </a:lnTo>
                <a:lnTo>
                  <a:pt x="761838" y="85725"/>
                </a:lnTo>
                <a:lnTo>
                  <a:pt x="780879" y="85725"/>
                </a:lnTo>
                <a:lnTo>
                  <a:pt x="799929" y="85725"/>
                </a:lnTo>
                <a:lnTo>
                  <a:pt x="818969" y="85725"/>
                </a:lnTo>
                <a:lnTo>
                  <a:pt x="838019" y="85725"/>
                </a:lnTo>
                <a:lnTo>
                  <a:pt x="857069" y="85725"/>
                </a:lnTo>
                <a:lnTo>
                  <a:pt x="876110" y="85725"/>
                </a:lnTo>
                <a:lnTo>
                  <a:pt x="895160" y="85725"/>
                </a:lnTo>
                <a:lnTo>
                  <a:pt x="914200" y="85725"/>
                </a:lnTo>
                <a:lnTo>
                  <a:pt x="933250" y="85725"/>
                </a:lnTo>
                <a:lnTo>
                  <a:pt x="952290" y="85725"/>
                </a:lnTo>
                <a:lnTo>
                  <a:pt x="971340" y="85725"/>
                </a:lnTo>
                <a:lnTo>
                  <a:pt x="990381" y="85725"/>
                </a:lnTo>
                <a:lnTo>
                  <a:pt x="1009431" y="85725"/>
                </a:lnTo>
                <a:lnTo>
                  <a:pt x="1027681" y="82163"/>
                </a:lnTo>
                <a:lnTo>
                  <a:pt x="1044912" y="74047"/>
                </a:lnTo>
                <a:lnTo>
                  <a:pt x="1062142" y="65932"/>
                </a:lnTo>
                <a:lnTo>
                  <a:pt x="1079363" y="57807"/>
                </a:lnTo>
                <a:lnTo>
                  <a:pt x="1096594" y="49692"/>
                </a:lnTo>
                <a:lnTo>
                  <a:pt x="1113825" y="41577"/>
                </a:lnTo>
                <a:lnTo>
                  <a:pt x="1131056" y="33452"/>
                </a:lnTo>
                <a:lnTo>
                  <a:pt x="1148286" y="25337"/>
                </a:lnTo>
                <a:lnTo>
                  <a:pt x="1165517" y="17221"/>
                </a:lnTo>
                <a:lnTo>
                  <a:pt x="1182738" y="9096"/>
                </a:lnTo>
                <a:lnTo>
                  <a:pt x="1199969" y="981"/>
                </a:lnTo>
                <a:lnTo>
                  <a:pt x="1185310" y="0"/>
                </a:lnTo>
                <a:lnTo>
                  <a:pt x="1166270" y="0"/>
                </a:lnTo>
                <a:lnTo>
                  <a:pt x="1147220" y="0"/>
                </a:lnTo>
                <a:lnTo>
                  <a:pt x="1128179" y="0"/>
                </a:lnTo>
                <a:lnTo>
                  <a:pt x="1109129" y="0"/>
                </a:lnTo>
                <a:lnTo>
                  <a:pt x="1090089" y="0"/>
                </a:lnTo>
                <a:lnTo>
                  <a:pt x="1071039" y="0"/>
                </a:lnTo>
                <a:lnTo>
                  <a:pt x="1051989" y="0"/>
                </a:lnTo>
                <a:lnTo>
                  <a:pt x="1032948" y="0"/>
                </a:lnTo>
                <a:lnTo>
                  <a:pt x="1013898" y="0"/>
                </a:lnTo>
                <a:lnTo>
                  <a:pt x="994858" y="0"/>
                </a:lnTo>
                <a:lnTo>
                  <a:pt x="975808" y="0"/>
                </a:lnTo>
                <a:lnTo>
                  <a:pt x="956767" y="0"/>
                </a:lnTo>
                <a:lnTo>
                  <a:pt x="937717" y="0"/>
                </a:lnTo>
                <a:lnTo>
                  <a:pt x="918667" y="0"/>
                </a:lnTo>
                <a:lnTo>
                  <a:pt x="899627" y="0"/>
                </a:lnTo>
                <a:lnTo>
                  <a:pt x="880577" y="0"/>
                </a:lnTo>
                <a:lnTo>
                  <a:pt x="861536" y="0"/>
                </a:lnTo>
                <a:lnTo>
                  <a:pt x="842486" y="0"/>
                </a:lnTo>
                <a:lnTo>
                  <a:pt x="823446" y="0"/>
                </a:lnTo>
                <a:lnTo>
                  <a:pt x="804396" y="0"/>
                </a:lnTo>
                <a:lnTo>
                  <a:pt x="785346" y="0"/>
                </a:lnTo>
                <a:lnTo>
                  <a:pt x="766305" y="0"/>
                </a:lnTo>
                <a:lnTo>
                  <a:pt x="747255" y="0"/>
                </a:lnTo>
                <a:lnTo>
                  <a:pt x="728215" y="0"/>
                </a:lnTo>
                <a:lnTo>
                  <a:pt x="709165" y="0"/>
                </a:lnTo>
                <a:lnTo>
                  <a:pt x="690124" y="0"/>
                </a:lnTo>
                <a:lnTo>
                  <a:pt x="671074" y="0"/>
                </a:lnTo>
                <a:lnTo>
                  <a:pt x="652034" y="0"/>
                </a:lnTo>
                <a:lnTo>
                  <a:pt x="632984" y="0"/>
                </a:lnTo>
                <a:lnTo>
                  <a:pt x="613934" y="0"/>
                </a:lnTo>
                <a:lnTo>
                  <a:pt x="594893" y="0"/>
                </a:lnTo>
                <a:lnTo>
                  <a:pt x="575843" y="0"/>
                </a:lnTo>
                <a:lnTo>
                  <a:pt x="556803" y="0"/>
                </a:lnTo>
                <a:lnTo>
                  <a:pt x="537753" y="0"/>
                </a:lnTo>
                <a:lnTo>
                  <a:pt x="518712" y="0"/>
                </a:lnTo>
                <a:lnTo>
                  <a:pt x="499662" y="0"/>
                </a:lnTo>
                <a:lnTo>
                  <a:pt x="480612" y="0"/>
                </a:lnTo>
                <a:lnTo>
                  <a:pt x="461572" y="0"/>
                </a:lnTo>
                <a:lnTo>
                  <a:pt x="442522" y="0"/>
                </a:lnTo>
                <a:lnTo>
                  <a:pt x="423482" y="0"/>
                </a:lnTo>
                <a:lnTo>
                  <a:pt x="404432" y="0"/>
                </a:lnTo>
                <a:lnTo>
                  <a:pt x="385391" y="0"/>
                </a:lnTo>
                <a:lnTo>
                  <a:pt x="366341" y="0"/>
                </a:lnTo>
                <a:lnTo>
                  <a:pt x="347291" y="0"/>
                </a:lnTo>
                <a:lnTo>
                  <a:pt x="328251" y="0"/>
                </a:lnTo>
                <a:lnTo>
                  <a:pt x="309201" y="0"/>
                </a:lnTo>
                <a:lnTo>
                  <a:pt x="290160" y="0"/>
                </a:lnTo>
                <a:lnTo>
                  <a:pt x="271110" y="0"/>
                </a:lnTo>
                <a:lnTo>
                  <a:pt x="252070" y="0"/>
                </a:lnTo>
                <a:lnTo>
                  <a:pt x="233686" y="3896"/>
                </a:lnTo>
                <a:lnTo>
                  <a:pt x="215703" y="10182"/>
                </a:lnTo>
                <a:lnTo>
                  <a:pt x="197729" y="16478"/>
                </a:lnTo>
                <a:lnTo>
                  <a:pt x="179756" y="22774"/>
                </a:lnTo>
                <a:lnTo>
                  <a:pt x="161782" y="29070"/>
                </a:lnTo>
                <a:lnTo>
                  <a:pt x="143808" y="35366"/>
                </a:lnTo>
                <a:lnTo>
                  <a:pt x="125825" y="41662"/>
                </a:lnTo>
                <a:lnTo>
                  <a:pt x="107852" y="47958"/>
                </a:lnTo>
                <a:lnTo>
                  <a:pt x="89878" y="54254"/>
                </a:lnTo>
                <a:lnTo>
                  <a:pt x="71904" y="60541"/>
                </a:lnTo>
                <a:lnTo>
                  <a:pt x="53931" y="66837"/>
                </a:lnTo>
                <a:lnTo>
                  <a:pt x="35947" y="73133"/>
                </a:lnTo>
                <a:lnTo>
                  <a:pt x="17974" y="79429"/>
                </a:lnTo>
                <a:lnTo>
                  <a:pt x="0" y="8572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1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796F8E80-9BD4-476B-ACCF-3155C763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2288" y="3558540"/>
            <a:ext cx="1045845" cy="85725"/>
          </a:xfrm>
          <a:custGeom xmlns:a="http://schemas.openxmlformats.org/drawingml/2006/main">
            <a:pathLst>
              <a:path w="1045845" h="85725">
                <a:moveTo>
                  <a:pt x="0" y="85725"/>
                </a:moveTo>
                <a:lnTo>
                  <a:pt x="19012" y="85725"/>
                </a:lnTo>
                <a:lnTo>
                  <a:pt x="38024" y="85725"/>
                </a:lnTo>
                <a:lnTo>
                  <a:pt x="57036" y="85725"/>
                </a:lnTo>
                <a:lnTo>
                  <a:pt x="76038" y="85725"/>
                </a:lnTo>
                <a:lnTo>
                  <a:pt x="95050" y="85725"/>
                </a:lnTo>
                <a:lnTo>
                  <a:pt x="114062" y="85725"/>
                </a:lnTo>
                <a:lnTo>
                  <a:pt x="133074" y="85725"/>
                </a:lnTo>
                <a:lnTo>
                  <a:pt x="152086" y="85725"/>
                </a:lnTo>
                <a:lnTo>
                  <a:pt x="171098" y="85725"/>
                </a:lnTo>
                <a:lnTo>
                  <a:pt x="190100" y="85725"/>
                </a:lnTo>
                <a:lnTo>
                  <a:pt x="209112" y="85725"/>
                </a:lnTo>
                <a:lnTo>
                  <a:pt x="228124" y="85725"/>
                </a:lnTo>
                <a:lnTo>
                  <a:pt x="247136" y="85725"/>
                </a:lnTo>
                <a:lnTo>
                  <a:pt x="266148" y="85725"/>
                </a:lnTo>
                <a:lnTo>
                  <a:pt x="285159" y="85725"/>
                </a:lnTo>
                <a:lnTo>
                  <a:pt x="304171" y="85725"/>
                </a:lnTo>
                <a:lnTo>
                  <a:pt x="323174" y="85725"/>
                </a:lnTo>
                <a:lnTo>
                  <a:pt x="342186" y="85725"/>
                </a:lnTo>
                <a:lnTo>
                  <a:pt x="361198" y="85725"/>
                </a:lnTo>
                <a:lnTo>
                  <a:pt x="380209" y="85725"/>
                </a:lnTo>
                <a:lnTo>
                  <a:pt x="399221" y="85725"/>
                </a:lnTo>
                <a:lnTo>
                  <a:pt x="418233" y="85725"/>
                </a:lnTo>
                <a:lnTo>
                  <a:pt x="437245" y="85725"/>
                </a:lnTo>
                <a:lnTo>
                  <a:pt x="456248" y="85725"/>
                </a:lnTo>
                <a:lnTo>
                  <a:pt x="475259" y="85725"/>
                </a:lnTo>
                <a:lnTo>
                  <a:pt x="494271" y="85725"/>
                </a:lnTo>
                <a:lnTo>
                  <a:pt x="513283" y="85725"/>
                </a:lnTo>
                <a:lnTo>
                  <a:pt x="532295" y="85725"/>
                </a:lnTo>
                <a:lnTo>
                  <a:pt x="551307" y="85725"/>
                </a:lnTo>
                <a:lnTo>
                  <a:pt x="570309" y="85725"/>
                </a:lnTo>
                <a:lnTo>
                  <a:pt x="589321" y="85725"/>
                </a:lnTo>
                <a:lnTo>
                  <a:pt x="608333" y="85725"/>
                </a:lnTo>
                <a:lnTo>
                  <a:pt x="627345" y="85725"/>
                </a:lnTo>
                <a:lnTo>
                  <a:pt x="646357" y="85725"/>
                </a:lnTo>
                <a:lnTo>
                  <a:pt x="665369" y="85725"/>
                </a:lnTo>
                <a:lnTo>
                  <a:pt x="684381" y="85725"/>
                </a:lnTo>
                <a:lnTo>
                  <a:pt x="703383" y="85725"/>
                </a:lnTo>
                <a:lnTo>
                  <a:pt x="722395" y="85725"/>
                </a:lnTo>
                <a:lnTo>
                  <a:pt x="741407" y="85725"/>
                </a:lnTo>
                <a:lnTo>
                  <a:pt x="760419" y="85725"/>
                </a:lnTo>
                <a:lnTo>
                  <a:pt x="779431" y="85725"/>
                </a:lnTo>
                <a:lnTo>
                  <a:pt x="798443" y="85725"/>
                </a:lnTo>
                <a:lnTo>
                  <a:pt x="817455" y="85725"/>
                </a:lnTo>
                <a:lnTo>
                  <a:pt x="836457" y="85725"/>
                </a:lnTo>
                <a:lnTo>
                  <a:pt x="855469" y="85725"/>
                </a:lnTo>
                <a:lnTo>
                  <a:pt x="873081" y="79334"/>
                </a:lnTo>
                <a:lnTo>
                  <a:pt x="890359" y="71399"/>
                </a:lnTo>
                <a:lnTo>
                  <a:pt x="907637" y="63465"/>
                </a:lnTo>
                <a:lnTo>
                  <a:pt x="924916" y="55531"/>
                </a:lnTo>
                <a:lnTo>
                  <a:pt x="942184" y="47596"/>
                </a:lnTo>
                <a:lnTo>
                  <a:pt x="959463" y="39662"/>
                </a:lnTo>
                <a:lnTo>
                  <a:pt x="976741" y="31728"/>
                </a:lnTo>
                <a:lnTo>
                  <a:pt x="994019" y="23803"/>
                </a:lnTo>
                <a:lnTo>
                  <a:pt x="1011288" y="15869"/>
                </a:lnTo>
                <a:lnTo>
                  <a:pt x="1028567" y="7934"/>
                </a:lnTo>
                <a:lnTo>
                  <a:pt x="10458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1C81FBA7-40AB-4AA9-B197-14F3FD5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2318" y="3558540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B7CACD4D-5F56-4F00-B54D-3871009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580" y="3300336"/>
            <a:ext cx="119063" cy="173507"/>
          </a:xfrm>
          <a:custGeom xmlns:a="http://schemas.openxmlformats.org/drawingml/2006/main">
            <a:pathLst>
              <a:path w="119063" h="173507">
                <a:moveTo>
                  <a:pt x="0" y="64846"/>
                </a:moveTo>
                <a:lnTo>
                  <a:pt x="0" y="80372"/>
                </a:lnTo>
                <a:lnTo>
                  <a:pt x="0" y="95898"/>
                </a:lnTo>
                <a:lnTo>
                  <a:pt x="0" y="111414"/>
                </a:lnTo>
                <a:lnTo>
                  <a:pt x="0" y="126940"/>
                </a:lnTo>
                <a:lnTo>
                  <a:pt x="0" y="142465"/>
                </a:lnTo>
                <a:lnTo>
                  <a:pt x="0" y="157991"/>
                </a:lnTo>
                <a:lnTo>
                  <a:pt x="0" y="173507"/>
                </a:lnTo>
                <a:lnTo>
                  <a:pt x="11078" y="169993"/>
                </a:lnTo>
                <a:lnTo>
                  <a:pt x="24575" y="162325"/>
                </a:lnTo>
                <a:lnTo>
                  <a:pt x="38071" y="154667"/>
                </a:lnTo>
                <a:lnTo>
                  <a:pt x="51578" y="146999"/>
                </a:lnTo>
                <a:lnTo>
                  <a:pt x="65075" y="139332"/>
                </a:lnTo>
                <a:lnTo>
                  <a:pt x="78572" y="131664"/>
                </a:lnTo>
                <a:lnTo>
                  <a:pt x="92069" y="123996"/>
                </a:lnTo>
                <a:lnTo>
                  <a:pt x="105566" y="116329"/>
                </a:lnTo>
                <a:lnTo>
                  <a:pt x="119063" y="108661"/>
                </a:lnTo>
                <a:lnTo>
                  <a:pt x="119063" y="93135"/>
                </a:lnTo>
                <a:lnTo>
                  <a:pt x="119063" y="77619"/>
                </a:lnTo>
                <a:lnTo>
                  <a:pt x="119063" y="62093"/>
                </a:lnTo>
                <a:lnTo>
                  <a:pt x="119063" y="46568"/>
                </a:lnTo>
                <a:lnTo>
                  <a:pt x="119063" y="31042"/>
                </a:lnTo>
                <a:lnTo>
                  <a:pt x="119063" y="15526"/>
                </a:lnTo>
                <a:lnTo>
                  <a:pt x="119063" y="0"/>
                </a:lnTo>
                <a:lnTo>
                  <a:pt x="107985" y="3515"/>
                </a:lnTo>
                <a:lnTo>
                  <a:pt x="94488" y="11182"/>
                </a:lnTo>
                <a:lnTo>
                  <a:pt x="80991" y="18850"/>
                </a:lnTo>
                <a:lnTo>
                  <a:pt x="67485" y="26518"/>
                </a:lnTo>
                <a:lnTo>
                  <a:pt x="53988" y="34176"/>
                </a:lnTo>
                <a:lnTo>
                  <a:pt x="40491" y="41843"/>
                </a:lnTo>
                <a:lnTo>
                  <a:pt x="26994" y="49511"/>
                </a:lnTo>
                <a:lnTo>
                  <a:pt x="13497" y="57179"/>
                </a:lnTo>
                <a:lnTo>
                  <a:pt x="0" y="6484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4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7292F83C-06F8-4A47-91AF-255AAE4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1453" y="3297555"/>
            <a:ext cx="1136714" cy="67628"/>
          </a:xfrm>
          <a:custGeom xmlns:a="http://schemas.openxmlformats.org/drawingml/2006/main">
            <a:pathLst>
              <a:path w="1136714" h="67628">
                <a:moveTo>
                  <a:pt x="0" y="67628"/>
                </a:moveTo>
                <a:lnTo>
                  <a:pt x="18926" y="67628"/>
                </a:lnTo>
                <a:lnTo>
                  <a:pt x="37843" y="67628"/>
                </a:lnTo>
                <a:lnTo>
                  <a:pt x="56759" y="67628"/>
                </a:lnTo>
                <a:lnTo>
                  <a:pt x="75686" y="67628"/>
                </a:lnTo>
                <a:lnTo>
                  <a:pt x="94602" y="67628"/>
                </a:lnTo>
                <a:lnTo>
                  <a:pt x="113528" y="67628"/>
                </a:lnTo>
                <a:lnTo>
                  <a:pt x="132445" y="67628"/>
                </a:lnTo>
                <a:lnTo>
                  <a:pt x="151371" y="67628"/>
                </a:lnTo>
                <a:lnTo>
                  <a:pt x="170288" y="67628"/>
                </a:lnTo>
                <a:lnTo>
                  <a:pt x="189214" y="67628"/>
                </a:lnTo>
                <a:lnTo>
                  <a:pt x="208140" y="67628"/>
                </a:lnTo>
                <a:lnTo>
                  <a:pt x="227057" y="67628"/>
                </a:lnTo>
                <a:lnTo>
                  <a:pt x="245974" y="67628"/>
                </a:lnTo>
                <a:lnTo>
                  <a:pt x="264900" y="67628"/>
                </a:lnTo>
                <a:lnTo>
                  <a:pt x="283816" y="67628"/>
                </a:lnTo>
                <a:lnTo>
                  <a:pt x="302743" y="67628"/>
                </a:lnTo>
                <a:lnTo>
                  <a:pt x="321659" y="67628"/>
                </a:lnTo>
                <a:lnTo>
                  <a:pt x="340585" y="67628"/>
                </a:lnTo>
                <a:lnTo>
                  <a:pt x="359502" y="67628"/>
                </a:lnTo>
                <a:lnTo>
                  <a:pt x="378428" y="67628"/>
                </a:lnTo>
                <a:lnTo>
                  <a:pt x="397345" y="67628"/>
                </a:lnTo>
                <a:lnTo>
                  <a:pt x="416271" y="67628"/>
                </a:lnTo>
                <a:lnTo>
                  <a:pt x="435188" y="67628"/>
                </a:lnTo>
                <a:lnTo>
                  <a:pt x="454114" y="67628"/>
                </a:lnTo>
                <a:lnTo>
                  <a:pt x="473031" y="67628"/>
                </a:lnTo>
                <a:lnTo>
                  <a:pt x="491957" y="67628"/>
                </a:lnTo>
                <a:lnTo>
                  <a:pt x="510873" y="67628"/>
                </a:lnTo>
                <a:lnTo>
                  <a:pt x="529800" y="67628"/>
                </a:lnTo>
                <a:lnTo>
                  <a:pt x="548716" y="67628"/>
                </a:lnTo>
                <a:lnTo>
                  <a:pt x="567642" y="67628"/>
                </a:lnTo>
                <a:lnTo>
                  <a:pt x="586559" y="67628"/>
                </a:lnTo>
                <a:lnTo>
                  <a:pt x="605485" y="67628"/>
                </a:lnTo>
                <a:lnTo>
                  <a:pt x="624402" y="67628"/>
                </a:lnTo>
                <a:lnTo>
                  <a:pt x="643328" y="67628"/>
                </a:lnTo>
                <a:lnTo>
                  <a:pt x="662245" y="67628"/>
                </a:lnTo>
                <a:lnTo>
                  <a:pt x="681171" y="67628"/>
                </a:lnTo>
                <a:lnTo>
                  <a:pt x="700088" y="67628"/>
                </a:lnTo>
                <a:lnTo>
                  <a:pt x="719014" y="67628"/>
                </a:lnTo>
                <a:lnTo>
                  <a:pt x="737930" y="67628"/>
                </a:lnTo>
                <a:lnTo>
                  <a:pt x="756856" y="67628"/>
                </a:lnTo>
                <a:lnTo>
                  <a:pt x="775773" y="67628"/>
                </a:lnTo>
                <a:lnTo>
                  <a:pt x="794699" y="67628"/>
                </a:lnTo>
                <a:lnTo>
                  <a:pt x="813616" y="67628"/>
                </a:lnTo>
                <a:lnTo>
                  <a:pt x="832542" y="67628"/>
                </a:lnTo>
                <a:lnTo>
                  <a:pt x="851459" y="67628"/>
                </a:lnTo>
                <a:lnTo>
                  <a:pt x="870385" y="67628"/>
                </a:lnTo>
                <a:lnTo>
                  <a:pt x="889302" y="67628"/>
                </a:lnTo>
                <a:lnTo>
                  <a:pt x="908228" y="67628"/>
                </a:lnTo>
                <a:lnTo>
                  <a:pt x="927144" y="67628"/>
                </a:lnTo>
                <a:lnTo>
                  <a:pt x="946071" y="67628"/>
                </a:lnTo>
                <a:lnTo>
                  <a:pt x="964987" y="67628"/>
                </a:lnTo>
                <a:lnTo>
                  <a:pt x="983913" y="67628"/>
                </a:lnTo>
                <a:lnTo>
                  <a:pt x="1002830" y="67628"/>
                </a:lnTo>
                <a:lnTo>
                  <a:pt x="1021547" y="66827"/>
                </a:lnTo>
                <a:lnTo>
                  <a:pt x="1037996" y="57483"/>
                </a:lnTo>
                <a:lnTo>
                  <a:pt x="1054446" y="48130"/>
                </a:lnTo>
                <a:lnTo>
                  <a:pt x="1070896" y="38786"/>
                </a:lnTo>
                <a:lnTo>
                  <a:pt x="1087355" y="29442"/>
                </a:lnTo>
                <a:lnTo>
                  <a:pt x="1103805" y="20098"/>
                </a:lnTo>
                <a:lnTo>
                  <a:pt x="1120254" y="10754"/>
                </a:lnTo>
                <a:lnTo>
                  <a:pt x="1136714" y="1410"/>
                </a:lnTo>
                <a:lnTo>
                  <a:pt x="1123121" y="0"/>
                </a:lnTo>
                <a:lnTo>
                  <a:pt x="1104195" y="0"/>
                </a:lnTo>
                <a:lnTo>
                  <a:pt x="1085279" y="0"/>
                </a:lnTo>
                <a:lnTo>
                  <a:pt x="1066352" y="0"/>
                </a:lnTo>
                <a:lnTo>
                  <a:pt x="1047436" y="0"/>
                </a:lnTo>
                <a:lnTo>
                  <a:pt x="1028510" y="0"/>
                </a:lnTo>
                <a:lnTo>
                  <a:pt x="1009593" y="0"/>
                </a:lnTo>
                <a:lnTo>
                  <a:pt x="990667" y="0"/>
                </a:lnTo>
                <a:lnTo>
                  <a:pt x="971750" y="0"/>
                </a:lnTo>
                <a:lnTo>
                  <a:pt x="952824" y="0"/>
                </a:lnTo>
                <a:lnTo>
                  <a:pt x="933907" y="0"/>
                </a:lnTo>
                <a:lnTo>
                  <a:pt x="914981" y="0"/>
                </a:lnTo>
                <a:lnTo>
                  <a:pt x="896064" y="0"/>
                </a:lnTo>
                <a:lnTo>
                  <a:pt x="877138" y="0"/>
                </a:lnTo>
                <a:lnTo>
                  <a:pt x="858222" y="0"/>
                </a:lnTo>
                <a:lnTo>
                  <a:pt x="839295" y="0"/>
                </a:lnTo>
                <a:lnTo>
                  <a:pt x="820379" y="0"/>
                </a:lnTo>
                <a:lnTo>
                  <a:pt x="801453" y="0"/>
                </a:lnTo>
                <a:lnTo>
                  <a:pt x="782536" y="0"/>
                </a:lnTo>
                <a:lnTo>
                  <a:pt x="763610" y="0"/>
                </a:lnTo>
                <a:lnTo>
                  <a:pt x="744693" y="0"/>
                </a:lnTo>
                <a:lnTo>
                  <a:pt x="725767" y="0"/>
                </a:lnTo>
                <a:lnTo>
                  <a:pt x="706850" y="0"/>
                </a:lnTo>
                <a:lnTo>
                  <a:pt x="687924" y="0"/>
                </a:lnTo>
                <a:lnTo>
                  <a:pt x="669007" y="0"/>
                </a:lnTo>
                <a:lnTo>
                  <a:pt x="650081" y="0"/>
                </a:lnTo>
                <a:lnTo>
                  <a:pt x="631165" y="0"/>
                </a:lnTo>
                <a:lnTo>
                  <a:pt x="612238" y="0"/>
                </a:lnTo>
                <a:lnTo>
                  <a:pt x="593322" y="0"/>
                </a:lnTo>
                <a:lnTo>
                  <a:pt x="574405" y="0"/>
                </a:lnTo>
                <a:lnTo>
                  <a:pt x="555479" y="0"/>
                </a:lnTo>
                <a:lnTo>
                  <a:pt x="536553" y="0"/>
                </a:lnTo>
                <a:lnTo>
                  <a:pt x="517636" y="0"/>
                </a:lnTo>
                <a:lnTo>
                  <a:pt x="498719" y="0"/>
                </a:lnTo>
                <a:lnTo>
                  <a:pt x="479793" y="0"/>
                </a:lnTo>
                <a:lnTo>
                  <a:pt x="460867" y="0"/>
                </a:lnTo>
                <a:lnTo>
                  <a:pt x="441950" y="0"/>
                </a:lnTo>
                <a:lnTo>
                  <a:pt x="423024" y="0"/>
                </a:lnTo>
                <a:lnTo>
                  <a:pt x="404108" y="0"/>
                </a:lnTo>
                <a:lnTo>
                  <a:pt x="385191" y="0"/>
                </a:lnTo>
                <a:lnTo>
                  <a:pt x="366265" y="0"/>
                </a:lnTo>
                <a:lnTo>
                  <a:pt x="347339" y="0"/>
                </a:lnTo>
                <a:lnTo>
                  <a:pt x="328422" y="0"/>
                </a:lnTo>
                <a:lnTo>
                  <a:pt x="309505" y="0"/>
                </a:lnTo>
                <a:lnTo>
                  <a:pt x="290579" y="0"/>
                </a:lnTo>
                <a:lnTo>
                  <a:pt x="271663" y="0"/>
                </a:lnTo>
                <a:lnTo>
                  <a:pt x="252736" y="0"/>
                </a:lnTo>
                <a:lnTo>
                  <a:pt x="233810" y="0"/>
                </a:lnTo>
                <a:lnTo>
                  <a:pt x="214894" y="0"/>
                </a:lnTo>
                <a:lnTo>
                  <a:pt x="195977" y="0"/>
                </a:lnTo>
                <a:lnTo>
                  <a:pt x="177356" y="1695"/>
                </a:lnTo>
                <a:lnTo>
                  <a:pt x="159620" y="8296"/>
                </a:lnTo>
                <a:lnTo>
                  <a:pt x="141884" y="14888"/>
                </a:lnTo>
                <a:lnTo>
                  <a:pt x="124149" y="21479"/>
                </a:lnTo>
                <a:lnTo>
                  <a:pt x="106413" y="28070"/>
                </a:lnTo>
                <a:lnTo>
                  <a:pt x="88678" y="34661"/>
                </a:lnTo>
                <a:lnTo>
                  <a:pt x="70942" y="41253"/>
                </a:lnTo>
                <a:lnTo>
                  <a:pt x="53207" y="47854"/>
                </a:lnTo>
                <a:lnTo>
                  <a:pt x="35471" y="54445"/>
                </a:lnTo>
                <a:lnTo>
                  <a:pt x="17736" y="61036"/>
                </a:lnTo>
                <a:lnTo>
                  <a:pt x="0" y="6762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5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B08C1090-5F86-47CE-B2F5-5B051C8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2415" y="3297555"/>
            <a:ext cx="982028" cy="67628"/>
          </a:xfrm>
          <a:custGeom xmlns:a="http://schemas.openxmlformats.org/drawingml/2006/main">
            <a:pathLst>
              <a:path w="982028" h="67628">
                <a:moveTo>
                  <a:pt x="0" y="67628"/>
                </a:moveTo>
                <a:lnTo>
                  <a:pt x="18860" y="67628"/>
                </a:lnTo>
                <a:lnTo>
                  <a:pt x="37709" y="67628"/>
                </a:lnTo>
                <a:lnTo>
                  <a:pt x="56569" y="67628"/>
                </a:lnTo>
                <a:lnTo>
                  <a:pt x="75428" y="67628"/>
                </a:lnTo>
                <a:lnTo>
                  <a:pt x="94288" y="67628"/>
                </a:lnTo>
                <a:lnTo>
                  <a:pt x="113138" y="67628"/>
                </a:lnTo>
                <a:lnTo>
                  <a:pt x="131997" y="67628"/>
                </a:lnTo>
                <a:lnTo>
                  <a:pt x="150857" y="67628"/>
                </a:lnTo>
                <a:lnTo>
                  <a:pt x="169707" y="67628"/>
                </a:lnTo>
                <a:lnTo>
                  <a:pt x="188566" y="67628"/>
                </a:lnTo>
                <a:lnTo>
                  <a:pt x="207426" y="67628"/>
                </a:lnTo>
                <a:lnTo>
                  <a:pt x="226285" y="67628"/>
                </a:lnTo>
                <a:lnTo>
                  <a:pt x="245135" y="67628"/>
                </a:lnTo>
                <a:lnTo>
                  <a:pt x="263995" y="67628"/>
                </a:lnTo>
                <a:lnTo>
                  <a:pt x="282854" y="67628"/>
                </a:lnTo>
                <a:lnTo>
                  <a:pt x="301704" y="67628"/>
                </a:lnTo>
                <a:lnTo>
                  <a:pt x="320564" y="67628"/>
                </a:lnTo>
                <a:lnTo>
                  <a:pt x="339423" y="67628"/>
                </a:lnTo>
                <a:lnTo>
                  <a:pt x="358283" y="67628"/>
                </a:lnTo>
                <a:lnTo>
                  <a:pt x="377133" y="67628"/>
                </a:lnTo>
                <a:lnTo>
                  <a:pt x="395992" y="67628"/>
                </a:lnTo>
                <a:lnTo>
                  <a:pt x="414852" y="67628"/>
                </a:lnTo>
                <a:lnTo>
                  <a:pt x="433702" y="67628"/>
                </a:lnTo>
                <a:lnTo>
                  <a:pt x="452561" y="67628"/>
                </a:lnTo>
                <a:lnTo>
                  <a:pt x="471421" y="67628"/>
                </a:lnTo>
                <a:lnTo>
                  <a:pt x="490280" y="67628"/>
                </a:lnTo>
                <a:lnTo>
                  <a:pt x="509130" y="67628"/>
                </a:lnTo>
                <a:lnTo>
                  <a:pt x="527990" y="67628"/>
                </a:lnTo>
                <a:lnTo>
                  <a:pt x="546849" y="67628"/>
                </a:lnTo>
                <a:lnTo>
                  <a:pt x="565699" y="67628"/>
                </a:lnTo>
                <a:lnTo>
                  <a:pt x="584559" y="67628"/>
                </a:lnTo>
                <a:lnTo>
                  <a:pt x="603418" y="67628"/>
                </a:lnTo>
                <a:lnTo>
                  <a:pt x="622278" y="67628"/>
                </a:lnTo>
                <a:lnTo>
                  <a:pt x="641128" y="67628"/>
                </a:lnTo>
                <a:lnTo>
                  <a:pt x="659987" y="67628"/>
                </a:lnTo>
                <a:lnTo>
                  <a:pt x="678847" y="67628"/>
                </a:lnTo>
                <a:lnTo>
                  <a:pt x="697697" y="67628"/>
                </a:lnTo>
                <a:lnTo>
                  <a:pt x="716556" y="67628"/>
                </a:lnTo>
                <a:lnTo>
                  <a:pt x="735416" y="67628"/>
                </a:lnTo>
                <a:lnTo>
                  <a:pt x="754275" y="67628"/>
                </a:lnTo>
                <a:lnTo>
                  <a:pt x="773125" y="67628"/>
                </a:lnTo>
                <a:lnTo>
                  <a:pt x="791985" y="67628"/>
                </a:lnTo>
                <a:lnTo>
                  <a:pt x="810844" y="67628"/>
                </a:lnTo>
                <a:lnTo>
                  <a:pt x="829694" y="67628"/>
                </a:lnTo>
                <a:lnTo>
                  <a:pt x="848554" y="67628"/>
                </a:lnTo>
                <a:lnTo>
                  <a:pt x="866384" y="63646"/>
                </a:lnTo>
                <a:lnTo>
                  <a:pt x="882910" y="54550"/>
                </a:lnTo>
                <a:lnTo>
                  <a:pt x="899427" y="45463"/>
                </a:lnTo>
                <a:lnTo>
                  <a:pt x="915953" y="36366"/>
                </a:lnTo>
                <a:lnTo>
                  <a:pt x="932469" y="27280"/>
                </a:lnTo>
                <a:lnTo>
                  <a:pt x="948985" y="18183"/>
                </a:lnTo>
                <a:lnTo>
                  <a:pt x="965511" y="9096"/>
                </a:lnTo>
                <a:lnTo>
                  <a:pt x="982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67927F44-9246-49E8-B701-2ADAAD93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8628" y="3297555"/>
            <a:ext cx="8058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F7355010-F646-404D-BC28-6E95D0C4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9285" y="3770262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个人保存</a:t>
            </a:r>
          </a:p>
        </p:txBody>
      </p:sp>
      <p:sp>
        <p:nvSpPr>
          <p:cNvPr id="3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1DE46EFF-CF4D-4F6B-AB60-7F7D6FB8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9285" y="4018359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经验留存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依赖个人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8AEA83C-E4CC-4C94-AB5A-D9338DCF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4164" y="452214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4CA0D96-A9ED-405D-8447-F53CF723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7809" y="3500142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集中归档</a:t>
            </a:r>
          </a:p>
        </p:txBody>
      </p:sp>
      <p:sp>
        <p:nvSpPr>
          <p:cNvPr id="4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41DA24AF-C54F-41B5-B9B4-34C858A9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7809" y="3748240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资料归档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入口统一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4DCE6DE-8705-444C-A61A-F8B477AE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2678" y="425201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7179CD50-C71A-4E25-AEA2-ABDFB41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323" y="3230013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统一分类</a:t>
            </a:r>
          </a:p>
        </p:txBody>
      </p:sp>
      <p:sp>
        <p:nvSpPr>
          <p:cNvPr id="4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769620F4-7AFB-4C0A-80A8-4129C5B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6323" y="3478111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统一分类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便于查找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E18DE899-66E4-49CF-9C44-FFCB361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192" y="398189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6C40DE44-FD8C-4EFF-9DA6-09253A8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4837" y="2959894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团队复用</a:t>
            </a:r>
          </a:p>
        </p:txBody>
      </p:sp>
      <p:sp>
        <p:nvSpPr>
          <p:cNvPr id="4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D46CFBED-0CA6-463D-AF8A-00CF8E2A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4837" y="3207991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团队成员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复用方法</a:t>
            </a:r>
          </a:p>
        </p:txBody>
      </p:sp>
      <p:sp>
        <p:nvSpPr>
          <p:cNvPr id="4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C7A377FB-CAD6-4934-B7F5-004A817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9716" y="371162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9" name="level-5-text-heading">
            <a:extLst xmlns:a="http://schemas.openxmlformats.org/drawingml/2006/main">
              <a:ext uri="{FF2B5EF4-FFF2-40B4-BE49-F238E27FC236}">
                <a16:creationId xmlns:a16="http://schemas.microsoft.com/office/drawing/2014/main" id="{1598A586-5022-44A2-9CCE-E09C268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3351" y="2689622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持续更新</a:t>
            </a:r>
          </a:p>
        </p:txBody>
      </p:sp>
      <p:sp>
        <p:nvSpPr>
          <p:cNvPr id="50" name="level-5-text-body">
            <a:extLst xmlns:a="http://schemas.openxmlformats.org/drawingml/2006/main">
              <a:ext uri="{FF2B5EF4-FFF2-40B4-BE49-F238E27FC236}">
                <a16:creationId xmlns:a16="http://schemas.microsoft.com/office/drawing/2014/main" id="{E2EF88B1-1F6B-4D96-93B5-28363AE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3351" y="2937720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持续补充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保持有效</a:t>
            </a:r>
          </a:p>
        </p:txBody>
      </p:sp>
      <p:sp>
        <p:nvSpPr>
          <p:cNvPr id="51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00C68989-D938-4690-B07D-E68BD11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230" y="344150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2" name="level-6-text-heading">
            <a:extLst xmlns:a="http://schemas.openxmlformats.org/drawingml/2006/main">
              <a:ext uri="{FF2B5EF4-FFF2-40B4-BE49-F238E27FC236}">
                <a16:creationId xmlns:a16="http://schemas.microsoft.com/office/drawing/2014/main" id="{FDDC9A42-E5F7-421C-8FC2-AD58E171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874" y="2419502"/>
            <a:ext cx="66973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反馈优化</a:t>
            </a:r>
          </a:p>
        </p:txBody>
      </p:sp>
      <p:sp>
        <p:nvSpPr>
          <p:cNvPr id="53" name="level-6-text-body">
            <a:extLst xmlns:a="http://schemas.openxmlformats.org/drawingml/2006/main">
              <a:ext uri="{FF2B5EF4-FFF2-40B4-BE49-F238E27FC236}">
                <a16:creationId xmlns:a16="http://schemas.microsoft.com/office/drawing/2014/main" id="{58C21CAE-532D-44C5-80AA-1C6C0CE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1874" y="2667600"/>
            <a:ext cx="66973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依据反馈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持续优化</a:t>
            </a:r>
          </a:p>
        </p:txBody>
      </p:sp>
      <p:sp>
        <p:nvSpPr>
          <p:cNvPr id="54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6F3D14A1-FAA1-4C1B-AAA3-A13A523C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6744" y="317137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D71796D-2DBF-49DE-AEEB-D3F09AFB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347572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5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3D1C6F30-359A-456D-8C7C-85393E2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5252" y="3537194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110337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2026-09-07T23:27:07.8780000Z</dcterms:created>
  <dcterms:modified xsi:type="dcterms:W3CDTF">2026-09-07T23:27:07.8780000Z</dcterms:modified>
</coreProperties>
</file>