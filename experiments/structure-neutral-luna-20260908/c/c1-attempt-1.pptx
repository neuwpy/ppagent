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ffe6814aac4ef2" /><Relationship Type="http://schemas.openxmlformats.org/officeDocument/2006/relationships/extended-properties" Target="/docProps/app.xml" Id="Ra850f3a6fa1d4f41" /><Relationship Type="http://schemas.openxmlformats.org/officeDocument/2006/relationships/officeDocument" Target="/ppt/presentation.xml" Id="Rb73284d0f68e48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70c91eee364f5f"/>
  </p:sldMasterIdLst>
  <p:notesMasterIdLst>
    <p:notesMasterId xmlns:r="http://schemas.openxmlformats.org/officeDocument/2006/relationships" r:id="R3576cb27b9f8497a"/>
  </p:notesMasterIdLst>
  <p:sldIdLst>
    <p:sldId xmlns:r="http://schemas.openxmlformats.org/officeDocument/2006/relationships" id="256" r:id="Rabbd0a1c0b44407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4e9ec492df4409" /><Relationship Type="http://schemas.openxmlformats.org/officeDocument/2006/relationships/slideMaster" Target="/ppt/slideMasters/slideMaster1.xml" Id="Rb870c91eee364f5f" /><Relationship Type="http://schemas.openxmlformats.org/officeDocument/2006/relationships/notesMaster" Target="/ppt/notesMasters/notesMaster1.xml" Id="R3576cb27b9f8497a" /><Relationship Type="http://schemas.openxmlformats.org/officeDocument/2006/relationships/presProps" Target="/ppt/presProps.xml" Id="Rd9f39d665fb64528" /><Relationship Type="http://schemas.openxmlformats.org/officeDocument/2006/relationships/tableStyles" Target="/ppt/tableStyles.xml" Id="R3f3ad7c4db56450f" /><Relationship Type="http://schemas.openxmlformats.org/officeDocument/2006/relationships/slide" Target="/ppt/slides/slide1.xml" Id="Rabbd0a1c0b4440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4f9d320cf548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3059dc6e394939" /><Relationship Type="http://schemas.openxmlformats.org/officeDocument/2006/relationships/notesMaster" Target="/ppt/notesMasters/notesMaster1.xml" Id="R8648b8db679243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03a874c94141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f49cc759ac4975" /><Relationship Type="http://schemas.openxmlformats.org/officeDocument/2006/relationships/slideLayout" Target="/ppt/slideLayouts/slideLayout1.xml" Id="R6ef4846fc30e45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f4846fc30e45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3be7f68e684ac3" /><Relationship Type="http://schemas.openxmlformats.org/officeDocument/2006/relationships/notesSlide" Target="/ppt/notesSlides/notesSlide1.xml" Id="R7cb1847d636941e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page-paper">
            <a:extLst xmlns:a="http://schemas.openxmlformats.org/drawingml/2006/main">
              <a:ext uri="{FF2B5EF4-FFF2-40B4-BE49-F238E27FC236}">
                <a16:creationId xmlns:a16="http://schemas.microsoft.com/office/drawing/2014/main" id="{A89DCC60-914F-4622-85AC-422424D1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BA0F2849-D4E0-4C13-A4B4-1C8F9BCE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65062BA9-FE7E-4754-AB10-D4311DA5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21812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设备维护能力成熟度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96044349-FE56-4161-A921-94F7FD9B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647700"/>
            <a:ext cx="823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aux">
            <a:extLst xmlns:a="http://schemas.openxmlformats.org/drawingml/2006/main">
              <a:ext uri="{FF2B5EF4-FFF2-40B4-BE49-F238E27FC236}">
                <a16:creationId xmlns:a16="http://schemas.microsoft.com/office/drawing/2014/main" id="{89B25B44-C646-4518-B4B2-AE54E4D7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7816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当前在形成记录阶段，需经过计划维护达到持续改善。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D264ED2-CEE5-437E-A9A8-3C471DF3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  <p:sp>
        <p:nvSpPr>
          <p:cNvPr id="7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3A4F619C-F19F-49CC-8EF0-6E16D3E1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23430" y="3880266"/>
            <a:ext cx="1252061" cy="902399"/>
          </a:xfrm>
          <a:custGeom xmlns:a="http://schemas.openxmlformats.org/drawingml/2006/main">
            <a:pathLst>
              <a:path w="1252061" h="902399">
                <a:moveTo>
                  <a:pt x="74990" y="125949"/>
                </a:moveTo>
                <a:lnTo>
                  <a:pt x="93888" y="123920"/>
                </a:lnTo>
                <a:lnTo>
                  <a:pt x="112776" y="121891"/>
                </a:lnTo>
                <a:lnTo>
                  <a:pt x="131674" y="119863"/>
                </a:lnTo>
                <a:lnTo>
                  <a:pt x="150571" y="117824"/>
                </a:lnTo>
                <a:lnTo>
                  <a:pt x="169459" y="115795"/>
                </a:lnTo>
                <a:lnTo>
                  <a:pt x="188357" y="113767"/>
                </a:lnTo>
                <a:lnTo>
                  <a:pt x="207254" y="111728"/>
                </a:lnTo>
                <a:lnTo>
                  <a:pt x="226143" y="109699"/>
                </a:lnTo>
                <a:lnTo>
                  <a:pt x="245040" y="107671"/>
                </a:lnTo>
                <a:lnTo>
                  <a:pt x="263938" y="105642"/>
                </a:lnTo>
                <a:lnTo>
                  <a:pt x="282826" y="103603"/>
                </a:lnTo>
                <a:lnTo>
                  <a:pt x="301723" y="101575"/>
                </a:lnTo>
                <a:lnTo>
                  <a:pt x="320621" y="99546"/>
                </a:lnTo>
                <a:lnTo>
                  <a:pt x="339509" y="97517"/>
                </a:lnTo>
                <a:lnTo>
                  <a:pt x="358407" y="95479"/>
                </a:lnTo>
                <a:lnTo>
                  <a:pt x="377304" y="93450"/>
                </a:lnTo>
                <a:lnTo>
                  <a:pt x="396192" y="91421"/>
                </a:lnTo>
                <a:lnTo>
                  <a:pt x="415090" y="89383"/>
                </a:lnTo>
                <a:lnTo>
                  <a:pt x="433988" y="87354"/>
                </a:lnTo>
                <a:lnTo>
                  <a:pt x="452876" y="85325"/>
                </a:lnTo>
                <a:lnTo>
                  <a:pt x="471773" y="83296"/>
                </a:lnTo>
                <a:lnTo>
                  <a:pt x="490671" y="81258"/>
                </a:lnTo>
                <a:lnTo>
                  <a:pt x="509568" y="79229"/>
                </a:lnTo>
                <a:lnTo>
                  <a:pt x="528457" y="77200"/>
                </a:lnTo>
                <a:lnTo>
                  <a:pt x="547354" y="75162"/>
                </a:lnTo>
                <a:lnTo>
                  <a:pt x="566252" y="73133"/>
                </a:lnTo>
                <a:lnTo>
                  <a:pt x="585140" y="71104"/>
                </a:lnTo>
                <a:lnTo>
                  <a:pt x="604037" y="69075"/>
                </a:lnTo>
                <a:lnTo>
                  <a:pt x="622935" y="67037"/>
                </a:lnTo>
                <a:lnTo>
                  <a:pt x="641823" y="65008"/>
                </a:lnTo>
                <a:lnTo>
                  <a:pt x="660721" y="62979"/>
                </a:lnTo>
                <a:lnTo>
                  <a:pt x="679618" y="60941"/>
                </a:lnTo>
                <a:lnTo>
                  <a:pt x="698506" y="58912"/>
                </a:lnTo>
                <a:lnTo>
                  <a:pt x="717404" y="56883"/>
                </a:lnTo>
                <a:lnTo>
                  <a:pt x="736302" y="54854"/>
                </a:lnTo>
                <a:lnTo>
                  <a:pt x="755190" y="52816"/>
                </a:lnTo>
                <a:lnTo>
                  <a:pt x="774087" y="50787"/>
                </a:lnTo>
                <a:lnTo>
                  <a:pt x="792985" y="48758"/>
                </a:lnTo>
                <a:lnTo>
                  <a:pt x="811873" y="46720"/>
                </a:lnTo>
                <a:lnTo>
                  <a:pt x="830771" y="44691"/>
                </a:lnTo>
                <a:lnTo>
                  <a:pt x="849668" y="42662"/>
                </a:lnTo>
                <a:lnTo>
                  <a:pt x="868556" y="40634"/>
                </a:lnTo>
                <a:lnTo>
                  <a:pt x="887454" y="38595"/>
                </a:lnTo>
                <a:lnTo>
                  <a:pt x="906351" y="36566"/>
                </a:lnTo>
                <a:lnTo>
                  <a:pt x="925239" y="34538"/>
                </a:lnTo>
                <a:lnTo>
                  <a:pt x="944137" y="32509"/>
                </a:lnTo>
                <a:lnTo>
                  <a:pt x="963035" y="30470"/>
                </a:lnTo>
                <a:lnTo>
                  <a:pt x="981923" y="28442"/>
                </a:lnTo>
                <a:lnTo>
                  <a:pt x="1000820" y="26413"/>
                </a:lnTo>
                <a:lnTo>
                  <a:pt x="1019718" y="24374"/>
                </a:lnTo>
                <a:lnTo>
                  <a:pt x="1038616" y="22346"/>
                </a:lnTo>
                <a:lnTo>
                  <a:pt x="1057504" y="20317"/>
                </a:lnTo>
                <a:lnTo>
                  <a:pt x="1076401" y="18288"/>
                </a:lnTo>
                <a:lnTo>
                  <a:pt x="1095299" y="16250"/>
                </a:lnTo>
                <a:lnTo>
                  <a:pt x="1114187" y="14221"/>
                </a:lnTo>
                <a:lnTo>
                  <a:pt x="1133084" y="12192"/>
                </a:lnTo>
                <a:lnTo>
                  <a:pt x="1151982" y="10154"/>
                </a:lnTo>
                <a:lnTo>
                  <a:pt x="1170870" y="8125"/>
                </a:lnTo>
                <a:lnTo>
                  <a:pt x="1189768" y="6096"/>
                </a:lnTo>
                <a:lnTo>
                  <a:pt x="1208665" y="4067"/>
                </a:lnTo>
                <a:lnTo>
                  <a:pt x="1227553" y="2029"/>
                </a:lnTo>
                <a:lnTo>
                  <a:pt x="1246451" y="0"/>
                </a:lnTo>
                <a:lnTo>
                  <a:pt x="1252061" y="11401"/>
                </a:lnTo>
                <a:lnTo>
                  <a:pt x="1250232" y="30309"/>
                </a:lnTo>
                <a:lnTo>
                  <a:pt x="1248404" y="49225"/>
                </a:lnTo>
                <a:lnTo>
                  <a:pt x="1246575" y="68142"/>
                </a:lnTo>
                <a:lnTo>
                  <a:pt x="1244746" y="87059"/>
                </a:lnTo>
                <a:lnTo>
                  <a:pt x="1242917" y="105975"/>
                </a:lnTo>
                <a:lnTo>
                  <a:pt x="1241088" y="124892"/>
                </a:lnTo>
                <a:lnTo>
                  <a:pt x="1239260" y="143808"/>
                </a:lnTo>
                <a:lnTo>
                  <a:pt x="1237431" y="162716"/>
                </a:lnTo>
                <a:lnTo>
                  <a:pt x="1235602" y="181632"/>
                </a:lnTo>
                <a:lnTo>
                  <a:pt x="1233773" y="200549"/>
                </a:lnTo>
                <a:lnTo>
                  <a:pt x="1231944" y="219466"/>
                </a:lnTo>
                <a:lnTo>
                  <a:pt x="1230116" y="238382"/>
                </a:lnTo>
                <a:lnTo>
                  <a:pt x="1228287" y="257299"/>
                </a:lnTo>
                <a:lnTo>
                  <a:pt x="1226458" y="276206"/>
                </a:lnTo>
                <a:lnTo>
                  <a:pt x="1224629" y="295123"/>
                </a:lnTo>
                <a:lnTo>
                  <a:pt x="1222791" y="314039"/>
                </a:lnTo>
                <a:lnTo>
                  <a:pt x="1220962" y="332956"/>
                </a:lnTo>
                <a:lnTo>
                  <a:pt x="1219133" y="351873"/>
                </a:lnTo>
                <a:lnTo>
                  <a:pt x="1217305" y="370789"/>
                </a:lnTo>
                <a:lnTo>
                  <a:pt x="1215476" y="389706"/>
                </a:lnTo>
                <a:lnTo>
                  <a:pt x="1213647" y="408613"/>
                </a:lnTo>
                <a:lnTo>
                  <a:pt x="1211818" y="427530"/>
                </a:lnTo>
                <a:lnTo>
                  <a:pt x="1209989" y="446446"/>
                </a:lnTo>
                <a:lnTo>
                  <a:pt x="1208161" y="465363"/>
                </a:lnTo>
                <a:lnTo>
                  <a:pt x="1206332" y="484280"/>
                </a:lnTo>
                <a:lnTo>
                  <a:pt x="1204503" y="503196"/>
                </a:lnTo>
                <a:lnTo>
                  <a:pt x="1202674" y="522103"/>
                </a:lnTo>
                <a:lnTo>
                  <a:pt x="1200845" y="541020"/>
                </a:lnTo>
                <a:lnTo>
                  <a:pt x="1199017" y="559937"/>
                </a:lnTo>
                <a:lnTo>
                  <a:pt x="1197188" y="578853"/>
                </a:lnTo>
                <a:lnTo>
                  <a:pt x="1195359" y="597770"/>
                </a:lnTo>
                <a:lnTo>
                  <a:pt x="1193530" y="616687"/>
                </a:lnTo>
                <a:lnTo>
                  <a:pt x="1191701" y="635603"/>
                </a:lnTo>
                <a:lnTo>
                  <a:pt x="1189873" y="654510"/>
                </a:lnTo>
                <a:lnTo>
                  <a:pt x="1188044" y="673427"/>
                </a:lnTo>
                <a:lnTo>
                  <a:pt x="1186215" y="692344"/>
                </a:lnTo>
                <a:lnTo>
                  <a:pt x="1184386" y="711260"/>
                </a:lnTo>
                <a:lnTo>
                  <a:pt x="1182557" y="730177"/>
                </a:lnTo>
                <a:lnTo>
                  <a:pt x="1180729" y="749094"/>
                </a:lnTo>
                <a:lnTo>
                  <a:pt x="1178900" y="768010"/>
                </a:lnTo>
                <a:lnTo>
                  <a:pt x="1168537" y="778478"/>
                </a:lnTo>
                <a:lnTo>
                  <a:pt x="1149639" y="780507"/>
                </a:lnTo>
                <a:lnTo>
                  <a:pt x="1130751" y="782545"/>
                </a:lnTo>
                <a:lnTo>
                  <a:pt x="1111853" y="784574"/>
                </a:lnTo>
                <a:lnTo>
                  <a:pt x="1092956" y="786603"/>
                </a:lnTo>
                <a:lnTo>
                  <a:pt x="1074068" y="788632"/>
                </a:lnTo>
                <a:lnTo>
                  <a:pt x="1055170" y="790670"/>
                </a:lnTo>
                <a:lnTo>
                  <a:pt x="1036272" y="792699"/>
                </a:lnTo>
                <a:lnTo>
                  <a:pt x="1017384" y="794728"/>
                </a:lnTo>
                <a:lnTo>
                  <a:pt x="998487" y="796766"/>
                </a:lnTo>
                <a:lnTo>
                  <a:pt x="979589" y="798795"/>
                </a:lnTo>
                <a:lnTo>
                  <a:pt x="960701" y="800824"/>
                </a:lnTo>
                <a:lnTo>
                  <a:pt x="941803" y="802853"/>
                </a:lnTo>
                <a:lnTo>
                  <a:pt x="922906" y="804891"/>
                </a:lnTo>
                <a:lnTo>
                  <a:pt x="904018" y="806920"/>
                </a:lnTo>
                <a:lnTo>
                  <a:pt x="885120" y="808949"/>
                </a:lnTo>
                <a:lnTo>
                  <a:pt x="866223" y="810987"/>
                </a:lnTo>
                <a:lnTo>
                  <a:pt x="847334" y="813016"/>
                </a:lnTo>
                <a:lnTo>
                  <a:pt x="828437" y="815045"/>
                </a:lnTo>
                <a:lnTo>
                  <a:pt x="809539" y="817074"/>
                </a:lnTo>
                <a:lnTo>
                  <a:pt x="790651" y="819112"/>
                </a:lnTo>
                <a:lnTo>
                  <a:pt x="771754" y="821141"/>
                </a:lnTo>
                <a:lnTo>
                  <a:pt x="752856" y="823170"/>
                </a:lnTo>
                <a:lnTo>
                  <a:pt x="733968" y="825208"/>
                </a:lnTo>
                <a:lnTo>
                  <a:pt x="715070" y="827237"/>
                </a:lnTo>
                <a:lnTo>
                  <a:pt x="696173" y="829266"/>
                </a:lnTo>
                <a:lnTo>
                  <a:pt x="677275" y="831294"/>
                </a:lnTo>
                <a:lnTo>
                  <a:pt x="658387" y="833333"/>
                </a:lnTo>
                <a:lnTo>
                  <a:pt x="639489" y="835362"/>
                </a:lnTo>
                <a:lnTo>
                  <a:pt x="620592" y="837390"/>
                </a:lnTo>
                <a:lnTo>
                  <a:pt x="601704" y="839429"/>
                </a:lnTo>
                <a:lnTo>
                  <a:pt x="582806" y="841458"/>
                </a:lnTo>
                <a:lnTo>
                  <a:pt x="563909" y="843486"/>
                </a:lnTo>
                <a:lnTo>
                  <a:pt x="545021" y="845515"/>
                </a:lnTo>
                <a:lnTo>
                  <a:pt x="526123" y="847554"/>
                </a:lnTo>
                <a:lnTo>
                  <a:pt x="507225" y="849582"/>
                </a:lnTo>
                <a:lnTo>
                  <a:pt x="488337" y="851611"/>
                </a:lnTo>
                <a:lnTo>
                  <a:pt x="469440" y="853640"/>
                </a:lnTo>
                <a:lnTo>
                  <a:pt x="450542" y="855678"/>
                </a:lnTo>
                <a:lnTo>
                  <a:pt x="431654" y="857707"/>
                </a:lnTo>
                <a:lnTo>
                  <a:pt x="412756" y="859736"/>
                </a:lnTo>
                <a:lnTo>
                  <a:pt x="393859" y="861774"/>
                </a:lnTo>
                <a:lnTo>
                  <a:pt x="374971" y="863803"/>
                </a:lnTo>
                <a:lnTo>
                  <a:pt x="356073" y="865832"/>
                </a:lnTo>
                <a:lnTo>
                  <a:pt x="337175" y="867861"/>
                </a:lnTo>
                <a:lnTo>
                  <a:pt x="318287" y="869899"/>
                </a:lnTo>
                <a:lnTo>
                  <a:pt x="299390" y="871928"/>
                </a:lnTo>
                <a:lnTo>
                  <a:pt x="280492" y="873957"/>
                </a:lnTo>
                <a:lnTo>
                  <a:pt x="261604" y="875995"/>
                </a:lnTo>
                <a:lnTo>
                  <a:pt x="242707" y="878024"/>
                </a:lnTo>
                <a:lnTo>
                  <a:pt x="223809" y="880053"/>
                </a:lnTo>
                <a:lnTo>
                  <a:pt x="204921" y="882082"/>
                </a:lnTo>
                <a:lnTo>
                  <a:pt x="186023" y="884120"/>
                </a:lnTo>
                <a:lnTo>
                  <a:pt x="167126" y="886149"/>
                </a:lnTo>
                <a:lnTo>
                  <a:pt x="148228" y="888178"/>
                </a:lnTo>
                <a:lnTo>
                  <a:pt x="129340" y="890216"/>
                </a:lnTo>
                <a:lnTo>
                  <a:pt x="110442" y="892245"/>
                </a:lnTo>
                <a:lnTo>
                  <a:pt x="91545" y="894274"/>
                </a:lnTo>
                <a:lnTo>
                  <a:pt x="72657" y="896303"/>
                </a:lnTo>
                <a:lnTo>
                  <a:pt x="53759" y="898341"/>
                </a:lnTo>
                <a:lnTo>
                  <a:pt x="34862" y="900370"/>
                </a:lnTo>
                <a:lnTo>
                  <a:pt x="15973" y="902399"/>
                </a:lnTo>
                <a:lnTo>
                  <a:pt x="0" y="901475"/>
                </a:lnTo>
                <a:lnTo>
                  <a:pt x="1829" y="882558"/>
                </a:lnTo>
                <a:lnTo>
                  <a:pt x="3658" y="863651"/>
                </a:lnTo>
                <a:lnTo>
                  <a:pt x="5486" y="844734"/>
                </a:lnTo>
                <a:lnTo>
                  <a:pt x="7315" y="825818"/>
                </a:lnTo>
                <a:lnTo>
                  <a:pt x="9144" y="806901"/>
                </a:lnTo>
                <a:lnTo>
                  <a:pt x="10973" y="787984"/>
                </a:lnTo>
                <a:lnTo>
                  <a:pt x="12802" y="769068"/>
                </a:lnTo>
                <a:lnTo>
                  <a:pt x="14630" y="750151"/>
                </a:lnTo>
                <a:lnTo>
                  <a:pt x="16459" y="731244"/>
                </a:lnTo>
                <a:lnTo>
                  <a:pt x="18288" y="712327"/>
                </a:lnTo>
                <a:lnTo>
                  <a:pt x="20117" y="693410"/>
                </a:lnTo>
                <a:lnTo>
                  <a:pt x="21946" y="674494"/>
                </a:lnTo>
                <a:lnTo>
                  <a:pt x="23774" y="655577"/>
                </a:lnTo>
                <a:lnTo>
                  <a:pt x="25603" y="636661"/>
                </a:lnTo>
                <a:lnTo>
                  <a:pt x="27432" y="617753"/>
                </a:lnTo>
                <a:lnTo>
                  <a:pt x="29261" y="598837"/>
                </a:lnTo>
                <a:lnTo>
                  <a:pt x="31090" y="579920"/>
                </a:lnTo>
                <a:lnTo>
                  <a:pt x="32918" y="561003"/>
                </a:lnTo>
                <a:lnTo>
                  <a:pt x="34747" y="542087"/>
                </a:lnTo>
                <a:lnTo>
                  <a:pt x="36576" y="523170"/>
                </a:lnTo>
                <a:lnTo>
                  <a:pt x="38405" y="504254"/>
                </a:lnTo>
                <a:lnTo>
                  <a:pt x="40243" y="485346"/>
                </a:lnTo>
                <a:lnTo>
                  <a:pt x="42072" y="466430"/>
                </a:lnTo>
                <a:lnTo>
                  <a:pt x="43901" y="447513"/>
                </a:lnTo>
                <a:lnTo>
                  <a:pt x="45730" y="428596"/>
                </a:lnTo>
                <a:lnTo>
                  <a:pt x="47558" y="409680"/>
                </a:lnTo>
                <a:lnTo>
                  <a:pt x="49387" y="390763"/>
                </a:lnTo>
                <a:lnTo>
                  <a:pt x="51216" y="371846"/>
                </a:lnTo>
                <a:lnTo>
                  <a:pt x="53045" y="352939"/>
                </a:lnTo>
                <a:lnTo>
                  <a:pt x="54874" y="334023"/>
                </a:lnTo>
                <a:lnTo>
                  <a:pt x="56702" y="315106"/>
                </a:lnTo>
                <a:lnTo>
                  <a:pt x="58531" y="296189"/>
                </a:lnTo>
                <a:lnTo>
                  <a:pt x="60360" y="277273"/>
                </a:lnTo>
                <a:lnTo>
                  <a:pt x="62189" y="258356"/>
                </a:lnTo>
                <a:lnTo>
                  <a:pt x="64018" y="239449"/>
                </a:lnTo>
                <a:lnTo>
                  <a:pt x="65846" y="220532"/>
                </a:lnTo>
                <a:lnTo>
                  <a:pt x="67675" y="201616"/>
                </a:lnTo>
                <a:lnTo>
                  <a:pt x="69504" y="182699"/>
                </a:lnTo>
                <a:lnTo>
                  <a:pt x="71333" y="163782"/>
                </a:lnTo>
                <a:lnTo>
                  <a:pt x="73162" y="144866"/>
                </a:lnTo>
                <a:lnTo>
                  <a:pt x="74990" y="125949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D8CC7FFA-3A07-4CD0-9F9B-3BA331C3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2677" y="3403102"/>
            <a:ext cx="1253080" cy="902322"/>
          </a:xfrm>
          <a:custGeom xmlns:a="http://schemas.openxmlformats.org/drawingml/2006/main">
            <a:pathLst>
              <a:path w="1253080" h="902322">
                <a:moveTo>
                  <a:pt x="75028" y="125911"/>
                </a:moveTo>
                <a:lnTo>
                  <a:pt x="93926" y="123882"/>
                </a:lnTo>
                <a:lnTo>
                  <a:pt x="112833" y="121853"/>
                </a:lnTo>
                <a:lnTo>
                  <a:pt x="131740" y="119825"/>
                </a:lnTo>
                <a:lnTo>
                  <a:pt x="150638" y="117786"/>
                </a:lnTo>
                <a:lnTo>
                  <a:pt x="169545" y="115757"/>
                </a:lnTo>
                <a:lnTo>
                  <a:pt x="188452" y="113729"/>
                </a:lnTo>
                <a:lnTo>
                  <a:pt x="207350" y="111700"/>
                </a:lnTo>
                <a:lnTo>
                  <a:pt x="226257" y="109671"/>
                </a:lnTo>
                <a:lnTo>
                  <a:pt x="245164" y="107633"/>
                </a:lnTo>
                <a:lnTo>
                  <a:pt x="264062" y="105604"/>
                </a:lnTo>
                <a:lnTo>
                  <a:pt x="282969" y="103575"/>
                </a:lnTo>
                <a:lnTo>
                  <a:pt x="301876" y="101546"/>
                </a:lnTo>
                <a:lnTo>
                  <a:pt x="320773" y="99508"/>
                </a:lnTo>
                <a:lnTo>
                  <a:pt x="339681" y="97479"/>
                </a:lnTo>
                <a:lnTo>
                  <a:pt x="358578" y="95450"/>
                </a:lnTo>
                <a:lnTo>
                  <a:pt x="377485" y="93421"/>
                </a:lnTo>
                <a:lnTo>
                  <a:pt x="396392" y="91392"/>
                </a:lnTo>
                <a:lnTo>
                  <a:pt x="415290" y="89354"/>
                </a:lnTo>
                <a:lnTo>
                  <a:pt x="434197" y="87325"/>
                </a:lnTo>
                <a:lnTo>
                  <a:pt x="453104" y="85296"/>
                </a:lnTo>
                <a:lnTo>
                  <a:pt x="472002" y="83268"/>
                </a:lnTo>
                <a:lnTo>
                  <a:pt x="490909" y="81239"/>
                </a:lnTo>
                <a:lnTo>
                  <a:pt x="509816" y="79200"/>
                </a:lnTo>
                <a:lnTo>
                  <a:pt x="528714" y="77172"/>
                </a:lnTo>
                <a:lnTo>
                  <a:pt x="547621" y="75143"/>
                </a:lnTo>
                <a:lnTo>
                  <a:pt x="566528" y="73114"/>
                </a:lnTo>
                <a:lnTo>
                  <a:pt x="585426" y="71076"/>
                </a:lnTo>
                <a:lnTo>
                  <a:pt x="604333" y="69047"/>
                </a:lnTo>
                <a:lnTo>
                  <a:pt x="623240" y="67018"/>
                </a:lnTo>
                <a:lnTo>
                  <a:pt x="642137" y="64989"/>
                </a:lnTo>
                <a:lnTo>
                  <a:pt x="661045" y="62960"/>
                </a:lnTo>
                <a:lnTo>
                  <a:pt x="679952" y="60922"/>
                </a:lnTo>
                <a:lnTo>
                  <a:pt x="698849" y="58893"/>
                </a:lnTo>
                <a:lnTo>
                  <a:pt x="717756" y="56864"/>
                </a:lnTo>
                <a:lnTo>
                  <a:pt x="736664" y="54835"/>
                </a:lnTo>
                <a:lnTo>
                  <a:pt x="755561" y="52807"/>
                </a:lnTo>
                <a:lnTo>
                  <a:pt x="774468" y="50768"/>
                </a:lnTo>
                <a:lnTo>
                  <a:pt x="793366" y="48739"/>
                </a:lnTo>
                <a:lnTo>
                  <a:pt x="812273" y="46711"/>
                </a:lnTo>
                <a:lnTo>
                  <a:pt x="831180" y="44682"/>
                </a:lnTo>
                <a:lnTo>
                  <a:pt x="850078" y="42643"/>
                </a:lnTo>
                <a:lnTo>
                  <a:pt x="868985" y="40615"/>
                </a:lnTo>
                <a:lnTo>
                  <a:pt x="887892" y="38586"/>
                </a:lnTo>
                <a:lnTo>
                  <a:pt x="906790" y="36557"/>
                </a:lnTo>
                <a:lnTo>
                  <a:pt x="925697" y="34528"/>
                </a:lnTo>
                <a:lnTo>
                  <a:pt x="944604" y="32490"/>
                </a:lnTo>
                <a:lnTo>
                  <a:pt x="963501" y="30461"/>
                </a:lnTo>
                <a:lnTo>
                  <a:pt x="982409" y="28432"/>
                </a:lnTo>
                <a:lnTo>
                  <a:pt x="1001316" y="26403"/>
                </a:lnTo>
                <a:lnTo>
                  <a:pt x="1020213" y="24374"/>
                </a:lnTo>
                <a:lnTo>
                  <a:pt x="1039120" y="22336"/>
                </a:lnTo>
                <a:lnTo>
                  <a:pt x="1058027" y="20307"/>
                </a:lnTo>
                <a:lnTo>
                  <a:pt x="1076925" y="18278"/>
                </a:lnTo>
                <a:lnTo>
                  <a:pt x="1095832" y="16250"/>
                </a:lnTo>
                <a:lnTo>
                  <a:pt x="1114739" y="14211"/>
                </a:lnTo>
                <a:lnTo>
                  <a:pt x="1133637" y="12182"/>
                </a:lnTo>
                <a:lnTo>
                  <a:pt x="1152544" y="10154"/>
                </a:lnTo>
                <a:lnTo>
                  <a:pt x="1171451" y="8125"/>
                </a:lnTo>
                <a:lnTo>
                  <a:pt x="1190349" y="6096"/>
                </a:lnTo>
                <a:lnTo>
                  <a:pt x="1209256" y="4058"/>
                </a:lnTo>
                <a:lnTo>
                  <a:pt x="1228154" y="2029"/>
                </a:lnTo>
                <a:lnTo>
                  <a:pt x="1247061" y="0"/>
                </a:lnTo>
                <a:lnTo>
                  <a:pt x="1253080" y="10992"/>
                </a:lnTo>
                <a:lnTo>
                  <a:pt x="1251252" y="29909"/>
                </a:lnTo>
                <a:lnTo>
                  <a:pt x="1249423" y="48835"/>
                </a:lnTo>
                <a:lnTo>
                  <a:pt x="1247594" y="67761"/>
                </a:lnTo>
                <a:lnTo>
                  <a:pt x="1245765" y="86687"/>
                </a:lnTo>
                <a:lnTo>
                  <a:pt x="1243936" y="105613"/>
                </a:lnTo>
                <a:lnTo>
                  <a:pt x="1242108" y="124530"/>
                </a:lnTo>
                <a:lnTo>
                  <a:pt x="1240279" y="143456"/>
                </a:lnTo>
                <a:lnTo>
                  <a:pt x="1238441" y="162382"/>
                </a:lnTo>
                <a:lnTo>
                  <a:pt x="1236612" y="181308"/>
                </a:lnTo>
                <a:lnTo>
                  <a:pt x="1234783" y="200235"/>
                </a:lnTo>
                <a:lnTo>
                  <a:pt x="1232954" y="219161"/>
                </a:lnTo>
                <a:lnTo>
                  <a:pt x="1231125" y="238077"/>
                </a:lnTo>
                <a:lnTo>
                  <a:pt x="1229297" y="257004"/>
                </a:lnTo>
                <a:lnTo>
                  <a:pt x="1227468" y="275930"/>
                </a:lnTo>
                <a:lnTo>
                  <a:pt x="1225639" y="294856"/>
                </a:lnTo>
                <a:lnTo>
                  <a:pt x="1223810" y="313782"/>
                </a:lnTo>
                <a:lnTo>
                  <a:pt x="1221972" y="332699"/>
                </a:lnTo>
                <a:lnTo>
                  <a:pt x="1220143" y="351625"/>
                </a:lnTo>
                <a:lnTo>
                  <a:pt x="1218314" y="370551"/>
                </a:lnTo>
                <a:lnTo>
                  <a:pt x="1216485" y="389477"/>
                </a:lnTo>
                <a:lnTo>
                  <a:pt x="1214657" y="408403"/>
                </a:lnTo>
                <a:lnTo>
                  <a:pt x="1212828" y="427320"/>
                </a:lnTo>
                <a:lnTo>
                  <a:pt x="1210999" y="446246"/>
                </a:lnTo>
                <a:lnTo>
                  <a:pt x="1209170" y="465172"/>
                </a:lnTo>
                <a:lnTo>
                  <a:pt x="1207332" y="484099"/>
                </a:lnTo>
                <a:lnTo>
                  <a:pt x="1205503" y="503025"/>
                </a:lnTo>
                <a:lnTo>
                  <a:pt x="1203674" y="521941"/>
                </a:lnTo>
                <a:lnTo>
                  <a:pt x="1201845" y="540868"/>
                </a:lnTo>
                <a:lnTo>
                  <a:pt x="1200017" y="559794"/>
                </a:lnTo>
                <a:lnTo>
                  <a:pt x="1198188" y="578720"/>
                </a:lnTo>
                <a:lnTo>
                  <a:pt x="1196359" y="597646"/>
                </a:lnTo>
                <a:lnTo>
                  <a:pt x="1194530" y="616563"/>
                </a:lnTo>
                <a:lnTo>
                  <a:pt x="1192701" y="635489"/>
                </a:lnTo>
                <a:lnTo>
                  <a:pt x="1190863" y="654415"/>
                </a:lnTo>
                <a:lnTo>
                  <a:pt x="1189034" y="673341"/>
                </a:lnTo>
                <a:lnTo>
                  <a:pt x="1187206" y="692267"/>
                </a:lnTo>
                <a:lnTo>
                  <a:pt x="1185377" y="711184"/>
                </a:lnTo>
                <a:lnTo>
                  <a:pt x="1183548" y="730110"/>
                </a:lnTo>
                <a:lnTo>
                  <a:pt x="1181719" y="749036"/>
                </a:lnTo>
                <a:lnTo>
                  <a:pt x="1179890" y="767963"/>
                </a:lnTo>
                <a:lnTo>
                  <a:pt x="1169518" y="778440"/>
                </a:lnTo>
                <a:lnTo>
                  <a:pt x="1150620" y="780469"/>
                </a:lnTo>
                <a:lnTo>
                  <a:pt x="1131713" y="782498"/>
                </a:lnTo>
                <a:lnTo>
                  <a:pt x="1112806" y="784527"/>
                </a:lnTo>
                <a:lnTo>
                  <a:pt x="1093908" y="786565"/>
                </a:lnTo>
                <a:lnTo>
                  <a:pt x="1075001" y="788594"/>
                </a:lnTo>
                <a:lnTo>
                  <a:pt x="1056094" y="790623"/>
                </a:lnTo>
                <a:lnTo>
                  <a:pt x="1037196" y="792651"/>
                </a:lnTo>
                <a:lnTo>
                  <a:pt x="1018289" y="794690"/>
                </a:lnTo>
                <a:lnTo>
                  <a:pt x="999382" y="796719"/>
                </a:lnTo>
                <a:lnTo>
                  <a:pt x="980484" y="798747"/>
                </a:lnTo>
                <a:lnTo>
                  <a:pt x="961577" y="800776"/>
                </a:lnTo>
                <a:lnTo>
                  <a:pt x="942680" y="802805"/>
                </a:lnTo>
                <a:lnTo>
                  <a:pt x="923773" y="804843"/>
                </a:lnTo>
                <a:lnTo>
                  <a:pt x="904865" y="806872"/>
                </a:lnTo>
                <a:lnTo>
                  <a:pt x="885968" y="808901"/>
                </a:lnTo>
                <a:lnTo>
                  <a:pt x="867061" y="810930"/>
                </a:lnTo>
                <a:lnTo>
                  <a:pt x="848154" y="812968"/>
                </a:lnTo>
                <a:lnTo>
                  <a:pt x="829256" y="814997"/>
                </a:lnTo>
                <a:lnTo>
                  <a:pt x="810349" y="817026"/>
                </a:lnTo>
                <a:lnTo>
                  <a:pt x="791442" y="819055"/>
                </a:lnTo>
                <a:lnTo>
                  <a:pt x="772544" y="821084"/>
                </a:lnTo>
                <a:lnTo>
                  <a:pt x="753637" y="823122"/>
                </a:lnTo>
                <a:lnTo>
                  <a:pt x="734730" y="825151"/>
                </a:lnTo>
                <a:lnTo>
                  <a:pt x="715832" y="827180"/>
                </a:lnTo>
                <a:lnTo>
                  <a:pt x="696925" y="829208"/>
                </a:lnTo>
                <a:lnTo>
                  <a:pt x="678018" y="831237"/>
                </a:lnTo>
                <a:lnTo>
                  <a:pt x="659120" y="833276"/>
                </a:lnTo>
                <a:lnTo>
                  <a:pt x="640213" y="835304"/>
                </a:lnTo>
                <a:lnTo>
                  <a:pt x="621306" y="837333"/>
                </a:lnTo>
                <a:lnTo>
                  <a:pt x="602409" y="839362"/>
                </a:lnTo>
                <a:lnTo>
                  <a:pt x="583502" y="841391"/>
                </a:lnTo>
                <a:lnTo>
                  <a:pt x="564604" y="843429"/>
                </a:lnTo>
                <a:lnTo>
                  <a:pt x="545697" y="845458"/>
                </a:lnTo>
                <a:lnTo>
                  <a:pt x="526790" y="847487"/>
                </a:lnTo>
                <a:lnTo>
                  <a:pt x="507892" y="849516"/>
                </a:lnTo>
                <a:lnTo>
                  <a:pt x="488985" y="851554"/>
                </a:lnTo>
                <a:lnTo>
                  <a:pt x="470078" y="853583"/>
                </a:lnTo>
                <a:lnTo>
                  <a:pt x="451180" y="855612"/>
                </a:lnTo>
                <a:lnTo>
                  <a:pt x="432273" y="857641"/>
                </a:lnTo>
                <a:lnTo>
                  <a:pt x="413366" y="859669"/>
                </a:lnTo>
                <a:lnTo>
                  <a:pt x="394468" y="861708"/>
                </a:lnTo>
                <a:lnTo>
                  <a:pt x="375561" y="863737"/>
                </a:lnTo>
                <a:lnTo>
                  <a:pt x="356654" y="865765"/>
                </a:lnTo>
                <a:lnTo>
                  <a:pt x="337757" y="867794"/>
                </a:lnTo>
                <a:lnTo>
                  <a:pt x="318849" y="869823"/>
                </a:lnTo>
                <a:lnTo>
                  <a:pt x="299942" y="871861"/>
                </a:lnTo>
                <a:lnTo>
                  <a:pt x="281045" y="873890"/>
                </a:lnTo>
                <a:lnTo>
                  <a:pt x="262138" y="875919"/>
                </a:lnTo>
                <a:lnTo>
                  <a:pt x="243230" y="877948"/>
                </a:lnTo>
                <a:lnTo>
                  <a:pt x="224333" y="879986"/>
                </a:lnTo>
                <a:lnTo>
                  <a:pt x="205426" y="882015"/>
                </a:lnTo>
                <a:lnTo>
                  <a:pt x="186519" y="884044"/>
                </a:lnTo>
                <a:lnTo>
                  <a:pt x="167621" y="886073"/>
                </a:lnTo>
                <a:lnTo>
                  <a:pt x="148714" y="888101"/>
                </a:lnTo>
                <a:lnTo>
                  <a:pt x="129816" y="890140"/>
                </a:lnTo>
                <a:lnTo>
                  <a:pt x="110909" y="892169"/>
                </a:lnTo>
                <a:lnTo>
                  <a:pt x="92002" y="894197"/>
                </a:lnTo>
                <a:lnTo>
                  <a:pt x="73104" y="896226"/>
                </a:lnTo>
                <a:lnTo>
                  <a:pt x="54197" y="898255"/>
                </a:lnTo>
                <a:lnTo>
                  <a:pt x="35290" y="900293"/>
                </a:lnTo>
                <a:lnTo>
                  <a:pt x="16393" y="902322"/>
                </a:lnTo>
                <a:lnTo>
                  <a:pt x="0" y="901808"/>
                </a:lnTo>
                <a:lnTo>
                  <a:pt x="1829" y="882882"/>
                </a:lnTo>
                <a:lnTo>
                  <a:pt x="3658" y="863965"/>
                </a:lnTo>
                <a:lnTo>
                  <a:pt x="5486" y="845039"/>
                </a:lnTo>
                <a:lnTo>
                  <a:pt x="7315" y="826113"/>
                </a:lnTo>
                <a:lnTo>
                  <a:pt x="9154" y="807187"/>
                </a:lnTo>
                <a:lnTo>
                  <a:pt x="10982" y="788260"/>
                </a:lnTo>
                <a:lnTo>
                  <a:pt x="12811" y="769344"/>
                </a:lnTo>
                <a:lnTo>
                  <a:pt x="14640" y="750418"/>
                </a:lnTo>
                <a:lnTo>
                  <a:pt x="16469" y="731491"/>
                </a:lnTo>
                <a:lnTo>
                  <a:pt x="18298" y="712565"/>
                </a:lnTo>
                <a:lnTo>
                  <a:pt x="20126" y="693639"/>
                </a:lnTo>
                <a:lnTo>
                  <a:pt x="21955" y="674722"/>
                </a:lnTo>
                <a:lnTo>
                  <a:pt x="23784" y="655796"/>
                </a:lnTo>
                <a:lnTo>
                  <a:pt x="25622" y="636870"/>
                </a:lnTo>
                <a:lnTo>
                  <a:pt x="27451" y="617944"/>
                </a:lnTo>
                <a:lnTo>
                  <a:pt x="29280" y="599018"/>
                </a:lnTo>
                <a:lnTo>
                  <a:pt x="31109" y="580101"/>
                </a:lnTo>
                <a:lnTo>
                  <a:pt x="32937" y="561175"/>
                </a:lnTo>
                <a:lnTo>
                  <a:pt x="34766" y="542249"/>
                </a:lnTo>
                <a:lnTo>
                  <a:pt x="36595" y="523323"/>
                </a:lnTo>
                <a:lnTo>
                  <a:pt x="38424" y="504396"/>
                </a:lnTo>
                <a:lnTo>
                  <a:pt x="40262" y="485480"/>
                </a:lnTo>
                <a:lnTo>
                  <a:pt x="42091" y="466554"/>
                </a:lnTo>
                <a:lnTo>
                  <a:pt x="43920" y="447627"/>
                </a:lnTo>
                <a:lnTo>
                  <a:pt x="45749" y="428701"/>
                </a:lnTo>
                <a:lnTo>
                  <a:pt x="47577" y="409775"/>
                </a:lnTo>
                <a:lnTo>
                  <a:pt x="49406" y="390858"/>
                </a:lnTo>
                <a:lnTo>
                  <a:pt x="51235" y="371932"/>
                </a:lnTo>
                <a:lnTo>
                  <a:pt x="53064" y="353006"/>
                </a:lnTo>
                <a:lnTo>
                  <a:pt x="54893" y="334080"/>
                </a:lnTo>
                <a:lnTo>
                  <a:pt x="56731" y="315154"/>
                </a:lnTo>
                <a:lnTo>
                  <a:pt x="58560" y="296228"/>
                </a:lnTo>
                <a:lnTo>
                  <a:pt x="60389" y="277311"/>
                </a:lnTo>
                <a:lnTo>
                  <a:pt x="62217" y="258385"/>
                </a:lnTo>
                <a:lnTo>
                  <a:pt x="64046" y="239459"/>
                </a:lnTo>
                <a:lnTo>
                  <a:pt x="65875" y="220532"/>
                </a:lnTo>
                <a:lnTo>
                  <a:pt x="67704" y="201606"/>
                </a:lnTo>
                <a:lnTo>
                  <a:pt x="69533" y="182690"/>
                </a:lnTo>
                <a:lnTo>
                  <a:pt x="71361" y="163763"/>
                </a:lnTo>
                <a:lnTo>
                  <a:pt x="73200" y="144837"/>
                </a:lnTo>
                <a:lnTo>
                  <a:pt x="75028" y="125911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C98B922D-A8FD-4056-B613-9F17571C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2952" y="2926813"/>
            <a:ext cx="1252061" cy="902399"/>
          </a:xfrm>
          <a:custGeom xmlns:a="http://schemas.openxmlformats.org/drawingml/2006/main">
            <a:pathLst>
              <a:path w="1252061" h="902399">
                <a:moveTo>
                  <a:pt x="74990" y="125949"/>
                </a:moveTo>
                <a:lnTo>
                  <a:pt x="93888" y="123920"/>
                </a:lnTo>
                <a:lnTo>
                  <a:pt x="112776" y="121891"/>
                </a:lnTo>
                <a:lnTo>
                  <a:pt x="131674" y="119863"/>
                </a:lnTo>
                <a:lnTo>
                  <a:pt x="150571" y="117824"/>
                </a:lnTo>
                <a:lnTo>
                  <a:pt x="169459" y="115795"/>
                </a:lnTo>
                <a:lnTo>
                  <a:pt x="188357" y="113767"/>
                </a:lnTo>
                <a:lnTo>
                  <a:pt x="207254" y="111728"/>
                </a:lnTo>
                <a:lnTo>
                  <a:pt x="226143" y="109699"/>
                </a:lnTo>
                <a:lnTo>
                  <a:pt x="245040" y="107671"/>
                </a:lnTo>
                <a:lnTo>
                  <a:pt x="263938" y="105642"/>
                </a:lnTo>
                <a:lnTo>
                  <a:pt x="282826" y="103603"/>
                </a:lnTo>
                <a:lnTo>
                  <a:pt x="301723" y="101575"/>
                </a:lnTo>
                <a:lnTo>
                  <a:pt x="320621" y="99546"/>
                </a:lnTo>
                <a:lnTo>
                  <a:pt x="339509" y="97517"/>
                </a:lnTo>
                <a:lnTo>
                  <a:pt x="358407" y="95479"/>
                </a:lnTo>
                <a:lnTo>
                  <a:pt x="377304" y="93450"/>
                </a:lnTo>
                <a:lnTo>
                  <a:pt x="396192" y="91421"/>
                </a:lnTo>
                <a:lnTo>
                  <a:pt x="415090" y="89383"/>
                </a:lnTo>
                <a:lnTo>
                  <a:pt x="433988" y="87354"/>
                </a:lnTo>
                <a:lnTo>
                  <a:pt x="452885" y="85325"/>
                </a:lnTo>
                <a:lnTo>
                  <a:pt x="471773" y="83296"/>
                </a:lnTo>
                <a:lnTo>
                  <a:pt x="490671" y="81258"/>
                </a:lnTo>
                <a:lnTo>
                  <a:pt x="509559" y="79229"/>
                </a:lnTo>
                <a:lnTo>
                  <a:pt x="528457" y="77200"/>
                </a:lnTo>
                <a:lnTo>
                  <a:pt x="547354" y="75162"/>
                </a:lnTo>
                <a:lnTo>
                  <a:pt x="566252" y="73133"/>
                </a:lnTo>
                <a:lnTo>
                  <a:pt x="585140" y="71104"/>
                </a:lnTo>
                <a:lnTo>
                  <a:pt x="604037" y="69075"/>
                </a:lnTo>
                <a:lnTo>
                  <a:pt x="622935" y="67037"/>
                </a:lnTo>
                <a:lnTo>
                  <a:pt x="641823" y="65008"/>
                </a:lnTo>
                <a:lnTo>
                  <a:pt x="660721" y="62979"/>
                </a:lnTo>
                <a:lnTo>
                  <a:pt x="679618" y="60941"/>
                </a:lnTo>
                <a:lnTo>
                  <a:pt x="698506" y="58912"/>
                </a:lnTo>
                <a:lnTo>
                  <a:pt x="717404" y="56883"/>
                </a:lnTo>
                <a:lnTo>
                  <a:pt x="736302" y="54854"/>
                </a:lnTo>
                <a:lnTo>
                  <a:pt x="755190" y="52816"/>
                </a:lnTo>
                <a:lnTo>
                  <a:pt x="774087" y="50787"/>
                </a:lnTo>
                <a:lnTo>
                  <a:pt x="792985" y="48758"/>
                </a:lnTo>
                <a:lnTo>
                  <a:pt x="811873" y="46720"/>
                </a:lnTo>
                <a:lnTo>
                  <a:pt x="830771" y="44691"/>
                </a:lnTo>
                <a:lnTo>
                  <a:pt x="849668" y="42662"/>
                </a:lnTo>
                <a:lnTo>
                  <a:pt x="868556" y="40634"/>
                </a:lnTo>
                <a:lnTo>
                  <a:pt x="887454" y="38595"/>
                </a:lnTo>
                <a:lnTo>
                  <a:pt x="906351" y="36566"/>
                </a:lnTo>
                <a:lnTo>
                  <a:pt x="925239" y="34538"/>
                </a:lnTo>
                <a:lnTo>
                  <a:pt x="944137" y="32509"/>
                </a:lnTo>
                <a:lnTo>
                  <a:pt x="963035" y="30470"/>
                </a:lnTo>
                <a:lnTo>
                  <a:pt x="981923" y="28442"/>
                </a:lnTo>
                <a:lnTo>
                  <a:pt x="1000820" y="26413"/>
                </a:lnTo>
                <a:lnTo>
                  <a:pt x="1019718" y="24374"/>
                </a:lnTo>
                <a:lnTo>
                  <a:pt x="1038616" y="22346"/>
                </a:lnTo>
                <a:lnTo>
                  <a:pt x="1057504" y="20317"/>
                </a:lnTo>
                <a:lnTo>
                  <a:pt x="1076401" y="18288"/>
                </a:lnTo>
                <a:lnTo>
                  <a:pt x="1095299" y="16250"/>
                </a:lnTo>
                <a:lnTo>
                  <a:pt x="1114187" y="14221"/>
                </a:lnTo>
                <a:lnTo>
                  <a:pt x="1133084" y="12192"/>
                </a:lnTo>
                <a:lnTo>
                  <a:pt x="1151982" y="10154"/>
                </a:lnTo>
                <a:lnTo>
                  <a:pt x="1170870" y="8125"/>
                </a:lnTo>
                <a:lnTo>
                  <a:pt x="1189768" y="6096"/>
                </a:lnTo>
                <a:lnTo>
                  <a:pt x="1208665" y="4067"/>
                </a:lnTo>
                <a:lnTo>
                  <a:pt x="1227553" y="2029"/>
                </a:lnTo>
                <a:lnTo>
                  <a:pt x="1246451" y="0"/>
                </a:lnTo>
                <a:lnTo>
                  <a:pt x="1252061" y="11401"/>
                </a:lnTo>
                <a:lnTo>
                  <a:pt x="1250232" y="30309"/>
                </a:lnTo>
                <a:lnTo>
                  <a:pt x="1248404" y="49225"/>
                </a:lnTo>
                <a:lnTo>
                  <a:pt x="1246575" y="68142"/>
                </a:lnTo>
                <a:lnTo>
                  <a:pt x="1244746" y="87059"/>
                </a:lnTo>
                <a:lnTo>
                  <a:pt x="1242917" y="105975"/>
                </a:lnTo>
                <a:lnTo>
                  <a:pt x="1241088" y="124892"/>
                </a:lnTo>
                <a:lnTo>
                  <a:pt x="1239260" y="143808"/>
                </a:lnTo>
                <a:lnTo>
                  <a:pt x="1237431" y="162716"/>
                </a:lnTo>
                <a:lnTo>
                  <a:pt x="1235602" y="181632"/>
                </a:lnTo>
                <a:lnTo>
                  <a:pt x="1233773" y="200549"/>
                </a:lnTo>
                <a:lnTo>
                  <a:pt x="1231944" y="219466"/>
                </a:lnTo>
                <a:lnTo>
                  <a:pt x="1230116" y="238382"/>
                </a:lnTo>
                <a:lnTo>
                  <a:pt x="1228287" y="257299"/>
                </a:lnTo>
                <a:lnTo>
                  <a:pt x="1226458" y="276206"/>
                </a:lnTo>
                <a:lnTo>
                  <a:pt x="1224629" y="295123"/>
                </a:lnTo>
                <a:lnTo>
                  <a:pt x="1222791" y="314039"/>
                </a:lnTo>
                <a:lnTo>
                  <a:pt x="1220962" y="332956"/>
                </a:lnTo>
                <a:lnTo>
                  <a:pt x="1219133" y="351873"/>
                </a:lnTo>
                <a:lnTo>
                  <a:pt x="1217305" y="370789"/>
                </a:lnTo>
                <a:lnTo>
                  <a:pt x="1215476" y="389706"/>
                </a:lnTo>
                <a:lnTo>
                  <a:pt x="1213647" y="408613"/>
                </a:lnTo>
                <a:lnTo>
                  <a:pt x="1211818" y="427530"/>
                </a:lnTo>
                <a:lnTo>
                  <a:pt x="1209989" y="446446"/>
                </a:lnTo>
                <a:lnTo>
                  <a:pt x="1208161" y="465363"/>
                </a:lnTo>
                <a:lnTo>
                  <a:pt x="1206332" y="484280"/>
                </a:lnTo>
                <a:lnTo>
                  <a:pt x="1204503" y="503196"/>
                </a:lnTo>
                <a:lnTo>
                  <a:pt x="1202674" y="522103"/>
                </a:lnTo>
                <a:lnTo>
                  <a:pt x="1200845" y="541020"/>
                </a:lnTo>
                <a:lnTo>
                  <a:pt x="1199017" y="559937"/>
                </a:lnTo>
                <a:lnTo>
                  <a:pt x="1197188" y="578853"/>
                </a:lnTo>
                <a:lnTo>
                  <a:pt x="1195359" y="597770"/>
                </a:lnTo>
                <a:lnTo>
                  <a:pt x="1193530" y="616687"/>
                </a:lnTo>
                <a:lnTo>
                  <a:pt x="1191701" y="635603"/>
                </a:lnTo>
                <a:lnTo>
                  <a:pt x="1189873" y="654510"/>
                </a:lnTo>
                <a:lnTo>
                  <a:pt x="1188044" y="673427"/>
                </a:lnTo>
                <a:lnTo>
                  <a:pt x="1186215" y="692344"/>
                </a:lnTo>
                <a:lnTo>
                  <a:pt x="1184386" y="711260"/>
                </a:lnTo>
                <a:lnTo>
                  <a:pt x="1182557" y="730177"/>
                </a:lnTo>
                <a:lnTo>
                  <a:pt x="1180729" y="749094"/>
                </a:lnTo>
                <a:lnTo>
                  <a:pt x="1178900" y="768010"/>
                </a:lnTo>
                <a:lnTo>
                  <a:pt x="1168537" y="778478"/>
                </a:lnTo>
                <a:lnTo>
                  <a:pt x="1149639" y="780507"/>
                </a:lnTo>
                <a:lnTo>
                  <a:pt x="1130751" y="782545"/>
                </a:lnTo>
                <a:lnTo>
                  <a:pt x="1111853" y="784574"/>
                </a:lnTo>
                <a:lnTo>
                  <a:pt x="1092956" y="786603"/>
                </a:lnTo>
                <a:lnTo>
                  <a:pt x="1074068" y="788632"/>
                </a:lnTo>
                <a:lnTo>
                  <a:pt x="1055170" y="790670"/>
                </a:lnTo>
                <a:lnTo>
                  <a:pt x="1036272" y="792699"/>
                </a:lnTo>
                <a:lnTo>
                  <a:pt x="1017384" y="794728"/>
                </a:lnTo>
                <a:lnTo>
                  <a:pt x="998487" y="796766"/>
                </a:lnTo>
                <a:lnTo>
                  <a:pt x="979589" y="798795"/>
                </a:lnTo>
                <a:lnTo>
                  <a:pt x="960701" y="800824"/>
                </a:lnTo>
                <a:lnTo>
                  <a:pt x="941803" y="802853"/>
                </a:lnTo>
                <a:lnTo>
                  <a:pt x="922906" y="804891"/>
                </a:lnTo>
                <a:lnTo>
                  <a:pt x="904018" y="806920"/>
                </a:lnTo>
                <a:lnTo>
                  <a:pt x="885120" y="808949"/>
                </a:lnTo>
                <a:lnTo>
                  <a:pt x="866223" y="810987"/>
                </a:lnTo>
                <a:lnTo>
                  <a:pt x="847334" y="813016"/>
                </a:lnTo>
                <a:lnTo>
                  <a:pt x="828437" y="815045"/>
                </a:lnTo>
                <a:lnTo>
                  <a:pt x="809539" y="817074"/>
                </a:lnTo>
                <a:lnTo>
                  <a:pt x="790651" y="819112"/>
                </a:lnTo>
                <a:lnTo>
                  <a:pt x="771754" y="821141"/>
                </a:lnTo>
                <a:lnTo>
                  <a:pt x="752856" y="823170"/>
                </a:lnTo>
                <a:lnTo>
                  <a:pt x="733958" y="825208"/>
                </a:lnTo>
                <a:lnTo>
                  <a:pt x="715070" y="827237"/>
                </a:lnTo>
                <a:lnTo>
                  <a:pt x="696173" y="829266"/>
                </a:lnTo>
                <a:lnTo>
                  <a:pt x="677275" y="831294"/>
                </a:lnTo>
                <a:lnTo>
                  <a:pt x="658387" y="833333"/>
                </a:lnTo>
                <a:lnTo>
                  <a:pt x="639489" y="835362"/>
                </a:lnTo>
                <a:lnTo>
                  <a:pt x="620592" y="837390"/>
                </a:lnTo>
                <a:lnTo>
                  <a:pt x="601704" y="839429"/>
                </a:lnTo>
                <a:lnTo>
                  <a:pt x="582806" y="841458"/>
                </a:lnTo>
                <a:lnTo>
                  <a:pt x="563909" y="843486"/>
                </a:lnTo>
                <a:lnTo>
                  <a:pt x="545021" y="845515"/>
                </a:lnTo>
                <a:lnTo>
                  <a:pt x="526123" y="847554"/>
                </a:lnTo>
                <a:lnTo>
                  <a:pt x="507225" y="849582"/>
                </a:lnTo>
                <a:lnTo>
                  <a:pt x="488337" y="851611"/>
                </a:lnTo>
                <a:lnTo>
                  <a:pt x="469440" y="853650"/>
                </a:lnTo>
                <a:lnTo>
                  <a:pt x="450542" y="855678"/>
                </a:lnTo>
                <a:lnTo>
                  <a:pt x="431654" y="857707"/>
                </a:lnTo>
                <a:lnTo>
                  <a:pt x="412756" y="859736"/>
                </a:lnTo>
                <a:lnTo>
                  <a:pt x="393859" y="861774"/>
                </a:lnTo>
                <a:lnTo>
                  <a:pt x="374971" y="863803"/>
                </a:lnTo>
                <a:lnTo>
                  <a:pt x="356073" y="865832"/>
                </a:lnTo>
                <a:lnTo>
                  <a:pt x="337175" y="867861"/>
                </a:lnTo>
                <a:lnTo>
                  <a:pt x="318287" y="869899"/>
                </a:lnTo>
                <a:lnTo>
                  <a:pt x="299390" y="871928"/>
                </a:lnTo>
                <a:lnTo>
                  <a:pt x="280492" y="873957"/>
                </a:lnTo>
                <a:lnTo>
                  <a:pt x="261595" y="875995"/>
                </a:lnTo>
                <a:lnTo>
                  <a:pt x="242707" y="878024"/>
                </a:lnTo>
                <a:lnTo>
                  <a:pt x="223809" y="880053"/>
                </a:lnTo>
                <a:lnTo>
                  <a:pt x="204911" y="882082"/>
                </a:lnTo>
                <a:lnTo>
                  <a:pt x="186023" y="884120"/>
                </a:lnTo>
                <a:lnTo>
                  <a:pt x="167126" y="886149"/>
                </a:lnTo>
                <a:lnTo>
                  <a:pt x="148228" y="888178"/>
                </a:lnTo>
                <a:lnTo>
                  <a:pt x="129340" y="890216"/>
                </a:lnTo>
                <a:lnTo>
                  <a:pt x="110442" y="892245"/>
                </a:lnTo>
                <a:lnTo>
                  <a:pt x="91545" y="894274"/>
                </a:lnTo>
                <a:lnTo>
                  <a:pt x="72657" y="896303"/>
                </a:lnTo>
                <a:lnTo>
                  <a:pt x="53759" y="898341"/>
                </a:lnTo>
                <a:lnTo>
                  <a:pt x="34862" y="900370"/>
                </a:lnTo>
                <a:lnTo>
                  <a:pt x="15973" y="902399"/>
                </a:lnTo>
                <a:lnTo>
                  <a:pt x="0" y="901475"/>
                </a:lnTo>
                <a:lnTo>
                  <a:pt x="1829" y="882558"/>
                </a:lnTo>
                <a:lnTo>
                  <a:pt x="3658" y="863651"/>
                </a:lnTo>
                <a:lnTo>
                  <a:pt x="5486" y="844734"/>
                </a:lnTo>
                <a:lnTo>
                  <a:pt x="7315" y="825818"/>
                </a:lnTo>
                <a:lnTo>
                  <a:pt x="9144" y="806901"/>
                </a:lnTo>
                <a:lnTo>
                  <a:pt x="10973" y="787984"/>
                </a:lnTo>
                <a:lnTo>
                  <a:pt x="12802" y="769068"/>
                </a:lnTo>
                <a:lnTo>
                  <a:pt x="14630" y="750151"/>
                </a:lnTo>
                <a:lnTo>
                  <a:pt x="16459" y="731244"/>
                </a:lnTo>
                <a:lnTo>
                  <a:pt x="18288" y="712327"/>
                </a:lnTo>
                <a:lnTo>
                  <a:pt x="20117" y="693410"/>
                </a:lnTo>
                <a:lnTo>
                  <a:pt x="21946" y="674494"/>
                </a:lnTo>
                <a:lnTo>
                  <a:pt x="23774" y="655577"/>
                </a:lnTo>
                <a:lnTo>
                  <a:pt x="25603" y="636661"/>
                </a:lnTo>
                <a:lnTo>
                  <a:pt x="27432" y="617753"/>
                </a:lnTo>
                <a:lnTo>
                  <a:pt x="29261" y="598837"/>
                </a:lnTo>
                <a:lnTo>
                  <a:pt x="31090" y="579920"/>
                </a:lnTo>
                <a:lnTo>
                  <a:pt x="32918" y="561003"/>
                </a:lnTo>
                <a:lnTo>
                  <a:pt x="34747" y="542087"/>
                </a:lnTo>
                <a:lnTo>
                  <a:pt x="36576" y="523170"/>
                </a:lnTo>
                <a:lnTo>
                  <a:pt x="38405" y="504254"/>
                </a:lnTo>
                <a:lnTo>
                  <a:pt x="40234" y="485346"/>
                </a:lnTo>
                <a:lnTo>
                  <a:pt x="42072" y="466430"/>
                </a:lnTo>
                <a:lnTo>
                  <a:pt x="43901" y="447513"/>
                </a:lnTo>
                <a:lnTo>
                  <a:pt x="45730" y="428596"/>
                </a:lnTo>
                <a:lnTo>
                  <a:pt x="47558" y="409680"/>
                </a:lnTo>
                <a:lnTo>
                  <a:pt x="49387" y="390763"/>
                </a:lnTo>
                <a:lnTo>
                  <a:pt x="51216" y="371846"/>
                </a:lnTo>
                <a:lnTo>
                  <a:pt x="53045" y="352939"/>
                </a:lnTo>
                <a:lnTo>
                  <a:pt x="54874" y="334023"/>
                </a:lnTo>
                <a:lnTo>
                  <a:pt x="56702" y="315106"/>
                </a:lnTo>
                <a:lnTo>
                  <a:pt x="58531" y="296189"/>
                </a:lnTo>
                <a:lnTo>
                  <a:pt x="60360" y="277273"/>
                </a:lnTo>
                <a:lnTo>
                  <a:pt x="62189" y="258356"/>
                </a:lnTo>
                <a:lnTo>
                  <a:pt x="64018" y="239449"/>
                </a:lnTo>
                <a:lnTo>
                  <a:pt x="65846" y="220532"/>
                </a:lnTo>
                <a:lnTo>
                  <a:pt x="67675" y="201616"/>
                </a:lnTo>
                <a:lnTo>
                  <a:pt x="69504" y="182699"/>
                </a:lnTo>
                <a:lnTo>
                  <a:pt x="71333" y="163782"/>
                </a:lnTo>
                <a:lnTo>
                  <a:pt x="73162" y="144866"/>
                </a:lnTo>
                <a:lnTo>
                  <a:pt x="74990" y="125949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maturity-level-support-4">
            <a:extLst xmlns:a="http://schemas.openxmlformats.org/drawingml/2006/main">
              <a:ext uri="{FF2B5EF4-FFF2-40B4-BE49-F238E27FC236}">
                <a16:creationId xmlns:a16="http://schemas.microsoft.com/office/drawing/2014/main" id="{6CC52361-CBC0-4E99-A8FB-E6198AB3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2199" y="2449649"/>
            <a:ext cx="1253080" cy="902322"/>
          </a:xfrm>
          <a:custGeom xmlns:a="http://schemas.openxmlformats.org/drawingml/2006/main">
            <a:pathLst>
              <a:path w="1253080" h="902322">
                <a:moveTo>
                  <a:pt x="75028" y="125911"/>
                </a:moveTo>
                <a:lnTo>
                  <a:pt x="93926" y="123882"/>
                </a:lnTo>
                <a:lnTo>
                  <a:pt x="112833" y="121853"/>
                </a:lnTo>
                <a:lnTo>
                  <a:pt x="131740" y="119825"/>
                </a:lnTo>
                <a:lnTo>
                  <a:pt x="150638" y="117786"/>
                </a:lnTo>
                <a:lnTo>
                  <a:pt x="169545" y="115757"/>
                </a:lnTo>
                <a:lnTo>
                  <a:pt x="188452" y="113729"/>
                </a:lnTo>
                <a:lnTo>
                  <a:pt x="207350" y="111700"/>
                </a:lnTo>
                <a:lnTo>
                  <a:pt x="226257" y="109671"/>
                </a:lnTo>
                <a:lnTo>
                  <a:pt x="245164" y="107633"/>
                </a:lnTo>
                <a:lnTo>
                  <a:pt x="264062" y="105604"/>
                </a:lnTo>
                <a:lnTo>
                  <a:pt x="282969" y="103575"/>
                </a:lnTo>
                <a:lnTo>
                  <a:pt x="301866" y="101546"/>
                </a:lnTo>
                <a:lnTo>
                  <a:pt x="320773" y="99508"/>
                </a:lnTo>
                <a:lnTo>
                  <a:pt x="339681" y="97479"/>
                </a:lnTo>
                <a:lnTo>
                  <a:pt x="358578" y="95450"/>
                </a:lnTo>
                <a:lnTo>
                  <a:pt x="377485" y="93421"/>
                </a:lnTo>
                <a:lnTo>
                  <a:pt x="396392" y="91392"/>
                </a:lnTo>
                <a:lnTo>
                  <a:pt x="415290" y="89354"/>
                </a:lnTo>
                <a:lnTo>
                  <a:pt x="434197" y="87325"/>
                </a:lnTo>
                <a:lnTo>
                  <a:pt x="453104" y="85296"/>
                </a:lnTo>
                <a:lnTo>
                  <a:pt x="472002" y="83268"/>
                </a:lnTo>
                <a:lnTo>
                  <a:pt x="490909" y="81239"/>
                </a:lnTo>
                <a:lnTo>
                  <a:pt x="509816" y="79200"/>
                </a:lnTo>
                <a:lnTo>
                  <a:pt x="528714" y="77172"/>
                </a:lnTo>
                <a:lnTo>
                  <a:pt x="547621" y="75143"/>
                </a:lnTo>
                <a:lnTo>
                  <a:pt x="566528" y="73114"/>
                </a:lnTo>
                <a:lnTo>
                  <a:pt x="585426" y="71076"/>
                </a:lnTo>
                <a:lnTo>
                  <a:pt x="604333" y="69047"/>
                </a:lnTo>
                <a:lnTo>
                  <a:pt x="623240" y="67018"/>
                </a:lnTo>
                <a:lnTo>
                  <a:pt x="642137" y="64989"/>
                </a:lnTo>
                <a:lnTo>
                  <a:pt x="661045" y="62960"/>
                </a:lnTo>
                <a:lnTo>
                  <a:pt x="679942" y="60922"/>
                </a:lnTo>
                <a:lnTo>
                  <a:pt x="698849" y="58893"/>
                </a:lnTo>
                <a:lnTo>
                  <a:pt x="717756" y="56864"/>
                </a:lnTo>
                <a:lnTo>
                  <a:pt x="736654" y="54835"/>
                </a:lnTo>
                <a:lnTo>
                  <a:pt x="755561" y="52807"/>
                </a:lnTo>
                <a:lnTo>
                  <a:pt x="774468" y="50768"/>
                </a:lnTo>
                <a:lnTo>
                  <a:pt x="793366" y="48739"/>
                </a:lnTo>
                <a:lnTo>
                  <a:pt x="812273" y="46711"/>
                </a:lnTo>
                <a:lnTo>
                  <a:pt x="831180" y="44682"/>
                </a:lnTo>
                <a:lnTo>
                  <a:pt x="850078" y="42643"/>
                </a:lnTo>
                <a:lnTo>
                  <a:pt x="868985" y="40615"/>
                </a:lnTo>
                <a:lnTo>
                  <a:pt x="887892" y="38586"/>
                </a:lnTo>
                <a:lnTo>
                  <a:pt x="906790" y="36557"/>
                </a:lnTo>
                <a:lnTo>
                  <a:pt x="925697" y="34528"/>
                </a:lnTo>
                <a:lnTo>
                  <a:pt x="944604" y="32490"/>
                </a:lnTo>
                <a:lnTo>
                  <a:pt x="963501" y="30461"/>
                </a:lnTo>
                <a:lnTo>
                  <a:pt x="982409" y="28432"/>
                </a:lnTo>
                <a:lnTo>
                  <a:pt x="1001316" y="26403"/>
                </a:lnTo>
                <a:lnTo>
                  <a:pt x="1020213" y="24374"/>
                </a:lnTo>
                <a:lnTo>
                  <a:pt x="1039120" y="22336"/>
                </a:lnTo>
                <a:lnTo>
                  <a:pt x="1058027" y="20307"/>
                </a:lnTo>
                <a:lnTo>
                  <a:pt x="1076925" y="18278"/>
                </a:lnTo>
                <a:lnTo>
                  <a:pt x="1095832" y="16250"/>
                </a:lnTo>
                <a:lnTo>
                  <a:pt x="1114739" y="14211"/>
                </a:lnTo>
                <a:lnTo>
                  <a:pt x="1133637" y="12182"/>
                </a:lnTo>
                <a:lnTo>
                  <a:pt x="1152544" y="10154"/>
                </a:lnTo>
                <a:lnTo>
                  <a:pt x="1171442" y="8125"/>
                </a:lnTo>
                <a:lnTo>
                  <a:pt x="1190349" y="6096"/>
                </a:lnTo>
                <a:lnTo>
                  <a:pt x="1209256" y="4058"/>
                </a:lnTo>
                <a:lnTo>
                  <a:pt x="1228154" y="2029"/>
                </a:lnTo>
                <a:lnTo>
                  <a:pt x="1247061" y="0"/>
                </a:lnTo>
                <a:lnTo>
                  <a:pt x="1253080" y="10992"/>
                </a:lnTo>
                <a:lnTo>
                  <a:pt x="1251252" y="29909"/>
                </a:lnTo>
                <a:lnTo>
                  <a:pt x="1249423" y="48835"/>
                </a:lnTo>
                <a:lnTo>
                  <a:pt x="1247594" y="67761"/>
                </a:lnTo>
                <a:lnTo>
                  <a:pt x="1245765" y="86687"/>
                </a:lnTo>
                <a:lnTo>
                  <a:pt x="1243936" y="105613"/>
                </a:lnTo>
                <a:lnTo>
                  <a:pt x="1242108" y="124530"/>
                </a:lnTo>
                <a:lnTo>
                  <a:pt x="1240279" y="143456"/>
                </a:lnTo>
                <a:lnTo>
                  <a:pt x="1238441" y="162382"/>
                </a:lnTo>
                <a:lnTo>
                  <a:pt x="1236612" y="181308"/>
                </a:lnTo>
                <a:lnTo>
                  <a:pt x="1234783" y="200235"/>
                </a:lnTo>
                <a:lnTo>
                  <a:pt x="1232954" y="219151"/>
                </a:lnTo>
                <a:lnTo>
                  <a:pt x="1231125" y="238077"/>
                </a:lnTo>
                <a:lnTo>
                  <a:pt x="1229297" y="257004"/>
                </a:lnTo>
                <a:lnTo>
                  <a:pt x="1227468" y="275930"/>
                </a:lnTo>
                <a:lnTo>
                  <a:pt x="1225639" y="294856"/>
                </a:lnTo>
                <a:lnTo>
                  <a:pt x="1223810" y="313773"/>
                </a:lnTo>
                <a:lnTo>
                  <a:pt x="1221972" y="332699"/>
                </a:lnTo>
                <a:lnTo>
                  <a:pt x="1220143" y="351625"/>
                </a:lnTo>
                <a:lnTo>
                  <a:pt x="1218314" y="370551"/>
                </a:lnTo>
                <a:lnTo>
                  <a:pt x="1216485" y="389477"/>
                </a:lnTo>
                <a:lnTo>
                  <a:pt x="1214657" y="408403"/>
                </a:lnTo>
                <a:lnTo>
                  <a:pt x="1212828" y="427320"/>
                </a:lnTo>
                <a:lnTo>
                  <a:pt x="1210999" y="446246"/>
                </a:lnTo>
                <a:lnTo>
                  <a:pt x="1209170" y="465172"/>
                </a:lnTo>
                <a:lnTo>
                  <a:pt x="1207332" y="484099"/>
                </a:lnTo>
                <a:lnTo>
                  <a:pt x="1205503" y="503025"/>
                </a:lnTo>
                <a:lnTo>
                  <a:pt x="1203674" y="521941"/>
                </a:lnTo>
                <a:lnTo>
                  <a:pt x="1201845" y="540868"/>
                </a:lnTo>
                <a:lnTo>
                  <a:pt x="1200017" y="559794"/>
                </a:lnTo>
                <a:lnTo>
                  <a:pt x="1198188" y="578720"/>
                </a:lnTo>
                <a:lnTo>
                  <a:pt x="1196359" y="597646"/>
                </a:lnTo>
                <a:lnTo>
                  <a:pt x="1194530" y="616563"/>
                </a:lnTo>
                <a:lnTo>
                  <a:pt x="1192701" y="635489"/>
                </a:lnTo>
                <a:lnTo>
                  <a:pt x="1190863" y="654415"/>
                </a:lnTo>
                <a:lnTo>
                  <a:pt x="1189034" y="673341"/>
                </a:lnTo>
                <a:lnTo>
                  <a:pt x="1187206" y="692267"/>
                </a:lnTo>
                <a:lnTo>
                  <a:pt x="1185377" y="711184"/>
                </a:lnTo>
                <a:lnTo>
                  <a:pt x="1183548" y="730110"/>
                </a:lnTo>
                <a:lnTo>
                  <a:pt x="1181719" y="749036"/>
                </a:lnTo>
                <a:lnTo>
                  <a:pt x="1179890" y="767963"/>
                </a:lnTo>
                <a:lnTo>
                  <a:pt x="1169518" y="778440"/>
                </a:lnTo>
                <a:lnTo>
                  <a:pt x="1150620" y="780469"/>
                </a:lnTo>
                <a:lnTo>
                  <a:pt x="1131713" y="782498"/>
                </a:lnTo>
                <a:lnTo>
                  <a:pt x="1112806" y="784536"/>
                </a:lnTo>
                <a:lnTo>
                  <a:pt x="1093908" y="786565"/>
                </a:lnTo>
                <a:lnTo>
                  <a:pt x="1075001" y="788594"/>
                </a:lnTo>
                <a:lnTo>
                  <a:pt x="1056094" y="790623"/>
                </a:lnTo>
                <a:lnTo>
                  <a:pt x="1037196" y="792651"/>
                </a:lnTo>
                <a:lnTo>
                  <a:pt x="1018289" y="794690"/>
                </a:lnTo>
                <a:lnTo>
                  <a:pt x="999392" y="796719"/>
                </a:lnTo>
                <a:lnTo>
                  <a:pt x="980484" y="798747"/>
                </a:lnTo>
                <a:lnTo>
                  <a:pt x="961577" y="800776"/>
                </a:lnTo>
                <a:lnTo>
                  <a:pt x="942680" y="802805"/>
                </a:lnTo>
                <a:lnTo>
                  <a:pt x="923773" y="804843"/>
                </a:lnTo>
                <a:lnTo>
                  <a:pt x="904865" y="806872"/>
                </a:lnTo>
                <a:lnTo>
                  <a:pt x="885968" y="808901"/>
                </a:lnTo>
                <a:lnTo>
                  <a:pt x="867061" y="810930"/>
                </a:lnTo>
                <a:lnTo>
                  <a:pt x="848154" y="812968"/>
                </a:lnTo>
                <a:lnTo>
                  <a:pt x="829256" y="814997"/>
                </a:lnTo>
                <a:lnTo>
                  <a:pt x="810349" y="817026"/>
                </a:lnTo>
                <a:lnTo>
                  <a:pt x="791442" y="819055"/>
                </a:lnTo>
                <a:lnTo>
                  <a:pt x="772544" y="821084"/>
                </a:lnTo>
                <a:lnTo>
                  <a:pt x="753637" y="823122"/>
                </a:lnTo>
                <a:lnTo>
                  <a:pt x="734730" y="825151"/>
                </a:lnTo>
                <a:lnTo>
                  <a:pt x="715832" y="827180"/>
                </a:lnTo>
                <a:lnTo>
                  <a:pt x="696925" y="829208"/>
                </a:lnTo>
                <a:lnTo>
                  <a:pt x="678018" y="831237"/>
                </a:lnTo>
                <a:lnTo>
                  <a:pt x="659120" y="833276"/>
                </a:lnTo>
                <a:lnTo>
                  <a:pt x="640213" y="835304"/>
                </a:lnTo>
                <a:lnTo>
                  <a:pt x="621306" y="837333"/>
                </a:lnTo>
                <a:lnTo>
                  <a:pt x="602409" y="839362"/>
                </a:lnTo>
                <a:lnTo>
                  <a:pt x="583502" y="841391"/>
                </a:lnTo>
                <a:lnTo>
                  <a:pt x="564604" y="843429"/>
                </a:lnTo>
                <a:lnTo>
                  <a:pt x="545697" y="845458"/>
                </a:lnTo>
                <a:lnTo>
                  <a:pt x="526790" y="847487"/>
                </a:lnTo>
                <a:lnTo>
                  <a:pt x="507892" y="849516"/>
                </a:lnTo>
                <a:lnTo>
                  <a:pt x="488985" y="851554"/>
                </a:lnTo>
                <a:lnTo>
                  <a:pt x="470078" y="853583"/>
                </a:lnTo>
                <a:lnTo>
                  <a:pt x="451180" y="855612"/>
                </a:lnTo>
                <a:lnTo>
                  <a:pt x="432273" y="857641"/>
                </a:lnTo>
                <a:lnTo>
                  <a:pt x="413366" y="859669"/>
                </a:lnTo>
                <a:lnTo>
                  <a:pt x="394468" y="861708"/>
                </a:lnTo>
                <a:lnTo>
                  <a:pt x="375561" y="863737"/>
                </a:lnTo>
                <a:lnTo>
                  <a:pt x="356654" y="865765"/>
                </a:lnTo>
                <a:lnTo>
                  <a:pt x="337757" y="867794"/>
                </a:lnTo>
                <a:lnTo>
                  <a:pt x="318849" y="869823"/>
                </a:lnTo>
                <a:lnTo>
                  <a:pt x="299942" y="871861"/>
                </a:lnTo>
                <a:lnTo>
                  <a:pt x="281045" y="873890"/>
                </a:lnTo>
                <a:lnTo>
                  <a:pt x="262138" y="875919"/>
                </a:lnTo>
                <a:lnTo>
                  <a:pt x="243230" y="877948"/>
                </a:lnTo>
                <a:lnTo>
                  <a:pt x="224333" y="879986"/>
                </a:lnTo>
                <a:lnTo>
                  <a:pt x="205426" y="882015"/>
                </a:lnTo>
                <a:lnTo>
                  <a:pt x="186528" y="884044"/>
                </a:lnTo>
                <a:lnTo>
                  <a:pt x="167621" y="886073"/>
                </a:lnTo>
                <a:lnTo>
                  <a:pt x="148714" y="888101"/>
                </a:lnTo>
                <a:lnTo>
                  <a:pt x="129816" y="890140"/>
                </a:lnTo>
                <a:lnTo>
                  <a:pt x="110909" y="892169"/>
                </a:lnTo>
                <a:lnTo>
                  <a:pt x="92002" y="894197"/>
                </a:lnTo>
                <a:lnTo>
                  <a:pt x="73104" y="896226"/>
                </a:lnTo>
                <a:lnTo>
                  <a:pt x="54197" y="898255"/>
                </a:lnTo>
                <a:lnTo>
                  <a:pt x="35290" y="900293"/>
                </a:lnTo>
                <a:lnTo>
                  <a:pt x="16393" y="902322"/>
                </a:lnTo>
                <a:lnTo>
                  <a:pt x="0" y="901808"/>
                </a:lnTo>
                <a:lnTo>
                  <a:pt x="1829" y="882882"/>
                </a:lnTo>
                <a:lnTo>
                  <a:pt x="3658" y="863965"/>
                </a:lnTo>
                <a:lnTo>
                  <a:pt x="5486" y="845039"/>
                </a:lnTo>
                <a:lnTo>
                  <a:pt x="7315" y="826113"/>
                </a:lnTo>
                <a:lnTo>
                  <a:pt x="9154" y="807187"/>
                </a:lnTo>
                <a:lnTo>
                  <a:pt x="10982" y="788260"/>
                </a:lnTo>
                <a:lnTo>
                  <a:pt x="12811" y="769344"/>
                </a:lnTo>
                <a:lnTo>
                  <a:pt x="14640" y="750418"/>
                </a:lnTo>
                <a:lnTo>
                  <a:pt x="16469" y="731491"/>
                </a:lnTo>
                <a:lnTo>
                  <a:pt x="18298" y="712565"/>
                </a:lnTo>
                <a:lnTo>
                  <a:pt x="20126" y="693639"/>
                </a:lnTo>
                <a:lnTo>
                  <a:pt x="21955" y="674722"/>
                </a:lnTo>
                <a:lnTo>
                  <a:pt x="23784" y="655796"/>
                </a:lnTo>
                <a:lnTo>
                  <a:pt x="25622" y="636870"/>
                </a:lnTo>
                <a:lnTo>
                  <a:pt x="27451" y="617944"/>
                </a:lnTo>
                <a:lnTo>
                  <a:pt x="29280" y="599018"/>
                </a:lnTo>
                <a:lnTo>
                  <a:pt x="31109" y="580101"/>
                </a:lnTo>
                <a:lnTo>
                  <a:pt x="32937" y="561175"/>
                </a:lnTo>
                <a:lnTo>
                  <a:pt x="34766" y="542249"/>
                </a:lnTo>
                <a:lnTo>
                  <a:pt x="36595" y="523323"/>
                </a:lnTo>
                <a:lnTo>
                  <a:pt x="38424" y="504396"/>
                </a:lnTo>
                <a:lnTo>
                  <a:pt x="40262" y="485480"/>
                </a:lnTo>
                <a:lnTo>
                  <a:pt x="42091" y="466554"/>
                </a:lnTo>
                <a:lnTo>
                  <a:pt x="43920" y="447627"/>
                </a:lnTo>
                <a:lnTo>
                  <a:pt x="45749" y="428701"/>
                </a:lnTo>
                <a:lnTo>
                  <a:pt x="47577" y="409775"/>
                </a:lnTo>
                <a:lnTo>
                  <a:pt x="49406" y="390858"/>
                </a:lnTo>
                <a:lnTo>
                  <a:pt x="51235" y="371932"/>
                </a:lnTo>
                <a:lnTo>
                  <a:pt x="53064" y="353006"/>
                </a:lnTo>
                <a:lnTo>
                  <a:pt x="54893" y="334080"/>
                </a:lnTo>
                <a:lnTo>
                  <a:pt x="56731" y="315154"/>
                </a:lnTo>
                <a:lnTo>
                  <a:pt x="58560" y="296237"/>
                </a:lnTo>
                <a:lnTo>
                  <a:pt x="60389" y="277311"/>
                </a:lnTo>
                <a:lnTo>
                  <a:pt x="62217" y="258385"/>
                </a:lnTo>
                <a:lnTo>
                  <a:pt x="64046" y="239459"/>
                </a:lnTo>
                <a:lnTo>
                  <a:pt x="65875" y="220532"/>
                </a:lnTo>
                <a:lnTo>
                  <a:pt x="67704" y="201606"/>
                </a:lnTo>
                <a:lnTo>
                  <a:pt x="69533" y="182690"/>
                </a:lnTo>
                <a:lnTo>
                  <a:pt x="71361" y="163763"/>
                </a:lnTo>
                <a:lnTo>
                  <a:pt x="73200" y="144837"/>
                </a:lnTo>
                <a:lnTo>
                  <a:pt x="75028" y="125911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0816A5EE-4DA1-410F-9DB1-8209464B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1433" y="4433116"/>
            <a:ext cx="516255" cy="656092"/>
          </a:xfrm>
          <a:custGeom xmlns:a="http://schemas.openxmlformats.org/drawingml/2006/main">
            <a:pathLst>
              <a:path w="516255" h="656092">
                <a:moveTo>
                  <a:pt x="0" y="656092"/>
                </a:moveTo>
                <a:lnTo>
                  <a:pt x="0" y="637118"/>
                </a:lnTo>
                <a:lnTo>
                  <a:pt x="0" y="618144"/>
                </a:lnTo>
                <a:lnTo>
                  <a:pt x="0" y="599180"/>
                </a:lnTo>
                <a:lnTo>
                  <a:pt x="0" y="580206"/>
                </a:lnTo>
                <a:lnTo>
                  <a:pt x="0" y="561232"/>
                </a:lnTo>
                <a:lnTo>
                  <a:pt x="0" y="542258"/>
                </a:lnTo>
                <a:lnTo>
                  <a:pt x="0" y="523294"/>
                </a:lnTo>
                <a:lnTo>
                  <a:pt x="0" y="504320"/>
                </a:lnTo>
                <a:lnTo>
                  <a:pt x="0" y="485346"/>
                </a:lnTo>
                <a:lnTo>
                  <a:pt x="0" y="466382"/>
                </a:lnTo>
                <a:lnTo>
                  <a:pt x="0" y="447408"/>
                </a:lnTo>
                <a:lnTo>
                  <a:pt x="0" y="428434"/>
                </a:lnTo>
                <a:lnTo>
                  <a:pt x="0" y="409470"/>
                </a:lnTo>
                <a:lnTo>
                  <a:pt x="0" y="390496"/>
                </a:lnTo>
                <a:lnTo>
                  <a:pt x="0" y="371523"/>
                </a:lnTo>
                <a:lnTo>
                  <a:pt x="0" y="352549"/>
                </a:lnTo>
                <a:lnTo>
                  <a:pt x="0" y="333585"/>
                </a:lnTo>
                <a:lnTo>
                  <a:pt x="0" y="314611"/>
                </a:lnTo>
                <a:lnTo>
                  <a:pt x="0" y="295637"/>
                </a:lnTo>
                <a:lnTo>
                  <a:pt x="0" y="276673"/>
                </a:lnTo>
                <a:lnTo>
                  <a:pt x="0" y="257699"/>
                </a:lnTo>
                <a:lnTo>
                  <a:pt x="0" y="238725"/>
                </a:lnTo>
                <a:lnTo>
                  <a:pt x="0" y="219751"/>
                </a:lnTo>
                <a:lnTo>
                  <a:pt x="0" y="200787"/>
                </a:lnTo>
                <a:lnTo>
                  <a:pt x="0" y="181813"/>
                </a:lnTo>
                <a:lnTo>
                  <a:pt x="1667" y="164059"/>
                </a:lnTo>
                <a:lnTo>
                  <a:pt x="19717" y="158201"/>
                </a:lnTo>
                <a:lnTo>
                  <a:pt x="37757" y="152333"/>
                </a:lnTo>
                <a:lnTo>
                  <a:pt x="55797" y="146475"/>
                </a:lnTo>
                <a:lnTo>
                  <a:pt x="73847" y="140618"/>
                </a:lnTo>
                <a:lnTo>
                  <a:pt x="91888" y="134760"/>
                </a:lnTo>
                <a:lnTo>
                  <a:pt x="109928" y="128902"/>
                </a:lnTo>
                <a:lnTo>
                  <a:pt x="127978" y="123044"/>
                </a:lnTo>
                <a:lnTo>
                  <a:pt x="146018" y="117186"/>
                </a:lnTo>
                <a:lnTo>
                  <a:pt x="164059" y="111328"/>
                </a:lnTo>
                <a:lnTo>
                  <a:pt x="182108" y="105461"/>
                </a:lnTo>
                <a:lnTo>
                  <a:pt x="200149" y="99603"/>
                </a:lnTo>
                <a:lnTo>
                  <a:pt x="218189" y="93745"/>
                </a:lnTo>
                <a:lnTo>
                  <a:pt x="236239" y="87887"/>
                </a:lnTo>
                <a:lnTo>
                  <a:pt x="254279" y="82029"/>
                </a:lnTo>
                <a:lnTo>
                  <a:pt x="272320" y="76171"/>
                </a:lnTo>
                <a:lnTo>
                  <a:pt x="290370" y="70314"/>
                </a:lnTo>
                <a:lnTo>
                  <a:pt x="308410" y="64446"/>
                </a:lnTo>
                <a:lnTo>
                  <a:pt x="326450" y="58588"/>
                </a:lnTo>
                <a:lnTo>
                  <a:pt x="344500" y="52730"/>
                </a:lnTo>
                <a:lnTo>
                  <a:pt x="362541" y="46873"/>
                </a:lnTo>
                <a:lnTo>
                  <a:pt x="380581" y="41015"/>
                </a:lnTo>
                <a:lnTo>
                  <a:pt x="398631" y="35157"/>
                </a:lnTo>
                <a:lnTo>
                  <a:pt x="416671" y="29299"/>
                </a:lnTo>
                <a:lnTo>
                  <a:pt x="434711" y="23441"/>
                </a:lnTo>
                <a:lnTo>
                  <a:pt x="452761" y="17574"/>
                </a:lnTo>
                <a:lnTo>
                  <a:pt x="470802" y="11716"/>
                </a:lnTo>
                <a:lnTo>
                  <a:pt x="488842" y="5858"/>
                </a:lnTo>
                <a:lnTo>
                  <a:pt x="506892" y="0"/>
                </a:lnTo>
                <a:lnTo>
                  <a:pt x="516255" y="6086"/>
                </a:lnTo>
                <a:lnTo>
                  <a:pt x="516255" y="25051"/>
                </a:lnTo>
                <a:lnTo>
                  <a:pt x="516255" y="44025"/>
                </a:lnTo>
                <a:lnTo>
                  <a:pt x="516255" y="62998"/>
                </a:lnTo>
                <a:lnTo>
                  <a:pt x="516255" y="81963"/>
                </a:lnTo>
                <a:lnTo>
                  <a:pt x="516255" y="100936"/>
                </a:lnTo>
                <a:lnTo>
                  <a:pt x="516255" y="119910"/>
                </a:lnTo>
                <a:lnTo>
                  <a:pt x="516255" y="138884"/>
                </a:lnTo>
                <a:lnTo>
                  <a:pt x="516255" y="157848"/>
                </a:lnTo>
                <a:lnTo>
                  <a:pt x="516255" y="176822"/>
                </a:lnTo>
                <a:lnTo>
                  <a:pt x="516255" y="195796"/>
                </a:lnTo>
                <a:lnTo>
                  <a:pt x="516255" y="214760"/>
                </a:lnTo>
                <a:lnTo>
                  <a:pt x="516255" y="233734"/>
                </a:lnTo>
                <a:lnTo>
                  <a:pt x="516255" y="252708"/>
                </a:lnTo>
                <a:lnTo>
                  <a:pt x="516255" y="271682"/>
                </a:lnTo>
                <a:lnTo>
                  <a:pt x="516255" y="290646"/>
                </a:lnTo>
                <a:lnTo>
                  <a:pt x="516255" y="309620"/>
                </a:lnTo>
                <a:lnTo>
                  <a:pt x="516255" y="328593"/>
                </a:lnTo>
                <a:lnTo>
                  <a:pt x="516255" y="347558"/>
                </a:lnTo>
                <a:lnTo>
                  <a:pt x="516255" y="366532"/>
                </a:lnTo>
                <a:lnTo>
                  <a:pt x="516255" y="385505"/>
                </a:lnTo>
                <a:lnTo>
                  <a:pt x="516255" y="404470"/>
                </a:lnTo>
                <a:lnTo>
                  <a:pt x="516255" y="423443"/>
                </a:lnTo>
                <a:lnTo>
                  <a:pt x="516255" y="442417"/>
                </a:lnTo>
                <a:lnTo>
                  <a:pt x="513950" y="459800"/>
                </a:lnTo>
                <a:lnTo>
                  <a:pt x="496233" y="466573"/>
                </a:lnTo>
                <a:lnTo>
                  <a:pt x="478507" y="473335"/>
                </a:lnTo>
                <a:lnTo>
                  <a:pt x="460781" y="480108"/>
                </a:lnTo>
                <a:lnTo>
                  <a:pt x="443065" y="486880"/>
                </a:lnTo>
                <a:lnTo>
                  <a:pt x="425339" y="493643"/>
                </a:lnTo>
                <a:lnTo>
                  <a:pt x="407613" y="500415"/>
                </a:lnTo>
                <a:lnTo>
                  <a:pt x="389896" y="507178"/>
                </a:lnTo>
                <a:lnTo>
                  <a:pt x="372170" y="513950"/>
                </a:lnTo>
                <a:lnTo>
                  <a:pt x="354454" y="520722"/>
                </a:lnTo>
                <a:lnTo>
                  <a:pt x="336728" y="527485"/>
                </a:lnTo>
                <a:lnTo>
                  <a:pt x="319002" y="534257"/>
                </a:lnTo>
                <a:lnTo>
                  <a:pt x="301285" y="541020"/>
                </a:lnTo>
                <a:lnTo>
                  <a:pt x="283559" y="547792"/>
                </a:lnTo>
                <a:lnTo>
                  <a:pt x="265833" y="554565"/>
                </a:lnTo>
                <a:lnTo>
                  <a:pt x="248117" y="561327"/>
                </a:lnTo>
                <a:lnTo>
                  <a:pt x="230391" y="568100"/>
                </a:lnTo>
                <a:lnTo>
                  <a:pt x="212674" y="574862"/>
                </a:lnTo>
                <a:lnTo>
                  <a:pt x="194948" y="581635"/>
                </a:lnTo>
                <a:lnTo>
                  <a:pt x="177222" y="588407"/>
                </a:lnTo>
                <a:lnTo>
                  <a:pt x="159506" y="595170"/>
                </a:lnTo>
                <a:lnTo>
                  <a:pt x="141780" y="601942"/>
                </a:lnTo>
                <a:lnTo>
                  <a:pt x="124054" y="608705"/>
                </a:lnTo>
                <a:lnTo>
                  <a:pt x="106337" y="615477"/>
                </a:lnTo>
                <a:lnTo>
                  <a:pt x="88611" y="622249"/>
                </a:lnTo>
                <a:lnTo>
                  <a:pt x="70895" y="629012"/>
                </a:lnTo>
                <a:lnTo>
                  <a:pt x="53169" y="635784"/>
                </a:lnTo>
                <a:lnTo>
                  <a:pt x="35443" y="642556"/>
                </a:lnTo>
                <a:lnTo>
                  <a:pt x="17726" y="649319"/>
                </a:lnTo>
                <a:lnTo>
                  <a:pt x="0" y="656092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2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3960E1CE-C57E-495D-BC5F-828EEB40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1188" y="4892040"/>
            <a:ext cx="2473414" cy="197168"/>
          </a:xfrm>
          <a:custGeom xmlns:a="http://schemas.openxmlformats.org/drawingml/2006/main">
            <a:pathLst>
              <a:path w="2473414" h="197168">
                <a:moveTo>
                  <a:pt x="0" y="197168"/>
                </a:moveTo>
                <a:lnTo>
                  <a:pt x="20917" y="197168"/>
                </a:lnTo>
                <a:lnTo>
                  <a:pt x="41824" y="197168"/>
                </a:lnTo>
                <a:lnTo>
                  <a:pt x="62741" y="197168"/>
                </a:lnTo>
                <a:lnTo>
                  <a:pt x="83649" y="197168"/>
                </a:lnTo>
                <a:lnTo>
                  <a:pt x="104565" y="197168"/>
                </a:lnTo>
                <a:lnTo>
                  <a:pt x="125482" y="197168"/>
                </a:lnTo>
                <a:lnTo>
                  <a:pt x="146390" y="197168"/>
                </a:lnTo>
                <a:lnTo>
                  <a:pt x="167307" y="197168"/>
                </a:lnTo>
                <a:lnTo>
                  <a:pt x="188214" y="197168"/>
                </a:lnTo>
                <a:lnTo>
                  <a:pt x="209131" y="197168"/>
                </a:lnTo>
                <a:lnTo>
                  <a:pt x="230048" y="197168"/>
                </a:lnTo>
                <a:lnTo>
                  <a:pt x="250955" y="197168"/>
                </a:lnTo>
                <a:lnTo>
                  <a:pt x="271872" y="197168"/>
                </a:lnTo>
                <a:lnTo>
                  <a:pt x="292779" y="197168"/>
                </a:lnTo>
                <a:lnTo>
                  <a:pt x="313696" y="197168"/>
                </a:lnTo>
                <a:lnTo>
                  <a:pt x="334613" y="197168"/>
                </a:lnTo>
                <a:lnTo>
                  <a:pt x="355521" y="197168"/>
                </a:lnTo>
                <a:lnTo>
                  <a:pt x="376438" y="197168"/>
                </a:lnTo>
                <a:lnTo>
                  <a:pt x="397345" y="197168"/>
                </a:lnTo>
                <a:lnTo>
                  <a:pt x="418262" y="197168"/>
                </a:lnTo>
                <a:lnTo>
                  <a:pt x="439179" y="197168"/>
                </a:lnTo>
                <a:lnTo>
                  <a:pt x="460086" y="197168"/>
                </a:lnTo>
                <a:lnTo>
                  <a:pt x="481003" y="197168"/>
                </a:lnTo>
                <a:lnTo>
                  <a:pt x="501910" y="197168"/>
                </a:lnTo>
                <a:lnTo>
                  <a:pt x="522827" y="197168"/>
                </a:lnTo>
                <a:lnTo>
                  <a:pt x="543744" y="197168"/>
                </a:lnTo>
                <a:lnTo>
                  <a:pt x="564652" y="197168"/>
                </a:lnTo>
                <a:lnTo>
                  <a:pt x="585568" y="197168"/>
                </a:lnTo>
                <a:lnTo>
                  <a:pt x="606476" y="197168"/>
                </a:lnTo>
                <a:lnTo>
                  <a:pt x="627393" y="197168"/>
                </a:lnTo>
                <a:lnTo>
                  <a:pt x="648300" y="197168"/>
                </a:lnTo>
                <a:lnTo>
                  <a:pt x="669217" y="197168"/>
                </a:lnTo>
                <a:lnTo>
                  <a:pt x="690134" y="197168"/>
                </a:lnTo>
                <a:lnTo>
                  <a:pt x="711041" y="197168"/>
                </a:lnTo>
                <a:lnTo>
                  <a:pt x="731958" y="197168"/>
                </a:lnTo>
                <a:lnTo>
                  <a:pt x="752866" y="197168"/>
                </a:lnTo>
                <a:lnTo>
                  <a:pt x="773782" y="197168"/>
                </a:lnTo>
                <a:lnTo>
                  <a:pt x="794699" y="197168"/>
                </a:lnTo>
                <a:lnTo>
                  <a:pt x="815607" y="197168"/>
                </a:lnTo>
                <a:lnTo>
                  <a:pt x="836524" y="197168"/>
                </a:lnTo>
                <a:lnTo>
                  <a:pt x="857431" y="197168"/>
                </a:lnTo>
                <a:lnTo>
                  <a:pt x="878348" y="197168"/>
                </a:lnTo>
                <a:lnTo>
                  <a:pt x="899265" y="197168"/>
                </a:lnTo>
                <a:lnTo>
                  <a:pt x="920172" y="197168"/>
                </a:lnTo>
                <a:lnTo>
                  <a:pt x="941089" y="197168"/>
                </a:lnTo>
                <a:lnTo>
                  <a:pt x="961996" y="197168"/>
                </a:lnTo>
                <a:lnTo>
                  <a:pt x="982913" y="197168"/>
                </a:lnTo>
                <a:lnTo>
                  <a:pt x="1003830" y="197168"/>
                </a:lnTo>
                <a:lnTo>
                  <a:pt x="1024738" y="197168"/>
                </a:lnTo>
                <a:lnTo>
                  <a:pt x="1045655" y="197168"/>
                </a:lnTo>
                <a:lnTo>
                  <a:pt x="1066562" y="197168"/>
                </a:lnTo>
                <a:lnTo>
                  <a:pt x="1087479" y="197168"/>
                </a:lnTo>
                <a:lnTo>
                  <a:pt x="1108396" y="197168"/>
                </a:lnTo>
                <a:lnTo>
                  <a:pt x="1129303" y="197168"/>
                </a:lnTo>
                <a:lnTo>
                  <a:pt x="1150220" y="197168"/>
                </a:lnTo>
                <a:lnTo>
                  <a:pt x="1171127" y="197168"/>
                </a:lnTo>
                <a:lnTo>
                  <a:pt x="1192044" y="197168"/>
                </a:lnTo>
                <a:lnTo>
                  <a:pt x="1212961" y="197168"/>
                </a:lnTo>
                <a:lnTo>
                  <a:pt x="1233869" y="197168"/>
                </a:lnTo>
                <a:lnTo>
                  <a:pt x="1254785" y="197168"/>
                </a:lnTo>
                <a:lnTo>
                  <a:pt x="1275693" y="197168"/>
                </a:lnTo>
                <a:lnTo>
                  <a:pt x="1296610" y="197168"/>
                </a:lnTo>
                <a:lnTo>
                  <a:pt x="1317527" y="197168"/>
                </a:lnTo>
                <a:lnTo>
                  <a:pt x="1338434" y="197168"/>
                </a:lnTo>
                <a:lnTo>
                  <a:pt x="1359351" y="197168"/>
                </a:lnTo>
                <a:lnTo>
                  <a:pt x="1380258" y="197168"/>
                </a:lnTo>
                <a:lnTo>
                  <a:pt x="1401175" y="197168"/>
                </a:lnTo>
                <a:lnTo>
                  <a:pt x="1422092" y="197168"/>
                </a:lnTo>
                <a:lnTo>
                  <a:pt x="1442999" y="197168"/>
                </a:lnTo>
                <a:lnTo>
                  <a:pt x="1463916" y="197168"/>
                </a:lnTo>
                <a:lnTo>
                  <a:pt x="1484824" y="197168"/>
                </a:lnTo>
                <a:lnTo>
                  <a:pt x="1505741" y="197168"/>
                </a:lnTo>
                <a:lnTo>
                  <a:pt x="1526657" y="197168"/>
                </a:lnTo>
                <a:lnTo>
                  <a:pt x="1547565" y="197168"/>
                </a:lnTo>
                <a:lnTo>
                  <a:pt x="1568482" y="197168"/>
                </a:lnTo>
                <a:lnTo>
                  <a:pt x="1589389" y="197168"/>
                </a:lnTo>
                <a:lnTo>
                  <a:pt x="1610306" y="197168"/>
                </a:lnTo>
                <a:lnTo>
                  <a:pt x="1631223" y="197168"/>
                </a:lnTo>
                <a:lnTo>
                  <a:pt x="1652130" y="197168"/>
                </a:lnTo>
                <a:lnTo>
                  <a:pt x="1673047" y="197168"/>
                </a:lnTo>
                <a:lnTo>
                  <a:pt x="1693955" y="197168"/>
                </a:lnTo>
                <a:lnTo>
                  <a:pt x="1714871" y="197168"/>
                </a:lnTo>
                <a:lnTo>
                  <a:pt x="1735779" y="197168"/>
                </a:lnTo>
                <a:lnTo>
                  <a:pt x="1756696" y="197168"/>
                </a:lnTo>
                <a:lnTo>
                  <a:pt x="1777613" y="197168"/>
                </a:lnTo>
                <a:lnTo>
                  <a:pt x="1798520" y="197168"/>
                </a:lnTo>
                <a:lnTo>
                  <a:pt x="1819437" y="197168"/>
                </a:lnTo>
                <a:lnTo>
                  <a:pt x="1840344" y="197168"/>
                </a:lnTo>
                <a:lnTo>
                  <a:pt x="1861261" y="197168"/>
                </a:lnTo>
                <a:lnTo>
                  <a:pt x="1882178" y="197168"/>
                </a:lnTo>
                <a:lnTo>
                  <a:pt x="1903085" y="197168"/>
                </a:lnTo>
                <a:lnTo>
                  <a:pt x="1924002" y="197168"/>
                </a:lnTo>
                <a:lnTo>
                  <a:pt x="1944910" y="197168"/>
                </a:lnTo>
                <a:lnTo>
                  <a:pt x="1965465" y="195177"/>
                </a:lnTo>
                <a:lnTo>
                  <a:pt x="1985000" y="187719"/>
                </a:lnTo>
                <a:lnTo>
                  <a:pt x="2004536" y="180251"/>
                </a:lnTo>
                <a:lnTo>
                  <a:pt x="2024072" y="172793"/>
                </a:lnTo>
                <a:lnTo>
                  <a:pt x="2043608" y="165325"/>
                </a:lnTo>
                <a:lnTo>
                  <a:pt x="2063144" y="157867"/>
                </a:lnTo>
                <a:lnTo>
                  <a:pt x="2082679" y="150409"/>
                </a:lnTo>
                <a:lnTo>
                  <a:pt x="2102215" y="142942"/>
                </a:lnTo>
                <a:lnTo>
                  <a:pt x="2121751" y="135484"/>
                </a:lnTo>
                <a:lnTo>
                  <a:pt x="2141287" y="128026"/>
                </a:lnTo>
                <a:lnTo>
                  <a:pt x="2160822" y="120558"/>
                </a:lnTo>
                <a:lnTo>
                  <a:pt x="2180368" y="113100"/>
                </a:lnTo>
                <a:lnTo>
                  <a:pt x="2199904" y="105642"/>
                </a:lnTo>
                <a:lnTo>
                  <a:pt x="2219439" y="98174"/>
                </a:lnTo>
                <a:lnTo>
                  <a:pt x="2238975" y="90716"/>
                </a:lnTo>
                <a:lnTo>
                  <a:pt x="2258511" y="83258"/>
                </a:lnTo>
                <a:lnTo>
                  <a:pt x="2278047" y="75790"/>
                </a:lnTo>
                <a:lnTo>
                  <a:pt x="2297582" y="68332"/>
                </a:lnTo>
                <a:lnTo>
                  <a:pt x="2317118" y="60874"/>
                </a:lnTo>
                <a:lnTo>
                  <a:pt x="2336654" y="53407"/>
                </a:lnTo>
                <a:lnTo>
                  <a:pt x="2356190" y="45949"/>
                </a:lnTo>
                <a:lnTo>
                  <a:pt x="2375735" y="38481"/>
                </a:lnTo>
                <a:lnTo>
                  <a:pt x="2395271" y="31023"/>
                </a:lnTo>
                <a:lnTo>
                  <a:pt x="2414807" y="23565"/>
                </a:lnTo>
                <a:lnTo>
                  <a:pt x="2434342" y="16097"/>
                </a:lnTo>
                <a:lnTo>
                  <a:pt x="2453878" y="8639"/>
                </a:lnTo>
                <a:lnTo>
                  <a:pt x="2473414" y="1181"/>
                </a:lnTo>
                <a:lnTo>
                  <a:pt x="2458888" y="0"/>
                </a:lnTo>
                <a:lnTo>
                  <a:pt x="2437981" y="0"/>
                </a:lnTo>
                <a:lnTo>
                  <a:pt x="2417064" y="0"/>
                </a:lnTo>
                <a:lnTo>
                  <a:pt x="2396147" y="0"/>
                </a:lnTo>
                <a:lnTo>
                  <a:pt x="2375240" y="0"/>
                </a:lnTo>
                <a:lnTo>
                  <a:pt x="2354323" y="0"/>
                </a:lnTo>
                <a:lnTo>
                  <a:pt x="2333415" y="0"/>
                </a:lnTo>
                <a:lnTo>
                  <a:pt x="2312499" y="0"/>
                </a:lnTo>
                <a:lnTo>
                  <a:pt x="2291582" y="0"/>
                </a:lnTo>
                <a:lnTo>
                  <a:pt x="2270674" y="0"/>
                </a:lnTo>
                <a:lnTo>
                  <a:pt x="2249757" y="0"/>
                </a:lnTo>
                <a:lnTo>
                  <a:pt x="2228850" y="0"/>
                </a:lnTo>
                <a:lnTo>
                  <a:pt x="2207933" y="0"/>
                </a:lnTo>
                <a:lnTo>
                  <a:pt x="2187016" y="0"/>
                </a:lnTo>
                <a:lnTo>
                  <a:pt x="2166109" y="0"/>
                </a:lnTo>
                <a:lnTo>
                  <a:pt x="2145192" y="0"/>
                </a:lnTo>
                <a:lnTo>
                  <a:pt x="2124285" y="0"/>
                </a:lnTo>
                <a:lnTo>
                  <a:pt x="2103368" y="0"/>
                </a:lnTo>
                <a:lnTo>
                  <a:pt x="2082451" y="0"/>
                </a:lnTo>
                <a:lnTo>
                  <a:pt x="2061543" y="0"/>
                </a:lnTo>
                <a:lnTo>
                  <a:pt x="2040626" y="0"/>
                </a:lnTo>
                <a:lnTo>
                  <a:pt x="2019719" y="0"/>
                </a:lnTo>
                <a:lnTo>
                  <a:pt x="1998802" y="0"/>
                </a:lnTo>
                <a:lnTo>
                  <a:pt x="1977885" y="0"/>
                </a:lnTo>
                <a:lnTo>
                  <a:pt x="1956978" y="0"/>
                </a:lnTo>
                <a:lnTo>
                  <a:pt x="1936061" y="0"/>
                </a:lnTo>
                <a:lnTo>
                  <a:pt x="1915154" y="0"/>
                </a:lnTo>
                <a:lnTo>
                  <a:pt x="1894237" y="0"/>
                </a:lnTo>
                <a:lnTo>
                  <a:pt x="1873320" y="0"/>
                </a:lnTo>
                <a:lnTo>
                  <a:pt x="1852412" y="0"/>
                </a:lnTo>
                <a:lnTo>
                  <a:pt x="1831496" y="0"/>
                </a:lnTo>
                <a:lnTo>
                  <a:pt x="1810588" y="0"/>
                </a:lnTo>
                <a:lnTo>
                  <a:pt x="1789671" y="0"/>
                </a:lnTo>
                <a:lnTo>
                  <a:pt x="1768764" y="0"/>
                </a:lnTo>
                <a:lnTo>
                  <a:pt x="1747847" y="0"/>
                </a:lnTo>
                <a:lnTo>
                  <a:pt x="1726930" y="0"/>
                </a:lnTo>
                <a:lnTo>
                  <a:pt x="1706023" y="0"/>
                </a:lnTo>
                <a:lnTo>
                  <a:pt x="1685106" y="0"/>
                </a:lnTo>
                <a:lnTo>
                  <a:pt x="1664198" y="0"/>
                </a:lnTo>
                <a:lnTo>
                  <a:pt x="1643282" y="0"/>
                </a:lnTo>
                <a:lnTo>
                  <a:pt x="1622365" y="0"/>
                </a:lnTo>
                <a:lnTo>
                  <a:pt x="1601457" y="0"/>
                </a:lnTo>
                <a:lnTo>
                  <a:pt x="1580540" y="0"/>
                </a:lnTo>
                <a:lnTo>
                  <a:pt x="1559633" y="0"/>
                </a:lnTo>
                <a:lnTo>
                  <a:pt x="1538716" y="0"/>
                </a:lnTo>
                <a:lnTo>
                  <a:pt x="1517799" y="0"/>
                </a:lnTo>
                <a:lnTo>
                  <a:pt x="1496892" y="0"/>
                </a:lnTo>
                <a:lnTo>
                  <a:pt x="1475975" y="0"/>
                </a:lnTo>
                <a:lnTo>
                  <a:pt x="1455068" y="0"/>
                </a:lnTo>
                <a:lnTo>
                  <a:pt x="1434151" y="0"/>
                </a:lnTo>
                <a:lnTo>
                  <a:pt x="1413234" y="0"/>
                </a:lnTo>
                <a:lnTo>
                  <a:pt x="1392326" y="0"/>
                </a:lnTo>
                <a:lnTo>
                  <a:pt x="1371410" y="0"/>
                </a:lnTo>
                <a:lnTo>
                  <a:pt x="1350502" y="0"/>
                </a:lnTo>
                <a:lnTo>
                  <a:pt x="1329585" y="0"/>
                </a:lnTo>
                <a:lnTo>
                  <a:pt x="1308668" y="0"/>
                </a:lnTo>
                <a:lnTo>
                  <a:pt x="1287761" y="0"/>
                </a:lnTo>
                <a:lnTo>
                  <a:pt x="1266844" y="0"/>
                </a:lnTo>
                <a:lnTo>
                  <a:pt x="1245937" y="0"/>
                </a:lnTo>
                <a:lnTo>
                  <a:pt x="1225020" y="0"/>
                </a:lnTo>
                <a:lnTo>
                  <a:pt x="1204103" y="0"/>
                </a:lnTo>
                <a:lnTo>
                  <a:pt x="1183196" y="0"/>
                </a:lnTo>
                <a:lnTo>
                  <a:pt x="1162279" y="0"/>
                </a:lnTo>
                <a:lnTo>
                  <a:pt x="1141371" y="0"/>
                </a:lnTo>
                <a:lnTo>
                  <a:pt x="1120454" y="0"/>
                </a:lnTo>
                <a:lnTo>
                  <a:pt x="1099537" y="0"/>
                </a:lnTo>
                <a:lnTo>
                  <a:pt x="1078630" y="0"/>
                </a:lnTo>
                <a:lnTo>
                  <a:pt x="1057713" y="0"/>
                </a:lnTo>
                <a:lnTo>
                  <a:pt x="1036806" y="0"/>
                </a:lnTo>
                <a:lnTo>
                  <a:pt x="1015889" y="0"/>
                </a:lnTo>
                <a:lnTo>
                  <a:pt x="994972" y="0"/>
                </a:lnTo>
                <a:lnTo>
                  <a:pt x="974065" y="0"/>
                </a:lnTo>
                <a:lnTo>
                  <a:pt x="953148" y="0"/>
                </a:lnTo>
                <a:lnTo>
                  <a:pt x="932240" y="0"/>
                </a:lnTo>
                <a:lnTo>
                  <a:pt x="911323" y="0"/>
                </a:lnTo>
                <a:lnTo>
                  <a:pt x="890407" y="0"/>
                </a:lnTo>
                <a:lnTo>
                  <a:pt x="869499" y="0"/>
                </a:lnTo>
                <a:lnTo>
                  <a:pt x="848582" y="0"/>
                </a:lnTo>
                <a:lnTo>
                  <a:pt x="827675" y="0"/>
                </a:lnTo>
                <a:lnTo>
                  <a:pt x="806758" y="0"/>
                </a:lnTo>
                <a:lnTo>
                  <a:pt x="785841" y="0"/>
                </a:lnTo>
                <a:lnTo>
                  <a:pt x="764934" y="0"/>
                </a:lnTo>
                <a:lnTo>
                  <a:pt x="744017" y="0"/>
                </a:lnTo>
                <a:lnTo>
                  <a:pt x="723109" y="0"/>
                </a:lnTo>
                <a:lnTo>
                  <a:pt x="702193" y="0"/>
                </a:lnTo>
                <a:lnTo>
                  <a:pt x="681276" y="0"/>
                </a:lnTo>
                <a:lnTo>
                  <a:pt x="660368" y="0"/>
                </a:lnTo>
                <a:lnTo>
                  <a:pt x="639451" y="0"/>
                </a:lnTo>
                <a:lnTo>
                  <a:pt x="619420" y="5791"/>
                </a:lnTo>
                <a:lnTo>
                  <a:pt x="599437" y="11973"/>
                </a:lnTo>
                <a:lnTo>
                  <a:pt x="579453" y="18145"/>
                </a:lnTo>
                <a:lnTo>
                  <a:pt x="559470" y="24317"/>
                </a:lnTo>
                <a:lnTo>
                  <a:pt x="539486" y="30490"/>
                </a:lnTo>
                <a:lnTo>
                  <a:pt x="519513" y="36662"/>
                </a:lnTo>
                <a:lnTo>
                  <a:pt x="499529" y="42834"/>
                </a:lnTo>
                <a:lnTo>
                  <a:pt x="479546" y="49006"/>
                </a:lnTo>
                <a:lnTo>
                  <a:pt x="459562" y="55178"/>
                </a:lnTo>
                <a:lnTo>
                  <a:pt x="439588" y="61351"/>
                </a:lnTo>
                <a:lnTo>
                  <a:pt x="419605" y="67532"/>
                </a:lnTo>
                <a:lnTo>
                  <a:pt x="399621" y="73704"/>
                </a:lnTo>
                <a:lnTo>
                  <a:pt x="379638" y="79877"/>
                </a:lnTo>
                <a:lnTo>
                  <a:pt x="359664" y="86049"/>
                </a:lnTo>
                <a:lnTo>
                  <a:pt x="339681" y="92221"/>
                </a:lnTo>
                <a:lnTo>
                  <a:pt x="319697" y="98393"/>
                </a:lnTo>
                <a:lnTo>
                  <a:pt x="299714" y="104565"/>
                </a:lnTo>
                <a:lnTo>
                  <a:pt x="279740" y="110738"/>
                </a:lnTo>
                <a:lnTo>
                  <a:pt x="259756" y="116919"/>
                </a:lnTo>
                <a:lnTo>
                  <a:pt x="239773" y="123092"/>
                </a:lnTo>
                <a:lnTo>
                  <a:pt x="219789" y="129264"/>
                </a:lnTo>
                <a:lnTo>
                  <a:pt x="199815" y="135436"/>
                </a:lnTo>
                <a:lnTo>
                  <a:pt x="179832" y="141608"/>
                </a:lnTo>
                <a:lnTo>
                  <a:pt x="159849" y="147780"/>
                </a:lnTo>
                <a:lnTo>
                  <a:pt x="139865" y="153953"/>
                </a:lnTo>
                <a:lnTo>
                  <a:pt x="119891" y="160125"/>
                </a:lnTo>
                <a:lnTo>
                  <a:pt x="99908" y="166297"/>
                </a:lnTo>
                <a:lnTo>
                  <a:pt x="79924" y="172479"/>
                </a:lnTo>
                <a:lnTo>
                  <a:pt x="59941" y="178651"/>
                </a:lnTo>
                <a:lnTo>
                  <a:pt x="39957" y="184823"/>
                </a:lnTo>
                <a:lnTo>
                  <a:pt x="19983" y="190995"/>
                </a:lnTo>
                <a:lnTo>
                  <a:pt x="0" y="197168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3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B296A172-6A18-4E51-ADB2-F9C011DE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4058" y="4892040"/>
            <a:ext cx="2277428" cy="197168"/>
          </a:xfrm>
          <a:custGeom xmlns:a="http://schemas.openxmlformats.org/drawingml/2006/main">
            <a:pathLst>
              <a:path w="2277428" h="197168">
                <a:moveTo>
                  <a:pt x="0" y="197168"/>
                </a:moveTo>
                <a:lnTo>
                  <a:pt x="18964" y="197168"/>
                </a:lnTo>
                <a:lnTo>
                  <a:pt x="37929" y="197168"/>
                </a:lnTo>
                <a:lnTo>
                  <a:pt x="56883" y="197168"/>
                </a:lnTo>
                <a:lnTo>
                  <a:pt x="75848" y="197168"/>
                </a:lnTo>
                <a:lnTo>
                  <a:pt x="94812" y="197168"/>
                </a:lnTo>
                <a:lnTo>
                  <a:pt x="113776" y="197168"/>
                </a:lnTo>
                <a:lnTo>
                  <a:pt x="132731" y="197168"/>
                </a:lnTo>
                <a:lnTo>
                  <a:pt x="151695" y="197168"/>
                </a:lnTo>
                <a:lnTo>
                  <a:pt x="170659" y="197168"/>
                </a:lnTo>
                <a:lnTo>
                  <a:pt x="189624" y="197168"/>
                </a:lnTo>
                <a:lnTo>
                  <a:pt x="208578" y="197168"/>
                </a:lnTo>
                <a:lnTo>
                  <a:pt x="227543" y="197168"/>
                </a:lnTo>
                <a:lnTo>
                  <a:pt x="246507" y="197168"/>
                </a:lnTo>
                <a:lnTo>
                  <a:pt x="265471" y="197168"/>
                </a:lnTo>
                <a:lnTo>
                  <a:pt x="284426" y="197168"/>
                </a:lnTo>
                <a:lnTo>
                  <a:pt x="303390" y="197168"/>
                </a:lnTo>
                <a:lnTo>
                  <a:pt x="322355" y="197168"/>
                </a:lnTo>
                <a:lnTo>
                  <a:pt x="341319" y="197168"/>
                </a:lnTo>
                <a:lnTo>
                  <a:pt x="360274" y="197168"/>
                </a:lnTo>
                <a:lnTo>
                  <a:pt x="379238" y="197168"/>
                </a:lnTo>
                <a:lnTo>
                  <a:pt x="398202" y="197168"/>
                </a:lnTo>
                <a:lnTo>
                  <a:pt x="417166" y="197168"/>
                </a:lnTo>
                <a:lnTo>
                  <a:pt x="436121" y="197168"/>
                </a:lnTo>
                <a:lnTo>
                  <a:pt x="455085" y="197168"/>
                </a:lnTo>
                <a:lnTo>
                  <a:pt x="474050" y="197168"/>
                </a:lnTo>
                <a:lnTo>
                  <a:pt x="493014" y="197168"/>
                </a:lnTo>
                <a:lnTo>
                  <a:pt x="511978" y="197168"/>
                </a:lnTo>
                <a:lnTo>
                  <a:pt x="530933" y="197168"/>
                </a:lnTo>
                <a:lnTo>
                  <a:pt x="549897" y="197168"/>
                </a:lnTo>
                <a:lnTo>
                  <a:pt x="568862" y="197168"/>
                </a:lnTo>
                <a:lnTo>
                  <a:pt x="587826" y="197168"/>
                </a:lnTo>
                <a:lnTo>
                  <a:pt x="606781" y="197168"/>
                </a:lnTo>
                <a:lnTo>
                  <a:pt x="625745" y="197168"/>
                </a:lnTo>
                <a:lnTo>
                  <a:pt x="644709" y="197168"/>
                </a:lnTo>
                <a:lnTo>
                  <a:pt x="663673" y="197168"/>
                </a:lnTo>
                <a:lnTo>
                  <a:pt x="682628" y="197168"/>
                </a:lnTo>
                <a:lnTo>
                  <a:pt x="701592" y="197168"/>
                </a:lnTo>
                <a:lnTo>
                  <a:pt x="720557" y="197168"/>
                </a:lnTo>
                <a:lnTo>
                  <a:pt x="739521" y="197168"/>
                </a:lnTo>
                <a:lnTo>
                  <a:pt x="758476" y="197168"/>
                </a:lnTo>
                <a:lnTo>
                  <a:pt x="777440" y="197168"/>
                </a:lnTo>
                <a:lnTo>
                  <a:pt x="796404" y="197168"/>
                </a:lnTo>
                <a:lnTo>
                  <a:pt x="815369" y="197168"/>
                </a:lnTo>
                <a:lnTo>
                  <a:pt x="834323" y="197168"/>
                </a:lnTo>
                <a:lnTo>
                  <a:pt x="853288" y="197168"/>
                </a:lnTo>
                <a:lnTo>
                  <a:pt x="872252" y="197168"/>
                </a:lnTo>
                <a:lnTo>
                  <a:pt x="891216" y="197168"/>
                </a:lnTo>
                <a:lnTo>
                  <a:pt x="910180" y="197168"/>
                </a:lnTo>
                <a:lnTo>
                  <a:pt x="929135" y="197168"/>
                </a:lnTo>
                <a:lnTo>
                  <a:pt x="948099" y="197168"/>
                </a:lnTo>
                <a:lnTo>
                  <a:pt x="967064" y="197168"/>
                </a:lnTo>
                <a:lnTo>
                  <a:pt x="986028" y="197168"/>
                </a:lnTo>
                <a:lnTo>
                  <a:pt x="1004983" y="197168"/>
                </a:lnTo>
                <a:lnTo>
                  <a:pt x="1023947" y="197168"/>
                </a:lnTo>
                <a:lnTo>
                  <a:pt x="1042911" y="197168"/>
                </a:lnTo>
                <a:lnTo>
                  <a:pt x="1061876" y="197168"/>
                </a:lnTo>
                <a:lnTo>
                  <a:pt x="1080830" y="197168"/>
                </a:lnTo>
                <a:lnTo>
                  <a:pt x="1099795" y="197168"/>
                </a:lnTo>
                <a:lnTo>
                  <a:pt x="1118759" y="197168"/>
                </a:lnTo>
                <a:lnTo>
                  <a:pt x="1137723" y="197168"/>
                </a:lnTo>
                <a:lnTo>
                  <a:pt x="1156678" y="197168"/>
                </a:lnTo>
                <a:lnTo>
                  <a:pt x="1175642" y="197168"/>
                </a:lnTo>
                <a:lnTo>
                  <a:pt x="1194606" y="197168"/>
                </a:lnTo>
                <a:lnTo>
                  <a:pt x="1213571" y="197168"/>
                </a:lnTo>
                <a:lnTo>
                  <a:pt x="1232525" y="197168"/>
                </a:lnTo>
                <a:lnTo>
                  <a:pt x="1251490" y="197168"/>
                </a:lnTo>
                <a:lnTo>
                  <a:pt x="1270454" y="197168"/>
                </a:lnTo>
                <a:lnTo>
                  <a:pt x="1289418" y="197168"/>
                </a:lnTo>
                <a:lnTo>
                  <a:pt x="1308373" y="197168"/>
                </a:lnTo>
                <a:lnTo>
                  <a:pt x="1327337" y="197168"/>
                </a:lnTo>
                <a:lnTo>
                  <a:pt x="1346302" y="197168"/>
                </a:lnTo>
                <a:lnTo>
                  <a:pt x="1365266" y="197168"/>
                </a:lnTo>
                <a:lnTo>
                  <a:pt x="1384230" y="197168"/>
                </a:lnTo>
                <a:lnTo>
                  <a:pt x="1403185" y="197168"/>
                </a:lnTo>
                <a:lnTo>
                  <a:pt x="1422149" y="197168"/>
                </a:lnTo>
                <a:lnTo>
                  <a:pt x="1441113" y="197168"/>
                </a:lnTo>
                <a:lnTo>
                  <a:pt x="1460078" y="197168"/>
                </a:lnTo>
                <a:lnTo>
                  <a:pt x="1479032" y="197168"/>
                </a:lnTo>
                <a:lnTo>
                  <a:pt x="1497997" y="197168"/>
                </a:lnTo>
                <a:lnTo>
                  <a:pt x="1516961" y="197168"/>
                </a:lnTo>
                <a:lnTo>
                  <a:pt x="1535925" y="197168"/>
                </a:lnTo>
                <a:lnTo>
                  <a:pt x="1554880" y="197168"/>
                </a:lnTo>
                <a:lnTo>
                  <a:pt x="1573844" y="197168"/>
                </a:lnTo>
                <a:lnTo>
                  <a:pt x="1592809" y="197168"/>
                </a:lnTo>
                <a:lnTo>
                  <a:pt x="1611773" y="197168"/>
                </a:lnTo>
                <a:lnTo>
                  <a:pt x="1630728" y="197168"/>
                </a:lnTo>
                <a:lnTo>
                  <a:pt x="1649692" y="197168"/>
                </a:lnTo>
                <a:lnTo>
                  <a:pt x="1668656" y="197168"/>
                </a:lnTo>
                <a:lnTo>
                  <a:pt x="1687620" y="197168"/>
                </a:lnTo>
                <a:lnTo>
                  <a:pt x="1706575" y="197168"/>
                </a:lnTo>
                <a:lnTo>
                  <a:pt x="1725539" y="197168"/>
                </a:lnTo>
                <a:lnTo>
                  <a:pt x="1744504" y="197168"/>
                </a:lnTo>
                <a:lnTo>
                  <a:pt x="1762887" y="194005"/>
                </a:lnTo>
                <a:lnTo>
                  <a:pt x="1780632" y="187319"/>
                </a:lnTo>
                <a:lnTo>
                  <a:pt x="1798377" y="180623"/>
                </a:lnTo>
                <a:lnTo>
                  <a:pt x="1816122" y="173936"/>
                </a:lnTo>
                <a:lnTo>
                  <a:pt x="1833858" y="167249"/>
                </a:lnTo>
                <a:lnTo>
                  <a:pt x="1851603" y="160553"/>
                </a:lnTo>
                <a:lnTo>
                  <a:pt x="1869348" y="153867"/>
                </a:lnTo>
                <a:lnTo>
                  <a:pt x="1887083" y="147180"/>
                </a:lnTo>
                <a:lnTo>
                  <a:pt x="1904829" y="140484"/>
                </a:lnTo>
                <a:lnTo>
                  <a:pt x="1922574" y="133798"/>
                </a:lnTo>
                <a:lnTo>
                  <a:pt x="1940319" y="127111"/>
                </a:lnTo>
                <a:lnTo>
                  <a:pt x="1958054" y="120415"/>
                </a:lnTo>
                <a:lnTo>
                  <a:pt x="1975799" y="113729"/>
                </a:lnTo>
                <a:lnTo>
                  <a:pt x="1993544" y="107042"/>
                </a:lnTo>
                <a:lnTo>
                  <a:pt x="2011289" y="100346"/>
                </a:lnTo>
                <a:lnTo>
                  <a:pt x="2029025" y="93659"/>
                </a:lnTo>
                <a:lnTo>
                  <a:pt x="2046770" y="86973"/>
                </a:lnTo>
                <a:lnTo>
                  <a:pt x="2064515" y="80277"/>
                </a:lnTo>
                <a:lnTo>
                  <a:pt x="2082260" y="73590"/>
                </a:lnTo>
                <a:lnTo>
                  <a:pt x="2099996" y="66894"/>
                </a:lnTo>
                <a:lnTo>
                  <a:pt x="2117741" y="60208"/>
                </a:lnTo>
                <a:lnTo>
                  <a:pt x="2135486" y="53521"/>
                </a:lnTo>
                <a:lnTo>
                  <a:pt x="2153231" y="46825"/>
                </a:lnTo>
                <a:lnTo>
                  <a:pt x="2170976" y="40138"/>
                </a:lnTo>
                <a:lnTo>
                  <a:pt x="2188712" y="33452"/>
                </a:lnTo>
                <a:lnTo>
                  <a:pt x="2206457" y="26756"/>
                </a:lnTo>
                <a:lnTo>
                  <a:pt x="2224202" y="20069"/>
                </a:lnTo>
                <a:lnTo>
                  <a:pt x="2241937" y="13383"/>
                </a:lnTo>
                <a:lnTo>
                  <a:pt x="2259682" y="6687"/>
                </a:lnTo>
                <a:lnTo>
                  <a:pt x="22774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4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E8EA9573-DBDC-44EC-9068-FD8D1772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5565" y="4892040"/>
            <a:ext cx="1645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5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58D905BD-05CF-4A6E-B958-0DB7F801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2630" y="3968201"/>
            <a:ext cx="394335" cy="629517"/>
          </a:xfrm>
          <a:custGeom xmlns:a="http://schemas.openxmlformats.org/drawingml/2006/main">
            <a:pathLst>
              <a:path w="394335" h="629517">
                <a:moveTo>
                  <a:pt x="0" y="629517"/>
                </a:moveTo>
                <a:lnTo>
                  <a:pt x="0" y="610562"/>
                </a:lnTo>
                <a:lnTo>
                  <a:pt x="0" y="591607"/>
                </a:lnTo>
                <a:lnTo>
                  <a:pt x="0" y="572662"/>
                </a:lnTo>
                <a:lnTo>
                  <a:pt x="0" y="553707"/>
                </a:lnTo>
                <a:lnTo>
                  <a:pt x="0" y="534753"/>
                </a:lnTo>
                <a:lnTo>
                  <a:pt x="0" y="515807"/>
                </a:lnTo>
                <a:lnTo>
                  <a:pt x="0" y="496853"/>
                </a:lnTo>
                <a:lnTo>
                  <a:pt x="0" y="477898"/>
                </a:lnTo>
                <a:lnTo>
                  <a:pt x="0" y="458953"/>
                </a:lnTo>
                <a:lnTo>
                  <a:pt x="0" y="439998"/>
                </a:lnTo>
                <a:lnTo>
                  <a:pt x="0" y="421043"/>
                </a:lnTo>
                <a:lnTo>
                  <a:pt x="0" y="402098"/>
                </a:lnTo>
                <a:lnTo>
                  <a:pt x="0" y="383143"/>
                </a:lnTo>
                <a:lnTo>
                  <a:pt x="0" y="364188"/>
                </a:lnTo>
                <a:lnTo>
                  <a:pt x="0" y="345243"/>
                </a:lnTo>
                <a:lnTo>
                  <a:pt x="0" y="326288"/>
                </a:lnTo>
                <a:lnTo>
                  <a:pt x="0" y="307334"/>
                </a:lnTo>
                <a:lnTo>
                  <a:pt x="0" y="288388"/>
                </a:lnTo>
                <a:lnTo>
                  <a:pt x="0" y="269434"/>
                </a:lnTo>
                <a:lnTo>
                  <a:pt x="0" y="250479"/>
                </a:lnTo>
                <a:lnTo>
                  <a:pt x="0" y="231534"/>
                </a:lnTo>
                <a:lnTo>
                  <a:pt x="0" y="212579"/>
                </a:lnTo>
                <a:lnTo>
                  <a:pt x="0" y="193624"/>
                </a:lnTo>
                <a:lnTo>
                  <a:pt x="0" y="174679"/>
                </a:lnTo>
                <a:lnTo>
                  <a:pt x="0" y="155724"/>
                </a:lnTo>
                <a:lnTo>
                  <a:pt x="286" y="136970"/>
                </a:lnTo>
                <a:lnTo>
                  <a:pt x="18183" y="130750"/>
                </a:lnTo>
                <a:lnTo>
                  <a:pt x="36081" y="124520"/>
                </a:lnTo>
                <a:lnTo>
                  <a:pt x="53978" y="118291"/>
                </a:lnTo>
                <a:lnTo>
                  <a:pt x="71885" y="112071"/>
                </a:lnTo>
                <a:lnTo>
                  <a:pt x="89783" y="105842"/>
                </a:lnTo>
                <a:lnTo>
                  <a:pt x="107680" y="99612"/>
                </a:lnTo>
                <a:lnTo>
                  <a:pt x="125578" y="93393"/>
                </a:lnTo>
                <a:lnTo>
                  <a:pt x="143485" y="87163"/>
                </a:lnTo>
                <a:lnTo>
                  <a:pt x="161382" y="80934"/>
                </a:lnTo>
                <a:lnTo>
                  <a:pt x="179280" y="74714"/>
                </a:lnTo>
                <a:lnTo>
                  <a:pt x="197177" y="68485"/>
                </a:lnTo>
                <a:lnTo>
                  <a:pt x="215084" y="62255"/>
                </a:lnTo>
                <a:lnTo>
                  <a:pt x="232982" y="56036"/>
                </a:lnTo>
                <a:lnTo>
                  <a:pt x="250879" y="49806"/>
                </a:lnTo>
                <a:lnTo>
                  <a:pt x="268776" y="43586"/>
                </a:lnTo>
                <a:lnTo>
                  <a:pt x="286674" y="37357"/>
                </a:lnTo>
                <a:lnTo>
                  <a:pt x="304581" y="31128"/>
                </a:lnTo>
                <a:lnTo>
                  <a:pt x="322478" y="24908"/>
                </a:lnTo>
                <a:lnTo>
                  <a:pt x="340376" y="18679"/>
                </a:lnTo>
                <a:lnTo>
                  <a:pt x="358273" y="12449"/>
                </a:lnTo>
                <a:lnTo>
                  <a:pt x="376180" y="6229"/>
                </a:lnTo>
                <a:lnTo>
                  <a:pt x="394078" y="0"/>
                </a:lnTo>
                <a:lnTo>
                  <a:pt x="394335" y="18593"/>
                </a:lnTo>
                <a:lnTo>
                  <a:pt x="394335" y="37538"/>
                </a:lnTo>
                <a:lnTo>
                  <a:pt x="394335" y="56493"/>
                </a:lnTo>
                <a:lnTo>
                  <a:pt x="394335" y="75448"/>
                </a:lnTo>
                <a:lnTo>
                  <a:pt x="394335" y="94393"/>
                </a:lnTo>
                <a:lnTo>
                  <a:pt x="394335" y="113348"/>
                </a:lnTo>
                <a:lnTo>
                  <a:pt x="394335" y="132302"/>
                </a:lnTo>
                <a:lnTo>
                  <a:pt x="394335" y="151247"/>
                </a:lnTo>
                <a:lnTo>
                  <a:pt x="394335" y="170202"/>
                </a:lnTo>
                <a:lnTo>
                  <a:pt x="394335" y="189157"/>
                </a:lnTo>
                <a:lnTo>
                  <a:pt x="394335" y="208102"/>
                </a:lnTo>
                <a:lnTo>
                  <a:pt x="394335" y="227057"/>
                </a:lnTo>
                <a:lnTo>
                  <a:pt x="394335" y="246012"/>
                </a:lnTo>
                <a:lnTo>
                  <a:pt x="394335" y="264957"/>
                </a:lnTo>
                <a:lnTo>
                  <a:pt x="394335" y="283912"/>
                </a:lnTo>
                <a:lnTo>
                  <a:pt x="394335" y="302866"/>
                </a:lnTo>
                <a:lnTo>
                  <a:pt x="394335" y="321812"/>
                </a:lnTo>
                <a:lnTo>
                  <a:pt x="394335" y="340766"/>
                </a:lnTo>
                <a:lnTo>
                  <a:pt x="394335" y="359721"/>
                </a:lnTo>
                <a:lnTo>
                  <a:pt x="394335" y="378666"/>
                </a:lnTo>
                <a:lnTo>
                  <a:pt x="394335" y="397621"/>
                </a:lnTo>
                <a:lnTo>
                  <a:pt x="394335" y="416576"/>
                </a:lnTo>
                <a:lnTo>
                  <a:pt x="394335" y="435521"/>
                </a:lnTo>
                <a:lnTo>
                  <a:pt x="394335" y="454476"/>
                </a:lnTo>
                <a:lnTo>
                  <a:pt x="383705" y="466392"/>
                </a:lnTo>
                <a:lnTo>
                  <a:pt x="366265" y="473812"/>
                </a:lnTo>
                <a:lnTo>
                  <a:pt x="348815" y="481222"/>
                </a:lnTo>
                <a:lnTo>
                  <a:pt x="331375" y="488633"/>
                </a:lnTo>
                <a:lnTo>
                  <a:pt x="313934" y="496052"/>
                </a:lnTo>
                <a:lnTo>
                  <a:pt x="296494" y="503463"/>
                </a:lnTo>
                <a:lnTo>
                  <a:pt x="279054" y="510883"/>
                </a:lnTo>
                <a:lnTo>
                  <a:pt x="261614" y="518293"/>
                </a:lnTo>
                <a:lnTo>
                  <a:pt x="244173" y="525713"/>
                </a:lnTo>
                <a:lnTo>
                  <a:pt x="226733" y="533124"/>
                </a:lnTo>
                <a:lnTo>
                  <a:pt x="209293" y="540534"/>
                </a:lnTo>
                <a:lnTo>
                  <a:pt x="191853" y="547954"/>
                </a:lnTo>
                <a:lnTo>
                  <a:pt x="174412" y="555365"/>
                </a:lnTo>
                <a:lnTo>
                  <a:pt x="156972" y="562785"/>
                </a:lnTo>
                <a:lnTo>
                  <a:pt x="139532" y="570195"/>
                </a:lnTo>
                <a:lnTo>
                  <a:pt x="122091" y="577615"/>
                </a:lnTo>
                <a:lnTo>
                  <a:pt x="104642" y="585026"/>
                </a:lnTo>
                <a:lnTo>
                  <a:pt x="87201" y="592436"/>
                </a:lnTo>
                <a:lnTo>
                  <a:pt x="69761" y="599856"/>
                </a:lnTo>
                <a:lnTo>
                  <a:pt x="52321" y="607266"/>
                </a:lnTo>
                <a:lnTo>
                  <a:pt x="34881" y="614686"/>
                </a:lnTo>
                <a:lnTo>
                  <a:pt x="17440" y="622097"/>
                </a:lnTo>
                <a:lnTo>
                  <a:pt x="0" y="629517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6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5AC4583D-30CE-47F5-B19A-3B1BD33B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1433" y="4430078"/>
            <a:ext cx="2352027" cy="167640"/>
          </a:xfrm>
          <a:custGeom xmlns:a="http://schemas.openxmlformats.org/drawingml/2006/main">
            <a:pathLst>
              <a:path w="2352027" h="167640">
                <a:moveTo>
                  <a:pt x="0" y="167640"/>
                </a:moveTo>
                <a:lnTo>
                  <a:pt x="19879" y="167640"/>
                </a:lnTo>
                <a:lnTo>
                  <a:pt x="39767" y="167640"/>
                </a:lnTo>
                <a:lnTo>
                  <a:pt x="59646" y="167640"/>
                </a:lnTo>
                <a:lnTo>
                  <a:pt x="79534" y="167640"/>
                </a:lnTo>
                <a:lnTo>
                  <a:pt x="99412" y="167640"/>
                </a:lnTo>
                <a:lnTo>
                  <a:pt x="119291" y="167640"/>
                </a:lnTo>
                <a:lnTo>
                  <a:pt x="139179" y="167640"/>
                </a:lnTo>
                <a:lnTo>
                  <a:pt x="159058" y="167640"/>
                </a:lnTo>
                <a:lnTo>
                  <a:pt x="178937" y="167640"/>
                </a:lnTo>
                <a:lnTo>
                  <a:pt x="198825" y="167640"/>
                </a:lnTo>
                <a:lnTo>
                  <a:pt x="218704" y="167640"/>
                </a:lnTo>
                <a:lnTo>
                  <a:pt x="238592" y="167640"/>
                </a:lnTo>
                <a:lnTo>
                  <a:pt x="258470" y="167640"/>
                </a:lnTo>
                <a:lnTo>
                  <a:pt x="278349" y="167640"/>
                </a:lnTo>
                <a:lnTo>
                  <a:pt x="298237" y="167640"/>
                </a:lnTo>
                <a:lnTo>
                  <a:pt x="318116" y="167640"/>
                </a:lnTo>
                <a:lnTo>
                  <a:pt x="338004" y="167640"/>
                </a:lnTo>
                <a:lnTo>
                  <a:pt x="357883" y="167640"/>
                </a:lnTo>
                <a:lnTo>
                  <a:pt x="377761" y="167640"/>
                </a:lnTo>
                <a:lnTo>
                  <a:pt x="397650" y="167640"/>
                </a:lnTo>
                <a:lnTo>
                  <a:pt x="417528" y="167640"/>
                </a:lnTo>
                <a:lnTo>
                  <a:pt x="437407" y="167640"/>
                </a:lnTo>
                <a:lnTo>
                  <a:pt x="457295" y="167640"/>
                </a:lnTo>
                <a:lnTo>
                  <a:pt x="477174" y="167640"/>
                </a:lnTo>
                <a:lnTo>
                  <a:pt x="497062" y="167640"/>
                </a:lnTo>
                <a:lnTo>
                  <a:pt x="516941" y="167640"/>
                </a:lnTo>
                <a:lnTo>
                  <a:pt x="536819" y="167640"/>
                </a:lnTo>
                <a:lnTo>
                  <a:pt x="556708" y="167640"/>
                </a:lnTo>
                <a:lnTo>
                  <a:pt x="576586" y="167640"/>
                </a:lnTo>
                <a:lnTo>
                  <a:pt x="596465" y="167640"/>
                </a:lnTo>
                <a:lnTo>
                  <a:pt x="616353" y="167640"/>
                </a:lnTo>
                <a:lnTo>
                  <a:pt x="636232" y="167640"/>
                </a:lnTo>
                <a:lnTo>
                  <a:pt x="656120" y="167640"/>
                </a:lnTo>
                <a:lnTo>
                  <a:pt x="675999" y="167640"/>
                </a:lnTo>
                <a:lnTo>
                  <a:pt x="695877" y="167640"/>
                </a:lnTo>
                <a:lnTo>
                  <a:pt x="715766" y="167640"/>
                </a:lnTo>
                <a:lnTo>
                  <a:pt x="735644" y="167640"/>
                </a:lnTo>
                <a:lnTo>
                  <a:pt x="755533" y="167640"/>
                </a:lnTo>
                <a:lnTo>
                  <a:pt x="775411" y="167640"/>
                </a:lnTo>
                <a:lnTo>
                  <a:pt x="795290" y="167640"/>
                </a:lnTo>
                <a:lnTo>
                  <a:pt x="815178" y="167640"/>
                </a:lnTo>
                <a:lnTo>
                  <a:pt x="835057" y="167640"/>
                </a:lnTo>
                <a:lnTo>
                  <a:pt x="854935" y="167640"/>
                </a:lnTo>
                <a:lnTo>
                  <a:pt x="874824" y="167640"/>
                </a:lnTo>
                <a:lnTo>
                  <a:pt x="894702" y="167640"/>
                </a:lnTo>
                <a:lnTo>
                  <a:pt x="914591" y="167640"/>
                </a:lnTo>
                <a:lnTo>
                  <a:pt x="934469" y="167640"/>
                </a:lnTo>
                <a:lnTo>
                  <a:pt x="954348" y="167640"/>
                </a:lnTo>
                <a:lnTo>
                  <a:pt x="974236" y="167640"/>
                </a:lnTo>
                <a:lnTo>
                  <a:pt x="994115" y="167640"/>
                </a:lnTo>
                <a:lnTo>
                  <a:pt x="1014003" y="167640"/>
                </a:lnTo>
                <a:lnTo>
                  <a:pt x="1033882" y="167640"/>
                </a:lnTo>
                <a:lnTo>
                  <a:pt x="1053760" y="167640"/>
                </a:lnTo>
                <a:lnTo>
                  <a:pt x="1073648" y="167640"/>
                </a:lnTo>
                <a:lnTo>
                  <a:pt x="1093527" y="167640"/>
                </a:lnTo>
                <a:lnTo>
                  <a:pt x="1113406" y="167640"/>
                </a:lnTo>
                <a:lnTo>
                  <a:pt x="1133294" y="167640"/>
                </a:lnTo>
                <a:lnTo>
                  <a:pt x="1153173" y="167640"/>
                </a:lnTo>
                <a:lnTo>
                  <a:pt x="1173061" y="167640"/>
                </a:lnTo>
                <a:lnTo>
                  <a:pt x="1192940" y="167640"/>
                </a:lnTo>
                <a:lnTo>
                  <a:pt x="1212818" y="167640"/>
                </a:lnTo>
                <a:lnTo>
                  <a:pt x="1232706" y="167640"/>
                </a:lnTo>
                <a:lnTo>
                  <a:pt x="1252585" y="167640"/>
                </a:lnTo>
                <a:lnTo>
                  <a:pt x="1272464" y="167640"/>
                </a:lnTo>
                <a:lnTo>
                  <a:pt x="1292352" y="167640"/>
                </a:lnTo>
                <a:lnTo>
                  <a:pt x="1312231" y="167640"/>
                </a:lnTo>
                <a:lnTo>
                  <a:pt x="1332119" y="167640"/>
                </a:lnTo>
                <a:lnTo>
                  <a:pt x="1351998" y="167640"/>
                </a:lnTo>
                <a:lnTo>
                  <a:pt x="1371876" y="167640"/>
                </a:lnTo>
                <a:lnTo>
                  <a:pt x="1391764" y="167640"/>
                </a:lnTo>
                <a:lnTo>
                  <a:pt x="1411643" y="167640"/>
                </a:lnTo>
                <a:lnTo>
                  <a:pt x="1431531" y="167640"/>
                </a:lnTo>
                <a:lnTo>
                  <a:pt x="1451410" y="167640"/>
                </a:lnTo>
                <a:lnTo>
                  <a:pt x="1471289" y="167640"/>
                </a:lnTo>
                <a:lnTo>
                  <a:pt x="1491177" y="167640"/>
                </a:lnTo>
                <a:lnTo>
                  <a:pt x="1511056" y="167640"/>
                </a:lnTo>
                <a:lnTo>
                  <a:pt x="1530934" y="167640"/>
                </a:lnTo>
                <a:lnTo>
                  <a:pt x="1550822" y="167640"/>
                </a:lnTo>
                <a:lnTo>
                  <a:pt x="1570701" y="167640"/>
                </a:lnTo>
                <a:lnTo>
                  <a:pt x="1590589" y="167640"/>
                </a:lnTo>
                <a:lnTo>
                  <a:pt x="1610468" y="167640"/>
                </a:lnTo>
                <a:lnTo>
                  <a:pt x="1630347" y="167640"/>
                </a:lnTo>
                <a:lnTo>
                  <a:pt x="1650235" y="167640"/>
                </a:lnTo>
                <a:lnTo>
                  <a:pt x="1670114" y="167640"/>
                </a:lnTo>
                <a:lnTo>
                  <a:pt x="1689992" y="167640"/>
                </a:lnTo>
                <a:lnTo>
                  <a:pt x="1709880" y="167640"/>
                </a:lnTo>
                <a:lnTo>
                  <a:pt x="1729759" y="167640"/>
                </a:lnTo>
                <a:lnTo>
                  <a:pt x="1749647" y="167640"/>
                </a:lnTo>
                <a:lnTo>
                  <a:pt x="1769526" y="167640"/>
                </a:lnTo>
                <a:lnTo>
                  <a:pt x="1789405" y="167640"/>
                </a:lnTo>
                <a:lnTo>
                  <a:pt x="1809293" y="167640"/>
                </a:lnTo>
                <a:lnTo>
                  <a:pt x="1829171" y="167640"/>
                </a:lnTo>
                <a:lnTo>
                  <a:pt x="1849060" y="167640"/>
                </a:lnTo>
                <a:lnTo>
                  <a:pt x="1868938" y="167640"/>
                </a:lnTo>
                <a:lnTo>
                  <a:pt x="1888817" y="167640"/>
                </a:lnTo>
                <a:lnTo>
                  <a:pt x="1908705" y="167640"/>
                </a:lnTo>
                <a:lnTo>
                  <a:pt x="1928584" y="167640"/>
                </a:lnTo>
                <a:lnTo>
                  <a:pt x="1948463" y="167640"/>
                </a:lnTo>
                <a:lnTo>
                  <a:pt x="1967779" y="164840"/>
                </a:lnTo>
                <a:lnTo>
                  <a:pt x="1986077" y="157067"/>
                </a:lnTo>
                <a:lnTo>
                  <a:pt x="2004374" y="149285"/>
                </a:lnTo>
                <a:lnTo>
                  <a:pt x="2022672" y="141503"/>
                </a:lnTo>
                <a:lnTo>
                  <a:pt x="2040969" y="133731"/>
                </a:lnTo>
                <a:lnTo>
                  <a:pt x="2059267" y="125949"/>
                </a:lnTo>
                <a:lnTo>
                  <a:pt x="2077564" y="118167"/>
                </a:lnTo>
                <a:lnTo>
                  <a:pt x="2095862" y="110395"/>
                </a:lnTo>
                <a:lnTo>
                  <a:pt x="2114159" y="102613"/>
                </a:lnTo>
                <a:lnTo>
                  <a:pt x="2132457" y="94831"/>
                </a:lnTo>
                <a:lnTo>
                  <a:pt x="2150755" y="87059"/>
                </a:lnTo>
                <a:lnTo>
                  <a:pt x="2169052" y="79277"/>
                </a:lnTo>
                <a:lnTo>
                  <a:pt x="2187350" y="71495"/>
                </a:lnTo>
                <a:lnTo>
                  <a:pt x="2205647" y="63722"/>
                </a:lnTo>
                <a:lnTo>
                  <a:pt x="2223945" y="55940"/>
                </a:lnTo>
                <a:lnTo>
                  <a:pt x="2242242" y="48158"/>
                </a:lnTo>
                <a:lnTo>
                  <a:pt x="2260540" y="40386"/>
                </a:lnTo>
                <a:lnTo>
                  <a:pt x="2278837" y="32604"/>
                </a:lnTo>
                <a:lnTo>
                  <a:pt x="2297135" y="24822"/>
                </a:lnTo>
                <a:lnTo>
                  <a:pt x="2315432" y="17050"/>
                </a:lnTo>
                <a:lnTo>
                  <a:pt x="2333730" y="9268"/>
                </a:lnTo>
                <a:lnTo>
                  <a:pt x="2352027" y="1486"/>
                </a:lnTo>
                <a:lnTo>
                  <a:pt x="2339454" y="0"/>
                </a:lnTo>
                <a:lnTo>
                  <a:pt x="2319576" y="0"/>
                </a:lnTo>
                <a:lnTo>
                  <a:pt x="2299697" y="0"/>
                </a:lnTo>
                <a:lnTo>
                  <a:pt x="2279809" y="0"/>
                </a:lnTo>
                <a:lnTo>
                  <a:pt x="2259930" y="0"/>
                </a:lnTo>
                <a:lnTo>
                  <a:pt x="2240051" y="0"/>
                </a:lnTo>
                <a:lnTo>
                  <a:pt x="2220163" y="0"/>
                </a:lnTo>
                <a:lnTo>
                  <a:pt x="2200285" y="0"/>
                </a:lnTo>
                <a:lnTo>
                  <a:pt x="2180396" y="0"/>
                </a:lnTo>
                <a:lnTo>
                  <a:pt x="2160518" y="0"/>
                </a:lnTo>
                <a:lnTo>
                  <a:pt x="2140639" y="0"/>
                </a:lnTo>
                <a:lnTo>
                  <a:pt x="2120751" y="0"/>
                </a:lnTo>
                <a:lnTo>
                  <a:pt x="2100872" y="0"/>
                </a:lnTo>
                <a:lnTo>
                  <a:pt x="2080993" y="0"/>
                </a:lnTo>
                <a:lnTo>
                  <a:pt x="2061105" y="0"/>
                </a:lnTo>
                <a:lnTo>
                  <a:pt x="2041227" y="0"/>
                </a:lnTo>
                <a:lnTo>
                  <a:pt x="2021338" y="0"/>
                </a:lnTo>
                <a:lnTo>
                  <a:pt x="2001460" y="0"/>
                </a:lnTo>
                <a:lnTo>
                  <a:pt x="1981581" y="0"/>
                </a:lnTo>
                <a:lnTo>
                  <a:pt x="1961693" y="0"/>
                </a:lnTo>
                <a:lnTo>
                  <a:pt x="1941814" y="0"/>
                </a:lnTo>
                <a:lnTo>
                  <a:pt x="1921926" y="0"/>
                </a:lnTo>
                <a:lnTo>
                  <a:pt x="1902047" y="0"/>
                </a:lnTo>
                <a:lnTo>
                  <a:pt x="1882169" y="0"/>
                </a:lnTo>
                <a:lnTo>
                  <a:pt x="1862280" y="0"/>
                </a:lnTo>
                <a:lnTo>
                  <a:pt x="1842402" y="0"/>
                </a:lnTo>
                <a:lnTo>
                  <a:pt x="1822523" y="0"/>
                </a:lnTo>
                <a:lnTo>
                  <a:pt x="1802635" y="0"/>
                </a:lnTo>
                <a:lnTo>
                  <a:pt x="1782756" y="0"/>
                </a:lnTo>
                <a:lnTo>
                  <a:pt x="1762868" y="0"/>
                </a:lnTo>
                <a:lnTo>
                  <a:pt x="1742989" y="0"/>
                </a:lnTo>
                <a:lnTo>
                  <a:pt x="1723111" y="0"/>
                </a:lnTo>
                <a:lnTo>
                  <a:pt x="1703222" y="0"/>
                </a:lnTo>
                <a:lnTo>
                  <a:pt x="1683344" y="0"/>
                </a:lnTo>
                <a:lnTo>
                  <a:pt x="1663465" y="0"/>
                </a:lnTo>
                <a:lnTo>
                  <a:pt x="1643577" y="0"/>
                </a:lnTo>
                <a:lnTo>
                  <a:pt x="1623698" y="0"/>
                </a:lnTo>
                <a:lnTo>
                  <a:pt x="1603810" y="0"/>
                </a:lnTo>
                <a:lnTo>
                  <a:pt x="1583931" y="0"/>
                </a:lnTo>
                <a:lnTo>
                  <a:pt x="1564053" y="0"/>
                </a:lnTo>
                <a:lnTo>
                  <a:pt x="1544164" y="0"/>
                </a:lnTo>
                <a:lnTo>
                  <a:pt x="1524286" y="0"/>
                </a:lnTo>
                <a:lnTo>
                  <a:pt x="1504398" y="0"/>
                </a:lnTo>
                <a:lnTo>
                  <a:pt x="1484519" y="0"/>
                </a:lnTo>
                <a:lnTo>
                  <a:pt x="1464640" y="0"/>
                </a:lnTo>
                <a:lnTo>
                  <a:pt x="1444752" y="0"/>
                </a:lnTo>
                <a:lnTo>
                  <a:pt x="1424873" y="0"/>
                </a:lnTo>
                <a:lnTo>
                  <a:pt x="1404995" y="0"/>
                </a:lnTo>
                <a:lnTo>
                  <a:pt x="1385106" y="0"/>
                </a:lnTo>
                <a:lnTo>
                  <a:pt x="1365228" y="0"/>
                </a:lnTo>
                <a:lnTo>
                  <a:pt x="1345340" y="0"/>
                </a:lnTo>
                <a:lnTo>
                  <a:pt x="1325461" y="0"/>
                </a:lnTo>
                <a:lnTo>
                  <a:pt x="1305582" y="0"/>
                </a:lnTo>
                <a:lnTo>
                  <a:pt x="1285694" y="0"/>
                </a:lnTo>
                <a:lnTo>
                  <a:pt x="1265815" y="0"/>
                </a:lnTo>
                <a:lnTo>
                  <a:pt x="1245927" y="0"/>
                </a:lnTo>
                <a:lnTo>
                  <a:pt x="1226048" y="0"/>
                </a:lnTo>
                <a:lnTo>
                  <a:pt x="1206170" y="0"/>
                </a:lnTo>
                <a:lnTo>
                  <a:pt x="1186282" y="0"/>
                </a:lnTo>
                <a:lnTo>
                  <a:pt x="1166403" y="0"/>
                </a:lnTo>
                <a:lnTo>
                  <a:pt x="1146524" y="0"/>
                </a:lnTo>
                <a:lnTo>
                  <a:pt x="1126636" y="0"/>
                </a:lnTo>
                <a:lnTo>
                  <a:pt x="1106757" y="0"/>
                </a:lnTo>
                <a:lnTo>
                  <a:pt x="1086869" y="0"/>
                </a:lnTo>
                <a:lnTo>
                  <a:pt x="1066991" y="0"/>
                </a:lnTo>
                <a:lnTo>
                  <a:pt x="1047112" y="0"/>
                </a:lnTo>
                <a:lnTo>
                  <a:pt x="1027224" y="0"/>
                </a:lnTo>
                <a:lnTo>
                  <a:pt x="1007345" y="0"/>
                </a:lnTo>
                <a:lnTo>
                  <a:pt x="987466" y="0"/>
                </a:lnTo>
                <a:lnTo>
                  <a:pt x="967578" y="0"/>
                </a:lnTo>
                <a:lnTo>
                  <a:pt x="947699" y="0"/>
                </a:lnTo>
                <a:lnTo>
                  <a:pt x="927811" y="0"/>
                </a:lnTo>
                <a:lnTo>
                  <a:pt x="907933" y="0"/>
                </a:lnTo>
                <a:lnTo>
                  <a:pt x="888054" y="0"/>
                </a:lnTo>
                <a:lnTo>
                  <a:pt x="868166" y="0"/>
                </a:lnTo>
                <a:lnTo>
                  <a:pt x="848287" y="0"/>
                </a:lnTo>
                <a:lnTo>
                  <a:pt x="828399" y="0"/>
                </a:lnTo>
                <a:lnTo>
                  <a:pt x="808520" y="0"/>
                </a:lnTo>
                <a:lnTo>
                  <a:pt x="788641" y="0"/>
                </a:lnTo>
                <a:lnTo>
                  <a:pt x="768753" y="0"/>
                </a:lnTo>
                <a:lnTo>
                  <a:pt x="748875" y="0"/>
                </a:lnTo>
                <a:lnTo>
                  <a:pt x="728996" y="0"/>
                </a:lnTo>
                <a:lnTo>
                  <a:pt x="709108" y="0"/>
                </a:lnTo>
                <a:lnTo>
                  <a:pt x="689229" y="0"/>
                </a:lnTo>
                <a:lnTo>
                  <a:pt x="669341" y="0"/>
                </a:lnTo>
                <a:lnTo>
                  <a:pt x="649462" y="0"/>
                </a:lnTo>
                <a:lnTo>
                  <a:pt x="629583" y="0"/>
                </a:lnTo>
                <a:lnTo>
                  <a:pt x="609695" y="0"/>
                </a:lnTo>
                <a:lnTo>
                  <a:pt x="589817" y="0"/>
                </a:lnTo>
                <a:lnTo>
                  <a:pt x="569928" y="0"/>
                </a:lnTo>
                <a:lnTo>
                  <a:pt x="550050" y="0"/>
                </a:lnTo>
                <a:lnTo>
                  <a:pt x="530171" y="0"/>
                </a:lnTo>
                <a:lnTo>
                  <a:pt x="510578" y="1848"/>
                </a:lnTo>
                <a:lnTo>
                  <a:pt x="491671" y="7982"/>
                </a:lnTo>
                <a:lnTo>
                  <a:pt x="472754" y="14126"/>
                </a:lnTo>
                <a:lnTo>
                  <a:pt x="453847" y="20269"/>
                </a:lnTo>
                <a:lnTo>
                  <a:pt x="434940" y="26403"/>
                </a:lnTo>
                <a:lnTo>
                  <a:pt x="416023" y="32547"/>
                </a:lnTo>
                <a:lnTo>
                  <a:pt x="397116" y="38691"/>
                </a:lnTo>
                <a:lnTo>
                  <a:pt x="378209" y="44825"/>
                </a:lnTo>
                <a:lnTo>
                  <a:pt x="359293" y="50968"/>
                </a:lnTo>
                <a:lnTo>
                  <a:pt x="340385" y="57112"/>
                </a:lnTo>
                <a:lnTo>
                  <a:pt x="321478" y="63246"/>
                </a:lnTo>
                <a:lnTo>
                  <a:pt x="302562" y="69390"/>
                </a:lnTo>
                <a:lnTo>
                  <a:pt x="283655" y="75533"/>
                </a:lnTo>
                <a:lnTo>
                  <a:pt x="264747" y="81667"/>
                </a:lnTo>
                <a:lnTo>
                  <a:pt x="245831" y="87811"/>
                </a:lnTo>
                <a:lnTo>
                  <a:pt x="226924" y="93955"/>
                </a:lnTo>
                <a:lnTo>
                  <a:pt x="208016" y="100089"/>
                </a:lnTo>
                <a:lnTo>
                  <a:pt x="189100" y="106232"/>
                </a:lnTo>
                <a:lnTo>
                  <a:pt x="170193" y="112376"/>
                </a:lnTo>
                <a:lnTo>
                  <a:pt x="151286" y="118520"/>
                </a:lnTo>
                <a:lnTo>
                  <a:pt x="132369" y="124654"/>
                </a:lnTo>
                <a:lnTo>
                  <a:pt x="113462" y="130797"/>
                </a:lnTo>
                <a:lnTo>
                  <a:pt x="94555" y="136941"/>
                </a:lnTo>
                <a:lnTo>
                  <a:pt x="75638" y="143075"/>
                </a:lnTo>
                <a:lnTo>
                  <a:pt x="56731" y="149219"/>
                </a:lnTo>
                <a:lnTo>
                  <a:pt x="37824" y="155362"/>
                </a:lnTo>
                <a:lnTo>
                  <a:pt x="18907" y="161496"/>
                </a:lnTo>
                <a:lnTo>
                  <a:pt x="0" y="167640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7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259E7BA5-7B22-43EA-A4B5-01AC2B9C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5255" y="4430078"/>
            <a:ext cx="2154555" cy="167640"/>
          </a:xfrm>
          <a:custGeom xmlns:a="http://schemas.openxmlformats.org/drawingml/2006/main">
            <a:pathLst>
              <a:path w="2154555" h="167640">
                <a:moveTo>
                  <a:pt x="0" y="167640"/>
                </a:moveTo>
                <a:lnTo>
                  <a:pt x="19031" y="167640"/>
                </a:lnTo>
                <a:lnTo>
                  <a:pt x="38052" y="167640"/>
                </a:lnTo>
                <a:lnTo>
                  <a:pt x="57083" y="167640"/>
                </a:lnTo>
                <a:lnTo>
                  <a:pt x="76114" y="167640"/>
                </a:lnTo>
                <a:lnTo>
                  <a:pt x="95136" y="167640"/>
                </a:lnTo>
                <a:lnTo>
                  <a:pt x="114167" y="167640"/>
                </a:lnTo>
                <a:lnTo>
                  <a:pt x="133198" y="167640"/>
                </a:lnTo>
                <a:lnTo>
                  <a:pt x="152219" y="167640"/>
                </a:lnTo>
                <a:lnTo>
                  <a:pt x="171250" y="167640"/>
                </a:lnTo>
                <a:lnTo>
                  <a:pt x="190281" y="167640"/>
                </a:lnTo>
                <a:lnTo>
                  <a:pt x="209302" y="167640"/>
                </a:lnTo>
                <a:lnTo>
                  <a:pt x="228333" y="167640"/>
                </a:lnTo>
                <a:lnTo>
                  <a:pt x="247364" y="167640"/>
                </a:lnTo>
                <a:lnTo>
                  <a:pt x="266386" y="167640"/>
                </a:lnTo>
                <a:lnTo>
                  <a:pt x="285417" y="167640"/>
                </a:lnTo>
                <a:lnTo>
                  <a:pt x="304448" y="167640"/>
                </a:lnTo>
                <a:lnTo>
                  <a:pt x="323469" y="167640"/>
                </a:lnTo>
                <a:lnTo>
                  <a:pt x="342500" y="167640"/>
                </a:lnTo>
                <a:lnTo>
                  <a:pt x="361531" y="167640"/>
                </a:lnTo>
                <a:lnTo>
                  <a:pt x="380552" y="167640"/>
                </a:lnTo>
                <a:lnTo>
                  <a:pt x="399583" y="167640"/>
                </a:lnTo>
                <a:lnTo>
                  <a:pt x="418605" y="167640"/>
                </a:lnTo>
                <a:lnTo>
                  <a:pt x="437636" y="167640"/>
                </a:lnTo>
                <a:lnTo>
                  <a:pt x="456667" y="167640"/>
                </a:lnTo>
                <a:lnTo>
                  <a:pt x="475688" y="167640"/>
                </a:lnTo>
                <a:lnTo>
                  <a:pt x="494719" y="167640"/>
                </a:lnTo>
                <a:lnTo>
                  <a:pt x="513750" y="167640"/>
                </a:lnTo>
                <a:lnTo>
                  <a:pt x="532771" y="167640"/>
                </a:lnTo>
                <a:lnTo>
                  <a:pt x="551802" y="167640"/>
                </a:lnTo>
                <a:lnTo>
                  <a:pt x="570833" y="167640"/>
                </a:lnTo>
                <a:lnTo>
                  <a:pt x="589855" y="167640"/>
                </a:lnTo>
                <a:lnTo>
                  <a:pt x="608886" y="167640"/>
                </a:lnTo>
                <a:lnTo>
                  <a:pt x="627917" y="167640"/>
                </a:lnTo>
                <a:lnTo>
                  <a:pt x="646938" y="167640"/>
                </a:lnTo>
                <a:lnTo>
                  <a:pt x="665969" y="167640"/>
                </a:lnTo>
                <a:lnTo>
                  <a:pt x="685000" y="167640"/>
                </a:lnTo>
                <a:lnTo>
                  <a:pt x="704021" y="167640"/>
                </a:lnTo>
                <a:lnTo>
                  <a:pt x="723052" y="167640"/>
                </a:lnTo>
                <a:lnTo>
                  <a:pt x="742083" y="167640"/>
                </a:lnTo>
                <a:lnTo>
                  <a:pt x="761105" y="167640"/>
                </a:lnTo>
                <a:lnTo>
                  <a:pt x="780136" y="167640"/>
                </a:lnTo>
                <a:lnTo>
                  <a:pt x="799167" y="167640"/>
                </a:lnTo>
                <a:lnTo>
                  <a:pt x="818188" y="167640"/>
                </a:lnTo>
                <a:lnTo>
                  <a:pt x="837219" y="167640"/>
                </a:lnTo>
                <a:lnTo>
                  <a:pt x="856250" y="167640"/>
                </a:lnTo>
                <a:lnTo>
                  <a:pt x="875271" y="167640"/>
                </a:lnTo>
                <a:lnTo>
                  <a:pt x="894302" y="167640"/>
                </a:lnTo>
                <a:lnTo>
                  <a:pt x="913333" y="167640"/>
                </a:lnTo>
                <a:lnTo>
                  <a:pt x="932355" y="167640"/>
                </a:lnTo>
                <a:lnTo>
                  <a:pt x="951386" y="167640"/>
                </a:lnTo>
                <a:lnTo>
                  <a:pt x="970417" y="167640"/>
                </a:lnTo>
                <a:lnTo>
                  <a:pt x="989438" y="167640"/>
                </a:lnTo>
                <a:lnTo>
                  <a:pt x="1008469" y="167640"/>
                </a:lnTo>
                <a:lnTo>
                  <a:pt x="1027500" y="167640"/>
                </a:lnTo>
                <a:lnTo>
                  <a:pt x="1046521" y="167640"/>
                </a:lnTo>
                <a:lnTo>
                  <a:pt x="1065552" y="167640"/>
                </a:lnTo>
                <a:lnTo>
                  <a:pt x="1084583" y="167640"/>
                </a:lnTo>
                <a:lnTo>
                  <a:pt x="1103605" y="167640"/>
                </a:lnTo>
                <a:lnTo>
                  <a:pt x="1122636" y="167640"/>
                </a:lnTo>
                <a:lnTo>
                  <a:pt x="1141667" y="167640"/>
                </a:lnTo>
                <a:lnTo>
                  <a:pt x="1160688" y="167640"/>
                </a:lnTo>
                <a:lnTo>
                  <a:pt x="1179719" y="167640"/>
                </a:lnTo>
                <a:lnTo>
                  <a:pt x="1198750" y="167640"/>
                </a:lnTo>
                <a:lnTo>
                  <a:pt x="1217771" y="167640"/>
                </a:lnTo>
                <a:lnTo>
                  <a:pt x="1236802" y="167640"/>
                </a:lnTo>
                <a:lnTo>
                  <a:pt x="1255833" y="167640"/>
                </a:lnTo>
                <a:lnTo>
                  <a:pt x="1274855" y="167640"/>
                </a:lnTo>
                <a:lnTo>
                  <a:pt x="1293886" y="167640"/>
                </a:lnTo>
                <a:lnTo>
                  <a:pt x="1312916" y="167640"/>
                </a:lnTo>
                <a:lnTo>
                  <a:pt x="1331938" y="167640"/>
                </a:lnTo>
                <a:lnTo>
                  <a:pt x="1350969" y="167640"/>
                </a:lnTo>
                <a:lnTo>
                  <a:pt x="1369990" y="167640"/>
                </a:lnTo>
                <a:lnTo>
                  <a:pt x="1389021" y="167640"/>
                </a:lnTo>
                <a:lnTo>
                  <a:pt x="1408052" y="167640"/>
                </a:lnTo>
                <a:lnTo>
                  <a:pt x="1427074" y="167640"/>
                </a:lnTo>
                <a:lnTo>
                  <a:pt x="1446105" y="167640"/>
                </a:lnTo>
                <a:lnTo>
                  <a:pt x="1465136" y="167640"/>
                </a:lnTo>
                <a:lnTo>
                  <a:pt x="1484157" y="167640"/>
                </a:lnTo>
                <a:lnTo>
                  <a:pt x="1503188" y="167640"/>
                </a:lnTo>
                <a:lnTo>
                  <a:pt x="1522219" y="167640"/>
                </a:lnTo>
                <a:lnTo>
                  <a:pt x="1541240" y="167640"/>
                </a:lnTo>
                <a:lnTo>
                  <a:pt x="1560271" y="167640"/>
                </a:lnTo>
                <a:lnTo>
                  <a:pt x="1579302" y="167640"/>
                </a:lnTo>
                <a:lnTo>
                  <a:pt x="1598324" y="167640"/>
                </a:lnTo>
                <a:lnTo>
                  <a:pt x="1617355" y="167640"/>
                </a:lnTo>
                <a:lnTo>
                  <a:pt x="1636385" y="167640"/>
                </a:lnTo>
                <a:lnTo>
                  <a:pt x="1655407" y="167640"/>
                </a:lnTo>
                <a:lnTo>
                  <a:pt x="1674438" y="167640"/>
                </a:lnTo>
                <a:lnTo>
                  <a:pt x="1693469" y="167640"/>
                </a:lnTo>
                <a:lnTo>
                  <a:pt x="1712490" y="167640"/>
                </a:lnTo>
                <a:lnTo>
                  <a:pt x="1731521" y="167640"/>
                </a:lnTo>
                <a:lnTo>
                  <a:pt x="1750552" y="167640"/>
                </a:lnTo>
                <a:lnTo>
                  <a:pt x="1768335" y="161458"/>
                </a:lnTo>
                <a:lnTo>
                  <a:pt x="1785890" y="154124"/>
                </a:lnTo>
                <a:lnTo>
                  <a:pt x="1803444" y="146780"/>
                </a:lnTo>
                <a:lnTo>
                  <a:pt x="1820999" y="139446"/>
                </a:lnTo>
                <a:lnTo>
                  <a:pt x="1838554" y="132102"/>
                </a:lnTo>
                <a:lnTo>
                  <a:pt x="1856118" y="124768"/>
                </a:lnTo>
                <a:lnTo>
                  <a:pt x="1873672" y="117424"/>
                </a:lnTo>
                <a:lnTo>
                  <a:pt x="1891227" y="110090"/>
                </a:lnTo>
                <a:lnTo>
                  <a:pt x="1908781" y="102746"/>
                </a:lnTo>
                <a:lnTo>
                  <a:pt x="1926336" y="95412"/>
                </a:lnTo>
                <a:lnTo>
                  <a:pt x="1943891" y="88068"/>
                </a:lnTo>
                <a:lnTo>
                  <a:pt x="1961445" y="80734"/>
                </a:lnTo>
                <a:lnTo>
                  <a:pt x="1979000" y="73390"/>
                </a:lnTo>
                <a:lnTo>
                  <a:pt x="1996554" y="66056"/>
                </a:lnTo>
                <a:lnTo>
                  <a:pt x="2014109" y="58712"/>
                </a:lnTo>
                <a:lnTo>
                  <a:pt x="2031663" y="51378"/>
                </a:lnTo>
                <a:lnTo>
                  <a:pt x="2049218" y="44034"/>
                </a:lnTo>
                <a:lnTo>
                  <a:pt x="2066782" y="36700"/>
                </a:lnTo>
                <a:lnTo>
                  <a:pt x="2084337" y="29356"/>
                </a:lnTo>
                <a:lnTo>
                  <a:pt x="2101891" y="22022"/>
                </a:lnTo>
                <a:lnTo>
                  <a:pt x="2119446" y="14678"/>
                </a:lnTo>
                <a:lnTo>
                  <a:pt x="2137000" y="7344"/>
                </a:lnTo>
                <a:lnTo>
                  <a:pt x="21545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8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AC775A21-D1B7-4133-B545-AECC3023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4843" y="4430078"/>
            <a:ext cx="16449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9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8E3D10C7-552D-4928-A95D-9B855A41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62875" y="3510477"/>
            <a:ext cx="273368" cy="594798"/>
          </a:xfrm>
          <a:custGeom xmlns:a="http://schemas.openxmlformats.org/drawingml/2006/main">
            <a:pathLst>
              <a:path w="273368" h="594798">
                <a:moveTo>
                  <a:pt x="0" y="594798"/>
                </a:moveTo>
                <a:lnTo>
                  <a:pt x="0" y="575872"/>
                </a:lnTo>
                <a:lnTo>
                  <a:pt x="0" y="556936"/>
                </a:lnTo>
                <a:lnTo>
                  <a:pt x="0" y="538001"/>
                </a:lnTo>
                <a:lnTo>
                  <a:pt x="0" y="519074"/>
                </a:lnTo>
                <a:lnTo>
                  <a:pt x="0" y="500139"/>
                </a:lnTo>
                <a:lnTo>
                  <a:pt x="0" y="481213"/>
                </a:lnTo>
                <a:lnTo>
                  <a:pt x="0" y="462277"/>
                </a:lnTo>
                <a:lnTo>
                  <a:pt x="0" y="443351"/>
                </a:lnTo>
                <a:lnTo>
                  <a:pt x="0" y="424415"/>
                </a:lnTo>
                <a:lnTo>
                  <a:pt x="0" y="405479"/>
                </a:lnTo>
                <a:lnTo>
                  <a:pt x="0" y="386553"/>
                </a:lnTo>
                <a:lnTo>
                  <a:pt x="0" y="367617"/>
                </a:lnTo>
                <a:lnTo>
                  <a:pt x="0" y="348691"/>
                </a:lnTo>
                <a:lnTo>
                  <a:pt x="0" y="329756"/>
                </a:lnTo>
                <a:lnTo>
                  <a:pt x="0" y="310820"/>
                </a:lnTo>
                <a:lnTo>
                  <a:pt x="0" y="291894"/>
                </a:lnTo>
                <a:lnTo>
                  <a:pt x="0" y="272958"/>
                </a:lnTo>
                <a:lnTo>
                  <a:pt x="0" y="254032"/>
                </a:lnTo>
                <a:lnTo>
                  <a:pt x="0" y="235096"/>
                </a:lnTo>
                <a:lnTo>
                  <a:pt x="0" y="216170"/>
                </a:lnTo>
                <a:lnTo>
                  <a:pt x="0" y="197234"/>
                </a:lnTo>
                <a:lnTo>
                  <a:pt x="0" y="178298"/>
                </a:lnTo>
                <a:lnTo>
                  <a:pt x="0" y="159372"/>
                </a:lnTo>
                <a:lnTo>
                  <a:pt x="0" y="140437"/>
                </a:lnTo>
                <a:lnTo>
                  <a:pt x="0" y="121510"/>
                </a:lnTo>
                <a:lnTo>
                  <a:pt x="0" y="102575"/>
                </a:lnTo>
                <a:lnTo>
                  <a:pt x="17450" y="95602"/>
                </a:lnTo>
                <a:lnTo>
                  <a:pt x="35109" y="88783"/>
                </a:lnTo>
                <a:lnTo>
                  <a:pt x="52769" y="81953"/>
                </a:lnTo>
                <a:lnTo>
                  <a:pt x="70428" y="75124"/>
                </a:lnTo>
                <a:lnTo>
                  <a:pt x="88078" y="68294"/>
                </a:lnTo>
                <a:lnTo>
                  <a:pt x="105737" y="61465"/>
                </a:lnTo>
                <a:lnTo>
                  <a:pt x="123396" y="54635"/>
                </a:lnTo>
                <a:lnTo>
                  <a:pt x="141056" y="47806"/>
                </a:lnTo>
                <a:lnTo>
                  <a:pt x="158715" y="40977"/>
                </a:lnTo>
                <a:lnTo>
                  <a:pt x="176365" y="34147"/>
                </a:lnTo>
                <a:lnTo>
                  <a:pt x="194024" y="27318"/>
                </a:lnTo>
                <a:lnTo>
                  <a:pt x="211684" y="20488"/>
                </a:lnTo>
                <a:lnTo>
                  <a:pt x="229343" y="13659"/>
                </a:lnTo>
                <a:lnTo>
                  <a:pt x="246993" y="6829"/>
                </a:lnTo>
                <a:lnTo>
                  <a:pt x="264652" y="0"/>
                </a:lnTo>
                <a:lnTo>
                  <a:pt x="273368" y="6220"/>
                </a:lnTo>
                <a:lnTo>
                  <a:pt x="273368" y="25146"/>
                </a:lnTo>
                <a:lnTo>
                  <a:pt x="273368" y="44082"/>
                </a:lnTo>
                <a:lnTo>
                  <a:pt x="273368" y="63017"/>
                </a:lnTo>
                <a:lnTo>
                  <a:pt x="273368" y="81944"/>
                </a:lnTo>
                <a:lnTo>
                  <a:pt x="273368" y="100879"/>
                </a:lnTo>
                <a:lnTo>
                  <a:pt x="273368" y="119805"/>
                </a:lnTo>
                <a:lnTo>
                  <a:pt x="273368" y="138741"/>
                </a:lnTo>
                <a:lnTo>
                  <a:pt x="273368" y="157677"/>
                </a:lnTo>
                <a:lnTo>
                  <a:pt x="273368" y="176603"/>
                </a:lnTo>
                <a:lnTo>
                  <a:pt x="273368" y="195539"/>
                </a:lnTo>
                <a:lnTo>
                  <a:pt x="273368" y="214465"/>
                </a:lnTo>
                <a:lnTo>
                  <a:pt x="273368" y="233401"/>
                </a:lnTo>
                <a:lnTo>
                  <a:pt x="273368" y="252327"/>
                </a:lnTo>
                <a:lnTo>
                  <a:pt x="273368" y="271262"/>
                </a:lnTo>
                <a:lnTo>
                  <a:pt x="273368" y="290198"/>
                </a:lnTo>
                <a:lnTo>
                  <a:pt x="273368" y="309124"/>
                </a:lnTo>
                <a:lnTo>
                  <a:pt x="273368" y="328060"/>
                </a:lnTo>
                <a:lnTo>
                  <a:pt x="273368" y="346986"/>
                </a:lnTo>
                <a:lnTo>
                  <a:pt x="273368" y="365922"/>
                </a:lnTo>
                <a:lnTo>
                  <a:pt x="273368" y="384858"/>
                </a:lnTo>
                <a:lnTo>
                  <a:pt x="273368" y="403784"/>
                </a:lnTo>
                <a:lnTo>
                  <a:pt x="273368" y="422720"/>
                </a:lnTo>
                <a:lnTo>
                  <a:pt x="273368" y="441646"/>
                </a:lnTo>
                <a:lnTo>
                  <a:pt x="270739" y="458962"/>
                </a:lnTo>
                <a:lnTo>
                  <a:pt x="253822" y="467449"/>
                </a:lnTo>
                <a:lnTo>
                  <a:pt x="236896" y="475936"/>
                </a:lnTo>
                <a:lnTo>
                  <a:pt x="219980" y="484432"/>
                </a:lnTo>
                <a:lnTo>
                  <a:pt x="203054" y="492919"/>
                </a:lnTo>
                <a:lnTo>
                  <a:pt x="186138" y="501406"/>
                </a:lnTo>
                <a:lnTo>
                  <a:pt x="169212" y="509902"/>
                </a:lnTo>
                <a:lnTo>
                  <a:pt x="152295" y="518389"/>
                </a:lnTo>
                <a:lnTo>
                  <a:pt x="135369" y="526875"/>
                </a:lnTo>
                <a:lnTo>
                  <a:pt x="118453" y="535372"/>
                </a:lnTo>
                <a:lnTo>
                  <a:pt x="101527" y="543858"/>
                </a:lnTo>
                <a:lnTo>
                  <a:pt x="84611" y="552345"/>
                </a:lnTo>
                <a:lnTo>
                  <a:pt x="67685" y="560842"/>
                </a:lnTo>
                <a:lnTo>
                  <a:pt x="50768" y="569328"/>
                </a:lnTo>
                <a:lnTo>
                  <a:pt x="33842" y="577815"/>
                </a:lnTo>
                <a:lnTo>
                  <a:pt x="16916" y="586311"/>
                </a:lnTo>
                <a:lnTo>
                  <a:pt x="0" y="594798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0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D76F7A14-A2DB-4B2E-89E7-29E804AA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2630" y="3968115"/>
            <a:ext cx="2229450" cy="137160"/>
          </a:xfrm>
          <a:custGeom xmlns:a="http://schemas.openxmlformats.org/drawingml/2006/main">
            <a:pathLst>
              <a:path w="2229450" h="137160">
                <a:moveTo>
                  <a:pt x="0" y="137160"/>
                </a:moveTo>
                <a:lnTo>
                  <a:pt x="19002" y="137160"/>
                </a:lnTo>
                <a:lnTo>
                  <a:pt x="38005" y="137160"/>
                </a:lnTo>
                <a:lnTo>
                  <a:pt x="57007" y="137160"/>
                </a:lnTo>
                <a:lnTo>
                  <a:pt x="76019" y="137160"/>
                </a:lnTo>
                <a:lnTo>
                  <a:pt x="95021" y="137160"/>
                </a:lnTo>
                <a:lnTo>
                  <a:pt x="114024" y="137160"/>
                </a:lnTo>
                <a:lnTo>
                  <a:pt x="133026" y="137160"/>
                </a:lnTo>
                <a:lnTo>
                  <a:pt x="152029" y="137160"/>
                </a:lnTo>
                <a:lnTo>
                  <a:pt x="171031" y="137160"/>
                </a:lnTo>
                <a:lnTo>
                  <a:pt x="190033" y="137160"/>
                </a:lnTo>
                <a:lnTo>
                  <a:pt x="209045" y="137160"/>
                </a:lnTo>
                <a:lnTo>
                  <a:pt x="228048" y="137160"/>
                </a:lnTo>
                <a:lnTo>
                  <a:pt x="247050" y="137160"/>
                </a:lnTo>
                <a:lnTo>
                  <a:pt x="266052" y="137160"/>
                </a:lnTo>
                <a:lnTo>
                  <a:pt x="285055" y="137160"/>
                </a:lnTo>
                <a:lnTo>
                  <a:pt x="304057" y="137160"/>
                </a:lnTo>
                <a:lnTo>
                  <a:pt x="323059" y="137160"/>
                </a:lnTo>
                <a:lnTo>
                  <a:pt x="342062" y="137160"/>
                </a:lnTo>
                <a:lnTo>
                  <a:pt x="361074" y="137160"/>
                </a:lnTo>
                <a:lnTo>
                  <a:pt x="380076" y="137160"/>
                </a:lnTo>
                <a:lnTo>
                  <a:pt x="399078" y="137160"/>
                </a:lnTo>
                <a:lnTo>
                  <a:pt x="418081" y="137160"/>
                </a:lnTo>
                <a:lnTo>
                  <a:pt x="437083" y="137160"/>
                </a:lnTo>
                <a:lnTo>
                  <a:pt x="456086" y="137160"/>
                </a:lnTo>
                <a:lnTo>
                  <a:pt x="475088" y="137160"/>
                </a:lnTo>
                <a:lnTo>
                  <a:pt x="494100" y="137160"/>
                </a:lnTo>
                <a:lnTo>
                  <a:pt x="513102" y="137160"/>
                </a:lnTo>
                <a:lnTo>
                  <a:pt x="532105" y="137160"/>
                </a:lnTo>
                <a:lnTo>
                  <a:pt x="551107" y="137160"/>
                </a:lnTo>
                <a:lnTo>
                  <a:pt x="570109" y="137160"/>
                </a:lnTo>
                <a:lnTo>
                  <a:pt x="589112" y="137160"/>
                </a:lnTo>
                <a:lnTo>
                  <a:pt x="608114" y="137160"/>
                </a:lnTo>
                <a:lnTo>
                  <a:pt x="627126" y="137160"/>
                </a:lnTo>
                <a:lnTo>
                  <a:pt x="646128" y="137160"/>
                </a:lnTo>
                <a:lnTo>
                  <a:pt x="665131" y="137160"/>
                </a:lnTo>
                <a:lnTo>
                  <a:pt x="684133" y="137160"/>
                </a:lnTo>
                <a:lnTo>
                  <a:pt x="703135" y="137160"/>
                </a:lnTo>
                <a:lnTo>
                  <a:pt x="722138" y="137160"/>
                </a:lnTo>
                <a:lnTo>
                  <a:pt x="741140" y="137160"/>
                </a:lnTo>
                <a:lnTo>
                  <a:pt x="760152" y="137160"/>
                </a:lnTo>
                <a:lnTo>
                  <a:pt x="779155" y="137160"/>
                </a:lnTo>
                <a:lnTo>
                  <a:pt x="798157" y="137160"/>
                </a:lnTo>
                <a:lnTo>
                  <a:pt x="817159" y="137160"/>
                </a:lnTo>
                <a:lnTo>
                  <a:pt x="836162" y="137160"/>
                </a:lnTo>
                <a:lnTo>
                  <a:pt x="855164" y="137160"/>
                </a:lnTo>
                <a:lnTo>
                  <a:pt x="874166" y="137160"/>
                </a:lnTo>
                <a:lnTo>
                  <a:pt x="893169" y="137160"/>
                </a:lnTo>
                <a:lnTo>
                  <a:pt x="912181" y="137160"/>
                </a:lnTo>
                <a:lnTo>
                  <a:pt x="931183" y="137160"/>
                </a:lnTo>
                <a:lnTo>
                  <a:pt x="950185" y="137160"/>
                </a:lnTo>
                <a:lnTo>
                  <a:pt x="969188" y="137160"/>
                </a:lnTo>
                <a:lnTo>
                  <a:pt x="988190" y="137160"/>
                </a:lnTo>
                <a:lnTo>
                  <a:pt x="1007193" y="137160"/>
                </a:lnTo>
                <a:lnTo>
                  <a:pt x="1026195" y="137160"/>
                </a:lnTo>
                <a:lnTo>
                  <a:pt x="1045207" y="137160"/>
                </a:lnTo>
                <a:lnTo>
                  <a:pt x="1064209" y="137160"/>
                </a:lnTo>
                <a:lnTo>
                  <a:pt x="1083212" y="137160"/>
                </a:lnTo>
                <a:lnTo>
                  <a:pt x="1102214" y="137160"/>
                </a:lnTo>
                <a:lnTo>
                  <a:pt x="1121216" y="137160"/>
                </a:lnTo>
                <a:lnTo>
                  <a:pt x="1140219" y="137160"/>
                </a:lnTo>
                <a:lnTo>
                  <a:pt x="1159221" y="137160"/>
                </a:lnTo>
                <a:lnTo>
                  <a:pt x="1178233" y="137160"/>
                </a:lnTo>
                <a:lnTo>
                  <a:pt x="1197235" y="137160"/>
                </a:lnTo>
                <a:lnTo>
                  <a:pt x="1216238" y="137160"/>
                </a:lnTo>
                <a:lnTo>
                  <a:pt x="1235240" y="137160"/>
                </a:lnTo>
                <a:lnTo>
                  <a:pt x="1254242" y="137160"/>
                </a:lnTo>
                <a:lnTo>
                  <a:pt x="1273245" y="137160"/>
                </a:lnTo>
                <a:lnTo>
                  <a:pt x="1292247" y="137160"/>
                </a:lnTo>
                <a:lnTo>
                  <a:pt x="1311250" y="137160"/>
                </a:lnTo>
                <a:lnTo>
                  <a:pt x="1330262" y="137160"/>
                </a:lnTo>
                <a:lnTo>
                  <a:pt x="1349264" y="137160"/>
                </a:lnTo>
                <a:lnTo>
                  <a:pt x="1368266" y="137160"/>
                </a:lnTo>
                <a:lnTo>
                  <a:pt x="1387269" y="137160"/>
                </a:lnTo>
                <a:lnTo>
                  <a:pt x="1406271" y="137160"/>
                </a:lnTo>
                <a:lnTo>
                  <a:pt x="1425273" y="137160"/>
                </a:lnTo>
                <a:lnTo>
                  <a:pt x="1444276" y="137160"/>
                </a:lnTo>
                <a:lnTo>
                  <a:pt x="1463288" y="137160"/>
                </a:lnTo>
                <a:lnTo>
                  <a:pt x="1482290" y="137160"/>
                </a:lnTo>
                <a:lnTo>
                  <a:pt x="1501292" y="137160"/>
                </a:lnTo>
                <a:lnTo>
                  <a:pt x="1520295" y="137160"/>
                </a:lnTo>
                <a:lnTo>
                  <a:pt x="1539297" y="137160"/>
                </a:lnTo>
                <a:lnTo>
                  <a:pt x="1558300" y="137160"/>
                </a:lnTo>
                <a:lnTo>
                  <a:pt x="1577302" y="137160"/>
                </a:lnTo>
                <a:lnTo>
                  <a:pt x="1596314" y="137160"/>
                </a:lnTo>
                <a:lnTo>
                  <a:pt x="1615316" y="137160"/>
                </a:lnTo>
                <a:lnTo>
                  <a:pt x="1634319" y="137160"/>
                </a:lnTo>
                <a:lnTo>
                  <a:pt x="1653321" y="137160"/>
                </a:lnTo>
                <a:lnTo>
                  <a:pt x="1672323" y="137160"/>
                </a:lnTo>
                <a:lnTo>
                  <a:pt x="1691326" y="137160"/>
                </a:lnTo>
                <a:lnTo>
                  <a:pt x="1710328" y="137160"/>
                </a:lnTo>
                <a:lnTo>
                  <a:pt x="1729340" y="137160"/>
                </a:lnTo>
                <a:lnTo>
                  <a:pt x="1748342" y="137160"/>
                </a:lnTo>
                <a:lnTo>
                  <a:pt x="1767345" y="137160"/>
                </a:lnTo>
                <a:lnTo>
                  <a:pt x="1786347" y="137160"/>
                </a:lnTo>
                <a:lnTo>
                  <a:pt x="1805349" y="137160"/>
                </a:lnTo>
                <a:lnTo>
                  <a:pt x="1824352" y="137160"/>
                </a:lnTo>
                <a:lnTo>
                  <a:pt x="1843354" y="137160"/>
                </a:lnTo>
                <a:lnTo>
                  <a:pt x="1862357" y="137160"/>
                </a:lnTo>
                <a:lnTo>
                  <a:pt x="1881368" y="137160"/>
                </a:lnTo>
                <a:lnTo>
                  <a:pt x="1900371" y="137160"/>
                </a:lnTo>
                <a:lnTo>
                  <a:pt x="1919373" y="137160"/>
                </a:lnTo>
                <a:lnTo>
                  <a:pt x="1938376" y="137160"/>
                </a:lnTo>
                <a:lnTo>
                  <a:pt x="1957378" y="137160"/>
                </a:lnTo>
                <a:lnTo>
                  <a:pt x="1974666" y="129921"/>
                </a:lnTo>
                <a:lnTo>
                  <a:pt x="1991658" y="121396"/>
                </a:lnTo>
                <a:lnTo>
                  <a:pt x="2008642" y="112881"/>
                </a:lnTo>
                <a:lnTo>
                  <a:pt x="2025625" y="104356"/>
                </a:lnTo>
                <a:lnTo>
                  <a:pt x="2042608" y="95831"/>
                </a:lnTo>
                <a:lnTo>
                  <a:pt x="2059600" y="87306"/>
                </a:lnTo>
                <a:lnTo>
                  <a:pt x="2076583" y="78791"/>
                </a:lnTo>
                <a:lnTo>
                  <a:pt x="2093566" y="70266"/>
                </a:lnTo>
                <a:lnTo>
                  <a:pt x="2110559" y="61741"/>
                </a:lnTo>
                <a:lnTo>
                  <a:pt x="2127542" y="53226"/>
                </a:lnTo>
                <a:lnTo>
                  <a:pt x="2144525" y="44701"/>
                </a:lnTo>
                <a:lnTo>
                  <a:pt x="2161508" y="36176"/>
                </a:lnTo>
                <a:lnTo>
                  <a:pt x="2178501" y="27651"/>
                </a:lnTo>
                <a:lnTo>
                  <a:pt x="2195484" y="19136"/>
                </a:lnTo>
                <a:lnTo>
                  <a:pt x="2212467" y="10611"/>
                </a:lnTo>
                <a:lnTo>
                  <a:pt x="2229450" y="2086"/>
                </a:lnTo>
                <a:lnTo>
                  <a:pt x="2219258" y="0"/>
                </a:lnTo>
                <a:lnTo>
                  <a:pt x="2200256" y="0"/>
                </a:lnTo>
                <a:lnTo>
                  <a:pt x="2181254" y="0"/>
                </a:lnTo>
                <a:lnTo>
                  <a:pt x="2162251" y="0"/>
                </a:lnTo>
                <a:lnTo>
                  <a:pt x="2143249" y="0"/>
                </a:lnTo>
                <a:lnTo>
                  <a:pt x="2124246" y="0"/>
                </a:lnTo>
                <a:lnTo>
                  <a:pt x="2105244" y="0"/>
                </a:lnTo>
                <a:lnTo>
                  <a:pt x="2086232" y="0"/>
                </a:lnTo>
                <a:lnTo>
                  <a:pt x="2067230" y="0"/>
                </a:lnTo>
                <a:lnTo>
                  <a:pt x="2048227" y="0"/>
                </a:lnTo>
                <a:lnTo>
                  <a:pt x="2029225" y="0"/>
                </a:lnTo>
                <a:lnTo>
                  <a:pt x="2010223" y="0"/>
                </a:lnTo>
                <a:lnTo>
                  <a:pt x="1991220" y="0"/>
                </a:lnTo>
                <a:lnTo>
                  <a:pt x="1972218" y="0"/>
                </a:lnTo>
                <a:lnTo>
                  <a:pt x="1953206" y="0"/>
                </a:lnTo>
                <a:lnTo>
                  <a:pt x="1934204" y="0"/>
                </a:lnTo>
                <a:lnTo>
                  <a:pt x="1915201" y="0"/>
                </a:lnTo>
                <a:lnTo>
                  <a:pt x="1896199" y="0"/>
                </a:lnTo>
                <a:lnTo>
                  <a:pt x="1877197" y="0"/>
                </a:lnTo>
                <a:lnTo>
                  <a:pt x="1858194" y="0"/>
                </a:lnTo>
                <a:lnTo>
                  <a:pt x="1839192" y="0"/>
                </a:lnTo>
                <a:lnTo>
                  <a:pt x="1820189" y="0"/>
                </a:lnTo>
                <a:lnTo>
                  <a:pt x="1801178" y="0"/>
                </a:lnTo>
                <a:lnTo>
                  <a:pt x="1782175" y="0"/>
                </a:lnTo>
                <a:lnTo>
                  <a:pt x="1763173" y="0"/>
                </a:lnTo>
                <a:lnTo>
                  <a:pt x="1744170" y="0"/>
                </a:lnTo>
                <a:lnTo>
                  <a:pt x="1725168" y="0"/>
                </a:lnTo>
                <a:lnTo>
                  <a:pt x="1706166" y="0"/>
                </a:lnTo>
                <a:lnTo>
                  <a:pt x="1687163" y="0"/>
                </a:lnTo>
                <a:lnTo>
                  <a:pt x="1668151" y="0"/>
                </a:lnTo>
                <a:lnTo>
                  <a:pt x="1649149" y="0"/>
                </a:lnTo>
                <a:lnTo>
                  <a:pt x="1630147" y="0"/>
                </a:lnTo>
                <a:lnTo>
                  <a:pt x="1611144" y="0"/>
                </a:lnTo>
                <a:lnTo>
                  <a:pt x="1592142" y="0"/>
                </a:lnTo>
                <a:lnTo>
                  <a:pt x="1573139" y="0"/>
                </a:lnTo>
                <a:lnTo>
                  <a:pt x="1554137" y="0"/>
                </a:lnTo>
                <a:lnTo>
                  <a:pt x="1535125" y="0"/>
                </a:lnTo>
                <a:lnTo>
                  <a:pt x="1516123" y="0"/>
                </a:lnTo>
                <a:lnTo>
                  <a:pt x="1497120" y="0"/>
                </a:lnTo>
                <a:lnTo>
                  <a:pt x="1478118" y="0"/>
                </a:lnTo>
                <a:lnTo>
                  <a:pt x="1459116" y="0"/>
                </a:lnTo>
                <a:lnTo>
                  <a:pt x="1440113" y="0"/>
                </a:lnTo>
                <a:lnTo>
                  <a:pt x="1421111" y="0"/>
                </a:lnTo>
                <a:lnTo>
                  <a:pt x="1402099" y="0"/>
                </a:lnTo>
                <a:lnTo>
                  <a:pt x="1383097" y="0"/>
                </a:lnTo>
                <a:lnTo>
                  <a:pt x="1364094" y="0"/>
                </a:lnTo>
                <a:lnTo>
                  <a:pt x="1345092" y="0"/>
                </a:lnTo>
                <a:lnTo>
                  <a:pt x="1326090" y="0"/>
                </a:lnTo>
                <a:lnTo>
                  <a:pt x="1307087" y="0"/>
                </a:lnTo>
                <a:lnTo>
                  <a:pt x="1288085" y="0"/>
                </a:lnTo>
                <a:lnTo>
                  <a:pt x="1269082" y="0"/>
                </a:lnTo>
                <a:lnTo>
                  <a:pt x="1250071" y="0"/>
                </a:lnTo>
                <a:lnTo>
                  <a:pt x="1231068" y="0"/>
                </a:lnTo>
                <a:lnTo>
                  <a:pt x="1212066" y="0"/>
                </a:lnTo>
                <a:lnTo>
                  <a:pt x="1193063" y="0"/>
                </a:lnTo>
                <a:lnTo>
                  <a:pt x="1174061" y="0"/>
                </a:lnTo>
                <a:lnTo>
                  <a:pt x="1155059" y="0"/>
                </a:lnTo>
                <a:lnTo>
                  <a:pt x="1136056" y="0"/>
                </a:lnTo>
                <a:lnTo>
                  <a:pt x="1117044" y="0"/>
                </a:lnTo>
                <a:lnTo>
                  <a:pt x="1098042" y="0"/>
                </a:lnTo>
                <a:lnTo>
                  <a:pt x="1079040" y="0"/>
                </a:lnTo>
                <a:lnTo>
                  <a:pt x="1060037" y="0"/>
                </a:lnTo>
                <a:lnTo>
                  <a:pt x="1041035" y="0"/>
                </a:lnTo>
                <a:lnTo>
                  <a:pt x="1022033" y="0"/>
                </a:lnTo>
                <a:lnTo>
                  <a:pt x="1003030" y="0"/>
                </a:lnTo>
                <a:lnTo>
                  <a:pt x="984018" y="0"/>
                </a:lnTo>
                <a:lnTo>
                  <a:pt x="965016" y="0"/>
                </a:lnTo>
                <a:lnTo>
                  <a:pt x="946013" y="0"/>
                </a:lnTo>
                <a:lnTo>
                  <a:pt x="927011" y="0"/>
                </a:lnTo>
                <a:lnTo>
                  <a:pt x="908009" y="0"/>
                </a:lnTo>
                <a:lnTo>
                  <a:pt x="889006" y="0"/>
                </a:lnTo>
                <a:lnTo>
                  <a:pt x="870004" y="0"/>
                </a:lnTo>
                <a:lnTo>
                  <a:pt x="850992" y="0"/>
                </a:lnTo>
                <a:lnTo>
                  <a:pt x="831990" y="0"/>
                </a:lnTo>
                <a:lnTo>
                  <a:pt x="812987" y="0"/>
                </a:lnTo>
                <a:lnTo>
                  <a:pt x="793985" y="0"/>
                </a:lnTo>
                <a:lnTo>
                  <a:pt x="774983" y="0"/>
                </a:lnTo>
                <a:lnTo>
                  <a:pt x="755980" y="0"/>
                </a:lnTo>
                <a:lnTo>
                  <a:pt x="736978" y="0"/>
                </a:lnTo>
                <a:lnTo>
                  <a:pt x="717975" y="0"/>
                </a:lnTo>
                <a:lnTo>
                  <a:pt x="698964" y="0"/>
                </a:lnTo>
                <a:lnTo>
                  <a:pt x="679961" y="0"/>
                </a:lnTo>
                <a:lnTo>
                  <a:pt x="660959" y="0"/>
                </a:lnTo>
                <a:lnTo>
                  <a:pt x="641956" y="0"/>
                </a:lnTo>
                <a:lnTo>
                  <a:pt x="622954" y="0"/>
                </a:lnTo>
                <a:lnTo>
                  <a:pt x="603952" y="0"/>
                </a:lnTo>
                <a:lnTo>
                  <a:pt x="584949" y="0"/>
                </a:lnTo>
                <a:lnTo>
                  <a:pt x="565937" y="0"/>
                </a:lnTo>
                <a:lnTo>
                  <a:pt x="546935" y="0"/>
                </a:lnTo>
                <a:lnTo>
                  <a:pt x="527933" y="0"/>
                </a:lnTo>
                <a:lnTo>
                  <a:pt x="508930" y="0"/>
                </a:lnTo>
                <a:lnTo>
                  <a:pt x="489928" y="0"/>
                </a:lnTo>
                <a:lnTo>
                  <a:pt x="470926" y="0"/>
                </a:lnTo>
                <a:lnTo>
                  <a:pt x="451923" y="0"/>
                </a:lnTo>
                <a:lnTo>
                  <a:pt x="432911" y="0"/>
                </a:lnTo>
                <a:lnTo>
                  <a:pt x="413909" y="0"/>
                </a:lnTo>
                <a:lnTo>
                  <a:pt x="394907" y="0"/>
                </a:lnTo>
                <a:lnTo>
                  <a:pt x="376923" y="6058"/>
                </a:lnTo>
                <a:lnTo>
                  <a:pt x="358978" y="12297"/>
                </a:lnTo>
                <a:lnTo>
                  <a:pt x="341033" y="18545"/>
                </a:lnTo>
                <a:lnTo>
                  <a:pt x="323078" y="24784"/>
                </a:lnTo>
                <a:lnTo>
                  <a:pt x="305133" y="31023"/>
                </a:lnTo>
                <a:lnTo>
                  <a:pt x="287179" y="37271"/>
                </a:lnTo>
                <a:lnTo>
                  <a:pt x="269234" y="43510"/>
                </a:lnTo>
                <a:lnTo>
                  <a:pt x="251289" y="49759"/>
                </a:lnTo>
                <a:lnTo>
                  <a:pt x="233334" y="55997"/>
                </a:lnTo>
                <a:lnTo>
                  <a:pt x="215389" y="62246"/>
                </a:lnTo>
                <a:lnTo>
                  <a:pt x="197434" y="68485"/>
                </a:lnTo>
                <a:lnTo>
                  <a:pt x="179489" y="74733"/>
                </a:lnTo>
                <a:lnTo>
                  <a:pt x="161544" y="80972"/>
                </a:lnTo>
                <a:lnTo>
                  <a:pt x="143589" y="87211"/>
                </a:lnTo>
                <a:lnTo>
                  <a:pt x="125644" y="93459"/>
                </a:lnTo>
                <a:lnTo>
                  <a:pt x="107690" y="99698"/>
                </a:lnTo>
                <a:lnTo>
                  <a:pt x="89745" y="105947"/>
                </a:lnTo>
                <a:lnTo>
                  <a:pt x="71799" y="112185"/>
                </a:lnTo>
                <a:lnTo>
                  <a:pt x="53845" y="118434"/>
                </a:lnTo>
                <a:lnTo>
                  <a:pt x="35900" y="124673"/>
                </a:lnTo>
                <a:lnTo>
                  <a:pt x="17945" y="130921"/>
                </a:lnTo>
                <a:lnTo>
                  <a:pt x="0" y="137160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1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EB2DC71A-1BB0-46E8-B1C3-F20B4315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0" y="3968115"/>
            <a:ext cx="2033588" cy="137160"/>
          </a:xfrm>
          <a:custGeom xmlns:a="http://schemas.openxmlformats.org/drawingml/2006/main">
            <a:pathLst>
              <a:path w="2033588" h="137160">
                <a:moveTo>
                  <a:pt x="0" y="137160"/>
                </a:moveTo>
                <a:lnTo>
                  <a:pt x="18945" y="137160"/>
                </a:lnTo>
                <a:lnTo>
                  <a:pt x="37900" y="137160"/>
                </a:lnTo>
                <a:lnTo>
                  <a:pt x="56845" y="137160"/>
                </a:lnTo>
                <a:lnTo>
                  <a:pt x="75800" y="137160"/>
                </a:lnTo>
                <a:lnTo>
                  <a:pt x="94745" y="137160"/>
                </a:lnTo>
                <a:lnTo>
                  <a:pt x="113700" y="137160"/>
                </a:lnTo>
                <a:lnTo>
                  <a:pt x="132645" y="137160"/>
                </a:lnTo>
                <a:lnTo>
                  <a:pt x="151590" y="137160"/>
                </a:lnTo>
                <a:lnTo>
                  <a:pt x="170545" y="137160"/>
                </a:lnTo>
                <a:lnTo>
                  <a:pt x="189490" y="137160"/>
                </a:lnTo>
                <a:lnTo>
                  <a:pt x="208445" y="137160"/>
                </a:lnTo>
                <a:lnTo>
                  <a:pt x="227390" y="137160"/>
                </a:lnTo>
                <a:lnTo>
                  <a:pt x="246345" y="137160"/>
                </a:lnTo>
                <a:lnTo>
                  <a:pt x="265290" y="137160"/>
                </a:lnTo>
                <a:lnTo>
                  <a:pt x="284236" y="137160"/>
                </a:lnTo>
                <a:lnTo>
                  <a:pt x="303190" y="137160"/>
                </a:lnTo>
                <a:lnTo>
                  <a:pt x="322136" y="137160"/>
                </a:lnTo>
                <a:lnTo>
                  <a:pt x="341090" y="137160"/>
                </a:lnTo>
                <a:lnTo>
                  <a:pt x="360035" y="137160"/>
                </a:lnTo>
                <a:lnTo>
                  <a:pt x="378990" y="137160"/>
                </a:lnTo>
                <a:lnTo>
                  <a:pt x="397935" y="137160"/>
                </a:lnTo>
                <a:lnTo>
                  <a:pt x="416881" y="137160"/>
                </a:lnTo>
                <a:lnTo>
                  <a:pt x="435835" y="137160"/>
                </a:lnTo>
                <a:lnTo>
                  <a:pt x="454781" y="137160"/>
                </a:lnTo>
                <a:lnTo>
                  <a:pt x="473735" y="137160"/>
                </a:lnTo>
                <a:lnTo>
                  <a:pt x="492681" y="137160"/>
                </a:lnTo>
                <a:lnTo>
                  <a:pt x="511626" y="137160"/>
                </a:lnTo>
                <a:lnTo>
                  <a:pt x="530581" y="137160"/>
                </a:lnTo>
                <a:lnTo>
                  <a:pt x="549526" y="137160"/>
                </a:lnTo>
                <a:lnTo>
                  <a:pt x="568481" y="137160"/>
                </a:lnTo>
                <a:lnTo>
                  <a:pt x="587426" y="137160"/>
                </a:lnTo>
                <a:lnTo>
                  <a:pt x="606381" y="137160"/>
                </a:lnTo>
                <a:lnTo>
                  <a:pt x="625326" y="137160"/>
                </a:lnTo>
                <a:lnTo>
                  <a:pt x="644271" y="137160"/>
                </a:lnTo>
                <a:lnTo>
                  <a:pt x="663226" y="137160"/>
                </a:lnTo>
                <a:lnTo>
                  <a:pt x="682171" y="137160"/>
                </a:lnTo>
                <a:lnTo>
                  <a:pt x="701126" y="137160"/>
                </a:lnTo>
                <a:lnTo>
                  <a:pt x="720071" y="137160"/>
                </a:lnTo>
                <a:lnTo>
                  <a:pt x="739026" y="137160"/>
                </a:lnTo>
                <a:lnTo>
                  <a:pt x="757971" y="137160"/>
                </a:lnTo>
                <a:lnTo>
                  <a:pt x="776916" y="137160"/>
                </a:lnTo>
                <a:lnTo>
                  <a:pt x="795871" y="137160"/>
                </a:lnTo>
                <a:lnTo>
                  <a:pt x="814816" y="137160"/>
                </a:lnTo>
                <a:lnTo>
                  <a:pt x="833771" y="137160"/>
                </a:lnTo>
                <a:lnTo>
                  <a:pt x="852716" y="137160"/>
                </a:lnTo>
                <a:lnTo>
                  <a:pt x="871671" y="137160"/>
                </a:lnTo>
                <a:lnTo>
                  <a:pt x="890616" y="137160"/>
                </a:lnTo>
                <a:lnTo>
                  <a:pt x="909561" y="137160"/>
                </a:lnTo>
                <a:lnTo>
                  <a:pt x="928516" y="137160"/>
                </a:lnTo>
                <a:lnTo>
                  <a:pt x="947461" y="137160"/>
                </a:lnTo>
                <a:lnTo>
                  <a:pt x="966416" y="137160"/>
                </a:lnTo>
                <a:lnTo>
                  <a:pt x="985361" y="137160"/>
                </a:lnTo>
                <a:lnTo>
                  <a:pt x="1004316" y="137160"/>
                </a:lnTo>
                <a:lnTo>
                  <a:pt x="1023261" y="137160"/>
                </a:lnTo>
                <a:lnTo>
                  <a:pt x="1042206" y="137160"/>
                </a:lnTo>
                <a:lnTo>
                  <a:pt x="1061161" y="137160"/>
                </a:lnTo>
                <a:lnTo>
                  <a:pt x="1080106" y="137160"/>
                </a:lnTo>
                <a:lnTo>
                  <a:pt x="1099061" y="137160"/>
                </a:lnTo>
                <a:lnTo>
                  <a:pt x="1118006" y="137160"/>
                </a:lnTo>
                <a:lnTo>
                  <a:pt x="1136961" y="137160"/>
                </a:lnTo>
                <a:lnTo>
                  <a:pt x="1155906" y="137160"/>
                </a:lnTo>
                <a:lnTo>
                  <a:pt x="1174852" y="137160"/>
                </a:lnTo>
                <a:lnTo>
                  <a:pt x="1193806" y="137160"/>
                </a:lnTo>
                <a:lnTo>
                  <a:pt x="1212752" y="137160"/>
                </a:lnTo>
                <a:lnTo>
                  <a:pt x="1231706" y="137160"/>
                </a:lnTo>
                <a:lnTo>
                  <a:pt x="1250652" y="137160"/>
                </a:lnTo>
                <a:lnTo>
                  <a:pt x="1269606" y="137160"/>
                </a:lnTo>
                <a:lnTo>
                  <a:pt x="1288552" y="137160"/>
                </a:lnTo>
                <a:lnTo>
                  <a:pt x="1307497" y="137160"/>
                </a:lnTo>
                <a:lnTo>
                  <a:pt x="1326452" y="137160"/>
                </a:lnTo>
                <a:lnTo>
                  <a:pt x="1345397" y="137160"/>
                </a:lnTo>
                <a:lnTo>
                  <a:pt x="1364351" y="137160"/>
                </a:lnTo>
                <a:lnTo>
                  <a:pt x="1383297" y="137160"/>
                </a:lnTo>
                <a:lnTo>
                  <a:pt x="1402242" y="137160"/>
                </a:lnTo>
                <a:lnTo>
                  <a:pt x="1421197" y="137160"/>
                </a:lnTo>
                <a:lnTo>
                  <a:pt x="1440142" y="137160"/>
                </a:lnTo>
                <a:lnTo>
                  <a:pt x="1459097" y="137160"/>
                </a:lnTo>
                <a:lnTo>
                  <a:pt x="1478042" y="137160"/>
                </a:lnTo>
                <a:lnTo>
                  <a:pt x="1496997" y="137160"/>
                </a:lnTo>
                <a:lnTo>
                  <a:pt x="1515942" y="137160"/>
                </a:lnTo>
                <a:lnTo>
                  <a:pt x="1534887" y="137160"/>
                </a:lnTo>
                <a:lnTo>
                  <a:pt x="1553842" y="137160"/>
                </a:lnTo>
                <a:lnTo>
                  <a:pt x="1572787" y="137160"/>
                </a:lnTo>
                <a:lnTo>
                  <a:pt x="1591742" y="137160"/>
                </a:lnTo>
                <a:lnTo>
                  <a:pt x="1610687" y="137160"/>
                </a:lnTo>
                <a:lnTo>
                  <a:pt x="1629642" y="137160"/>
                </a:lnTo>
                <a:lnTo>
                  <a:pt x="1648587" y="137160"/>
                </a:lnTo>
                <a:lnTo>
                  <a:pt x="1667532" y="137160"/>
                </a:lnTo>
                <a:lnTo>
                  <a:pt x="1686487" y="137160"/>
                </a:lnTo>
                <a:lnTo>
                  <a:pt x="1705432" y="137160"/>
                </a:lnTo>
                <a:lnTo>
                  <a:pt x="1724387" y="137160"/>
                </a:lnTo>
                <a:lnTo>
                  <a:pt x="1743332" y="137160"/>
                </a:lnTo>
                <a:lnTo>
                  <a:pt x="1761487" y="133731"/>
                </a:lnTo>
                <a:lnTo>
                  <a:pt x="1778489" y="125368"/>
                </a:lnTo>
                <a:lnTo>
                  <a:pt x="1795501" y="117015"/>
                </a:lnTo>
                <a:lnTo>
                  <a:pt x="1812503" y="108652"/>
                </a:lnTo>
                <a:lnTo>
                  <a:pt x="1829514" y="100298"/>
                </a:lnTo>
                <a:lnTo>
                  <a:pt x="1846517" y="91935"/>
                </a:lnTo>
                <a:lnTo>
                  <a:pt x="1863528" y="83582"/>
                </a:lnTo>
                <a:lnTo>
                  <a:pt x="1880530" y="75219"/>
                </a:lnTo>
                <a:lnTo>
                  <a:pt x="1897532" y="66866"/>
                </a:lnTo>
                <a:lnTo>
                  <a:pt x="1914544" y="58503"/>
                </a:lnTo>
                <a:lnTo>
                  <a:pt x="1931546" y="50149"/>
                </a:lnTo>
                <a:lnTo>
                  <a:pt x="1948558" y="41786"/>
                </a:lnTo>
                <a:lnTo>
                  <a:pt x="1965560" y="33433"/>
                </a:lnTo>
                <a:lnTo>
                  <a:pt x="1982572" y="25070"/>
                </a:lnTo>
                <a:lnTo>
                  <a:pt x="1999574" y="16716"/>
                </a:lnTo>
                <a:lnTo>
                  <a:pt x="2016585" y="8353"/>
                </a:lnTo>
                <a:lnTo>
                  <a:pt x="20335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2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3B2764D2-193F-4177-B1FE-4C51B3F9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94120" y="3968115"/>
            <a:ext cx="16449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3" name="maturity-step-riser-4">
            <a:extLst xmlns:a="http://schemas.openxmlformats.org/drawingml/2006/main">
              <a:ext uri="{FF2B5EF4-FFF2-40B4-BE49-F238E27FC236}">
                <a16:creationId xmlns:a16="http://schemas.microsoft.com/office/drawing/2014/main" id="{2238AF84-5D30-4228-B618-EE8F4E38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3120" y="3509591"/>
            <a:ext cx="151448" cy="242183"/>
          </a:xfrm>
          <a:custGeom xmlns:a="http://schemas.openxmlformats.org/drawingml/2006/main">
            <a:pathLst>
              <a:path w="151448" h="242183">
                <a:moveTo>
                  <a:pt x="0" y="103241"/>
                </a:moveTo>
                <a:lnTo>
                  <a:pt x="0" y="121958"/>
                </a:lnTo>
                <a:lnTo>
                  <a:pt x="0" y="140684"/>
                </a:lnTo>
                <a:lnTo>
                  <a:pt x="0" y="159401"/>
                </a:lnTo>
                <a:lnTo>
                  <a:pt x="0" y="178118"/>
                </a:lnTo>
                <a:lnTo>
                  <a:pt x="0" y="196834"/>
                </a:lnTo>
                <a:lnTo>
                  <a:pt x="0" y="215551"/>
                </a:lnTo>
                <a:lnTo>
                  <a:pt x="0" y="234277"/>
                </a:lnTo>
                <a:lnTo>
                  <a:pt x="5639" y="242183"/>
                </a:lnTo>
                <a:lnTo>
                  <a:pt x="20984" y="231467"/>
                </a:lnTo>
                <a:lnTo>
                  <a:pt x="36338" y="220751"/>
                </a:lnTo>
                <a:lnTo>
                  <a:pt x="51683" y="210036"/>
                </a:lnTo>
                <a:lnTo>
                  <a:pt x="67027" y="199320"/>
                </a:lnTo>
                <a:lnTo>
                  <a:pt x="82382" y="188605"/>
                </a:lnTo>
                <a:lnTo>
                  <a:pt x="97727" y="177889"/>
                </a:lnTo>
                <a:lnTo>
                  <a:pt x="113081" y="167173"/>
                </a:lnTo>
                <a:lnTo>
                  <a:pt x="128426" y="156467"/>
                </a:lnTo>
                <a:lnTo>
                  <a:pt x="143770" y="145752"/>
                </a:lnTo>
                <a:lnTo>
                  <a:pt x="151448" y="131035"/>
                </a:lnTo>
                <a:lnTo>
                  <a:pt x="151448" y="112309"/>
                </a:lnTo>
                <a:lnTo>
                  <a:pt x="151448" y="93593"/>
                </a:lnTo>
                <a:lnTo>
                  <a:pt x="151448" y="74876"/>
                </a:lnTo>
                <a:lnTo>
                  <a:pt x="151448" y="56159"/>
                </a:lnTo>
                <a:lnTo>
                  <a:pt x="151448" y="37433"/>
                </a:lnTo>
                <a:lnTo>
                  <a:pt x="151448" y="18717"/>
                </a:lnTo>
                <a:lnTo>
                  <a:pt x="151448" y="0"/>
                </a:lnTo>
                <a:lnTo>
                  <a:pt x="138141" y="6810"/>
                </a:lnTo>
                <a:lnTo>
                  <a:pt x="122787" y="17526"/>
                </a:lnTo>
                <a:lnTo>
                  <a:pt x="107442" y="28242"/>
                </a:lnTo>
                <a:lnTo>
                  <a:pt x="92088" y="38957"/>
                </a:lnTo>
                <a:lnTo>
                  <a:pt x="76743" y="49663"/>
                </a:lnTo>
                <a:lnTo>
                  <a:pt x="61398" y="60379"/>
                </a:lnTo>
                <a:lnTo>
                  <a:pt x="46044" y="71095"/>
                </a:lnTo>
                <a:lnTo>
                  <a:pt x="30699" y="81810"/>
                </a:lnTo>
                <a:lnTo>
                  <a:pt x="15345" y="92526"/>
                </a:lnTo>
                <a:lnTo>
                  <a:pt x="0" y="103241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4" name="maturity-step-top-4">
            <a:extLst xmlns:a="http://schemas.openxmlformats.org/drawingml/2006/main">
              <a:ext uri="{FF2B5EF4-FFF2-40B4-BE49-F238E27FC236}">
                <a16:creationId xmlns:a16="http://schemas.microsoft.com/office/drawing/2014/main" id="{604B1EA2-5DDC-4996-B8F5-37B0F9AC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62875" y="3507105"/>
            <a:ext cx="2108949" cy="105728"/>
          </a:xfrm>
          <a:custGeom xmlns:a="http://schemas.openxmlformats.org/drawingml/2006/main">
            <a:pathLst>
              <a:path w="2108949" h="105728">
                <a:moveTo>
                  <a:pt x="0" y="105728"/>
                </a:moveTo>
                <a:lnTo>
                  <a:pt x="19002" y="105728"/>
                </a:lnTo>
                <a:lnTo>
                  <a:pt x="38014" y="105728"/>
                </a:lnTo>
                <a:lnTo>
                  <a:pt x="57017" y="105728"/>
                </a:lnTo>
                <a:lnTo>
                  <a:pt x="76029" y="105728"/>
                </a:lnTo>
                <a:lnTo>
                  <a:pt x="95031" y="105728"/>
                </a:lnTo>
                <a:lnTo>
                  <a:pt x="114033" y="105728"/>
                </a:lnTo>
                <a:lnTo>
                  <a:pt x="133045" y="105728"/>
                </a:lnTo>
                <a:lnTo>
                  <a:pt x="152048" y="105728"/>
                </a:lnTo>
                <a:lnTo>
                  <a:pt x="171050" y="105728"/>
                </a:lnTo>
                <a:lnTo>
                  <a:pt x="190062" y="105728"/>
                </a:lnTo>
                <a:lnTo>
                  <a:pt x="209064" y="105728"/>
                </a:lnTo>
                <a:lnTo>
                  <a:pt x="228076" y="105728"/>
                </a:lnTo>
                <a:lnTo>
                  <a:pt x="247079" y="105728"/>
                </a:lnTo>
                <a:lnTo>
                  <a:pt x="266081" y="105728"/>
                </a:lnTo>
                <a:lnTo>
                  <a:pt x="285093" y="105728"/>
                </a:lnTo>
                <a:lnTo>
                  <a:pt x="304095" y="105728"/>
                </a:lnTo>
                <a:lnTo>
                  <a:pt x="323107" y="105728"/>
                </a:lnTo>
                <a:lnTo>
                  <a:pt x="342109" y="105728"/>
                </a:lnTo>
                <a:lnTo>
                  <a:pt x="361112" y="105728"/>
                </a:lnTo>
                <a:lnTo>
                  <a:pt x="380124" y="105728"/>
                </a:lnTo>
                <a:lnTo>
                  <a:pt x="399126" y="105728"/>
                </a:lnTo>
                <a:lnTo>
                  <a:pt x="418138" y="105728"/>
                </a:lnTo>
                <a:lnTo>
                  <a:pt x="437140" y="105728"/>
                </a:lnTo>
                <a:lnTo>
                  <a:pt x="456143" y="105728"/>
                </a:lnTo>
                <a:lnTo>
                  <a:pt x="475155" y="105728"/>
                </a:lnTo>
                <a:lnTo>
                  <a:pt x="494157" y="105728"/>
                </a:lnTo>
                <a:lnTo>
                  <a:pt x="513169" y="105728"/>
                </a:lnTo>
                <a:lnTo>
                  <a:pt x="532171" y="105728"/>
                </a:lnTo>
                <a:lnTo>
                  <a:pt x="551174" y="105728"/>
                </a:lnTo>
                <a:lnTo>
                  <a:pt x="570186" y="105728"/>
                </a:lnTo>
                <a:lnTo>
                  <a:pt x="589188" y="105728"/>
                </a:lnTo>
                <a:lnTo>
                  <a:pt x="608200" y="105728"/>
                </a:lnTo>
                <a:lnTo>
                  <a:pt x="627202" y="105728"/>
                </a:lnTo>
                <a:lnTo>
                  <a:pt x="646205" y="105728"/>
                </a:lnTo>
                <a:lnTo>
                  <a:pt x="665216" y="105728"/>
                </a:lnTo>
                <a:lnTo>
                  <a:pt x="684219" y="105728"/>
                </a:lnTo>
                <a:lnTo>
                  <a:pt x="703221" y="105728"/>
                </a:lnTo>
                <a:lnTo>
                  <a:pt x="722233" y="105728"/>
                </a:lnTo>
                <a:lnTo>
                  <a:pt x="741235" y="105728"/>
                </a:lnTo>
                <a:lnTo>
                  <a:pt x="760247" y="105728"/>
                </a:lnTo>
                <a:lnTo>
                  <a:pt x="779250" y="105728"/>
                </a:lnTo>
                <a:lnTo>
                  <a:pt x="798252" y="105728"/>
                </a:lnTo>
                <a:lnTo>
                  <a:pt x="817264" y="105728"/>
                </a:lnTo>
                <a:lnTo>
                  <a:pt x="836266" y="105728"/>
                </a:lnTo>
                <a:lnTo>
                  <a:pt x="855278" y="105728"/>
                </a:lnTo>
                <a:lnTo>
                  <a:pt x="874281" y="105728"/>
                </a:lnTo>
                <a:lnTo>
                  <a:pt x="893283" y="105728"/>
                </a:lnTo>
                <a:lnTo>
                  <a:pt x="912295" y="105728"/>
                </a:lnTo>
                <a:lnTo>
                  <a:pt x="931297" y="105728"/>
                </a:lnTo>
                <a:lnTo>
                  <a:pt x="950309" y="105728"/>
                </a:lnTo>
                <a:lnTo>
                  <a:pt x="969312" y="105728"/>
                </a:lnTo>
                <a:lnTo>
                  <a:pt x="988314" y="105728"/>
                </a:lnTo>
                <a:lnTo>
                  <a:pt x="1007326" y="105728"/>
                </a:lnTo>
                <a:lnTo>
                  <a:pt x="1026328" y="105728"/>
                </a:lnTo>
                <a:lnTo>
                  <a:pt x="1045340" y="105728"/>
                </a:lnTo>
                <a:lnTo>
                  <a:pt x="1064343" y="105728"/>
                </a:lnTo>
                <a:lnTo>
                  <a:pt x="1083345" y="105728"/>
                </a:lnTo>
                <a:lnTo>
                  <a:pt x="1102357" y="105728"/>
                </a:lnTo>
                <a:lnTo>
                  <a:pt x="1121359" y="105728"/>
                </a:lnTo>
                <a:lnTo>
                  <a:pt x="1140362" y="105728"/>
                </a:lnTo>
                <a:lnTo>
                  <a:pt x="1159373" y="105728"/>
                </a:lnTo>
                <a:lnTo>
                  <a:pt x="1178376" y="105728"/>
                </a:lnTo>
                <a:lnTo>
                  <a:pt x="1197388" y="105728"/>
                </a:lnTo>
                <a:lnTo>
                  <a:pt x="1216390" y="105728"/>
                </a:lnTo>
                <a:lnTo>
                  <a:pt x="1235393" y="105728"/>
                </a:lnTo>
                <a:lnTo>
                  <a:pt x="1254404" y="105728"/>
                </a:lnTo>
                <a:lnTo>
                  <a:pt x="1273407" y="105728"/>
                </a:lnTo>
                <a:lnTo>
                  <a:pt x="1292419" y="105728"/>
                </a:lnTo>
                <a:lnTo>
                  <a:pt x="1311421" y="105728"/>
                </a:lnTo>
                <a:lnTo>
                  <a:pt x="1330423" y="105728"/>
                </a:lnTo>
                <a:lnTo>
                  <a:pt x="1349435" y="105728"/>
                </a:lnTo>
                <a:lnTo>
                  <a:pt x="1368438" y="105728"/>
                </a:lnTo>
                <a:lnTo>
                  <a:pt x="1387450" y="105728"/>
                </a:lnTo>
                <a:lnTo>
                  <a:pt x="1406452" y="105728"/>
                </a:lnTo>
                <a:lnTo>
                  <a:pt x="1425454" y="105728"/>
                </a:lnTo>
                <a:lnTo>
                  <a:pt x="1444466" y="105728"/>
                </a:lnTo>
                <a:lnTo>
                  <a:pt x="1463469" y="105728"/>
                </a:lnTo>
                <a:lnTo>
                  <a:pt x="1482481" y="105728"/>
                </a:lnTo>
                <a:lnTo>
                  <a:pt x="1501483" y="105728"/>
                </a:lnTo>
                <a:lnTo>
                  <a:pt x="1520485" y="105728"/>
                </a:lnTo>
                <a:lnTo>
                  <a:pt x="1539497" y="105728"/>
                </a:lnTo>
                <a:lnTo>
                  <a:pt x="1558500" y="105728"/>
                </a:lnTo>
                <a:lnTo>
                  <a:pt x="1577502" y="105728"/>
                </a:lnTo>
                <a:lnTo>
                  <a:pt x="1596514" y="105728"/>
                </a:lnTo>
                <a:lnTo>
                  <a:pt x="1615516" y="105728"/>
                </a:lnTo>
                <a:lnTo>
                  <a:pt x="1634528" y="105728"/>
                </a:lnTo>
                <a:lnTo>
                  <a:pt x="1653530" y="105728"/>
                </a:lnTo>
                <a:lnTo>
                  <a:pt x="1672533" y="105728"/>
                </a:lnTo>
                <a:lnTo>
                  <a:pt x="1691545" y="105728"/>
                </a:lnTo>
                <a:lnTo>
                  <a:pt x="1710547" y="105728"/>
                </a:lnTo>
                <a:lnTo>
                  <a:pt x="1729559" y="105728"/>
                </a:lnTo>
                <a:lnTo>
                  <a:pt x="1748561" y="105728"/>
                </a:lnTo>
                <a:lnTo>
                  <a:pt x="1767564" y="105728"/>
                </a:lnTo>
                <a:lnTo>
                  <a:pt x="1786576" y="105728"/>
                </a:lnTo>
                <a:lnTo>
                  <a:pt x="1805578" y="105728"/>
                </a:lnTo>
                <a:lnTo>
                  <a:pt x="1824590" y="105728"/>
                </a:lnTo>
                <a:lnTo>
                  <a:pt x="1843592" y="105728"/>
                </a:lnTo>
                <a:lnTo>
                  <a:pt x="1862595" y="105728"/>
                </a:lnTo>
                <a:lnTo>
                  <a:pt x="1881607" y="105728"/>
                </a:lnTo>
                <a:lnTo>
                  <a:pt x="1900609" y="105728"/>
                </a:lnTo>
                <a:lnTo>
                  <a:pt x="1919621" y="105728"/>
                </a:lnTo>
                <a:lnTo>
                  <a:pt x="1938623" y="105728"/>
                </a:lnTo>
                <a:lnTo>
                  <a:pt x="1957626" y="105728"/>
                </a:lnTo>
                <a:lnTo>
                  <a:pt x="1973685" y="96345"/>
                </a:lnTo>
                <a:lnTo>
                  <a:pt x="1989268" y="85468"/>
                </a:lnTo>
                <a:lnTo>
                  <a:pt x="2004851" y="74590"/>
                </a:lnTo>
                <a:lnTo>
                  <a:pt x="2020433" y="63703"/>
                </a:lnTo>
                <a:lnTo>
                  <a:pt x="2036016" y="52826"/>
                </a:lnTo>
                <a:lnTo>
                  <a:pt x="2051609" y="41948"/>
                </a:lnTo>
                <a:lnTo>
                  <a:pt x="2067192" y="31071"/>
                </a:lnTo>
                <a:lnTo>
                  <a:pt x="2082775" y="20193"/>
                </a:lnTo>
                <a:lnTo>
                  <a:pt x="2098358" y="9306"/>
                </a:lnTo>
                <a:lnTo>
                  <a:pt x="2108949" y="0"/>
                </a:lnTo>
                <a:lnTo>
                  <a:pt x="2089947" y="0"/>
                </a:lnTo>
                <a:lnTo>
                  <a:pt x="2070935" y="0"/>
                </a:lnTo>
                <a:lnTo>
                  <a:pt x="2051933" y="0"/>
                </a:lnTo>
                <a:lnTo>
                  <a:pt x="2032921" y="0"/>
                </a:lnTo>
                <a:lnTo>
                  <a:pt x="2013918" y="0"/>
                </a:lnTo>
                <a:lnTo>
                  <a:pt x="1994916" y="0"/>
                </a:lnTo>
                <a:lnTo>
                  <a:pt x="1975904" y="0"/>
                </a:lnTo>
                <a:lnTo>
                  <a:pt x="1956902" y="0"/>
                </a:lnTo>
                <a:lnTo>
                  <a:pt x="1937899" y="0"/>
                </a:lnTo>
                <a:lnTo>
                  <a:pt x="1918887" y="0"/>
                </a:lnTo>
                <a:lnTo>
                  <a:pt x="1899885" y="0"/>
                </a:lnTo>
                <a:lnTo>
                  <a:pt x="1880873" y="0"/>
                </a:lnTo>
                <a:lnTo>
                  <a:pt x="1861871" y="0"/>
                </a:lnTo>
                <a:lnTo>
                  <a:pt x="1842868" y="0"/>
                </a:lnTo>
                <a:lnTo>
                  <a:pt x="1823857" y="0"/>
                </a:lnTo>
                <a:lnTo>
                  <a:pt x="1804854" y="0"/>
                </a:lnTo>
                <a:lnTo>
                  <a:pt x="1785842" y="0"/>
                </a:lnTo>
                <a:lnTo>
                  <a:pt x="1766840" y="0"/>
                </a:lnTo>
                <a:lnTo>
                  <a:pt x="1747838" y="0"/>
                </a:lnTo>
                <a:lnTo>
                  <a:pt x="1728826" y="0"/>
                </a:lnTo>
                <a:lnTo>
                  <a:pt x="1709823" y="0"/>
                </a:lnTo>
                <a:lnTo>
                  <a:pt x="1690811" y="0"/>
                </a:lnTo>
                <a:lnTo>
                  <a:pt x="1671809" y="0"/>
                </a:lnTo>
                <a:lnTo>
                  <a:pt x="1652807" y="0"/>
                </a:lnTo>
                <a:lnTo>
                  <a:pt x="1633795" y="0"/>
                </a:lnTo>
                <a:lnTo>
                  <a:pt x="1614792" y="0"/>
                </a:lnTo>
                <a:lnTo>
                  <a:pt x="1595780" y="0"/>
                </a:lnTo>
                <a:lnTo>
                  <a:pt x="1576778" y="0"/>
                </a:lnTo>
                <a:lnTo>
                  <a:pt x="1557776" y="0"/>
                </a:lnTo>
                <a:lnTo>
                  <a:pt x="1538764" y="0"/>
                </a:lnTo>
                <a:lnTo>
                  <a:pt x="1519761" y="0"/>
                </a:lnTo>
                <a:lnTo>
                  <a:pt x="1500759" y="0"/>
                </a:lnTo>
                <a:lnTo>
                  <a:pt x="1481747" y="0"/>
                </a:lnTo>
                <a:lnTo>
                  <a:pt x="1462745" y="0"/>
                </a:lnTo>
                <a:lnTo>
                  <a:pt x="1443733" y="0"/>
                </a:lnTo>
                <a:lnTo>
                  <a:pt x="1424730" y="0"/>
                </a:lnTo>
                <a:lnTo>
                  <a:pt x="1405728" y="0"/>
                </a:lnTo>
                <a:lnTo>
                  <a:pt x="1386716" y="0"/>
                </a:lnTo>
                <a:lnTo>
                  <a:pt x="1367714" y="0"/>
                </a:lnTo>
                <a:lnTo>
                  <a:pt x="1348702" y="0"/>
                </a:lnTo>
                <a:lnTo>
                  <a:pt x="1329700" y="0"/>
                </a:lnTo>
                <a:lnTo>
                  <a:pt x="1310697" y="0"/>
                </a:lnTo>
                <a:lnTo>
                  <a:pt x="1291685" y="0"/>
                </a:lnTo>
                <a:lnTo>
                  <a:pt x="1272683" y="0"/>
                </a:lnTo>
                <a:lnTo>
                  <a:pt x="1253681" y="0"/>
                </a:lnTo>
                <a:lnTo>
                  <a:pt x="1234669" y="0"/>
                </a:lnTo>
                <a:lnTo>
                  <a:pt x="1215666" y="0"/>
                </a:lnTo>
                <a:lnTo>
                  <a:pt x="1196654" y="0"/>
                </a:lnTo>
                <a:lnTo>
                  <a:pt x="1177652" y="0"/>
                </a:lnTo>
                <a:lnTo>
                  <a:pt x="1158650" y="0"/>
                </a:lnTo>
                <a:lnTo>
                  <a:pt x="1139638" y="0"/>
                </a:lnTo>
                <a:lnTo>
                  <a:pt x="1120635" y="0"/>
                </a:lnTo>
                <a:lnTo>
                  <a:pt x="1101623" y="0"/>
                </a:lnTo>
                <a:lnTo>
                  <a:pt x="1082621" y="0"/>
                </a:lnTo>
                <a:lnTo>
                  <a:pt x="1063619" y="0"/>
                </a:lnTo>
                <a:lnTo>
                  <a:pt x="1044607" y="0"/>
                </a:lnTo>
                <a:lnTo>
                  <a:pt x="1025604" y="0"/>
                </a:lnTo>
                <a:lnTo>
                  <a:pt x="1006592" y="0"/>
                </a:lnTo>
                <a:lnTo>
                  <a:pt x="987590" y="0"/>
                </a:lnTo>
                <a:lnTo>
                  <a:pt x="968588" y="0"/>
                </a:lnTo>
                <a:lnTo>
                  <a:pt x="949576" y="0"/>
                </a:lnTo>
                <a:lnTo>
                  <a:pt x="930573" y="0"/>
                </a:lnTo>
                <a:lnTo>
                  <a:pt x="911562" y="0"/>
                </a:lnTo>
                <a:lnTo>
                  <a:pt x="892559" y="0"/>
                </a:lnTo>
                <a:lnTo>
                  <a:pt x="873557" y="0"/>
                </a:lnTo>
                <a:lnTo>
                  <a:pt x="854545" y="0"/>
                </a:lnTo>
                <a:lnTo>
                  <a:pt x="835543" y="0"/>
                </a:lnTo>
                <a:lnTo>
                  <a:pt x="816531" y="0"/>
                </a:lnTo>
                <a:lnTo>
                  <a:pt x="797528" y="0"/>
                </a:lnTo>
                <a:lnTo>
                  <a:pt x="778526" y="0"/>
                </a:lnTo>
                <a:lnTo>
                  <a:pt x="759514" y="0"/>
                </a:lnTo>
                <a:lnTo>
                  <a:pt x="740512" y="0"/>
                </a:lnTo>
                <a:lnTo>
                  <a:pt x="721509" y="0"/>
                </a:lnTo>
                <a:lnTo>
                  <a:pt x="702497" y="0"/>
                </a:lnTo>
                <a:lnTo>
                  <a:pt x="683495" y="0"/>
                </a:lnTo>
                <a:lnTo>
                  <a:pt x="664483" y="0"/>
                </a:lnTo>
                <a:lnTo>
                  <a:pt x="645481" y="0"/>
                </a:lnTo>
                <a:lnTo>
                  <a:pt x="626478" y="0"/>
                </a:lnTo>
                <a:lnTo>
                  <a:pt x="607466" y="0"/>
                </a:lnTo>
                <a:lnTo>
                  <a:pt x="588464" y="0"/>
                </a:lnTo>
                <a:lnTo>
                  <a:pt x="569452" y="0"/>
                </a:lnTo>
                <a:lnTo>
                  <a:pt x="550450" y="0"/>
                </a:lnTo>
                <a:lnTo>
                  <a:pt x="531447" y="0"/>
                </a:lnTo>
                <a:lnTo>
                  <a:pt x="512435" y="0"/>
                </a:lnTo>
                <a:lnTo>
                  <a:pt x="493433" y="0"/>
                </a:lnTo>
                <a:lnTo>
                  <a:pt x="474421" y="0"/>
                </a:lnTo>
                <a:lnTo>
                  <a:pt x="455419" y="0"/>
                </a:lnTo>
                <a:lnTo>
                  <a:pt x="436416" y="0"/>
                </a:lnTo>
                <a:lnTo>
                  <a:pt x="417405" y="0"/>
                </a:lnTo>
                <a:lnTo>
                  <a:pt x="398402" y="0"/>
                </a:lnTo>
                <a:lnTo>
                  <a:pt x="379390" y="0"/>
                </a:lnTo>
                <a:lnTo>
                  <a:pt x="360388" y="0"/>
                </a:lnTo>
                <a:lnTo>
                  <a:pt x="341386" y="0"/>
                </a:lnTo>
                <a:lnTo>
                  <a:pt x="322374" y="0"/>
                </a:lnTo>
                <a:lnTo>
                  <a:pt x="303371" y="0"/>
                </a:lnTo>
                <a:lnTo>
                  <a:pt x="284359" y="0"/>
                </a:lnTo>
                <a:lnTo>
                  <a:pt x="265900" y="2886"/>
                </a:lnTo>
                <a:lnTo>
                  <a:pt x="248174" y="9744"/>
                </a:lnTo>
                <a:lnTo>
                  <a:pt x="230448" y="16602"/>
                </a:lnTo>
                <a:lnTo>
                  <a:pt x="212722" y="23460"/>
                </a:lnTo>
                <a:lnTo>
                  <a:pt x="194996" y="30309"/>
                </a:lnTo>
                <a:lnTo>
                  <a:pt x="177260" y="37167"/>
                </a:lnTo>
                <a:lnTo>
                  <a:pt x="159534" y="44025"/>
                </a:lnTo>
                <a:lnTo>
                  <a:pt x="141808" y="50883"/>
                </a:lnTo>
                <a:lnTo>
                  <a:pt x="124082" y="57741"/>
                </a:lnTo>
                <a:lnTo>
                  <a:pt x="106356" y="64589"/>
                </a:lnTo>
                <a:lnTo>
                  <a:pt x="88630" y="71447"/>
                </a:lnTo>
                <a:lnTo>
                  <a:pt x="70904" y="78305"/>
                </a:lnTo>
                <a:lnTo>
                  <a:pt x="53178" y="85163"/>
                </a:lnTo>
                <a:lnTo>
                  <a:pt x="35452" y="92012"/>
                </a:lnTo>
                <a:lnTo>
                  <a:pt x="17726" y="98870"/>
                </a:lnTo>
                <a:lnTo>
                  <a:pt x="0" y="105728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5" name="maturity-step-inset-4">
            <a:extLst xmlns:a="http://schemas.openxmlformats.org/drawingml/2006/main">
              <a:ext uri="{FF2B5EF4-FFF2-40B4-BE49-F238E27FC236}">
                <a16:creationId xmlns:a16="http://schemas.microsoft.com/office/drawing/2014/main" id="{CA5E6EF1-D709-4802-BA96-8E2ED8A5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5745" y="3507105"/>
            <a:ext cx="1912620" cy="105728"/>
          </a:xfrm>
          <a:custGeom xmlns:a="http://schemas.openxmlformats.org/drawingml/2006/main">
            <a:pathLst>
              <a:path w="1912620" h="105728">
                <a:moveTo>
                  <a:pt x="0" y="105728"/>
                </a:moveTo>
                <a:lnTo>
                  <a:pt x="18879" y="105728"/>
                </a:lnTo>
                <a:lnTo>
                  <a:pt x="37757" y="105728"/>
                </a:lnTo>
                <a:lnTo>
                  <a:pt x="56645" y="105728"/>
                </a:lnTo>
                <a:lnTo>
                  <a:pt x="75524" y="105728"/>
                </a:lnTo>
                <a:lnTo>
                  <a:pt x="94402" y="105728"/>
                </a:lnTo>
                <a:lnTo>
                  <a:pt x="113281" y="105728"/>
                </a:lnTo>
                <a:lnTo>
                  <a:pt x="132169" y="105728"/>
                </a:lnTo>
                <a:lnTo>
                  <a:pt x="151047" y="105728"/>
                </a:lnTo>
                <a:lnTo>
                  <a:pt x="169926" y="105728"/>
                </a:lnTo>
                <a:lnTo>
                  <a:pt x="188805" y="105728"/>
                </a:lnTo>
                <a:lnTo>
                  <a:pt x="207693" y="105728"/>
                </a:lnTo>
                <a:lnTo>
                  <a:pt x="226571" y="105728"/>
                </a:lnTo>
                <a:lnTo>
                  <a:pt x="245450" y="105728"/>
                </a:lnTo>
                <a:lnTo>
                  <a:pt x="264328" y="105728"/>
                </a:lnTo>
                <a:lnTo>
                  <a:pt x="283207" y="105728"/>
                </a:lnTo>
                <a:lnTo>
                  <a:pt x="302095" y="105728"/>
                </a:lnTo>
                <a:lnTo>
                  <a:pt x="320973" y="105728"/>
                </a:lnTo>
                <a:lnTo>
                  <a:pt x="339852" y="105728"/>
                </a:lnTo>
                <a:lnTo>
                  <a:pt x="358731" y="105728"/>
                </a:lnTo>
                <a:lnTo>
                  <a:pt x="377619" y="105728"/>
                </a:lnTo>
                <a:lnTo>
                  <a:pt x="396497" y="105728"/>
                </a:lnTo>
                <a:lnTo>
                  <a:pt x="415376" y="105728"/>
                </a:lnTo>
                <a:lnTo>
                  <a:pt x="434254" y="105728"/>
                </a:lnTo>
                <a:lnTo>
                  <a:pt x="453133" y="105728"/>
                </a:lnTo>
                <a:lnTo>
                  <a:pt x="472021" y="105728"/>
                </a:lnTo>
                <a:lnTo>
                  <a:pt x="490899" y="105728"/>
                </a:lnTo>
                <a:lnTo>
                  <a:pt x="509778" y="105728"/>
                </a:lnTo>
                <a:lnTo>
                  <a:pt x="528657" y="105728"/>
                </a:lnTo>
                <a:lnTo>
                  <a:pt x="547545" y="105728"/>
                </a:lnTo>
                <a:lnTo>
                  <a:pt x="566423" y="105728"/>
                </a:lnTo>
                <a:lnTo>
                  <a:pt x="585302" y="105728"/>
                </a:lnTo>
                <a:lnTo>
                  <a:pt x="604180" y="105728"/>
                </a:lnTo>
                <a:lnTo>
                  <a:pt x="623059" y="105728"/>
                </a:lnTo>
                <a:lnTo>
                  <a:pt x="641947" y="105728"/>
                </a:lnTo>
                <a:lnTo>
                  <a:pt x="660825" y="105728"/>
                </a:lnTo>
                <a:lnTo>
                  <a:pt x="679704" y="105728"/>
                </a:lnTo>
                <a:lnTo>
                  <a:pt x="698583" y="105728"/>
                </a:lnTo>
                <a:lnTo>
                  <a:pt x="717471" y="105728"/>
                </a:lnTo>
                <a:lnTo>
                  <a:pt x="736349" y="105728"/>
                </a:lnTo>
                <a:lnTo>
                  <a:pt x="755228" y="105728"/>
                </a:lnTo>
                <a:lnTo>
                  <a:pt x="774106" y="105728"/>
                </a:lnTo>
                <a:lnTo>
                  <a:pt x="792985" y="105728"/>
                </a:lnTo>
                <a:lnTo>
                  <a:pt x="811873" y="105728"/>
                </a:lnTo>
                <a:lnTo>
                  <a:pt x="830751" y="105728"/>
                </a:lnTo>
                <a:lnTo>
                  <a:pt x="849630" y="105728"/>
                </a:lnTo>
                <a:lnTo>
                  <a:pt x="868509" y="105728"/>
                </a:lnTo>
                <a:lnTo>
                  <a:pt x="887397" y="105728"/>
                </a:lnTo>
                <a:lnTo>
                  <a:pt x="906275" y="105728"/>
                </a:lnTo>
                <a:lnTo>
                  <a:pt x="925154" y="105728"/>
                </a:lnTo>
                <a:lnTo>
                  <a:pt x="944032" y="105728"/>
                </a:lnTo>
                <a:lnTo>
                  <a:pt x="962920" y="105728"/>
                </a:lnTo>
                <a:lnTo>
                  <a:pt x="981799" y="105728"/>
                </a:lnTo>
                <a:lnTo>
                  <a:pt x="1000677" y="105728"/>
                </a:lnTo>
                <a:lnTo>
                  <a:pt x="1019556" y="105728"/>
                </a:lnTo>
                <a:lnTo>
                  <a:pt x="1038435" y="105728"/>
                </a:lnTo>
                <a:lnTo>
                  <a:pt x="1057323" y="105728"/>
                </a:lnTo>
                <a:lnTo>
                  <a:pt x="1076201" y="105728"/>
                </a:lnTo>
                <a:lnTo>
                  <a:pt x="1095080" y="105728"/>
                </a:lnTo>
                <a:lnTo>
                  <a:pt x="1113958" y="105728"/>
                </a:lnTo>
                <a:lnTo>
                  <a:pt x="1132846" y="105728"/>
                </a:lnTo>
                <a:lnTo>
                  <a:pt x="1151725" y="105728"/>
                </a:lnTo>
                <a:lnTo>
                  <a:pt x="1170603" y="105728"/>
                </a:lnTo>
                <a:lnTo>
                  <a:pt x="1189482" y="105728"/>
                </a:lnTo>
                <a:lnTo>
                  <a:pt x="1208361" y="105728"/>
                </a:lnTo>
                <a:lnTo>
                  <a:pt x="1227249" y="105728"/>
                </a:lnTo>
                <a:lnTo>
                  <a:pt x="1246127" y="105728"/>
                </a:lnTo>
                <a:lnTo>
                  <a:pt x="1265006" y="105728"/>
                </a:lnTo>
                <a:lnTo>
                  <a:pt x="1283884" y="105728"/>
                </a:lnTo>
                <a:lnTo>
                  <a:pt x="1302772" y="105728"/>
                </a:lnTo>
                <a:lnTo>
                  <a:pt x="1321651" y="105728"/>
                </a:lnTo>
                <a:lnTo>
                  <a:pt x="1340529" y="105728"/>
                </a:lnTo>
                <a:lnTo>
                  <a:pt x="1359408" y="105728"/>
                </a:lnTo>
                <a:lnTo>
                  <a:pt x="1378287" y="105728"/>
                </a:lnTo>
                <a:lnTo>
                  <a:pt x="1397175" y="105728"/>
                </a:lnTo>
                <a:lnTo>
                  <a:pt x="1416053" y="105728"/>
                </a:lnTo>
                <a:lnTo>
                  <a:pt x="1434932" y="105728"/>
                </a:lnTo>
                <a:lnTo>
                  <a:pt x="1453810" y="105728"/>
                </a:lnTo>
                <a:lnTo>
                  <a:pt x="1472698" y="105728"/>
                </a:lnTo>
                <a:lnTo>
                  <a:pt x="1491577" y="105728"/>
                </a:lnTo>
                <a:lnTo>
                  <a:pt x="1510455" y="105728"/>
                </a:lnTo>
                <a:lnTo>
                  <a:pt x="1529334" y="105728"/>
                </a:lnTo>
                <a:lnTo>
                  <a:pt x="1548213" y="105728"/>
                </a:lnTo>
                <a:lnTo>
                  <a:pt x="1567101" y="105728"/>
                </a:lnTo>
                <a:lnTo>
                  <a:pt x="1585979" y="105728"/>
                </a:lnTo>
                <a:lnTo>
                  <a:pt x="1604858" y="105728"/>
                </a:lnTo>
                <a:lnTo>
                  <a:pt x="1623736" y="105728"/>
                </a:lnTo>
                <a:lnTo>
                  <a:pt x="1642624" y="105728"/>
                </a:lnTo>
                <a:lnTo>
                  <a:pt x="1661503" y="105728"/>
                </a:lnTo>
                <a:lnTo>
                  <a:pt x="1680381" y="105728"/>
                </a:lnTo>
                <a:lnTo>
                  <a:pt x="1699260" y="105728"/>
                </a:lnTo>
                <a:lnTo>
                  <a:pt x="1718148" y="105728"/>
                </a:lnTo>
                <a:lnTo>
                  <a:pt x="1737027" y="105728"/>
                </a:lnTo>
                <a:lnTo>
                  <a:pt x="1755667" y="104946"/>
                </a:lnTo>
                <a:lnTo>
                  <a:pt x="1771364" y="94450"/>
                </a:lnTo>
                <a:lnTo>
                  <a:pt x="1787061" y="83963"/>
                </a:lnTo>
                <a:lnTo>
                  <a:pt x="1802759" y="73466"/>
                </a:lnTo>
                <a:lnTo>
                  <a:pt x="1818446" y="62970"/>
                </a:lnTo>
                <a:lnTo>
                  <a:pt x="1834144" y="52473"/>
                </a:lnTo>
                <a:lnTo>
                  <a:pt x="1849841" y="41977"/>
                </a:lnTo>
                <a:lnTo>
                  <a:pt x="1865538" y="31480"/>
                </a:lnTo>
                <a:lnTo>
                  <a:pt x="1881226" y="20993"/>
                </a:lnTo>
                <a:lnTo>
                  <a:pt x="1896923" y="10497"/>
                </a:lnTo>
                <a:lnTo>
                  <a:pt x="19126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6" name="maturity-step-projection-4">
            <a:extLst xmlns:a="http://schemas.openxmlformats.org/drawingml/2006/main">
              <a:ext uri="{FF2B5EF4-FFF2-40B4-BE49-F238E27FC236}">
                <a16:creationId xmlns:a16="http://schemas.microsoft.com/office/drawing/2014/main" id="{E2964BBB-1815-4F5B-96A8-69F1A210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2445" y="3507105"/>
            <a:ext cx="1645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7" name="level-1-text-heading">
            <a:extLst xmlns:a="http://schemas.openxmlformats.org/drawingml/2006/main">
              <a:ext uri="{FF2B5EF4-FFF2-40B4-BE49-F238E27FC236}">
                <a16:creationId xmlns:a16="http://schemas.microsoft.com/office/drawing/2014/main" id="{8074D656-059B-4F85-9A1D-842B7EC4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25928" y="4027732"/>
            <a:ext cx="1047750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被动处理</a:t>
            </a:r>
          </a:p>
        </p:txBody>
      </p:sp>
      <p:sp>
        <p:nvSpPr>
          <p:cNvPr id="28" name="level-1-text-body">
            <a:extLst xmlns:a="http://schemas.openxmlformats.org/drawingml/2006/main">
              <a:ext uri="{FF2B5EF4-FFF2-40B4-BE49-F238E27FC236}">
                <a16:creationId xmlns:a16="http://schemas.microsoft.com/office/drawing/2014/main" id="{9ECF9599-1E62-4AEB-9E64-DA844C02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25928" y="4275830"/>
            <a:ext cx="1047750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故障后临时组织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抢修</a:t>
            </a:r>
          </a:p>
        </p:txBody>
      </p:sp>
      <p:sp>
        <p:nvSpPr>
          <p:cNvPr id="29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8565BFE8-A20D-43E5-8F79-9C2774E9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83259" y="4823822"/>
            <a:ext cx="333375" cy="333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30" name="level-2-text-heading">
            <a:extLst xmlns:a="http://schemas.openxmlformats.org/drawingml/2006/main">
              <a:ext uri="{FF2B5EF4-FFF2-40B4-BE49-F238E27FC236}">
                <a16:creationId xmlns:a16="http://schemas.microsoft.com/office/drawing/2014/main" id="{DBE73C83-6DDC-4D81-8434-90E2D2EF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25718" y="3550739"/>
            <a:ext cx="1047750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形成记录</a:t>
            </a:r>
          </a:p>
        </p:txBody>
      </p:sp>
      <p:sp>
        <p:nvSpPr>
          <p:cNvPr id="31" name="level-2-text-body">
            <a:extLst xmlns:a="http://schemas.openxmlformats.org/drawingml/2006/main">
              <a:ext uri="{FF2B5EF4-FFF2-40B4-BE49-F238E27FC236}">
                <a16:creationId xmlns:a16="http://schemas.microsoft.com/office/drawing/2014/main" id="{2C1D0D4C-9E91-48CF-AB51-596599DC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25718" y="3798837"/>
            <a:ext cx="1047750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故障原因与处理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过程可查</a:t>
            </a:r>
          </a:p>
        </p:txBody>
      </p:sp>
      <p:sp>
        <p:nvSpPr>
          <p:cNvPr id="32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1766A205-AFF5-4059-B4E7-F7D01AF6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3048" y="4346972"/>
            <a:ext cx="333375" cy="333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33" name="level-3-text-heading">
            <a:extLst xmlns:a="http://schemas.openxmlformats.org/drawingml/2006/main">
              <a:ext uri="{FF2B5EF4-FFF2-40B4-BE49-F238E27FC236}">
                <a16:creationId xmlns:a16="http://schemas.microsoft.com/office/drawing/2014/main" id="{F8E8A8A5-2C37-4A6F-9A6A-0F4D10A1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5508" y="3073898"/>
            <a:ext cx="1047750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计划维护</a:t>
            </a:r>
          </a:p>
        </p:txBody>
      </p:sp>
      <p:sp>
        <p:nvSpPr>
          <p:cNvPr id="34" name="level-3-text-body">
            <a:extLst xmlns:a="http://schemas.openxmlformats.org/drawingml/2006/main">
              <a:ext uri="{FF2B5EF4-FFF2-40B4-BE49-F238E27FC236}">
                <a16:creationId xmlns:a16="http://schemas.microsoft.com/office/drawing/2014/main" id="{EECFB675-A426-4E0E-A34C-EF06C408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5508" y="3321996"/>
            <a:ext cx="1047750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按周期检查并落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实责任</a:t>
            </a:r>
          </a:p>
        </p:txBody>
      </p:sp>
      <p:sp>
        <p:nvSpPr>
          <p:cNvPr id="35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5567DC8D-4778-4945-8B8C-75725A4C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2838" y="3870131"/>
            <a:ext cx="333375" cy="333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36" name="level-4-text-heading">
            <a:extLst xmlns:a="http://schemas.openxmlformats.org/drawingml/2006/main">
              <a:ext uri="{FF2B5EF4-FFF2-40B4-BE49-F238E27FC236}">
                <a16:creationId xmlns:a16="http://schemas.microsoft.com/office/drawing/2014/main" id="{0FC77E09-C54F-4889-8579-798DD84E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5298" y="2597048"/>
            <a:ext cx="1047750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持续改善</a:t>
            </a:r>
          </a:p>
        </p:txBody>
      </p:sp>
      <p:sp>
        <p:nvSpPr>
          <p:cNvPr id="37" name="level-4-text-body">
            <a:extLst xmlns:a="http://schemas.openxmlformats.org/drawingml/2006/main">
              <a:ext uri="{FF2B5EF4-FFF2-40B4-BE49-F238E27FC236}">
                <a16:creationId xmlns:a16="http://schemas.microsoft.com/office/drawing/2014/main" id="{E42AD3F3-9130-4897-A76D-20124DF1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5298" y="2845146"/>
            <a:ext cx="1047750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用复盘减少重复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</a:t>
            </a:r>
          </a:p>
        </p:txBody>
      </p:sp>
      <p:sp>
        <p:nvSpPr>
          <p:cNvPr id="38" name="maturity-level-index-4">
            <a:extLst xmlns:a="http://schemas.openxmlformats.org/drawingml/2006/main">
              <a:ext uri="{FF2B5EF4-FFF2-40B4-BE49-F238E27FC236}">
                <a16:creationId xmlns:a16="http://schemas.microsoft.com/office/drawing/2014/main" id="{12BFE459-2F4D-487D-9D8E-7C8822E1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2638" y="3393281"/>
            <a:ext cx="333375" cy="333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39" name="maturity-current-status">
            <a:extLst xmlns:a="http://schemas.openxmlformats.org/drawingml/2006/main">
              <a:ext uri="{FF2B5EF4-FFF2-40B4-BE49-F238E27FC236}">
                <a16:creationId xmlns:a16="http://schemas.microsoft.com/office/drawing/2014/main" id="{F307449B-AB75-43AF-8842-AB606E85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5423" y="4727972"/>
            <a:ext cx="428625" cy="231581"/>
          </a:xfrm>
          <a:prstGeom xmlns:a="http://schemas.openxmlformats.org/drawingml/2006/main" prst="roundRect">
            <a:avLst>
              <a:gd name="adj" fmla="val 44556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当前</a:t>
            </a:r>
          </a:p>
        </p:txBody>
      </p:sp>
      <p:sp>
        <p:nvSpPr>
          <p:cNvPr id="40" name="maturity-target-status">
            <a:extLst xmlns:a="http://schemas.openxmlformats.org/drawingml/2006/main">
              <a:ext uri="{FF2B5EF4-FFF2-40B4-BE49-F238E27FC236}">
                <a16:creationId xmlns:a16="http://schemas.microsoft.com/office/drawing/2014/main" id="{D6740F54-10A1-4A71-B826-830960A2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5013" y="3774281"/>
            <a:ext cx="428625" cy="231581"/>
          </a:xfrm>
          <a:prstGeom xmlns:a="http://schemas.openxmlformats.org/drawingml/2006/main" prst="roundRect">
            <a:avLst>
              <a:gd name="adj" fmla="val 44556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目标</a:t>
            </a:r>
          </a:p>
        </p:txBody>
      </p:sp>
    </p:spTree>
    <p:extLst>
      <p:ext uri="{BB962C8B-B14F-4D97-AF65-F5344CB8AC3E}">
        <p14:creationId xmlns:p14="http://schemas.microsoft.com/office/powerpoint/2010/main" val="5297861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2026-09-07T23:25:16.2320000Z</dcterms:created>
  <dcterms:modified xsi:type="dcterms:W3CDTF">2026-09-07T23:25:16.2320000Z</dcterms:modified>
</coreProperties>
</file>