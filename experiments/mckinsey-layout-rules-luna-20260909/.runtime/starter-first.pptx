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c39b94905f41d0" /><Relationship Type="http://schemas.openxmlformats.org/officeDocument/2006/relationships/extended-properties" Target="/docProps/app.xml" Id="Rf928045ea4bb43be" /><Relationship Type="http://schemas.openxmlformats.org/officeDocument/2006/relationships/officeDocument" Target="/ppt/presentation.xml" Id="R2b185523e52b44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7eebce09e4b06"/>
    <p:sldMasterId xmlns:r="http://schemas.openxmlformats.org/officeDocument/2006/relationships" id="2147483660" r:id="R6eb8f9c9b2184a41"/>
    <p:sldMasterId xmlns:r="http://schemas.openxmlformats.org/officeDocument/2006/relationships" id="2147483663" r:id="R4c510d1c3484477a"/>
  </p:sldMasterIdLst>
  <p:notesMasterIdLst>
    <p:notesMasterId xmlns:r="http://schemas.openxmlformats.org/officeDocument/2006/relationships" r:id="R73a04ab74e1d4b22"/>
  </p:notesMasterIdLst>
  <p:sldIdLst>
    <p:sldId xmlns:r="http://schemas.openxmlformats.org/officeDocument/2006/relationships" id="256" r:id="R587a225f96e34fa6"/>
    <p:sldId xmlns:r="http://schemas.openxmlformats.org/officeDocument/2006/relationships" id="257" r:id="R266bd7fc8e234221"/>
    <p:sldId xmlns:r="http://schemas.openxmlformats.org/officeDocument/2006/relationships" id="258" r:id="R7742b046a39848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ec4b9a60a4330" /><Relationship Type="http://schemas.openxmlformats.org/officeDocument/2006/relationships/slideMaster" Target="/ppt/slideMasters/slideMaster1.xml" Id="R8b77eebce09e4b06" /><Relationship Type="http://schemas.openxmlformats.org/officeDocument/2006/relationships/slideMaster" Target="/ppt/slideMasters/slideMaster2.xml" Id="R6eb8f9c9b2184a41" /><Relationship Type="http://schemas.openxmlformats.org/officeDocument/2006/relationships/slideMaster" Target="/ppt/slideMasters/slideMaster3.xml" Id="R4c510d1c3484477a" /><Relationship Type="http://schemas.openxmlformats.org/officeDocument/2006/relationships/notesMaster" Target="/ppt/notesMasters/notesMaster1.xml" Id="R73a04ab74e1d4b22" /><Relationship Type="http://schemas.openxmlformats.org/officeDocument/2006/relationships/presProps" Target="/ppt/presProps.xml" Id="R4a6c678008a6409d" /><Relationship Type="http://schemas.openxmlformats.org/officeDocument/2006/relationships/viewProps" Target="/ppt/viewProps.xml" Id="R675d56a795da4cf6" /><Relationship Type="http://schemas.openxmlformats.org/officeDocument/2006/relationships/tableStyles" Target="/ppt/tableStyles.xml" Id="Rbf30f427622a4234" /><Relationship Type="http://schemas.openxmlformats.org/officeDocument/2006/relationships/slide" Target="/ppt/slides/slide1.xml" Id="R587a225f96e34fa6" /><Relationship Type="http://schemas.openxmlformats.org/officeDocument/2006/relationships/slide" Target="/ppt/slides/slide2.xml" Id="R266bd7fc8e234221" /><Relationship Type="http://schemas.openxmlformats.org/officeDocument/2006/relationships/slide" Target="/ppt/slides/slide3.xml" Id="R7742b046a39848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502f0b2931a48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ac16b9cfd64b76" /><Relationship Type="http://schemas.openxmlformats.org/officeDocument/2006/relationships/notesMaster" Target="/ppt/notesMasters/notesMaster1.xml" Id="Rc304a16362ca4d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0fb7129a84394" /><Relationship Type="http://schemas.openxmlformats.org/officeDocument/2006/relationships/notesMaster" Target="/ppt/notesMasters/notesMaster1.xml" Id="R9aa74001e1244c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a5dd2bcd74c8f" /><Relationship Type="http://schemas.openxmlformats.org/officeDocument/2006/relationships/notesMaster" Target="/ppt/notesMasters/notesMaster1.xml" Id="R037a9905056948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806a1769d451a" /><Relationship Type="http://schemas.openxmlformats.org/officeDocument/2006/relationships/image" Target="/ppt/media/image.jpeg" Id="R583f2d774eb04ba5" /><Relationship Type="http://schemas.openxmlformats.org/officeDocument/2006/relationships/image" Target="/ppt/media/image.png" Id="R082a320909054c23" /><Relationship Type="http://schemas.openxmlformats.org/officeDocument/2006/relationships/image" Target="/ppt/media/image2.png" Id="Rc1ebdeaf00aa49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3f3573a024a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f85d19437404d" /><Relationship Type="http://schemas.openxmlformats.org/officeDocument/2006/relationships/image" Target="/ppt/media/image3.png" Id="R14680c1ea6724e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0fd19593d4f78" /><Relationship Type="http://schemas.openxmlformats.org/officeDocument/2006/relationships/image" Target="/ppt/media/image4.png" Id="R51d66888fd3447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7669e9a4b42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e98db74cf44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0c050676b42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e937799a043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15a3bddfb4a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3f235ea1b4c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c9fff323c464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7b5fbec76a4ae9" /><Relationship Type="http://schemas.openxmlformats.org/officeDocument/2006/relationships/image" Target="/ppt/media/image5.png" Id="R134311bac8d348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ad8fe4ae114ee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491d53dbd6143cc" /><Relationship Type="http://schemas.openxmlformats.org/officeDocument/2006/relationships/image" Target="/ppt/media/image5.png" Id="R0668da144b314ee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578ac494f5478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f2d774eb04ba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a320909054c2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bdeaf00aa4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80c1ea6724ee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66888fd3447c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311bac8d3488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8da144b314ee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64e13692147d1" /><Relationship Type="http://schemas.openxmlformats.org/officeDocument/2006/relationships/slideLayout" Target="/ppt/slideLayouts/slideLayout1.xml" Id="Ra7999f6a2d4c4538" /><Relationship Type="http://schemas.openxmlformats.org/officeDocument/2006/relationships/slideLayout" Target="/ppt/slideLayouts/slideLayout2.xml" Id="Ra437dd133a8e4461" /><Relationship Type="http://schemas.openxmlformats.org/officeDocument/2006/relationships/slideLayout" Target="/ppt/slideLayouts/slideLayout3.xml" Id="R067d9b76a8064156" /><Relationship Type="http://schemas.openxmlformats.org/officeDocument/2006/relationships/slideLayout" Target="/ppt/slideLayouts/slideLayout4.xml" Id="Rc9d6eaa728b54559" /><Relationship Type="http://schemas.openxmlformats.org/officeDocument/2006/relationships/slideLayout" Target="/ppt/slideLayouts/slideLayout5.xml" Id="R572d052c881a4a14" /><Relationship Type="http://schemas.openxmlformats.org/officeDocument/2006/relationships/slideLayout" Target="/ppt/slideLayouts/slideLayout6.xml" Id="Rbdb026c4ed144579" /><Relationship Type="http://schemas.openxmlformats.org/officeDocument/2006/relationships/slideLayout" Target="/ppt/slideLayouts/slideLayout7.xml" Id="R8a7822c675ec4901" /><Relationship Type="http://schemas.openxmlformats.org/officeDocument/2006/relationships/slideLayout" Target="/ppt/slideLayouts/slideLayout8.xml" Id="Rdadfa7b9e4f14401" /><Relationship Type="http://schemas.openxmlformats.org/officeDocument/2006/relationships/slideLayout" Target="/ppt/slideLayouts/slideLayout9.xml" Id="R1c4d80a8e65a4a42" /><Relationship Type="http://schemas.openxmlformats.org/officeDocument/2006/relationships/slideLayout" Target="/ppt/slideLayouts/slideLayout10.xml" Id="Re5a015f5897645fb" /><Relationship Type="http://schemas.openxmlformats.org/officeDocument/2006/relationships/slideLayout" Target="/ppt/slideLayouts/slideLayout11.xml" Id="R99179c92b164454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4183594bc924228" /><Relationship Type="http://schemas.openxmlformats.org/officeDocument/2006/relationships/slideLayout" Target="/ppt/slideLayouts/slideLayout12.xml" Id="Rc64cf8a053274e35" /><Relationship Type="http://schemas.openxmlformats.org/officeDocument/2006/relationships/slideLayout" Target="/ppt/slideLayouts/slideLayout13.xml" Id="R97d9de1b9ff244c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7b3f3c59ba24e97" /><Relationship Type="http://schemas.openxmlformats.org/officeDocument/2006/relationships/slideLayout" Target="/ppt/slideLayouts/slideLayout14.xml" Id="Rbb947fdd41864de0" /><Relationship Type="http://schemas.openxmlformats.org/officeDocument/2006/relationships/slideLayout" Target="/ppt/slideLayouts/slideLayout15.xml" Id="R7c57677362654e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999f6a2d4c4538"/>
    <p:sldLayoutId xmlns:r="http://schemas.openxmlformats.org/officeDocument/2006/relationships" id="2147483650" r:id="Ra437dd133a8e4461"/>
    <p:sldLayoutId xmlns:r="http://schemas.openxmlformats.org/officeDocument/2006/relationships" id="2147483651" r:id="R067d9b76a8064156"/>
    <p:sldLayoutId xmlns:r="http://schemas.openxmlformats.org/officeDocument/2006/relationships" id="2147483652" r:id="Rc9d6eaa728b54559"/>
    <p:sldLayoutId xmlns:r="http://schemas.openxmlformats.org/officeDocument/2006/relationships" id="2147483653" r:id="R572d052c881a4a14"/>
    <p:sldLayoutId xmlns:r="http://schemas.openxmlformats.org/officeDocument/2006/relationships" id="2147483654" r:id="Rbdb026c4ed144579"/>
    <p:sldLayoutId xmlns:r="http://schemas.openxmlformats.org/officeDocument/2006/relationships" id="2147483655" r:id="R8a7822c675ec4901"/>
    <p:sldLayoutId xmlns:r="http://schemas.openxmlformats.org/officeDocument/2006/relationships" id="2147483656" r:id="Rdadfa7b9e4f14401"/>
    <p:sldLayoutId xmlns:r="http://schemas.openxmlformats.org/officeDocument/2006/relationships" id="2147483657" r:id="R1c4d80a8e65a4a42"/>
    <p:sldLayoutId xmlns:r="http://schemas.openxmlformats.org/officeDocument/2006/relationships" id="2147483658" r:id="Re5a015f5897645fb"/>
    <p:sldLayoutId xmlns:r="http://schemas.openxmlformats.org/officeDocument/2006/relationships" id="2147483659" r:id="R99179c92b164454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64cf8a053274e35"/>
    <p:sldLayoutId xmlns:r="http://schemas.openxmlformats.org/officeDocument/2006/relationships" id="2147483662" r:id="R97d9de1b9ff244c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b947fdd41864de0"/>
    <p:sldLayoutId xmlns:r="http://schemas.openxmlformats.org/officeDocument/2006/relationships" id="2147483665" r:id="R7c57677362654e9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1d0728ac41441c" /><Relationship Type="http://schemas.openxmlformats.org/officeDocument/2006/relationships/image" Target="/ppt/media/image6.png" Id="R3d11a85ca2c448b2" /><Relationship Type="http://schemas.openxmlformats.org/officeDocument/2006/relationships/notesSlide" Target="/ppt/notesSlides/notesSlide1.xml" Id="R4786ecc6f4314e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710d760df34c4e" /><Relationship Type="http://schemas.openxmlformats.org/officeDocument/2006/relationships/image" Target="/ppt/media/image6.png" Id="Rc8e9971d25094a8c" /><Relationship Type="http://schemas.openxmlformats.org/officeDocument/2006/relationships/notesSlide" Target="/ppt/notesSlides/notesSlide2.xml" Id="R8dcfa49b3c6947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e7f7ac61924c1c" /><Relationship Type="http://schemas.openxmlformats.org/officeDocument/2006/relationships/image" Target="/ppt/media/image6.png" Id="R82c601bd019a45ef" /><Relationship Type="http://schemas.openxmlformats.org/officeDocument/2006/relationships/notesSlide" Target="/ppt/notesSlides/notesSlide3.xml" Id="R41b6fda2d24a42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1a85ca2c4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9971d25094a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601bd019a45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2026-09-09T00:09:21.9920000Z</dcterms:created>
  <dcterms:modified xsi:type="dcterms:W3CDTF">2026-09-09T00:09:21.9920000Z</dcterms:modified>
</coreProperties>
</file>