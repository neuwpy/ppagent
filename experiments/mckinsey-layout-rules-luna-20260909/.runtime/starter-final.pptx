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5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f63014e4394c1c" /><Relationship Type="http://schemas.openxmlformats.org/officeDocument/2006/relationships/extended-properties" Target="/docProps/app.xml" Id="Rae603ae7fdb14ac1" /><Relationship Type="http://schemas.openxmlformats.org/officeDocument/2006/relationships/officeDocument" Target="/ppt/presentation.xml" Id="Rd6d1264db08547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e1dd9003294e54"/>
    <p:sldMasterId xmlns:r="http://schemas.openxmlformats.org/officeDocument/2006/relationships" id="2147483660" r:id="R3209acf6485945a8"/>
    <p:sldMasterId xmlns:r="http://schemas.openxmlformats.org/officeDocument/2006/relationships" id="2147483663" r:id="Ra73c64579bd94128"/>
  </p:sldMasterIdLst>
  <p:notesMasterIdLst>
    <p:notesMasterId xmlns:r="http://schemas.openxmlformats.org/officeDocument/2006/relationships" r:id="R6186def02fb34e76"/>
  </p:notesMasterIdLst>
  <p:sldIdLst>
    <p:sldId xmlns:r="http://schemas.openxmlformats.org/officeDocument/2006/relationships" id="256" r:id="R292a00b151414333"/>
    <p:sldId xmlns:r="http://schemas.openxmlformats.org/officeDocument/2006/relationships" id="257" r:id="R490078a642c74774"/>
    <p:sldId xmlns:r="http://schemas.openxmlformats.org/officeDocument/2006/relationships" id="258" r:id="R8945d715314048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E3753D0-92AB-4620-8DB3-57A31C4D162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TxStyle/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bg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1"/>
          </a:solidFill>
        </a:fill>
      </a:tcStyle>
    </a:firstRow>
    <a:n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ca453676704925" /><Relationship Type="http://schemas.openxmlformats.org/officeDocument/2006/relationships/slideMaster" Target="/ppt/slideMasters/slideMaster1.xml" Id="R5ee1dd9003294e54" /><Relationship Type="http://schemas.openxmlformats.org/officeDocument/2006/relationships/slideMaster" Target="/ppt/slideMasters/slideMaster2.xml" Id="R3209acf6485945a8" /><Relationship Type="http://schemas.openxmlformats.org/officeDocument/2006/relationships/slideMaster" Target="/ppt/slideMasters/slideMaster3.xml" Id="Ra73c64579bd94128" /><Relationship Type="http://schemas.openxmlformats.org/officeDocument/2006/relationships/notesMaster" Target="/ppt/notesMasters/notesMaster1.xml" Id="R6186def02fb34e76" /><Relationship Type="http://schemas.openxmlformats.org/officeDocument/2006/relationships/presProps" Target="/ppt/presProps.xml" Id="Rffdb1fbc12d94bdb" /><Relationship Type="http://schemas.openxmlformats.org/officeDocument/2006/relationships/viewProps" Target="/ppt/viewProps.xml" Id="Rc64d8177357c48a2" /><Relationship Type="http://schemas.openxmlformats.org/officeDocument/2006/relationships/tableStyles" Target="/ppt/tableStyles.xml" Id="R2e33d3540c81416d" /><Relationship Type="http://schemas.openxmlformats.org/officeDocument/2006/relationships/slide" Target="/ppt/slides/slide1.xml" Id="R292a00b151414333" /><Relationship Type="http://schemas.openxmlformats.org/officeDocument/2006/relationships/slide" Target="/ppt/slides/slide2.xml" Id="R490078a642c74774" /><Relationship Type="http://schemas.openxmlformats.org/officeDocument/2006/relationships/slide" Target="/ppt/slides/slide3.xml" Id="R8945d715314048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5.xml" Id="R0ad25a3cabe84d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cb1e44c48a4977" /><Relationship Type="http://schemas.openxmlformats.org/officeDocument/2006/relationships/notesMaster" Target="/ppt/notesMasters/notesMaster1.xml" Id="R23b87bc0c41d4c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c850d7652a4115" /><Relationship Type="http://schemas.openxmlformats.org/officeDocument/2006/relationships/notesMaster" Target="/ppt/notesMasters/notesMaster1.xml" Id="Rb85f296298bc40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007a8d4e5c4ef8" /><Relationship Type="http://schemas.openxmlformats.org/officeDocument/2006/relationships/notesMaster" Target="/ppt/notesMasters/notesMaster1.xml" Id="R7cc728034d414c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ef431ee8da4d3b" /><Relationship Type="http://schemas.openxmlformats.org/officeDocument/2006/relationships/image" Target="/ppt/media/image.jpeg" Id="R7bfc4b9f14234ebc" /><Relationship Type="http://schemas.openxmlformats.org/officeDocument/2006/relationships/image" Target="/ppt/media/image.png" Id="R40fc8518f9044010" /><Relationship Type="http://schemas.openxmlformats.org/officeDocument/2006/relationships/image" Target="/ppt/media/image2.png" Id="Rdc59e8e005ee4c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c26784d12b41b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33940ef23440fd" /><Relationship Type="http://schemas.openxmlformats.org/officeDocument/2006/relationships/image" Target="/ppt/media/image3.png" Id="R5f29f40739784e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6cd64ec5ee48e7" /><Relationship Type="http://schemas.openxmlformats.org/officeDocument/2006/relationships/image" Target="/ppt/media/image4.png" Id="R15a6b297bd64458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5b05986b844a5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8148aff70440e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950d7ca6824b4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794563cd7b45a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0cad864839410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89ad27601244d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bf81f1ccec4ee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85b3b380060457c" /><Relationship Type="http://schemas.openxmlformats.org/officeDocument/2006/relationships/image" Target="/ppt/media/image5.png" Id="Rab6988b3d2b5474c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24582887dd84ceb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95004a14f8574035" /><Relationship Type="http://schemas.openxmlformats.org/officeDocument/2006/relationships/image" Target="/ppt/media/image5.png" Id="Red314810242f4ce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c0214d2552af45c3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c4b9f14234ebc">
            <a:alphaModFix amt="20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-375" t="36417" r="375" b="17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88953" y="3125718"/>
            <a:ext cx="12697941" cy="4114800"/>
          </a:xfrm>
          <a:prstGeom xmlns:a="http://schemas.openxmlformats.org/drawingml/2006/main" prst="rect">
            <a:avLst/>
          </a:prstGeom>
        </p:spPr>
      </p:pic>
      <p:pic>
        <p:nvPicPr>
          <p:cNvPr id="5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c8518f9044010"/>
          <a:srcRect xmlns:a="http://schemas.openxmlformats.org/drawingml/2006/main" l="0" t="0" r="0" b="608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584" y="72497"/>
            <a:ext cx="3337845" cy="708895"/>
          </a:xfrm>
          <a:prstGeom xmlns:a="http://schemas.openxmlformats.org/drawingml/2006/main" prst="rect">
            <a:avLst/>
          </a:prstGeom>
        </p:spPr>
      </p:pic>
      <p:pic>
        <p:nvPicPr>
          <p:cNvPr id="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59e8e005ee4c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9206" y="72497"/>
            <a:ext cx="5102794" cy="91447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3" name="矩形 332">
            <a:extLst xmlns:a="http://schemas.openxmlformats.org/drawingml/2006/main">
              <a:ext uri="{FF2B5EF4-FFF2-40B4-BE49-F238E27FC236}">
                <a16:creationId xmlns:a16="http://schemas.microsoft.com/office/drawing/2014/main" id="{AAFA549B-9B19-43F3-9E11-9676FA7E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833952"/>
            <a:ext cx="11522073" cy="499299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17500">
                <a:srgbClr val="3E84EC"/>
              </a:gs>
              <a:gs pos="100000">
                <a:schemeClr val="accent1">
                  <a:lumMod val="75000"/>
                </a:schemeClr>
              </a:gs>
              <a:gs pos="0">
                <a:srgbClr val="0268FE">
                  <a:lumMod val="75000"/>
                  <a:lumOff val="25000"/>
                  <a:alpha val="69000"/>
                </a:srgbClr>
              </a:gs>
            </a:gsLst>
            <a:path path="circle">
              <a:fillToRect l="100000" t="0" r="0" b="100000"/>
            </a:path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336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f40739784ef4"/>
          <a:srcRect xmlns:a="http://schemas.openxmlformats.org/drawingml/2006/main" l="0" t="0" r="0" b="591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4637" y="198304"/>
            <a:ext cx="2675956" cy="593304"/>
          </a:xfrm>
          <a:prstGeom xmlns:a="http://schemas.openxmlformats.org/drawingml/2006/main" prst="rect">
            <a:avLst/>
          </a:prstGeom>
        </p:spPr>
      </p:pic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42970BAF-D4BA-41DA-B69F-E3B1BBE9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6564990"/>
            <a:ext cx="11522076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chemeClr val="accent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3676F323-DC47-47B0-A185-B06ACE0E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3" y="1402294"/>
            <a:ext cx="1152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gradFill rotWithShape="1">
              <a:gsLst>
                <a:gs pos="100000">
                  <a:schemeClr val="accent1">
                    <a:lumMod val="97000"/>
                  </a:schemeClr>
                </a:gs>
                <a:gs pos="0">
                  <a:schemeClr val="accent1">
                    <a:alpha val="0"/>
                  </a:schemeClr>
                </a:gs>
              </a:gsLst>
              <a:lin ang="10800000" scaled="1"/>
              <a:tileRect/>
            </a:gradFill>
            <a:tailEnd type="none" w="med" len="sm"/>
          </a:ln>
          <a:effectLst xmlns:a="http://schemas.openxmlformats.org/drawingml/2006/main">
            <a:outerShdw blurRad="63500" dist="50800" dir="4800000" sx="102000" sy="102000" algn="ctr" rotWithShape="0">
              <a:schemeClr val="accent1">
                <a:alpha val="40000"/>
              </a:scheme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任意多边形: 形状 86">
            <a:extLst xmlns:a="http://schemas.openxmlformats.org/drawingml/2006/main">
              <a:ext uri="{FF2B5EF4-FFF2-40B4-BE49-F238E27FC236}">
                <a16:creationId xmlns:a16="http://schemas.microsoft.com/office/drawing/2014/main" id="{FC6DEC2B-6AA2-4B32-B074-3A5AE5F8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62" y="10535"/>
            <a:ext cx="4440577" cy="2998608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sp>
        <p:nvSpPr>
          <p:cNvPr id="89" name="文本框 88">
            <a:extLst xmlns:a="http://schemas.openxmlformats.org/drawingml/2006/main">
              <a:ext uri="{FF2B5EF4-FFF2-40B4-BE49-F238E27FC236}">
                <a16:creationId xmlns:a16="http://schemas.microsoft.com/office/drawing/2014/main" id="{DCA59B05-2390-42F2-9E35-897EFFDA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9985" y="1085380"/>
            <a:ext cx="3262303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CONTENT</a:t>
            </a:r>
            <a:endParaRPr sz="4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5" name="图片 1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6b297bd644588">
            <a:alphaModFix amt="70000"/>
          </a:blip>
          <a:srcRect xmlns:a="http://schemas.openxmlformats.org/drawingml/2006/main" l="0" t="0" r="0" b="58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62" y="3707963"/>
            <a:ext cx="3024288" cy="2020666"/>
          </a:xfrm>
          <a:prstGeom xmlns:a="http://schemas.openxmlformats.org/drawingml/2006/main" prst="rect">
            <a:avLst/>
          </a:prstGeom>
        </p:spPr>
      </p:pic>
      <p:sp>
        <p:nvSpPr>
          <p:cNvPr id="88" name="文本框 87">
            <a:extLst xmlns:a="http://schemas.openxmlformats.org/drawingml/2006/main">
              <a:ext uri="{FF2B5EF4-FFF2-40B4-BE49-F238E27FC236}">
                <a16:creationId xmlns:a16="http://schemas.microsoft.com/office/drawing/2014/main" id="{E721206C-F7C5-4124-89F6-8A12777B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67" y="1479325"/>
            <a:ext cx="2646878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lvl1pPr>
              <a:buNone/>
              <a:defRPr sz="7200">
                <a:gradFill flip="none" rotWithShape="1">
                  <a:gsLst>
                    <a:gs pos="0">
                      <a:schemeClr val="accent1">
                        <a:lumMod val="80000"/>
                        <a:lumOff val="2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  <a:tileRect/>
                </a:gradFill>
                <a:latin typeface="思源宋体 CN Heavy"/>
                <a:ea typeface="思源宋体 CN Heavy"/>
                <a:cs typeface="思源宋体 CN Heavy"/>
              </a:defRPr>
            </a:lvl1pPr>
          </a:lstStyle>
          <a:p xmlns:a="http://schemas.openxmlformats.org/drawingml/2006/main">
            <a:pPr marL="0" marR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800" b="0" i="0" u="none" cap="none" spc="0">
                <a:ln>
                  <a:noFill/>
                </a:ln>
                <a:gradFill rotWithShape="1">
                  <a:gsLst>
                    <a:gs pos="0">
                      <a:srgbClr val="0268FE">
                        <a:lumMod val="80000"/>
                        <a:lumOff val="20000"/>
                      </a:srgbClr>
                    </a:gs>
                    <a:gs pos="100000">
                      <a:srgbClr val="0268FE"/>
                    </a:gs>
                  </a:gsLst>
                  <a:lin ang="5400000" scaled="1"/>
                  <a:tileRect/>
                </a:gradFill>
                <a:latin typeface="汉仪粗宋简"/>
                <a:ea typeface="汉仪粗宋简"/>
                <a:cs typeface="汉仪粗宋简"/>
              </a:rPr>
              <a:t>汇报提纲</a:t>
            </a:r>
          </a:p>
        </p:txBody>
      </p:sp>
      <p:sp>
        <p:nvSpPr>
          <p:cNvPr id="131" name="任意多边形: 形状 130">
            <a:extLst xmlns:a="http://schemas.openxmlformats.org/drawingml/2006/main">
              <a:ext uri="{FF2B5EF4-FFF2-40B4-BE49-F238E27FC236}">
                <a16:creationId xmlns:a16="http://schemas.microsoft.com/office/drawing/2014/main" id="{C59C6FF8-6BEF-4B44-BFD0-AFBB008B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335" y="4602588"/>
            <a:ext cx="3296666" cy="2255412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9814D3E-DA95-4FF6-89BF-C79116EAB8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94DFD73-AC23-4D86-A58D-99EB8AFD02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7C957C97-3536-4092-9C6F-3BC205E8C0F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B992D9ED-6951-45B6-9406-99AD99B9222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5CD8D950-F84C-4F2A-985B-8E76FA7269A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1729408B-8A7B-4CB6-849F-E27945723B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8EECA76A-D60B-455E-8168-70A60C7597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ABD48E81-5734-4ACE-AD29-93BB73EC6B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7823647-FCD8-49E9-9489-F4567BF675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C7B16802-0F5E-4166-8166-CEA0537C87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82C59F96-D20A-4C13-A65A-9101C50514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FF6BEF36-0CD8-4A0B-99CF-8850137CB8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65D2CF6B-FED9-4CA5-8162-A3AAF467EA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39E65895-785F-425B-89F1-1049171117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2C81E01A-AB9F-456A-BB5C-4519A4D619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B666989-99B2-4BB2-9475-800D00850E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9B37CEC9-B523-43A4-9DB3-669E0FFF677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18E66D29-0CC8-4FB7-AFB2-3360306BEEF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1219F796-F6F4-404D-840E-A8374BEC9A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DD4D07DA-1C43-4978-84E2-E9DF21F479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821FE728-F03D-4B3C-A81B-6340A4FC1A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5190015-3CAF-4812-A1D3-141C7C6C63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58875C82-A8B7-4EC3-9CD1-71B5628D280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EAD26DF1-7C4D-48DE-8378-2454184D16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A955434F-A8BA-47E4-8A74-6F34F28201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CABBDBEE-8098-45BE-80B8-99DC697B79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91759C7C-4BE2-479B-8D75-25101B10BA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26E532-1180-4EBD-8D87-848F7AB229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FB8A8DA8-FA5C-40D6-923C-3BEC554252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8A5EC20-3538-4582-9809-8D430F180F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B6A49A2B-761E-4006-AB0C-958059DCE6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85814752-86C4-417C-825B-7A80386620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05AF88CE-4DDF-4EE0-A675-A5055BBD6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99B6D00B-BD62-4EDB-A4BA-22506DE280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B556D01-ED92-4660-979B-3F527265BB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EBEE3D04-046B-48EE-AFF6-71415EC1A3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46DC86F-5973-4571-91EB-1ED808604B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6988b3d2b5474c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48DCB54F-F188-4497-BE55-2C934F96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4C34487-3C53-44B7-9696-04480B8F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1CF2AB50-2526-42AE-8979-E811992E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5870F88C-5290-4CCF-81A7-F3F78956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4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14810242f4cee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FDFD27DC-BC69-4A4A-B64D-BB0BF4F9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7E4CA57-DCE8-438D-BA25-C0687AE8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2F9000FD-B265-4E8B-AA9F-99523C81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E2FCAE89-6370-4F96-BE90-D16E211D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195d6098f54aee" /><Relationship Type="http://schemas.openxmlformats.org/officeDocument/2006/relationships/slideLayout" Target="/ppt/slideLayouts/slideLayout1.xml" Id="Rffa07005a9814398" /><Relationship Type="http://schemas.openxmlformats.org/officeDocument/2006/relationships/slideLayout" Target="/ppt/slideLayouts/slideLayout2.xml" Id="Rac08475e4e654abb" /><Relationship Type="http://schemas.openxmlformats.org/officeDocument/2006/relationships/slideLayout" Target="/ppt/slideLayouts/slideLayout3.xml" Id="Ra2acfdb25f904caf" /><Relationship Type="http://schemas.openxmlformats.org/officeDocument/2006/relationships/slideLayout" Target="/ppt/slideLayouts/slideLayout4.xml" Id="Rc264590de9384182" /><Relationship Type="http://schemas.openxmlformats.org/officeDocument/2006/relationships/slideLayout" Target="/ppt/slideLayouts/slideLayout5.xml" Id="Rc65b88b4880a4026" /><Relationship Type="http://schemas.openxmlformats.org/officeDocument/2006/relationships/slideLayout" Target="/ppt/slideLayouts/slideLayout6.xml" Id="Re65e402135574c9c" /><Relationship Type="http://schemas.openxmlformats.org/officeDocument/2006/relationships/slideLayout" Target="/ppt/slideLayouts/slideLayout7.xml" Id="Ra1a7e1269fca4417" /><Relationship Type="http://schemas.openxmlformats.org/officeDocument/2006/relationships/slideLayout" Target="/ppt/slideLayouts/slideLayout8.xml" Id="Recc82709b6b94b6a" /><Relationship Type="http://schemas.openxmlformats.org/officeDocument/2006/relationships/slideLayout" Target="/ppt/slideLayouts/slideLayout9.xml" Id="R224ae539d2964aeb" /><Relationship Type="http://schemas.openxmlformats.org/officeDocument/2006/relationships/slideLayout" Target="/ppt/slideLayouts/slideLayout10.xml" Id="Rbfa39d09203e44ba" /><Relationship Type="http://schemas.openxmlformats.org/officeDocument/2006/relationships/slideLayout" Target="/ppt/slideLayouts/slideLayout11.xml" Id="R9f63d4a4fdbc4647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d2606892e854893" /><Relationship Type="http://schemas.openxmlformats.org/officeDocument/2006/relationships/slideLayout" Target="/ppt/slideLayouts/slideLayout12.xml" Id="R1b1f34386edf4ad2" /><Relationship Type="http://schemas.openxmlformats.org/officeDocument/2006/relationships/slideLayout" Target="/ppt/slideLayouts/slideLayout13.xml" Id="R23da1f1145404540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9b85c17b1c754107" /><Relationship Type="http://schemas.openxmlformats.org/officeDocument/2006/relationships/slideLayout" Target="/ppt/slideLayouts/slideLayout14.xml" Id="Rede50b61d2bd46d5" /><Relationship Type="http://schemas.openxmlformats.org/officeDocument/2006/relationships/slideLayout" Target="/ppt/slideLayouts/slideLayout15.xml" Id="R7923c90bdb124e5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843549F0-2125-4ED4-AB09-B75697EDF8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B71964C9-AD32-4390-84C8-CC5885320F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2357E0F-5F7B-4C47-B8F0-DD20AB2842B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EBB078F1-AF0E-4B69-9BCC-3254262E0CD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A43522C-EAA0-429C-B41F-1967778E66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a07005a9814398"/>
    <p:sldLayoutId xmlns:r="http://schemas.openxmlformats.org/officeDocument/2006/relationships" id="2147483650" r:id="Rac08475e4e654abb"/>
    <p:sldLayoutId xmlns:r="http://schemas.openxmlformats.org/officeDocument/2006/relationships" id="2147483651" r:id="Ra2acfdb25f904caf"/>
    <p:sldLayoutId xmlns:r="http://schemas.openxmlformats.org/officeDocument/2006/relationships" id="2147483652" r:id="Rc264590de9384182"/>
    <p:sldLayoutId xmlns:r="http://schemas.openxmlformats.org/officeDocument/2006/relationships" id="2147483653" r:id="Rc65b88b4880a4026"/>
    <p:sldLayoutId xmlns:r="http://schemas.openxmlformats.org/officeDocument/2006/relationships" id="2147483654" r:id="Re65e402135574c9c"/>
    <p:sldLayoutId xmlns:r="http://schemas.openxmlformats.org/officeDocument/2006/relationships" id="2147483655" r:id="Ra1a7e1269fca4417"/>
    <p:sldLayoutId xmlns:r="http://schemas.openxmlformats.org/officeDocument/2006/relationships" id="2147483656" r:id="Recc82709b6b94b6a"/>
    <p:sldLayoutId xmlns:r="http://schemas.openxmlformats.org/officeDocument/2006/relationships" id="2147483657" r:id="R224ae539d2964aeb"/>
    <p:sldLayoutId xmlns:r="http://schemas.openxmlformats.org/officeDocument/2006/relationships" id="2147483658" r:id="Rbfa39d09203e44ba"/>
    <p:sldLayoutId xmlns:r="http://schemas.openxmlformats.org/officeDocument/2006/relationships" id="2147483659" r:id="R9f63d4a4fdbc4647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E9A5265A-7775-4095-AE1C-358FCF57DD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8ACDAC7F-EA09-4DE2-BE04-C8432C296E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6872CA2-B765-4CEC-B652-30EAC3263A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20C74DA-A13B-43B3-9EF7-732DC546BFA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EBAE948-70D6-4BC1-A862-FE30B96034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6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1b1f34386edf4ad2"/>
    <p:sldLayoutId xmlns:r="http://schemas.openxmlformats.org/officeDocument/2006/relationships" id="2147483662" r:id="R23da1f1145404540"/>
  </p:sldLayoutIdLst>
  <p:txStyles>
    <p:titleStyle>
      <a:lvl1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6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2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8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4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900" indent="-215900" algn="l" defTabSz="865505">
        <a:lnSpc>
          <a:spcPct val="90000"/>
        </a:lnSpc>
        <a:spcBef>
          <a:spcPts val="955"/>
        </a:spcBef>
        <a:spcAft>
          <a:spcPct val="0"/>
        </a:spcAft>
        <a:buFont typeface="Arial"/>
        <a:buChar char="•"/>
        <a:defRPr sz="266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226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86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74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5008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42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49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200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90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70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77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8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418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25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96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66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73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90294A2A-7CC7-42A2-8A27-8119E40F22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DEADD17-4232-4307-812E-BE2E97FDD7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34AF86ED-46DE-4A0C-8999-278D730816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ED672953-22D9-47DE-AFA3-D2A1C981058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31C5E5E3-7E0F-493E-A4E0-537E3D2660F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3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4" r:id="Rede50b61d2bd46d5"/>
    <p:sldLayoutId xmlns:r="http://schemas.openxmlformats.org/officeDocument/2006/relationships" id="2147483665" r:id="R7923c90bdb124e52"/>
  </p:sldLayoutIdLst>
  <p:txStyles>
    <p:titleStyle>
      <a:lvl1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585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170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754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339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895" indent="-215895" algn="l" defTabSz="865272">
        <a:lnSpc>
          <a:spcPct val="90000"/>
        </a:lnSpc>
        <a:spcBef>
          <a:spcPts val="953"/>
        </a:spcBef>
        <a:spcAft>
          <a:spcPct val="0"/>
        </a:spcAft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24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2267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13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49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4982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154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636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119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601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48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96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4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393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41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89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37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86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3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96f1801859c477a" /><Relationship Type="http://schemas.openxmlformats.org/officeDocument/2006/relationships/image" Target="/ppt/media/image6.png" Id="Rd3af550771094ebc" /><Relationship Type="http://schemas.openxmlformats.org/officeDocument/2006/relationships/notesSlide" Target="/ppt/notesSlides/notesSlide1.xml" Id="R0fd4b77143e843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519a66fc2e94712" /><Relationship Type="http://schemas.openxmlformats.org/officeDocument/2006/relationships/image" Target="/ppt/media/image6.png" Id="R1bcb16cec6e24634" /><Relationship Type="http://schemas.openxmlformats.org/officeDocument/2006/relationships/notesSlide" Target="/ppt/notesSlides/notesSlide2.xml" Id="R7b481e08082b4d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cabf0febd304ac1" /><Relationship Type="http://schemas.openxmlformats.org/officeDocument/2006/relationships/image" Target="/ppt/media/image6.png" Id="R93fb5c79538f46ea" /><Relationship Type="http://schemas.openxmlformats.org/officeDocument/2006/relationships/notesSlide" Target="/ppt/notesSlides/notesSlide3.xml" Id="R23cd9a7f7dc748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23850">
              <a:buNone/>
            </a:pPr>
            <a:r>
              <a:rPr sz="2400" b="1" spc="-150">
                <a:solidFill>
                  <a:schemeClr val="bg1"/>
                </a:solidFill>
                <a:latin typeface="汉仪文润宋韵 U"/>
                <a:ea typeface="汉仪文润宋韵 U"/>
                <a:cs typeface="汉仪文润宋韵 U"/>
              </a:rPr>
              <a:t>主旨句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正文页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56B6823B-B71B-40C9-B889-773FB529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01</a:t>
            </a:r>
          </a:p>
        </p:txBody>
      </p:sp>
      <p:sp>
        <p:nvSpPr>
          <p:cNvPr id="10" name="箭头: 下 9">
            <a:extLst xmlns:a="http://schemas.openxmlformats.org/drawingml/2006/main">
              <a:ext uri="{FF2B5EF4-FFF2-40B4-BE49-F238E27FC236}">
                <a16:creationId xmlns:a16="http://schemas.microsoft.com/office/drawing/2014/main" id="{A52057D8-BD05-A8E5-38BE-DA75ED7F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27" y="2651168"/>
            <a:ext cx="432495" cy="539750"/>
          </a:xfrm>
          <a:prstGeom xmlns:a="http://schemas.openxmlformats.org/drawingml/2006/main" prst="downArrow">
            <a:avLst/>
          </a:prstGeom>
          <a:noFill xmlns:a="http://schemas.openxmlformats.org/drawingml/2006/main"/>
          <a:ln xmlns:a="http://schemas.openxmlformats.org/drawingml/2006/main">
            <a:gradFill rotWithShape="1">
              <a:gsLst>
                <a:gs pos="0">
                  <a:schemeClr val="accent1">
                    <a:lumMod val="40000"/>
                    <a:lumOff val="60000"/>
                    <a:alpha val="0"/>
                  </a:schemeClr>
                </a:gs>
                <a:gs pos="46000">
                  <a:schemeClr val="accent1">
                    <a:lumMod val="95000"/>
                    <a:lumOff val="5000"/>
                  </a:schemeClr>
                </a:gs>
                <a:gs pos="100000">
                  <a:schemeClr val="accent1">
                    <a:lumMod val="60000"/>
                  </a:schemeClr>
                </a:gs>
              </a:gsLst>
              <a:lin ang="5400000" scaled="1"/>
              <a:tileRect/>
            </a:gra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f550771094e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457" y="3298417"/>
            <a:ext cx="3722952" cy="978943"/>
          </a:xfrm>
          <a:prstGeom xmlns:a="http://schemas.openxmlformats.org/drawingml/2006/main" prst="rect">
            <a:avLst/>
          </a:prstGeom>
        </p:spPr>
      </p:pic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正文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23850">
              <a:buNone/>
            </a:pPr>
            <a:r>
              <a:rPr sz="2400" b="1" spc="-150">
                <a:solidFill>
                  <a:schemeClr val="bg1"/>
                </a:solidFill>
                <a:latin typeface="汉仪文润宋韵 U"/>
                <a:ea typeface="汉仪文润宋韵 U"/>
                <a:cs typeface="汉仪文润宋韵 U"/>
              </a:rPr>
              <a:t>主旨句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正文页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56B6823B-B71B-40C9-B889-773FB529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01</a:t>
            </a:r>
          </a:p>
        </p:txBody>
      </p:sp>
      <p:sp>
        <p:nvSpPr>
          <p:cNvPr id="10" name="箭头: 下 9">
            <a:extLst xmlns:a="http://schemas.openxmlformats.org/drawingml/2006/main">
              <a:ext uri="{FF2B5EF4-FFF2-40B4-BE49-F238E27FC236}">
                <a16:creationId xmlns:a16="http://schemas.microsoft.com/office/drawing/2014/main" id="{A52057D8-BD05-A8E5-38BE-DA75ED7F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27" y="2651168"/>
            <a:ext cx="432495" cy="539750"/>
          </a:xfrm>
          <a:prstGeom xmlns:a="http://schemas.openxmlformats.org/drawingml/2006/main" prst="downArrow">
            <a:avLst/>
          </a:prstGeom>
          <a:noFill xmlns:a="http://schemas.openxmlformats.org/drawingml/2006/main"/>
          <a:ln xmlns:a="http://schemas.openxmlformats.org/drawingml/2006/main">
            <a:gradFill rotWithShape="1">
              <a:gsLst>
                <a:gs pos="0">
                  <a:schemeClr val="accent1">
                    <a:lumMod val="40000"/>
                    <a:lumOff val="60000"/>
                    <a:alpha val="0"/>
                  </a:schemeClr>
                </a:gs>
                <a:gs pos="46000">
                  <a:schemeClr val="accent1">
                    <a:lumMod val="95000"/>
                    <a:lumOff val="5000"/>
                  </a:schemeClr>
                </a:gs>
                <a:gs pos="100000">
                  <a:schemeClr val="accent1">
                    <a:lumMod val="60000"/>
                  </a:schemeClr>
                </a:gs>
              </a:gsLst>
              <a:lin ang="5400000" scaled="1"/>
              <a:tileRect/>
            </a:gra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b16cec6e246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457" y="3298417"/>
            <a:ext cx="3722952" cy="978943"/>
          </a:xfrm>
          <a:prstGeom xmlns:a="http://schemas.openxmlformats.org/drawingml/2006/main" prst="rect">
            <a:avLst/>
          </a:prstGeom>
        </p:spPr>
      </p:pic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正文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23850">
              <a:buNone/>
            </a:pPr>
            <a:r>
              <a:rPr sz="2400" b="1" spc="-150">
                <a:solidFill>
                  <a:schemeClr val="bg1"/>
                </a:solidFill>
                <a:latin typeface="汉仪文润宋韵 U"/>
                <a:ea typeface="汉仪文润宋韵 U"/>
                <a:cs typeface="汉仪文润宋韵 U"/>
              </a:rPr>
              <a:t>主旨句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正文页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56B6823B-B71B-40C9-B889-773FB529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01</a:t>
            </a:r>
          </a:p>
        </p:txBody>
      </p:sp>
      <p:sp>
        <p:nvSpPr>
          <p:cNvPr id="10" name="箭头: 下 9">
            <a:extLst xmlns:a="http://schemas.openxmlformats.org/drawingml/2006/main">
              <a:ext uri="{FF2B5EF4-FFF2-40B4-BE49-F238E27FC236}">
                <a16:creationId xmlns:a16="http://schemas.microsoft.com/office/drawing/2014/main" id="{A52057D8-BD05-A8E5-38BE-DA75ED7F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27" y="2651168"/>
            <a:ext cx="432495" cy="539750"/>
          </a:xfrm>
          <a:prstGeom xmlns:a="http://schemas.openxmlformats.org/drawingml/2006/main" prst="downArrow">
            <a:avLst/>
          </a:prstGeom>
          <a:noFill xmlns:a="http://schemas.openxmlformats.org/drawingml/2006/main"/>
          <a:ln xmlns:a="http://schemas.openxmlformats.org/drawingml/2006/main">
            <a:gradFill rotWithShape="1">
              <a:gsLst>
                <a:gs pos="0">
                  <a:schemeClr val="accent1">
                    <a:lumMod val="40000"/>
                    <a:lumOff val="60000"/>
                    <a:alpha val="0"/>
                  </a:schemeClr>
                </a:gs>
                <a:gs pos="46000">
                  <a:schemeClr val="accent1">
                    <a:lumMod val="95000"/>
                    <a:lumOff val="5000"/>
                  </a:schemeClr>
                </a:gs>
                <a:gs pos="100000">
                  <a:schemeClr val="accent1">
                    <a:lumMod val="60000"/>
                  </a:schemeClr>
                </a:gs>
              </a:gsLst>
              <a:lin ang="5400000" scaled="1"/>
              <a:tileRect/>
            </a:gra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b5c79538f46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457" y="3298417"/>
            <a:ext cx="3722952" cy="978943"/>
          </a:xfrm>
          <a:prstGeom xmlns:a="http://schemas.openxmlformats.org/drawingml/2006/main" prst="rect">
            <a:avLst/>
          </a:prstGeom>
        </p:spPr>
      </p:pic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正文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2026-09-09T00:11:16.5070000Z</dcterms:created>
  <dcterms:modified xsi:type="dcterms:W3CDTF">2026-09-09T00:11:16.5070000Z</dcterms:modified>
</coreProperties>
</file>