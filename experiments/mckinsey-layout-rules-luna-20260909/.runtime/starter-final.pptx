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17642c11b4532" /><Relationship Type="http://schemas.openxmlformats.org/officeDocument/2006/relationships/extended-properties" Target="/docProps/app.xml" Id="R22aad818babf412a" /><Relationship Type="http://schemas.openxmlformats.org/officeDocument/2006/relationships/officeDocument" Target="/ppt/presentation.xml" Id="R04da9e48ea62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ad75ffbda74f42"/>
    <p:sldMasterId xmlns:r="http://schemas.openxmlformats.org/officeDocument/2006/relationships" id="2147483660" r:id="R9b325140c8734cec"/>
    <p:sldMasterId xmlns:r="http://schemas.openxmlformats.org/officeDocument/2006/relationships" id="2147483663" r:id="Ra172fd828fac44b3"/>
  </p:sldMasterIdLst>
  <p:notesMasterIdLst>
    <p:notesMasterId xmlns:r="http://schemas.openxmlformats.org/officeDocument/2006/relationships" r:id="R3d8557ec87df4926"/>
  </p:notesMasterIdLst>
  <p:sldIdLst>
    <p:sldId xmlns:r="http://schemas.openxmlformats.org/officeDocument/2006/relationships" id="256" r:id="Rdec68eb1bcb54b03"/>
    <p:sldId xmlns:r="http://schemas.openxmlformats.org/officeDocument/2006/relationships" id="257" r:id="R6c95cbcf53fc487f"/>
    <p:sldId xmlns:r="http://schemas.openxmlformats.org/officeDocument/2006/relationships" id="258" r:id="R007e20ef4e414e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a8949b9e194848" /><Relationship Type="http://schemas.openxmlformats.org/officeDocument/2006/relationships/slideMaster" Target="/ppt/slideMasters/slideMaster1.xml" Id="R14ad75ffbda74f42" /><Relationship Type="http://schemas.openxmlformats.org/officeDocument/2006/relationships/slideMaster" Target="/ppt/slideMasters/slideMaster2.xml" Id="R9b325140c8734cec" /><Relationship Type="http://schemas.openxmlformats.org/officeDocument/2006/relationships/slideMaster" Target="/ppt/slideMasters/slideMaster3.xml" Id="Ra172fd828fac44b3" /><Relationship Type="http://schemas.openxmlformats.org/officeDocument/2006/relationships/notesMaster" Target="/ppt/notesMasters/notesMaster1.xml" Id="R3d8557ec87df4926" /><Relationship Type="http://schemas.openxmlformats.org/officeDocument/2006/relationships/presProps" Target="/ppt/presProps.xml" Id="Rc862f288e3734433" /><Relationship Type="http://schemas.openxmlformats.org/officeDocument/2006/relationships/viewProps" Target="/ppt/viewProps.xml" Id="Rdcdce158a9d34dc0" /><Relationship Type="http://schemas.openxmlformats.org/officeDocument/2006/relationships/tableStyles" Target="/ppt/tableStyles.xml" Id="R3495c59ef0994ab4" /><Relationship Type="http://schemas.openxmlformats.org/officeDocument/2006/relationships/slide" Target="/ppt/slides/slide1.xml" Id="Rdec68eb1bcb54b03" /><Relationship Type="http://schemas.openxmlformats.org/officeDocument/2006/relationships/slide" Target="/ppt/slides/slide2.xml" Id="R6c95cbcf53fc487f" /><Relationship Type="http://schemas.openxmlformats.org/officeDocument/2006/relationships/slide" Target="/ppt/slides/slide3.xml" Id="R007e20ef4e414e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cbd08ef6b37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c281c37ee4e56" /><Relationship Type="http://schemas.openxmlformats.org/officeDocument/2006/relationships/notesMaster" Target="/ppt/notesMasters/notesMaster1.xml" Id="Rafaf6f66c61840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75e8f3fd84f42" /><Relationship Type="http://schemas.openxmlformats.org/officeDocument/2006/relationships/notesMaster" Target="/ppt/notesMasters/notesMaster1.xml" Id="Re7411155486f4d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687bd103547fc" /><Relationship Type="http://schemas.openxmlformats.org/officeDocument/2006/relationships/notesMaster" Target="/ppt/notesMasters/notesMaster1.xml" Id="R99b72ef7dace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52c0037c14310" /><Relationship Type="http://schemas.openxmlformats.org/officeDocument/2006/relationships/image" Target="/ppt/media/image.jpeg" Id="R3445f3bd397a4d88" /><Relationship Type="http://schemas.openxmlformats.org/officeDocument/2006/relationships/image" Target="/ppt/media/image.png" Id="R9f7af4ad1ae04eb7" /><Relationship Type="http://schemas.openxmlformats.org/officeDocument/2006/relationships/image" Target="/ppt/media/image2.png" Id="R9484286d5c5f40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5d8ef5e1940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8f9c8889b4123" /><Relationship Type="http://schemas.openxmlformats.org/officeDocument/2006/relationships/image" Target="/ppt/media/image3.png" Id="Rb7419ed0c46d46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d9451452a46b5" /><Relationship Type="http://schemas.openxmlformats.org/officeDocument/2006/relationships/image" Target="/ppt/media/image4.png" Id="Rc3ec029781d842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ff295fb614f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17efc872149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98e0bc1774c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bc5da2e7542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e0646d04c43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c4cc1a2f14d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a5a24480a4a7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22a7e515a94297" /><Relationship Type="http://schemas.openxmlformats.org/officeDocument/2006/relationships/image" Target="/ppt/media/image5.png" Id="Rb1004c8e390147c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8a895c64b14e5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79adfbc820e46c5" /><Relationship Type="http://schemas.openxmlformats.org/officeDocument/2006/relationships/image" Target="/ppt/media/image5.png" Id="R2953aef8d81c4ec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31e51c9146e47c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5f3bd397a4d8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af4ad1ae04eb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4286d5c5f40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19ed0c46d46c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c029781d8428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04c8e390147c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aef8d81c4ec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92760659b14b28" /><Relationship Type="http://schemas.openxmlformats.org/officeDocument/2006/relationships/slideLayout" Target="/ppt/slideLayouts/slideLayout1.xml" Id="Rfc44367d96524bb2" /><Relationship Type="http://schemas.openxmlformats.org/officeDocument/2006/relationships/slideLayout" Target="/ppt/slideLayouts/slideLayout2.xml" Id="Rcec627bf1af3433e" /><Relationship Type="http://schemas.openxmlformats.org/officeDocument/2006/relationships/slideLayout" Target="/ppt/slideLayouts/slideLayout3.xml" Id="R59e76b6d3a5c4bb6" /><Relationship Type="http://schemas.openxmlformats.org/officeDocument/2006/relationships/slideLayout" Target="/ppt/slideLayouts/slideLayout4.xml" Id="Rc86e217fec514031" /><Relationship Type="http://schemas.openxmlformats.org/officeDocument/2006/relationships/slideLayout" Target="/ppt/slideLayouts/slideLayout5.xml" Id="Rd870e86d27084d0e" /><Relationship Type="http://schemas.openxmlformats.org/officeDocument/2006/relationships/slideLayout" Target="/ppt/slideLayouts/slideLayout6.xml" Id="R00b78ef5cf8b4e33" /><Relationship Type="http://schemas.openxmlformats.org/officeDocument/2006/relationships/slideLayout" Target="/ppt/slideLayouts/slideLayout7.xml" Id="R12d7c6159a89472b" /><Relationship Type="http://schemas.openxmlformats.org/officeDocument/2006/relationships/slideLayout" Target="/ppt/slideLayouts/slideLayout8.xml" Id="R67a1fd1376ff49db" /><Relationship Type="http://schemas.openxmlformats.org/officeDocument/2006/relationships/slideLayout" Target="/ppt/slideLayouts/slideLayout9.xml" Id="Rd14e78c014334296" /><Relationship Type="http://schemas.openxmlformats.org/officeDocument/2006/relationships/slideLayout" Target="/ppt/slideLayouts/slideLayout10.xml" Id="Re10ddab49015432e" /><Relationship Type="http://schemas.openxmlformats.org/officeDocument/2006/relationships/slideLayout" Target="/ppt/slideLayouts/slideLayout11.xml" Id="Rc3bcd6c8f6e94b5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2bcbb73207b4adf" /><Relationship Type="http://schemas.openxmlformats.org/officeDocument/2006/relationships/slideLayout" Target="/ppt/slideLayouts/slideLayout12.xml" Id="R7e445c43ab4449b3" /><Relationship Type="http://schemas.openxmlformats.org/officeDocument/2006/relationships/slideLayout" Target="/ppt/slideLayouts/slideLayout13.xml" Id="Rfd1136e7c1e0440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55fcfc2648e4c3c" /><Relationship Type="http://schemas.openxmlformats.org/officeDocument/2006/relationships/slideLayout" Target="/ppt/slideLayouts/slideLayout14.xml" Id="R7690ad2dce41405f" /><Relationship Type="http://schemas.openxmlformats.org/officeDocument/2006/relationships/slideLayout" Target="/ppt/slideLayouts/slideLayout15.xml" Id="R401e4e7ddaaf4d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44367d96524bb2"/>
    <p:sldLayoutId xmlns:r="http://schemas.openxmlformats.org/officeDocument/2006/relationships" id="2147483650" r:id="Rcec627bf1af3433e"/>
    <p:sldLayoutId xmlns:r="http://schemas.openxmlformats.org/officeDocument/2006/relationships" id="2147483651" r:id="R59e76b6d3a5c4bb6"/>
    <p:sldLayoutId xmlns:r="http://schemas.openxmlformats.org/officeDocument/2006/relationships" id="2147483652" r:id="Rc86e217fec514031"/>
    <p:sldLayoutId xmlns:r="http://schemas.openxmlformats.org/officeDocument/2006/relationships" id="2147483653" r:id="Rd870e86d27084d0e"/>
    <p:sldLayoutId xmlns:r="http://schemas.openxmlformats.org/officeDocument/2006/relationships" id="2147483654" r:id="R00b78ef5cf8b4e33"/>
    <p:sldLayoutId xmlns:r="http://schemas.openxmlformats.org/officeDocument/2006/relationships" id="2147483655" r:id="R12d7c6159a89472b"/>
    <p:sldLayoutId xmlns:r="http://schemas.openxmlformats.org/officeDocument/2006/relationships" id="2147483656" r:id="R67a1fd1376ff49db"/>
    <p:sldLayoutId xmlns:r="http://schemas.openxmlformats.org/officeDocument/2006/relationships" id="2147483657" r:id="Rd14e78c014334296"/>
    <p:sldLayoutId xmlns:r="http://schemas.openxmlformats.org/officeDocument/2006/relationships" id="2147483658" r:id="Re10ddab49015432e"/>
    <p:sldLayoutId xmlns:r="http://schemas.openxmlformats.org/officeDocument/2006/relationships" id="2147483659" r:id="Rc3bcd6c8f6e94b5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e445c43ab4449b3"/>
    <p:sldLayoutId xmlns:r="http://schemas.openxmlformats.org/officeDocument/2006/relationships" id="2147483662" r:id="Rfd1136e7c1e0440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690ad2dce41405f"/>
    <p:sldLayoutId xmlns:r="http://schemas.openxmlformats.org/officeDocument/2006/relationships" id="2147483665" r:id="R401e4e7ddaaf4de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25dd73a7fd406e" /><Relationship Type="http://schemas.openxmlformats.org/officeDocument/2006/relationships/image" Target="/ppt/media/image6.png" Id="Rb4f1ba2427104cde" /><Relationship Type="http://schemas.openxmlformats.org/officeDocument/2006/relationships/notesSlide" Target="/ppt/notesSlides/notesSlide1.xml" Id="R4236776b86c4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fb9921ebe641ca" /><Relationship Type="http://schemas.openxmlformats.org/officeDocument/2006/relationships/image" Target="/ppt/media/image6.png" Id="R906d43cfc0d643bb" /><Relationship Type="http://schemas.openxmlformats.org/officeDocument/2006/relationships/notesSlide" Target="/ppt/notesSlides/notesSlide2.xml" Id="Rebcec494a11740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32882b0dd843a7" /><Relationship Type="http://schemas.openxmlformats.org/officeDocument/2006/relationships/image" Target="/ppt/media/image6.png" Id="Rb966e61783f24ab4" /><Relationship Type="http://schemas.openxmlformats.org/officeDocument/2006/relationships/notesSlide" Target="/ppt/notesSlides/notesSlide3.xml" Id="R47ec30243b3745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1ba242710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d43cfc0d643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6e61783f24a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2026-09-09T00:34:21.5070000Z</dcterms:created>
  <dcterms:modified xsi:type="dcterms:W3CDTF">2026-09-09T00:34:21.5070000Z</dcterms:modified>
</coreProperties>
</file>