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0a224aed6a413b" /><Relationship Type="http://schemas.openxmlformats.org/officeDocument/2006/relationships/extended-properties" Target="/docProps/app.xml" Id="R36004b3139164fa9" /><Relationship Type="http://schemas.openxmlformats.org/officeDocument/2006/relationships/officeDocument" Target="/ppt/presentation.xml" Id="R3c7141f0dcc8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c4c5c519a44af5"/>
    <p:sldMasterId xmlns:r="http://schemas.openxmlformats.org/officeDocument/2006/relationships" id="2147483660" r:id="R9b0dd42f93024dd5"/>
    <p:sldMasterId xmlns:r="http://schemas.openxmlformats.org/officeDocument/2006/relationships" id="2147483663" r:id="R6ecc9c220dfc494c"/>
  </p:sldMasterIdLst>
  <p:notesMasterIdLst>
    <p:notesMasterId xmlns:r="http://schemas.openxmlformats.org/officeDocument/2006/relationships" r:id="R77ce12d132d54e7c"/>
  </p:notesMasterIdLst>
  <p:sldIdLst>
    <p:sldId xmlns:r="http://schemas.openxmlformats.org/officeDocument/2006/relationships" id="256" r:id="R071ae15430e143d2"/>
    <p:sldId xmlns:r="http://schemas.openxmlformats.org/officeDocument/2006/relationships" id="257" r:id="R65cc93109d654b15"/>
    <p:sldId xmlns:r="http://schemas.openxmlformats.org/officeDocument/2006/relationships" id="258" r:id="Re7a98533ea8f4a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00d2c537164f75" /><Relationship Type="http://schemas.openxmlformats.org/officeDocument/2006/relationships/slideMaster" Target="/ppt/slideMasters/slideMaster1.xml" Id="R26c4c5c519a44af5" /><Relationship Type="http://schemas.openxmlformats.org/officeDocument/2006/relationships/slideMaster" Target="/ppt/slideMasters/slideMaster2.xml" Id="R9b0dd42f93024dd5" /><Relationship Type="http://schemas.openxmlformats.org/officeDocument/2006/relationships/slideMaster" Target="/ppt/slideMasters/slideMaster3.xml" Id="R6ecc9c220dfc494c" /><Relationship Type="http://schemas.openxmlformats.org/officeDocument/2006/relationships/notesMaster" Target="/ppt/notesMasters/notesMaster1.xml" Id="R77ce12d132d54e7c" /><Relationship Type="http://schemas.openxmlformats.org/officeDocument/2006/relationships/presProps" Target="/ppt/presProps.xml" Id="R2d323fceaedd41d8" /><Relationship Type="http://schemas.openxmlformats.org/officeDocument/2006/relationships/viewProps" Target="/ppt/viewProps.xml" Id="Ref88bc97822843f1" /><Relationship Type="http://schemas.openxmlformats.org/officeDocument/2006/relationships/tableStyles" Target="/ppt/tableStyles.xml" Id="R92a27290d2714e41" /><Relationship Type="http://schemas.openxmlformats.org/officeDocument/2006/relationships/slide" Target="/ppt/slides/slide1.xml" Id="R071ae15430e143d2" /><Relationship Type="http://schemas.openxmlformats.org/officeDocument/2006/relationships/slide" Target="/ppt/slides/slide2.xml" Id="R65cc93109d654b15" /><Relationship Type="http://schemas.openxmlformats.org/officeDocument/2006/relationships/slide" Target="/ppt/slides/slide3.xml" Id="Re7a98533ea8f4a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990a8d5bd6e4f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f1752f5ee749f4" /><Relationship Type="http://schemas.openxmlformats.org/officeDocument/2006/relationships/notesMaster" Target="/ppt/notesMasters/notesMaster1.xml" Id="Rae6c50cb40974b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f7c989bc34d06" /><Relationship Type="http://schemas.openxmlformats.org/officeDocument/2006/relationships/notesMaster" Target="/ppt/notesMasters/notesMaster1.xml" Id="R00a2b59c97b140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323b7ab5714974" /><Relationship Type="http://schemas.openxmlformats.org/officeDocument/2006/relationships/notesMaster" Target="/ppt/notesMasters/notesMaster1.xml" Id="Rb7a02701698448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9503531a7425b" /><Relationship Type="http://schemas.openxmlformats.org/officeDocument/2006/relationships/image" Target="/ppt/media/image.jpeg" Id="R36ddf0dc5976405d" /><Relationship Type="http://schemas.openxmlformats.org/officeDocument/2006/relationships/image" Target="/ppt/media/image.png" Id="R97c9acd9a8e448c0" /><Relationship Type="http://schemas.openxmlformats.org/officeDocument/2006/relationships/image" Target="/ppt/media/image2.png" Id="R03b47307d50c41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6781a70ee4e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b28f90cca4369" /><Relationship Type="http://schemas.openxmlformats.org/officeDocument/2006/relationships/image" Target="/ppt/media/image3.png" Id="R988eb67e0d1045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50191ede24d3b" /><Relationship Type="http://schemas.openxmlformats.org/officeDocument/2006/relationships/image" Target="/ppt/media/image4.png" Id="R0f69416b898a45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c84c9e92a4d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2abd0b36a40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e7270cbde4f3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3bce4700445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38c74e31046a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ad5b2483544a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97df46a8042f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b619d38ff148ca" /><Relationship Type="http://schemas.openxmlformats.org/officeDocument/2006/relationships/image" Target="/ppt/media/image5.png" Id="Rc50687b362f943f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5f92eaf9ce4db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83d3e4028a340d0" /><Relationship Type="http://schemas.openxmlformats.org/officeDocument/2006/relationships/image" Target="/ppt/media/image5.png" Id="R0d7348aaa9bf45b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08b37b409e94cf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df0dc5976405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9acd9a8e448c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47307d50c41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eb67e0d1045a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9416b898a450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687b362f943f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348aaa9bf45b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4ab94b5e8643c0" /><Relationship Type="http://schemas.openxmlformats.org/officeDocument/2006/relationships/slideLayout" Target="/ppt/slideLayouts/slideLayout1.xml" Id="Rfd91a7f1ccac45a5" /><Relationship Type="http://schemas.openxmlformats.org/officeDocument/2006/relationships/slideLayout" Target="/ppt/slideLayouts/slideLayout2.xml" Id="R27dabde0e9084b38" /><Relationship Type="http://schemas.openxmlformats.org/officeDocument/2006/relationships/slideLayout" Target="/ppt/slideLayouts/slideLayout3.xml" Id="Rac0e5cd221374990" /><Relationship Type="http://schemas.openxmlformats.org/officeDocument/2006/relationships/slideLayout" Target="/ppt/slideLayouts/slideLayout4.xml" Id="R738501e0b5bf48a8" /><Relationship Type="http://schemas.openxmlformats.org/officeDocument/2006/relationships/slideLayout" Target="/ppt/slideLayouts/slideLayout5.xml" Id="R53ed128520464ee5" /><Relationship Type="http://schemas.openxmlformats.org/officeDocument/2006/relationships/slideLayout" Target="/ppt/slideLayouts/slideLayout6.xml" Id="Re6439609f21e464f" /><Relationship Type="http://schemas.openxmlformats.org/officeDocument/2006/relationships/slideLayout" Target="/ppt/slideLayouts/slideLayout7.xml" Id="R21253a29f1fa47b7" /><Relationship Type="http://schemas.openxmlformats.org/officeDocument/2006/relationships/slideLayout" Target="/ppt/slideLayouts/slideLayout8.xml" Id="R8de1ab1faae54200" /><Relationship Type="http://schemas.openxmlformats.org/officeDocument/2006/relationships/slideLayout" Target="/ppt/slideLayouts/slideLayout9.xml" Id="Rdc0e954b1af3428c" /><Relationship Type="http://schemas.openxmlformats.org/officeDocument/2006/relationships/slideLayout" Target="/ppt/slideLayouts/slideLayout10.xml" Id="Rd0a569bb4d514ec8" /><Relationship Type="http://schemas.openxmlformats.org/officeDocument/2006/relationships/slideLayout" Target="/ppt/slideLayouts/slideLayout11.xml" Id="Rfde9c4673be2401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f101e9178bf4217" /><Relationship Type="http://schemas.openxmlformats.org/officeDocument/2006/relationships/slideLayout" Target="/ppt/slideLayouts/slideLayout12.xml" Id="R2dcdea539cbc4518" /><Relationship Type="http://schemas.openxmlformats.org/officeDocument/2006/relationships/slideLayout" Target="/ppt/slideLayouts/slideLayout13.xml" Id="Rf876ba3c0ce947e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234b757dc7a44e6" /><Relationship Type="http://schemas.openxmlformats.org/officeDocument/2006/relationships/slideLayout" Target="/ppt/slideLayouts/slideLayout14.xml" Id="Rb0cb0dd57f0d4413" /><Relationship Type="http://schemas.openxmlformats.org/officeDocument/2006/relationships/slideLayout" Target="/ppt/slideLayouts/slideLayout15.xml" Id="R9ba31786010448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1a7f1ccac45a5"/>
    <p:sldLayoutId xmlns:r="http://schemas.openxmlformats.org/officeDocument/2006/relationships" id="2147483650" r:id="R27dabde0e9084b38"/>
    <p:sldLayoutId xmlns:r="http://schemas.openxmlformats.org/officeDocument/2006/relationships" id="2147483651" r:id="Rac0e5cd221374990"/>
    <p:sldLayoutId xmlns:r="http://schemas.openxmlformats.org/officeDocument/2006/relationships" id="2147483652" r:id="R738501e0b5bf48a8"/>
    <p:sldLayoutId xmlns:r="http://schemas.openxmlformats.org/officeDocument/2006/relationships" id="2147483653" r:id="R53ed128520464ee5"/>
    <p:sldLayoutId xmlns:r="http://schemas.openxmlformats.org/officeDocument/2006/relationships" id="2147483654" r:id="Re6439609f21e464f"/>
    <p:sldLayoutId xmlns:r="http://schemas.openxmlformats.org/officeDocument/2006/relationships" id="2147483655" r:id="R21253a29f1fa47b7"/>
    <p:sldLayoutId xmlns:r="http://schemas.openxmlformats.org/officeDocument/2006/relationships" id="2147483656" r:id="R8de1ab1faae54200"/>
    <p:sldLayoutId xmlns:r="http://schemas.openxmlformats.org/officeDocument/2006/relationships" id="2147483657" r:id="Rdc0e954b1af3428c"/>
    <p:sldLayoutId xmlns:r="http://schemas.openxmlformats.org/officeDocument/2006/relationships" id="2147483658" r:id="Rd0a569bb4d514ec8"/>
    <p:sldLayoutId xmlns:r="http://schemas.openxmlformats.org/officeDocument/2006/relationships" id="2147483659" r:id="Rfde9c4673be2401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dcdea539cbc4518"/>
    <p:sldLayoutId xmlns:r="http://schemas.openxmlformats.org/officeDocument/2006/relationships" id="2147483662" r:id="Rf876ba3c0ce947e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0cb0dd57f0d4413"/>
    <p:sldLayoutId xmlns:r="http://schemas.openxmlformats.org/officeDocument/2006/relationships" id="2147483665" r:id="R9ba31786010448c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28206e6efc47f8" /><Relationship Type="http://schemas.openxmlformats.org/officeDocument/2006/relationships/notesSlide" Target="/ppt/notesSlides/notesSlide1.xml" Id="R659830e92a0c4c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027a63a7214be8" /><Relationship Type="http://schemas.openxmlformats.org/officeDocument/2006/relationships/notesSlide" Target="/ppt/notesSlides/notesSlide2.xml" Id="R2196b71825c847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1e89be40cd4087" /><Relationship Type="http://schemas.openxmlformats.org/officeDocument/2006/relationships/notesSlide" Target="/ppt/notesSlides/notesSlide3.xml" Id="R8d4402b23a8d40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先筛出可追溯项目，再小步扩大开放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C05AC-40A7-4592-872D-EB96A56B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先过准入关口，再按证据逐级推进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B5E1B-4A3A-4694-A80B-E53EE3B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31A63-ED94-49A2-BFF2-09B2B11E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准入关口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A1A21-DD19-400F-926E-F27FECF5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申请来源、责任人与记录准备缺一项则暂缓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CFDB7-B849-4D90-A08A-835F1530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F98F8-ECF0-40D0-B807-74F960A4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5BD25-CD16-4D4E-A1D0-57F5FA1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D43CE-31CB-4DCF-A8EE-F04D43BB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明确设备使用条件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651D3-D367-4306-82D6-69EA764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A6E63-F20D-4FD3-A0F3-9BBD58F5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8F8F3-7C49-423F-94B9-3F9DBA3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33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804F3C-2422-4C16-B669-AF449718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落实一位明确负责人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8ED10-9680-4C03-A428-CA54486A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6F9D9-3A78-4CFA-850D-FBCBAF6B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36E60-39AA-4993-87E5-469789C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63F077-C7D6-43F5-BB5A-8203E17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能保存来源、参数与输出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D947E7-399E-4387-9069-1F9A8D4B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67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通过筛选不等于全面开放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5D7726-541C-4257-BEC5-B47BD6AB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进入后的推进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7D6E32-AB34-4885-803C-4D62FF9F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每一阶段都以可复核证据换取下一阶段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DC6D76-8321-4FBD-A8CB-60DCF61A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2D0F38-BED2-4CD3-9A1A-B35F3F32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B8FB09-ED58-459E-9909-BD60FED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52975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保留来源与事实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A7D344-B67E-48E9-9051-19AC52FC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387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C0CF3E-5AFB-4097-872A-18817B21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D6AE60-1C36-426F-B5E1-A9A5232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57600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ADF70D-43A0-4A73-9CB0-E6AF8A7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90975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关联来源、参数和输出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保留复核路径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03C1D8-966C-482F-9766-67585E75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C3F91-A047-4D61-8E27-0EBA5B77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8D4489-2059-4892-AD36-B97D7A14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385AD7-DE5D-4BF9-86BD-30B81DB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009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复核后沉淀可复用方法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明确适用边界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3FEE1A-A1B5-4783-ACB8-5DDBB9D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筛选解决谁能进入，阶梯解决进入后如何推进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33CF4-47AE-4211-9B51-EC0EDC52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记录保证有据可查，处置关口保证有据才关闭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D23E9-DD71-4BD0-A713-777384FB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2D9D4-4B75-42AA-9073-14B83EEC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四类并列记录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333ED-C080-4AE3-A8D8-7C93D34A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不是先后步骤，不能互相替代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EDA08-C08E-4DFA-9D87-41F0AA5A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EE8C9-FABF-4B72-8C04-9711467F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1810C-FF4F-414C-9C7B-303E8E0F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86399-82DB-4539-954D-257821A5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5A9A8-3868-468F-8CBC-9C50F706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F011A-945C-437F-8B5F-60A31B3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DE64C-23C4-4C2C-9CD6-5B51AF6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FC7589-30E6-4628-9BD0-9E0006F1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11F57-6687-457B-8B21-3A5645CB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AF696-C118-4A5A-9598-E81C430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BED73-23EB-4F96-A940-CCAD3F56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0CF33E-8750-470B-A857-CBCAE1F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A81F4-FDDC-49E8-904A-D7AA374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8560DF-1E5F-4D3E-ADF6-62DFBA7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12635E-4035-4451-9642-8E0C7A3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9DB9C9-B7AC-4CED-B220-C83EBBC5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A4E58-FFB3-445D-AAAF-423216C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AB8F3A-8ED9-4BE0-A603-DE7407D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DB03B3-08FB-4719-A574-E87AD968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735A9B-127C-4EED-BF8D-91F57EB7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2C3FF8-07D6-4B74-A459-16C29B8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8B1712-9E17-42A7-B2FF-1B0621F0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异常分级处置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67865D-6C83-46E5-BB96-575411E5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任一关口不满足，补齐后再提交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13274B-4C92-449C-92DE-8AD1B249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97F4DF-189A-4E3F-925E-A5EE43D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AE7BB5-5467-48C9-8FDC-6E461F2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670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CC7846-5E80-4633-A417-AC8C2BBF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5935A0-4341-43CC-A6C1-1899FF70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核对四类信息是否齐全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AC0E4D-4A1A-4222-B22D-F89DD744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D7464-65E9-4999-8D12-86F26D33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81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63DE0E-B576-4F65-8A3C-FD3C39B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671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C069C5-16AF-4C83-8B7C-AACD130F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B5678A-E397-4B06-82ED-8A0E1AC3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确认谁对事实负责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212FB6-7D8A-43C3-8A13-B1D28D56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29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411AA2-CE90-4730-98B2-CC62DCE7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8D542D-413D-4F0A-83D4-89D47835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943062-F72B-43B9-A526-085B726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36FAE-39ED-4308-8C5F-D1696A66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确认处理结论可关闭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CCD72F-E4D3-454F-B6E7-0A10BE1F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3095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C35682-1118-4A8B-BC3B-A7F203B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分歧处理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1C51EE-29DF-4DD6-BA03-177C3E46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两者意见不一致时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2F2507-2844-401D-A7CF-89B3F63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保留异常状态，提交协调。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“已记录”不等于“已解决”。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4F6AE4-5AC5-4D7C-B89B-CCDAD8A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关闭异常的依据必须同时满足三道关口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83B95-772B-412A-B92E-F980CBF0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达到能力门槛才考虑扩围，条件不足则暂停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2ABC-7CBD-493E-8296-00B22FEC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F1585-5164-4B26-8B40-94C3617C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能力阶梯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785C6-9133-43C1-9EE1-1E3A8D08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先把能力说清楚，再讨论增加多少项目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03AAA-3FC7-4B72-8D61-049DD79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6593E-B64F-4CA2-8DE5-BD3979EC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74189-06B3-4249-BEC1-D871506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577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允许保留在当前试点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2E05D9-E2FA-4B14-9205-7EA99DD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6AE34-4B32-490F-8C7C-EBE083E5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81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420E1-F8F7-4B1A-ABCF-F8D1AF2A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来源、参数、输出相互关联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形成可复核证据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D7742-84C0-4097-A26F-486B9903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861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6590D-568D-47D5-B184-DE0E477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00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FDFF8-0341-45BD-8213-C083A49A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4956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关键步骤经复核且边界明确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具备跨项目推广基础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E1D1D-1134-479D-A573-0DC95B63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达到可复用前，不宣称跨项目可推广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903C8-F9C2-4ABB-A996-F757B071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扩围评审的并列边界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F048B-681F-4EE4-8753-F6E4D5E6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三项条件同时满足，才进入扩围讨论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E8922-F7E1-4C63-B3E0-801F100C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F38D8-74C0-47F5-8242-88D084D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F96DFF-2978-4BD9-80DB-E6090FE1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DB6BB0-ECB5-4F25-9BAB-D6BCCDA7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E3CD88-BE4D-449D-8CC7-6D9BB6E6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52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ABD57F-AA7C-42F7-B238-874F8559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672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99E882-1A86-46DD-AA8B-D376FC1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8F0C93-FFB1-44FA-BBAE-69BA25C0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834B08-5594-4699-B708-DF62B651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29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A4B521-0588-470C-B0D5-9DC17F5B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9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EDE720-D510-47AF-B8A3-BB8D6ACE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339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9177B6-C7B1-445C-938C-F5D170A7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8D1C39-6A96-4D3B-A513-33DA7A15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9904E1-7143-4861-8B0E-77D253BA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DC8E46-5DAB-47EF-804F-A5DDD089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86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C65734-87C0-4829-B68E-30D5AF66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9590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BE723C-30E8-421D-AAE7-A665D706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67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暂停条件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DD614B-A463-48AC-A161-692A09E7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673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任何边界无法满足，保留当前试点规模并明确补齐任务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2026-09-09T00:11:17.6120000Z</dcterms:created>
  <dcterms:modified xsi:type="dcterms:W3CDTF">2026-09-09T00:11:17.6120000Z</dcterms:modified>
</coreProperties>
</file>