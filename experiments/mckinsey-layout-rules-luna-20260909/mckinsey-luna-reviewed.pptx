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3046e2e1694425" /><Relationship Type="http://schemas.openxmlformats.org/officeDocument/2006/relationships/extended-properties" Target="/docProps/app.xml" Id="R284736ccdc0e4f3e" /><Relationship Type="http://schemas.openxmlformats.org/officeDocument/2006/relationships/officeDocument" Target="/ppt/presentation.xml" Id="Red89e4ba008c41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9d58400bc648e9"/>
    <p:sldMasterId xmlns:r="http://schemas.openxmlformats.org/officeDocument/2006/relationships" id="2147483660" r:id="Rcaee84736b664f69"/>
    <p:sldMasterId xmlns:r="http://schemas.openxmlformats.org/officeDocument/2006/relationships" id="2147483663" r:id="R8229ba17fc2d4cf7"/>
  </p:sldMasterIdLst>
  <p:notesMasterIdLst>
    <p:notesMasterId xmlns:r="http://schemas.openxmlformats.org/officeDocument/2006/relationships" r:id="R17a1ebaa6a6943a2"/>
  </p:notesMasterIdLst>
  <p:sldIdLst>
    <p:sldId xmlns:r="http://schemas.openxmlformats.org/officeDocument/2006/relationships" id="256" r:id="R944c703e803c4390"/>
    <p:sldId xmlns:r="http://schemas.openxmlformats.org/officeDocument/2006/relationships" id="257" r:id="R0d972dbfc7a842ab"/>
    <p:sldId xmlns:r="http://schemas.openxmlformats.org/officeDocument/2006/relationships" id="258" r:id="R51c09712761744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422a998ca748d4" /><Relationship Type="http://schemas.openxmlformats.org/officeDocument/2006/relationships/slideMaster" Target="/ppt/slideMasters/slideMaster1.xml" Id="Rcd9d58400bc648e9" /><Relationship Type="http://schemas.openxmlformats.org/officeDocument/2006/relationships/slideMaster" Target="/ppt/slideMasters/slideMaster2.xml" Id="Rcaee84736b664f69" /><Relationship Type="http://schemas.openxmlformats.org/officeDocument/2006/relationships/slideMaster" Target="/ppt/slideMasters/slideMaster3.xml" Id="R8229ba17fc2d4cf7" /><Relationship Type="http://schemas.openxmlformats.org/officeDocument/2006/relationships/notesMaster" Target="/ppt/notesMasters/notesMaster1.xml" Id="R17a1ebaa6a6943a2" /><Relationship Type="http://schemas.openxmlformats.org/officeDocument/2006/relationships/presProps" Target="/ppt/presProps.xml" Id="R2201b2eea50f47eb" /><Relationship Type="http://schemas.openxmlformats.org/officeDocument/2006/relationships/viewProps" Target="/ppt/viewProps.xml" Id="R36bc82f81da14785" /><Relationship Type="http://schemas.openxmlformats.org/officeDocument/2006/relationships/tableStyles" Target="/ppt/tableStyles.xml" Id="Re283c6bc09924dfc" /><Relationship Type="http://schemas.openxmlformats.org/officeDocument/2006/relationships/slide" Target="/ppt/slides/slide1.xml" Id="R944c703e803c4390" /><Relationship Type="http://schemas.openxmlformats.org/officeDocument/2006/relationships/slide" Target="/ppt/slides/slide2.xml" Id="R0d972dbfc7a842ab" /><Relationship Type="http://schemas.openxmlformats.org/officeDocument/2006/relationships/slide" Target="/ppt/slides/slide3.xml" Id="R51c09712761744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94b6817e45444c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cb85c018814c97" /><Relationship Type="http://schemas.openxmlformats.org/officeDocument/2006/relationships/notesMaster" Target="/ppt/notesMasters/notesMaster1.xml" Id="Rcd74bf1ba0804a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86a58be9a44a2c" /><Relationship Type="http://schemas.openxmlformats.org/officeDocument/2006/relationships/notesMaster" Target="/ppt/notesMasters/notesMaster1.xml" Id="R785d9c1d058b48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bc731f14a44e4f" /><Relationship Type="http://schemas.openxmlformats.org/officeDocument/2006/relationships/notesMaster" Target="/ppt/notesMasters/notesMaster1.xml" Id="R542babb02e4949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规则：rules/排版体系/麦肯锡式.md；rules/skins/东北大学.md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规则：rules/排版体系/麦肯锡式.md；rules/skins/东北大学.md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规则：rules/排版体系/麦肯锡式.md；rules/skins/东北大学.md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9c249794f94b7c" /><Relationship Type="http://schemas.openxmlformats.org/officeDocument/2006/relationships/image" Target="/ppt/media/image.jpeg" Id="R9aa02a23f1244324" /><Relationship Type="http://schemas.openxmlformats.org/officeDocument/2006/relationships/image" Target="/ppt/media/image.png" Id="R6d14463cdcee4d99" /><Relationship Type="http://schemas.openxmlformats.org/officeDocument/2006/relationships/image" Target="/ppt/media/image2.png" Id="Rfa06fda487ff4c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716035746044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bafdec63174646" /><Relationship Type="http://schemas.openxmlformats.org/officeDocument/2006/relationships/image" Target="/ppt/media/image3.png" Id="Rc62a6396f6074a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08758699164078" /><Relationship Type="http://schemas.openxmlformats.org/officeDocument/2006/relationships/image" Target="/ppt/media/image4.png" Id="R6066637aaa3d47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ddd5fd791d4c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4e4b6fdf4490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bce520df514eb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a5d9f138a8412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2f2ffeb1a451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42835c081e4f0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3a4318a482461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9717180234e474e" /><Relationship Type="http://schemas.openxmlformats.org/officeDocument/2006/relationships/image" Target="/ppt/media/image5.png" Id="R3b2ac4f44566456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d6e3fa2765641b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dcadda5e1064295" /><Relationship Type="http://schemas.openxmlformats.org/officeDocument/2006/relationships/image" Target="/ppt/media/image5.png" Id="R41dacf94e9ed4ec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2340b3b2cd24b80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02a23f1244324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4463cdcee4d99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6fda487ff4c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a6396f6074af9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6637aaa3d4759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ac4f44566456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acf94e9ed4ec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d0f98c4e3c4ba5" /><Relationship Type="http://schemas.openxmlformats.org/officeDocument/2006/relationships/slideLayout" Target="/ppt/slideLayouts/slideLayout1.xml" Id="Ra0bff2a524574c88" /><Relationship Type="http://schemas.openxmlformats.org/officeDocument/2006/relationships/slideLayout" Target="/ppt/slideLayouts/slideLayout2.xml" Id="R67b7f21174894063" /><Relationship Type="http://schemas.openxmlformats.org/officeDocument/2006/relationships/slideLayout" Target="/ppt/slideLayouts/slideLayout3.xml" Id="Ra2c2e42cfc0349bd" /><Relationship Type="http://schemas.openxmlformats.org/officeDocument/2006/relationships/slideLayout" Target="/ppt/slideLayouts/slideLayout4.xml" Id="R51858517179346cb" /><Relationship Type="http://schemas.openxmlformats.org/officeDocument/2006/relationships/slideLayout" Target="/ppt/slideLayouts/slideLayout5.xml" Id="Rec20e5afe37840f2" /><Relationship Type="http://schemas.openxmlformats.org/officeDocument/2006/relationships/slideLayout" Target="/ppt/slideLayouts/slideLayout6.xml" Id="Rb67e6f9f1d244179" /><Relationship Type="http://schemas.openxmlformats.org/officeDocument/2006/relationships/slideLayout" Target="/ppt/slideLayouts/slideLayout7.xml" Id="R6cbf25859b5b40af" /><Relationship Type="http://schemas.openxmlformats.org/officeDocument/2006/relationships/slideLayout" Target="/ppt/slideLayouts/slideLayout8.xml" Id="Ra0208e89f4ba42a4" /><Relationship Type="http://schemas.openxmlformats.org/officeDocument/2006/relationships/slideLayout" Target="/ppt/slideLayouts/slideLayout9.xml" Id="Redb5d7f8d206495c" /><Relationship Type="http://schemas.openxmlformats.org/officeDocument/2006/relationships/slideLayout" Target="/ppt/slideLayouts/slideLayout10.xml" Id="R0eacf1866fde4310" /><Relationship Type="http://schemas.openxmlformats.org/officeDocument/2006/relationships/slideLayout" Target="/ppt/slideLayouts/slideLayout11.xml" Id="R5c45fdbe9ba5446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45ef9804cdb46ff" /><Relationship Type="http://schemas.openxmlformats.org/officeDocument/2006/relationships/slideLayout" Target="/ppt/slideLayouts/slideLayout12.xml" Id="Re099e4fa641e411e" /><Relationship Type="http://schemas.openxmlformats.org/officeDocument/2006/relationships/slideLayout" Target="/ppt/slideLayouts/slideLayout13.xml" Id="R8f51f8d919884ad1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7537b5c7c05340bb" /><Relationship Type="http://schemas.openxmlformats.org/officeDocument/2006/relationships/slideLayout" Target="/ppt/slideLayouts/slideLayout14.xml" Id="Rd51e406a211f4623" /><Relationship Type="http://schemas.openxmlformats.org/officeDocument/2006/relationships/slideLayout" Target="/ppt/slideLayouts/slideLayout15.xml" Id="R0e2808389ff34fc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bff2a524574c88"/>
    <p:sldLayoutId xmlns:r="http://schemas.openxmlformats.org/officeDocument/2006/relationships" id="2147483650" r:id="R67b7f21174894063"/>
    <p:sldLayoutId xmlns:r="http://schemas.openxmlformats.org/officeDocument/2006/relationships" id="2147483651" r:id="Ra2c2e42cfc0349bd"/>
    <p:sldLayoutId xmlns:r="http://schemas.openxmlformats.org/officeDocument/2006/relationships" id="2147483652" r:id="R51858517179346cb"/>
    <p:sldLayoutId xmlns:r="http://schemas.openxmlformats.org/officeDocument/2006/relationships" id="2147483653" r:id="Rec20e5afe37840f2"/>
    <p:sldLayoutId xmlns:r="http://schemas.openxmlformats.org/officeDocument/2006/relationships" id="2147483654" r:id="Rb67e6f9f1d244179"/>
    <p:sldLayoutId xmlns:r="http://schemas.openxmlformats.org/officeDocument/2006/relationships" id="2147483655" r:id="R6cbf25859b5b40af"/>
    <p:sldLayoutId xmlns:r="http://schemas.openxmlformats.org/officeDocument/2006/relationships" id="2147483656" r:id="Ra0208e89f4ba42a4"/>
    <p:sldLayoutId xmlns:r="http://schemas.openxmlformats.org/officeDocument/2006/relationships" id="2147483657" r:id="Redb5d7f8d206495c"/>
    <p:sldLayoutId xmlns:r="http://schemas.openxmlformats.org/officeDocument/2006/relationships" id="2147483658" r:id="R0eacf1866fde4310"/>
    <p:sldLayoutId xmlns:r="http://schemas.openxmlformats.org/officeDocument/2006/relationships" id="2147483659" r:id="R5c45fdbe9ba5446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099e4fa641e411e"/>
    <p:sldLayoutId xmlns:r="http://schemas.openxmlformats.org/officeDocument/2006/relationships" id="2147483662" r:id="R8f51f8d919884ad1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d51e406a211f4623"/>
    <p:sldLayoutId xmlns:r="http://schemas.openxmlformats.org/officeDocument/2006/relationships" id="2147483665" r:id="R0e2808389ff34fcf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ddfdb781d7d4ac3" /><Relationship Type="http://schemas.openxmlformats.org/officeDocument/2006/relationships/notesSlide" Target="/ppt/notesSlides/notesSlide1.xml" Id="R7c2e0801c6cc43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dda951eb0744bd4" /><Relationship Type="http://schemas.openxmlformats.org/officeDocument/2006/relationships/notesSlide" Target="/ppt/notesSlides/notesSlide2.xml" Id="R72026b020aa942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3b3f8634a5b494e" /><Relationship Type="http://schemas.openxmlformats.org/officeDocument/2006/relationships/notesSlide" Target="/ppt/notesSlides/notesSlide3.xml" Id="R263b2c5e1d304d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先筛出可追溯项目，再小步扩大开放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准入与推进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C17AB-1EA8-4EB7-81B6-91642340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F2FC1-74A9-44B8-B621-69970E64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准入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FD387-CA0D-47DF-AFF4-7B620725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09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F2A2E-94EA-42B0-9200-11766957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14650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课题自荐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0C4B2-4A29-4D7B-BF87-8F874C59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289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FBDB5-E974-4EAB-BE49-5148ECA1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14650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平台推荐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62B637-2A96-4CCB-8769-3BDF5ABF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0289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D3B91A-5B8A-4A3F-8C85-E234E2D3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14650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合作项目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16BB77-F9E6-4E99-A785-B7CB039D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52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三项条件逐项核对，缺一项则暂缓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A9503C-CDBC-47A6-9F13-E9DFFA79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D9C49A-3BE0-407D-BBDD-038EA5FB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52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6D1E93-790D-4DA1-84EC-B04A6DAA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资格核对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C245E1-CE59-4440-B523-68700956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5285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明确设备使用条件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F17300-2014-4DCA-82D2-1694A9C0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2442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DC7B4B-19DB-4808-825B-83B02370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91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2F0877-7E53-4E46-820E-6531C068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9102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责任确认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4820BF-3226-44A1-8487-22083D62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910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落实一位明确负责人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632BED-1ED9-4BC6-991A-2CD0DFA3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626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31D476-5C28-4964-A120-B67EDF83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29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F8A464-1F4C-4F20-BAF6-D9A480FE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BCFBDC-1F8E-4370-B5F7-622F0160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2920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能保存任务来源与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执行参数和输出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D8662E-0EE4-42E3-AFA4-246E68B4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推进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81CB1E-79AA-46DA-97A5-DDC48330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进入试点后，前一阶段证据具备才进入下一阶段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BC45E2-F35D-4EB9-9451-61B13CC4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0175AA-8EBD-4E30-AC00-0702DA18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1F6255-EE21-4175-BF5F-025D925A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432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7A842E-F00B-44BC-BF5C-AC05FDCA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432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先留台账，记录任务来源与基本事实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648816-AB89-4E80-BA6B-D4D33D59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958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F1A3E3-2389-410D-B680-9DCC9CBC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D6CC08-6C7B-40B6-AB33-4B152C16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624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19FA45-FD48-428B-A134-69F22A78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624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关联来源、参数与输出，保留复核路径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52E6AF-4D5C-47F2-85F4-BC573000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149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DD2D11-6208-414F-8E8B-F5106CCC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81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AE234C-A3C3-47A3-ABCE-E7AAA032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815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B13355-654C-4F80-9EDB-B6CF57D3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815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复核后沉淀方法，明确适用边界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F47980-230F-4742-816D-924C39AB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15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通过筛选不等于立即全面开放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完整记录与分级处置共同防止异常失去责任归属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记录与处置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2AAC4A-AE5F-430D-90F3-A57052E9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F76BC-E671-49C3-91A2-C8A256BA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四类并列记录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3A2665-9FDC-4F1B-9936-FC5959E2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不是先后步骤，不能互相替代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C1DCE-E36D-4728-8461-C830E0E7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5C5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F3D89-6FEF-4A8C-95F7-03F2612B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956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D80AE3-0DB5-4A56-B20C-B3BB155A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76650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申请人与任务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3B2DF0-42C9-4B97-8916-4384633D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6245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6D72BA-7299-42F5-90EB-550B1E29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10515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5C5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DE05C-F183-474E-8457-509F06BB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2956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审批依据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5A3C35-1180-41B0-BE72-92035C55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676650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责任人与时间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E72B69-B97F-4ABB-AEC0-8E6CD921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36245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46D52F-22B2-4BE9-8C40-E801AE57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10515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5C5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3F980B-36F3-4F60-821C-62D1E4B5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956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02570E-D0EF-4D4D-84B1-1B9DBA0D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76650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参数与输出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26BCB3-B433-4AB7-A26C-72A8FC4E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36245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60DA58-4D4B-4567-B0D7-4DD56D09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10515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B7143F-8123-400D-AE11-E0D01F6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2956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568B9F-6DFD-444D-9F6F-1C3C1963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676650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原因与结论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ECDA3B-6AB9-4662-9267-29277F14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36245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A4CBC7-9F0F-414C-B813-B69610E2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672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课题负责人确认事实；平台管理者复核处理结论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C3CC7A-09AA-41A8-B310-BB32CCBE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异常分级处置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66D6CF-92C3-4DA6-91CF-EEF08A35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任一关口不满足，补齐后再提交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8A2FFF-B6FF-4E3D-9665-26776C59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9031A5-946D-4DD6-AB0D-A7B9D08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A4D84D-4100-446D-A96D-8D76C53E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9F73EA-D7BB-4DD5-8ECD-7D98B1FF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核对四类信息是否齐全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D7227D-9945-415E-8A0C-7B4A8360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2910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79B8C8-72B3-4E2E-B570-1C6A6ADC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71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F991D1-FBB3-435C-A908-E6813C6C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71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BCE3F8-61F2-4EB9-A384-010D0AFB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719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确认谁对事实负责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AA7591-2E18-448F-B92B-6EAAEEF5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5775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7D30B8-5015-4164-A7E9-806D9148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F9D996-5745-4454-B586-74E0B671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00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复核通过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BB189E-6963-462F-B9A4-89D07D85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005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确认处理结论可关闭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4BB84C-4E40-4289-B7CA-496CC4B5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6730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5C5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80CB64-D871-43A5-B49A-FAE3A05E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19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意见不一致时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597E8F-EB71-4D55-8547-0C849AA0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0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保留异常状态，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提交协调。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“已记录”不等于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“已解决”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扩围应以能力达标为门槛，并保留明确的暂停条件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能力与扩围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F6381-843B-40F9-A25E-6460E903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3423F-7A37-415C-AF64-98C577E8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扩围评审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429FF-41B9-42F3-BAD3-E1A31F92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三项边界需同时具备，任一缺失则暂停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7F8B6-84CD-4E67-9262-AD8FAFB6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99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5C5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CBB46-A1D3-47D7-9ADB-6E06B408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62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人员条件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92027-A679-48D4-A2CD-AF52A59E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责任人可持续履职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E331E6-CF22-445E-80EF-432BF844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099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5C5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700BA-512B-4A34-B79E-ADB9E659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62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资源条件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A986DA-7CDC-477C-9626-31DE6EEB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设备与支持能力可覆盖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01D48D-2C12-4EAE-8784-11715E55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099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5C5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EF4F0F-29C2-47F6-B24A-1E2276EF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62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方法条件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613BF8-2525-4ABA-B08D-09BE1216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适用范围与例外清楚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A78272-2C1C-489E-AD65-1BB90A2A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能力阶梯</a:t>
            </a:r>
          </a:p>
        </p:txBody>
      </p:sp>
      <p:sp>
        <p:nvSpPr>
          <p:cNvPr id="28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C1B4643F-851A-465E-9AF0-0716A41E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0359" y="4840205"/>
            <a:ext cx="1058047" cy="865670"/>
          </a:xfrm>
          <a:custGeom xmlns:a="http://schemas.openxmlformats.org/drawingml/2006/main">
            <a:pathLst>
              <a:path w="1058047" h="865670">
                <a:moveTo>
                  <a:pt x="63246" y="120415"/>
                </a:moveTo>
                <a:lnTo>
                  <a:pt x="82153" y="118100"/>
                </a:lnTo>
                <a:lnTo>
                  <a:pt x="101060" y="115786"/>
                </a:lnTo>
                <a:lnTo>
                  <a:pt x="119967" y="113471"/>
                </a:lnTo>
                <a:lnTo>
                  <a:pt x="138875" y="111157"/>
                </a:lnTo>
                <a:lnTo>
                  <a:pt x="157772" y="108833"/>
                </a:lnTo>
                <a:lnTo>
                  <a:pt x="176679" y="106518"/>
                </a:lnTo>
                <a:lnTo>
                  <a:pt x="195586" y="104204"/>
                </a:lnTo>
                <a:lnTo>
                  <a:pt x="214493" y="101889"/>
                </a:lnTo>
                <a:lnTo>
                  <a:pt x="233401" y="99574"/>
                </a:lnTo>
                <a:lnTo>
                  <a:pt x="252298" y="97260"/>
                </a:lnTo>
                <a:lnTo>
                  <a:pt x="271205" y="94945"/>
                </a:lnTo>
                <a:lnTo>
                  <a:pt x="290112" y="92631"/>
                </a:lnTo>
                <a:lnTo>
                  <a:pt x="309020" y="90307"/>
                </a:lnTo>
                <a:lnTo>
                  <a:pt x="327927" y="87992"/>
                </a:lnTo>
                <a:lnTo>
                  <a:pt x="346824" y="85677"/>
                </a:lnTo>
                <a:lnTo>
                  <a:pt x="365731" y="83363"/>
                </a:lnTo>
                <a:lnTo>
                  <a:pt x="384639" y="81048"/>
                </a:lnTo>
                <a:lnTo>
                  <a:pt x="403546" y="78734"/>
                </a:lnTo>
                <a:lnTo>
                  <a:pt x="422453" y="76419"/>
                </a:lnTo>
                <a:lnTo>
                  <a:pt x="441360" y="74105"/>
                </a:lnTo>
                <a:lnTo>
                  <a:pt x="460258" y="71790"/>
                </a:lnTo>
                <a:lnTo>
                  <a:pt x="479165" y="69466"/>
                </a:lnTo>
                <a:lnTo>
                  <a:pt x="498072" y="67151"/>
                </a:lnTo>
                <a:lnTo>
                  <a:pt x="516979" y="64837"/>
                </a:lnTo>
                <a:lnTo>
                  <a:pt x="535886" y="62522"/>
                </a:lnTo>
                <a:lnTo>
                  <a:pt x="554784" y="60208"/>
                </a:lnTo>
                <a:lnTo>
                  <a:pt x="573691" y="57893"/>
                </a:lnTo>
                <a:lnTo>
                  <a:pt x="592598" y="55578"/>
                </a:lnTo>
                <a:lnTo>
                  <a:pt x="611505" y="53264"/>
                </a:lnTo>
                <a:lnTo>
                  <a:pt x="630412" y="50949"/>
                </a:lnTo>
                <a:lnTo>
                  <a:pt x="649310" y="48625"/>
                </a:lnTo>
                <a:lnTo>
                  <a:pt x="668217" y="46311"/>
                </a:lnTo>
                <a:lnTo>
                  <a:pt x="687124" y="43996"/>
                </a:lnTo>
                <a:lnTo>
                  <a:pt x="706031" y="41681"/>
                </a:lnTo>
                <a:lnTo>
                  <a:pt x="724938" y="39367"/>
                </a:lnTo>
                <a:lnTo>
                  <a:pt x="743836" y="37052"/>
                </a:lnTo>
                <a:lnTo>
                  <a:pt x="762743" y="34738"/>
                </a:lnTo>
                <a:lnTo>
                  <a:pt x="781650" y="32423"/>
                </a:lnTo>
                <a:lnTo>
                  <a:pt x="800557" y="30099"/>
                </a:lnTo>
                <a:lnTo>
                  <a:pt x="819464" y="27784"/>
                </a:lnTo>
                <a:lnTo>
                  <a:pt x="838362" y="25470"/>
                </a:lnTo>
                <a:lnTo>
                  <a:pt x="857269" y="23155"/>
                </a:lnTo>
                <a:lnTo>
                  <a:pt x="876176" y="20841"/>
                </a:lnTo>
                <a:lnTo>
                  <a:pt x="895083" y="18526"/>
                </a:lnTo>
                <a:lnTo>
                  <a:pt x="913990" y="16212"/>
                </a:lnTo>
                <a:lnTo>
                  <a:pt x="932888" y="13897"/>
                </a:lnTo>
                <a:lnTo>
                  <a:pt x="951795" y="11582"/>
                </a:lnTo>
                <a:lnTo>
                  <a:pt x="970702" y="9258"/>
                </a:lnTo>
                <a:lnTo>
                  <a:pt x="989609" y="6944"/>
                </a:lnTo>
                <a:lnTo>
                  <a:pt x="1008517" y="4629"/>
                </a:lnTo>
                <a:lnTo>
                  <a:pt x="1027414" y="2315"/>
                </a:lnTo>
                <a:lnTo>
                  <a:pt x="1046321" y="0"/>
                </a:lnTo>
                <a:lnTo>
                  <a:pt x="1058047" y="5134"/>
                </a:lnTo>
                <a:lnTo>
                  <a:pt x="1056427" y="24117"/>
                </a:lnTo>
                <a:lnTo>
                  <a:pt x="1054799" y="43091"/>
                </a:lnTo>
                <a:lnTo>
                  <a:pt x="1053179" y="62065"/>
                </a:lnTo>
                <a:lnTo>
                  <a:pt x="1051560" y="81048"/>
                </a:lnTo>
                <a:lnTo>
                  <a:pt x="1049941" y="100022"/>
                </a:lnTo>
                <a:lnTo>
                  <a:pt x="1048312" y="119005"/>
                </a:lnTo>
                <a:lnTo>
                  <a:pt x="1046693" y="137979"/>
                </a:lnTo>
                <a:lnTo>
                  <a:pt x="1045073" y="156953"/>
                </a:lnTo>
                <a:lnTo>
                  <a:pt x="1043445" y="175936"/>
                </a:lnTo>
                <a:lnTo>
                  <a:pt x="1041825" y="194910"/>
                </a:lnTo>
                <a:lnTo>
                  <a:pt x="1040206" y="213884"/>
                </a:lnTo>
                <a:lnTo>
                  <a:pt x="1038587" y="232867"/>
                </a:lnTo>
                <a:lnTo>
                  <a:pt x="1036958" y="251841"/>
                </a:lnTo>
                <a:lnTo>
                  <a:pt x="1035339" y="270824"/>
                </a:lnTo>
                <a:lnTo>
                  <a:pt x="1033720" y="289798"/>
                </a:lnTo>
                <a:lnTo>
                  <a:pt x="1032100" y="308772"/>
                </a:lnTo>
                <a:lnTo>
                  <a:pt x="1030472" y="327755"/>
                </a:lnTo>
                <a:lnTo>
                  <a:pt x="1028852" y="346729"/>
                </a:lnTo>
                <a:lnTo>
                  <a:pt x="1027233" y="365703"/>
                </a:lnTo>
                <a:lnTo>
                  <a:pt x="1025604" y="384686"/>
                </a:lnTo>
                <a:lnTo>
                  <a:pt x="1023985" y="403660"/>
                </a:lnTo>
                <a:lnTo>
                  <a:pt x="1022366" y="422643"/>
                </a:lnTo>
                <a:lnTo>
                  <a:pt x="1020747" y="441617"/>
                </a:lnTo>
                <a:lnTo>
                  <a:pt x="1019118" y="460591"/>
                </a:lnTo>
                <a:lnTo>
                  <a:pt x="1017499" y="479574"/>
                </a:lnTo>
                <a:lnTo>
                  <a:pt x="1015879" y="498548"/>
                </a:lnTo>
                <a:lnTo>
                  <a:pt x="1014260" y="517522"/>
                </a:lnTo>
                <a:lnTo>
                  <a:pt x="1012631" y="536505"/>
                </a:lnTo>
                <a:lnTo>
                  <a:pt x="1011012" y="555479"/>
                </a:lnTo>
                <a:lnTo>
                  <a:pt x="1009393" y="574462"/>
                </a:lnTo>
                <a:lnTo>
                  <a:pt x="1007774" y="593436"/>
                </a:lnTo>
                <a:lnTo>
                  <a:pt x="1006145" y="612410"/>
                </a:lnTo>
                <a:lnTo>
                  <a:pt x="1004526" y="631393"/>
                </a:lnTo>
                <a:lnTo>
                  <a:pt x="1002906" y="650367"/>
                </a:lnTo>
                <a:lnTo>
                  <a:pt x="1001278" y="669341"/>
                </a:lnTo>
                <a:lnTo>
                  <a:pt x="999658" y="688324"/>
                </a:lnTo>
                <a:lnTo>
                  <a:pt x="998039" y="707298"/>
                </a:lnTo>
                <a:lnTo>
                  <a:pt x="996420" y="726281"/>
                </a:lnTo>
                <a:lnTo>
                  <a:pt x="994791" y="745255"/>
                </a:lnTo>
                <a:lnTo>
                  <a:pt x="975893" y="747570"/>
                </a:lnTo>
                <a:lnTo>
                  <a:pt x="956986" y="749884"/>
                </a:lnTo>
                <a:lnTo>
                  <a:pt x="938079" y="752199"/>
                </a:lnTo>
                <a:lnTo>
                  <a:pt x="919172" y="754513"/>
                </a:lnTo>
                <a:lnTo>
                  <a:pt x="900265" y="756837"/>
                </a:lnTo>
                <a:lnTo>
                  <a:pt x="881367" y="759152"/>
                </a:lnTo>
                <a:lnTo>
                  <a:pt x="862460" y="761467"/>
                </a:lnTo>
                <a:lnTo>
                  <a:pt x="843553" y="763781"/>
                </a:lnTo>
                <a:lnTo>
                  <a:pt x="824646" y="766096"/>
                </a:lnTo>
                <a:lnTo>
                  <a:pt x="805739" y="768410"/>
                </a:lnTo>
                <a:lnTo>
                  <a:pt x="786841" y="770725"/>
                </a:lnTo>
                <a:lnTo>
                  <a:pt x="767934" y="773039"/>
                </a:lnTo>
                <a:lnTo>
                  <a:pt x="749027" y="775354"/>
                </a:lnTo>
                <a:lnTo>
                  <a:pt x="730120" y="777678"/>
                </a:lnTo>
                <a:lnTo>
                  <a:pt x="711213" y="779993"/>
                </a:lnTo>
                <a:lnTo>
                  <a:pt x="692315" y="782307"/>
                </a:lnTo>
                <a:lnTo>
                  <a:pt x="673408" y="784622"/>
                </a:lnTo>
                <a:lnTo>
                  <a:pt x="654501" y="786936"/>
                </a:lnTo>
                <a:lnTo>
                  <a:pt x="635594" y="789251"/>
                </a:lnTo>
                <a:lnTo>
                  <a:pt x="616687" y="791566"/>
                </a:lnTo>
                <a:lnTo>
                  <a:pt x="597789" y="793880"/>
                </a:lnTo>
                <a:lnTo>
                  <a:pt x="578882" y="796195"/>
                </a:lnTo>
                <a:lnTo>
                  <a:pt x="559975" y="798519"/>
                </a:lnTo>
                <a:lnTo>
                  <a:pt x="541068" y="800833"/>
                </a:lnTo>
                <a:lnTo>
                  <a:pt x="522161" y="803148"/>
                </a:lnTo>
                <a:lnTo>
                  <a:pt x="503253" y="805463"/>
                </a:lnTo>
                <a:lnTo>
                  <a:pt x="484356" y="807777"/>
                </a:lnTo>
                <a:lnTo>
                  <a:pt x="465449" y="810092"/>
                </a:lnTo>
                <a:lnTo>
                  <a:pt x="446542" y="812406"/>
                </a:lnTo>
                <a:lnTo>
                  <a:pt x="427634" y="814721"/>
                </a:lnTo>
                <a:lnTo>
                  <a:pt x="408727" y="817045"/>
                </a:lnTo>
                <a:lnTo>
                  <a:pt x="389830" y="819360"/>
                </a:lnTo>
                <a:lnTo>
                  <a:pt x="370923" y="821674"/>
                </a:lnTo>
                <a:lnTo>
                  <a:pt x="352015" y="823989"/>
                </a:lnTo>
                <a:lnTo>
                  <a:pt x="333108" y="826303"/>
                </a:lnTo>
                <a:lnTo>
                  <a:pt x="314201" y="828618"/>
                </a:lnTo>
                <a:lnTo>
                  <a:pt x="295304" y="830932"/>
                </a:lnTo>
                <a:lnTo>
                  <a:pt x="276396" y="833247"/>
                </a:lnTo>
                <a:lnTo>
                  <a:pt x="257489" y="835562"/>
                </a:lnTo>
                <a:lnTo>
                  <a:pt x="238582" y="837886"/>
                </a:lnTo>
                <a:lnTo>
                  <a:pt x="219675" y="840200"/>
                </a:lnTo>
                <a:lnTo>
                  <a:pt x="200777" y="842515"/>
                </a:lnTo>
                <a:lnTo>
                  <a:pt x="181870" y="844829"/>
                </a:lnTo>
                <a:lnTo>
                  <a:pt x="162963" y="847144"/>
                </a:lnTo>
                <a:lnTo>
                  <a:pt x="144056" y="849459"/>
                </a:lnTo>
                <a:lnTo>
                  <a:pt x="125149" y="851773"/>
                </a:lnTo>
                <a:lnTo>
                  <a:pt x="106251" y="854088"/>
                </a:lnTo>
                <a:lnTo>
                  <a:pt x="87344" y="856402"/>
                </a:lnTo>
                <a:lnTo>
                  <a:pt x="68437" y="858726"/>
                </a:lnTo>
                <a:lnTo>
                  <a:pt x="49530" y="861041"/>
                </a:lnTo>
                <a:lnTo>
                  <a:pt x="30623" y="863356"/>
                </a:lnTo>
                <a:lnTo>
                  <a:pt x="11725" y="865670"/>
                </a:lnTo>
                <a:lnTo>
                  <a:pt x="0" y="860536"/>
                </a:lnTo>
                <a:lnTo>
                  <a:pt x="1619" y="841553"/>
                </a:lnTo>
                <a:lnTo>
                  <a:pt x="3248" y="822579"/>
                </a:lnTo>
                <a:lnTo>
                  <a:pt x="4867" y="803605"/>
                </a:lnTo>
                <a:lnTo>
                  <a:pt x="6487" y="784622"/>
                </a:lnTo>
                <a:lnTo>
                  <a:pt x="8106" y="765648"/>
                </a:lnTo>
                <a:lnTo>
                  <a:pt x="9735" y="746665"/>
                </a:lnTo>
                <a:lnTo>
                  <a:pt x="11354" y="727691"/>
                </a:lnTo>
                <a:lnTo>
                  <a:pt x="12973" y="708717"/>
                </a:lnTo>
                <a:lnTo>
                  <a:pt x="14592" y="689734"/>
                </a:lnTo>
                <a:lnTo>
                  <a:pt x="16221" y="670760"/>
                </a:lnTo>
                <a:lnTo>
                  <a:pt x="17840" y="651786"/>
                </a:lnTo>
                <a:lnTo>
                  <a:pt x="19460" y="632803"/>
                </a:lnTo>
                <a:lnTo>
                  <a:pt x="21079" y="613829"/>
                </a:lnTo>
                <a:lnTo>
                  <a:pt x="22708" y="594846"/>
                </a:lnTo>
                <a:lnTo>
                  <a:pt x="24327" y="575872"/>
                </a:lnTo>
                <a:lnTo>
                  <a:pt x="25946" y="556898"/>
                </a:lnTo>
                <a:lnTo>
                  <a:pt x="27575" y="537915"/>
                </a:lnTo>
                <a:lnTo>
                  <a:pt x="29194" y="518941"/>
                </a:lnTo>
                <a:lnTo>
                  <a:pt x="30813" y="499958"/>
                </a:lnTo>
                <a:lnTo>
                  <a:pt x="32433" y="480984"/>
                </a:lnTo>
                <a:lnTo>
                  <a:pt x="34061" y="462010"/>
                </a:lnTo>
                <a:lnTo>
                  <a:pt x="35681" y="443027"/>
                </a:lnTo>
                <a:lnTo>
                  <a:pt x="37300" y="424053"/>
                </a:lnTo>
                <a:lnTo>
                  <a:pt x="38919" y="405079"/>
                </a:lnTo>
                <a:lnTo>
                  <a:pt x="40548" y="386096"/>
                </a:lnTo>
                <a:lnTo>
                  <a:pt x="42167" y="367122"/>
                </a:lnTo>
                <a:lnTo>
                  <a:pt x="43786" y="348139"/>
                </a:lnTo>
                <a:lnTo>
                  <a:pt x="45406" y="329165"/>
                </a:lnTo>
                <a:lnTo>
                  <a:pt x="47034" y="310191"/>
                </a:lnTo>
                <a:lnTo>
                  <a:pt x="48654" y="291208"/>
                </a:lnTo>
                <a:lnTo>
                  <a:pt x="50273" y="272234"/>
                </a:lnTo>
                <a:lnTo>
                  <a:pt x="51902" y="253260"/>
                </a:lnTo>
                <a:lnTo>
                  <a:pt x="53521" y="234277"/>
                </a:lnTo>
                <a:lnTo>
                  <a:pt x="55140" y="215303"/>
                </a:lnTo>
                <a:lnTo>
                  <a:pt x="56759" y="196320"/>
                </a:lnTo>
                <a:lnTo>
                  <a:pt x="58388" y="177346"/>
                </a:lnTo>
                <a:lnTo>
                  <a:pt x="60008" y="158372"/>
                </a:lnTo>
                <a:lnTo>
                  <a:pt x="61627" y="139389"/>
                </a:lnTo>
                <a:lnTo>
                  <a:pt x="63246" y="120415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CF98E635-4A3B-4039-AF57-32355046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3839" y="4576362"/>
            <a:ext cx="1058047" cy="865670"/>
          </a:xfrm>
          <a:custGeom xmlns:a="http://schemas.openxmlformats.org/drawingml/2006/main">
            <a:pathLst>
              <a:path w="1058047" h="865670">
                <a:moveTo>
                  <a:pt x="63246" y="120415"/>
                </a:moveTo>
                <a:lnTo>
                  <a:pt x="82153" y="118100"/>
                </a:lnTo>
                <a:lnTo>
                  <a:pt x="101060" y="115786"/>
                </a:lnTo>
                <a:lnTo>
                  <a:pt x="119967" y="113471"/>
                </a:lnTo>
                <a:lnTo>
                  <a:pt x="138875" y="111157"/>
                </a:lnTo>
                <a:lnTo>
                  <a:pt x="157772" y="108833"/>
                </a:lnTo>
                <a:lnTo>
                  <a:pt x="176679" y="106518"/>
                </a:lnTo>
                <a:lnTo>
                  <a:pt x="195586" y="104204"/>
                </a:lnTo>
                <a:lnTo>
                  <a:pt x="214493" y="101889"/>
                </a:lnTo>
                <a:lnTo>
                  <a:pt x="233401" y="99574"/>
                </a:lnTo>
                <a:lnTo>
                  <a:pt x="252298" y="97260"/>
                </a:lnTo>
                <a:lnTo>
                  <a:pt x="271205" y="94945"/>
                </a:lnTo>
                <a:lnTo>
                  <a:pt x="290112" y="92631"/>
                </a:lnTo>
                <a:lnTo>
                  <a:pt x="309020" y="90307"/>
                </a:lnTo>
                <a:lnTo>
                  <a:pt x="327927" y="87992"/>
                </a:lnTo>
                <a:lnTo>
                  <a:pt x="346824" y="85677"/>
                </a:lnTo>
                <a:lnTo>
                  <a:pt x="365731" y="83363"/>
                </a:lnTo>
                <a:lnTo>
                  <a:pt x="384639" y="81048"/>
                </a:lnTo>
                <a:lnTo>
                  <a:pt x="403546" y="78734"/>
                </a:lnTo>
                <a:lnTo>
                  <a:pt x="422453" y="76419"/>
                </a:lnTo>
                <a:lnTo>
                  <a:pt x="441350" y="74105"/>
                </a:lnTo>
                <a:lnTo>
                  <a:pt x="460258" y="71790"/>
                </a:lnTo>
                <a:lnTo>
                  <a:pt x="479165" y="69466"/>
                </a:lnTo>
                <a:lnTo>
                  <a:pt x="498072" y="67151"/>
                </a:lnTo>
                <a:lnTo>
                  <a:pt x="516979" y="64837"/>
                </a:lnTo>
                <a:lnTo>
                  <a:pt x="535877" y="62522"/>
                </a:lnTo>
                <a:lnTo>
                  <a:pt x="554784" y="60208"/>
                </a:lnTo>
                <a:lnTo>
                  <a:pt x="573691" y="57893"/>
                </a:lnTo>
                <a:lnTo>
                  <a:pt x="592598" y="55578"/>
                </a:lnTo>
                <a:lnTo>
                  <a:pt x="611505" y="53264"/>
                </a:lnTo>
                <a:lnTo>
                  <a:pt x="630412" y="50949"/>
                </a:lnTo>
                <a:lnTo>
                  <a:pt x="649310" y="48625"/>
                </a:lnTo>
                <a:lnTo>
                  <a:pt x="668217" y="46311"/>
                </a:lnTo>
                <a:lnTo>
                  <a:pt x="687124" y="43996"/>
                </a:lnTo>
                <a:lnTo>
                  <a:pt x="706031" y="41681"/>
                </a:lnTo>
                <a:lnTo>
                  <a:pt x="724938" y="39367"/>
                </a:lnTo>
                <a:lnTo>
                  <a:pt x="743836" y="37052"/>
                </a:lnTo>
                <a:lnTo>
                  <a:pt x="762743" y="34738"/>
                </a:lnTo>
                <a:lnTo>
                  <a:pt x="781650" y="32423"/>
                </a:lnTo>
                <a:lnTo>
                  <a:pt x="800557" y="30099"/>
                </a:lnTo>
                <a:lnTo>
                  <a:pt x="819464" y="27784"/>
                </a:lnTo>
                <a:lnTo>
                  <a:pt x="838362" y="25470"/>
                </a:lnTo>
                <a:lnTo>
                  <a:pt x="857269" y="23155"/>
                </a:lnTo>
                <a:lnTo>
                  <a:pt x="876176" y="20841"/>
                </a:lnTo>
                <a:lnTo>
                  <a:pt x="895083" y="18526"/>
                </a:lnTo>
                <a:lnTo>
                  <a:pt x="913990" y="16212"/>
                </a:lnTo>
                <a:lnTo>
                  <a:pt x="932888" y="13897"/>
                </a:lnTo>
                <a:lnTo>
                  <a:pt x="951795" y="11582"/>
                </a:lnTo>
                <a:lnTo>
                  <a:pt x="970702" y="9258"/>
                </a:lnTo>
                <a:lnTo>
                  <a:pt x="989609" y="6944"/>
                </a:lnTo>
                <a:lnTo>
                  <a:pt x="1008517" y="4629"/>
                </a:lnTo>
                <a:lnTo>
                  <a:pt x="1027414" y="2315"/>
                </a:lnTo>
                <a:lnTo>
                  <a:pt x="1046321" y="0"/>
                </a:lnTo>
                <a:lnTo>
                  <a:pt x="1058047" y="5134"/>
                </a:lnTo>
                <a:lnTo>
                  <a:pt x="1056427" y="24117"/>
                </a:lnTo>
                <a:lnTo>
                  <a:pt x="1054799" y="43091"/>
                </a:lnTo>
                <a:lnTo>
                  <a:pt x="1053179" y="62065"/>
                </a:lnTo>
                <a:lnTo>
                  <a:pt x="1051560" y="81048"/>
                </a:lnTo>
                <a:lnTo>
                  <a:pt x="1049931" y="100022"/>
                </a:lnTo>
                <a:lnTo>
                  <a:pt x="1048312" y="119005"/>
                </a:lnTo>
                <a:lnTo>
                  <a:pt x="1046693" y="137979"/>
                </a:lnTo>
                <a:lnTo>
                  <a:pt x="1045073" y="156953"/>
                </a:lnTo>
                <a:lnTo>
                  <a:pt x="1043445" y="175936"/>
                </a:lnTo>
                <a:lnTo>
                  <a:pt x="1041825" y="194910"/>
                </a:lnTo>
                <a:lnTo>
                  <a:pt x="1040206" y="213884"/>
                </a:lnTo>
                <a:lnTo>
                  <a:pt x="1038587" y="232867"/>
                </a:lnTo>
                <a:lnTo>
                  <a:pt x="1036958" y="251841"/>
                </a:lnTo>
                <a:lnTo>
                  <a:pt x="1035339" y="270824"/>
                </a:lnTo>
                <a:lnTo>
                  <a:pt x="1033720" y="289798"/>
                </a:lnTo>
                <a:lnTo>
                  <a:pt x="1032100" y="308772"/>
                </a:lnTo>
                <a:lnTo>
                  <a:pt x="1030472" y="327755"/>
                </a:lnTo>
                <a:lnTo>
                  <a:pt x="1028852" y="346729"/>
                </a:lnTo>
                <a:lnTo>
                  <a:pt x="1027233" y="365703"/>
                </a:lnTo>
                <a:lnTo>
                  <a:pt x="1025604" y="384686"/>
                </a:lnTo>
                <a:lnTo>
                  <a:pt x="1023985" y="403660"/>
                </a:lnTo>
                <a:lnTo>
                  <a:pt x="1022366" y="422643"/>
                </a:lnTo>
                <a:lnTo>
                  <a:pt x="1020747" y="441617"/>
                </a:lnTo>
                <a:lnTo>
                  <a:pt x="1019118" y="460591"/>
                </a:lnTo>
                <a:lnTo>
                  <a:pt x="1017499" y="479574"/>
                </a:lnTo>
                <a:lnTo>
                  <a:pt x="1015879" y="498548"/>
                </a:lnTo>
                <a:lnTo>
                  <a:pt x="1014260" y="517522"/>
                </a:lnTo>
                <a:lnTo>
                  <a:pt x="1012631" y="536505"/>
                </a:lnTo>
                <a:lnTo>
                  <a:pt x="1011012" y="555479"/>
                </a:lnTo>
                <a:lnTo>
                  <a:pt x="1009393" y="574462"/>
                </a:lnTo>
                <a:lnTo>
                  <a:pt x="1007774" y="593436"/>
                </a:lnTo>
                <a:lnTo>
                  <a:pt x="1006145" y="612410"/>
                </a:lnTo>
                <a:lnTo>
                  <a:pt x="1004526" y="631393"/>
                </a:lnTo>
                <a:lnTo>
                  <a:pt x="1002906" y="650367"/>
                </a:lnTo>
                <a:lnTo>
                  <a:pt x="1001278" y="669341"/>
                </a:lnTo>
                <a:lnTo>
                  <a:pt x="999658" y="688324"/>
                </a:lnTo>
                <a:lnTo>
                  <a:pt x="998039" y="707298"/>
                </a:lnTo>
                <a:lnTo>
                  <a:pt x="996420" y="726281"/>
                </a:lnTo>
                <a:lnTo>
                  <a:pt x="994791" y="745255"/>
                </a:lnTo>
                <a:lnTo>
                  <a:pt x="975893" y="747570"/>
                </a:lnTo>
                <a:lnTo>
                  <a:pt x="956986" y="749884"/>
                </a:lnTo>
                <a:lnTo>
                  <a:pt x="938079" y="752199"/>
                </a:lnTo>
                <a:lnTo>
                  <a:pt x="919172" y="754513"/>
                </a:lnTo>
                <a:lnTo>
                  <a:pt x="900265" y="756837"/>
                </a:lnTo>
                <a:lnTo>
                  <a:pt x="881367" y="759152"/>
                </a:lnTo>
                <a:lnTo>
                  <a:pt x="862460" y="761467"/>
                </a:lnTo>
                <a:lnTo>
                  <a:pt x="843553" y="763781"/>
                </a:lnTo>
                <a:lnTo>
                  <a:pt x="824646" y="766096"/>
                </a:lnTo>
                <a:lnTo>
                  <a:pt x="805739" y="768410"/>
                </a:lnTo>
                <a:lnTo>
                  <a:pt x="786841" y="770725"/>
                </a:lnTo>
                <a:lnTo>
                  <a:pt x="767934" y="773039"/>
                </a:lnTo>
                <a:lnTo>
                  <a:pt x="749027" y="775354"/>
                </a:lnTo>
                <a:lnTo>
                  <a:pt x="730120" y="777678"/>
                </a:lnTo>
                <a:lnTo>
                  <a:pt x="711213" y="779993"/>
                </a:lnTo>
                <a:lnTo>
                  <a:pt x="692315" y="782307"/>
                </a:lnTo>
                <a:lnTo>
                  <a:pt x="673408" y="784622"/>
                </a:lnTo>
                <a:lnTo>
                  <a:pt x="654501" y="786936"/>
                </a:lnTo>
                <a:lnTo>
                  <a:pt x="635594" y="789251"/>
                </a:lnTo>
                <a:lnTo>
                  <a:pt x="616687" y="791566"/>
                </a:lnTo>
                <a:lnTo>
                  <a:pt x="597779" y="793880"/>
                </a:lnTo>
                <a:lnTo>
                  <a:pt x="578882" y="796195"/>
                </a:lnTo>
                <a:lnTo>
                  <a:pt x="559975" y="798519"/>
                </a:lnTo>
                <a:lnTo>
                  <a:pt x="541068" y="800833"/>
                </a:lnTo>
                <a:lnTo>
                  <a:pt x="522161" y="803148"/>
                </a:lnTo>
                <a:lnTo>
                  <a:pt x="503253" y="805463"/>
                </a:lnTo>
                <a:lnTo>
                  <a:pt x="484356" y="807777"/>
                </a:lnTo>
                <a:lnTo>
                  <a:pt x="465449" y="810092"/>
                </a:lnTo>
                <a:lnTo>
                  <a:pt x="446542" y="812406"/>
                </a:lnTo>
                <a:lnTo>
                  <a:pt x="427634" y="814721"/>
                </a:lnTo>
                <a:lnTo>
                  <a:pt x="408727" y="817045"/>
                </a:lnTo>
                <a:lnTo>
                  <a:pt x="389830" y="819360"/>
                </a:lnTo>
                <a:lnTo>
                  <a:pt x="370923" y="821674"/>
                </a:lnTo>
                <a:lnTo>
                  <a:pt x="352015" y="823989"/>
                </a:lnTo>
                <a:lnTo>
                  <a:pt x="333108" y="826303"/>
                </a:lnTo>
                <a:lnTo>
                  <a:pt x="314201" y="828618"/>
                </a:lnTo>
                <a:lnTo>
                  <a:pt x="295304" y="830932"/>
                </a:lnTo>
                <a:lnTo>
                  <a:pt x="276396" y="833247"/>
                </a:lnTo>
                <a:lnTo>
                  <a:pt x="257489" y="835562"/>
                </a:lnTo>
                <a:lnTo>
                  <a:pt x="238582" y="837886"/>
                </a:lnTo>
                <a:lnTo>
                  <a:pt x="219675" y="840200"/>
                </a:lnTo>
                <a:lnTo>
                  <a:pt x="200777" y="842515"/>
                </a:lnTo>
                <a:lnTo>
                  <a:pt x="181870" y="844829"/>
                </a:lnTo>
                <a:lnTo>
                  <a:pt x="162963" y="847144"/>
                </a:lnTo>
                <a:lnTo>
                  <a:pt x="144056" y="849459"/>
                </a:lnTo>
                <a:lnTo>
                  <a:pt x="125149" y="851773"/>
                </a:lnTo>
                <a:lnTo>
                  <a:pt x="106251" y="854088"/>
                </a:lnTo>
                <a:lnTo>
                  <a:pt x="87344" y="856402"/>
                </a:lnTo>
                <a:lnTo>
                  <a:pt x="68437" y="858726"/>
                </a:lnTo>
                <a:lnTo>
                  <a:pt x="49530" y="861041"/>
                </a:lnTo>
                <a:lnTo>
                  <a:pt x="30623" y="863356"/>
                </a:lnTo>
                <a:lnTo>
                  <a:pt x="11725" y="865670"/>
                </a:lnTo>
                <a:lnTo>
                  <a:pt x="0" y="860536"/>
                </a:lnTo>
                <a:lnTo>
                  <a:pt x="1619" y="841553"/>
                </a:lnTo>
                <a:lnTo>
                  <a:pt x="3248" y="822579"/>
                </a:lnTo>
                <a:lnTo>
                  <a:pt x="4867" y="803605"/>
                </a:lnTo>
                <a:lnTo>
                  <a:pt x="6487" y="784622"/>
                </a:lnTo>
                <a:lnTo>
                  <a:pt x="8106" y="765648"/>
                </a:lnTo>
                <a:lnTo>
                  <a:pt x="9735" y="746665"/>
                </a:lnTo>
                <a:lnTo>
                  <a:pt x="11354" y="727691"/>
                </a:lnTo>
                <a:lnTo>
                  <a:pt x="12973" y="708717"/>
                </a:lnTo>
                <a:lnTo>
                  <a:pt x="14592" y="689734"/>
                </a:lnTo>
                <a:lnTo>
                  <a:pt x="16221" y="670760"/>
                </a:lnTo>
                <a:lnTo>
                  <a:pt x="17840" y="651786"/>
                </a:lnTo>
                <a:lnTo>
                  <a:pt x="19460" y="632803"/>
                </a:lnTo>
                <a:lnTo>
                  <a:pt x="21079" y="613829"/>
                </a:lnTo>
                <a:lnTo>
                  <a:pt x="22708" y="594846"/>
                </a:lnTo>
                <a:lnTo>
                  <a:pt x="24327" y="575872"/>
                </a:lnTo>
                <a:lnTo>
                  <a:pt x="25946" y="556898"/>
                </a:lnTo>
                <a:lnTo>
                  <a:pt x="27575" y="537915"/>
                </a:lnTo>
                <a:lnTo>
                  <a:pt x="29194" y="518941"/>
                </a:lnTo>
                <a:lnTo>
                  <a:pt x="30813" y="499958"/>
                </a:lnTo>
                <a:lnTo>
                  <a:pt x="32433" y="480984"/>
                </a:lnTo>
                <a:lnTo>
                  <a:pt x="34061" y="462010"/>
                </a:lnTo>
                <a:lnTo>
                  <a:pt x="35681" y="443027"/>
                </a:lnTo>
                <a:lnTo>
                  <a:pt x="37300" y="424053"/>
                </a:lnTo>
                <a:lnTo>
                  <a:pt x="38919" y="405079"/>
                </a:lnTo>
                <a:lnTo>
                  <a:pt x="40548" y="386096"/>
                </a:lnTo>
                <a:lnTo>
                  <a:pt x="42167" y="367122"/>
                </a:lnTo>
                <a:lnTo>
                  <a:pt x="43786" y="348139"/>
                </a:lnTo>
                <a:lnTo>
                  <a:pt x="45406" y="329165"/>
                </a:lnTo>
                <a:lnTo>
                  <a:pt x="47034" y="310191"/>
                </a:lnTo>
                <a:lnTo>
                  <a:pt x="48654" y="291208"/>
                </a:lnTo>
                <a:lnTo>
                  <a:pt x="50273" y="272234"/>
                </a:lnTo>
                <a:lnTo>
                  <a:pt x="51902" y="253260"/>
                </a:lnTo>
                <a:lnTo>
                  <a:pt x="53521" y="234277"/>
                </a:lnTo>
                <a:lnTo>
                  <a:pt x="55140" y="215303"/>
                </a:lnTo>
                <a:lnTo>
                  <a:pt x="56759" y="196320"/>
                </a:lnTo>
                <a:lnTo>
                  <a:pt x="58388" y="177346"/>
                </a:lnTo>
                <a:lnTo>
                  <a:pt x="60008" y="158372"/>
                </a:lnTo>
                <a:lnTo>
                  <a:pt x="61627" y="139389"/>
                </a:lnTo>
                <a:lnTo>
                  <a:pt x="63246" y="120415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C55941DF-CEAA-471C-87AD-78F05638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8576" y="4312415"/>
            <a:ext cx="1057237" cy="866261"/>
          </a:xfrm>
          <a:custGeom xmlns:a="http://schemas.openxmlformats.org/drawingml/2006/main">
            <a:pathLst>
              <a:path w="1057237" h="866261">
                <a:moveTo>
                  <a:pt x="61989" y="120520"/>
                </a:moveTo>
                <a:lnTo>
                  <a:pt x="80791" y="118215"/>
                </a:lnTo>
                <a:lnTo>
                  <a:pt x="99603" y="115919"/>
                </a:lnTo>
                <a:lnTo>
                  <a:pt x="118405" y="113614"/>
                </a:lnTo>
                <a:lnTo>
                  <a:pt x="137217" y="111309"/>
                </a:lnTo>
                <a:lnTo>
                  <a:pt x="156020" y="109004"/>
                </a:lnTo>
                <a:lnTo>
                  <a:pt x="174831" y="106699"/>
                </a:lnTo>
                <a:lnTo>
                  <a:pt x="193634" y="104394"/>
                </a:lnTo>
                <a:lnTo>
                  <a:pt x="212446" y="102098"/>
                </a:lnTo>
                <a:lnTo>
                  <a:pt x="231248" y="99793"/>
                </a:lnTo>
                <a:lnTo>
                  <a:pt x="250050" y="97488"/>
                </a:lnTo>
                <a:lnTo>
                  <a:pt x="268862" y="95183"/>
                </a:lnTo>
                <a:lnTo>
                  <a:pt x="287665" y="92878"/>
                </a:lnTo>
                <a:lnTo>
                  <a:pt x="306476" y="90573"/>
                </a:lnTo>
                <a:lnTo>
                  <a:pt x="325279" y="88268"/>
                </a:lnTo>
                <a:lnTo>
                  <a:pt x="344091" y="85973"/>
                </a:lnTo>
                <a:lnTo>
                  <a:pt x="362893" y="83668"/>
                </a:lnTo>
                <a:lnTo>
                  <a:pt x="381705" y="81363"/>
                </a:lnTo>
                <a:lnTo>
                  <a:pt x="400507" y="79058"/>
                </a:lnTo>
                <a:lnTo>
                  <a:pt x="419319" y="76752"/>
                </a:lnTo>
                <a:lnTo>
                  <a:pt x="438121" y="74447"/>
                </a:lnTo>
                <a:lnTo>
                  <a:pt x="456924" y="72142"/>
                </a:lnTo>
                <a:lnTo>
                  <a:pt x="475736" y="69847"/>
                </a:lnTo>
                <a:lnTo>
                  <a:pt x="494538" y="67542"/>
                </a:lnTo>
                <a:lnTo>
                  <a:pt x="513350" y="65237"/>
                </a:lnTo>
                <a:lnTo>
                  <a:pt x="532152" y="62932"/>
                </a:lnTo>
                <a:lnTo>
                  <a:pt x="550964" y="60627"/>
                </a:lnTo>
                <a:lnTo>
                  <a:pt x="569766" y="58322"/>
                </a:lnTo>
                <a:lnTo>
                  <a:pt x="588578" y="56026"/>
                </a:lnTo>
                <a:lnTo>
                  <a:pt x="607381" y="53721"/>
                </a:lnTo>
                <a:lnTo>
                  <a:pt x="626193" y="51416"/>
                </a:lnTo>
                <a:lnTo>
                  <a:pt x="644995" y="49111"/>
                </a:lnTo>
                <a:lnTo>
                  <a:pt x="663797" y="46806"/>
                </a:lnTo>
                <a:lnTo>
                  <a:pt x="682609" y="44501"/>
                </a:lnTo>
                <a:lnTo>
                  <a:pt x="701411" y="42196"/>
                </a:lnTo>
                <a:lnTo>
                  <a:pt x="720223" y="39900"/>
                </a:lnTo>
                <a:lnTo>
                  <a:pt x="739026" y="37595"/>
                </a:lnTo>
                <a:lnTo>
                  <a:pt x="757838" y="35290"/>
                </a:lnTo>
                <a:lnTo>
                  <a:pt x="776640" y="32985"/>
                </a:lnTo>
                <a:lnTo>
                  <a:pt x="795452" y="30680"/>
                </a:lnTo>
                <a:lnTo>
                  <a:pt x="814254" y="28375"/>
                </a:lnTo>
                <a:lnTo>
                  <a:pt x="833066" y="26079"/>
                </a:lnTo>
                <a:lnTo>
                  <a:pt x="851868" y="23774"/>
                </a:lnTo>
                <a:lnTo>
                  <a:pt x="870671" y="21469"/>
                </a:lnTo>
                <a:lnTo>
                  <a:pt x="889483" y="19164"/>
                </a:lnTo>
                <a:lnTo>
                  <a:pt x="908285" y="16859"/>
                </a:lnTo>
                <a:lnTo>
                  <a:pt x="927097" y="14554"/>
                </a:lnTo>
                <a:lnTo>
                  <a:pt x="945899" y="12249"/>
                </a:lnTo>
                <a:lnTo>
                  <a:pt x="964711" y="9954"/>
                </a:lnTo>
                <a:lnTo>
                  <a:pt x="983513" y="7649"/>
                </a:lnTo>
                <a:lnTo>
                  <a:pt x="1002325" y="5344"/>
                </a:lnTo>
                <a:lnTo>
                  <a:pt x="1021128" y="3038"/>
                </a:lnTo>
                <a:lnTo>
                  <a:pt x="1039940" y="733"/>
                </a:lnTo>
                <a:lnTo>
                  <a:pt x="1057237" y="0"/>
                </a:lnTo>
                <a:lnTo>
                  <a:pt x="1055646" y="18879"/>
                </a:lnTo>
                <a:lnTo>
                  <a:pt x="1054056" y="37757"/>
                </a:lnTo>
                <a:lnTo>
                  <a:pt x="1052474" y="56645"/>
                </a:lnTo>
                <a:lnTo>
                  <a:pt x="1050884" y="75524"/>
                </a:lnTo>
                <a:lnTo>
                  <a:pt x="1049293" y="94402"/>
                </a:lnTo>
                <a:lnTo>
                  <a:pt x="1047712" y="113281"/>
                </a:lnTo>
                <a:lnTo>
                  <a:pt x="1046121" y="132169"/>
                </a:lnTo>
                <a:lnTo>
                  <a:pt x="1044531" y="151047"/>
                </a:lnTo>
                <a:lnTo>
                  <a:pt x="1042949" y="169926"/>
                </a:lnTo>
                <a:lnTo>
                  <a:pt x="1041359" y="188805"/>
                </a:lnTo>
                <a:lnTo>
                  <a:pt x="1039768" y="207683"/>
                </a:lnTo>
                <a:lnTo>
                  <a:pt x="1038187" y="226571"/>
                </a:lnTo>
                <a:lnTo>
                  <a:pt x="1036596" y="245450"/>
                </a:lnTo>
                <a:lnTo>
                  <a:pt x="1035006" y="264328"/>
                </a:lnTo>
                <a:lnTo>
                  <a:pt x="1033424" y="283207"/>
                </a:lnTo>
                <a:lnTo>
                  <a:pt x="1031834" y="302085"/>
                </a:lnTo>
                <a:lnTo>
                  <a:pt x="1030243" y="320973"/>
                </a:lnTo>
                <a:lnTo>
                  <a:pt x="1028662" y="339852"/>
                </a:lnTo>
                <a:lnTo>
                  <a:pt x="1027071" y="358731"/>
                </a:lnTo>
                <a:lnTo>
                  <a:pt x="1025481" y="377609"/>
                </a:lnTo>
                <a:lnTo>
                  <a:pt x="1023899" y="396497"/>
                </a:lnTo>
                <a:lnTo>
                  <a:pt x="1022309" y="415376"/>
                </a:lnTo>
                <a:lnTo>
                  <a:pt x="1020718" y="434254"/>
                </a:lnTo>
                <a:lnTo>
                  <a:pt x="1019137" y="453133"/>
                </a:lnTo>
                <a:lnTo>
                  <a:pt x="1017546" y="472011"/>
                </a:lnTo>
                <a:lnTo>
                  <a:pt x="1015956" y="490899"/>
                </a:lnTo>
                <a:lnTo>
                  <a:pt x="1014374" y="509778"/>
                </a:lnTo>
                <a:lnTo>
                  <a:pt x="1012784" y="528657"/>
                </a:lnTo>
                <a:lnTo>
                  <a:pt x="1011193" y="547535"/>
                </a:lnTo>
                <a:lnTo>
                  <a:pt x="1009612" y="566423"/>
                </a:lnTo>
                <a:lnTo>
                  <a:pt x="1008021" y="585302"/>
                </a:lnTo>
                <a:lnTo>
                  <a:pt x="1006440" y="604180"/>
                </a:lnTo>
                <a:lnTo>
                  <a:pt x="1004849" y="623059"/>
                </a:lnTo>
                <a:lnTo>
                  <a:pt x="1003259" y="641937"/>
                </a:lnTo>
                <a:lnTo>
                  <a:pt x="1001678" y="660825"/>
                </a:lnTo>
                <a:lnTo>
                  <a:pt x="1000087" y="679704"/>
                </a:lnTo>
                <a:lnTo>
                  <a:pt x="998496" y="698583"/>
                </a:lnTo>
                <a:lnTo>
                  <a:pt x="996915" y="717461"/>
                </a:lnTo>
                <a:lnTo>
                  <a:pt x="995324" y="736349"/>
                </a:lnTo>
                <a:lnTo>
                  <a:pt x="985609" y="747398"/>
                </a:lnTo>
                <a:lnTo>
                  <a:pt x="966797" y="749684"/>
                </a:lnTo>
                <a:lnTo>
                  <a:pt x="947995" y="751970"/>
                </a:lnTo>
                <a:lnTo>
                  <a:pt x="929183" y="754247"/>
                </a:lnTo>
                <a:lnTo>
                  <a:pt x="910371" y="756533"/>
                </a:lnTo>
                <a:lnTo>
                  <a:pt x="891569" y="758819"/>
                </a:lnTo>
                <a:lnTo>
                  <a:pt x="872757" y="761105"/>
                </a:lnTo>
                <a:lnTo>
                  <a:pt x="853945" y="763391"/>
                </a:lnTo>
                <a:lnTo>
                  <a:pt x="835142" y="765677"/>
                </a:lnTo>
                <a:lnTo>
                  <a:pt x="816331" y="767963"/>
                </a:lnTo>
                <a:lnTo>
                  <a:pt x="797519" y="770249"/>
                </a:lnTo>
                <a:lnTo>
                  <a:pt x="778716" y="772535"/>
                </a:lnTo>
                <a:lnTo>
                  <a:pt x="759905" y="774821"/>
                </a:lnTo>
                <a:lnTo>
                  <a:pt x="741093" y="777107"/>
                </a:lnTo>
                <a:lnTo>
                  <a:pt x="722281" y="779393"/>
                </a:lnTo>
                <a:lnTo>
                  <a:pt x="703478" y="781679"/>
                </a:lnTo>
                <a:lnTo>
                  <a:pt x="684667" y="783965"/>
                </a:lnTo>
                <a:lnTo>
                  <a:pt x="665855" y="786251"/>
                </a:lnTo>
                <a:lnTo>
                  <a:pt x="647052" y="788537"/>
                </a:lnTo>
                <a:lnTo>
                  <a:pt x="628240" y="790823"/>
                </a:lnTo>
                <a:lnTo>
                  <a:pt x="609429" y="793109"/>
                </a:lnTo>
                <a:lnTo>
                  <a:pt x="590626" y="795395"/>
                </a:lnTo>
                <a:lnTo>
                  <a:pt x="571814" y="797681"/>
                </a:lnTo>
                <a:lnTo>
                  <a:pt x="553002" y="799967"/>
                </a:lnTo>
                <a:lnTo>
                  <a:pt x="534200" y="802253"/>
                </a:lnTo>
                <a:lnTo>
                  <a:pt x="515388" y="804539"/>
                </a:lnTo>
                <a:lnTo>
                  <a:pt x="496576" y="806825"/>
                </a:lnTo>
                <a:lnTo>
                  <a:pt x="477774" y="809111"/>
                </a:lnTo>
                <a:lnTo>
                  <a:pt x="458962" y="811397"/>
                </a:lnTo>
                <a:lnTo>
                  <a:pt x="440150" y="813683"/>
                </a:lnTo>
                <a:lnTo>
                  <a:pt x="421348" y="815969"/>
                </a:lnTo>
                <a:lnTo>
                  <a:pt x="402536" y="818255"/>
                </a:lnTo>
                <a:lnTo>
                  <a:pt x="383724" y="820541"/>
                </a:lnTo>
                <a:lnTo>
                  <a:pt x="364912" y="822827"/>
                </a:lnTo>
                <a:lnTo>
                  <a:pt x="346110" y="825113"/>
                </a:lnTo>
                <a:lnTo>
                  <a:pt x="327298" y="827399"/>
                </a:lnTo>
                <a:lnTo>
                  <a:pt x="308486" y="829685"/>
                </a:lnTo>
                <a:lnTo>
                  <a:pt x="289684" y="831971"/>
                </a:lnTo>
                <a:lnTo>
                  <a:pt x="270872" y="834257"/>
                </a:lnTo>
                <a:lnTo>
                  <a:pt x="252060" y="836543"/>
                </a:lnTo>
                <a:lnTo>
                  <a:pt x="233258" y="838829"/>
                </a:lnTo>
                <a:lnTo>
                  <a:pt x="214446" y="841115"/>
                </a:lnTo>
                <a:lnTo>
                  <a:pt x="195634" y="843401"/>
                </a:lnTo>
                <a:lnTo>
                  <a:pt x="176832" y="845687"/>
                </a:lnTo>
                <a:lnTo>
                  <a:pt x="158020" y="847973"/>
                </a:lnTo>
                <a:lnTo>
                  <a:pt x="139208" y="850259"/>
                </a:lnTo>
                <a:lnTo>
                  <a:pt x="120406" y="852545"/>
                </a:lnTo>
                <a:lnTo>
                  <a:pt x="101594" y="854831"/>
                </a:lnTo>
                <a:lnTo>
                  <a:pt x="82782" y="857117"/>
                </a:lnTo>
                <a:lnTo>
                  <a:pt x="63979" y="859403"/>
                </a:lnTo>
                <a:lnTo>
                  <a:pt x="45168" y="861689"/>
                </a:lnTo>
                <a:lnTo>
                  <a:pt x="26356" y="863975"/>
                </a:lnTo>
                <a:lnTo>
                  <a:pt x="7553" y="866261"/>
                </a:lnTo>
                <a:lnTo>
                  <a:pt x="0" y="856859"/>
                </a:lnTo>
                <a:lnTo>
                  <a:pt x="1591" y="837981"/>
                </a:lnTo>
                <a:lnTo>
                  <a:pt x="3181" y="819102"/>
                </a:lnTo>
                <a:lnTo>
                  <a:pt x="4772" y="800224"/>
                </a:lnTo>
                <a:lnTo>
                  <a:pt x="6353" y="781336"/>
                </a:lnTo>
                <a:lnTo>
                  <a:pt x="7944" y="762457"/>
                </a:lnTo>
                <a:lnTo>
                  <a:pt x="9535" y="743579"/>
                </a:lnTo>
                <a:lnTo>
                  <a:pt x="11125" y="724700"/>
                </a:lnTo>
                <a:lnTo>
                  <a:pt x="12716" y="705812"/>
                </a:lnTo>
                <a:lnTo>
                  <a:pt x="14307" y="686933"/>
                </a:lnTo>
                <a:lnTo>
                  <a:pt x="15897" y="668055"/>
                </a:lnTo>
                <a:lnTo>
                  <a:pt x="17488" y="649176"/>
                </a:lnTo>
                <a:lnTo>
                  <a:pt x="19069" y="630298"/>
                </a:lnTo>
                <a:lnTo>
                  <a:pt x="20660" y="611419"/>
                </a:lnTo>
                <a:lnTo>
                  <a:pt x="22250" y="592531"/>
                </a:lnTo>
                <a:lnTo>
                  <a:pt x="23841" y="573653"/>
                </a:lnTo>
                <a:lnTo>
                  <a:pt x="25432" y="554774"/>
                </a:lnTo>
                <a:lnTo>
                  <a:pt x="27022" y="535896"/>
                </a:lnTo>
                <a:lnTo>
                  <a:pt x="28613" y="517007"/>
                </a:lnTo>
                <a:lnTo>
                  <a:pt x="30204" y="498129"/>
                </a:lnTo>
                <a:lnTo>
                  <a:pt x="31785" y="479250"/>
                </a:lnTo>
                <a:lnTo>
                  <a:pt x="33376" y="460372"/>
                </a:lnTo>
                <a:lnTo>
                  <a:pt x="34966" y="441493"/>
                </a:lnTo>
                <a:lnTo>
                  <a:pt x="36557" y="422605"/>
                </a:lnTo>
                <a:lnTo>
                  <a:pt x="38148" y="403727"/>
                </a:lnTo>
                <a:lnTo>
                  <a:pt x="39738" y="384848"/>
                </a:lnTo>
                <a:lnTo>
                  <a:pt x="41329" y="365970"/>
                </a:lnTo>
                <a:lnTo>
                  <a:pt x="42910" y="347091"/>
                </a:lnTo>
                <a:lnTo>
                  <a:pt x="44501" y="328203"/>
                </a:lnTo>
                <a:lnTo>
                  <a:pt x="46091" y="309324"/>
                </a:lnTo>
                <a:lnTo>
                  <a:pt x="47682" y="290446"/>
                </a:lnTo>
                <a:lnTo>
                  <a:pt x="49273" y="271567"/>
                </a:lnTo>
                <a:lnTo>
                  <a:pt x="50864" y="252689"/>
                </a:lnTo>
                <a:lnTo>
                  <a:pt x="52454" y="233801"/>
                </a:lnTo>
                <a:lnTo>
                  <a:pt x="54045" y="214922"/>
                </a:lnTo>
                <a:lnTo>
                  <a:pt x="55626" y="196044"/>
                </a:lnTo>
                <a:lnTo>
                  <a:pt x="57217" y="177165"/>
                </a:lnTo>
                <a:lnTo>
                  <a:pt x="58807" y="158286"/>
                </a:lnTo>
                <a:lnTo>
                  <a:pt x="60398" y="139398"/>
                </a:lnTo>
                <a:lnTo>
                  <a:pt x="61989" y="1205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8C0A6161-C112-43FE-A191-B7B46B15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5628" y="5505545"/>
            <a:ext cx="220980" cy="343757"/>
          </a:xfrm>
          <a:custGeom xmlns:a="http://schemas.openxmlformats.org/drawingml/2006/main">
            <a:pathLst>
              <a:path w="220980" h="343757">
                <a:moveTo>
                  <a:pt x="0" y="343757"/>
                </a:moveTo>
                <a:lnTo>
                  <a:pt x="0" y="324879"/>
                </a:lnTo>
                <a:lnTo>
                  <a:pt x="0" y="306000"/>
                </a:lnTo>
                <a:lnTo>
                  <a:pt x="0" y="287112"/>
                </a:lnTo>
                <a:lnTo>
                  <a:pt x="0" y="268234"/>
                </a:lnTo>
                <a:lnTo>
                  <a:pt x="0" y="249355"/>
                </a:lnTo>
                <a:lnTo>
                  <a:pt x="0" y="230476"/>
                </a:lnTo>
                <a:lnTo>
                  <a:pt x="0" y="211598"/>
                </a:lnTo>
                <a:lnTo>
                  <a:pt x="0" y="192719"/>
                </a:lnTo>
                <a:lnTo>
                  <a:pt x="0" y="173841"/>
                </a:lnTo>
                <a:lnTo>
                  <a:pt x="0" y="154953"/>
                </a:lnTo>
                <a:lnTo>
                  <a:pt x="0" y="136074"/>
                </a:lnTo>
                <a:lnTo>
                  <a:pt x="0" y="117196"/>
                </a:lnTo>
                <a:lnTo>
                  <a:pt x="0" y="98317"/>
                </a:lnTo>
                <a:lnTo>
                  <a:pt x="0" y="79439"/>
                </a:lnTo>
                <a:lnTo>
                  <a:pt x="10211" y="67866"/>
                </a:lnTo>
                <a:lnTo>
                  <a:pt x="28080" y="61779"/>
                </a:lnTo>
                <a:lnTo>
                  <a:pt x="45958" y="55693"/>
                </a:lnTo>
                <a:lnTo>
                  <a:pt x="63827" y="49606"/>
                </a:lnTo>
                <a:lnTo>
                  <a:pt x="81696" y="43520"/>
                </a:lnTo>
                <a:lnTo>
                  <a:pt x="99574" y="37433"/>
                </a:lnTo>
                <a:lnTo>
                  <a:pt x="117443" y="31347"/>
                </a:lnTo>
                <a:lnTo>
                  <a:pt x="135312" y="25260"/>
                </a:lnTo>
                <a:lnTo>
                  <a:pt x="153191" y="19174"/>
                </a:lnTo>
                <a:lnTo>
                  <a:pt x="171059" y="13097"/>
                </a:lnTo>
                <a:lnTo>
                  <a:pt x="188928" y="7010"/>
                </a:lnTo>
                <a:lnTo>
                  <a:pt x="206807" y="924"/>
                </a:lnTo>
                <a:lnTo>
                  <a:pt x="220980" y="0"/>
                </a:lnTo>
                <a:lnTo>
                  <a:pt x="220980" y="18879"/>
                </a:lnTo>
                <a:lnTo>
                  <a:pt x="220980" y="37757"/>
                </a:lnTo>
                <a:lnTo>
                  <a:pt x="220980" y="56636"/>
                </a:lnTo>
                <a:lnTo>
                  <a:pt x="220980" y="75524"/>
                </a:lnTo>
                <a:lnTo>
                  <a:pt x="220980" y="94402"/>
                </a:lnTo>
                <a:lnTo>
                  <a:pt x="220980" y="113281"/>
                </a:lnTo>
                <a:lnTo>
                  <a:pt x="220980" y="132159"/>
                </a:lnTo>
                <a:lnTo>
                  <a:pt x="220980" y="151038"/>
                </a:lnTo>
                <a:lnTo>
                  <a:pt x="220980" y="169916"/>
                </a:lnTo>
                <a:lnTo>
                  <a:pt x="220980" y="188805"/>
                </a:lnTo>
                <a:lnTo>
                  <a:pt x="220980" y="207683"/>
                </a:lnTo>
                <a:lnTo>
                  <a:pt x="220980" y="226562"/>
                </a:lnTo>
                <a:lnTo>
                  <a:pt x="220980" y="245440"/>
                </a:lnTo>
                <a:lnTo>
                  <a:pt x="209026" y="256365"/>
                </a:lnTo>
                <a:lnTo>
                  <a:pt x="191605" y="263642"/>
                </a:lnTo>
                <a:lnTo>
                  <a:pt x="174184" y="270929"/>
                </a:lnTo>
                <a:lnTo>
                  <a:pt x="156772" y="278206"/>
                </a:lnTo>
                <a:lnTo>
                  <a:pt x="139351" y="285493"/>
                </a:lnTo>
                <a:lnTo>
                  <a:pt x="121930" y="292779"/>
                </a:lnTo>
                <a:lnTo>
                  <a:pt x="104518" y="300057"/>
                </a:lnTo>
                <a:lnTo>
                  <a:pt x="87097" y="307343"/>
                </a:lnTo>
                <a:lnTo>
                  <a:pt x="69675" y="314620"/>
                </a:lnTo>
                <a:lnTo>
                  <a:pt x="52254" y="321907"/>
                </a:lnTo>
                <a:lnTo>
                  <a:pt x="34842" y="329194"/>
                </a:lnTo>
                <a:lnTo>
                  <a:pt x="17421" y="336471"/>
                </a:lnTo>
                <a:lnTo>
                  <a:pt x="0" y="343757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2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B30F3C13-48C1-44A8-9127-D7F3ED0A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4048" y="5756910"/>
            <a:ext cx="1425321" cy="92393"/>
          </a:xfrm>
          <a:custGeom xmlns:a="http://schemas.openxmlformats.org/drawingml/2006/main">
            <a:pathLst>
              <a:path w="1425321" h="92393">
                <a:moveTo>
                  <a:pt x="0" y="92393"/>
                </a:moveTo>
                <a:lnTo>
                  <a:pt x="18936" y="92393"/>
                </a:lnTo>
                <a:lnTo>
                  <a:pt x="37881" y="92393"/>
                </a:lnTo>
                <a:lnTo>
                  <a:pt x="56817" y="92393"/>
                </a:lnTo>
                <a:lnTo>
                  <a:pt x="75762" y="92393"/>
                </a:lnTo>
                <a:lnTo>
                  <a:pt x="94698" y="92393"/>
                </a:lnTo>
                <a:lnTo>
                  <a:pt x="113633" y="92393"/>
                </a:lnTo>
                <a:lnTo>
                  <a:pt x="132578" y="92393"/>
                </a:lnTo>
                <a:lnTo>
                  <a:pt x="151514" y="92393"/>
                </a:lnTo>
                <a:lnTo>
                  <a:pt x="170459" y="92393"/>
                </a:lnTo>
                <a:lnTo>
                  <a:pt x="189395" y="92393"/>
                </a:lnTo>
                <a:lnTo>
                  <a:pt x="208331" y="92393"/>
                </a:lnTo>
                <a:lnTo>
                  <a:pt x="227276" y="92393"/>
                </a:lnTo>
                <a:lnTo>
                  <a:pt x="246212" y="92393"/>
                </a:lnTo>
                <a:lnTo>
                  <a:pt x="265147" y="92393"/>
                </a:lnTo>
                <a:lnTo>
                  <a:pt x="284093" y="92393"/>
                </a:lnTo>
                <a:lnTo>
                  <a:pt x="303028" y="92393"/>
                </a:lnTo>
                <a:lnTo>
                  <a:pt x="321974" y="92393"/>
                </a:lnTo>
                <a:lnTo>
                  <a:pt x="340909" y="92393"/>
                </a:lnTo>
                <a:lnTo>
                  <a:pt x="359845" y="92393"/>
                </a:lnTo>
                <a:lnTo>
                  <a:pt x="378790" y="92393"/>
                </a:lnTo>
                <a:lnTo>
                  <a:pt x="397726" y="92393"/>
                </a:lnTo>
                <a:lnTo>
                  <a:pt x="416671" y="92393"/>
                </a:lnTo>
                <a:lnTo>
                  <a:pt x="435607" y="92393"/>
                </a:lnTo>
                <a:lnTo>
                  <a:pt x="454543" y="92393"/>
                </a:lnTo>
                <a:lnTo>
                  <a:pt x="473488" y="92393"/>
                </a:lnTo>
                <a:lnTo>
                  <a:pt x="492423" y="92393"/>
                </a:lnTo>
                <a:lnTo>
                  <a:pt x="511369" y="92393"/>
                </a:lnTo>
                <a:lnTo>
                  <a:pt x="530304" y="92393"/>
                </a:lnTo>
                <a:lnTo>
                  <a:pt x="549240" y="92393"/>
                </a:lnTo>
                <a:lnTo>
                  <a:pt x="568185" y="92393"/>
                </a:lnTo>
                <a:lnTo>
                  <a:pt x="587121" y="92393"/>
                </a:lnTo>
                <a:lnTo>
                  <a:pt x="606066" y="92393"/>
                </a:lnTo>
                <a:lnTo>
                  <a:pt x="625002" y="92393"/>
                </a:lnTo>
                <a:lnTo>
                  <a:pt x="643938" y="92393"/>
                </a:lnTo>
                <a:lnTo>
                  <a:pt x="662883" y="92393"/>
                </a:lnTo>
                <a:lnTo>
                  <a:pt x="681819" y="92393"/>
                </a:lnTo>
                <a:lnTo>
                  <a:pt x="700754" y="92393"/>
                </a:lnTo>
                <a:lnTo>
                  <a:pt x="719699" y="92393"/>
                </a:lnTo>
                <a:lnTo>
                  <a:pt x="738635" y="92393"/>
                </a:lnTo>
                <a:lnTo>
                  <a:pt x="757580" y="92393"/>
                </a:lnTo>
                <a:lnTo>
                  <a:pt x="776516" y="92393"/>
                </a:lnTo>
                <a:lnTo>
                  <a:pt x="795452" y="92393"/>
                </a:lnTo>
                <a:lnTo>
                  <a:pt x="814397" y="92393"/>
                </a:lnTo>
                <a:lnTo>
                  <a:pt x="833333" y="92393"/>
                </a:lnTo>
                <a:lnTo>
                  <a:pt x="852278" y="92393"/>
                </a:lnTo>
                <a:lnTo>
                  <a:pt x="871214" y="92393"/>
                </a:lnTo>
                <a:lnTo>
                  <a:pt x="890149" y="92393"/>
                </a:lnTo>
                <a:lnTo>
                  <a:pt x="909095" y="92393"/>
                </a:lnTo>
                <a:lnTo>
                  <a:pt x="928030" y="92393"/>
                </a:lnTo>
                <a:lnTo>
                  <a:pt x="946976" y="92393"/>
                </a:lnTo>
                <a:lnTo>
                  <a:pt x="965911" y="92393"/>
                </a:lnTo>
                <a:lnTo>
                  <a:pt x="984847" y="92393"/>
                </a:lnTo>
                <a:lnTo>
                  <a:pt x="1003792" y="92393"/>
                </a:lnTo>
                <a:lnTo>
                  <a:pt x="1022728" y="92393"/>
                </a:lnTo>
                <a:lnTo>
                  <a:pt x="1041664" y="92393"/>
                </a:lnTo>
                <a:lnTo>
                  <a:pt x="1060609" y="92393"/>
                </a:lnTo>
                <a:lnTo>
                  <a:pt x="1079544" y="92393"/>
                </a:lnTo>
                <a:lnTo>
                  <a:pt x="1098490" y="92393"/>
                </a:lnTo>
                <a:lnTo>
                  <a:pt x="1117425" y="92393"/>
                </a:lnTo>
                <a:lnTo>
                  <a:pt x="1136361" y="92393"/>
                </a:lnTo>
                <a:lnTo>
                  <a:pt x="1155306" y="92393"/>
                </a:lnTo>
                <a:lnTo>
                  <a:pt x="1174242" y="92393"/>
                </a:lnTo>
                <a:lnTo>
                  <a:pt x="1193187" y="92393"/>
                </a:lnTo>
                <a:lnTo>
                  <a:pt x="1212085" y="92183"/>
                </a:lnTo>
                <a:lnTo>
                  <a:pt x="1229554" y="84877"/>
                </a:lnTo>
                <a:lnTo>
                  <a:pt x="1247032" y="77572"/>
                </a:lnTo>
                <a:lnTo>
                  <a:pt x="1264501" y="70266"/>
                </a:lnTo>
                <a:lnTo>
                  <a:pt x="1281979" y="62960"/>
                </a:lnTo>
                <a:lnTo>
                  <a:pt x="1299448" y="55655"/>
                </a:lnTo>
                <a:lnTo>
                  <a:pt x="1316927" y="48349"/>
                </a:lnTo>
                <a:lnTo>
                  <a:pt x="1334395" y="41043"/>
                </a:lnTo>
                <a:lnTo>
                  <a:pt x="1351874" y="33738"/>
                </a:lnTo>
                <a:lnTo>
                  <a:pt x="1369343" y="26432"/>
                </a:lnTo>
                <a:lnTo>
                  <a:pt x="1386821" y="19126"/>
                </a:lnTo>
                <a:lnTo>
                  <a:pt x="1404290" y="11821"/>
                </a:lnTo>
                <a:lnTo>
                  <a:pt x="1421768" y="4515"/>
                </a:lnTo>
                <a:lnTo>
                  <a:pt x="1425321" y="0"/>
                </a:lnTo>
                <a:lnTo>
                  <a:pt x="1406385" y="0"/>
                </a:lnTo>
                <a:lnTo>
                  <a:pt x="1387440" y="0"/>
                </a:lnTo>
                <a:lnTo>
                  <a:pt x="1368504" y="0"/>
                </a:lnTo>
                <a:lnTo>
                  <a:pt x="1349569" y="0"/>
                </a:lnTo>
                <a:lnTo>
                  <a:pt x="1330623" y="0"/>
                </a:lnTo>
                <a:lnTo>
                  <a:pt x="1311688" y="0"/>
                </a:lnTo>
                <a:lnTo>
                  <a:pt x="1292743" y="0"/>
                </a:lnTo>
                <a:lnTo>
                  <a:pt x="1273807" y="0"/>
                </a:lnTo>
                <a:lnTo>
                  <a:pt x="1254871" y="0"/>
                </a:lnTo>
                <a:lnTo>
                  <a:pt x="1235926" y="0"/>
                </a:lnTo>
                <a:lnTo>
                  <a:pt x="1216990" y="0"/>
                </a:lnTo>
                <a:lnTo>
                  <a:pt x="1198045" y="0"/>
                </a:lnTo>
                <a:lnTo>
                  <a:pt x="1179109" y="0"/>
                </a:lnTo>
                <a:lnTo>
                  <a:pt x="1160174" y="0"/>
                </a:lnTo>
                <a:lnTo>
                  <a:pt x="1141228" y="0"/>
                </a:lnTo>
                <a:lnTo>
                  <a:pt x="1122293" y="0"/>
                </a:lnTo>
                <a:lnTo>
                  <a:pt x="1103347" y="0"/>
                </a:lnTo>
                <a:lnTo>
                  <a:pt x="1084412" y="0"/>
                </a:lnTo>
                <a:lnTo>
                  <a:pt x="1065476" y="0"/>
                </a:lnTo>
                <a:lnTo>
                  <a:pt x="1046531" y="0"/>
                </a:lnTo>
                <a:lnTo>
                  <a:pt x="1027595" y="0"/>
                </a:lnTo>
                <a:lnTo>
                  <a:pt x="1008659" y="0"/>
                </a:lnTo>
                <a:lnTo>
                  <a:pt x="989714" y="0"/>
                </a:lnTo>
                <a:lnTo>
                  <a:pt x="970778" y="0"/>
                </a:lnTo>
                <a:lnTo>
                  <a:pt x="951833" y="0"/>
                </a:lnTo>
                <a:lnTo>
                  <a:pt x="932898" y="0"/>
                </a:lnTo>
                <a:lnTo>
                  <a:pt x="913962" y="0"/>
                </a:lnTo>
                <a:lnTo>
                  <a:pt x="895017" y="0"/>
                </a:lnTo>
                <a:lnTo>
                  <a:pt x="876081" y="0"/>
                </a:lnTo>
                <a:lnTo>
                  <a:pt x="857136" y="0"/>
                </a:lnTo>
                <a:lnTo>
                  <a:pt x="838200" y="0"/>
                </a:lnTo>
                <a:lnTo>
                  <a:pt x="819264" y="0"/>
                </a:lnTo>
                <a:lnTo>
                  <a:pt x="800319" y="0"/>
                </a:lnTo>
                <a:lnTo>
                  <a:pt x="781383" y="0"/>
                </a:lnTo>
                <a:lnTo>
                  <a:pt x="762438" y="0"/>
                </a:lnTo>
                <a:lnTo>
                  <a:pt x="743502" y="0"/>
                </a:lnTo>
                <a:lnTo>
                  <a:pt x="724567" y="0"/>
                </a:lnTo>
                <a:lnTo>
                  <a:pt x="705622" y="0"/>
                </a:lnTo>
                <a:lnTo>
                  <a:pt x="686686" y="0"/>
                </a:lnTo>
                <a:lnTo>
                  <a:pt x="667741" y="0"/>
                </a:lnTo>
                <a:lnTo>
                  <a:pt x="648805" y="0"/>
                </a:lnTo>
                <a:lnTo>
                  <a:pt x="629869" y="0"/>
                </a:lnTo>
                <a:lnTo>
                  <a:pt x="610924" y="0"/>
                </a:lnTo>
                <a:lnTo>
                  <a:pt x="591988" y="0"/>
                </a:lnTo>
                <a:lnTo>
                  <a:pt x="573053" y="0"/>
                </a:lnTo>
                <a:lnTo>
                  <a:pt x="554107" y="0"/>
                </a:lnTo>
                <a:lnTo>
                  <a:pt x="535172" y="0"/>
                </a:lnTo>
                <a:lnTo>
                  <a:pt x="516226" y="0"/>
                </a:lnTo>
                <a:lnTo>
                  <a:pt x="497291" y="0"/>
                </a:lnTo>
                <a:lnTo>
                  <a:pt x="478355" y="0"/>
                </a:lnTo>
                <a:lnTo>
                  <a:pt x="459410" y="0"/>
                </a:lnTo>
                <a:lnTo>
                  <a:pt x="440474" y="0"/>
                </a:lnTo>
                <a:lnTo>
                  <a:pt x="421529" y="0"/>
                </a:lnTo>
                <a:lnTo>
                  <a:pt x="402593" y="0"/>
                </a:lnTo>
                <a:lnTo>
                  <a:pt x="383657" y="0"/>
                </a:lnTo>
                <a:lnTo>
                  <a:pt x="364712" y="0"/>
                </a:lnTo>
                <a:lnTo>
                  <a:pt x="345777" y="0"/>
                </a:lnTo>
                <a:lnTo>
                  <a:pt x="326831" y="0"/>
                </a:lnTo>
                <a:lnTo>
                  <a:pt x="307896" y="0"/>
                </a:lnTo>
                <a:lnTo>
                  <a:pt x="289284" y="2162"/>
                </a:lnTo>
                <a:lnTo>
                  <a:pt x="271205" y="7801"/>
                </a:lnTo>
                <a:lnTo>
                  <a:pt x="253127" y="13440"/>
                </a:lnTo>
                <a:lnTo>
                  <a:pt x="235048" y="19079"/>
                </a:lnTo>
                <a:lnTo>
                  <a:pt x="216960" y="24717"/>
                </a:lnTo>
                <a:lnTo>
                  <a:pt x="198882" y="30366"/>
                </a:lnTo>
                <a:lnTo>
                  <a:pt x="180804" y="36005"/>
                </a:lnTo>
                <a:lnTo>
                  <a:pt x="162725" y="41643"/>
                </a:lnTo>
                <a:lnTo>
                  <a:pt x="144647" y="47282"/>
                </a:lnTo>
                <a:lnTo>
                  <a:pt x="126559" y="52921"/>
                </a:lnTo>
                <a:lnTo>
                  <a:pt x="108480" y="58560"/>
                </a:lnTo>
                <a:lnTo>
                  <a:pt x="90402" y="64199"/>
                </a:lnTo>
                <a:lnTo>
                  <a:pt x="72323" y="69837"/>
                </a:lnTo>
                <a:lnTo>
                  <a:pt x="54245" y="75476"/>
                </a:lnTo>
                <a:lnTo>
                  <a:pt x="36157" y="81115"/>
                </a:lnTo>
                <a:lnTo>
                  <a:pt x="18078" y="86754"/>
                </a:lnTo>
                <a:lnTo>
                  <a:pt x="0" y="92393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3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B21D3552-56EA-4648-BD42-EE5BAB8E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2625" y="5756910"/>
            <a:ext cx="1339215" cy="92393"/>
          </a:xfrm>
          <a:custGeom xmlns:a="http://schemas.openxmlformats.org/drawingml/2006/main">
            <a:pathLst>
              <a:path w="1339215" h="92393">
                <a:moveTo>
                  <a:pt x="0" y="92393"/>
                </a:moveTo>
                <a:lnTo>
                  <a:pt x="18850" y="92393"/>
                </a:lnTo>
                <a:lnTo>
                  <a:pt x="37709" y="92393"/>
                </a:lnTo>
                <a:lnTo>
                  <a:pt x="56559" y="92393"/>
                </a:lnTo>
                <a:lnTo>
                  <a:pt x="75419" y="92393"/>
                </a:lnTo>
                <a:lnTo>
                  <a:pt x="94269" y="92393"/>
                </a:lnTo>
                <a:lnTo>
                  <a:pt x="113128" y="92393"/>
                </a:lnTo>
                <a:lnTo>
                  <a:pt x="131978" y="92393"/>
                </a:lnTo>
                <a:lnTo>
                  <a:pt x="150838" y="92393"/>
                </a:lnTo>
                <a:lnTo>
                  <a:pt x="169688" y="92393"/>
                </a:lnTo>
                <a:lnTo>
                  <a:pt x="188547" y="92393"/>
                </a:lnTo>
                <a:lnTo>
                  <a:pt x="207397" y="92393"/>
                </a:lnTo>
                <a:lnTo>
                  <a:pt x="226257" y="92393"/>
                </a:lnTo>
                <a:lnTo>
                  <a:pt x="245107" y="92393"/>
                </a:lnTo>
                <a:lnTo>
                  <a:pt x="263966" y="92393"/>
                </a:lnTo>
                <a:lnTo>
                  <a:pt x="282816" y="92393"/>
                </a:lnTo>
                <a:lnTo>
                  <a:pt x="301676" y="92393"/>
                </a:lnTo>
                <a:lnTo>
                  <a:pt x="320526" y="92393"/>
                </a:lnTo>
                <a:lnTo>
                  <a:pt x="339385" y="92393"/>
                </a:lnTo>
                <a:lnTo>
                  <a:pt x="358235" y="92393"/>
                </a:lnTo>
                <a:lnTo>
                  <a:pt x="377095" y="92393"/>
                </a:lnTo>
                <a:lnTo>
                  <a:pt x="395945" y="92393"/>
                </a:lnTo>
                <a:lnTo>
                  <a:pt x="414804" y="92393"/>
                </a:lnTo>
                <a:lnTo>
                  <a:pt x="433654" y="92393"/>
                </a:lnTo>
                <a:lnTo>
                  <a:pt x="452514" y="92393"/>
                </a:lnTo>
                <a:lnTo>
                  <a:pt x="471364" y="92393"/>
                </a:lnTo>
                <a:lnTo>
                  <a:pt x="490223" y="92393"/>
                </a:lnTo>
                <a:lnTo>
                  <a:pt x="509073" y="92393"/>
                </a:lnTo>
                <a:lnTo>
                  <a:pt x="527933" y="92393"/>
                </a:lnTo>
                <a:lnTo>
                  <a:pt x="546783" y="92393"/>
                </a:lnTo>
                <a:lnTo>
                  <a:pt x="565642" y="92393"/>
                </a:lnTo>
                <a:lnTo>
                  <a:pt x="584492" y="92393"/>
                </a:lnTo>
                <a:lnTo>
                  <a:pt x="603352" y="92393"/>
                </a:lnTo>
                <a:lnTo>
                  <a:pt x="622202" y="92393"/>
                </a:lnTo>
                <a:lnTo>
                  <a:pt x="641061" y="92393"/>
                </a:lnTo>
                <a:lnTo>
                  <a:pt x="659911" y="92393"/>
                </a:lnTo>
                <a:lnTo>
                  <a:pt x="678771" y="92393"/>
                </a:lnTo>
                <a:lnTo>
                  <a:pt x="697621" y="92393"/>
                </a:lnTo>
                <a:lnTo>
                  <a:pt x="716480" y="92393"/>
                </a:lnTo>
                <a:lnTo>
                  <a:pt x="735330" y="92393"/>
                </a:lnTo>
                <a:lnTo>
                  <a:pt x="754190" y="92393"/>
                </a:lnTo>
                <a:lnTo>
                  <a:pt x="773039" y="92393"/>
                </a:lnTo>
                <a:lnTo>
                  <a:pt x="791899" y="92393"/>
                </a:lnTo>
                <a:lnTo>
                  <a:pt x="810749" y="92393"/>
                </a:lnTo>
                <a:lnTo>
                  <a:pt x="829608" y="92393"/>
                </a:lnTo>
                <a:lnTo>
                  <a:pt x="848458" y="92393"/>
                </a:lnTo>
                <a:lnTo>
                  <a:pt x="867318" y="92393"/>
                </a:lnTo>
                <a:lnTo>
                  <a:pt x="886168" y="92393"/>
                </a:lnTo>
                <a:lnTo>
                  <a:pt x="905018" y="92393"/>
                </a:lnTo>
                <a:lnTo>
                  <a:pt x="923877" y="92393"/>
                </a:lnTo>
                <a:lnTo>
                  <a:pt x="942727" y="92393"/>
                </a:lnTo>
                <a:lnTo>
                  <a:pt x="961587" y="92393"/>
                </a:lnTo>
                <a:lnTo>
                  <a:pt x="980437" y="92393"/>
                </a:lnTo>
                <a:lnTo>
                  <a:pt x="999296" y="92393"/>
                </a:lnTo>
                <a:lnTo>
                  <a:pt x="1018146" y="92393"/>
                </a:lnTo>
                <a:lnTo>
                  <a:pt x="1037006" y="92393"/>
                </a:lnTo>
                <a:lnTo>
                  <a:pt x="1055856" y="92393"/>
                </a:lnTo>
                <a:lnTo>
                  <a:pt x="1074715" y="92393"/>
                </a:lnTo>
                <a:lnTo>
                  <a:pt x="1093565" y="92393"/>
                </a:lnTo>
                <a:lnTo>
                  <a:pt x="1112425" y="92393"/>
                </a:lnTo>
                <a:lnTo>
                  <a:pt x="1130075" y="86325"/>
                </a:lnTo>
                <a:lnTo>
                  <a:pt x="1147505" y="79134"/>
                </a:lnTo>
                <a:lnTo>
                  <a:pt x="1164936" y="71942"/>
                </a:lnTo>
                <a:lnTo>
                  <a:pt x="1182357" y="64741"/>
                </a:lnTo>
                <a:lnTo>
                  <a:pt x="1199788" y="57550"/>
                </a:lnTo>
                <a:lnTo>
                  <a:pt x="1217219" y="50359"/>
                </a:lnTo>
                <a:lnTo>
                  <a:pt x="1234650" y="43167"/>
                </a:lnTo>
                <a:lnTo>
                  <a:pt x="1252071" y="35966"/>
                </a:lnTo>
                <a:lnTo>
                  <a:pt x="1269502" y="28775"/>
                </a:lnTo>
                <a:lnTo>
                  <a:pt x="1286932" y="21584"/>
                </a:lnTo>
                <a:lnTo>
                  <a:pt x="1304363" y="14392"/>
                </a:lnTo>
                <a:lnTo>
                  <a:pt x="1321784" y="7191"/>
                </a:lnTo>
                <a:lnTo>
                  <a:pt x="13392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4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FCA70B56-8CBA-4D8F-913E-6EE992E5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5043" y="5756910"/>
            <a:ext cx="10467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5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53F22F2E-4CB4-416B-9624-660C6DF8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7208" y="5250790"/>
            <a:ext cx="145733" cy="326098"/>
          </a:xfrm>
          <a:custGeom xmlns:a="http://schemas.openxmlformats.org/drawingml/2006/main">
            <a:pathLst>
              <a:path w="145733" h="326098">
                <a:moveTo>
                  <a:pt x="0" y="326098"/>
                </a:moveTo>
                <a:lnTo>
                  <a:pt x="0" y="307238"/>
                </a:lnTo>
                <a:lnTo>
                  <a:pt x="0" y="288388"/>
                </a:lnTo>
                <a:lnTo>
                  <a:pt x="0" y="269529"/>
                </a:lnTo>
                <a:lnTo>
                  <a:pt x="0" y="250669"/>
                </a:lnTo>
                <a:lnTo>
                  <a:pt x="0" y="231810"/>
                </a:lnTo>
                <a:lnTo>
                  <a:pt x="0" y="212950"/>
                </a:lnTo>
                <a:lnTo>
                  <a:pt x="0" y="194100"/>
                </a:lnTo>
                <a:lnTo>
                  <a:pt x="0" y="175241"/>
                </a:lnTo>
                <a:lnTo>
                  <a:pt x="0" y="156381"/>
                </a:lnTo>
                <a:lnTo>
                  <a:pt x="0" y="137522"/>
                </a:lnTo>
                <a:lnTo>
                  <a:pt x="0" y="118662"/>
                </a:lnTo>
                <a:lnTo>
                  <a:pt x="0" y="99812"/>
                </a:lnTo>
                <a:lnTo>
                  <a:pt x="0" y="80953"/>
                </a:lnTo>
                <a:lnTo>
                  <a:pt x="0" y="62093"/>
                </a:lnTo>
                <a:lnTo>
                  <a:pt x="9706" y="49816"/>
                </a:lnTo>
                <a:lnTo>
                  <a:pt x="27222" y="42834"/>
                </a:lnTo>
                <a:lnTo>
                  <a:pt x="44739" y="35852"/>
                </a:lnTo>
                <a:lnTo>
                  <a:pt x="62255" y="28861"/>
                </a:lnTo>
                <a:lnTo>
                  <a:pt x="79772" y="21879"/>
                </a:lnTo>
                <a:lnTo>
                  <a:pt x="97288" y="14897"/>
                </a:lnTo>
                <a:lnTo>
                  <a:pt x="114805" y="7915"/>
                </a:lnTo>
                <a:lnTo>
                  <a:pt x="132321" y="933"/>
                </a:lnTo>
                <a:lnTo>
                  <a:pt x="145733" y="0"/>
                </a:lnTo>
                <a:lnTo>
                  <a:pt x="145733" y="18860"/>
                </a:lnTo>
                <a:lnTo>
                  <a:pt x="145733" y="37719"/>
                </a:lnTo>
                <a:lnTo>
                  <a:pt x="145733" y="56569"/>
                </a:lnTo>
                <a:lnTo>
                  <a:pt x="145733" y="75428"/>
                </a:lnTo>
                <a:lnTo>
                  <a:pt x="145733" y="94288"/>
                </a:lnTo>
                <a:lnTo>
                  <a:pt x="145733" y="113147"/>
                </a:lnTo>
                <a:lnTo>
                  <a:pt x="145733" y="132007"/>
                </a:lnTo>
                <a:lnTo>
                  <a:pt x="145733" y="150857"/>
                </a:lnTo>
                <a:lnTo>
                  <a:pt x="145733" y="169716"/>
                </a:lnTo>
                <a:lnTo>
                  <a:pt x="145733" y="188576"/>
                </a:lnTo>
                <a:lnTo>
                  <a:pt x="145733" y="207435"/>
                </a:lnTo>
                <a:lnTo>
                  <a:pt x="145733" y="226285"/>
                </a:lnTo>
                <a:lnTo>
                  <a:pt x="145733" y="245145"/>
                </a:lnTo>
                <a:lnTo>
                  <a:pt x="134045" y="256889"/>
                </a:lnTo>
                <a:lnTo>
                  <a:pt x="117291" y="265538"/>
                </a:lnTo>
                <a:lnTo>
                  <a:pt x="100536" y="274187"/>
                </a:lnTo>
                <a:lnTo>
                  <a:pt x="83782" y="282845"/>
                </a:lnTo>
                <a:lnTo>
                  <a:pt x="67018" y="291494"/>
                </a:lnTo>
                <a:lnTo>
                  <a:pt x="50263" y="300142"/>
                </a:lnTo>
                <a:lnTo>
                  <a:pt x="33509" y="308791"/>
                </a:lnTo>
                <a:lnTo>
                  <a:pt x="16754" y="317449"/>
                </a:lnTo>
                <a:lnTo>
                  <a:pt x="0" y="326098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6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560C2C0A-0BB9-4576-BC32-A7E667FA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5628" y="5501640"/>
            <a:ext cx="1350759" cy="75248"/>
          </a:xfrm>
          <a:custGeom xmlns:a="http://schemas.openxmlformats.org/drawingml/2006/main">
            <a:pathLst>
              <a:path w="1350759" h="75248">
                <a:moveTo>
                  <a:pt x="0" y="75248"/>
                </a:moveTo>
                <a:lnTo>
                  <a:pt x="18936" y="75248"/>
                </a:lnTo>
                <a:lnTo>
                  <a:pt x="37871" y="75248"/>
                </a:lnTo>
                <a:lnTo>
                  <a:pt x="56798" y="75248"/>
                </a:lnTo>
                <a:lnTo>
                  <a:pt x="75733" y="75248"/>
                </a:lnTo>
                <a:lnTo>
                  <a:pt x="94669" y="75248"/>
                </a:lnTo>
                <a:lnTo>
                  <a:pt x="113605" y="75248"/>
                </a:lnTo>
                <a:lnTo>
                  <a:pt x="132531" y="75248"/>
                </a:lnTo>
                <a:lnTo>
                  <a:pt x="151467" y="75248"/>
                </a:lnTo>
                <a:lnTo>
                  <a:pt x="170402" y="75248"/>
                </a:lnTo>
                <a:lnTo>
                  <a:pt x="189338" y="75248"/>
                </a:lnTo>
                <a:lnTo>
                  <a:pt x="208274" y="75248"/>
                </a:lnTo>
                <a:lnTo>
                  <a:pt x="227200" y="75248"/>
                </a:lnTo>
                <a:lnTo>
                  <a:pt x="246136" y="75248"/>
                </a:lnTo>
                <a:lnTo>
                  <a:pt x="265071" y="75248"/>
                </a:lnTo>
                <a:lnTo>
                  <a:pt x="284007" y="75248"/>
                </a:lnTo>
                <a:lnTo>
                  <a:pt x="302933" y="75248"/>
                </a:lnTo>
                <a:lnTo>
                  <a:pt x="321869" y="75248"/>
                </a:lnTo>
                <a:lnTo>
                  <a:pt x="340805" y="75248"/>
                </a:lnTo>
                <a:lnTo>
                  <a:pt x="359740" y="75248"/>
                </a:lnTo>
                <a:lnTo>
                  <a:pt x="378666" y="75248"/>
                </a:lnTo>
                <a:lnTo>
                  <a:pt x="397602" y="75248"/>
                </a:lnTo>
                <a:lnTo>
                  <a:pt x="416538" y="75248"/>
                </a:lnTo>
                <a:lnTo>
                  <a:pt x="435473" y="75248"/>
                </a:lnTo>
                <a:lnTo>
                  <a:pt x="454409" y="75248"/>
                </a:lnTo>
                <a:lnTo>
                  <a:pt x="473335" y="75248"/>
                </a:lnTo>
                <a:lnTo>
                  <a:pt x="492271" y="75248"/>
                </a:lnTo>
                <a:lnTo>
                  <a:pt x="511207" y="75248"/>
                </a:lnTo>
                <a:lnTo>
                  <a:pt x="530142" y="75248"/>
                </a:lnTo>
                <a:lnTo>
                  <a:pt x="549069" y="75248"/>
                </a:lnTo>
                <a:lnTo>
                  <a:pt x="568004" y="75248"/>
                </a:lnTo>
                <a:lnTo>
                  <a:pt x="586940" y="75248"/>
                </a:lnTo>
                <a:lnTo>
                  <a:pt x="605876" y="75248"/>
                </a:lnTo>
                <a:lnTo>
                  <a:pt x="624811" y="75248"/>
                </a:lnTo>
                <a:lnTo>
                  <a:pt x="643738" y="75248"/>
                </a:lnTo>
                <a:lnTo>
                  <a:pt x="662673" y="75248"/>
                </a:lnTo>
                <a:lnTo>
                  <a:pt x="681609" y="75248"/>
                </a:lnTo>
                <a:lnTo>
                  <a:pt x="700545" y="75248"/>
                </a:lnTo>
                <a:lnTo>
                  <a:pt x="719471" y="75248"/>
                </a:lnTo>
                <a:lnTo>
                  <a:pt x="738407" y="75248"/>
                </a:lnTo>
                <a:lnTo>
                  <a:pt x="757342" y="75248"/>
                </a:lnTo>
                <a:lnTo>
                  <a:pt x="776278" y="75248"/>
                </a:lnTo>
                <a:lnTo>
                  <a:pt x="795214" y="75248"/>
                </a:lnTo>
                <a:lnTo>
                  <a:pt x="814140" y="75248"/>
                </a:lnTo>
                <a:lnTo>
                  <a:pt x="833076" y="75248"/>
                </a:lnTo>
                <a:lnTo>
                  <a:pt x="852011" y="75248"/>
                </a:lnTo>
                <a:lnTo>
                  <a:pt x="870947" y="75248"/>
                </a:lnTo>
                <a:lnTo>
                  <a:pt x="889873" y="75248"/>
                </a:lnTo>
                <a:lnTo>
                  <a:pt x="908809" y="75248"/>
                </a:lnTo>
                <a:lnTo>
                  <a:pt x="927745" y="75248"/>
                </a:lnTo>
                <a:lnTo>
                  <a:pt x="946680" y="75248"/>
                </a:lnTo>
                <a:lnTo>
                  <a:pt x="965606" y="75248"/>
                </a:lnTo>
                <a:lnTo>
                  <a:pt x="984542" y="75248"/>
                </a:lnTo>
                <a:lnTo>
                  <a:pt x="1003478" y="75248"/>
                </a:lnTo>
                <a:lnTo>
                  <a:pt x="1022414" y="75248"/>
                </a:lnTo>
                <a:lnTo>
                  <a:pt x="1041349" y="75248"/>
                </a:lnTo>
                <a:lnTo>
                  <a:pt x="1060275" y="75248"/>
                </a:lnTo>
                <a:lnTo>
                  <a:pt x="1079211" y="75248"/>
                </a:lnTo>
                <a:lnTo>
                  <a:pt x="1098147" y="75248"/>
                </a:lnTo>
                <a:lnTo>
                  <a:pt x="1117082" y="75248"/>
                </a:lnTo>
                <a:lnTo>
                  <a:pt x="1136009" y="75248"/>
                </a:lnTo>
                <a:lnTo>
                  <a:pt x="1154944" y="75248"/>
                </a:lnTo>
                <a:lnTo>
                  <a:pt x="1173880" y="75248"/>
                </a:lnTo>
                <a:lnTo>
                  <a:pt x="1192816" y="75248"/>
                </a:lnTo>
                <a:lnTo>
                  <a:pt x="1211732" y="75171"/>
                </a:lnTo>
                <a:lnTo>
                  <a:pt x="1228554" y="66485"/>
                </a:lnTo>
                <a:lnTo>
                  <a:pt x="1245375" y="57798"/>
                </a:lnTo>
                <a:lnTo>
                  <a:pt x="1262196" y="49111"/>
                </a:lnTo>
                <a:lnTo>
                  <a:pt x="1279027" y="40424"/>
                </a:lnTo>
                <a:lnTo>
                  <a:pt x="1295848" y="31737"/>
                </a:lnTo>
                <a:lnTo>
                  <a:pt x="1312669" y="23051"/>
                </a:lnTo>
                <a:lnTo>
                  <a:pt x="1329490" y="14364"/>
                </a:lnTo>
                <a:lnTo>
                  <a:pt x="1346311" y="5677"/>
                </a:lnTo>
                <a:lnTo>
                  <a:pt x="1350759" y="0"/>
                </a:lnTo>
                <a:lnTo>
                  <a:pt x="1331824" y="0"/>
                </a:lnTo>
                <a:lnTo>
                  <a:pt x="1312888" y="0"/>
                </a:lnTo>
                <a:lnTo>
                  <a:pt x="1293952" y="0"/>
                </a:lnTo>
                <a:lnTo>
                  <a:pt x="1275026" y="0"/>
                </a:lnTo>
                <a:lnTo>
                  <a:pt x="1256090" y="0"/>
                </a:lnTo>
                <a:lnTo>
                  <a:pt x="1237155" y="0"/>
                </a:lnTo>
                <a:lnTo>
                  <a:pt x="1218219" y="0"/>
                </a:lnTo>
                <a:lnTo>
                  <a:pt x="1199283" y="0"/>
                </a:lnTo>
                <a:lnTo>
                  <a:pt x="1180357" y="0"/>
                </a:lnTo>
                <a:lnTo>
                  <a:pt x="1161421" y="0"/>
                </a:lnTo>
                <a:lnTo>
                  <a:pt x="1142486" y="0"/>
                </a:lnTo>
                <a:lnTo>
                  <a:pt x="1123550" y="0"/>
                </a:lnTo>
                <a:lnTo>
                  <a:pt x="1104624" y="0"/>
                </a:lnTo>
                <a:lnTo>
                  <a:pt x="1085688" y="0"/>
                </a:lnTo>
                <a:lnTo>
                  <a:pt x="1066752" y="0"/>
                </a:lnTo>
                <a:lnTo>
                  <a:pt x="1047817" y="0"/>
                </a:lnTo>
                <a:lnTo>
                  <a:pt x="1028881" y="0"/>
                </a:lnTo>
                <a:lnTo>
                  <a:pt x="1009955" y="0"/>
                </a:lnTo>
                <a:lnTo>
                  <a:pt x="991019" y="0"/>
                </a:lnTo>
                <a:lnTo>
                  <a:pt x="972083" y="0"/>
                </a:lnTo>
                <a:lnTo>
                  <a:pt x="953148" y="0"/>
                </a:lnTo>
                <a:lnTo>
                  <a:pt x="934222" y="0"/>
                </a:lnTo>
                <a:lnTo>
                  <a:pt x="915286" y="0"/>
                </a:lnTo>
                <a:lnTo>
                  <a:pt x="896350" y="0"/>
                </a:lnTo>
                <a:lnTo>
                  <a:pt x="877414" y="0"/>
                </a:lnTo>
                <a:lnTo>
                  <a:pt x="858479" y="0"/>
                </a:lnTo>
                <a:lnTo>
                  <a:pt x="839553" y="0"/>
                </a:lnTo>
                <a:lnTo>
                  <a:pt x="820617" y="0"/>
                </a:lnTo>
                <a:lnTo>
                  <a:pt x="801681" y="0"/>
                </a:lnTo>
                <a:lnTo>
                  <a:pt x="782745" y="0"/>
                </a:lnTo>
                <a:lnTo>
                  <a:pt x="763819" y="0"/>
                </a:lnTo>
                <a:lnTo>
                  <a:pt x="744884" y="0"/>
                </a:lnTo>
                <a:lnTo>
                  <a:pt x="725948" y="0"/>
                </a:lnTo>
                <a:lnTo>
                  <a:pt x="707012" y="0"/>
                </a:lnTo>
                <a:lnTo>
                  <a:pt x="688086" y="0"/>
                </a:lnTo>
                <a:lnTo>
                  <a:pt x="669150" y="0"/>
                </a:lnTo>
                <a:lnTo>
                  <a:pt x="650215" y="0"/>
                </a:lnTo>
                <a:lnTo>
                  <a:pt x="631279" y="0"/>
                </a:lnTo>
                <a:lnTo>
                  <a:pt x="612343" y="0"/>
                </a:lnTo>
                <a:lnTo>
                  <a:pt x="593417" y="0"/>
                </a:lnTo>
                <a:lnTo>
                  <a:pt x="574481" y="0"/>
                </a:lnTo>
                <a:lnTo>
                  <a:pt x="555546" y="0"/>
                </a:lnTo>
                <a:lnTo>
                  <a:pt x="536610" y="0"/>
                </a:lnTo>
                <a:lnTo>
                  <a:pt x="517684" y="0"/>
                </a:lnTo>
                <a:lnTo>
                  <a:pt x="498748" y="0"/>
                </a:lnTo>
                <a:lnTo>
                  <a:pt x="479812" y="0"/>
                </a:lnTo>
                <a:lnTo>
                  <a:pt x="460877" y="0"/>
                </a:lnTo>
                <a:lnTo>
                  <a:pt x="441941" y="0"/>
                </a:lnTo>
                <a:lnTo>
                  <a:pt x="423015" y="0"/>
                </a:lnTo>
                <a:lnTo>
                  <a:pt x="404079" y="0"/>
                </a:lnTo>
                <a:lnTo>
                  <a:pt x="385143" y="0"/>
                </a:lnTo>
                <a:lnTo>
                  <a:pt x="366208" y="0"/>
                </a:lnTo>
                <a:lnTo>
                  <a:pt x="347282" y="0"/>
                </a:lnTo>
                <a:lnTo>
                  <a:pt x="328346" y="0"/>
                </a:lnTo>
                <a:lnTo>
                  <a:pt x="309410" y="0"/>
                </a:lnTo>
                <a:lnTo>
                  <a:pt x="290474" y="0"/>
                </a:lnTo>
                <a:lnTo>
                  <a:pt x="271539" y="0"/>
                </a:lnTo>
                <a:lnTo>
                  <a:pt x="252613" y="0"/>
                </a:lnTo>
                <a:lnTo>
                  <a:pt x="233677" y="0"/>
                </a:lnTo>
                <a:lnTo>
                  <a:pt x="215074" y="2010"/>
                </a:lnTo>
                <a:lnTo>
                  <a:pt x="197148" y="8115"/>
                </a:lnTo>
                <a:lnTo>
                  <a:pt x="179232" y="14221"/>
                </a:lnTo>
                <a:lnTo>
                  <a:pt x="161306" y="20317"/>
                </a:lnTo>
                <a:lnTo>
                  <a:pt x="143380" y="26422"/>
                </a:lnTo>
                <a:lnTo>
                  <a:pt x="125463" y="32528"/>
                </a:lnTo>
                <a:lnTo>
                  <a:pt x="107537" y="38633"/>
                </a:lnTo>
                <a:lnTo>
                  <a:pt x="89611" y="44729"/>
                </a:lnTo>
                <a:lnTo>
                  <a:pt x="71695" y="50835"/>
                </a:lnTo>
                <a:lnTo>
                  <a:pt x="53769" y="56940"/>
                </a:lnTo>
                <a:lnTo>
                  <a:pt x="35843" y="63036"/>
                </a:lnTo>
                <a:lnTo>
                  <a:pt x="17926" y="69142"/>
                </a:lnTo>
                <a:lnTo>
                  <a:pt x="0" y="7524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7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C6C2B856-481D-457A-8B6D-DB887B7F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3253" y="5501640"/>
            <a:ext cx="1264920" cy="75248"/>
          </a:xfrm>
          <a:custGeom xmlns:a="http://schemas.openxmlformats.org/drawingml/2006/main">
            <a:pathLst>
              <a:path w="1264920" h="75248">
                <a:moveTo>
                  <a:pt x="0" y="75248"/>
                </a:moveTo>
                <a:lnTo>
                  <a:pt x="18869" y="75248"/>
                </a:lnTo>
                <a:lnTo>
                  <a:pt x="37729" y="75248"/>
                </a:lnTo>
                <a:lnTo>
                  <a:pt x="56598" y="75248"/>
                </a:lnTo>
                <a:lnTo>
                  <a:pt x="75467" y="75248"/>
                </a:lnTo>
                <a:lnTo>
                  <a:pt x="94326" y="75248"/>
                </a:lnTo>
                <a:lnTo>
                  <a:pt x="113195" y="75248"/>
                </a:lnTo>
                <a:lnTo>
                  <a:pt x="132064" y="75248"/>
                </a:lnTo>
                <a:lnTo>
                  <a:pt x="150924" y="75248"/>
                </a:lnTo>
                <a:lnTo>
                  <a:pt x="169793" y="75248"/>
                </a:lnTo>
                <a:lnTo>
                  <a:pt x="188662" y="75248"/>
                </a:lnTo>
                <a:lnTo>
                  <a:pt x="207521" y="75248"/>
                </a:lnTo>
                <a:lnTo>
                  <a:pt x="226390" y="75248"/>
                </a:lnTo>
                <a:lnTo>
                  <a:pt x="245259" y="75248"/>
                </a:lnTo>
                <a:lnTo>
                  <a:pt x="264128" y="75248"/>
                </a:lnTo>
                <a:lnTo>
                  <a:pt x="282988" y="75248"/>
                </a:lnTo>
                <a:lnTo>
                  <a:pt x="301857" y="75248"/>
                </a:lnTo>
                <a:lnTo>
                  <a:pt x="320726" y="75248"/>
                </a:lnTo>
                <a:lnTo>
                  <a:pt x="339585" y="75248"/>
                </a:lnTo>
                <a:lnTo>
                  <a:pt x="358454" y="75248"/>
                </a:lnTo>
                <a:lnTo>
                  <a:pt x="377323" y="75248"/>
                </a:lnTo>
                <a:lnTo>
                  <a:pt x="396183" y="75248"/>
                </a:lnTo>
                <a:lnTo>
                  <a:pt x="415052" y="75248"/>
                </a:lnTo>
                <a:lnTo>
                  <a:pt x="433921" y="75248"/>
                </a:lnTo>
                <a:lnTo>
                  <a:pt x="452780" y="75248"/>
                </a:lnTo>
                <a:lnTo>
                  <a:pt x="471649" y="75248"/>
                </a:lnTo>
                <a:lnTo>
                  <a:pt x="490518" y="75248"/>
                </a:lnTo>
                <a:lnTo>
                  <a:pt x="509378" y="75248"/>
                </a:lnTo>
                <a:lnTo>
                  <a:pt x="528247" y="75248"/>
                </a:lnTo>
                <a:lnTo>
                  <a:pt x="547116" y="75248"/>
                </a:lnTo>
                <a:lnTo>
                  <a:pt x="565976" y="75248"/>
                </a:lnTo>
                <a:lnTo>
                  <a:pt x="584845" y="75248"/>
                </a:lnTo>
                <a:lnTo>
                  <a:pt x="603714" y="75248"/>
                </a:lnTo>
                <a:lnTo>
                  <a:pt x="622573" y="75248"/>
                </a:lnTo>
                <a:lnTo>
                  <a:pt x="641442" y="75248"/>
                </a:lnTo>
                <a:lnTo>
                  <a:pt x="660311" y="75248"/>
                </a:lnTo>
                <a:lnTo>
                  <a:pt x="679171" y="75248"/>
                </a:lnTo>
                <a:lnTo>
                  <a:pt x="698040" y="75248"/>
                </a:lnTo>
                <a:lnTo>
                  <a:pt x="716909" y="75248"/>
                </a:lnTo>
                <a:lnTo>
                  <a:pt x="735778" y="75248"/>
                </a:lnTo>
                <a:lnTo>
                  <a:pt x="754637" y="75248"/>
                </a:lnTo>
                <a:lnTo>
                  <a:pt x="773506" y="75248"/>
                </a:lnTo>
                <a:lnTo>
                  <a:pt x="792375" y="75248"/>
                </a:lnTo>
                <a:lnTo>
                  <a:pt x="811235" y="75248"/>
                </a:lnTo>
                <a:lnTo>
                  <a:pt x="830104" y="75248"/>
                </a:lnTo>
                <a:lnTo>
                  <a:pt x="848973" y="75248"/>
                </a:lnTo>
                <a:lnTo>
                  <a:pt x="867832" y="75248"/>
                </a:lnTo>
                <a:lnTo>
                  <a:pt x="886701" y="75248"/>
                </a:lnTo>
                <a:lnTo>
                  <a:pt x="905570" y="75248"/>
                </a:lnTo>
                <a:lnTo>
                  <a:pt x="924430" y="75248"/>
                </a:lnTo>
                <a:lnTo>
                  <a:pt x="943299" y="75248"/>
                </a:lnTo>
                <a:lnTo>
                  <a:pt x="962168" y="75248"/>
                </a:lnTo>
                <a:lnTo>
                  <a:pt x="981027" y="75248"/>
                </a:lnTo>
                <a:lnTo>
                  <a:pt x="999896" y="75248"/>
                </a:lnTo>
                <a:lnTo>
                  <a:pt x="1018765" y="75248"/>
                </a:lnTo>
                <a:lnTo>
                  <a:pt x="1037625" y="75248"/>
                </a:lnTo>
                <a:lnTo>
                  <a:pt x="1056494" y="75248"/>
                </a:lnTo>
                <a:lnTo>
                  <a:pt x="1075363" y="75248"/>
                </a:lnTo>
                <a:lnTo>
                  <a:pt x="1094222" y="75248"/>
                </a:lnTo>
                <a:lnTo>
                  <a:pt x="1113092" y="75248"/>
                </a:lnTo>
                <a:lnTo>
                  <a:pt x="1130275" y="68189"/>
                </a:lnTo>
                <a:lnTo>
                  <a:pt x="1147105" y="59665"/>
                </a:lnTo>
                <a:lnTo>
                  <a:pt x="1163936" y="51140"/>
                </a:lnTo>
                <a:lnTo>
                  <a:pt x="1180767" y="42615"/>
                </a:lnTo>
                <a:lnTo>
                  <a:pt x="1197597" y="34090"/>
                </a:lnTo>
                <a:lnTo>
                  <a:pt x="1214428" y="25575"/>
                </a:lnTo>
                <a:lnTo>
                  <a:pt x="1231259" y="17050"/>
                </a:lnTo>
                <a:lnTo>
                  <a:pt x="1248089" y="8525"/>
                </a:lnTo>
                <a:lnTo>
                  <a:pt x="1264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8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16F845F5-BCE1-4849-A041-31FFD78D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5501640"/>
            <a:ext cx="10467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9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F608B6A2-87FC-4284-9BE9-CC2722BD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8788" y="5247932"/>
            <a:ext cx="70485" cy="121653"/>
          </a:xfrm>
          <a:custGeom xmlns:a="http://schemas.openxmlformats.org/drawingml/2006/main">
            <a:pathLst>
              <a:path w="70485" h="121653">
                <a:moveTo>
                  <a:pt x="0" y="56540"/>
                </a:moveTo>
                <a:lnTo>
                  <a:pt x="0" y="66418"/>
                </a:lnTo>
                <a:lnTo>
                  <a:pt x="0" y="76295"/>
                </a:lnTo>
                <a:lnTo>
                  <a:pt x="0" y="86163"/>
                </a:lnTo>
                <a:lnTo>
                  <a:pt x="0" y="96041"/>
                </a:lnTo>
                <a:lnTo>
                  <a:pt x="0" y="105918"/>
                </a:lnTo>
                <a:lnTo>
                  <a:pt x="0" y="115795"/>
                </a:lnTo>
                <a:lnTo>
                  <a:pt x="1895" y="121653"/>
                </a:lnTo>
                <a:lnTo>
                  <a:pt x="9515" y="115367"/>
                </a:lnTo>
                <a:lnTo>
                  <a:pt x="17135" y="109080"/>
                </a:lnTo>
                <a:lnTo>
                  <a:pt x="24755" y="102803"/>
                </a:lnTo>
                <a:lnTo>
                  <a:pt x="32385" y="96517"/>
                </a:lnTo>
                <a:lnTo>
                  <a:pt x="40005" y="90240"/>
                </a:lnTo>
                <a:lnTo>
                  <a:pt x="47625" y="83953"/>
                </a:lnTo>
                <a:lnTo>
                  <a:pt x="55245" y="77676"/>
                </a:lnTo>
                <a:lnTo>
                  <a:pt x="62865" y="71390"/>
                </a:lnTo>
                <a:lnTo>
                  <a:pt x="70485" y="65113"/>
                </a:lnTo>
                <a:lnTo>
                  <a:pt x="70485" y="55235"/>
                </a:lnTo>
                <a:lnTo>
                  <a:pt x="70485" y="45358"/>
                </a:lnTo>
                <a:lnTo>
                  <a:pt x="70485" y="35481"/>
                </a:lnTo>
                <a:lnTo>
                  <a:pt x="70485" y="25603"/>
                </a:lnTo>
                <a:lnTo>
                  <a:pt x="70485" y="15726"/>
                </a:lnTo>
                <a:lnTo>
                  <a:pt x="70485" y="5848"/>
                </a:lnTo>
                <a:lnTo>
                  <a:pt x="68590" y="0"/>
                </a:lnTo>
                <a:lnTo>
                  <a:pt x="60970" y="6287"/>
                </a:lnTo>
                <a:lnTo>
                  <a:pt x="53350" y="12563"/>
                </a:lnTo>
                <a:lnTo>
                  <a:pt x="45730" y="18850"/>
                </a:lnTo>
                <a:lnTo>
                  <a:pt x="38100" y="25127"/>
                </a:lnTo>
                <a:lnTo>
                  <a:pt x="30480" y="31413"/>
                </a:lnTo>
                <a:lnTo>
                  <a:pt x="22860" y="37690"/>
                </a:lnTo>
                <a:lnTo>
                  <a:pt x="15240" y="43977"/>
                </a:lnTo>
                <a:lnTo>
                  <a:pt x="7620" y="50254"/>
                </a:lnTo>
                <a:lnTo>
                  <a:pt x="0" y="56540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40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122E7F4E-F847-4563-B2AA-E4584CB8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7208" y="5246370"/>
            <a:ext cx="1277445" cy="58103"/>
          </a:xfrm>
          <a:custGeom xmlns:a="http://schemas.openxmlformats.org/drawingml/2006/main">
            <a:pathLst>
              <a:path w="1277445" h="58103">
                <a:moveTo>
                  <a:pt x="0" y="58103"/>
                </a:moveTo>
                <a:lnTo>
                  <a:pt x="18955" y="58103"/>
                </a:lnTo>
                <a:lnTo>
                  <a:pt x="37900" y="58103"/>
                </a:lnTo>
                <a:lnTo>
                  <a:pt x="56855" y="58103"/>
                </a:lnTo>
                <a:lnTo>
                  <a:pt x="75800" y="58103"/>
                </a:lnTo>
                <a:lnTo>
                  <a:pt x="94755" y="58103"/>
                </a:lnTo>
                <a:lnTo>
                  <a:pt x="113700" y="58103"/>
                </a:lnTo>
                <a:lnTo>
                  <a:pt x="132645" y="58103"/>
                </a:lnTo>
                <a:lnTo>
                  <a:pt x="151600" y="58103"/>
                </a:lnTo>
                <a:lnTo>
                  <a:pt x="170545" y="58103"/>
                </a:lnTo>
                <a:lnTo>
                  <a:pt x="189500" y="58103"/>
                </a:lnTo>
                <a:lnTo>
                  <a:pt x="208445" y="58103"/>
                </a:lnTo>
                <a:lnTo>
                  <a:pt x="227400" y="58103"/>
                </a:lnTo>
                <a:lnTo>
                  <a:pt x="246345" y="58103"/>
                </a:lnTo>
                <a:lnTo>
                  <a:pt x="265300" y="58103"/>
                </a:lnTo>
                <a:lnTo>
                  <a:pt x="284245" y="58103"/>
                </a:lnTo>
                <a:lnTo>
                  <a:pt x="303200" y="58103"/>
                </a:lnTo>
                <a:lnTo>
                  <a:pt x="322145" y="58103"/>
                </a:lnTo>
                <a:lnTo>
                  <a:pt x="341100" y="58103"/>
                </a:lnTo>
                <a:lnTo>
                  <a:pt x="360045" y="58103"/>
                </a:lnTo>
                <a:lnTo>
                  <a:pt x="379000" y="58103"/>
                </a:lnTo>
                <a:lnTo>
                  <a:pt x="397945" y="58103"/>
                </a:lnTo>
                <a:lnTo>
                  <a:pt x="416900" y="58103"/>
                </a:lnTo>
                <a:lnTo>
                  <a:pt x="435845" y="58103"/>
                </a:lnTo>
                <a:lnTo>
                  <a:pt x="454800" y="58103"/>
                </a:lnTo>
                <a:lnTo>
                  <a:pt x="473745" y="58103"/>
                </a:lnTo>
                <a:lnTo>
                  <a:pt x="492700" y="58103"/>
                </a:lnTo>
                <a:lnTo>
                  <a:pt x="511645" y="58103"/>
                </a:lnTo>
                <a:lnTo>
                  <a:pt x="530600" y="58103"/>
                </a:lnTo>
                <a:lnTo>
                  <a:pt x="549545" y="58103"/>
                </a:lnTo>
                <a:lnTo>
                  <a:pt x="568500" y="58103"/>
                </a:lnTo>
                <a:lnTo>
                  <a:pt x="587445" y="58103"/>
                </a:lnTo>
                <a:lnTo>
                  <a:pt x="606400" y="58103"/>
                </a:lnTo>
                <a:lnTo>
                  <a:pt x="625345" y="58103"/>
                </a:lnTo>
                <a:lnTo>
                  <a:pt x="644300" y="58103"/>
                </a:lnTo>
                <a:lnTo>
                  <a:pt x="663245" y="58103"/>
                </a:lnTo>
                <a:lnTo>
                  <a:pt x="682200" y="58103"/>
                </a:lnTo>
                <a:lnTo>
                  <a:pt x="701145" y="58103"/>
                </a:lnTo>
                <a:lnTo>
                  <a:pt x="720100" y="58103"/>
                </a:lnTo>
                <a:lnTo>
                  <a:pt x="739045" y="58103"/>
                </a:lnTo>
                <a:lnTo>
                  <a:pt x="758000" y="58103"/>
                </a:lnTo>
                <a:lnTo>
                  <a:pt x="776945" y="58103"/>
                </a:lnTo>
                <a:lnTo>
                  <a:pt x="795899" y="58103"/>
                </a:lnTo>
                <a:lnTo>
                  <a:pt x="814845" y="58103"/>
                </a:lnTo>
                <a:lnTo>
                  <a:pt x="833799" y="58103"/>
                </a:lnTo>
                <a:lnTo>
                  <a:pt x="852745" y="58103"/>
                </a:lnTo>
                <a:lnTo>
                  <a:pt x="871699" y="58103"/>
                </a:lnTo>
                <a:lnTo>
                  <a:pt x="890645" y="58103"/>
                </a:lnTo>
                <a:lnTo>
                  <a:pt x="909599" y="58103"/>
                </a:lnTo>
                <a:lnTo>
                  <a:pt x="928545" y="58103"/>
                </a:lnTo>
                <a:lnTo>
                  <a:pt x="947499" y="58103"/>
                </a:lnTo>
                <a:lnTo>
                  <a:pt x="966445" y="58103"/>
                </a:lnTo>
                <a:lnTo>
                  <a:pt x="985399" y="58103"/>
                </a:lnTo>
                <a:lnTo>
                  <a:pt x="1004345" y="58103"/>
                </a:lnTo>
                <a:lnTo>
                  <a:pt x="1023299" y="58103"/>
                </a:lnTo>
                <a:lnTo>
                  <a:pt x="1042245" y="58103"/>
                </a:lnTo>
                <a:lnTo>
                  <a:pt x="1061199" y="58103"/>
                </a:lnTo>
                <a:lnTo>
                  <a:pt x="1080145" y="58103"/>
                </a:lnTo>
                <a:lnTo>
                  <a:pt x="1099099" y="58103"/>
                </a:lnTo>
                <a:lnTo>
                  <a:pt x="1118045" y="58103"/>
                </a:lnTo>
                <a:lnTo>
                  <a:pt x="1136999" y="58103"/>
                </a:lnTo>
                <a:lnTo>
                  <a:pt x="1155944" y="58103"/>
                </a:lnTo>
                <a:lnTo>
                  <a:pt x="1174899" y="58103"/>
                </a:lnTo>
                <a:lnTo>
                  <a:pt x="1193844" y="58103"/>
                </a:lnTo>
                <a:lnTo>
                  <a:pt x="1212523" y="57331"/>
                </a:lnTo>
                <a:lnTo>
                  <a:pt x="1227144" y="45272"/>
                </a:lnTo>
                <a:lnTo>
                  <a:pt x="1241765" y="33223"/>
                </a:lnTo>
                <a:lnTo>
                  <a:pt x="1256386" y="21165"/>
                </a:lnTo>
                <a:lnTo>
                  <a:pt x="1271006" y="9115"/>
                </a:lnTo>
                <a:lnTo>
                  <a:pt x="1277445" y="0"/>
                </a:lnTo>
                <a:lnTo>
                  <a:pt x="1258491" y="0"/>
                </a:lnTo>
                <a:lnTo>
                  <a:pt x="1239545" y="0"/>
                </a:lnTo>
                <a:lnTo>
                  <a:pt x="1220591" y="0"/>
                </a:lnTo>
                <a:lnTo>
                  <a:pt x="1201645" y="0"/>
                </a:lnTo>
                <a:lnTo>
                  <a:pt x="1182691" y="0"/>
                </a:lnTo>
                <a:lnTo>
                  <a:pt x="1163745" y="0"/>
                </a:lnTo>
                <a:lnTo>
                  <a:pt x="1144791" y="0"/>
                </a:lnTo>
                <a:lnTo>
                  <a:pt x="1125845" y="0"/>
                </a:lnTo>
                <a:lnTo>
                  <a:pt x="1106891" y="0"/>
                </a:lnTo>
                <a:lnTo>
                  <a:pt x="1087946" y="0"/>
                </a:lnTo>
                <a:lnTo>
                  <a:pt x="1068991" y="0"/>
                </a:lnTo>
                <a:lnTo>
                  <a:pt x="1050046" y="0"/>
                </a:lnTo>
                <a:lnTo>
                  <a:pt x="1031091" y="0"/>
                </a:lnTo>
                <a:lnTo>
                  <a:pt x="1012146" y="0"/>
                </a:lnTo>
                <a:lnTo>
                  <a:pt x="993191" y="0"/>
                </a:lnTo>
                <a:lnTo>
                  <a:pt x="974246" y="0"/>
                </a:lnTo>
                <a:lnTo>
                  <a:pt x="955291" y="0"/>
                </a:lnTo>
                <a:lnTo>
                  <a:pt x="936346" y="0"/>
                </a:lnTo>
                <a:lnTo>
                  <a:pt x="917391" y="0"/>
                </a:lnTo>
                <a:lnTo>
                  <a:pt x="898446" y="0"/>
                </a:lnTo>
                <a:lnTo>
                  <a:pt x="879491" y="0"/>
                </a:lnTo>
                <a:lnTo>
                  <a:pt x="860546" y="0"/>
                </a:lnTo>
                <a:lnTo>
                  <a:pt x="841591" y="0"/>
                </a:lnTo>
                <a:lnTo>
                  <a:pt x="822646" y="0"/>
                </a:lnTo>
                <a:lnTo>
                  <a:pt x="803691" y="0"/>
                </a:lnTo>
                <a:lnTo>
                  <a:pt x="784746" y="0"/>
                </a:lnTo>
                <a:lnTo>
                  <a:pt x="765791" y="0"/>
                </a:lnTo>
                <a:lnTo>
                  <a:pt x="746846" y="0"/>
                </a:lnTo>
                <a:lnTo>
                  <a:pt x="727891" y="0"/>
                </a:lnTo>
                <a:lnTo>
                  <a:pt x="708946" y="0"/>
                </a:lnTo>
                <a:lnTo>
                  <a:pt x="689991" y="0"/>
                </a:lnTo>
                <a:lnTo>
                  <a:pt x="671046" y="0"/>
                </a:lnTo>
                <a:lnTo>
                  <a:pt x="652091" y="0"/>
                </a:lnTo>
                <a:lnTo>
                  <a:pt x="633146" y="0"/>
                </a:lnTo>
                <a:lnTo>
                  <a:pt x="614191" y="0"/>
                </a:lnTo>
                <a:lnTo>
                  <a:pt x="595246" y="0"/>
                </a:lnTo>
                <a:lnTo>
                  <a:pt x="576291" y="0"/>
                </a:lnTo>
                <a:lnTo>
                  <a:pt x="557346" y="0"/>
                </a:lnTo>
                <a:lnTo>
                  <a:pt x="538391" y="0"/>
                </a:lnTo>
                <a:lnTo>
                  <a:pt x="519446" y="0"/>
                </a:lnTo>
                <a:lnTo>
                  <a:pt x="500491" y="0"/>
                </a:lnTo>
                <a:lnTo>
                  <a:pt x="481546" y="0"/>
                </a:lnTo>
                <a:lnTo>
                  <a:pt x="462591" y="0"/>
                </a:lnTo>
                <a:lnTo>
                  <a:pt x="443646" y="0"/>
                </a:lnTo>
                <a:lnTo>
                  <a:pt x="424691" y="0"/>
                </a:lnTo>
                <a:lnTo>
                  <a:pt x="405746" y="0"/>
                </a:lnTo>
                <a:lnTo>
                  <a:pt x="386791" y="0"/>
                </a:lnTo>
                <a:lnTo>
                  <a:pt x="367846" y="0"/>
                </a:lnTo>
                <a:lnTo>
                  <a:pt x="348891" y="0"/>
                </a:lnTo>
                <a:lnTo>
                  <a:pt x="329946" y="0"/>
                </a:lnTo>
                <a:lnTo>
                  <a:pt x="310991" y="0"/>
                </a:lnTo>
                <a:lnTo>
                  <a:pt x="292046" y="0"/>
                </a:lnTo>
                <a:lnTo>
                  <a:pt x="273091" y="0"/>
                </a:lnTo>
                <a:lnTo>
                  <a:pt x="254146" y="0"/>
                </a:lnTo>
                <a:lnTo>
                  <a:pt x="235191" y="0"/>
                </a:lnTo>
                <a:lnTo>
                  <a:pt x="216246" y="0"/>
                </a:lnTo>
                <a:lnTo>
                  <a:pt x="197291" y="0"/>
                </a:lnTo>
                <a:lnTo>
                  <a:pt x="178346" y="0"/>
                </a:lnTo>
                <a:lnTo>
                  <a:pt x="159391" y="0"/>
                </a:lnTo>
                <a:lnTo>
                  <a:pt x="140818" y="1962"/>
                </a:lnTo>
                <a:lnTo>
                  <a:pt x="123215" y="8973"/>
                </a:lnTo>
                <a:lnTo>
                  <a:pt x="105613" y="15992"/>
                </a:lnTo>
                <a:lnTo>
                  <a:pt x="88011" y="23012"/>
                </a:lnTo>
                <a:lnTo>
                  <a:pt x="70409" y="30032"/>
                </a:lnTo>
                <a:lnTo>
                  <a:pt x="52807" y="37052"/>
                </a:lnTo>
                <a:lnTo>
                  <a:pt x="35204" y="44063"/>
                </a:lnTo>
                <a:lnTo>
                  <a:pt x="17602" y="51083"/>
                </a:lnTo>
                <a:lnTo>
                  <a:pt x="0" y="5810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41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A3FB6745-610E-4BB4-8FD6-8EB466CC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4833" y="5246370"/>
            <a:ext cx="1188720" cy="58103"/>
          </a:xfrm>
          <a:custGeom xmlns:a="http://schemas.openxmlformats.org/drawingml/2006/main">
            <a:pathLst>
              <a:path w="1188720" h="58103">
                <a:moveTo>
                  <a:pt x="0" y="58103"/>
                </a:moveTo>
                <a:lnTo>
                  <a:pt x="18898" y="58103"/>
                </a:lnTo>
                <a:lnTo>
                  <a:pt x="37786" y="58103"/>
                </a:lnTo>
                <a:lnTo>
                  <a:pt x="56683" y="58103"/>
                </a:lnTo>
                <a:lnTo>
                  <a:pt x="75571" y="58103"/>
                </a:lnTo>
                <a:lnTo>
                  <a:pt x="94469" y="58103"/>
                </a:lnTo>
                <a:lnTo>
                  <a:pt x="113357" y="58103"/>
                </a:lnTo>
                <a:lnTo>
                  <a:pt x="132255" y="58103"/>
                </a:lnTo>
                <a:lnTo>
                  <a:pt x="151143" y="58103"/>
                </a:lnTo>
                <a:lnTo>
                  <a:pt x="170040" y="58103"/>
                </a:lnTo>
                <a:lnTo>
                  <a:pt x="188928" y="58103"/>
                </a:lnTo>
                <a:lnTo>
                  <a:pt x="207826" y="58103"/>
                </a:lnTo>
                <a:lnTo>
                  <a:pt x="226714" y="58103"/>
                </a:lnTo>
                <a:lnTo>
                  <a:pt x="245612" y="58103"/>
                </a:lnTo>
                <a:lnTo>
                  <a:pt x="264500" y="58103"/>
                </a:lnTo>
                <a:lnTo>
                  <a:pt x="283397" y="58103"/>
                </a:lnTo>
                <a:lnTo>
                  <a:pt x="302285" y="58103"/>
                </a:lnTo>
                <a:lnTo>
                  <a:pt x="321183" y="58103"/>
                </a:lnTo>
                <a:lnTo>
                  <a:pt x="340071" y="58103"/>
                </a:lnTo>
                <a:lnTo>
                  <a:pt x="358969" y="58103"/>
                </a:lnTo>
                <a:lnTo>
                  <a:pt x="377857" y="58103"/>
                </a:lnTo>
                <a:lnTo>
                  <a:pt x="396754" y="58103"/>
                </a:lnTo>
                <a:lnTo>
                  <a:pt x="415642" y="58103"/>
                </a:lnTo>
                <a:lnTo>
                  <a:pt x="434540" y="58103"/>
                </a:lnTo>
                <a:lnTo>
                  <a:pt x="453428" y="58103"/>
                </a:lnTo>
                <a:lnTo>
                  <a:pt x="472326" y="58103"/>
                </a:lnTo>
                <a:lnTo>
                  <a:pt x="491223" y="58103"/>
                </a:lnTo>
                <a:lnTo>
                  <a:pt x="510111" y="58103"/>
                </a:lnTo>
                <a:lnTo>
                  <a:pt x="529009" y="58103"/>
                </a:lnTo>
                <a:lnTo>
                  <a:pt x="547897" y="58103"/>
                </a:lnTo>
                <a:lnTo>
                  <a:pt x="566795" y="58103"/>
                </a:lnTo>
                <a:lnTo>
                  <a:pt x="585683" y="58103"/>
                </a:lnTo>
                <a:lnTo>
                  <a:pt x="604580" y="58103"/>
                </a:lnTo>
                <a:lnTo>
                  <a:pt x="623468" y="58103"/>
                </a:lnTo>
                <a:lnTo>
                  <a:pt x="642366" y="58103"/>
                </a:lnTo>
                <a:lnTo>
                  <a:pt x="661254" y="58103"/>
                </a:lnTo>
                <a:lnTo>
                  <a:pt x="680152" y="58103"/>
                </a:lnTo>
                <a:lnTo>
                  <a:pt x="699040" y="58103"/>
                </a:lnTo>
                <a:lnTo>
                  <a:pt x="717937" y="58103"/>
                </a:lnTo>
                <a:lnTo>
                  <a:pt x="736825" y="58103"/>
                </a:lnTo>
                <a:lnTo>
                  <a:pt x="755723" y="58103"/>
                </a:lnTo>
                <a:lnTo>
                  <a:pt x="774611" y="58103"/>
                </a:lnTo>
                <a:lnTo>
                  <a:pt x="793509" y="58103"/>
                </a:lnTo>
                <a:lnTo>
                  <a:pt x="812397" y="58103"/>
                </a:lnTo>
                <a:lnTo>
                  <a:pt x="831294" y="58103"/>
                </a:lnTo>
                <a:lnTo>
                  <a:pt x="850182" y="58103"/>
                </a:lnTo>
                <a:lnTo>
                  <a:pt x="869080" y="58103"/>
                </a:lnTo>
                <a:lnTo>
                  <a:pt x="887968" y="58103"/>
                </a:lnTo>
                <a:lnTo>
                  <a:pt x="906866" y="58103"/>
                </a:lnTo>
                <a:lnTo>
                  <a:pt x="925754" y="58103"/>
                </a:lnTo>
                <a:lnTo>
                  <a:pt x="944651" y="58103"/>
                </a:lnTo>
                <a:lnTo>
                  <a:pt x="963539" y="58103"/>
                </a:lnTo>
                <a:lnTo>
                  <a:pt x="982437" y="58103"/>
                </a:lnTo>
                <a:lnTo>
                  <a:pt x="1001335" y="58103"/>
                </a:lnTo>
                <a:lnTo>
                  <a:pt x="1020223" y="58103"/>
                </a:lnTo>
                <a:lnTo>
                  <a:pt x="1039120" y="58103"/>
                </a:lnTo>
                <a:lnTo>
                  <a:pt x="1058008" y="58103"/>
                </a:lnTo>
                <a:lnTo>
                  <a:pt x="1076906" y="58103"/>
                </a:lnTo>
                <a:lnTo>
                  <a:pt x="1095794" y="58103"/>
                </a:lnTo>
                <a:lnTo>
                  <a:pt x="1114692" y="58103"/>
                </a:lnTo>
                <a:lnTo>
                  <a:pt x="1129779" y="47301"/>
                </a:lnTo>
                <a:lnTo>
                  <a:pt x="1144514" y="35481"/>
                </a:lnTo>
                <a:lnTo>
                  <a:pt x="1159250" y="23651"/>
                </a:lnTo>
                <a:lnTo>
                  <a:pt x="1173985" y="11830"/>
                </a:lnTo>
                <a:lnTo>
                  <a:pt x="11887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2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8A6C42B7-2B3A-4837-A848-A8A126E1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7708" y="5246370"/>
            <a:ext cx="10458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3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53FD5147-4D8F-422F-83F3-B88744BE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8457" y="5140223"/>
            <a:ext cx="860974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44" name="recordable-text-body">
            <a:extLst xmlns:a="http://schemas.openxmlformats.org/drawingml/2006/main">
              <a:ext uri="{FF2B5EF4-FFF2-40B4-BE49-F238E27FC236}">
                <a16:creationId xmlns:a16="http://schemas.microsoft.com/office/drawing/2014/main" id="{89B53EDE-A0CE-48DF-8C7A-44DADB6C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8457" y="5399637"/>
            <a:ext cx="860974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基本台账齐全</a:t>
            </a:r>
          </a:p>
        </p:txBody>
      </p:sp>
      <p:sp>
        <p:nvSpPr>
          <p:cNvPr id="45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CAE6D934-F07C-48C7-9EBC-EAE8CEC2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9034" y="5642972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6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632DE20E-AA43-44CD-8E5C-8512DB1C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2413" y="4705798"/>
            <a:ext cx="860974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47" name="traceable-text-body">
            <a:extLst xmlns:a="http://schemas.openxmlformats.org/drawingml/2006/main">
              <a:ext uri="{FF2B5EF4-FFF2-40B4-BE49-F238E27FC236}">
                <a16:creationId xmlns:a16="http://schemas.microsoft.com/office/drawing/2014/main" id="{6C141845-667D-4788-AA81-4C72297B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2413" y="4965202"/>
            <a:ext cx="860974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来源参数输出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相互关联</a:t>
            </a:r>
          </a:p>
        </p:txBody>
      </p:sp>
      <p:sp>
        <p:nvSpPr>
          <p:cNvPr id="48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B14E5AA9-A869-48AF-B6E7-63EC9494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2838" y="5379244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9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F25C06BA-D11B-4867-8667-1A7D398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6227" y="4442069"/>
            <a:ext cx="860974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50" name="reusable-text-body">
            <a:extLst xmlns:a="http://schemas.openxmlformats.org/drawingml/2006/main">
              <a:ext uri="{FF2B5EF4-FFF2-40B4-BE49-F238E27FC236}">
                <a16:creationId xmlns:a16="http://schemas.microsoft.com/office/drawing/2014/main" id="{97894AAC-D4F2-421F-A7CE-E5D629FD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6227" y="4701483"/>
            <a:ext cx="860974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关键步骤复核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且边界明确</a:t>
            </a:r>
          </a:p>
        </p:txBody>
      </p:sp>
      <p:sp>
        <p:nvSpPr>
          <p:cNvPr id="51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305F8969-7FCD-4D14-88E8-BD41CDF5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6794" y="5115373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81EFFA-2221-4AE4-8E29-D6C946AE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0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达到可复用前，不宣称跨项目可推广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90FCCA-8E9C-4F0D-81A8-3B20464C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624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可记录：基本台账齐全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7ADB2C-3972-4460-A1F5-32E1FEA3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863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可追溯：来源、参数、输出相互关联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7FE37B-482B-4FF2-B235-C1D74928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101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可复用：关键步骤经复核且边界明确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0488CC-0E75-4686-A58F-B4A6E7CA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10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暂停扩围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C5686A-25BE-42CF-8016-5B4D51AC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7340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任何边界无法满足，保留当前试点规模并明确补齐任务。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2026-09-09T00:34:25.1520000Z</dcterms:created>
  <dcterms:modified xsi:type="dcterms:W3CDTF">2026-09-09T00:34:25.1520000Z</dcterms:modified>
</coreProperties>
</file>