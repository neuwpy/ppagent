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496e09ea6a4740" /><Relationship Type="http://schemas.openxmlformats.org/officeDocument/2006/relationships/extended-properties" Target="/docProps/app.xml" Id="R2285964876404098" /><Relationship Type="http://schemas.openxmlformats.org/officeDocument/2006/relationships/officeDocument" Target="/ppt/presentation.xml" Id="Re184d6e1193e48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57c669cb6244cb"/>
    <p:sldMasterId xmlns:r="http://schemas.openxmlformats.org/officeDocument/2006/relationships" id="2147483660" r:id="Rdbe4eff909074b1f"/>
    <p:sldMasterId xmlns:r="http://schemas.openxmlformats.org/officeDocument/2006/relationships" id="2147483663" r:id="R64359b160e964d23"/>
  </p:sldMasterIdLst>
  <p:notesMasterIdLst>
    <p:notesMasterId xmlns:r="http://schemas.openxmlformats.org/officeDocument/2006/relationships" r:id="R4230f325a9934a2e"/>
  </p:notesMasterIdLst>
  <p:sldIdLst>
    <p:sldId xmlns:r="http://schemas.openxmlformats.org/officeDocument/2006/relationships" id="256" r:id="Rd9d37fba4f5348c3"/>
    <p:sldId xmlns:r="http://schemas.openxmlformats.org/officeDocument/2006/relationships" id="257" r:id="Rcce02aa24a044da5"/>
    <p:sldId xmlns:r="http://schemas.openxmlformats.org/officeDocument/2006/relationships" id="258" r:id="R8543ff95a23442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e2371007424422" /><Relationship Type="http://schemas.openxmlformats.org/officeDocument/2006/relationships/slideMaster" Target="/ppt/slideMasters/slideMaster1.xml" Id="R7a57c669cb6244cb" /><Relationship Type="http://schemas.openxmlformats.org/officeDocument/2006/relationships/slideMaster" Target="/ppt/slideMasters/slideMaster2.xml" Id="Rdbe4eff909074b1f" /><Relationship Type="http://schemas.openxmlformats.org/officeDocument/2006/relationships/slideMaster" Target="/ppt/slideMasters/slideMaster3.xml" Id="R64359b160e964d23" /><Relationship Type="http://schemas.openxmlformats.org/officeDocument/2006/relationships/notesMaster" Target="/ppt/notesMasters/notesMaster1.xml" Id="R4230f325a9934a2e" /><Relationship Type="http://schemas.openxmlformats.org/officeDocument/2006/relationships/presProps" Target="/ppt/presProps.xml" Id="R2365914350994229" /><Relationship Type="http://schemas.openxmlformats.org/officeDocument/2006/relationships/viewProps" Target="/ppt/viewProps.xml" Id="R4d984c4800a04a69" /><Relationship Type="http://schemas.openxmlformats.org/officeDocument/2006/relationships/tableStyles" Target="/ppt/tableStyles.xml" Id="R07624349339a4722" /><Relationship Type="http://schemas.openxmlformats.org/officeDocument/2006/relationships/slide" Target="/ppt/slides/slide1.xml" Id="Rd9d37fba4f5348c3" /><Relationship Type="http://schemas.openxmlformats.org/officeDocument/2006/relationships/slide" Target="/ppt/slides/slide2.xml" Id="Rcce02aa24a044da5" /><Relationship Type="http://schemas.openxmlformats.org/officeDocument/2006/relationships/slide" Target="/ppt/slides/slide3.xml" Id="R8543ff95a23442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13fb8baf0b846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a05cfedbb34fc2" /><Relationship Type="http://schemas.openxmlformats.org/officeDocument/2006/relationships/notesMaster" Target="/ppt/notesMasters/notesMaster1.xml" Id="Rc83b4791a30c43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65bb1fb5a94b80" /><Relationship Type="http://schemas.openxmlformats.org/officeDocument/2006/relationships/notesMaster" Target="/ppt/notesMasters/notesMaster1.xml" Id="Ra84b08e52e0d4e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2e3d6ca156431f" /><Relationship Type="http://schemas.openxmlformats.org/officeDocument/2006/relationships/notesMaster" Target="/ppt/notesMasters/notesMaster1.xml" Id="R9a858463fa304e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规则：rules/排版体系/麦肯锡式.md；rules/skins/东北大学.md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dbb54502d42aa" /><Relationship Type="http://schemas.openxmlformats.org/officeDocument/2006/relationships/image" Target="/ppt/media/image.jpeg" Id="Redd21901436f4377" /><Relationship Type="http://schemas.openxmlformats.org/officeDocument/2006/relationships/image" Target="/ppt/media/image.png" Id="Rc3260027c9994b86" /><Relationship Type="http://schemas.openxmlformats.org/officeDocument/2006/relationships/image" Target="/ppt/media/image2.png" Id="Rd76205165e1842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bf6ee54814a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92f2f63ff4894" /><Relationship Type="http://schemas.openxmlformats.org/officeDocument/2006/relationships/image" Target="/ppt/media/image3.png" Id="R53df5fac78fe49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4e0e2658b46b6" /><Relationship Type="http://schemas.openxmlformats.org/officeDocument/2006/relationships/image" Target="/ppt/media/image4.png" Id="Rbd3f1a9f837740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378f9feb54d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dad76e626487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a513b72054ba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41b44be39410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5e388f8de4ba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08f6eefb14c7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783c3107a4f7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c44542fed94d6c" /><Relationship Type="http://schemas.openxmlformats.org/officeDocument/2006/relationships/image" Target="/ppt/media/image5.png" Id="R82327f3e80e64ea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6bb41970b14ed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638145535b644e8" /><Relationship Type="http://schemas.openxmlformats.org/officeDocument/2006/relationships/image" Target="/ppt/media/image5.png" Id="Rf7f21f4174db4ed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11a9c1af144435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21901436f437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60027c9994b8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205165e1842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f5fac78fe49f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f1a9f83774064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27f3e80e64ea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21f4174db4ed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3b0992d3cb4cd1" /><Relationship Type="http://schemas.openxmlformats.org/officeDocument/2006/relationships/slideLayout" Target="/ppt/slideLayouts/slideLayout1.xml" Id="R6c6e39ff93174beb" /><Relationship Type="http://schemas.openxmlformats.org/officeDocument/2006/relationships/slideLayout" Target="/ppt/slideLayouts/slideLayout2.xml" Id="Rd81ea89258924774" /><Relationship Type="http://schemas.openxmlformats.org/officeDocument/2006/relationships/slideLayout" Target="/ppt/slideLayouts/slideLayout3.xml" Id="Ra3d86b87d5bb47c5" /><Relationship Type="http://schemas.openxmlformats.org/officeDocument/2006/relationships/slideLayout" Target="/ppt/slideLayouts/slideLayout4.xml" Id="R910354b949384618" /><Relationship Type="http://schemas.openxmlformats.org/officeDocument/2006/relationships/slideLayout" Target="/ppt/slideLayouts/slideLayout5.xml" Id="R6fc9dca35538407c" /><Relationship Type="http://schemas.openxmlformats.org/officeDocument/2006/relationships/slideLayout" Target="/ppt/slideLayouts/slideLayout6.xml" Id="Rb6c8c1400b484f88" /><Relationship Type="http://schemas.openxmlformats.org/officeDocument/2006/relationships/slideLayout" Target="/ppt/slideLayouts/slideLayout7.xml" Id="R25d9eb5121674617" /><Relationship Type="http://schemas.openxmlformats.org/officeDocument/2006/relationships/slideLayout" Target="/ppt/slideLayouts/slideLayout8.xml" Id="R26da46d370d54f04" /><Relationship Type="http://schemas.openxmlformats.org/officeDocument/2006/relationships/slideLayout" Target="/ppt/slideLayouts/slideLayout9.xml" Id="Rdaa93e97070c4d06" /><Relationship Type="http://schemas.openxmlformats.org/officeDocument/2006/relationships/slideLayout" Target="/ppt/slideLayouts/slideLayout10.xml" Id="R8c29d34cec004ca8" /><Relationship Type="http://schemas.openxmlformats.org/officeDocument/2006/relationships/slideLayout" Target="/ppt/slideLayouts/slideLayout11.xml" Id="R8ea1da227b5b4c1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a726b6f468f4934" /><Relationship Type="http://schemas.openxmlformats.org/officeDocument/2006/relationships/slideLayout" Target="/ppt/slideLayouts/slideLayout12.xml" Id="R242fc1a06e414c9d" /><Relationship Type="http://schemas.openxmlformats.org/officeDocument/2006/relationships/slideLayout" Target="/ppt/slideLayouts/slideLayout13.xml" Id="Rac62f9aae24347b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1cbf5e950c54250" /><Relationship Type="http://schemas.openxmlformats.org/officeDocument/2006/relationships/slideLayout" Target="/ppt/slideLayouts/slideLayout14.xml" Id="R3377b39693de42b8" /><Relationship Type="http://schemas.openxmlformats.org/officeDocument/2006/relationships/slideLayout" Target="/ppt/slideLayouts/slideLayout15.xml" Id="Rab741479796d4c2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6e39ff93174beb"/>
    <p:sldLayoutId xmlns:r="http://schemas.openxmlformats.org/officeDocument/2006/relationships" id="2147483650" r:id="Rd81ea89258924774"/>
    <p:sldLayoutId xmlns:r="http://schemas.openxmlformats.org/officeDocument/2006/relationships" id="2147483651" r:id="Ra3d86b87d5bb47c5"/>
    <p:sldLayoutId xmlns:r="http://schemas.openxmlformats.org/officeDocument/2006/relationships" id="2147483652" r:id="R910354b949384618"/>
    <p:sldLayoutId xmlns:r="http://schemas.openxmlformats.org/officeDocument/2006/relationships" id="2147483653" r:id="R6fc9dca35538407c"/>
    <p:sldLayoutId xmlns:r="http://schemas.openxmlformats.org/officeDocument/2006/relationships" id="2147483654" r:id="Rb6c8c1400b484f88"/>
    <p:sldLayoutId xmlns:r="http://schemas.openxmlformats.org/officeDocument/2006/relationships" id="2147483655" r:id="R25d9eb5121674617"/>
    <p:sldLayoutId xmlns:r="http://schemas.openxmlformats.org/officeDocument/2006/relationships" id="2147483656" r:id="R26da46d370d54f04"/>
    <p:sldLayoutId xmlns:r="http://schemas.openxmlformats.org/officeDocument/2006/relationships" id="2147483657" r:id="Rdaa93e97070c4d06"/>
    <p:sldLayoutId xmlns:r="http://schemas.openxmlformats.org/officeDocument/2006/relationships" id="2147483658" r:id="R8c29d34cec004ca8"/>
    <p:sldLayoutId xmlns:r="http://schemas.openxmlformats.org/officeDocument/2006/relationships" id="2147483659" r:id="R8ea1da227b5b4c1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42fc1a06e414c9d"/>
    <p:sldLayoutId xmlns:r="http://schemas.openxmlformats.org/officeDocument/2006/relationships" id="2147483662" r:id="Rac62f9aae24347b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377b39693de42b8"/>
    <p:sldLayoutId xmlns:r="http://schemas.openxmlformats.org/officeDocument/2006/relationships" id="2147483665" r:id="Rab741479796d4c27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0cfb06e76642dc" /><Relationship Type="http://schemas.openxmlformats.org/officeDocument/2006/relationships/notesSlide" Target="/ppt/notesSlides/notesSlide1.xml" Id="R78ad5111f4b64b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01aceafdf241fa" /><Relationship Type="http://schemas.openxmlformats.org/officeDocument/2006/relationships/notesSlide" Target="/ppt/notesSlides/notesSlide2.xml" Id="R9a717940d1624d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0756b1afee44e7" /><Relationship Type="http://schemas.openxmlformats.org/officeDocument/2006/relationships/notesSlide" Target="/ppt/notesSlides/notesSlide3.xml" Id="R7e54434e562941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先筛出可追溯项目，再小步扩大开放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准入与推进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C0431-B2EC-4D27-B7D2-FF3CDCE4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先过准入关口，再按证据逐级推进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66725-6957-4171-87DC-FDD7E99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B8B17-3EEC-4B57-A00D-E0C7A8F4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准入关口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B5FBF-36B7-4F78-A031-06F8FE37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申请来源、责任人与记录准备缺一项则暂缓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B25A9-8C2C-4FB9-9989-B71A0939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548E6-EFCD-4767-AF21-78F5DFB0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BF102-8839-4275-8C51-37F9A0BE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90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E79CB6-5CCD-415B-AD6C-24C0DF1E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明确设备使用条件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04925-185D-4F76-AFD1-FC1ED9C5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7C5155-4681-4365-A763-F9683F8F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C3B5A-7463-423E-8D40-A8470F34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338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57103-38D9-4C56-8CE8-FD43FA91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落实一位明确负责人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77C0-AC44-43BB-9F07-5B2ACE83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561287-B42F-47ED-B298-B2EAA32F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0F674E-5182-485C-B5C5-8C1A6A4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E481D9-D19F-41CC-9511-50FDB765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能保存来源、参数与输出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DB3596-81B8-46DF-9E05-BF72AFBF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67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通过筛选不等于全面开放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53BD38-504C-42D2-83C3-B71856B2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进入后的推进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D4CE29-F850-4CF9-933C-5CBF33B1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每一阶段都以可复核证据换取下一阶段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3549E9-AE06-4BD6-841E-0FCBF94B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48200"/>
            <a:ext cx="2143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AE595D-EF49-46BB-83AD-1D825FA2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8155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59C05B-FC42-4D29-8EFB-F879D369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14925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先留台账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记录任务来源与基本事实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E9533A-48DB-4176-A2A4-EA9174F7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006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414E45-8291-4AA1-94FD-FCE6E9F6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2143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BB06D1-BA12-4335-AC7C-03D72A3F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6240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434DE7-F08A-45BF-B7CC-B65C4A7F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295775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再关联来源、参数与输出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保留复核路径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E2ACCA-F828-4474-A4F8-0A78BAFA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FD20EE-B0DB-4309-AF6C-C1DB8BCD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143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FA1252-6A2F-4CFE-8C65-CCB584B6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80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8E4784-0CAD-4AE9-8477-0D43D766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1819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复核后沉淀可复用方法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明确适用边界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A0F09F-4C55-4090-A468-3998E24E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筛选解决谁能进入，阶梯解决进入后如何推进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完整记录与分级处置共同防止异常失去责任归属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601C0-9EFF-4ADD-B3CF-988BBB3C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记录保证有据可查，处置关口保证有据才关闭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D4A4F-6530-4266-B278-44B898EB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25A14-C666-4EE9-B633-7481905F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四类并列记录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18C10-3EF6-404F-852B-F04CDC37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不是先后步骤，不能互相替代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049AE-B687-4794-8E17-A10E9227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C9BBA-70F9-4EF8-8ACE-C0DB97B5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7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8826D-B506-401B-AFAE-43EBF8A5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B1631-F95C-4AF6-B795-03ECCF9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1CD9DE-14B0-4E65-A619-FA027092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274520-14E0-4BD6-BF1C-41B04D89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7ED86-1E1C-4949-9DAA-A4CBF46A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7D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60173-2175-47E6-AEEF-562B606C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D0B52F-59F0-45DC-AAC6-DA202D8C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51ECF-C7F6-433C-8BCD-C4EF571F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7F53B-537B-48B2-B9D2-131AE4C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964852-14A4-4B92-A34C-29A33F1F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7D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D6131-45D3-45A3-9156-056565C7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F366F5-19E9-498E-9446-39E34A62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5153C-485F-41D1-9233-89288CE5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470455-57BE-4F50-8E23-3C9785B4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515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ADB74E-4A30-4DED-BD12-70B90D8F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5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B6507F-D130-4033-AAD3-F8C2A2F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33750"/>
            <a:ext cx="49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A0670D-AF1A-444D-940A-1455AEBC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48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D3891A-29B2-4DF4-A09A-3D39A4A3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4CB50B-05FC-40E8-AD32-2BD51B9D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A56FDA-6218-4B6A-8168-59D34D4E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异常分级处置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0F5BBA-308E-4B7F-B1EB-2C2F490A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任一关口不满足，补齐后再提交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51631F-E3A4-4605-8940-E3D97C08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900ECA-6DDA-4778-8350-3630C365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4A5E3E-A536-4F70-8159-F56CE27F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2670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F17ADE-1779-4B8C-8927-47132457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35BC8F-E26D-4EE8-A426-6C055BB6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核对四类信息是否齐全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ADFA52-D156-4F27-94CC-9FDAFFCC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81832E-D64A-4874-81F2-4C07DA8E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981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C7FA72-97A8-487D-A55A-83C625EF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671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DC4852-1F31-4B01-BEFE-F435766E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CA45C0-EE1C-4401-8351-06DCE6B9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确认谁对事实负责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D0F018-BB2D-4841-B1DD-C3B4EB88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292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7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C8AE42-4E58-4CC6-9C85-6A9A2645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81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D2A3C1-BE23-4BEE-BB70-13EB81E8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05E532-7C5B-458C-B18A-3DF1A892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CC443F-ABC3-4FD4-BC0D-83652DB9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确认处理结论可关闭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525BE8-1023-4320-AB66-2A7DA756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3095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FBC3FC-2C5C-4E01-9E98-BB5B0EEF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分歧处理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9EEDA6-CB32-4708-A563-11D863A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29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两者意见不一致时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C53821-9273-420E-8BBB-6ADA3BF8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保留异常状态，提交协调。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“已记录”不等于“已解决”。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16CDDB-CCAB-414D-9574-84C124E5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673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关闭异常的依据必须同时满足三道关口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扩围应以能力达标为门槛，并保留明确的暂停条件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581EE-BAC4-432D-982D-B4D1BE22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达到能力门槛才考虑扩围，条件不足则暂停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D1867-4D1B-4532-9594-58619FFD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56D7B-7E72-4F3E-AC47-4D821898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能力阶梯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CA79C-8CD1-4DFF-94E8-B844359B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先把能力说清楚，再讨论增加多少项目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603B6-C8F8-4325-9B91-3B413FE4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5775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BA541-16F9-45E7-8B65-ED9B01DD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91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1E6D8-4F09-4FAC-9677-0234FB6C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14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615E2-9F0B-46E8-817B-4BB4BAC6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57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允许保留在当前试点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9903F-8E4C-4EA7-9E67-2AAB2EC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2743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9CB7D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39998-1EF5-4FD8-8B32-5643B89B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91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6D3FB-09D8-47FA-AA7C-90859239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14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来源、参数、输出相互关联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0654C-8CC3-49B4-9E07-C673FCCE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257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形成可复核证据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8C419E-4B6E-4869-BBBD-804F31D1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57550"/>
            <a:ext cx="2628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A63338-1003-43E1-8662-39FD06D9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90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5D300-3379-477B-8B46-C4B1B468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关键步骤经复核且边界明确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92A1AB-AD97-400D-82E9-6AFE6C7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457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才具备跨项目推广基础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20522-7779-4D58-9129-F0094832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7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达到可复用前，不宣称跨项目可推广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3CAD5F-A553-4306-A22D-BF80F5FC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扩围评审的并列边界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9F28B1-3D11-4B63-A354-402C322B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三项条件同时满足，才进入扩围讨论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2CC78C-9329-496A-8FDB-2888C1C7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B133BB-A8E3-4677-A4A3-E22FB8F8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人员条件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33AD2B-1BEB-4EA3-88B4-6F7519F8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责任人可持续履职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B3AB82-8CD5-48D3-93E3-8C72B473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62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F617F3-6635-4E1C-8482-6707937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527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784C4F-046B-4337-A2A9-99314ED7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672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729913-9782-4B58-AF26-A6533E27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资源条件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B6E0A5-9010-478D-B2FB-ACABDAF2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设备与支持能力可覆盖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E7C028-98AB-47B5-804D-93DA65AC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29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2FDECF-FAC5-452B-971C-4F32F2C9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19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160E27-2D1B-4439-A837-C714EF50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339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46A557-F1F9-4C3D-8CDB-2762A549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方法条件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D85592-F051-4E26-84A2-7B972B85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适用范围与例外清楚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663A96-3FFD-4CDA-B83F-E7CFD8C9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15F91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B3A21D-DB40-4A6E-89FE-05E4C702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86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1E99B2-3755-488E-A200-3653A6E8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9590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2DC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BDDB82-C6E3-45E1-8CB3-68A9C243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67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暂停条件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6FC87A-01BB-46E9-83D0-A051A7E1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673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任何边界无法满足，保留当前试点规模并明确补齐任务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2026-09-09T00:09:23.3950000Z</dcterms:created>
  <dcterms:modified xsi:type="dcterms:W3CDTF">2026-09-09T00:09:23.3950000Z</dcterms:modified>
</coreProperties>
</file>