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7eafd1a35942ce" /><Relationship Type="http://schemas.openxmlformats.org/officeDocument/2006/relationships/extended-properties" Target="/docProps/app.xml" Id="Rcf6867a6d5bc463e" /><Relationship Type="http://schemas.openxmlformats.org/officeDocument/2006/relationships/officeDocument" Target="/ppt/presentation.xml" Id="R2586d84aaae54a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e3046616694a3f"/>
    <p:sldMasterId xmlns:r="http://schemas.openxmlformats.org/officeDocument/2006/relationships" id="2147483660" r:id="R76b54daacafe4303"/>
    <p:sldMasterId xmlns:r="http://schemas.openxmlformats.org/officeDocument/2006/relationships" id="2147483663" r:id="Rfde97d662d3c4e77"/>
  </p:sldMasterIdLst>
  <p:notesMasterIdLst>
    <p:notesMasterId xmlns:r="http://schemas.openxmlformats.org/officeDocument/2006/relationships" r:id="R2758ff0eed764f60"/>
  </p:notesMasterIdLst>
  <p:sldIdLst>
    <p:sldId xmlns:r="http://schemas.openxmlformats.org/officeDocument/2006/relationships" id="256" r:id="R67922535eec3406e"/>
    <p:sldId xmlns:r="http://schemas.openxmlformats.org/officeDocument/2006/relationships" id="257" r:id="Ra118ff3ac72c4530"/>
    <p:sldId xmlns:r="http://schemas.openxmlformats.org/officeDocument/2006/relationships" id="258" r:id="R39326cde8d534a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054f7f32284b55" /><Relationship Type="http://schemas.openxmlformats.org/officeDocument/2006/relationships/slideMaster" Target="/ppt/slideMasters/slideMaster1.xml" Id="Rb6e3046616694a3f" /><Relationship Type="http://schemas.openxmlformats.org/officeDocument/2006/relationships/slideMaster" Target="/ppt/slideMasters/slideMaster2.xml" Id="R76b54daacafe4303" /><Relationship Type="http://schemas.openxmlformats.org/officeDocument/2006/relationships/slideMaster" Target="/ppt/slideMasters/slideMaster3.xml" Id="Rfde97d662d3c4e77" /><Relationship Type="http://schemas.openxmlformats.org/officeDocument/2006/relationships/notesMaster" Target="/ppt/notesMasters/notesMaster1.xml" Id="R2758ff0eed764f60" /><Relationship Type="http://schemas.openxmlformats.org/officeDocument/2006/relationships/presProps" Target="/ppt/presProps.xml" Id="Rea19e44d4ab543ec" /><Relationship Type="http://schemas.openxmlformats.org/officeDocument/2006/relationships/viewProps" Target="/ppt/viewProps.xml" Id="R50d72d848e684d43" /><Relationship Type="http://schemas.openxmlformats.org/officeDocument/2006/relationships/tableStyles" Target="/ppt/tableStyles.xml" Id="Rce036b68d5cc4d1b" /><Relationship Type="http://schemas.openxmlformats.org/officeDocument/2006/relationships/slide" Target="/ppt/slides/slide1.xml" Id="R67922535eec3406e" /><Relationship Type="http://schemas.openxmlformats.org/officeDocument/2006/relationships/slide" Target="/ppt/slides/slide2.xml" Id="Ra118ff3ac72c4530" /><Relationship Type="http://schemas.openxmlformats.org/officeDocument/2006/relationships/slide" Target="/ppt/slides/slide3.xml" Id="R39326cde8d534a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6b9b01d805c54a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f65f24f142445c" /><Relationship Type="http://schemas.openxmlformats.org/officeDocument/2006/relationships/notesMaster" Target="/ppt/notesMasters/notesMaster1.xml" Id="R1acc5f1977544f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607117ff834679" /><Relationship Type="http://schemas.openxmlformats.org/officeDocument/2006/relationships/notesMaster" Target="/ppt/notesMasters/notesMaster1.xml" Id="R89eada270aac40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142f353999467b" /><Relationship Type="http://schemas.openxmlformats.org/officeDocument/2006/relationships/notesMaster" Target="/ppt/notesMasters/notesMaster1.xml" Id="R2621cf8ce05348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规则：rules/排版体系/麦肯锡式.md；rules/skins/东北大学.md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规则：rules/排版体系/麦肯锡式.md；rules/skins/东北大学.md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规则：rules/排版体系/麦肯锡式.md；rules/skins/东北大学.md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846a08d3f149aa" /><Relationship Type="http://schemas.openxmlformats.org/officeDocument/2006/relationships/image" Target="/ppt/media/image.jpeg" Id="R58549750c3704922" /><Relationship Type="http://schemas.openxmlformats.org/officeDocument/2006/relationships/image" Target="/ppt/media/image.png" Id="R694d61d0d1ae4fda" /><Relationship Type="http://schemas.openxmlformats.org/officeDocument/2006/relationships/image" Target="/ppt/media/image2.png" Id="R7ae69426cd974e0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b2e069a96241d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b4a15299944c67" /><Relationship Type="http://schemas.openxmlformats.org/officeDocument/2006/relationships/image" Target="/ppt/media/image3.png" Id="R1fd80073a9eb42a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19b521467642ba" /><Relationship Type="http://schemas.openxmlformats.org/officeDocument/2006/relationships/image" Target="/ppt/media/image4.png" Id="Rcec7335820044a8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32c4ebf2fa46e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cce263028f454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328d10a257426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2d19d7c6b74cb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ac8b2c3e5b404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fd90c5537e44d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a00af4736c420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44e446a18b84925" /><Relationship Type="http://schemas.openxmlformats.org/officeDocument/2006/relationships/image" Target="/ppt/media/image5.png" Id="R7bf59a26c8254cf9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7632136ce0242a8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8305590c9d94d3a" /><Relationship Type="http://schemas.openxmlformats.org/officeDocument/2006/relationships/image" Target="/ppt/media/image5.png" Id="Ra42079ce52964be2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19d65601f6a45d3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549750c3704922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4d61d0d1ae4fda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e69426cd974e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d80073a9eb42ab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c7335820044a88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f59a26c8254cf9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2079ce52964be2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0dd82750b64956" /><Relationship Type="http://schemas.openxmlformats.org/officeDocument/2006/relationships/slideLayout" Target="/ppt/slideLayouts/slideLayout1.xml" Id="R93ae10bc38434297" /><Relationship Type="http://schemas.openxmlformats.org/officeDocument/2006/relationships/slideLayout" Target="/ppt/slideLayouts/slideLayout2.xml" Id="R6cf9c0d11f284d5e" /><Relationship Type="http://schemas.openxmlformats.org/officeDocument/2006/relationships/slideLayout" Target="/ppt/slideLayouts/slideLayout3.xml" Id="R4aab841fd04442d3" /><Relationship Type="http://schemas.openxmlformats.org/officeDocument/2006/relationships/slideLayout" Target="/ppt/slideLayouts/slideLayout4.xml" Id="R5b8a455fe8804f7f" /><Relationship Type="http://schemas.openxmlformats.org/officeDocument/2006/relationships/slideLayout" Target="/ppt/slideLayouts/slideLayout5.xml" Id="Rbe6119b72e814d5a" /><Relationship Type="http://schemas.openxmlformats.org/officeDocument/2006/relationships/slideLayout" Target="/ppt/slideLayouts/slideLayout6.xml" Id="Rc693598e778c4d30" /><Relationship Type="http://schemas.openxmlformats.org/officeDocument/2006/relationships/slideLayout" Target="/ppt/slideLayouts/slideLayout7.xml" Id="R4b87338950944986" /><Relationship Type="http://schemas.openxmlformats.org/officeDocument/2006/relationships/slideLayout" Target="/ppt/slideLayouts/slideLayout8.xml" Id="Rb8d75e7426f0444b" /><Relationship Type="http://schemas.openxmlformats.org/officeDocument/2006/relationships/slideLayout" Target="/ppt/slideLayouts/slideLayout9.xml" Id="Re96fe7da384c4937" /><Relationship Type="http://schemas.openxmlformats.org/officeDocument/2006/relationships/slideLayout" Target="/ppt/slideLayouts/slideLayout10.xml" Id="R3e5fd1741bb84c57" /><Relationship Type="http://schemas.openxmlformats.org/officeDocument/2006/relationships/slideLayout" Target="/ppt/slideLayouts/slideLayout11.xml" Id="Racfb3bec60314903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aa03826d042a4cc7" /><Relationship Type="http://schemas.openxmlformats.org/officeDocument/2006/relationships/slideLayout" Target="/ppt/slideLayouts/slideLayout12.xml" Id="R9cc781a5e0644759" /><Relationship Type="http://schemas.openxmlformats.org/officeDocument/2006/relationships/slideLayout" Target="/ppt/slideLayouts/slideLayout13.xml" Id="R3fe757ac40f84f7b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339adf40e20a4718" /><Relationship Type="http://schemas.openxmlformats.org/officeDocument/2006/relationships/slideLayout" Target="/ppt/slideLayouts/slideLayout14.xml" Id="R768277301a4e4559" /><Relationship Type="http://schemas.openxmlformats.org/officeDocument/2006/relationships/slideLayout" Target="/ppt/slideLayouts/slideLayout15.xml" Id="R003d97ee4537498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ae10bc38434297"/>
    <p:sldLayoutId xmlns:r="http://schemas.openxmlformats.org/officeDocument/2006/relationships" id="2147483650" r:id="R6cf9c0d11f284d5e"/>
    <p:sldLayoutId xmlns:r="http://schemas.openxmlformats.org/officeDocument/2006/relationships" id="2147483651" r:id="R4aab841fd04442d3"/>
    <p:sldLayoutId xmlns:r="http://schemas.openxmlformats.org/officeDocument/2006/relationships" id="2147483652" r:id="R5b8a455fe8804f7f"/>
    <p:sldLayoutId xmlns:r="http://schemas.openxmlformats.org/officeDocument/2006/relationships" id="2147483653" r:id="Rbe6119b72e814d5a"/>
    <p:sldLayoutId xmlns:r="http://schemas.openxmlformats.org/officeDocument/2006/relationships" id="2147483654" r:id="Rc693598e778c4d30"/>
    <p:sldLayoutId xmlns:r="http://schemas.openxmlformats.org/officeDocument/2006/relationships" id="2147483655" r:id="R4b87338950944986"/>
    <p:sldLayoutId xmlns:r="http://schemas.openxmlformats.org/officeDocument/2006/relationships" id="2147483656" r:id="Rb8d75e7426f0444b"/>
    <p:sldLayoutId xmlns:r="http://schemas.openxmlformats.org/officeDocument/2006/relationships" id="2147483657" r:id="Re96fe7da384c4937"/>
    <p:sldLayoutId xmlns:r="http://schemas.openxmlformats.org/officeDocument/2006/relationships" id="2147483658" r:id="R3e5fd1741bb84c57"/>
    <p:sldLayoutId xmlns:r="http://schemas.openxmlformats.org/officeDocument/2006/relationships" id="2147483659" r:id="Racfb3bec60314903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9cc781a5e0644759"/>
    <p:sldLayoutId xmlns:r="http://schemas.openxmlformats.org/officeDocument/2006/relationships" id="2147483662" r:id="R3fe757ac40f84f7b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768277301a4e4559"/>
    <p:sldLayoutId xmlns:r="http://schemas.openxmlformats.org/officeDocument/2006/relationships" id="2147483665" r:id="R003d97ee4537498c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9670f9322734804" /><Relationship Type="http://schemas.openxmlformats.org/officeDocument/2006/relationships/notesSlide" Target="/ppt/notesSlides/notesSlide1.xml" Id="R20e76c1c0a4648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b7fd77a206447bf" /><Relationship Type="http://schemas.openxmlformats.org/officeDocument/2006/relationships/notesSlide" Target="/ppt/notesSlides/notesSlide2.xml" Id="Rbe5faa4d0b5344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7d38f674b784111" /><Relationship Type="http://schemas.openxmlformats.org/officeDocument/2006/relationships/notesSlide" Target="/ppt/notesSlides/notesSlide3.xml" Id="R19444fbad0414cc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先筛出可追溯项目，再小步扩大开放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准入与推进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23F7D3-B1A5-4C5F-A4DA-34DC1516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95450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先过准入关口，再按证据逐级推进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581868-0DB9-40ED-A627-CC36A3E1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9333A3-E70B-4DAE-AFB5-4C8AB6C6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66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准入关口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201AA6-7346-4873-8D80-BF54D07D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申请来源、责任人与记录准备缺一项则暂缓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EC5D50-154F-42C9-8E82-A7A48BFB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0515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2D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2C56C5-C0D6-4982-B1B7-D171DA17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289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08D248-C4B5-4F41-BBF1-4927FE01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908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资格核对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E82D69-6D91-4D47-B27F-4911F8F4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29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明确设备使用条件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DBABBB-CBF6-420C-A6AC-85E977FD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481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2D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68B03A-E91F-4A29-A6D4-8109DCC0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719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1B5377-5B75-495B-8CFD-ED7A96D1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338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责任确认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1B89C6-F807-4491-8299-543AA712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落实一位明确负责人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6758AA-07DF-474D-AE43-CCFAD408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9105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C8D2D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A4D22E-C65B-44D1-AA41-2C372BC9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044D18-EFAE-43E3-999F-322DE490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记录准备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B3CA0B-2D1B-40C4-ABB0-22F5035F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149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能保存来源、参数与输出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899EEB-FC41-4227-A1BE-5B321F34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67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通过筛选不等于全面开放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32D290-D209-4B73-93B4-B255D5DE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66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进入后的推进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485C05-EAD3-4AC7-B6D2-78673628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717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每一阶段都以可复核证据换取下一阶段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05324C-9409-4A29-BE17-C18BABE0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86250"/>
            <a:ext cx="21431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9CB7D0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BA68DB-3698-471A-87AD-F3F9C1B6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19600"/>
            <a:ext cx="1800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可记录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A34053-E8D3-4865-9EE9-597ECD18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52975"/>
            <a:ext cx="1819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先留台账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记录任务来源与基本事实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A84BBF-FF2A-4A67-AC4F-CD38A01B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838700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FC6722-7090-46C8-B40F-249E0089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24250"/>
            <a:ext cx="21431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9CB7D0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6F211E-B81F-43CD-865B-600240CD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657600"/>
            <a:ext cx="1800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FC51EA0-6984-4377-835D-07E301AD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990975"/>
            <a:ext cx="1819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再关联来源、参数与输出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保留复核路径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AE72606-C8A7-44B8-B6CD-9A7C14A7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76700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C96CBE5-87A5-40F8-A017-0B82AD1A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62250"/>
            <a:ext cx="21431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9708A1A-BF27-4D7F-B1C4-99E4FA30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95600"/>
            <a:ext cx="1800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可复用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EAA3309-7665-4E7F-B96A-06CEA77C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28975"/>
            <a:ext cx="1819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复核后沉淀可复用方法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明确适用边界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AA786FB-A44E-47A1-9804-604A825F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61975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筛选解决谁能进入，阶梯解决进入后如何推进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完整记录与分级处置共同防止异常失去责任归属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记录与处置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6FAA44-1206-41B2-A92C-15B6FA37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95450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记录保证有据可查，处置关口保证有据才关闭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C51D42-BBB1-4B9D-B95D-D685353F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3F2EDE-070C-4295-99BC-E929A10E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669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四类并列记录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8C8292-A2B3-4CAE-A7F0-D41E27AD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不是先后步骤，不能互相替代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36C955-B283-468C-A72A-945A8B54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05150"/>
            <a:ext cx="685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2D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635801-897E-4696-9D23-A38806C8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0515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B7D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94A1C6-CA16-4BA9-8B15-A8F5AF38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0"/>
            <a:ext cx="49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申请来源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E5EE0C-9E6D-4B53-84E9-369889B7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48125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EC2F59-1749-4544-9ADC-FECC92E3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48150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申请人与任务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1BE3C1-1F4A-459D-B954-8985B5B5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105150"/>
            <a:ext cx="685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2D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50B176-C647-4A91-AF23-90E63D97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10515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B7D0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1E2E3F-E20E-4989-A652-B2EDAEC0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333750"/>
            <a:ext cx="49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审批依据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DDEF7B-AEBA-49BA-AA4A-4635D116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48125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D31D41-55B4-408A-8F91-99312D50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248150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责任人与时间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888FB4-8525-47BD-9CD8-D9B3A65D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105150"/>
            <a:ext cx="685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2DC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A2A162-CDD3-46E3-8E53-C593BDF2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10515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B7D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F97CC7-80EE-4458-98DD-644349D4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333750"/>
            <a:ext cx="49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执行结果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4F1097-DE30-4AE7-AB98-69E3258A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048125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2037C7-9EEC-442F-81B1-2078C2C7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248150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参数与输出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67CAB0-5319-490D-8481-82E7F20F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105150"/>
            <a:ext cx="685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C8D2DC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CA01ED-BB33-46FE-AEEB-A10A461E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10515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F5053E-A9DC-4167-9826-8655EA2F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333750"/>
            <a:ext cx="49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异常处置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193433-1B56-4A7D-A478-790E8BBE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048125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883502C-880C-40A9-BD11-16890B56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248150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原因与结论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D27DC8-39D5-4851-ACFD-6BAAFDBC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1970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课题负责人确认事实；平台管理者复核处理结论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5B3D62-D591-43EE-BCE2-44F5F915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66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异常分级处置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BDF0AA6-5BF9-437E-83AD-F305AD66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71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任一关口不满足，补齐后再提交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750387F-A018-4451-81B1-BB4FF441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2900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CB7D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B5FF565-D122-4975-850F-E293450D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181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15F91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D0FE9D2-36EB-4D3D-9083-D2972075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26707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682FA74-93C9-44C0-A8F6-709BCB23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623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记录完整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9026D17-FDAA-43B9-B96A-07820FDA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核对四类信息是否齐全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5751ECA-4857-4D76-9C79-80CFB6C3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22910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CB7D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A4D1648-3DC3-4EFB-8D7F-91CBD137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9814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15F91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072C415-E5BF-4D18-BF31-84259AB2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06717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C06BCE5-7F6A-4673-8F91-454A28A7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624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责任明确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CE620AF-4C63-42C0-8125-D1ACAD4E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291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确认谁对事实负责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5EAD047-1EF0-4698-9395-4C65D08F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02920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CB7D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272989A-6B0B-492D-9F83-F4F9362C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781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E390F12-5D62-4653-BD6F-97D5505B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86727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4B00186-5C98-40F9-885B-3512289A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625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复核通过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BFC7FFA-A899-4089-8CFF-78467E44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292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确认处理结论可关闭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37831F4-66B6-46BC-A852-789867FF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81350"/>
            <a:ext cx="30956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2DC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B810A68-738E-4DAC-BECC-F237512A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71850"/>
            <a:ext cx="9144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分歧处理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E4285FA-BEFF-4C67-8B8F-D27B79B8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290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两者意见不一致时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DC0DB7A-8139-42E5-A846-491F0690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719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保留异常状态，提交协调。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“已记录”不等于“已解决”。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860AA38-3DD5-4319-8DA7-1F30A458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46735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关闭异常的依据必须同时满足三道关口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扩围应以能力达标为门槛，并保留明确的暂停条件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能力与扩围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D01ADE-1D3E-40C4-8D06-E6ED50B6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95450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达到能力门槛才考虑扩围，条件不足则暂停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4C70FF-5D04-456B-B7EC-A3E93E3E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1B8058-1773-4989-A127-330A80FD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66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能力阶梯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B9C823-75BF-45B3-9288-A656BA43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先把能力说清楚，再讨论增加多少项目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BA8E19-3ADB-401D-8C09-58D5EE64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4820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9CB7D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E9FDB4-B6CD-4774-86A1-B83C5D65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7625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可记录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453977-7A53-41EB-B074-9CED1B27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057775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基本台账齐全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允许保留在当前试点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E51F86-6066-4518-B959-03D22216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6715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9CB7D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39BBCD-CAD1-4DB6-8BAA-D05963EE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9814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83CE5E-AFC1-413D-A791-9E188C5B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276725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来源、参数、输出相互关联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形成可复核证据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6F0C40-6B49-49C1-8957-33B3C492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08610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EC22E6-2600-408A-AAF5-E9EF37D0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200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可复用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1C26B2-3C2E-42AE-B6CA-BDC280B4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495675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关键步骤经复核且边界明确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具备跨项目推广基础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FF1FFD-912A-4842-827D-F30934AF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达到可复用前，不宣称跨项目可推广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4B4EA8-37BB-49D9-862D-50C7AD1A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扩围评审的并列边界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13E4BF-50CD-4BF1-80FE-F7496674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三项条件同时满足，才进入扩围讨论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263BF4-B2E0-480F-A7D6-EAB841D9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0045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B04454-26FC-4377-AAB7-17F66013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人员条件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4825C1-BF27-4933-B21C-9C3E4D9D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责任人可持续履职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46E380-B620-4EBC-996E-F9178B15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62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15F91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E35BEF-CE91-42AF-85FF-02F4397A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527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43323D-20FC-4D66-A177-6951C539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6720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B899D3-DEBA-41FE-9E31-D81BA2B4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100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资源条件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722230-0A21-45E9-8AFC-BE42BC17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100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设备与支持能力可覆盖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632B4A-DA2E-440D-975E-7670AA7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829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15F91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811FAF8-9C87-4DB4-9C97-333E639B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8195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16644F2-0303-4B10-B2E9-7893E631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3395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AFF8858-FCED-4C3C-83AE-291F44DA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76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方法条件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8FE61D3-725C-4928-A70F-56B45E51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767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适用范围与例外清楚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B354441-759E-4390-8415-5FF1D218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495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15F91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D3E5657-6376-478A-9B35-67E59365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4862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E163569-CC03-46CA-ABE2-C0C8EEDD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95900"/>
            <a:ext cx="619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2DC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2586A8C-CBF9-4FF2-8C9E-7847739B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4673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暂停条件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8FD6C22-5609-425A-AF78-0B9F8256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467350"/>
            <a:ext cx="452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任何边界无法满足，保留当前试点规模并明确补齐任务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2026-09-09T00:10:26.4540000Z</dcterms:created>
  <dcterms:modified xsi:type="dcterms:W3CDTF">2026-09-09T00:10:26.4540000Z</dcterms:modified>
</coreProperties>
</file>