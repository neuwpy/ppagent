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1ef793015b4801" /><Relationship Type="http://schemas.openxmlformats.org/officeDocument/2006/relationships/extended-properties" Target="/docProps/app.xml" Id="R1bf7a4815f00445e" /><Relationship Type="http://schemas.openxmlformats.org/officeDocument/2006/relationships/officeDocument" Target="/ppt/presentation.xml" Id="R9cf676a8db9a41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b1bd218aff41ac"/>
  </p:sldMasterIdLst>
  <p:notesMasterIdLst>
    <p:notesMasterId xmlns:r="http://schemas.openxmlformats.org/officeDocument/2006/relationships" r:id="Rb7f4cd90846f406f"/>
  </p:notesMasterIdLst>
  <p:sldIdLst>
    <p:sldId xmlns:r="http://schemas.openxmlformats.org/officeDocument/2006/relationships" id="256" r:id="R67d67756cae742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8c7bc84e6e4043" /><Relationship Type="http://schemas.openxmlformats.org/officeDocument/2006/relationships/slideMaster" Target="/ppt/slideMasters/slideMaster1.xml" Id="Ra1b1bd218aff41ac" /><Relationship Type="http://schemas.openxmlformats.org/officeDocument/2006/relationships/notesMaster" Target="/ppt/notesMasters/notesMaster1.xml" Id="Rb7f4cd90846f406f" /><Relationship Type="http://schemas.openxmlformats.org/officeDocument/2006/relationships/presProps" Target="/ppt/presProps.xml" Id="R994513c211d84fcf" /><Relationship Type="http://schemas.openxmlformats.org/officeDocument/2006/relationships/tableStyles" Target="/ppt/tableStyles.xml" Id="R86ed665a081f43aa" /><Relationship Type="http://schemas.openxmlformats.org/officeDocument/2006/relationships/slide" Target="/ppt/slides/slide1.xml" Id="R67d67756cae742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d926525a9e47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ece232dbf1494f" /><Relationship Type="http://schemas.openxmlformats.org/officeDocument/2006/relationships/notesMaster" Target="/ppt/notesMasters/notesMaster1.xml" Id="Ree82465fc0cf4b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02de4cc32f48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6babb9d4634801" /><Relationship Type="http://schemas.openxmlformats.org/officeDocument/2006/relationships/slideLayout" Target="/ppt/slideLayouts/slideLayout1.xml" Id="Rc73a5d1873cf4e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3a5d1873cf4e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c2053d5304d25" /><Relationship Type="http://schemas.openxmlformats.org/officeDocument/2006/relationships/image" Target="/ppt/media/image.png" Id="Rc23aa826ef7f4a5d" /><Relationship Type="http://schemas.openxmlformats.org/officeDocument/2006/relationships/image" Target="/ppt/media/image.svg" Id="Rffd5ab4cae2b403f" /><Relationship Type="http://schemas.openxmlformats.org/officeDocument/2006/relationships/image" Target="/ppt/media/image2.png" Id="R6682afaa723a4ea8" /><Relationship Type="http://schemas.openxmlformats.org/officeDocument/2006/relationships/image" Target="/ppt/media/image2.svg" Id="R7fcc7c7e58e64c53" /><Relationship Type="http://schemas.openxmlformats.org/officeDocument/2006/relationships/image" Target="/ppt/media/image3.png" Id="Rc2d0b61c6e024a55" /><Relationship Type="http://schemas.openxmlformats.org/officeDocument/2006/relationships/image" Target="/ppt/media/image3.svg" Id="Rea002fcf690841d4" /><Relationship Type="http://schemas.openxmlformats.org/officeDocument/2006/relationships/notesSlide" Target="/ppt/notesSlides/notesSlide1.xml" Id="R9f4d5a31ea444e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age-paper">
            <a:extLst xmlns:a="http://schemas.openxmlformats.org/drawingml/2006/main">
              <a:ext uri="{FF2B5EF4-FFF2-40B4-BE49-F238E27FC236}">
                <a16:creationId xmlns:a16="http://schemas.microsoft.com/office/drawing/2014/main" id="{E0681F76-9963-4F10-A55F-D6B6BF49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475DBEC5-C4D0-4220-A304-5A3B877D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4CE31E7-B4C0-44AF-B8ED-5AA222B2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反馈筛选：每一层都有准入依据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2318174A-8B59-4D45-88AB-4F437A48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7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D6CEA57B-7DE3-456C-A550-E4DAC362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144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反馈来源：访谈、工单、使用记录</a:t>
            </a:r>
          </a:p>
        </p:txBody>
      </p:sp>
      <p:sp>
        <p:nvSpPr>
          <p:cNvPr id="6" name="plain-1-module">
            <a:extLst xmlns:a="http://schemas.openxmlformats.org/drawingml/2006/main">
              <a:ext uri="{FF2B5EF4-FFF2-40B4-BE49-F238E27FC236}">
                <a16:creationId xmlns:a16="http://schemas.microsoft.com/office/drawing/2014/main" id="{DBFF6DED-CCF0-4DFE-A76A-68480E83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47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准入依据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7EAC4242-7628-46F7-8A07-2AB9E972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908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保留原始反馈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CBE2D31B-4DCB-419C-8D8E-C4EFAE95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338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问题可重复观察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25CFC4E8-27DB-470B-B39F-CFDAB532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767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小样验证有效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0A1B6D45-BBFB-4E21-864E-81F933C1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197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责任人与交付范围明确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FD7CE1-8C0B-4944-972F-0DA8CAD0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2" name="plain-layer-0">
            <a:extLst xmlns:a="http://schemas.openxmlformats.org/drawingml/2006/main">
              <a:ext uri="{FF2B5EF4-FFF2-40B4-BE49-F238E27FC236}">
                <a16:creationId xmlns:a16="http://schemas.microsoft.com/office/drawing/2014/main" id="{799C74B5-23DC-4206-A475-AEB592DA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2855976"/>
            <a:ext cx="2857500" cy="669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plain-layer-1">
            <a:extLst xmlns:a="http://schemas.openxmlformats.org/drawingml/2006/main">
              <a:ext uri="{FF2B5EF4-FFF2-40B4-BE49-F238E27FC236}">
                <a16:creationId xmlns:a16="http://schemas.microsoft.com/office/drawing/2014/main" id="{873DFA0F-F4CA-46B8-BE96-397200F2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046" y="3598926"/>
            <a:ext cx="2158717" cy="669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plain-layer-2">
            <a:extLst xmlns:a="http://schemas.openxmlformats.org/drawingml/2006/main">
              <a:ext uri="{FF2B5EF4-FFF2-40B4-BE49-F238E27FC236}">
                <a16:creationId xmlns:a16="http://schemas.microsoft.com/office/drawing/2014/main" id="{EF7C66AF-A811-4E3B-9181-6587854A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8470" y="4341876"/>
            <a:ext cx="1623860" cy="669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plain-layer-3">
            <a:extLst xmlns:a="http://schemas.openxmlformats.org/drawingml/2006/main">
              <a:ext uri="{FF2B5EF4-FFF2-40B4-BE49-F238E27FC236}">
                <a16:creationId xmlns:a16="http://schemas.microsoft.com/office/drawing/2014/main" id="{9CE51CEF-C690-4E20-9CCB-52ADB190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1758" y="5084826"/>
            <a:ext cx="1137285" cy="669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0BAB5DE2-B801-4AA8-8E50-35671D7F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3527" y="3048000"/>
            <a:ext cx="23937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17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63EB3D4A-B9BA-4538-A178-458FE139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1975" y="3790950"/>
            <a:ext cx="17768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18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68BF756B-49A5-456B-8DAB-C2BD7035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7283" y="4533900"/>
            <a:ext cx="126623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19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2903264F-0643-444F-8A61-33AC40B4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52768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0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D05BFD06-63A4-4573-B8F1-C0C35D2F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1666" y="215175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aa826ef7f4a5d">
            <a:extLst>
              <a:ext uri="{96DAC541-7B7A-43D3-8B79-37D633B846F1}">
                <asvg:svgBlip xmlns:asvg="http://schemas.microsoft.com/office/drawing/2016/SVG/main" r:embed="Rffd5ab4cae2b40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55491" y="227558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2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5511AAD4-8104-41A6-B7EC-E9D54361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00" y="1950691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2afaa723a4ea8">
            <a:extLst>
              <a:ext uri="{96DAC541-7B7A-43D3-8B79-37D633B846F1}">
                <asvg:svgBlip xmlns:asvg="http://schemas.microsoft.com/office/drawing/2016/SVG/main" r:embed="R7fcc7c7e58e64c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33725" y="2074516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24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0D6BE40C-59C0-4234-A906-207717F1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0841" y="2115293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0b61c6e024a55">
            <a:extLst>
              <a:ext uri="{96DAC541-7B7A-43D3-8B79-37D633B846F1}">
                <asvg:svgBlip xmlns:asvg="http://schemas.microsoft.com/office/drawing/2016/SVG/main" r:embed="Rea002fcf690841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54666" y="223911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relationship-line-0">
            <a:extLst xmlns:a="http://schemas.openxmlformats.org/drawingml/2006/main">
              <a:ext uri="{FF2B5EF4-FFF2-40B4-BE49-F238E27FC236}">
                <a16:creationId xmlns:a16="http://schemas.microsoft.com/office/drawing/2014/main" id="{7EBC586E-109B-4DF0-BB6A-EFD78FA8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128" y="3190875"/>
            <a:ext cx="19368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27" name="relationship-line-1">
            <a:extLst xmlns:a="http://schemas.openxmlformats.org/drawingml/2006/main">
              <a:ext uri="{FF2B5EF4-FFF2-40B4-BE49-F238E27FC236}">
                <a16:creationId xmlns:a16="http://schemas.microsoft.com/office/drawing/2014/main" id="{6D302F96-D903-464F-BF99-C02BD015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718" y="3933825"/>
            <a:ext cx="22452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28" name="relationship-line-2">
            <a:extLst xmlns:a="http://schemas.openxmlformats.org/drawingml/2006/main">
              <a:ext uri="{FF2B5EF4-FFF2-40B4-BE49-F238E27FC236}">
                <a16:creationId xmlns:a16="http://schemas.microsoft.com/office/drawing/2014/main" id="{0A1CC424-8D4D-4CA8-8E4B-F76C12B4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360" y="4676775"/>
            <a:ext cx="25005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29" name="relationship-line-3">
            <a:extLst xmlns:a="http://schemas.openxmlformats.org/drawingml/2006/main">
              <a:ext uri="{FF2B5EF4-FFF2-40B4-BE49-F238E27FC236}">
                <a16:creationId xmlns:a16="http://schemas.microsoft.com/office/drawing/2014/main" id="{488D7F90-8ECA-4FB7-B8D2-8003048B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301" y="5419725"/>
            <a:ext cx="27366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</p:spTree>
    <p:extLst>
      <p:ext uri="{BB962C8B-B14F-4D97-AF65-F5344CB8AC3E}">
        <p14:creationId xmlns:p14="http://schemas.microsoft.com/office/powerpoint/2010/main" val="1401785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2026-09-08T06:33:53.0310000Z</dcterms:created>
  <dcterms:modified xsi:type="dcterms:W3CDTF">2026-09-08T06:33:53.0320000Z</dcterms:modified>
</coreProperties>
</file>