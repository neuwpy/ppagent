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283c6c7f874f65" /><Relationship Type="http://schemas.openxmlformats.org/officeDocument/2006/relationships/extended-properties" Target="/docProps/app.xml" Id="Rff55466e60944344" /><Relationship Type="http://schemas.openxmlformats.org/officeDocument/2006/relationships/officeDocument" Target="/ppt/presentation.xml" Id="R21842a10f68844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bd83499db4d70"/>
  </p:sldMasterIdLst>
  <p:notesMasterIdLst>
    <p:notesMasterId xmlns:r="http://schemas.openxmlformats.org/officeDocument/2006/relationships" r:id="Rdd8cbc50a26c486f"/>
  </p:notesMasterIdLst>
  <p:sldIdLst>
    <p:sldId xmlns:r="http://schemas.openxmlformats.org/officeDocument/2006/relationships" id="256" r:id="R2c899e8b95ea46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765225d15140b0" /><Relationship Type="http://schemas.openxmlformats.org/officeDocument/2006/relationships/slideMaster" Target="/ppt/slideMasters/slideMaster1.xml" Id="Rb99bd83499db4d70" /><Relationship Type="http://schemas.openxmlformats.org/officeDocument/2006/relationships/notesMaster" Target="/ppt/notesMasters/notesMaster1.xml" Id="Rdd8cbc50a26c486f" /><Relationship Type="http://schemas.openxmlformats.org/officeDocument/2006/relationships/presProps" Target="/ppt/presProps.xml" Id="R38b8622f31774989" /><Relationship Type="http://schemas.openxmlformats.org/officeDocument/2006/relationships/tableStyles" Target="/ppt/tableStyles.xml" Id="R5fadcd9003274de6" /><Relationship Type="http://schemas.openxmlformats.org/officeDocument/2006/relationships/slide" Target="/ppt/slides/slide1.xml" Id="R2c899e8b95ea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8f43450a0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f4b39aeea409e" /><Relationship Type="http://schemas.openxmlformats.org/officeDocument/2006/relationships/notesMaster" Target="/ppt/notesMasters/notesMaster1.xml" Id="Rbbcc18144530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60e3b87b844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350b840bf44e2d" /><Relationship Type="http://schemas.openxmlformats.org/officeDocument/2006/relationships/slideLayout" Target="/ppt/slideLayouts/slideLayout1.xml" Id="R0fa89760653244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89760653244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2c2fabd6147fd" /><Relationship Type="http://schemas.openxmlformats.org/officeDocument/2006/relationships/image" Target="/ppt/media/image.png" Id="Rd594f19a3680467f" /><Relationship Type="http://schemas.openxmlformats.org/officeDocument/2006/relationships/image" Target="/ppt/media/image.svg" Id="R1df97a817cf54926" /><Relationship Type="http://schemas.openxmlformats.org/officeDocument/2006/relationships/image" Target="/ppt/media/image2.png" Id="R76bd6bdb3d56490d" /><Relationship Type="http://schemas.openxmlformats.org/officeDocument/2006/relationships/image" Target="/ppt/media/image2.svg" Id="Rbe092e16c82f49e3" /><Relationship Type="http://schemas.openxmlformats.org/officeDocument/2006/relationships/image" Target="/ppt/media/image3.png" Id="R26676ab83c4e405c" /><Relationship Type="http://schemas.openxmlformats.org/officeDocument/2006/relationships/image" Target="/ppt/media/image3.svg" Id="Rb2a24f97a0034616" /><Relationship Type="http://schemas.openxmlformats.org/officeDocument/2006/relationships/notesSlide" Target="/ppt/notesSlides/notesSlide1.xml" Id="Re0bae27e346947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ge-paper">
            <a:extLst xmlns:a="http://schemas.openxmlformats.org/drawingml/2006/main">
              <a:ext uri="{FF2B5EF4-FFF2-40B4-BE49-F238E27FC236}">
                <a16:creationId xmlns:a16="http://schemas.microsoft.com/office/drawing/2014/main" id="{240C3DF1-F4D8-4C75-94BA-B6ED088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40021416-18F9-4907-87F8-9E94B5B6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27733A2-DCD1-456B-A3B6-29A71B1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需求收敛：先验证，再承诺交付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EB29369-8CF6-4D8B-A2F2-D9192DA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30BCBFA9-BE1F-468E-A092-AB423AF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交付承诺应建立在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验证与投入确认之后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B2675034-7DA6-4672-808F-5EF34A60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来自访谈、工单和使用记录的反馈，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先说明问题，再逐层核对。</a:t>
            </a:r>
          </a:p>
        </p:txBody>
      </p:sp>
      <p:sp>
        <p:nvSpPr>
          <p:cNvPr id="7" name="plain-2-module">
            <a:extLst xmlns:a="http://schemas.openxmlformats.org/drawingml/2006/main">
              <a:ext uri="{FF2B5EF4-FFF2-40B4-BE49-F238E27FC236}">
                <a16:creationId xmlns:a16="http://schemas.microsoft.com/office/drawing/2014/main" id="{9C3200C1-A370-4422-8296-D63823A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进入下一层的条件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F11E9AB2-17BF-4309-B507-177218FD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原始反馈可追溯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D012EAA6-3BDD-4E4B-B4DA-38FD8796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04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问题能够复现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91D97434-0C7F-495F-AADF-487166BF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试验支持预期价值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DD0D7920-FEFD-4692-B2A9-FCD5F6D9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005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人员与时间可落实</a:t>
            </a:r>
          </a:p>
        </p:txBody>
      </p:sp>
      <p:sp>
        <p:nvSpPr>
          <p:cNvPr id="12" name="plain-7-body">
            <a:extLst xmlns:a="http://schemas.openxmlformats.org/drawingml/2006/main">
              <a:ext uri="{FF2B5EF4-FFF2-40B4-BE49-F238E27FC236}">
                <a16:creationId xmlns:a16="http://schemas.microsoft.com/office/drawing/2014/main" id="{C911B6C3-DDB3-4F20-AEF6-D11D386A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责任人与范围明确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DA0241-CE33-46B5-AECF-27E29182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plain-layer-0">
            <a:extLst xmlns:a="http://schemas.openxmlformats.org/drawingml/2006/main">
              <a:ext uri="{FF2B5EF4-FFF2-40B4-BE49-F238E27FC236}">
                <a16:creationId xmlns:a16="http://schemas.microsoft.com/office/drawing/2014/main" id="{27C89189-DB2A-4C5D-ACEC-EEEAF38E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737266"/>
            <a:ext cx="2000250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lain-layer-1">
            <a:extLst xmlns:a="http://schemas.openxmlformats.org/drawingml/2006/main">
              <a:ext uri="{FF2B5EF4-FFF2-40B4-BE49-F238E27FC236}">
                <a16:creationId xmlns:a16="http://schemas.microsoft.com/office/drawing/2014/main" id="{E17049D1-F877-4ADE-9480-B64B328A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058" y="3337341"/>
            <a:ext cx="1592894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plain-layer-2">
            <a:extLst xmlns:a="http://schemas.openxmlformats.org/drawingml/2006/main">
              <a:ext uri="{FF2B5EF4-FFF2-40B4-BE49-F238E27FC236}">
                <a16:creationId xmlns:a16="http://schemas.microsoft.com/office/drawing/2014/main" id="{99497812-9BC3-4901-B001-2A099033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4953" y="3937416"/>
            <a:ext cx="1281093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plain-layer-3">
            <a:extLst xmlns:a="http://schemas.openxmlformats.org/drawingml/2006/main">
              <a:ext uri="{FF2B5EF4-FFF2-40B4-BE49-F238E27FC236}">
                <a16:creationId xmlns:a16="http://schemas.microsoft.com/office/drawing/2014/main" id="{0A96659A-D53E-498A-8D24-B20595B1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6781" y="4537491"/>
            <a:ext cx="997448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plain-layer-4">
            <a:extLst xmlns:a="http://schemas.openxmlformats.org/drawingml/2006/main">
              <a:ext uri="{FF2B5EF4-FFF2-40B4-BE49-F238E27FC236}">
                <a16:creationId xmlns:a16="http://schemas.microsoft.com/office/drawing/2014/main" id="{C7C9654E-0EC7-4C83-9A64-66F02DC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169" y="5137566"/>
            <a:ext cx="730653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C8E812A4-3F35-49CA-A8A6-905D9DAB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4395" y="2857500"/>
            <a:ext cx="16822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收集反馈</a:t>
            </a:r>
          </a:p>
        </p:txBody>
      </p:sp>
      <p:sp>
        <p:nvSpPr>
          <p:cNvPr id="20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44C39597-939F-4D16-92B1-41B9A72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4179" y="3457575"/>
            <a:ext cx="13226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确认问题</a:t>
            </a:r>
          </a:p>
        </p:txBody>
      </p:sp>
      <p:sp>
        <p:nvSpPr>
          <p:cNvPr id="21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BEB006CE-99E1-427A-8867-C37E8C81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3084" y="4057650"/>
            <a:ext cx="10248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验证价值</a:t>
            </a:r>
          </a:p>
        </p:txBody>
      </p:sp>
      <p:sp>
        <p:nvSpPr>
          <p:cNvPr id="22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5801CD37-33E4-4E6D-BD3B-EE26D1D0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46577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核对投入</a:t>
            </a:r>
          </a:p>
        </p:txBody>
      </p:sp>
      <p:sp>
        <p:nvSpPr>
          <p:cNvPr id="23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53F6C013-0FBC-4BDC-822A-1F939A1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52578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明确交付</a:t>
            </a:r>
          </a:p>
        </p:txBody>
      </p:sp>
      <p:sp>
        <p:nvSpPr>
          <p:cNvPr id="24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E16FECB4-6E48-461C-8EF6-7C2DF27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1713" y="2026291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4f19a3680467f">
            <a:extLst>
              <a:ext uri="{96DAC541-7B7A-43D3-8B79-37D633B846F1}">
                <asvg:svgBlip xmlns:asvg="http://schemas.microsoft.com/office/drawing/2016/SVG/main" r:embed="R1df97a817cf549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15538" y="21501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30F8F86B-BD80-4143-A7E9-2B2A7C1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182329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d6bdb3d56490d">
            <a:extLst>
              <a:ext uri="{96DAC541-7B7A-43D3-8B79-37D633B846F1}">
                <asvg:svgBlip xmlns:asvg="http://schemas.microsoft.com/office/drawing/2016/SVG/main" r:embed="Rbe092e16c82f49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194712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C933C428-904E-4FE4-A309-8979C6E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995" y="198938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76ab83c4e405c">
            <a:extLst>
              <a:ext uri="{96DAC541-7B7A-43D3-8B79-37D633B846F1}">
                <asvg:svgBlip xmlns:asvg="http://schemas.microsoft.com/office/drawing/2016/SVG/main" r:embed="Rb2a24f97a00346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4820" y="211320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4E579DF7-F5C6-4EFE-8131-C5002AE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460" y="3000375"/>
            <a:ext cx="12638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1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4A1FE419-BAA0-4C82-BAD4-F2015816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672" y="3600450"/>
            <a:ext cx="1443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2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1FA3EF82-ED39-4B37-AB8E-A463A2BE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811" y="4200525"/>
            <a:ext cx="15925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3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A6A35E15-0F9F-4FAC-AC7E-01D93B87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200" y="4800600"/>
            <a:ext cx="173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4" name="relationship-line-4">
            <a:extLst xmlns:a="http://schemas.openxmlformats.org/drawingml/2006/main">
              <a:ext uri="{FF2B5EF4-FFF2-40B4-BE49-F238E27FC236}">
                <a16:creationId xmlns:a16="http://schemas.microsoft.com/office/drawing/2014/main" id="{77899E82-B058-41E6-9899-1B8C662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72" y="5400675"/>
            <a:ext cx="18605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354124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2026-09-08T06:34:02.0600000Z</dcterms:created>
  <dcterms:modified xsi:type="dcterms:W3CDTF">2026-09-08T06:34:02.0600000Z</dcterms:modified>
</coreProperties>
</file>