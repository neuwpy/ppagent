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436b03c0df47b9" /><Relationship Type="http://schemas.openxmlformats.org/officeDocument/2006/relationships/extended-properties" Target="/docProps/app.xml" Id="R4bbecea4605e4b3c" /><Relationship Type="http://schemas.openxmlformats.org/officeDocument/2006/relationships/officeDocument" Target="/ppt/presentation.xml" Id="R92c92f190e6442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08e3364703476e"/>
  </p:sldMasterIdLst>
  <p:notesMasterIdLst>
    <p:notesMasterId xmlns:r="http://schemas.openxmlformats.org/officeDocument/2006/relationships" r:id="Rb7ac0b6855584246"/>
  </p:notesMasterIdLst>
  <p:sldIdLst>
    <p:sldId xmlns:r="http://schemas.openxmlformats.org/officeDocument/2006/relationships" id="256" r:id="R0863953afe7e42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36a53f92764433" /><Relationship Type="http://schemas.openxmlformats.org/officeDocument/2006/relationships/slideMaster" Target="/ppt/slideMasters/slideMaster1.xml" Id="Ra508e3364703476e" /><Relationship Type="http://schemas.openxmlformats.org/officeDocument/2006/relationships/notesMaster" Target="/ppt/notesMasters/notesMaster1.xml" Id="Rb7ac0b6855584246" /><Relationship Type="http://schemas.openxmlformats.org/officeDocument/2006/relationships/presProps" Target="/ppt/presProps.xml" Id="Rbb7ca0eeddc54a55" /><Relationship Type="http://schemas.openxmlformats.org/officeDocument/2006/relationships/tableStyles" Target="/ppt/tableStyles.xml" Id="R62cb942efc22485d" /><Relationship Type="http://schemas.openxmlformats.org/officeDocument/2006/relationships/slide" Target="/ppt/slides/slide1.xml" Id="R0863953afe7e42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f8537187f043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b3bdafe5044aee" /><Relationship Type="http://schemas.openxmlformats.org/officeDocument/2006/relationships/notesMaster" Target="/ppt/notesMasters/notesMaster1.xml" Id="Rfec887b79cd043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c13c35470a49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a1debbb8e7421d" /><Relationship Type="http://schemas.openxmlformats.org/officeDocument/2006/relationships/slideLayout" Target="/ppt/slideLayouts/slideLayout1.xml" Id="R30d56dc2e0c049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d56dc2e0c049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2210ba3db4099" /><Relationship Type="http://schemas.openxmlformats.org/officeDocument/2006/relationships/notesSlide" Target="/ppt/notesSlides/notesSlide1.xml" Id="R2ccb6dce6ea64c0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age-paper">
            <a:extLst xmlns:a="http://schemas.openxmlformats.org/drawingml/2006/main">
              <a:ext uri="{FF2B5EF4-FFF2-40B4-BE49-F238E27FC236}">
                <a16:creationId xmlns:a16="http://schemas.microsoft.com/office/drawing/2014/main" id="{561A2267-157C-4210-9AE8-46998984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1E05824D-86E7-442C-B491-4D1B6B4E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1F29B7DD-7EAC-4A8C-AD0D-E704570A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84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交付能力：从个人经验走向团队复用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E0F7CB59-5189-4607-AA84-C4F58005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477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7175E057-6639-462F-B553-237CEA4F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先把个人经验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变成可查的过程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7881BB70-5C42-4B22-A377-73E38A72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5125"/>
            <a:ext cx="2809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记录关键步骤与交付依据，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让团队能够理解并复用。</a:t>
            </a:r>
          </a:p>
        </p:txBody>
      </p:sp>
      <p:sp>
        <p:nvSpPr>
          <p:cNvPr id="7" name="plain-2-aux">
            <a:extLst xmlns:a="http://schemas.openxmlformats.org/drawingml/2006/main">
              <a:ext uri="{FF2B5EF4-FFF2-40B4-BE49-F238E27FC236}">
                <a16:creationId xmlns:a16="http://schemas.microsoft.com/office/drawing/2014/main" id="{5DCC35F5-7F7A-4088-86FB-A442AA9F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862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当前第 1 级，目标第 3 级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A2ED375-1E85-4C66-8F23-D9C10157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9" name="plain-progression">
            <a:extLst xmlns:a="http://schemas.openxmlformats.org/drawingml/2006/main">
              <a:ext uri="{FF2B5EF4-FFF2-40B4-BE49-F238E27FC236}">
                <a16:creationId xmlns:a16="http://schemas.microsoft.com/office/drawing/2014/main" id="{4FF71593-CBDC-44EB-A8AF-08A5B37A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4572000"/>
            <a:ext cx="5334000" cy="857250"/>
          </a:xfrm>
          <a:custGeom xmlns:a="http://schemas.openxmlformats.org/drawingml/2006/main">
            <a:pathLst>
              <a:path w="5334000" h="857250">
                <a:moveTo>
                  <a:pt x="0" y="857250"/>
                </a:moveTo>
                <a:lnTo>
                  <a:pt x="22222" y="853678"/>
                </a:lnTo>
                <a:lnTo>
                  <a:pt x="44453" y="850106"/>
                </a:lnTo>
                <a:lnTo>
                  <a:pt x="66675" y="846534"/>
                </a:lnTo>
                <a:lnTo>
                  <a:pt x="88897" y="842963"/>
                </a:lnTo>
                <a:lnTo>
                  <a:pt x="111128" y="839391"/>
                </a:lnTo>
                <a:lnTo>
                  <a:pt x="133350" y="835819"/>
                </a:lnTo>
                <a:lnTo>
                  <a:pt x="155572" y="832247"/>
                </a:lnTo>
                <a:lnTo>
                  <a:pt x="177803" y="828675"/>
                </a:lnTo>
                <a:lnTo>
                  <a:pt x="200025" y="825103"/>
                </a:lnTo>
                <a:lnTo>
                  <a:pt x="222247" y="821531"/>
                </a:lnTo>
                <a:lnTo>
                  <a:pt x="244478" y="817959"/>
                </a:lnTo>
                <a:lnTo>
                  <a:pt x="266700" y="814388"/>
                </a:lnTo>
                <a:lnTo>
                  <a:pt x="288922" y="810816"/>
                </a:lnTo>
                <a:lnTo>
                  <a:pt x="311153" y="807244"/>
                </a:lnTo>
                <a:lnTo>
                  <a:pt x="333375" y="803672"/>
                </a:lnTo>
                <a:lnTo>
                  <a:pt x="355597" y="800100"/>
                </a:lnTo>
                <a:lnTo>
                  <a:pt x="377828" y="796528"/>
                </a:lnTo>
                <a:lnTo>
                  <a:pt x="400050" y="792956"/>
                </a:lnTo>
                <a:lnTo>
                  <a:pt x="422272" y="789384"/>
                </a:lnTo>
                <a:lnTo>
                  <a:pt x="444503" y="785813"/>
                </a:lnTo>
                <a:lnTo>
                  <a:pt x="466725" y="782241"/>
                </a:lnTo>
                <a:lnTo>
                  <a:pt x="488947" y="778669"/>
                </a:lnTo>
                <a:lnTo>
                  <a:pt x="511178" y="775097"/>
                </a:lnTo>
                <a:lnTo>
                  <a:pt x="533400" y="771525"/>
                </a:lnTo>
                <a:lnTo>
                  <a:pt x="555622" y="767953"/>
                </a:lnTo>
                <a:lnTo>
                  <a:pt x="577853" y="764381"/>
                </a:lnTo>
                <a:lnTo>
                  <a:pt x="600075" y="760809"/>
                </a:lnTo>
                <a:lnTo>
                  <a:pt x="622297" y="757238"/>
                </a:lnTo>
                <a:lnTo>
                  <a:pt x="644528" y="753666"/>
                </a:lnTo>
                <a:lnTo>
                  <a:pt x="666750" y="750094"/>
                </a:lnTo>
                <a:lnTo>
                  <a:pt x="688972" y="746522"/>
                </a:lnTo>
                <a:lnTo>
                  <a:pt x="711203" y="742950"/>
                </a:lnTo>
                <a:lnTo>
                  <a:pt x="733425" y="739378"/>
                </a:lnTo>
                <a:lnTo>
                  <a:pt x="755647" y="735806"/>
                </a:lnTo>
                <a:lnTo>
                  <a:pt x="777878" y="732234"/>
                </a:lnTo>
                <a:lnTo>
                  <a:pt x="800100" y="728663"/>
                </a:lnTo>
                <a:lnTo>
                  <a:pt x="822322" y="725091"/>
                </a:lnTo>
                <a:lnTo>
                  <a:pt x="844553" y="721519"/>
                </a:lnTo>
                <a:lnTo>
                  <a:pt x="866775" y="717947"/>
                </a:lnTo>
                <a:lnTo>
                  <a:pt x="888997" y="714375"/>
                </a:lnTo>
                <a:lnTo>
                  <a:pt x="911228" y="710803"/>
                </a:lnTo>
                <a:lnTo>
                  <a:pt x="933450" y="707231"/>
                </a:lnTo>
                <a:lnTo>
                  <a:pt x="955672" y="703659"/>
                </a:lnTo>
                <a:lnTo>
                  <a:pt x="977903" y="700088"/>
                </a:lnTo>
                <a:lnTo>
                  <a:pt x="1000125" y="696516"/>
                </a:lnTo>
                <a:lnTo>
                  <a:pt x="1022347" y="692944"/>
                </a:lnTo>
                <a:lnTo>
                  <a:pt x="1044578" y="689372"/>
                </a:lnTo>
                <a:lnTo>
                  <a:pt x="1066800" y="685800"/>
                </a:lnTo>
                <a:lnTo>
                  <a:pt x="1089022" y="682228"/>
                </a:lnTo>
                <a:lnTo>
                  <a:pt x="1111253" y="678656"/>
                </a:lnTo>
                <a:lnTo>
                  <a:pt x="1133475" y="675084"/>
                </a:lnTo>
                <a:lnTo>
                  <a:pt x="1155697" y="671513"/>
                </a:lnTo>
                <a:lnTo>
                  <a:pt x="1177928" y="667941"/>
                </a:lnTo>
                <a:lnTo>
                  <a:pt x="1200150" y="664369"/>
                </a:lnTo>
                <a:lnTo>
                  <a:pt x="1222372" y="660797"/>
                </a:lnTo>
                <a:lnTo>
                  <a:pt x="1244603" y="657225"/>
                </a:lnTo>
                <a:lnTo>
                  <a:pt x="1266825" y="653653"/>
                </a:lnTo>
                <a:lnTo>
                  <a:pt x="1289047" y="650081"/>
                </a:lnTo>
                <a:lnTo>
                  <a:pt x="1311278" y="646509"/>
                </a:lnTo>
                <a:lnTo>
                  <a:pt x="1333500" y="642938"/>
                </a:lnTo>
                <a:lnTo>
                  <a:pt x="1355722" y="639366"/>
                </a:lnTo>
                <a:lnTo>
                  <a:pt x="1377953" y="635794"/>
                </a:lnTo>
                <a:lnTo>
                  <a:pt x="1400175" y="632222"/>
                </a:lnTo>
                <a:lnTo>
                  <a:pt x="1422397" y="628650"/>
                </a:lnTo>
                <a:lnTo>
                  <a:pt x="1444628" y="625078"/>
                </a:lnTo>
                <a:lnTo>
                  <a:pt x="1466850" y="621506"/>
                </a:lnTo>
                <a:lnTo>
                  <a:pt x="1489072" y="617934"/>
                </a:lnTo>
                <a:lnTo>
                  <a:pt x="1511303" y="614363"/>
                </a:lnTo>
                <a:lnTo>
                  <a:pt x="1533525" y="610791"/>
                </a:lnTo>
                <a:lnTo>
                  <a:pt x="1555747" y="607219"/>
                </a:lnTo>
                <a:lnTo>
                  <a:pt x="1577978" y="603647"/>
                </a:lnTo>
                <a:lnTo>
                  <a:pt x="1600200" y="600075"/>
                </a:lnTo>
                <a:lnTo>
                  <a:pt x="1622422" y="596503"/>
                </a:lnTo>
                <a:lnTo>
                  <a:pt x="1644653" y="592931"/>
                </a:lnTo>
                <a:lnTo>
                  <a:pt x="1666875" y="589359"/>
                </a:lnTo>
                <a:lnTo>
                  <a:pt x="1689097" y="585788"/>
                </a:lnTo>
                <a:lnTo>
                  <a:pt x="1711328" y="582216"/>
                </a:lnTo>
                <a:lnTo>
                  <a:pt x="1733550" y="578644"/>
                </a:lnTo>
                <a:lnTo>
                  <a:pt x="1755772" y="575072"/>
                </a:lnTo>
                <a:lnTo>
                  <a:pt x="1778003" y="571500"/>
                </a:lnTo>
                <a:lnTo>
                  <a:pt x="1800225" y="567928"/>
                </a:lnTo>
                <a:lnTo>
                  <a:pt x="1822447" y="564356"/>
                </a:lnTo>
                <a:lnTo>
                  <a:pt x="1844678" y="560784"/>
                </a:lnTo>
                <a:lnTo>
                  <a:pt x="1866900" y="557213"/>
                </a:lnTo>
                <a:lnTo>
                  <a:pt x="1889122" y="553641"/>
                </a:lnTo>
                <a:lnTo>
                  <a:pt x="1911353" y="550069"/>
                </a:lnTo>
                <a:lnTo>
                  <a:pt x="1933575" y="546497"/>
                </a:lnTo>
                <a:lnTo>
                  <a:pt x="1955797" y="542925"/>
                </a:lnTo>
                <a:lnTo>
                  <a:pt x="1978028" y="539353"/>
                </a:lnTo>
                <a:lnTo>
                  <a:pt x="2000250" y="535781"/>
                </a:lnTo>
                <a:lnTo>
                  <a:pt x="2022472" y="532209"/>
                </a:lnTo>
                <a:lnTo>
                  <a:pt x="2044703" y="528638"/>
                </a:lnTo>
                <a:lnTo>
                  <a:pt x="2066925" y="525066"/>
                </a:lnTo>
                <a:lnTo>
                  <a:pt x="2089147" y="521494"/>
                </a:lnTo>
                <a:lnTo>
                  <a:pt x="2111378" y="517922"/>
                </a:lnTo>
                <a:lnTo>
                  <a:pt x="2133600" y="514350"/>
                </a:lnTo>
                <a:lnTo>
                  <a:pt x="2155822" y="510778"/>
                </a:lnTo>
                <a:lnTo>
                  <a:pt x="2178053" y="507206"/>
                </a:lnTo>
                <a:lnTo>
                  <a:pt x="2200275" y="503634"/>
                </a:lnTo>
                <a:lnTo>
                  <a:pt x="2222497" y="500063"/>
                </a:lnTo>
                <a:lnTo>
                  <a:pt x="2244728" y="496491"/>
                </a:lnTo>
                <a:lnTo>
                  <a:pt x="2266950" y="492919"/>
                </a:lnTo>
                <a:lnTo>
                  <a:pt x="2289172" y="489347"/>
                </a:lnTo>
                <a:lnTo>
                  <a:pt x="2311403" y="485775"/>
                </a:lnTo>
                <a:lnTo>
                  <a:pt x="2333625" y="482203"/>
                </a:lnTo>
                <a:lnTo>
                  <a:pt x="2355847" y="478631"/>
                </a:lnTo>
                <a:lnTo>
                  <a:pt x="2378078" y="475059"/>
                </a:lnTo>
                <a:lnTo>
                  <a:pt x="2400300" y="471488"/>
                </a:lnTo>
                <a:lnTo>
                  <a:pt x="2422522" y="467916"/>
                </a:lnTo>
                <a:lnTo>
                  <a:pt x="2444753" y="464344"/>
                </a:lnTo>
                <a:lnTo>
                  <a:pt x="2466975" y="460772"/>
                </a:lnTo>
                <a:lnTo>
                  <a:pt x="2489197" y="457200"/>
                </a:lnTo>
                <a:lnTo>
                  <a:pt x="2511428" y="453628"/>
                </a:lnTo>
                <a:lnTo>
                  <a:pt x="2533650" y="450056"/>
                </a:lnTo>
                <a:lnTo>
                  <a:pt x="2555872" y="446484"/>
                </a:lnTo>
                <a:lnTo>
                  <a:pt x="2578103" y="442913"/>
                </a:lnTo>
                <a:lnTo>
                  <a:pt x="2600325" y="439341"/>
                </a:lnTo>
                <a:lnTo>
                  <a:pt x="2622547" y="435769"/>
                </a:lnTo>
                <a:lnTo>
                  <a:pt x="2644778" y="432197"/>
                </a:lnTo>
                <a:lnTo>
                  <a:pt x="2667000" y="428625"/>
                </a:lnTo>
                <a:lnTo>
                  <a:pt x="2689222" y="425053"/>
                </a:lnTo>
                <a:lnTo>
                  <a:pt x="2711453" y="421481"/>
                </a:lnTo>
                <a:lnTo>
                  <a:pt x="2733675" y="417909"/>
                </a:lnTo>
                <a:lnTo>
                  <a:pt x="2755897" y="414338"/>
                </a:lnTo>
                <a:lnTo>
                  <a:pt x="2778128" y="410766"/>
                </a:lnTo>
                <a:lnTo>
                  <a:pt x="2800350" y="407194"/>
                </a:lnTo>
                <a:lnTo>
                  <a:pt x="2822572" y="403622"/>
                </a:lnTo>
                <a:lnTo>
                  <a:pt x="2844803" y="400050"/>
                </a:lnTo>
                <a:lnTo>
                  <a:pt x="2867025" y="396478"/>
                </a:lnTo>
                <a:lnTo>
                  <a:pt x="2889247" y="392906"/>
                </a:lnTo>
                <a:lnTo>
                  <a:pt x="2911478" y="389334"/>
                </a:lnTo>
                <a:lnTo>
                  <a:pt x="2933700" y="385763"/>
                </a:lnTo>
                <a:lnTo>
                  <a:pt x="2955922" y="382191"/>
                </a:lnTo>
                <a:lnTo>
                  <a:pt x="2978153" y="378619"/>
                </a:lnTo>
                <a:lnTo>
                  <a:pt x="3000375" y="375047"/>
                </a:lnTo>
                <a:lnTo>
                  <a:pt x="3022597" y="371475"/>
                </a:lnTo>
                <a:lnTo>
                  <a:pt x="3044828" y="367903"/>
                </a:lnTo>
                <a:lnTo>
                  <a:pt x="3067050" y="364331"/>
                </a:lnTo>
                <a:lnTo>
                  <a:pt x="3089272" y="360759"/>
                </a:lnTo>
                <a:lnTo>
                  <a:pt x="3111503" y="357188"/>
                </a:lnTo>
                <a:lnTo>
                  <a:pt x="3133725" y="353616"/>
                </a:lnTo>
                <a:lnTo>
                  <a:pt x="3155947" y="350044"/>
                </a:lnTo>
                <a:lnTo>
                  <a:pt x="3178178" y="346472"/>
                </a:lnTo>
                <a:lnTo>
                  <a:pt x="3200400" y="342900"/>
                </a:lnTo>
                <a:lnTo>
                  <a:pt x="3222622" y="339328"/>
                </a:lnTo>
                <a:lnTo>
                  <a:pt x="3244853" y="335756"/>
                </a:lnTo>
                <a:lnTo>
                  <a:pt x="3267075" y="332184"/>
                </a:lnTo>
                <a:lnTo>
                  <a:pt x="3289297" y="328613"/>
                </a:lnTo>
                <a:lnTo>
                  <a:pt x="3311528" y="325041"/>
                </a:lnTo>
                <a:lnTo>
                  <a:pt x="3333750" y="321469"/>
                </a:lnTo>
                <a:lnTo>
                  <a:pt x="3355972" y="317897"/>
                </a:lnTo>
                <a:lnTo>
                  <a:pt x="3378203" y="314325"/>
                </a:lnTo>
                <a:lnTo>
                  <a:pt x="3400425" y="310753"/>
                </a:lnTo>
                <a:lnTo>
                  <a:pt x="3422647" y="307181"/>
                </a:lnTo>
                <a:lnTo>
                  <a:pt x="3444878" y="303609"/>
                </a:lnTo>
                <a:lnTo>
                  <a:pt x="3467100" y="300038"/>
                </a:lnTo>
                <a:lnTo>
                  <a:pt x="3489322" y="296466"/>
                </a:lnTo>
                <a:lnTo>
                  <a:pt x="3511553" y="292894"/>
                </a:lnTo>
                <a:lnTo>
                  <a:pt x="3533775" y="289322"/>
                </a:lnTo>
                <a:lnTo>
                  <a:pt x="3555997" y="285750"/>
                </a:lnTo>
                <a:lnTo>
                  <a:pt x="3578228" y="282178"/>
                </a:lnTo>
                <a:lnTo>
                  <a:pt x="3600450" y="278606"/>
                </a:lnTo>
                <a:lnTo>
                  <a:pt x="3622672" y="275034"/>
                </a:lnTo>
                <a:lnTo>
                  <a:pt x="3644903" y="271463"/>
                </a:lnTo>
                <a:lnTo>
                  <a:pt x="3667125" y="267891"/>
                </a:lnTo>
                <a:lnTo>
                  <a:pt x="3689347" y="264319"/>
                </a:lnTo>
                <a:lnTo>
                  <a:pt x="3711578" y="260747"/>
                </a:lnTo>
                <a:lnTo>
                  <a:pt x="3733800" y="257175"/>
                </a:lnTo>
                <a:lnTo>
                  <a:pt x="3756022" y="253603"/>
                </a:lnTo>
                <a:lnTo>
                  <a:pt x="3778253" y="250031"/>
                </a:lnTo>
                <a:lnTo>
                  <a:pt x="3800475" y="246459"/>
                </a:lnTo>
                <a:lnTo>
                  <a:pt x="3822697" y="242888"/>
                </a:lnTo>
                <a:lnTo>
                  <a:pt x="3844928" y="239316"/>
                </a:lnTo>
                <a:lnTo>
                  <a:pt x="3867150" y="235744"/>
                </a:lnTo>
                <a:lnTo>
                  <a:pt x="3889372" y="232172"/>
                </a:lnTo>
                <a:lnTo>
                  <a:pt x="3911603" y="228600"/>
                </a:lnTo>
                <a:lnTo>
                  <a:pt x="3933825" y="225028"/>
                </a:lnTo>
                <a:lnTo>
                  <a:pt x="3956047" y="221456"/>
                </a:lnTo>
                <a:lnTo>
                  <a:pt x="3978278" y="217884"/>
                </a:lnTo>
                <a:lnTo>
                  <a:pt x="4000500" y="214313"/>
                </a:lnTo>
                <a:lnTo>
                  <a:pt x="4022722" y="210741"/>
                </a:lnTo>
                <a:lnTo>
                  <a:pt x="4044953" y="207169"/>
                </a:lnTo>
                <a:lnTo>
                  <a:pt x="4067175" y="203597"/>
                </a:lnTo>
                <a:lnTo>
                  <a:pt x="4089397" y="200025"/>
                </a:lnTo>
                <a:lnTo>
                  <a:pt x="4111628" y="196453"/>
                </a:lnTo>
                <a:lnTo>
                  <a:pt x="4133850" y="192881"/>
                </a:lnTo>
                <a:lnTo>
                  <a:pt x="4156072" y="189309"/>
                </a:lnTo>
                <a:lnTo>
                  <a:pt x="4178303" y="185738"/>
                </a:lnTo>
                <a:lnTo>
                  <a:pt x="4200525" y="182166"/>
                </a:lnTo>
                <a:lnTo>
                  <a:pt x="4222747" y="178594"/>
                </a:lnTo>
                <a:lnTo>
                  <a:pt x="4244978" y="175022"/>
                </a:lnTo>
                <a:lnTo>
                  <a:pt x="4267200" y="171450"/>
                </a:lnTo>
                <a:lnTo>
                  <a:pt x="4289422" y="167878"/>
                </a:lnTo>
                <a:lnTo>
                  <a:pt x="4311653" y="164306"/>
                </a:lnTo>
                <a:lnTo>
                  <a:pt x="4333875" y="160734"/>
                </a:lnTo>
                <a:lnTo>
                  <a:pt x="4356097" y="157163"/>
                </a:lnTo>
                <a:lnTo>
                  <a:pt x="4378328" y="153591"/>
                </a:lnTo>
                <a:lnTo>
                  <a:pt x="4400550" y="150019"/>
                </a:lnTo>
                <a:lnTo>
                  <a:pt x="4422772" y="146447"/>
                </a:lnTo>
                <a:lnTo>
                  <a:pt x="4445003" y="142875"/>
                </a:lnTo>
                <a:lnTo>
                  <a:pt x="4467225" y="139303"/>
                </a:lnTo>
                <a:lnTo>
                  <a:pt x="4489447" y="135731"/>
                </a:lnTo>
                <a:lnTo>
                  <a:pt x="4511678" y="132159"/>
                </a:lnTo>
                <a:lnTo>
                  <a:pt x="4533900" y="128588"/>
                </a:lnTo>
                <a:lnTo>
                  <a:pt x="4556122" y="125016"/>
                </a:lnTo>
                <a:lnTo>
                  <a:pt x="4578353" y="121444"/>
                </a:lnTo>
                <a:lnTo>
                  <a:pt x="4600575" y="117872"/>
                </a:lnTo>
                <a:lnTo>
                  <a:pt x="4622797" y="114300"/>
                </a:lnTo>
                <a:lnTo>
                  <a:pt x="4645028" y="110728"/>
                </a:lnTo>
                <a:lnTo>
                  <a:pt x="4667250" y="107156"/>
                </a:lnTo>
                <a:lnTo>
                  <a:pt x="4689472" y="103584"/>
                </a:lnTo>
                <a:lnTo>
                  <a:pt x="4711703" y="100013"/>
                </a:lnTo>
                <a:lnTo>
                  <a:pt x="4733925" y="96441"/>
                </a:lnTo>
                <a:lnTo>
                  <a:pt x="4756147" y="92869"/>
                </a:lnTo>
                <a:lnTo>
                  <a:pt x="4778378" y="89297"/>
                </a:lnTo>
                <a:lnTo>
                  <a:pt x="4800600" y="85725"/>
                </a:lnTo>
                <a:lnTo>
                  <a:pt x="4822822" y="82153"/>
                </a:lnTo>
                <a:lnTo>
                  <a:pt x="4845053" y="78581"/>
                </a:lnTo>
                <a:lnTo>
                  <a:pt x="4867275" y="75009"/>
                </a:lnTo>
                <a:lnTo>
                  <a:pt x="4889497" y="71438"/>
                </a:lnTo>
                <a:lnTo>
                  <a:pt x="4911728" y="67866"/>
                </a:lnTo>
                <a:lnTo>
                  <a:pt x="4933950" y="64294"/>
                </a:lnTo>
                <a:lnTo>
                  <a:pt x="4956172" y="60722"/>
                </a:lnTo>
                <a:lnTo>
                  <a:pt x="4978403" y="57150"/>
                </a:lnTo>
                <a:lnTo>
                  <a:pt x="5000625" y="53578"/>
                </a:lnTo>
                <a:lnTo>
                  <a:pt x="5022847" y="50006"/>
                </a:lnTo>
                <a:lnTo>
                  <a:pt x="5045078" y="46434"/>
                </a:lnTo>
                <a:lnTo>
                  <a:pt x="5067300" y="42863"/>
                </a:lnTo>
                <a:lnTo>
                  <a:pt x="5089522" y="39291"/>
                </a:lnTo>
                <a:lnTo>
                  <a:pt x="5111753" y="35719"/>
                </a:lnTo>
                <a:lnTo>
                  <a:pt x="5133975" y="32147"/>
                </a:lnTo>
                <a:lnTo>
                  <a:pt x="5156197" y="28575"/>
                </a:lnTo>
                <a:lnTo>
                  <a:pt x="5178428" y="25003"/>
                </a:lnTo>
                <a:lnTo>
                  <a:pt x="5200650" y="21431"/>
                </a:lnTo>
                <a:lnTo>
                  <a:pt x="5222872" y="17859"/>
                </a:lnTo>
                <a:lnTo>
                  <a:pt x="5245103" y="14288"/>
                </a:lnTo>
                <a:lnTo>
                  <a:pt x="5267325" y="10716"/>
                </a:lnTo>
                <a:lnTo>
                  <a:pt x="5289547" y="7144"/>
                </a:lnTo>
                <a:lnTo>
                  <a:pt x="5311778" y="3572"/>
                </a:lnTo>
                <a:lnTo>
                  <a:pt x="533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5837B"/>
            </a:solidFill>
            <a:prstDash val="solid"/>
          </a:ln>
        </p:spPr>
      </p:sp>
      <p:sp>
        <p:nvSpPr>
          <p:cNvPr id="10" name="plain-level-0">
            <a:extLst xmlns:a="http://schemas.openxmlformats.org/drawingml/2006/main">
              <a:ext uri="{FF2B5EF4-FFF2-40B4-BE49-F238E27FC236}">
                <a16:creationId xmlns:a16="http://schemas.microsoft.com/office/drawing/2014/main" id="{054EF2B1-59E7-4074-894C-C7A15139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4048125"/>
            <a:ext cx="1752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plain-level-1">
            <a:extLst xmlns:a="http://schemas.openxmlformats.org/drawingml/2006/main">
              <a:ext uri="{FF2B5EF4-FFF2-40B4-BE49-F238E27FC236}">
                <a16:creationId xmlns:a16="http://schemas.microsoft.com/office/drawing/2014/main" id="{7B96EDB9-C3C2-4B38-B8F4-2D428B0C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3619500"/>
            <a:ext cx="1752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plain-level-2">
            <a:extLst xmlns:a="http://schemas.openxmlformats.org/drawingml/2006/main">
              <a:ext uri="{FF2B5EF4-FFF2-40B4-BE49-F238E27FC236}">
                <a16:creationId xmlns:a16="http://schemas.microsoft.com/office/drawing/2014/main" id="{43646649-7D23-41F8-926B-E59F7B2F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3190875"/>
            <a:ext cx="1752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A56E33A2-AFE5-4822-9BEA-E4DFE5DD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0525" y="4415580"/>
            <a:ext cx="15049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个人完成</a:t>
            </a:r>
          </a:p>
        </p:txBody>
      </p:sp>
      <p:sp>
        <p:nvSpPr>
          <p:cNvPr id="14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49EB954B-1D06-4231-BC77-39360ED6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0525" y="4663678"/>
            <a:ext cx="15049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依靠个人经验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完成交付</a:t>
            </a:r>
          </a:p>
        </p:txBody>
      </p:sp>
      <p:sp>
        <p:nvSpPr>
          <p:cNvPr id="15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75BFF21C-C8C8-4764-9D90-9094DD68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5238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6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FD5642B3-4E25-47E8-A2F8-A36FE875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7525" y="3986955"/>
            <a:ext cx="15049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过程可查</a:t>
            </a:r>
          </a:p>
        </p:txBody>
      </p:sp>
      <p:sp>
        <p:nvSpPr>
          <p:cNvPr id="17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7C7076BC-0F9D-4AC4-A745-4C4518B3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7525" y="4235053"/>
            <a:ext cx="15049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记录关键步骤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与交付依据</a:t>
            </a:r>
          </a:p>
        </p:txBody>
      </p:sp>
      <p:sp>
        <p:nvSpPr>
          <p:cNvPr id="18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2F1D9C12-B8E9-4CD4-B5E0-ECF314A9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4810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9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1917B328-7AEF-403E-B7E3-3734348F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4525" y="3558330"/>
            <a:ext cx="15049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团队复用</a:t>
            </a:r>
          </a:p>
        </p:txBody>
      </p:sp>
      <p:sp>
        <p:nvSpPr>
          <p:cNvPr id="20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F77EA6BA-788B-4EB6-BE3C-38742C16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4525" y="3806428"/>
            <a:ext cx="15049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共享方法与案例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支持团队协作</a:t>
            </a:r>
          </a:p>
        </p:txBody>
      </p:sp>
      <p:sp>
        <p:nvSpPr>
          <p:cNvPr id="21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64C4A342-3EEC-4971-8604-528097EB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4381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2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87BB7D64-ABF7-4B44-A821-84E368B5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5695950"/>
            <a:ext cx="4572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23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7B529C43-41AF-4878-8696-D23AE0E9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0775" y="4838700"/>
            <a:ext cx="4572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1291326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2026-09-08T06:31:48.0210000Z</dcterms:created>
  <dcterms:modified xsi:type="dcterms:W3CDTF">2026-09-08T06:31:48.0210000Z</dcterms:modified>
</coreProperties>
</file>