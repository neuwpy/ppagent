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27dd5abf9a43ce" /><Relationship Type="http://schemas.openxmlformats.org/officeDocument/2006/relationships/extended-properties" Target="/docProps/app.xml" Id="R1286ffebbd884710" /><Relationship Type="http://schemas.openxmlformats.org/officeDocument/2006/relationships/officeDocument" Target="/ppt/presentation.xml" Id="R5e58f704d6494c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34000db966421f"/>
  </p:sldMasterIdLst>
  <p:notesMasterIdLst>
    <p:notesMasterId xmlns:r="http://schemas.openxmlformats.org/officeDocument/2006/relationships" r:id="R4f2118bdb28a4be2"/>
  </p:notesMasterIdLst>
  <p:sldIdLst>
    <p:sldId xmlns:r="http://schemas.openxmlformats.org/officeDocument/2006/relationships" id="256" r:id="R45a1ca2a08d242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e711293361454d" /><Relationship Type="http://schemas.openxmlformats.org/officeDocument/2006/relationships/slideMaster" Target="/ppt/slideMasters/slideMaster1.xml" Id="R1734000db966421f" /><Relationship Type="http://schemas.openxmlformats.org/officeDocument/2006/relationships/notesMaster" Target="/ppt/notesMasters/notesMaster1.xml" Id="R4f2118bdb28a4be2" /><Relationship Type="http://schemas.openxmlformats.org/officeDocument/2006/relationships/presProps" Target="/ppt/presProps.xml" Id="R74edc1ca2ad94e00" /><Relationship Type="http://schemas.openxmlformats.org/officeDocument/2006/relationships/tableStyles" Target="/ppt/tableStyles.xml" Id="R871ae1b3a59c4168" /><Relationship Type="http://schemas.openxmlformats.org/officeDocument/2006/relationships/slide" Target="/ppt/slides/slide1.xml" Id="R45a1ca2a08d242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640e093d4d4e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bae94121aa4e6f" /><Relationship Type="http://schemas.openxmlformats.org/officeDocument/2006/relationships/notesMaster" Target="/ppt/notesMasters/notesMaster1.xml" Id="Ra0dfda24934f4b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94a4f7ec394a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5d9ed548f04a18" /><Relationship Type="http://schemas.openxmlformats.org/officeDocument/2006/relationships/slideLayout" Target="/ppt/slideLayouts/slideLayout1.xml" Id="R62a30bf26fd645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a30bf26fd645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b363cfac04819" /><Relationship Type="http://schemas.openxmlformats.org/officeDocument/2006/relationships/image" Target="/ppt/media/image.png" Id="Rcf04e08e838b420e" /><Relationship Type="http://schemas.openxmlformats.org/officeDocument/2006/relationships/image" Target="/ppt/media/image.svg" Id="R8b52d6946f734a31" /><Relationship Type="http://schemas.openxmlformats.org/officeDocument/2006/relationships/image" Target="/ppt/media/image2.png" Id="Rbebca4bd0a344e6f" /><Relationship Type="http://schemas.openxmlformats.org/officeDocument/2006/relationships/image" Target="/ppt/media/image2.svg" Id="Rd139080766e240f3" /><Relationship Type="http://schemas.openxmlformats.org/officeDocument/2006/relationships/image" Target="/ppt/media/image3.png" Id="Rfc8354c231d54bfe" /><Relationship Type="http://schemas.openxmlformats.org/officeDocument/2006/relationships/image" Target="/ppt/media/image3.svg" Id="Rae2bc4f0221e4e34" /><Relationship Type="http://schemas.openxmlformats.org/officeDocument/2006/relationships/notesSlide" Target="/ppt/notesSlides/notesSlide1.xml" Id="Rc746c9a9571244c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age-paper">
            <a:extLst xmlns:a="http://schemas.openxmlformats.org/drawingml/2006/main">
              <a:ext uri="{FF2B5EF4-FFF2-40B4-BE49-F238E27FC236}">
                <a16:creationId xmlns:a16="http://schemas.microsoft.com/office/drawing/2014/main" id="{BB3EAD4E-F312-4C1F-9102-A6D6902F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219F5E41-51E7-4023-A27C-E96DF760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C52E37C-D41C-4B8E-AA1B-3784CC93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反馈筛选：每一层都有准入依据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FFB8B62E-F292-4224-9128-6DCC7021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477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FBC74D75-AE59-427B-A61E-AA48A1FC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144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反馈来源：访谈、工单、使用记录</a:t>
            </a:r>
          </a:p>
        </p:txBody>
      </p:sp>
      <p:sp>
        <p:nvSpPr>
          <p:cNvPr id="6" name="plain-1-module">
            <a:extLst xmlns:a="http://schemas.openxmlformats.org/drawingml/2006/main">
              <a:ext uri="{FF2B5EF4-FFF2-40B4-BE49-F238E27FC236}">
                <a16:creationId xmlns:a16="http://schemas.microsoft.com/office/drawing/2014/main" id="{DC4B7241-B6C3-40F2-92B7-A1847704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479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准入依据</a:t>
            </a:r>
          </a:p>
        </p:txBody>
      </p:sp>
      <p:sp>
        <p:nvSpPr>
          <p:cNvPr id="7" name="plain-2-body">
            <a:extLst xmlns:a="http://schemas.openxmlformats.org/drawingml/2006/main">
              <a:ext uri="{FF2B5EF4-FFF2-40B4-BE49-F238E27FC236}">
                <a16:creationId xmlns:a16="http://schemas.microsoft.com/office/drawing/2014/main" id="{2E8EBA8B-86C0-4675-8466-615B1F0E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908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保留原始反馈</a:t>
            </a:r>
          </a:p>
        </p:txBody>
      </p:sp>
      <p:sp>
        <p:nvSpPr>
          <p:cNvPr id="8" name="plain-3-body">
            <a:extLst xmlns:a="http://schemas.openxmlformats.org/drawingml/2006/main">
              <a:ext uri="{FF2B5EF4-FFF2-40B4-BE49-F238E27FC236}">
                <a16:creationId xmlns:a16="http://schemas.microsoft.com/office/drawing/2014/main" id="{BEA3846A-AFCE-4265-8379-CF3E703C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338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问题可重复观察</a:t>
            </a:r>
          </a:p>
        </p:txBody>
      </p:sp>
      <p:sp>
        <p:nvSpPr>
          <p:cNvPr id="9" name="plain-4-body">
            <a:extLst xmlns:a="http://schemas.openxmlformats.org/drawingml/2006/main">
              <a:ext uri="{FF2B5EF4-FFF2-40B4-BE49-F238E27FC236}">
                <a16:creationId xmlns:a16="http://schemas.microsoft.com/office/drawing/2014/main" id="{9605E440-BEAF-4CF0-96BE-8EC00319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767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小样验证有效</a:t>
            </a:r>
          </a:p>
        </p:txBody>
      </p:sp>
      <p:sp>
        <p:nvSpPr>
          <p:cNvPr id="10" name="plain-5-body">
            <a:extLst xmlns:a="http://schemas.openxmlformats.org/drawingml/2006/main">
              <a:ext uri="{FF2B5EF4-FFF2-40B4-BE49-F238E27FC236}">
                <a16:creationId xmlns:a16="http://schemas.microsoft.com/office/drawing/2014/main" id="{A1FEC574-49EF-435A-86E3-BB91DABB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197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责任人与交付范围明确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85C94D2-3737-4CAB-A942-A1877F0A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2" name="plain-layer-0">
            <a:extLst xmlns:a="http://schemas.openxmlformats.org/drawingml/2006/main">
              <a:ext uri="{FF2B5EF4-FFF2-40B4-BE49-F238E27FC236}">
                <a16:creationId xmlns:a16="http://schemas.microsoft.com/office/drawing/2014/main" id="{48661EAB-C0E5-44E5-9351-1C3EFAC3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2855976"/>
            <a:ext cx="2857500" cy="669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plain-layer-1">
            <a:extLst xmlns:a="http://schemas.openxmlformats.org/drawingml/2006/main">
              <a:ext uri="{FF2B5EF4-FFF2-40B4-BE49-F238E27FC236}">
                <a16:creationId xmlns:a16="http://schemas.microsoft.com/office/drawing/2014/main" id="{CB451717-9908-46DD-8214-A45E32D2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1046" y="3598926"/>
            <a:ext cx="2158717" cy="669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plain-layer-2">
            <a:extLst xmlns:a="http://schemas.openxmlformats.org/drawingml/2006/main">
              <a:ext uri="{FF2B5EF4-FFF2-40B4-BE49-F238E27FC236}">
                <a16:creationId xmlns:a16="http://schemas.microsoft.com/office/drawing/2014/main" id="{C992057E-9827-4A96-823D-354C7E72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8470" y="4341876"/>
            <a:ext cx="1623860" cy="669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plain-layer-3">
            <a:extLst xmlns:a="http://schemas.openxmlformats.org/drawingml/2006/main">
              <a:ext uri="{FF2B5EF4-FFF2-40B4-BE49-F238E27FC236}">
                <a16:creationId xmlns:a16="http://schemas.microsoft.com/office/drawing/2014/main" id="{EACD45E6-7757-4E20-91D4-FEF81567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1758" y="5084826"/>
            <a:ext cx="1137285" cy="669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6BC43A09-CBB5-46F8-AFB5-B26A81E1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3527" y="3048000"/>
            <a:ext cx="23937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收集线索</a:t>
            </a:r>
          </a:p>
        </p:txBody>
      </p:sp>
      <p:sp>
        <p:nvSpPr>
          <p:cNvPr id="17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7DECC6C2-2971-4333-8D06-C4B93143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1975" y="3790950"/>
            <a:ext cx="177686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核对问题</a:t>
            </a:r>
          </a:p>
        </p:txBody>
      </p:sp>
      <p:sp>
        <p:nvSpPr>
          <p:cNvPr id="18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38DA1B22-D920-497B-986A-E9F8E4FB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7283" y="4533900"/>
            <a:ext cx="126623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验证方案</a:t>
            </a:r>
          </a:p>
        </p:txBody>
      </p:sp>
      <p:sp>
        <p:nvSpPr>
          <p:cNvPr id="19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1FED73B9-B1AB-48CC-985E-6D3BEE5E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527685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纳入发布</a:t>
            </a:r>
          </a:p>
        </p:txBody>
      </p:sp>
      <p:sp>
        <p:nvSpPr>
          <p:cNvPr id="20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0C1B06F5-869A-40B8-A25D-C1D50F7A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1666" y="215175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4e08e838b420e">
            <a:extLst>
              <a:ext uri="{96DAC541-7B7A-43D3-8B79-37D633B846F1}">
                <asvg:svgBlip xmlns:asvg="http://schemas.microsoft.com/office/drawing/2016/SVG/main" r:embed="R8b52d6946f734a3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55491" y="227558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2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856FDF6F-61B3-48CD-99B7-1EC9E2DE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9900" y="1950691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ca4bd0a344e6f">
            <a:extLst>
              <a:ext uri="{96DAC541-7B7A-43D3-8B79-37D633B846F1}">
                <asvg:svgBlip xmlns:asvg="http://schemas.microsoft.com/office/drawing/2016/SVG/main" r:embed="Rd139080766e240f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33725" y="2074516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24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EA45207F-01AF-404D-B550-6BF3E398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0841" y="2115293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354c231d54bfe">
            <a:extLst>
              <a:ext uri="{96DAC541-7B7A-43D3-8B79-37D633B846F1}">
                <asvg:svgBlip xmlns:asvg="http://schemas.microsoft.com/office/drawing/2016/SVG/main" r:embed="Rae2bc4f0221e4e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54666" y="2239118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relationship-line-0">
            <a:extLst xmlns:a="http://schemas.openxmlformats.org/drawingml/2006/main">
              <a:ext uri="{FF2B5EF4-FFF2-40B4-BE49-F238E27FC236}">
                <a16:creationId xmlns:a16="http://schemas.microsoft.com/office/drawing/2014/main" id="{00400386-BCE3-4BFB-997E-BEBFAA6C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128" y="3190875"/>
            <a:ext cx="19368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27" name="relationship-line-1">
            <a:extLst xmlns:a="http://schemas.openxmlformats.org/drawingml/2006/main">
              <a:ext uri="{FF2B5EF4-FFF2-40B4-BE49-F238E27FC236}">
                <a16:creationId xmlns:a16="http://schemas.microsoft.com/office/drawing/2014/main" id="{9D7D1BDE-FA8B-44F0-9A54-73C12271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718" y="3933825"/>
            <a:ext cx="22452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28" name="relationship-line-2">
            <a:extLst xmlns:a="http://schemas.openxmlformats.org/drawingml/2006/main">
              <a:ext uri="{FF2B5EF4-FFF2-40B4-BE49-F238E27FC236}">
                <a16:creationId xmlns:a16="http://schemas.microsoft.com/office/drawing/2014/main" id="{B239444B-8306-4CA0-AF35-E52013C1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360" y="4676775"/>
            <a:ext cx="25005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29" name="relationship-line-3">
            <a:extLst xmlns:a="http://schemas.openxmlformats.org/drawingml/2006/main">
              <a:ext uri="{FF2B5EF4-FFF2-40B4-BE49-F238E27FC236}">
                <a16:creationId xmlns:a16="http://schemas.microsoft.com/office/drawing/2014/main" id="{0B9CFF89-7C3C-4B88-988F-4C5BA998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301" y="5419725"/>
            <a:ext cx="273664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</p:spTree>
    <p:extLst>
      <p:ext uri="{BB962C8B-B14F-4D97-AF65-F5344CB8AC3E}">
        <p14:creationId xmlns:p14="http://schemas.microsoft.com/office/powerpoint/2010/main" val="12653753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2026-09-08T06:35:37.9360000Z</dcterms:created>
  <dcterms:modified xsi:type="dcterms:W3CDTF">2026-09-08T06:35:37.9360000Z</dcterms:modified>
</coreProperties>
</file>