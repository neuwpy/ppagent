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3715838bf4e9b" /><Relationship Type="http://schemas.openxmlformats.org/officeDocument/2006/relationships/extended-properties" Target="/docProps/app.xml" Id="R28122b7557b74d7a" /><Relationship Type="http://schemas.openxmlformats.org/officeDocument/2006/relationships/officeDocument" Target="/ppt/presentation.xml" Id="R9e2a771ab0d1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f8334d0924002"/>
  </p:sldMasterIdLst>
  <p:notesMasterIdLst>
    <p:notesMasterId xmlns:r="http://schemas.openxmlformats.org/officeDocument/2006/relationships" r:id="R9484d324a3bc4643"/>
  </p:notesMasterIdLst>
  <p:sldIdLst>
    <p:sldId xmlns:r="http://schemas.openxmlformats.org/officeDocument/2006/relationships" id="256" r:id="R08a854e991ea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cb1287cc041f8" /><Relationship Type="http://schemas.openxmlformats.org/officeDocument/2006/relationships/slideMaster" Target="/ppt/slideMasters/slideMaster1.xml" Id="Rba1f8334d0924002" /><Relationship Type="http://schemas.openxmlformats.org/officeDocument/2006/relationships/notesMaster" Target="/ppt/notesMasters/notesMaster1.xml" Id="R9484d324a3bc4643" /><Relationship Type="http://schemas.openxmlformats.org/officeDocument/2006/relationships/presProps" Target="/ppt/presProps.xml" Id="Rd02575c1ffb64497" /><Relationship Type="http://schemas.openxmlformats.org/officeDocument/2006/relationships/tableStyles" Target="/ppt/tableStyles.xml" Id="Ra541a72f391042d4" /><Relationship Type="http://schemas.openxmlformats.org/officeDocument/2006/relationships/slide" Target="/ppt/slides/slide1.xml" Id="R08a854e991ea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29583c335f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788591efd4952" /><Relationship Type="http://schemas.openxmlformats.org/officeDocument/2006/relationships/notesMaster" Target="/ppt/notesMasters/notesMaster1.xml" Id="Rda144e28c73b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cc81e9cd3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60265359c4d25" /><Relationship Type="http://schemas.openxmlformats.org/officeDocument/2006/relationships/slideLayout" Target="/ppt/slideLayouts/slideLayout1.xml" Id="R498683247434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683247434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65673e2454c53" /><Relationship Type="http://schemas.openxmlformats.org/officeDocument/2006/relationships/image" Target="/ppt/media/image.png" Id="R194ee3c1abaf4517" /><Relationship Type="http://schemas.openxmlformats.org/officeDocument/2006/relationships/image" Target="/ppt/media/image.svg" Id="R0e2567a5542244ae" /><Relationship Type="http://schemas.openxmlformats.org/officeDocument/2006/relationships/image" Target="/ppt/media/image2.png" Id="R8f60458bd09d41e4" /><Relationship Type="http://schemas.openxmlformats.org/officeDocument/2006/relationships/image" Target="/ppt/media/image2.svg" Id="R2e55761af73d46f6" /><Relationship Type="http://schemas.openxmlformats.org/officeDocument/2006/relationships/image" Target="/ppt/media/image3.png" Id="R2f2cbbf6bfa34bfb" /><Relationship Type="http://schemas.openxmlformats.org/officeDocument/2006/relationships/image" Target="/ppt/media/image3.svg" Id="R3c572f5e59e94e3c" /><Relationship Type="http://schemas.openxmlformats.org/officeDocument/2006/relationships/notesSlide" Target="/ppt/notesSlides/notesSlide1.xml" Id="Rc12c5be4d6f24d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paper">
            <a:extLst xmlns:a="http://schemas.openxmlformats.org/drawingml/2006/main">
              <a:ext uri="{FF2B5EF4-FFF2-40B4-BE49-F238E27FC236}">
                <a16:creationId xmlns:a16="http://schemas.microsoft.com/office/drawing/2014/main" id="{BC132AE1-29FE-4B49-8C2F-A7612FA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65A78F4-0603-4D09-808D-C2ABBAA4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DC59F9E-DB4A-43C7-87E9-DE93D43C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BB0D02-421B-4711-8365-1E6FA519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59B9D730-B745-4EC2-9C56-9D85260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6CD13596-E682-4AE2-A499-4AD4B40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0C937442-95C2-43C6-B169-35E31A3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6225BDFD-51C5-4535-80EF-E7E011D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77C3F8CA-EF5C-4822-AD5C-3DB20DCA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72AE1527-D0F3-4F1B-AFBC-A45766D4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959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6C2E09-8713-4F45-98E3-B14279A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56AE4236-71C2-4005-99FC-8C296A2B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750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9C22F23B-CDA2-4E30-9BC3-AB3F981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46" y="3598926"/>
            <a:ext cx="2158717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B61019C2-011A-4D91-95DF-94E5DFC9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341876"/>
            <a:ext cx="162386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24F5EAD6-F9BE-40BA-AF7E-1ABF708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7285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00F7866-87BC-4859-854E-5765990C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7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CEA5F57B-B501-4922-9C0A-ADD99933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18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07F5185D-25D5-4257-A125-125D72AA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19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8F27E920-1451-47B9-91CF-ADAD18B1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0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DB5866FA-5D2E-4590-AF7E-D6D01B63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ee3c1abaf4517">
            <a:extLst>
              <a:ext uri="{96DAC541-7B7A-43D3-8B79-37D633B846F1}">
                <asvg:svgBlip xmlns:asvg="http://schemas.microsoft.com/office/drawing/2016/SVG/main" r:embed="R0e2567a55422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1862061-3701-441E-9630-8FADFFD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0458bd09d41e4">
            <a:extLst>
              <a:ext uri="{96DAC541-7B7A-43D3-8B79-37D633B846F1}">
                <asvg:svgBlip xmlns:asvg="http://schemas.microsoft.com/office/drawing/2016/SVG/main" r:embed="R2e55761af73d46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51C774A1-2885-4913-A31C-6FA32E0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cbbf6bfa34bfb">
            <a:extLst>
              <a:ext uri="{96DAC541-7B7A-43D3-8B79-37D633B846F1}">
                <asvg:svgBlip xmlns:asvg="http://schemas.microsoft.com/office/drawing/2016/SVG/main" r:embed="R3c572f5e59e94e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F0A0B8CF-AE0D-4BB4-8460-F48EF33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7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8141F96F-22DD-403B-B860-0DE451E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057" y="3933825"/>
            <a:ext cx="2063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8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CD818A90-ED7B-4A7E-86B4-72AEE00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629" y="4676775"/>
            <a:ext cx="2331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9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5D036274-7C8F-405E-B958-9D5E98B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0" y="5419725"/>
            <a:ext cx="25746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949950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2026-09-08T06:31:24.8530000Z</dcterms:created>
  <dcterms:modified xsi:type="dcterms:W3CDTF">2026-09-08T06:31:24.8530000Z</dcterms:modified>
</coreProperties>
</file>