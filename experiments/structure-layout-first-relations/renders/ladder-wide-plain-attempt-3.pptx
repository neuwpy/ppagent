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3470b98a04a71" /><Relationship Type="http://schemas.openxmlformats.org/officeDocument/2006/relationships/extended-properties" Target="/docProps/app.xml" Id="R42af438e52cf412e" /><Relationship Type="http://schemas.openxmlformats.org/officeDocument/2006/relationships/officeDocument" Target="/ppt/presentation.xml" Id="Ra5ea5c1bd332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ae28b8e0454641"/>
  </p:sldMasterIdLst>
  <p:notesMasterIdLst>
    <p:notesMasterId xmlns:r="http://schemas.openxmlformats.org/officeDocument/2006/relationships" r:id="R1a055dd86af042dd"/>
  </p:notesMasterIdLst>
  <p:sldIdLst>
    <p:sldId xmlns:r="http://schemas.openxmlformats.org/officeDocument/2006/relationships" id="256" r:id="R7b990a24b3ce46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a70837d3d42ae" /><Relationship Type="http://schemas.openxmlformats.org/officeDocument/2006/relationships/slideMaster" Target="/ppt/slideMasters/slideMaster1.xml" Id="R2cae28b8e0454641" /><Relationship Type="http://schemas.openxmlformats.org/officeDocument/2006/relationships/notesMaster" Target="/ppt/notesMasters/notesMaster1.xml" Id="R1a055dd86af042dd" /><Relationship Type="http://schemas.openxmlformats.org/officeDocument/2006/relationships/presProps" Target="/ppt/presProps.xml" Id="R3da50d8d4aae47a1" /><Relationship Type="http://schemas.openxmlformats.org/officeDocument/2006/relationships/tableStyles" Target="/ppt/tableStyles.xml" Id="R81ecc8e6729344bf" /><Relationship Type="http://schemas.openxmlformats.org/officeDocument/2006/relationships/slide" Target="/ppt/slides/slide1.xml" Id="R7b990a24b3ce46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609b17dfab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2be4c1c5634c21" /><Relationship Type="http://schemas.openxmlformats.org/officeDocument/2006/relationships/notesMaster" Target="/ppt/notesMasters/notesMaster1.xml" Id="Reabaacba3a4146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d26d8aa2b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e2e294dd734fb4" /><Relationship Type="http://schemas.openxmlformats.org/officeDocument/2006/relationships/slideLayout" Target="/ppt/slideLayouts/slideLayout1.xml" Id="R5c7d4996b06b41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d4996b06b41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f25c533f3488a" /><Relationship Type="http://schemas.openxmlformats.org/officeDocument/2006/relationships/notesSlide" Target="/ppt/notesSlides/notesSlide1.xml" Id="Ref3132ae298747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paper">
            <a:extLst xmlns:a="http://schemas.openxmlformats.org/drawingml/2006/main">
              <a:ext uri="{FF2B5EF4-FFF2-40B4-BE49-F238E27FC236}">
                <a16:creationId xmlns:a16="http://schemas.microsoft.com/office/drawing/2014/main" id="{F1A99323-AEB3-41FD-85AC-A507C6E2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9830D6CC-A743-47F0-B704-460F499B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915B4EB-FCF4-4A9D-A063-95EC892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ED0F4802-C291-49A3-A7BC-90B1DB7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D6890F5E-32AA-418C-823C-79194632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4948E6FD-713E-4C32-8B52-897839C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9C8DE5-4062-4C48-84EE-8D677741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61122E2B-B7AA-4BBC-A5AA-0696E1E0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857625"/>
            <a:ext cx="7143750" cy="1571625"/>
          </a:xfrm>
          <a:custGeom xmlns:a="http://schemas.openxmlformats.org/drawingml/2006/main">
            <a:pathLst>
              <a:path w="7143750" h="1571625">
                <a:moveTo>
                  <a:pt x="0" y="1571625"/>
                </a:moveTo>
                <a:lnTo>
                  <a:pt x="29766" y="1565081"/>
                </a:lnTo>
                <a:lnTo>
                  <a:pt x="59531" y="1558528"/>
                </a:lnTo>
                <a:lnTo>
                  <a:pt x="89297" y="1551984"/>
                </a:lnTo>
                <a:lnTo>
                  <a:pt x="119063" y="1545431"/>
                </a:lnTo>
                <a:lnTo>
                  <a:pt x="148828" y="1538888"/>
                </a:lnTo>
                <a:lnTo>
                  <a:pt x="178594" y="1532334"/>
                </a:lnTo>
                <a:lnTo>
                  <a:pt x="208359" y="1525791"/>
                </a:lnTo>
                <a:lnTo>
                  <a:pt x="238125" y="1519238"/>
                </a:lnTo>
                <a:lnTo>
                  <a:pt x="267891" y="1512694"/>
                </a:lnTo>
                <a:lnTo>
                  <a:pt x="297656" y="1506141"/>
                </a:lnTo>
                <a:lnTo>
                  <a:pt x="327422" y="1499597"/>
                </a:lnTo>
                <a:lnTo>
                  <a:pt x="357188" y="1493044"/>
                </a:lnTo>
                <a:lnTo>
                  <a:pt x="386953" y="1486500"/>
                </a:lnTo>
                <a:lnTo>
                  <a:pt x="416719" y="1479947"/>
                </a:lnTo>
                <a:lnTo>
                  <a:pt x="446484" y="1473403"/>
                </a:lnTo>
                <a:lnTo>
                  <a:pt x="476250" y="1466850"/>
                </a:lnTo>
                <a:lnTo>
                  <a:pt x="506016" y="1460306"/>
                </a:lnTo>
                <a:lnTo>
                  <a:pt x="535781" y="1453753"/>
                </a:lnTo>
                <a:lnTo>
                  <a:pt x="565547" y="1447209"/>
                </a:lnTo>
                <a:lnTo>
                  <a:pt x="595313" y="1440656"/>
                </a:lnTo>
                <a:lnTo>
                  <a:pt x="625078" y="1434113"/>
                </a:lnTo>
                <a:lnTo>
                  <a:pt x="654844" y="1427559"/>
                </a:lnTo>
                <a:lnTo>
                  <a:pt x="684609" y="1421016"/>
                </a:lnTo>
                <a:lnTo>
                  <a:pt x="714375" y="1414463"/>
                </a:lnTo>
                <a:lnTo>
                  <a:pt x="744141" y="1407919"/>
                </a:lnTo>
                <a:lnTo>
                  <a:pt x="773906" y="1401366"/>
                </a:lnTo>
                <a:lnTo>
                  <a:pt x="803672" y="1394822"/>
                </a:lnTo>
                <a:lnTo>
                  <a:pt x="833438" y="1388269"/>
                </a:lnTo>
                <a:lnTo>
                  <a:pt x="863203" y="1381725"/>
                </a:lnTo>
                <a:lnTo>
                  <a:pt x="892969" y="1375172"/>
                </a:lnTo>
                <a:lnTo>
                  <a:pt x="922734" y="1368628"/>
                </a:lnTo>
                <a:lnTo>
                  <a:pt x="952500" y="1362075"/>
                </a:lnTo>
                <a:lnTo>
                  <a:pt x="982266" y="1355531"/>
                </a:lnTo>
                <a:lnTo>
                  <a:pt x="1012031" y="1348978"/>
                </a:lnTo>
                <a:lnTo>
                  <a:pt x="1041797" y="1342434"/>
                </a:lnTo>
                <a:lnTo>
                  <a:pt x="1071563" y="1335881"/>
                </a:lnTo>
                <a:lnTo>
                  <a:pt x="1101328" y="1329338"/>
                </a:lnTo>
                <a:lnTo>
                  <a:pt x="1131094" y="1322784"/>
                </a:lnTo>
                <a:lnTo>
                  <a:pt x="1160859" y="1316241"/>
                </a:lnTo>
                <a:lnTo>
                  <a:pt x="1190625" y="1309688"/>
                </a:lnTo>
                <a:lnTo>
                  <a:pt x="1220391" y="1303144"/>
                </a:lnTo>
                <a:lnTo>
                  <a:pt x="1250156" y="1296591"/>
                </a:lnTo>
                <a:lnTo>
                  <a:pt x="1279922" y="1290047"/>
                </a:lnTo>
                <a:lnTo>
                  <a:pt x="1309688" y="1283494"/>
                </a:lnTo>
                <a:lnTo>
                  <a:pt x="1339453" y="1276950"/>
                </a:lnTo>
                <a:lnTo>
                  <a:pt x="1369219" y="1270397"/>
                </a:lnTo>
                <a:lnTo>
                  <a:pt x="1398984" y="1263853"/>
                </a:lnTo>
                <a:lnTo>
                  <a:pt x="1428750" y="1257300"/>
                </a:lnTo>
                <a:lnTo>
                  <a:pt x="1458516" y="1250756"/>
                </a:lnTo>
                <a:lnTo>
                  <a:pt x="1488281" y="1244203"/>
                </a:lnTo>
                <a:lnTo>
                  <a:pt x="1518047" y="1237659"/>
                </a:lnTo>
                <a:lnTo>
                  <a:pt x="1547813" y="1231106"/>
                </a:lnTo>
                <a:lnTo>
                  <a:pt x="1577578" y="1224563"/>
                </a:lnTo>
                <a:lnTo>
                  <a:pt x="1607344" y="1218009"/>
                </a:lnTo>
                <a:lnTo>
                  <a:pt x="1637109" y="1211466"/>
                </a:lnTo>
                <a:lnTo>
                  <a:pt x="1666875" y="1204913"/>
                </a:lnTo>
                <a:lnTo>
                  <a:pt x="1696641" y="1198369"/>
                </a:lnTo>
                <a:lnTo>
                  <a:pt x="1726406" y="1191816"/>
                </a:lnTo>
                <a:lnTo>
                  <a:pt x="1756172" y="1185272"/>
                </a:lnTo>
                <a:lnTo>
                  <a:pt x="1785938" y="1178719"/>
                </a:lnTo>
                <a:lnTo>
                  <a:pt x="1815703" y="1172175"/>
                </a:lnTo>
                <a:lnTo>
                  <a:pt x="1845469" y="1165622"/>
                </a:lnTo>
                <a:lnTo>
                  <a:pt x="1875234" y="1159078"/>
                </a:lnTo>
                <a:lnTo>
                  <a:pt x="1905000" y="1152525"/>
                </a:lnTo>
                <a:lnTo>
                  <a:pt x="1934766" y="1145981"/>
                </a:lnTo>
                <a:lnTo>
                  <a:pt x="1964531" y="1139428"/>
                </a:lnTo>
                <a:lnTo>
                  <a:pt x="1994297" y="1132884"/>
                </a:lnTo>
                <a:lnTo>
                  <a:pt x="2024063" y="1126331"/>
                </a:lnTo>
                <a:lnTo>
                  <a:pt x="2053828" y="1119788"/>
                </a:lnTo>
                <a:lnTo>
                  <a:pt x="2083594" y="1113234"/>
                </a:lnTo>
                <a:lnTo>
                  <a:pt x="2113359" y="1106691"/>
                </a:lnTo>
                <a:lnTo>
                  <a:pt x="2143125" y="1100138"/>
                </a:lnTo>
                <a:lnTo>
                  <a:pt x="2172891" y="1093594"/>
                </a:lnTo>
                <a:lnTo>
                  <a:pt x="2202656" y="1087041"/>
                </a:lnTo>
                <a:lnTo>
                  <a:pt x="2232422" y="1080497"/>
                </a:lnTo>
                <a:lnTo>
                  <a:pt x="2262188" y="1073944"/>
                </a:lnTo>
                <a:lnTo>
                  <a:pt x="2291953" y="1067400"/>
                </a:lnTo>
                <a:lnTo>
                  <a:pt x="2321719" y="1060847"/>
                </a:lnTo>
                <a:lnTo>
                  <a:pt x="2351484" y="1054303"/>
                </a:lnTo>
                <a:lnTo>
                  <a:pt x="2381250" y="1047750"/>
                </a:lnTo>
                <a:lnTo>
                  <a:pt x="2411016" y="1041206"/>
                </a:lnTo>
                <a:lnTo>
                  <a:pt x="2440781" y="1034653"/>
                </a:lnTo>
                <a:lnTo>
                  <a:pt x="2470547" y="1028109"/>
                </a:lnTo>
                <a:lnTo>
                  <a:pt x="2500313" y="1021556"/>
                </a:lnTo>
                <a:lnTo>
                  <a:pt x="2530078" y="1015013"/>
                </a:lnTo>
                <a:lnTo>
                  <a:pt x="2559844" y="1008459"/>
                </a:lnTo>
                <a:lnTo>
                  <a:pt x="2589609" y="1001916"/>
                </a:lnTo>
                <a:lnTo>
                  <a:pt x="2619375" y="995363"/>
                </a:lnTo>
                <a:lnTo>
                  <a:pt x="2649141" y="988819"/>
                </a:lnTo>
                <a:lnTo>
                  <a:pt x="2678906" y="982266"/>
                </a:lnTo>
                <a:lnTo>
                  <a:pt x="2708672" y="975722"/>
                </a:lnTo>
                <a:lnTo>
                  <a:pt x="2738438" y="969169"/>
                </a:lnTo>
                <a:lnTo>
                  <a:pt x="2768203" y="962625"/>
                </a:lnTo>
                <a:lnTo>
                  <a:pt x="2797969" y="956072"/>
                </a:lnTo>
                <a:lnTo>
                  <a:pt x="2827734" y="949528"/>
                </a:lnTo>
                <a:lnTo>
                  <a:pt x="2857500" y="942975"/>
                </a:lnTo>
                <a:lnTo>
                  <a:pt x="2887266" y="936431"/>
                </a:lnTo>
                <a:lnTo>
                  <a:pt x="2917031" y="929878"/>
                </a:lnTo>
                <a:lnTo>
                  <a:pt x="2946797" y="923334"/>
                </a:lnTo>
                <a:lnTo>
                  <a:pt x="2976563" y="916781"/>
                </a:lnTo>
                <a:lnTo>
                  <a:pt x="3006328" y="910238"/>
                </a:lnTo>
                <a:lnTo>
                  <a:pt x="3036094" y="903684"/>
                </a:lnTo>
                <a:lnTo>
                  <a:pt x="3065859" y="897141"/>
                </a:lnTo>
                <a:lnTo>
                  <a:pt x="3095625" y="890588"/>
                </a:lnTo>
                <a:lnTo>
                  <a:pt x="3125391" y="884044"/>
                </a:lnTo>
                <a:lnTo>
                  <a:pt x="3155156" y="877491"/>
                </a:lnTo>
                <a:lnTo>
                  <a:pt x="3184922" y="870947"/>
                </a:lnTo>
                <a:lnTo>
                  <a:pt x="3214688" y="864394"/>
                </a:lnTo>
                <a:lnTo>
                  <a:pt x="3244453" y="857850"/>
                </a:lnTo>
                <a:lnTo>
                  <a:pt x="3274219" y="851297"/>
                </a:lnTo>
                <a:lnTo>
                  <a:pt x="3303984" y="844753"/>
                </a:lnTo>
                <a:lnTo>
                  <a:pt x="3333750" y="838200"/>
                </a:lnTo>
                <a:lnTo>
                  <a:pt x="3363516" y="831656"/>
                </a:lnTo>
                <a:lnTo>
                  <a:pt x="3393281" y="825103"/>
                </a:lnTo>
                <a:lnTo>
                  <a:pt x="3423047" y="818559"/>
                </a:lnTo>
                <a:lnTo>
                  <a:pt x="3452813" y="812006"/>
                </a:lnTo>
                <a:lnTo>
                  <a:pt x="3482578" y="805463"/>
                </a:lnTo>
                <a:lnTo>
                  <a:pt x="3512344" y="798909"/>
                </a:lnTo>
                <a:lnTo>
                  <a:pt x="3542109" y="792366"/>
                </a:lnTo>
                <a:lnTo>
                  <a:pt x="3571875" y="785813"/>
                </a:lnTo>
                <a:lnTo>
                  <a:pt x="3601641" y="779269"/>
                </a:lnTo>
                <a:lnTo>
                  <a:pt x="3631406" y="772716"/>
                </a:lnTo>
                <a:lnTo>
                  <a:pt x="3661172" y="766172"/>
                </a:lnTo>
                <a:lnTo>
                  <a:pt x="3690938" y="759619"/>
                </a:lnTo>
                <a:lnTo>
                  <a:pt x="3720703" y="753075"/>
                </a:lnTo>
                <a:lnTo>
                  <a:pt x="3750469" y="746522"/>
                </a:lnTo>
                <a:lnTo>
                  <a:pt x="3780234" y="739978"/>
                </a:lnTo>
                <a:lnTo>
                  <a:pt x="3810000" y="733425"/>
                </a:lnTo>
                <a:lnTo>
                  <a:pt x="3839766" y="726881"/>
                </a:lnTo>
                <a:lnTo>
                  <a:pt x="3869531" y="720328"/>
                </a:lnTo>
                <a:lnTo>
                  <a:pt x="3899297" y="713784"/>
                </a:lnTo>
                <a:lnTo>
                  <a:pt x="3929063" y="707231"/>
                </a:lnTo>
                <a:lnTo>
                  <a:pt x="3958828" y="700688"/>
                </a:lnTo>
                <a:lnTo>
                  <a:pt x="3988594" y="694134"/>
                </a:lnTo>
                <a:lnTo>
                  <a:pt x="4018359" y="687591"/>
                </a:lnTo>
                <a:lnTo>
                  <a:pt x="4048125" y="681038"/>
                </a:lnTo>
                <a:lnTo>
                  <a:pt x="4077891" y="674494"/>
                </a:lnTo>
                <a:lnTo>
                  <a:pt x="4107656" y="667941"/>
                </a:lnTo>
                <a:lnTo>
                  <a:pt x="4137422" y="661397"/>
                </a:lnTo>
                <a:lnTo>
                  <a:pt x="4167188" y="654844"/>
                </a:lnTo>
                <a:lnTo>
                  <a:pt x="4196953" y="648300"/>
                </a:lnTo>
                <a:lnTo>
                  <a:pt x="4226719" y="641747"/>
                </a:lnTo>
                <a:lnTo>
                  <a:pt x="4256484" y="635203"/>
                </a:lnTo>
                <a:lnTo>
                  <a:pt x="4286250" y="628650"/>
                </a:lnTo>
                <a:lnTo>
                  <a:pt x="4316016" y="622106"/>
                </a:lnTo>
                <a:lnTo>
                  <a:pt x="4345781" y="615553"/>
                </a:lnTo>
                <a:lnTo>
                  <a:pt x="4375547" y="609009"/>
                </a:lnTo>
                <a:lnTo>
                  <a:pt x="4405313" y="602456"/>
                </a:lnTo>
                <a:lnTo>
                  <a:pt x="4435078" y="595913"/>
                </a:lnTo>
                <a:lnTo>
                  <a:pt x="4464844" y="589359"/>
                </a:lnTo>
                <a:lnTo>
                  <a:pt x="4494609" y="582816"/>
                </a:lnTo>
                <a:lnTo>
                  <a:pt x="4524375" y="576263"/>
                </a:lnTo>
                <a:lnTo>
                  <a:pt x="4554141" y="569719"/>
                </a:lnTo>
                <a:lnTo>
                  <a:pt x="4583906" y="563166"/>
                </a:lnTo>
                <a:lnTo>
                  <a:pt x="4613672" y="556622"/>
                </a:lnTo>
                <a:lnTo>
                  <a:pt x="4643438" y="550069"/>
                </a:lnTo>
                <a:lnTo>
                  <a:pt x="4673203" y="543525"/>
                </a:lnTo>
                <a:lnTo>
                  <a:pt x="4702969" y="536972"/>
                </a:lnTo>
                <a:lnTo>
                  <a:pt x="4732734" y="530428"/>
                </a:lnTo>
                <a:lnTo>
                  <a:pt x="4762500" y="523875"/>
                </a:lnTo>
                <a:lnTo>
                  <a:pt x="4792266" y="517331"/>
                </a:lnTo>
                <a:lnTo>
                  <a:pt x="4822031" y="510778"/>
                </a:lnTo>
                <a:lnTo>
                  <a:pt x="4851797" y="504234"/>
                </a:lnTo>
                <a:lnTo>
                  <a:pt x="4881563" y="497681"/>
                </a:lnTo>
                <a:lnTo>
                  <a:pt x="4911328" y="491138"/>
                </a:lnTo>
                <a:lnTo>
                  <a:pt x="4941094" y="484584"/>
                </a:lnTo>
                <a:lnTo>
                  <a:pt x="4970859" y="478041"/>
                </a:lnTo>
                <a:lnTo>
                  <a:pt x="5000625" y="471488"/>
                </a:lnTo>
                <a:lnTo>
                  <a:pt x="5030391" y="464944"/>
                </a:lnTo>
                <a:lnTo>
                  <a:pt x="5060156" y="458391"/>
                </a:lnTo>
                <a:lnTo>
                  <a:pt x="5089922" y="451847"/>
                </a:lnTo>
                <a:lnTo>
                  <a:pt x="5119688" y="445294"/>
                </a:lnTo>
                <a:lnTo>
                  <a:pt x="5149453" y="438750"/>
                </a:lnTo>
                <a:lnTo>
                  <a:pt x="5179219" y="432197"/>
                </a:lnTo>
                <a:lnTo>
                  <a:pt x="5208984" y="425653"/>
                </a:lnTo>
                <a:lnTo>
                  <a:pt x="5238750" y="419100"/>
                </a:lnTo>
                <a:lnTo>
                  <a:pt x="5268516" y="412556"/>
                </a:lnTo>
                <a:lnTo>
                  <a:pt x="5298281" y="406003"/>
                </a:lnTo>
                <a:lnTo>
                  <a:pt x="5328047" y="399459"/>
                </a:lnTo>
                <a:lnTo>
                  <a:pt x="5357813" y="392906"/>
                </a:lnTo>
                <a:lnTo>
                  <a:pt x="5387578" y="386363"/>
                </a:lnTo>
                <a:lnTo>
                  <a:pt x="5417344" y="379809"/>
                </a:lnTo>
                <a:lnTo>
                  <a:pt x="5447109" y="373266"/>
                </a:lnTo>
                <a:lnTo>
                  <a:pt x="5476875" y="366713"/>
                </a:lnTo>
                <a:lnTo>
                  <a:pt x="5506641" y="360169"/>
                </a:lnTo>
                <a:lnTo>
                  <a:pt x="5536406" y="353616"/>
                </a:lnTo>
                <a:lnTo>
                  <a:pt x="5566172" y="347072"/>
                </a:lnTo>
                <a:lnTo>
                  <a:pt x="5595938" y="340519"/>
                </a:lnTo>
                <a:lnTo>
                  <a:pt x="5625703" y="333975"/>
                </a:lnTo>
                <a:lnTo>
                  <a:pt x="5655469" y="327422"/>
                </a:lnTo>
                <a:lnTo>
                  <a:pt x="5685234" y="320878"/>
                </a:lnTo>
                <a:lnTo>
                  <a:pt x="5715000" y="314325"/>
                </a:lnTo>
                <a:lnTo>
                  <a:pt x="5744766" y="307781"/>
                </a:lnTo>
                <a:lnTo>
                  <a:pt x="5774531" y="301228"/>
                </a:lnTo>
                <a:lnTo>
                  <a:pt x="5804297" y="294684"/>
                </a:lnTo>
                <a:lnTo>
                  <a:pt x="5834063" y="288131"/>
                </a:lnTo>
                <a:lnTo>
                  <a:pt x="5863828" y="281588"/>
                </a:lnTo>
                <a:lnTo>
                  <a:pt x="5893594" y="275034"/>
                </a:lnTo>
                <a:lnTo>
                  <a:pt x="5923359" y="268491"/>
                </a:lnTo>
                <a:lnTo>
                  <a:pt x="5953125" y="261938"/>
                </a:lnTo>
                <a:lnTo>
                  <a:pt x="5982891" y="255394"/>
                </a:lnTo>
                <a:lnTo>
                  <a:pt x="6012656" y="248841"/>
                </a:lnTo>
                <a:lnTo>
                  <a:pt x="6042422" y="242297"/>
                </a:lnTo>
                <a:lnTo>
                  <a:pt x="6072188" y="235744"/>
                </a:lnTo>
                <a:lnTo>
                  <a:pt x="6101953" y="229200"/>
                </a:lnTo>
                <a:lnTo>
                  <a:pt x="6131719" y="222647"/>
                </a:lnTo>
                <a:lnTo>
                  <a:pt x="6161484" y="216103"/>
                </a:lnTo>
                <a:lnTo>
                  <a:pt x="6191250" y="209550"/>
                </a:lnTo>
                <a:lnTo>
                  <a:pt x="6221016" y="203006"/>
                </a:lnTo>
                <a:lnTo>
                  <a:pt x="6250781" y="196453"/>
                </a:lnTo>
                <a:lnTo>
                  <a:pt x="6280547" y="189909"/>
                </a:lnTo>
                <a:lnTo>
                  <a:pt x="6310313" y="183356"/>
                </a:lnTo>
                <a:lnTo>
                  <a:pt x="6340078" y="176813"/>
                </a:lnTo>
                <a:lnTo>
                  <a:pt x="6369844" y="170259"/>
                </a:lnTo>
                <a:lnTo>
                  <a:pt x="6399609" y="163716"/>
                </a:lnTo>
                <a:lnTo>
                  <a:pt x="6429375" y="157163"/>
                </a:lnTo>
                <a:lnTo>
                  <a:pt x="6459141" y="150619"/>
                </a:lnTo>
                <a:lnTo>
                  <a:pt x="6488906" y="144066"/>
                </a:lnTo>
                <a:lnTo>
                  <a:pt x="6518672" y="137522"/>
                </a:lnTo>
                <a:lnTo>
                  <a:pt x="6548438" y="130969"/>
                </a:lnTo>
                <a:lnTo>
                  <a:pt x="6578203" y="124425"/>
                </a:lnTo>
                <a:lnTo>
                  <a:pt x="6607969" y="117872"/>
                </a:lnTo>
                <a:lnTo>
                  <a:pt x="6637734" y="111328"/>
                </a:lnTo>
                <a:lnTo>
                  <a:pt x="6667500" y="104775"/>
                </a:lnTo>
                <a:lnTo>
                  <a:pt x="6697266" y="98231"/>
                </a:lnTo>
                <a:lnTo>
                  <a:pt x="6727031" y="91678"/>
                </a:lnTo>
                <a:lnTo>
                  <a:pt x="6756797" y="85134"/>
                </a:lnTo>
                <a:lnTo>
                  <a:pt x="6786563" y="78581"/>
                </a:lnTo>
                <a:lnTo>
                  <a:pt x="6816328" y="72038"/>
                </a:lnTo>
                <a:lnTo>
                  <a:pt x="6846094" y="65484"/>
                </a:lnTo>
                <a:lnTo>
                  <a:pt x="6875859" y="58941"/>
                </a:lnTo>
                <a:lnTo>
                  <a:pt x="6905625" y="52388"/>
                </a:lnTo>
                <a:lnTo>
                  <a:pt x="6935391" y="45844"/>
                </a:lnTo>
                <a:lnTo>
                  <a:pt x="6965156" y="39291"/>
                </a:lnTo>
                <a:lnTo>
                  <a:pt x="6994922" y="32747"/>
                </a:lnTo>
                <a:lnTo>
                  <a:pt x="7024688" y="26194"/>
                </a:lnTo>
                <a:lnTo>
                  <a:pt x="7054453" y="19650"/>
                </a:lnTo>
                <a:lnTo>
                  <a:pt x="7084219" y="13097"/>
                </a:lnTo>
                <a:lnTo>
                  <a:pt x="7113984" y="6553"/>
                </a:lnTo>
                <a:lnTo>
                  <a:pt x="714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9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727A8E60-803A-4919-AE6F-EAF5AD1E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048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820ABBC9-843D-416D-94BA-327D6F05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35242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45D93ABE-AFF6-4205-B3AC-05F6B1E2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300037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plain-level-3">
            <a:extLst xmlns:a="http://schemas.openxmlformats.org/drawingml/2006/main">
              <a:ext uri="{FF2B5EF4-FFF2-40B4-BE49-F238E27FC236}">
                <a16:creationId xmlns:a16="http://schemas.microsoft.com/office/drawing/2014/main" id="{4BCFEF41-5616-43EE-872E-EA67DB0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24765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537C575D-2028-4649-A3B0-31575CB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1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A996BEFC-73C2-4ECF-A62C-3D5BA1EF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1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E0C8E4B-F720-404A-B9FE-76B11E5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611055F-0491-488C-B608-FA129EA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1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EEC3A59E-13AB-43D3-AC12-69C1A99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1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7B96C4AF-7282-425E-BFBF-BF8DB6C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88347981-83E8-4286-8B6A-9572E6C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2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B15E5AE4-8EBA-4A34-85FA-A3AA2AB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2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7B6FA56-363F-4A69-B9D7-6D25CD8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F2270B90-D00C-446C-9043-2D890AF9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23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DA869329-25E3-4F80-82FC-F613E5C9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24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1829EC03-84DB-4522-901D-CDF9B4A2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E784E175-3FAF-4201-93A5-4DFF488F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172075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0E915A0D-473D-4576-B0D9-62E117A8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124325"/>
            <a:ext cx="5524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6022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2026-09-08T06:36:00.3050000Z</dcterms:created>
  <dcterms:modified xsi:type="dcterms:W3CDTF">2026-09-08T06:36:00.3050000Z</dcterms:modified>
</coreProperties>
</file>