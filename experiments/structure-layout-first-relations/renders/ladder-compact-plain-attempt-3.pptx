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3ba7d4cca47af" /><Relationship Type="http://schemas.openxmlformats.org/officeDocument/2006/relationships/extended-properties" Target="/docProps/app.xml" Id="Rc2054b0764524a8d" /><Relationship Type="http://schemas.openxmlformats.org/officeDocument/2006/relationships/officeDocument" Target="/ppt/presentation.xml" Id="R0325db7090e543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e43af4f8cb4cca"/>
  </p:sldMasterIdLst>
  <p:notesMasterIdLst>
    <p:notesMasterId xmlns:r="http://schemas.openxmlformats.org/officeDocument/2006/relationships" r:id="Re096d5a34c53478a"/>
  </p:notesMasterIdLst>
  <p:sldIdLst>
    <p:sldId xmlns:r="http://schemas.openxmlformats.org/officeDocument/2006/relationships" id="256" r:id="R103d34c17f654b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23ff847fad416a" /><Relationship Type="http://schemas.openxmlformats.org/officeDocument/2006/relationships/slideMaster" Target="/ppt/slideMasters/slideMaster1.xml" Id="R32e43af4f8cb4cca" /><Relationship Type="http://schemas.openxmlformats.org/officeDocument/2006/relationships/notesMaster" Target="/ppt/notesMasters/notesMaster1.xml" Id="Re096d5a34c53478a" /><Relationship Type="http://schemas.openxmlformats.org/officeDocument/2006/relationships/presProps" Target="/ppt/presProps.xml" Id="Rb744093480024af4" /><Relationship Type="http://schemas.openxmlformats.org/officeDocument/2006/relationships/tableStyles" Target="/ppt/tableStyles.xml" Id="R27cef9cad108487d" /><Relationship Type="http://schemas.openxmlformats.org/officeDocument/2006/relationships/slide" Target="/ppt/slides/slide1.xml" Id="R103d34c17f65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559e9936e7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6a823b1df3408b" /><Relationship Type="http://schemas.openxmlformats.org/officeDocument/2006/relationships/notesMaster" Target="/ppt/notesMasters/notesMaster1.xml" Id="R7cd27a7d614a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ecf5f10de44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f43563db824f7a" /><Relationship Type="http://schemas.openxmlformats.org/officeDocument/2006/relationships/slideLayout" Target="/ppt/slideLayouts/slideLayout1.xml" Id="Rfc0128ed21e642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0128ed21e642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1cb78517447f6" /><Relationship Type="http://schemas.openxmlformats.org/officeDocument/2006/relationships/notesSlide" Target="/ppt/notesSlides/notesSlide1.xml" Id="R97a47b7a524f4e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paper">
            <a:extLst xmlns:a="http://schemas.openxmlformats.org/drawingml/2006/main">
              <a:ext uri="{FF2B5EF4-FFF2-40B4-BE49-F238E27FC236}">
                <a16:creationId xmlns:a16="http://schemas.microsoft.com/office/drawing/2014/main" id="{522F8D3D-5AA6-40A4-87DD-C086260D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0341BDB7-47B4-4146-A698-F7CC1109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DFB96C9-B642-4E96-BDD2-095F6C1B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交付能力：从个人经验走向团队复用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2AEF7ED-F037-4582-AC15-E423FDAD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27C5E078-34FF-4DFD-B073-9064514F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先把个人经验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变成可查的过程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96124E9E-4BBF-4436-B33F-6618096F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记录关键步骤与交付依据，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让团队能够理解并复用。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C50C52-8F49-447C-9DCE-13FB45E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8" name="plain-progression">
            <a:extLst xmlns:a="http://schemas.openxmlformats.org/drawingml/2006/main">
              <a:ext uri="{FF2B5EF4-FFF2-40B4-BE49-F238E27FC236}">
                <a16:creationId xmlns:a16="http://schemas.microsoft.com/office/drawing/2014/main" id="{91F86015-649F-47F6-AC20-9DAB2273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4572000"/>
            <a:ext cx="4381500" cy="857250"/>
          </a:xfrm>
          <a:custGeom xmlns:a="http://schemas.openxmlformats.org/drawingml/2006/main">
            <a:pathLst>
              <a:path w="4381500" h="857250">
                <a:moveTo>
                  <a:pt x="0" y="857250"/>
                </a:moveTo>
                <a:lnTo>
                  <a:pt x="18640" y="853602"/>
                </a:lnTo>
                <a:lnTo>
                  <a:pt x="37290" y="849954"/>
                </a:lnTo>
                <a:lnTo>
                  <a:pt x="55931" y="846306"/>
                </a:lnTo>
                <a:lnTo>
                  <a:pt x="74581" y="842658"/>
                </a:lnTo>
                <a:lnTo>
                  <a:pt x="93221" y="839010"/>
                </a:lnTo>
                <a:lnTo>
                  <a:pt x="111871" y="835362"/>
                </a:lnTo>
                <a:lnTo>
                  <a:pt x="130512" y="831713"/>
                </a:lnTo>
                <a:lnTo>
                  <a:pt x="149162" y="828065"/>
                </a:lnTo>
                <a:lnTo>
                  <a:pt x="167802" y="824417"/>
                </a:lnTo>
                <a:lnTo>
                  <a:pt x="186442" y="820769"/>
                </a:lnTo>
                <a:lnTo>
                  <a:pt x="205092" y="817121"/>
                </a:lnTo>
                <a:lnTo>
                  <a:pt x="223733" y="813473"/>
                </a:lnTo>
                <a:lnTo>
                  <a:pt x="242383" y="809825"/>
                </a:lnTo>
                <a:lnTo>
                  <a:pt x="261023" y="806177"/>
                </a:lnTo>
                <a:lnTo>
                  <a:pt x="279673" y="802529"/>
                </a:lnTo>
                <a:lnTo>
                  <a:pt x="298313" y="798881"/>
                </a:lnTo>
                <a:lnTo>
                  <a:pt x="316963" y="795233"/>
                </a:lnTo>
                <a:lnTo>
                  <a:pt x="335604" y="791585"/>
                </a:lnTo>
                <a:lnTo>
                  <a:pt x="354244" y="787937"/>
                </a:lnTo>
                <a:lnTo>
                  <a:pt x="372894" y="784289"/>
                </a:lnTo>
                <a:lnTo>
                  <a:pt x="391535" y="780640"/>
                </a:lnTo>
                <a:lnTo>
                  <a:pt x="410185" y="776992"/>
                </a:lnTo>
                <a:lnTo>
                  <a:pt x="428825" y="773344"/>
                </a:lnTo>
                <a:lnTo>
                  <a:pt x="447475" y="769706"/>
                </a:lnTo>
                <a:lnTo>
                  <a:pt x="466115" y="766058"/>
                </a:lnTo>
                <a:lnTo>
                  <a:pt x="484765" y="762410"/>
                </a:lnTo>
                <a:lnTo>
                  <a:pt x="503406" y="758762"/>
                </a:lnTo>
                <a:lnTo>
                  <a:pt x="522056" y="755113"/>
                </a:lnTo>
                <a:lnTo>
                  <a:pt x="540696" y="751465"/>
                </a:lnTo>
                <a:lnTo>
                  <a:pt x="559337" y="747817"/>
                </a:lnTo>
                <a:lnTo>
                  <a:pt x="577987" y="744169"/>
                </a:lnTo>
                <a:lnTo>
                  <a:pt x="596627" y="740521"/>
                </a:lnTo>
                <a:lnTo>
                  <a:pt x="615277" y="736873"/>
                </a:lnTo>
                <a:lnTo>
                  <a:pt x="633917" y="733225"/>
                </a:lnTo>
                <a:lnTo>
                  <a:pt x="652567" y="729577"/>
                </a:lnTo>
                <a:lnTo>
                  <a:pt x="671208" y="725929"/>
                </a:lnTo>
                <a:lnTo>
                  <a:pt x="689858" y="722281"/>
                </a:lnTo>
                <a:lnTo>
                  <a:pt x="708498" y="718633"/>
                </a:lnTo>
                <a:lnTo>
                  <a:pt x="727139" y="714985"/>
                </a:lnTo>
                <a:lnTo>
                  <a:pt x="745788" y="711337"/>
                </a:lnTo>
                <a:lnTo>
                  <a:pt x="764429" y="707688"/>
                </a:lnTo>
                <a:lnTo>
                  <a:pt x="783079" y="704040"/>
                </a:lnTo>
                <a:lnTo>
                  <a:pt x="801719" y="700392"/>
                </a:lnTo>
                <a:lnTo>
                  <a:pt x="820369" y="696744"/>
                </a:lnTo>
                <a:lnTo>
                  <a:pt x="839010" y="693096"/>
                </a:lnTo>
                <a:lnTo>
                  <a:pt x="857660" y="689448"/>
                </a:lnTo>
                <a:lnTo>
                  <a:pt x="876300" y="685800"/>
                </a:lnTo>
                <a:lnTo>
                  <a:pt x="894940" y="682152"/>
                </a:lnTo>
                <a:lnTo>
                  <a:pt x="913590" y="678504"/>
                </a:lnTo>
                <a:lnTo>
                  <a:pt x="932231" y="674856"/>
                </a:lnTo>
                <a:lnTo>
                  <a:pt x="950881" y="671208"/>
                </a:lnTo>
                <a:lnTo>
                  <a:pt x="969521" y="667560"/>
                </a:lnTo>
                <a:lnTo>
                  <a:pt x="988171" y="663912"/>
                </a:lnTo>
                <a:lnTo>
                  <a:pt x="1006812" y="660263"/>
                </a:lnTo>
                <a:lnTo>
                  <a:pt x="1025462" y="656615"/>
                </a:lnTo>
                <a:lnTo>
                  <a:pt x="1044102" y="652967"/>
                </a:lnTo>
                <a:lnTo>
                  <a:pt x="1062742" y="649319"/>
                </a:lnTo>
                <a:lnTo>
                  <a:pt x="1081392" y="645671"/>
                </a:lnTo>
                <a:lnTo>
                  <a:pt x="1100033" y="642023"/>
                </a:lnTo>
                <a:lnTo>
                  <a:pt x="1118683" y="638375"/>
                </a:lnTo>
                <a:lnTo>
                  <a:pt x="1137323" y="634727"/>
                </a:lnTo>
                <a:lnTo>
                  <a:pt x="1155973" y="631079"/>
                </a:lnTo>
                <a:lnTo>
                  <a:pt x="1174613" y="627431"/>
                </a:lnTo>
                <a:lnTo>
                  <a:pt x="1193263" y="623783"/>
                </a:lnTo>
                <a:lnTo>
                  <a:pt x="1211904" y="620135"/>
                </a:lnTo>
                <a:lnTo>
                  <a:pt x="1230544" y="616487"/>
                </a:lnTo>
                <a:lnTo>
                  <a:pt x="1249194" y="612839"/>
                </a:lnTo>
                <a:lnTo>
                  <a:pt x="1267835" y="609190"/>
                </a:lnTo>
                <a:lnTo>
                  <a:pt x="1286485" y="605542"/>
                </a:lnTo>
                <a:lnTo>
                  <a:pt x="1305125" y="601894"/>
                </a:lnTo>
                <a:lnTo>
                  <a:pt x="1323775" y="598256"/>
                </a:lnTo>
                <a:lnTo>
                  <a:pt x="1342415" y="594608"/>
                </a:lnTo>
                <a:lnTo>
                  <a:pt x="1361065" y="590960"/>
                </a:lnTo>
                <a:lnTo>
                  <a:pt x="1379706" y="587312"/>
                </a:lnTo>
                <a:lnTo>
                  <a:pt x="1398356" y="583663"/>
                </a:lnTo>
                <a:lnTo>
                  <a:pt x="1416996" y="580015"/>
                </a:lnTo>
                <a:lnTo>
                  <a:pt x="1435637" y="576367"/>
                </a:lnTo>
                <a:lnTo>
                  <a:pt x="1454287" y="572719"/>
                </a:lnTo>
                <a:lnTo>
                  <a:pt x="1472927" y="569071"/>
                </a:lnTo>
                <a:lnTo>
                  <a:pt x="1491577" y="565423"/>
                </a:lnTo>
                <a:lnTo>
                  <a:pt x="1510217" y="561775"/>
                </a:lnTo>
                <a:lnTo>
                  <a:pt x="1528867" y="558127"/>
                </a:lnTo>
                <a:lnTo>
                  <a:pt x="1547508" y="554479"/>
                </a:lnTo>
                <a:lnTo>
                  <a:pt x="1566158" y="550831"/>
                </a:lnTo>
                <a:lnTo>
                  <a:pt x="1584798" y="547183"/>
                </a:lnTo>
                <a:lnTo>
                  <a:pt x="1603439" y="543535"/>
                </a:lnTo>
                <a:lnTo>
                  <a:pt x="1622088" y="539887"/>
                </a:lnTo>
                <a:lnTo>
                  <a:pt x="1640729" y="536238"/>
                </a:lnTo>
                <a:lnTo>
                  <a:pt x="1659379" y="532590"/>
                </a:lnTo>
                <a:lnTo>
                  <a:pt x="1678019" y="528942"/>
                </a:lnTo>
                <a:lnTo>
                  <a:pt x="1696669" y="525294"/>
                </a:lnTo>
                <a:lnTo>
                  <a:pt x="1715310" y="521646"/>
                </a:lnTo>
                <a:lnTo>
                  <a:pt x="1733960" y="517998"/>
                </a:lnTo>
                <a:lnTo>
                  <a:pt x="1752600" y="514350"/>
                </a:lnTo>
                <a:lnTo>
                  <a:pt x="1771240" y="510702"/>
                </a:lnTo>
                <a:lnTo>
                  <a:pt x="1789890" y="507054"/>
                </a:lnTo>
                <a:lnTo>
                  <a:pt x="1808531" y="503406"/>
                </a:lnTo>
                <a:lnTo>
                  <a:pt x="1827181" y="499758"/>
                </a:lnTo>
                <a:lnTo>
                  <a:pt x="1845821" y="496110"/>
                </a:lnTo>
                <a:lnTo>
                  <a:pt x="1864471" y="492462"/>
                </a:lnTo>
                <a:lnTo>
                  <a:pt x="1883112" y="488813"/>
                </a:lnTo>
                <a:lnTo>
                  <a:pt x="1901762" y="485165"/>
                </a:lnTo>
                <a:lnTo>
                  <a:pt x="1920402" y="481517"/>
                </a:lnTo>
                <a:lnTo>
                  <a:pt x="1939042" y="477869"/>
                </a:lnTo>
                <a:lnTo>
                  <a:pt x="1957692" y="474221"/>
                </a:lnTo>
                <a:lnTo>
                  <a:pt x="1976333" y="470573"/>
                </a:lnTo>
                <a:lnTo>
                  <a:pt x="1994983" y="466925"/>
                </a:lnTo>
                <a:lnTo>
                  <a:pt x="2013623" y="463277"/>
                </a:lnTo>
                <a:lnTo>
                  <a:pt x="2032273" y="459629"/>
                </a:lnTo>
                <a:lnTo>
                  <a:pt x="2050913" y="455981"/>
                </a:lnTo>
                <a:lnTo>
                  <a:pt x="2069563" y="452333"/>
                </a:lnTo>
                <a:lnTo>
                  <a:pt x="2088204" y="448685"/>
                </a:lnTo>
                <a:lnTo>
                  <a:pt x="2106844" y="445037"/>
                </a:lnTo>
                <a:lnTo>
                  <a:pt x="2125494" y="441389"/>
                </a:lnTo>
                <a:lnTo>
                  <a:pt x="2144135" y="437740"/>
                </a:lnTo>
                <a:lnTo>
                  <a:pt x="2162785" y="434092"/>
                </a:lnTo>
                <a:lnTo>
                  <a:pt x="2181425" y="430444"/>
                </a:lnTo>
                <a:lnTo>
                  <a:pt x="2200075" y="426806"/>
                </a:lnTo>
                <a:lnTo>
                  <a:pt x="2218715" y="423158"/>
                </a:lnTo>
                <a:lnTo>
                  <a:pt x="2237365" y="419510"/>
                </a:lnTo>
                <a:lnTo>
                  <a:pt x="2256006" y="415861"/>
                </a:lnTo>
                <a:lnTo>
                  <a:pt x="2274656" y="412213"/>
                </a:lnTo>
                <a:lnTo>
                  <a:pt x="2293296" y="408565"/>
                </a:lnTo>
                <a:lnTo>
                  <a:pt x="2311937" y="404917"/>
                </a:lnTo>
                <a:lnTo>
                  <a:pt x="2330587" y="401269"/>
                </a:lnTo>
                <a:lnTo>
                  <a:pt x="2349227" y="397621"/>
                </a:lnTo>
                <a:lnTo>
                  <a:pt x="2367877" y="393973"/>
                </a:lnTo>
                <a:lnTo>
                  <a:pt x="2386517" y="390325"/>
                </a:lnTo>
                <a:lnTo>
                  <a:pt x="2405167" y="386677"/>
                </a:lnTo>
                <a:lnTo>
                  <a:pt x="2423808" y="383029"/>
                </a:lnTo>
                <a:lnTo>
                  <a:pt x="2442458" y="379381"/>
                </a:lnTo>
                <a:lnTo>
                  <a:pt x="2461098" y="375733"/>
                </a:lnTo>
                <a:lnTo>
                  <a:pt x="2479738" y="372085"/>
                </a:lnTo>
                <a:lnTo>
                  <a:pt x="2498388" y="368437"/>
                </a:lnTo>
                <a:lnTo>
                  <a:pt x="2517029" y="364788"/>
                </a:lnTo>
                <a:lnTo>
                  <a:pt x="2535679" y="361140"/>
                </a:lnTo>
                <a:lnTo>
                  <a:pt x="2554319" y="357492"/>
                </a:lnTo>
                <a:lnTo>
                  <a:pt x="2572969" y="353844"/>
                </a:lnTo>
                <a:lnTo>
                  <a:pt x="2591610" y="350196"/>
                </a:lnTo>
                <a:lnTo>
                  <a:pt x="2610260" y="346548"/>
                </a:lnTo>
                <a:lnTo>
                  <a:pt x="2628900" y="342900"/>
                </a:lnTo>
                <a:lnTo>
                  <a:pt x="2647540" y="339252"/>
                </a:lnTo>
                <a:lnTo>
                  <a:pt x="2666190" y="335604"/>
                </a:lnTo>
                <a:lnTo>
                  <a:pt x="2684831" y="331956"/>
                </a:lnTo>
                <a:lnTo>
                  <a:pt x="2703481" y="328308"/>
                </a:lnTo>
                <a:lnTo>
                  <a:pt x="2722121" y="324660"/>
                </a:lnTo>
                <a:lnTo>
                  <a:pt x="2740771" y="321012"/>
                </a:lnTo>
                <a:lnTo>
                  <a:pt x="2759412" y="317363"/>
                </a:lnTo>
                <a:lnTo>
                  <a:pt x="2778062" y="313715"/>
                </a:lnTo>
                <a:lnTo>
                  <a:pt x="2796702" y="310067"/>
                </a:lnTo>
                <a:lnTo>
                  <a:pt x="2815342" y="306419"/>
                </a:lnTo>
                <a:lnTo>
                  <a:pt x="2833992" y="302771"/>
                </a:lnTo>
                <a:lnTo>
                  <a:pt x="2852633" y="299123"/>
                </a:lnTo>
                <a:lnTo>
                  <a:pt x="2871283" y="295475"/>
                </a:lnTo>
                <a:lnTo>
                  <a:pt x="2889923" y="291827"/>
                </a:lnTo>
                <a:lnTo>
                  <a:pt x="2908573" y="288179"/>
                </a:lnTo>
                <a:lnTo>
                  <a:pt x="2927213" y="284531"/>
                </a:lnTo>
                <a:lnTo>
                  <a:pt x="2945863" y="280883"/>
                </a:lnTo>
                <a:lnTo>
                  <a:pt x="2964504" y="277235"/>
                </a:lnTo>
                <a:lnTo>
                  <a:pt x="2983144" y="273587"/>
                </a:lnTo>
                <a:lnTo>
                  <a:pt x="3001794" y="269939"/>
                </a:lnTo>
                <a:lnTo>
                  <a:pt x="3020435" y="266290"/>
                </a:lnTo>
                <a:lnTo>
                  <a:pt x="3039085" y="262642"/>
                </a:lnTo>
                <a:lnTo>
                  <a:pt x="3057725" y="258994"/>
                </a:lnTo>
                <a:lnTo>
                  <a:pt x="3076375" y="255356"/>
                </a:lnTo>
                <a:lnTo>
                  <a:pt x="3095015" y="251708"/>
                </a:lnTo>
                <a:lnTo>
                  <a:pt x="3113665" y="248060"/>
                </a:lnTo>
                <a:lnTo>
                  <a:pt x="3132306" y="244412"/>
                </a:lnTo>
                <a:lnTo>
                  <a:pt x="3150946" y="240763"/>
                </a:lnTo>
                <a:lnTo>
                  <a:pt x="3169596" y="237115"/>
                </a:lnTo>
                <a:lnTo>
                  <a:pt x="3188237" y="233467"/>
                </a:lnTo>
                <a:lnTo>
                  <a:pt x="3206887" y="229819"/>
                </a:lnTo>
                <a:lnTo>
                  <a:pt x="3225527" y="226171"/>
                </a:lnTo>
                <a:lnTo>
                  <a:pt x="3244177" y="222523"/>
                </a:lnTo>
                <a:lnTo>
                  <a:pt x="3262817" y="218875"/>
                </a:lnTo>
                <a:lnTo>
                  <a:pt x="3281467" y="215227"/>
                </a:lnTo>
                <a:lnTo>
                  <a:pt x="3300108" y="211579"/>
                </a:lnTo>
                <a:lnTo>
                  <a:pt x="3318758" y="207931"/>
                </a:lnTo>
                <a:lnTo>
                  <a:pt x="3337398" y="204283"/>
                </a:lnTo>
                <a:lnTo>
                  <a:pt x="3356038" y="200635"/>
                </a:lnTo>
                <a:lnTo>
                  <a:pt x="3374688" y="196987"/>
                </a:lnTo>
                <a:lnTo>
                  <a:pt x="3393329" y="193338"/>
                </a:lnTo>
                <a:lnTo>
                  <a:pt x="3411979" y="189690"/>
                </a:lnTo>
                <a:lnTo>
                  <a:pt x="3430619" y="186042"/>
                </a:lnTo>
                <a:lnTo>
                  <a:pt x="3449269" y="182394"/>
                </a:lnTo>
                <a:lnTo>
                  <a:pt x="3467910" y="178746"/>
                </a:lnTo>
                <a:lnTo>
                  <a:pt x="3486560" y="175098"/>
                </a:lnTo>
                <a:lnTo>
                  <a:pt x="3505200" y="171450"/>
                </a:lnTo>
                <a:lnTo>
                  <a:pt x="3523840" y="167802"/>
                </a:lnTo>
                <a:lnTo>
                  <a:pt x="3542490" y="164154"/>
                </a:lnTo>
                <a:lnTo>
                  <a:pt x="3561131" y="160506"/>
                </a:lnTo>
                <a:lnTo>
                  <a:pt x="3579781" y="156858"/>
                </a:lnTo>
                <a:lnTo>
                  <a:pt x="3598421" y="153210"/>
                </a:lnTo>
                <a:lnTo>
                  <a:pt x="3617071" y="149562"/>
                </a:lnTo>
                <a:lnTo>
                  <a:pt x="3635712" y="145913"/>
                </a:lnTo>
                <a:lnTo>
                  <a:pt x="3654362" y="142265"/>
                </a:lnTo>
                <a:lnTo>
                  <a:pt x="3673002" y="138617"/>
                </a:lnTo>
                <a:lnTo>
                  <a:pt x="3691642" y="134969"/>
                </a:lnTo>
                <a:lnTo>
                  <a:pt x="3710292" y="131321"/>
                </a:lnTo>
                <a:lnTo>
                  <a:pt x="3728933" y="127673"/>
                </a:lnTo>
                <a:lnTo>
                  <a:pt x="3747583" y="124025"/>
                </a:lnTo>
                <a:lnTo>
                  <a:pt x="3766223" y="120377"/>
                </a:lnTo>
                <a:lnTo>
                  <a:pt x="3784873" y="116729"/>
                </a:lnTo>
                <a:lnTo>
                  <a:pt x="3803513" y="113081"/>
                </a:lnTo>
                <a:lnTo>
                  <a:pt x="3822163" y="109433"/>
                </a:lnTo>
                <a:lnTo>
                  <a:pt x="3840804" y="105785"/>
                </a:lnTo>
                <a:lnTo>
                  <a:pt x="3859444" y="102137"/>
                </a:lnTo>
                <a:lnTo>
                  <a:pt x="3878094" y="98489"/>
                </a:lnTo>
                <a:lnTo>
                  <a:pt x="3896735" y="94840"/>
                </a:lnTo>
                <a:lnTo>
                  <a:pt x="3915385" y="91192"/>
                </a:lnTo>
                <a:lnTo>
                  <a:pt x="3934025" y="87544"/>
                </a:lnTo>
                <a:lnTo>
                  <a:pt x="3952675" y="83906"/>
                </a:lnTo>
                <a:lnTo>
                  <a:pt x="3971315" y="80258"/>
                </a:lnTo>
                <a:lnTo>
                  <a:pt x="3989965" y="76610"/>
                </a:lnTo>
                <a:lnTo>
                  <a:pt x="4008606" y="72962"/>
                </a:lnTo>
                <a:lnTo>
                  <a:pt x="4027256" y="69313"/>
                </a:lnTo>
                <a:lnTo>
                  <a:pt x="4045896" y="65665"/>
                </a:lnTo>
                <a:lnTo>
                  <a:pt x="4064537" y="62017"/>
                </a:lnTo>
                <a:lnTo>
                  <a:pt x="4083187" y="58369"/>
                </a:lnTo>
                <a:lnTo>
                  <a:pt x="4101827" y="54721"/>
                </a:lnTo>
                <a:lnTo>
                  <a:pt x="4120477" y="51073"/>
                </a:lnTo>
                <a:lnTo>
                  <a:pt x="4139117" y="47425"/>
                </a:lnTo>
                <a:lnTo>
                  <a:pt x="4157767" y="43777"/>
                </a:lnTo>
                <a:lnTo>
                  <a:pt x="4176408" y="40129"/>
                </a:lnTo>
                <a:lnTo>
                  <a:pt x="4195058" y="36481"/>
                </a:lnTo>
                <a:lnTo>
                  <a:pt x="4213698" y="32833"/>
                </a:lnTo>
                <a:lnTo>
                  <a:pt x="4232339" y="29185"/>
                </a:lnTo>
                <a:lnTo>
                  <a:pt x="4250988" y="25537"/>
                </a:lnTo>
                <a:lnTo>
                  <a:pt x="4269629" y="21888"/>
                </a:lnTo>
                <a:lnTo>
                  <a:pt x="4288279" y="18240"/>
                </a:lnTo>
                <a:lnTo>
                  <a:pt x="4306919" y="14592"/>
                </a:lnTo>
                <a:lnTo>
                  <a:pt x="4325569" y="10944"/>
                </a:lnTo>
                <a:lnTo>
                  <a:pt x="4344210" y="7296"/>
                </a:lnTo>
                <a:lnTo>
                  <a:pt x="4362860" y="3648"/>
                </a:lnTo>
                <a:lnTo>
                  <a:pt x="438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5837B"/>
            </a:solidFill>
            <a:prstDash val="solid"/>
          </a:ln>
        </p:spPr>
      </p:sp>
      <p:sp>
        <p:nvSpPr>
          <p:cNvPr id="9" name="plain-level-0">
            <a:extLst xmlns:a="http://schemas.openxmlformats.org/drawingml/2006/main">
              <a:ext uri="{FF2B5EF4-FFF2-40B4-BE49-F238E27FC236}">
                <a16:creationId xmlns:a16="http://schemas.microsoft.com/office/drawing/2014/main" id="{47C91232-762B-4A69-9000-5F134BC9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048125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plain-level-1">
            <a:extLst xmlns:a="http://schemas.openxmlformats.org/drawingml/2006/main">
              <a:ext uri="{FF2B5EF4-FFF2-40B4-BE49-F238E27FC236}">
                <a16:creationId xmlns:a16="http://schemas.microsoft.com/office/drawing/2014/main" id="{391973C0-92C8-4E47-9A90-18A52DE2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61950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plain-level-2">
            <a:extLst xmlns:a="http://schemas.openxmlformats.org/drawingml/2006/main">
              <a:ext uri="{FF2B5EF4-FFF2-40B4-BE49-F238E27FC236}">
                <a16:creationId xmlns:a16="http://schemas.microsoft.com/office/drawing/2014/main" id="{26CF7586-8A5B-489C-AD3B-1BAF88CA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190875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21860A86-710B-4C8A-A913-20BFF6AB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41558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个人完成</a:t>
            </a:r>
          </a:p>
        </p:txBody>
      </p:sp>
      <p:sp>
        <p:nvSpPr>
          <p:cNvPr id="13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9F1DC632-FF41-406C-AB16-C75DBAF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66367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依靠个人经验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完成交付</a:t>
            </a:r>
          </a:p>
        </p:txBody>
      </p:sp>
      <p:sp>
        <p:nvSpPr>
          <p:cNvPr id="14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FB162CB4-671D-42AF-8BCB-2A251557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5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4501E4AD-F74A-44BF-92E0-59F51EC4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3986955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过程可查</a:t>
            </a:r>
          </a:p>
        </p:txBody>
      </p:sp>
      <p:sp>
        <p:nvSpPr>
          <p:cNvPr id="16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825AFB1B-A0ED-457A-BD66-64FC4570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235053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与交付依据</a:t>
            </a:r>
          </a:p>
        </p:txBody>
      </p:sp>
      <p:sp>
        <p:nvSpPr>
          <p:cNvPr id="17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F0F4E07-27A8-4F1E-9F5D-55E1877A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810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8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D966EC39-B1F0-491D-968B-D4447D8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355833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团队复用</a:t>
            </a:r>
          </a:p>
        </p:txBody>
      </p:sp>
      <p:sp>
        <p:nvSpPr>
          <p:cNvPr id="19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02E3F50A-228B-4B08-8BFF-91B34C04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380642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共享方法与案例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支持团队协作</a:t>
            </a:r>
          </a:p>
        </p:txBody>
      </p:sp>
      <p:sp>
        <p:nvSpPr>
          <p:cNvPr id="20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3BBAC853-9BD4-456F-B68C-319B5A39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381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1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F3388504-CE82-4434-915F-966EF7B4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5695950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22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5F1A203D-4A6B-401F-8363-2A2C2FCE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4838700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510185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2026-09-08T06:36:10.4840000Z</dcterms:created>
  <dcterms:modified xsi:type="dcterms:W3CDTF">2026-09-08T06:36:10.4840000Z</dcterms:modified>
</coreProperties>
</file>