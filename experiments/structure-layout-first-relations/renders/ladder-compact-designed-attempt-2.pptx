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6df293a5844ee9" /><Relationship Type="http://schemas.openxmlformats.org/officeDocument/2006/relationships/extended-properties" Target="/docProps/app.xml" Id="R2a534751199f4b77" /><Relationship Type="http://schemas.openxmlformats.org/officeDocument/2006/relationships/officeDocument" Target="/ppt/presentation.xml" Id="R302f552e72d240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c9c90ac77f40b5"/>
  </p:sldMasterIdLst>
  <p:notesMasterIdLst>
    <p:notesMasterId xmlns:r="http://schemas.openxmlformats.org/officeDocument/2006/relationships" r:id="R80104750383a4e48"/>
  </p:notesMasterIdLst>
  <p:sldIdLst>
    <p:sldId xmlns:r="http://schemas.openxmlformats.org/officeDocument/2006/relationships" id="256" r:id="R278de4de621b4d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504828289b4363" /><Relationship Type="http://schemas.openxmlformats.org/officeDocument/2006/relationships/slideMaster" Target="/ppt/slideMasters/slideMaster1.xml" Id="Rd3c9c90ac77f40b5" /><Relationship Type="http://schemas.openxmlformats.org/officeDocument/2006/relationships/notesMaster" Target="/ppt/notesMasters/notesMaster1.xml" Id="R80104750383a4e48" /><Relationship Type="http://schemas.openxmlformats.org/officeDocument/2006/relationships/presProps" Target="/ppt/presProps.xml" Id="R9383aa1eb8ef40bd" /><Relationship Type="http://schemas.openxmlformats.org/officeDocument/2006/relationships/tableStyles" Target="/ppt/tableStyles.xml" Id="R509ad786f21a46cf" /><Relationship Type="http://schemas.openxmlformats.org/officeDocument/2006/relationships/slide" Target="/ppt/slides/slide1.xml" Id="R278de4de621b4d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484504a3b141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b85787bf304247" /><Relationship Type="http://schemas.openxmlformats.org/officeDocument/2006/relationships/notesMaster" Target="/ppt/notesMasters/notesMaster1.xml" Id="R424633fb69af4d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cd7d88d28b40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9bb8cdb26b400e" /><Relationship Type="http://schemas.openxmlformats.org/officeDocument/2006/relationships/slideLayout" Target="/ppt/slideLayouts/slideLayout1.xml" Id="Rd73107c32a6e4f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3107c32a6e4f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3bd086c454dc7" /><Relationship Type="http://schemas.openxmlformats.org/officeDocument/2006/relationships/notesSlide" Target="/ppt/notesSlides/notesSlide1.xml" Id="R6097d80aded8493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page-paper">
            <a:extLst xmlns:a="http://schemas.openxmlformats.org/drawingml/2006/main">
              <a:ext uri="{FF2B5EF4-FFF2-40B4-BE49-F238E27FC236}">
                <a16:creationId xmlns:a16="http://schemas.microsoft.com/office/drawing/2014/main" id="{336D4908-31BE-45C6-8031-519C80C7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FBC46F49-3897-4FC0-8DE3-180B8E45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E7BE36DC-DB4F-4F9A-9665-41BB16E3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848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交付能力：从个人经验走向团队复用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800493C9-1017-4412-BB4F-008FA024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477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module">
            <a:extLst xmlns:a="http://schemas.openxmlformats.org/drawingml/2006/main">
              <a:ext uri="{FF2B5EF4-FFF2-40B4-BE49-F238E27FC236}">
                <a16:creationId xmlns:a16="http://schemas.microsoft.com/office/drawing/2014/main" id="{202E917E-C5E4-48D3-8C25-BA5B3567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先把个人经验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变成可查的过程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D2BEBAB6-05E6-40D2-B9A4-05132DD3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05125"/>
            <a:ext cx="2809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记录关键步骤与交付依据，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让团队能够理解并复用。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B49948D-EBB0-496B-B212-F39B8179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8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23303CA5-4BDF-4118-BB0E-86A53F01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400" y="4048144"/>
            <a:ext cx="1752190" cy="1066762"/>
          </a:xfrm>
          <a:custGeom xmlns:a="http://schemas.openxmlformats.org/drawingml/2006/main">
            <a:pathLst>
              <a:path w="1752190" h="1066762">
                <a:moveTo>
                  <a:pt x="104956" y="149333"/>
                </a:moveTo>
                <a:lnTo>
                  <a:pt x="126349" y="147390"/>
                </a:lnTo>
                <a:lnTo>
                  <a:pt x="147742" y="145456"/>
                </a:lnTo>
                <a:lnTo>
                  <a:pt x="169126" y="143513"/>
                </a:lnTo>
                <a:lnTo>
                  <a:pt x="190519" y="141580"/>
                </a:lnTo>
                <a:lnTo>
                  <a:pt x="211912" y="139637"/>
                </a:lnTo>
                <a:lnTo>
                  <a:pt x="233305" y="137693"/>
                </a:lnTo>
                <a:lnTo>
                  <a:pt x="254698" y="135760"/>
                </a:lnTo>
                <a:lnTo>
                  <a:pt x="276092" y="133817"/>
                </a:lnTo>
                <a:lnTo>
                  <a:pt x="297485" y="131883"/>
                </a:lnTo>
                <a:lnTo>
                  <a:pt x="318878" y="129940"/>
                </a:lnTo>
                <a:lnTo>
                  <a:pt x="340271" y="127997"/>
                </a:lnTo>
                <a:lnTo>
                  <a:pt x="361664" y="126063"/>
                </a:lnTo>
                <a:lnTo>
                  <a:pt x="383057" y="124120"/>
                </a:lnTo>
                <a:lnTo>
                  <a:pt x="404451" y="122177"/>
                </a:lnTo>
                <a:lnTo>
                  <a:pt x="425844" y="120244"/>
                </a:lnTo>
                <a:lnTo>
                  <a:pt x="447237" y="118301"/>
                </a:lnTo>
                <a:lnTo>
                  <a:pt x="468630" y="116367"/>
                </a:lnTo>
                <a:lnTo>
                  <a:pt x="490023" y="114424"/>
                </a:lnTo>
                <a:lnTo>
                  <a:pt x="511416" y="112481"/>
                </a:lnTo>
                <a:lnTo>
                  <a:pt x="532809" y="110547"/>
                </a:lnTo>
                <a:lnTo>
                  <a:pt x="554203" y="108604"/>
                </a:lnTo>
                <a:lnTo>
                  <a:pt x="575596" y="106670"/>
                </a:lnTo>
                <a:lnTo>
                  <a:pt x="596989" y="104727"/>
                </a:lnTo>
                <a:lnTo>
                  <a:pt x="618382" y="102784"/>
                </a:lnTo>
                <a:lnTo>
                  <a:pt x="639766" y="100851"/>
                </a:lnTo>
                <a:lnTo>
                  <a:pt x="661159" y="98908"/>
                </a:lnTo>
                <a:lnTo>
                  <a:pt x="682552" y="96974"/>
                </a:lnTo>
                <a:lnTo>
                  <a:pt x="703945" y="95031"/>
                </a:lnTo>
                <a:lnTo>
                  <a:pt x="725338" y="93088"/>
                </a:lnTo>
                <a:lnTo>
                  <a:pt x="746731" y="91154"/>
                </a:lnTo>
                <a:lnTo>
                  <a:pt x="768125" y="89211"/>
                </a:lnTo>
                <a:lnTo>
                  <a:pt x="789518" y="87278"/>
                </a:lnTo>
                <a:lnTo>
                  <a:pt x="810911" y="85334"/>
                </a:lnTo>
                <a:lnTo>
                  <a:pt x="832304" y="83391"/>
                </a:lnTo>
                <a:lnTo>
                  <a:pt x="853697" y="81458"/>
                </a:lnTo>
                <a:lnTo>
                  <a:pt x="875090" y="79515"/>
                </a:lnTo>
                <a:lnTo>
                  <a:pt x="896483" y="77572"/>
                </a:lnTo>
                <a:lnTo>
                  <a:pt x="917877" y="75638"/>
                </a:lnTo>
                <a:lnTo>
                  <a:pt x="939270" y="73695"/>
                </a:lnTo>
                <a:lnTo>
                  <a:pt x="960663" y="71761"/>
                </a:lnTo>
                <a:lnTo>
                  <a:pt x="982056" y="69818"/>
                </a:lnTo>
                <a:lnTo>
                  <a:pt x="1003449" y="67875"/>
                </a:lnTo>
                <a:lnTo>
                  <a:pt x="1024842" y="65942"/>
                </a:lnTo>
                <a:lnTo>
                  <a:pt x="1046236" y="63998"/>
                </a:lnTo>
                <a:lnTo>
                  <a:pt x="1067629" y="62065"/>
                </a:lnTo>
                <a:lnTo>
                  <a:pt x="1089022" y="60122"/>
                </a:lnTo>
                <a:lnTo>
                  <a:pt x="1110415" y="58179"/>
                </a:lnTo>
                <a:lnTo>
                  <a:pt x="1131799" y="56245"/>
                </a:lnTo>
                <a:lnTo>
                  <a:pt x="1153192" y="54302"/>
                </a:lnTo>
                <a:lnTo>
                  <a:pt x="1174585" y="52359"/>
                </a:lnTo>
                <a:lnTo>
                  <a:pt x="1195978" y="50425"/>
                </a:lnTo>
                <a:lnTo>
                  <a:pt x="1217371" y="48482"/>
                </a:lnTo>
                <a:lnTo>
                  <a:pt x="1238764" y="46549"/>
                </a:lnTo>
                <a:lnTo>
                  <a:pt x="1260158" y="44606"/>
                </a:lnTo>
                <a:lnTo>
                  <a:pt x="1281551" y="42662"/>
                </a:lnTo>
                <a:lnTo>
                  <a:pt x="1302944" y="40729"/>
                </a:lnTo>
                <a:lnTo>
                  <a:pt x="1324337" y="38786"/>
                </a:lnTo>
                <a:lnTo>
                  <a:pt x="1345730" y="36852"/>
                </a:lnTo>
                <a:lnTo>
                  <a:pt x="1367123" y="34909"/>
                </a:lnTo>
                <a:lnTo>
                  <a:pt x="1388516" y="32966"/>
                </a:lnTo>
                <a:lnTo>
                  <a:pt x="1409910" y="31032"/>
                </a:lnTo>
                <a:lnTo>
                  <a:pt x="1431303" y="29089"/>
                </a:lnTo>
                <a:lnTo>
                  <a:pt x="1452696" y="27156"/>
                </a:lnTo>
                <a:lnTo>
                  <a:pt x="1474089" y="25213"/>
                </a:lnTo>
                <a:lnTo>
                  <a:pt x="1495482" y="23270"/>
                </a:lnTo>
                <a:lnTo>
                  <a:pt x="1516875" y="21336"/>
                </a:lnTo>
                <a:lnTo>
                  <a:pt x="1538268" y="19393"/>
                </a:lnTo>
                <a:lnTo>
                  <a:pt x="1559662" y="17459"/>
                </a:lnTo>
                <a:lnTo>
                  <a:pt x="1581055" y="15516"/>
                </a:lnTo>
                <a:lnTo>
                  <a:pt x="1602448" y="13573"/>
                </a:lnTo>
                <a:lnTo>
                  <a:pt x="1623832" y="11640"/>
                </a:lnTo>
                <a:lnTo>
                  <a:pt x="1645225" y="9696"/>
                </a:lnTo>
                <a:lnTo>
                  <a:pt x="1666618" y="7753"/>
                </a:lnTo>
                <a:lnTo>
                  <a:pt x="1688011" y="5820"/>
                </a:lnTo>
                <a:lnTo>
                  <a:pt x="1709404" y="3877"/>
                </a:lnTo>
                <a:lnTo>
                  <a:pt x="1730797" y="1943"/>
                </a:lnTo>
                <a:lnTo>
                  <a:pt x="1752190" y="0"/>
                </a:lnTo>
                <a:lnTo>
                  <a:pt x="1749971" y="21117"/>
                </a:lnTo>
                <a:lnTo>
                  <a:pt x="1747523" y="42462"/>
                </a:lnTo>
                <a:lnTo>
                  <a:pt x="1745085" y="63798"/>
                </a:lnTo>
                <a:lnTo>
                  <a:pt x="1742637" y="85144"/>
                </a:lnTo>
                <a:lnTo>
                  <a:pt x="1740189" y="106480"/>
                </a:lnTo>
                <a:lnTo>
                  <a:pt x="1737741" y="127826"/>
                </a:lnTo>
                <a:lnTo>
                  <a:pt x="1735293" y="149162"/>
                </a:lnTo>
                <a:lnTo>
                  <a:pt x="1732855" y="170507"/>
                </a:lnTo>
                <a:lnTo>
                  <a:pt x="1730407" y="191843"/>
                </a:lnTo>
                <a:lnTo>
                  <a:pt x="1727959" y="213189"/>
                </a:lnTo>
                <a:lnTo>
                  <a:pt x="1725511" y="234525"/>
                </a:lnTo>
                <a:lnTo>
                  <a:pt x="1723063" y="255870"/>
                </a:lnTo>
                <a:lnTo>
                  <a:pt x="1720625" y="277206"/>
                </a:lnTo>
                <a:lnTo>
                  <a:pt x="1718177" y="298552"/>
                </a:lnTo>
                <a:lnTo>
                  <a:pt x="1715729" y="319888"/>
                </a:lnTo>
                <a:lnTo>
                  <a:pt x="1713281" y="341233"/>
                </a:lnTo>
                <a:lnTo>
                  <a:pt x="1710833" y="362569"/>
                </a:lnTo>
                <a:lnTo>
                  <a:pt x="1708394" y="383915"/>
                </a:lnTo>
                <a:lnTo>
                  <a:pt x="1705947" y="405251"/>
                </a:lnTo>
                <a:lnTo>
                  <a:pt x="1703499" y="426596"/>
                </a:lnTo>
                <a:lnTo>
                  <a:pt x="1701051" y="447932"/>
                </a:lnTo>
                <a:lnTo>
                  <a:pt x="1698603" y="469278"/>
                </a:lnTo>
                <a:lnTo>
                  <a:pt x="1696164" y="490614"/>
                </a:lnTo>
                <a:lnTo>
                  <a:pt x="1693716" y="511959"/>
                </a:lnTo>
                <a:lnTo>
                  <a:pt x="1691269" y="533295"/>
                </a:lnTo>
                <a:lnTo>
                  <a:pt x="1688821" y="554641"/>
                </a:lnTo>
                <a:lnTo>
                  <a:pt x="1686373" y="575977"/>
                </a:lnTo>
                <a:lnTo>
                  <a:pt x="1683934" y="597322"/>
                </a:lnTo>
                <a:lnTo>
                  <a:pt x="1681486" y="618658"/>
                </a:lnTo>
                <a:lnTo>
                  <a:pt x="1679038" y="640004"/>
                </a:lnTo>
                <a:lnTo>
                  <a:pt x="1676591" y="661340"/>
                </a:lnTo>
                <a:lnTo>
                  <a:pt x="1674143" y="682685"/>
                </a:lnTo>
                <a:lnTo>
                  <a:pt x="1671704" y="704021"/>
                </a:lnTo>
                <a:lnTo>
                  <a:pt x="1669256" y="725367"/>
                </a:lnTo>
                <a:lnTo>
                  <a:pt x="1666808" y="746703"/>
                </a:lnTo>
                <a:lnTo>
                  <a:pt x="1664360" y="768048"/>
                </a:lnTo>
                <a:lnTo>
                  <a:pt x="1661912" y="789384"/>
                </a:lnTo>
                <a:lnTo>
                  <a:pt x="1659474" y="810730"/>
                </a:lnTo>
                <a:lnTo>
                  <a:pt x="1657026" y="832066"/>
                </a:lnTo>
                <a:lnTo>
                  <a:pt x="1654578" y="853411"/>
                </a:lnTo>
                <a:lnTo>
                  <a:pt x="1652130" y="874747"/>
                </a:lnTo>
                <a:lnTo>
                  <a:pt x="1649682" y="896093"/>
                </a:lnTo>
                <a:lnTo>
                  <a:pt x="1647244" y="917429"/>
                </a:lnTo>
                <a:lnTo>
                  <a:pt x="1625851" y="919372"/>
                </a:lnTo>
                <a:lnTo>
                  <a:pt x="1604458" y="921306"/>
                </a:lnTo>
                <a:lnTo>
                  <a:pt x="1583065" y="923249"/>
                </a:lnTo>
                <a:lnTo>
                  <a:pt x="1561671" y="925192"/>
                </a:lnTo>
                <a:lnTo>
                  <a:pt x="1540278" y="927125"/>
                </a:lnTo>
                <a:lnTo>
                  <a:pt x="1518885" y="929069"/>
                </a:lnTo>
                <a:lnTo>
                  <a:pt x="1497492" y="931002"/>
                </a:lnTo>
                <a:lnTo>
                  <a:pt x="1476099" y="932945"/>
                </a:lnTo>
                <a:lnTo>
                  <a:pt x="1454706" y="934888"/>
                </a:lnTo>
                <a:lnTo>
                  <a:pt x="1433312" y="936822"/>
                </a:lnTo>
                <a:lnTo>
                  <a:pt x="1411919" y="938765"/>
                </a:lnTo>
                <a:lnTo>
                  <a:pt x="1390526" y="940699"/>
                </a:lnTo>
                <a:lnTo>
                  <a:pt x="1369133" y="942642"/>
                </a:lnTo>
                <a:lnTo>
                  <a:pt x="1347740" y="944585"/>
                </a:lnTo>
                <a:lnTo>
                  <a:pt x="1326347" y="946518"/>
                </a:lnTo>
                <a:lnTo>
                  <a:pt x="1304954" y="948461"/>
                </a:lnTo>
                <a:lnTo>
                  <a:pt x="1283560" y="950395"/>
                </a:lnTo>
                <a:lnTo>
                  <a:pt x="1262167" y="952338"/>
                </a:lnTo>
                <a:lnTo>
                  <a:pt x="1240774" y="954281"/>
                </a:lnTo>
                <a:lnTo>
                  <a:pt x="1219381" y="956215"/>
                </a:lnTo>
                <a:lnTo>
                  <a:pt x="1197997" y="958158"/>
                </a:lnTo>
                <a:lnTo>
                  <a:pt x="1176604" y="960101"/>
                </a:lnTo>
                <a:lnTo>
                  <a:pt x="1155211" y="962035"/>
                </a:lnTo>
                <a:lnTo>
                  <a:pt x="1133818" y="963978"/>
                </a:lnTo>
                <a:lnTo>
                  <a:pt x="1112425" y="965911"/>
                </a:lnTo>
                <a:lnTo>
                  <a:pt x="1091032" y="967854"/>
                </a:lnTo>
                <a:lnTo>
                  <a:pt x="1069638" y="969797"/>
                </a:lnTo>
                <a:lnTo>
                  <a:pt x="1048245" y="971731"/>
                </a:lnTo>
                <a:lnTo>
                  <a:pt x="1026852" y="973674"/>
                </a:lnTo>
                <a:lnTo>
                  <a:pt x="1005459" y="975608"/>
                </a:lnTo>
                <a:lnTo>
                  <a:pt x="984066" y="977551"/>
                </a:lnTo>
                <a:lnTo>
                  <a:pt x="962673" y="979494"/>
                </a:lnTo>
                <a:lnTo>
                  <a:pt x="941280" y="981427"/>
                </a:lnTo>
                <a:lnTo>
                  <a:pt x="919886" y="983371"/>
                </a:lnTo>
                <a:lnTo>
                  <a:pt x="898493" y="985304"/>
                </a:lnTo>
                <a:lnTo>
                  <a:pt x="877100" y="987247"/>
                </a:lnTo>
                <a:lnTo>
                  <a:pt x="855707" y="989190"/>
                </a:lnTo>
                <a:lnTo>
                  <a:pt x="834314" y="991124"/>
                </a:lnTo>
                <a:lnTo>
                  <a:pt x="812921" y="993067"/>
                </a:lnTo>
                <a:lnTo>
                  <a:pt x="791528" y="995010"/>
                </a:lnTo>
                <a:lnTo>
                  <a:pt x="770134" y="996944"/>
                </a:lnTo>
                <a:lnTo>
                  <a:pt x="748741" y="998887"/>
                </a:lnTo>
                <a:lnTo>
                  <a:pt x="727358" y="1000820"/>
                </a:lnTo>
                <a:lnTo>
                  <a:pt x="705964" y="1002763"/>
                </a:lnTo>
                <a:lnTo>
                  <a:pt x="684571" y="1004707"/>
                </a:lnTo>
                <a:lnTo>
                  <a:pt x="663178" y="1006640"/>
                </a:lnTo>
                <a:lnTo>
                  <a:pt x="641785" y="1008583"/>
                </a:lnTo>
                <a:lnTo>
                  <a:pt x="620392" y="1010517"/>
                </a:lnTo>
                <a:lnTo>
                  <a:pt x="598999" y="1012460"/>
                </a:lnTo>
                <a:lnTo>
                  <a:pt x="577606" y="1014403"/>
                </a:lnTo>
                <a:lnTo>
                  <a:pt x="556212" y="1016337"/>
                </a:lnTo>
                <a:lnTo>
                  <a:pt x="534819" y="1018280"/>
                </a:lnTo>
                <a:lnTo>
                  <a:pt x="513426" y="1020213"/>
                </a:lnTo>
                <a:lnTo>
                  <a:pt x="492033" y="1022156"/>
                </a:lnTo>
                <a:lnTo>
                  <a:pt x="470640" y="1024099"/>
                </a:lnTo>
                <a:lnTo>
                  <a:pt x="449247" y="1026033"/>
                </a:lnTo>
                <a:lnTo>
                  <a:pt x="427853" y="1027976"/>
                </a:lnTo>
                <a:lnTo>
                  <a:pt x="406460" y="1029919"/>
                </a:lnTo>
                <a:lnTo>
                  <a:pt x="385067" y="1031853"/>
                </a:lnTo>
                <a:lnTo>
                  <a:pt x="363674" y="1033796"/>
                </a:lnTo>
                <a:lnTo>
                  <a:pt x="342281" y="1035729"/>
                </a:lnTo>
                <a:lnTo>
                  <a:pt x="320888" y="1037673"/>
                </a:lnTo>
                <a:lnTo>
                  <a:pt x="299495" y="1039616"/>
                </a:lnTo>
                <a:lnTo>
                  <a:pt x="278101" y="1041549"/>
                </a:lnTo>
                <a:lnTo>
                  <a:pt x="256708" y="1043492"/>
                </a:lnTo>
                <a:lnTo>
                  <a:pt x="235325" y="1045426"/>
                </a:lnTo>
                <a:lnTo>
                  <a:pt x="213932" y="1047369"/>
                </a:lnTo>
                <a:lnTo>
                  <a:pt x="192538" y="1049312"/>
                </a:lnTo>
                <a:lnTo>
                  <a:pt x="171145" y="1051246"/>
                </a:lnTo>
                <a:lnTo>
                  <a:pt x="149752" y="1053189"/>
                </a:lnTo>
                <a:lnTo>
                  <a:pt x="128359" y="1055122"/>
                </a:lnTo>
                <a:lnTo>
                  <a:pt x="106966" y="1057065"/>
                </a:lnTo>
                <a:lnTo>
                  <a:pt x="85573" y="1059009"/>
                </a:lnTo>
                <a:lnTo>
                  <a:pt x="64179" y="1060942"/>
                </a:lnTo>
                <a:lnTo>
                  <a:pt x="42786" y="1062885"/>
                </a:lnTo>
                <a:lnTo>
                  <a:pt x="21393" y="1064828"/>
                </a:lnTo>
                <a:lnTo>
                  <a:pt x="0" y="1066762"/>
                </a:lnTo>
                <a:lnTo>
                  <a:pt x="2219" y="1045645"/>
                </a:lnTo>
                <a:lnTo>
                  <a:pt x="4667" y="1024299"/>
                </a:lnTo>
                <a:lnTo>
                  <a:pt x="7115" y="1002963"/>
                </a:lnTo>
                <a:lnTo>
                  <a:pt x="9554" y="981618"/>
                </a:lnTo>
                <a:lnTo>
                  <a:pt x="12002" y="960282"/>
                </a:lnTo>
                <a:lnTo>
                  <a:pt x="14449" y="938936"/>
                </a:lnTo>
                <a:lnTo>
                  <a:pt x="16897" y="917600"/>
                </a:lnTo>
                <a:lnTo>
                  <a:pt x="19345" y="896255"/>
                </a:lnTo>
                <a:lnTo>
                  <a:pt x="21784" y="874919"/>
                </a:lnTo>
                <a:lnTo>
                  <a:pt x="24232" y="853573"/>
                </a:lnTo>
                <a:lnTo>
                  <a:pt x="26680" y="832237"/>
                </a:lnTo>
                <a:lnTo>
                  <a:pt x="29127" y="810892"/>
                </a:lnTo>
                <a:lnTo>
                  <a:pt x="31575" y="789556"/>
                </a:lnTo>
                <a:lnTo>
                  <a:pt x="34014" y="768210"/>
                </a:lnTo>
                <a:lnTo>
                  <a:pt x="36462" y="746874"/>
                </a:lnTo>
                <a:lnTo>
                  <a:pt x="38910" y="725529"/>
                </a:lnTo>
                <a:lnTo>
                  <a:pt x="41358" y="704193"/>
                </a:lnTo>
                <a:lnTo>
                  <a:pt x="43805" y="682847"/>
                </a:lnTo>
                <a:lnTo>
                  <a:pt x="46244" y="661511"/>
                </a:lnTo>
                <a:lnTo>
                  <a:pt x="48692" y="640166"/>
                </a:lnTo>
                <a:lnTo>
                  <a:pt x="51140" y="618830"/>
                </a:lnTo>
                <a:lnTo>
                  <a:pt x="53588" y="597484"/>
                </a:lnTo>
                <a:lnTo>
                  <a:pt x="56036" y="576148"/>
                </a:lnTo>
                <a:lnTo>
                  <a:pt x="58474" y="554803"/>
                </a:lnTo>
                <a:lnTo>
                  <a:pt x="60922" y="533467"/>
                </a:lnTo>
                <a:lnTo>
                  <a:pt x="63370" y="512121"/>
                </a:lnTo>
                <a:lnTo>
                  <a:pt x="65818" y="490785"/>
                </a:lnTo>
                <a:lnTo>
                  <a:pt x="68266" y="469440"/>
                </a:lnTo>
                <a:lnTo>
                  <a:pt x="70704" y="448104"/>
                </a:lnTo>
                <a:lnTo>
                  <a:pt x="73152" y="426768"/>
                </a:lnTo>
                <a:lnTo>
                  <a:pt x="75600" y="405422"/>
                </a:lnTo>
                <a:lnTo>
                  <a:pt x="78048" y="384086"/>
                </a:lnTo>
                <a:lnTo>
                  <a:pt x="80496" y="362741"/>
                </a:lnTo>
                <a:lnTo>
                  <a:pt x="82934" y="341405"/>
                </a:lnTo>
                <a:lnTo>
                  <a:pt x="85382" y="320059"/>
                </a:lnTo>
                <a:lnTo>
                  <a:pt x="87830" y="298714"/>
                </a:lnTo>
                <a:lnTo>
                  <a:pt x="90278" y="277378"/>
                </a:lnTo>
                <a:lnTo>
                  <a:pt x="92726" y="256042"/>
                </a:lnTo>
                <a:lnTo>
                  <a:pt x="95164" y="234696"/>
                </a:lnTo>
                <a:lnTo>
                  <a:pt x="97612" y="213360"/>
                </a:lnTo>
                <a:lnTo>
                  <a:pt x="100060" y="192014"/>
                </a:lnTo>
                <a:lnTo>
                  <a:pt x="102508" y="170678"/>
                </a:lnTo>
                <a:lnTo>
                  <a:pt x="104956" y="149333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9319DC1F-A03B-4D52-97F3-1DA968E6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9150" y="3619519"/>
            <a:ext cx="1752190" cy="1066762"/>
          </a:xfrm>
          <a:custGeom xmlns:a="http://schemas.openxmlformats.org/drawingml/2006/main">
            <a:pathLst>
              <a:path w="1752190" h="1066762">
                <a:moveTo>
                  <a:pt x="104956" y="149333"/>
                </a:moveTo>
                <a:lnTo>
                  <a:pt x="126349" y="147390"/>
                </a:lnTo>
                <a:lnTo>
                  <a:pt x="147742" y="145456"/>
                </a:lnTo>
                <a:lnTo>
                  <a:pt x="169126" y="143513"/>
                </a:lnTo>
                <a:lnTo>
                  <a:pt x="190519" y="141580"/>
                </a:lnTo>
                <a:lnTo>
                  <a:pt x="211912" y="139637"/>
                </a:lnTo>
                <a:lnTo>
                  <a:pt x="233305" y="137693"/>
                </a:lnTo>
                <a:lnTo>
                  <a:pt x="254698" y="135760"/>
                </a:lnTo>
                <a:lnTo>
                  <a:pt x="276092" y="133817"/>
                </a:lnTo>
                <a:lnTo>
                  <a:pt x="297485" y="131883"/>
                </a:lnTo>
                <a:lnTo>
                  <a:pt x="318878" y="129940"/>
                </a:lnTo>
                <a:lnTo>
                  <a:pt x="340271" y="127997"/>
                </a:lnTo>
                <a:lnTo>
                  <a:pt x="361664" y="126063"/>
                </a:lnTo>
                <a:lnTo>
                  <a:pt x="383057" y="124120"/>
                </a:lnTo>
                <a:lnTo>
                  <a:pt x="404451" y="122187"/>
                </a:lnTo>
                <a:lnTo>
                  <a:pt x="425844" y="120244"/>
                </a:lnTo>
                <a:lnTo>
                  <a:pt x="447237" y="118301"/>
                </a:lnTo>
                <a:lnTo>
                  <a:pt x="468630" y="116367"/>
                </a:lnTo>
                <a:lnTo>
                  <a:pt x="490023" y="114424"/>
                </a:lnTo>
                <a:lnTo>
                  <a:pt x="511416" y="112481"/>
                </a:lnTo>
                <a:lnTo>
                  <a:pt x="532809" y="110547"/>
                </a:lnTo>
                <a:lnTo>
                  <a:pt x="554203" y="108604"/>
                </a:lnTo>
                <a:lnTo>
                  <a:pt x="575596" y="106670"/>
                </a:lnTo>
                <a:lnTo>
                  <a:pt x="596989" y="104727"/>
                </a:lnTo>
                <a:lnTo>
                  <a:pt x="618382" y="102784"/>
                </a:lnTo>
                <a:lnTo>
                  <a:pt x="639775" y="100851"/>
                </a:lnTo>
                <a:lnTo>
                  <a:pt x="661159" y="98908"/>
                </a:lnTo>
                <a:lnTo>
                  <a:pt x="682552" y="96974"/>
                </a:lnTo>
                <a:lnTo>
                  <a:pt x="703945" y="95031"/>
                </a:lnTo>
                <a:lnTo>
                  <a:pt x="725338" y="93088"/>
                </a:lnTo>
                <a:lnTo>
                  <a:pt x="746731" y="91154"/>
                </a:lnTo>
                <a:lnTo>
                  <a:pt x="768125" y="89211"/>
                </a:lnTo>
                <a:lnTo>
                  <a:pt x="789518" y="87278"/>
                </a:lnTo>
                <a:lnTo>
                  <a:pt x="810911" y="85334"/>
                </a:lnTo>
                <a:lnTo>
                  <a:pt x="832304" y="83391"/>
                </a:lnTo>
                <a:lnTo>
                  <a:pt x="853697" y="81458"/>
                </a:lnTo>
                <a:lnTo>
                  <a:pt x="875090" y="79515"/>
                </a:lnTo>
                <a:lnTo>
                  <a:pt x="896483" y="77572"/>
                </a:lnTo>
                <a:lnTo>
                  <a:pt x="917877" y="75638"/>
                </a:lnTo>
                <a:lnTo>
                  <a:pt x="939270" y="73695"/>
                </a:lnTo>
                <a:lnTo>
                  <a:pt x="960663" y="71761"/>
                </a:lnTo>
                <a:lnTo>
                  <a:pt x="982056" y="69818"/>
                </a:lnTo>
                <a:lnTo>
                  <a:pt x="1003449" y="67875"/>
                </a:lnTo>
                <a:lnTo>
                  <a:pt x="1024842" y="65942"/>
                </a:lnTo>
                <a:lnTo>
                  <a:pt x="1046236" y="63998"/>
                </a:lnTo>
                <a:lnTo>
                  <a:pt x="1067629" y="62065"/>
                </a:lnTo>
                <a:lnTo>
                  <a:pt x="1089022" y="60122"/>
                </a:lnTo>
                <a:lnTo>
                  <a:pt x="1110415" y="58179"/>
                </a:lnTo>
                <a:lnTo>
                  <a:pt x="1131799" y="56245"/>
                </a:lnTo>
                <a:lnTo>
                  <a:pt x="1153192" y="54302"/>
                </a:lnTo>
                <a:lnTo>
                  <a:pt x="1174585" y="52368"/>
                </a:lnTo>
                <a:lnTo>
                  <a:pt x="1195978" y="50425"/>
                </a:lnTo>
                <a:lnTo>
                  <a:pt x="1217371" y="48482"/>
                </a:lnTo>
                <a:lnTo>
                  <a:pt x="1238764" y="46549"/>
                </a:lnTo>
                <a:lnTo>
                  <a:pt x="1260158" y="44606"/>
                </a:lnTo>
                <a:lnTo>
                  <a:pt x="1281551" y="42662"/>
                </a:lnTo>
                <a:lnTo>
                  <a:pt x="1302944" y="40729"/>
                </a:lnTo>
                <a:lnTo>
                  <a:pt x="1324337" y="38786"/>
                </a:lnTo>
                <a:lnTo>
                  <a:pt x="1345730" y="36852"/>
                </a:lnTo>
                <a:lnTo>
                  <a:pt x="1367123" y="34909"/>
                </a:lnTo>
                <a:lnTo>
                  <a:pt x="1388516" y="32966"/>
                </a:lnTo>
                <a:lnTo>
                  <a:pt x="1409910" y="31032"/>
                </a:lnTo>
                <a:lnTo>
                  <a:pt x="1431303" y="29089"/>
                </a:lnTo>
                <a:lnTo>
                  <a:pt x="1452696" y="27156"/>
                </a:lnTo>
                <a:lnTo>
                  <a:pt x="1474089" y="25213"/>
                </a:lnTo>
                <a:lnTo>
                  <a:pt x="1495482" y="23270"/>
                </a:lnTo>
                <a:lnTo>
                  <a:pt x="1516875" y="21336"/>
                </a:lnTo>
                <a:lnTo>
                  <a:pt x="1538268" y="19393"/>
                </a:lnTo>
                <a:lnTo>
                  <a:pt x="1559662" y="17459"/>
                </a:lnTo>
                <a:lnTo>
                  <a:pt x="1581055" y="15516"/>
                </a:lnTo>
                <a:lnTo>
                  <a:pt x="1602448" y="13573"/>
                </a:lnTo>
                <a:lnTo>
                  <a:pt x="1623832" y="11640"/>
                </a:lnTo>
                <a:lnTo>
                  <a:pt x="1645225" y="9696"/>
                </a:lnTo>
                <a:lnTo>
                  <a:pt x="1666618" y="7753"/>
                </a:lnTo>
                <a:lnTo>
                  <a:pt x="1688011" y="5820"/>
                </a:lnTo>
                <a:lnTo>
                  <a:pt x="1709404" y="3877"/>
                </a:lnTo>
                <a:lnTo>
                  <a:pt x="1730797" y="1943"/>
                </a:lnTo>
                <a:lnTo>
                  <a:pt x="1752190" y="0"/>
                </a:lnTo>
                <a:lnTo>
                  <a:pt x="1749971" y="21117"/>
                </a:lnTo>
                <a:lnTo>
                  <a:pt x="1747523" y="42462"/>
                </a:lnTo>
                <a:lnTo>
                  <a:pt x="1745085" y="63798"/>
                </a:lnTo>
                <a:lnTo>
                  <a:pt x="1742637" y="85144"/>
                </a:lnTo>
                <a:lnTo>
                  <a:pt x="1740189" y="106480"/>
                </a:lnTo>
                <a:lnTo>
                  <a:pt x="1737741" y="127826"/>
                </a:lnTo>
                <a:lnTo>
                  <a:pt x="1735293" y="149162"/>
                </a:lnTo>
                <a:lnTo>
                  <a:pt x="1732855" y="170507"/>
                </a:lnTo>
                <a:lnTo>
                  <a:pt x="1730407" y="191843"/>
                </a:lnTo>
                <a:lnTo>
                  <a:pt x="1727959" y="213189"/>
                </a:lnTo>
                <a:lnTo>
                  <a:pt x="1725511" y="234525"/>
                </a:lnTo>
                <a:lnTo>
                  <a:pt x="1723063" y="255870"/>
                </a:lnTo>
                <a:lnTo>
                  <a:pt x="1720625" y="277206"/>
                </a:lnTo>
                <a:lnTo>
                  <a:pt x="1718177" y="298552"/>
                </a:lnTo>
                <a:lnTo>
                  <a:pt x="1715729" y="319888"/>
                </a:lnTo>
                <a:lnTo>
                  <a:pt x="1713281" y="341233"/>
                </a:lnTo>
                <a:lnTo>
                  <a:pt x="1710833" y="362569"/>
                </a:lnTo>
                <a:lnTo>
                  <a:pt x="1708394" y="383915"/>
                </a:lnTo>
                <a:lnTo>
                  <a:pt x="1705947" y="405251"/>
                </a:lnTo>
                <a:lnTo>
                  <a:pt x="1703499" y="426596"/>
                </a:lnTo>
                <a:lnTo>
                  <a:pt x="1701051" y="447932"/>
                </a:lnTo>
                <a:lnTo>
                  <a:pt x="1698603" y="469278"/>
                </a:lnTo>
                <a:lnTo>
                  <a:pt x="1696164" y="490614"/>
                </a:lnTo>
                <a:lnTo>
                  <a:pt x="1693716" y="511959"/>
                </a:lnTo>
                <a:lnTo>
                  <a:pt x="1691269" y="533295"/>
                </a:lnTo>
                <a:lnTo>
                  <a:pt x="1688821" y="554641"/>
                </a:lnTo>
                <a:lnTo>
                  <a:pt x="1686373" y="575977"/>
                </a:lnTo>
                <a:lnTo>
                  <a:pt x="1683934" y="597322"/>
                </a:lnTo>
                <a:lnTo>
                  <a:pt x="1681486" y="618658"/>
                </a:lnTo>
                <a:lnTo>
                  <a:pt x="1679038" y="640004"/>
                </a:lnTo>
                <a:lnTo>
                  <a:pt x="1676591" y="661340"/>
                </a:lnTo>
                <a:lnTo>
                  <a:pt x="1674143" y="682685"/>
                </a:lnTo>
                <a:lnTo>
                  <a:pt x="1671704" y="704021"/>
                </a:lnTo>
                <a:lnTo>
                  <a:pt x="1669256" y="725367"/>
                </a:lnTo>
                <a:lnTo>
                  <a:pt x="1666808" y="746703"/>
                </a:lnTo>
                <a:lnTo>
                  <a:pt x="1664360" y="768048"/>
                </a:lnTo>
                <a:lnTo>
                  <a:pt x="1661912" y="789384"/>
                </a:lnTo>
                <a:lnTo>
                  <a:pt x="1659474" y="810730"/>
                </a:lnTo>
                <a:lnTo>
                  <a:pt x="1657026" y="832066"/>
                </a:lnTo>
                <a:lnTo>
                  <a:pt x="1654578" y="853411"/>
                </a:lnTo>
                <a:lnTo>
                  <a:pt x="1652130" y="874747"/>
                </a:lnTo>
                <a:lnTo>
                  <a:pt x="1649682" y="896093"/>
                </a:lnTo>
                <a:lnTo>
                  <a:pt x="1647244" y="917429"/>
                </a:lnTo>
                <a:lnTo>
                  <a:pt x="1625851" y="919372"/>
                </a:lnTo>
                <a:lnTo>
                  <a:pt x="1604458" y="921306"/>
                </a:lnTo>
                <a:lnTo>
                  <a:pt x="1583065" y="923249"/>
                </a:lnTo>
                <a:lnTo>
                  <a:pt x="1561671" y="925192"/>
                </a:lnTo>
                <a:lnTo>
                  <a:pt x="1540278" y="927125"/>
                </a:lnTo>
                <a:lnTo>
                  <a:pt x="1518885" y="929069"/>
                </a:lnTo>
                <a:lnTo>
                  <a:pt x="1497492" y="931002"/>
                </a:lnTo>
                <a:lnTo>
                  <a:pt x="1476099" y="932945"/>
                </a:lnTo>
                <a:lnTo>
                  <a:pt x="1454706" y="934888"/>
                </a:lnTo>
                <a:lnTo>
                  <a:pt x="1433312" y="936822"/>
                </a:lnTo>
                <a:lnTo>
                  <a:pt x="1411919" y="938765"/>
                </a:lnTo>
                <a:lnTo>
                  <a:pt x="1390526" y="940699"/>
                </a:lnTo>
                <a:lnTo>
                  <a:pt x="1369133" y="942642"/>
                </a:lnTo>
                <a:lnTo>
                  <a:pt x="1347740" y="944585"/>
                </a:lnTo>
                <a:lnTo>
                  <a:pt x="1326347" y="946518"/>
                </a:lnTo>
                <a:lnTo>
                  <a:pt x="1304954" y="948461"/>
                </a:lnTo>
                <a:lnTo>
                  <a:pt x="1283560" y="950395"/>
                </a:lnTo>
                <a:lnTo>
                  <a:pt x="1262167" y="952338"/>
                </a:lnTo>
                <a:lnTo>
                  <a:pt x="1240774" y="954281"/>
                </a:lnTo>
                <a:lnTo>
                  <a:pt x="1219381" y="956215"/>
                </a:lnTo>
                <a:lnTo>
                  <a:pt x="1197997" y="958158"/>
                </a:lnTo>
                <a:lnTo>
                  <a:pt x="1176604" y="960101"/>
                </a:lnTo>
                <a:lnTo>
                  <a:pt x="1155211" y="962035"/>
                </a:lnTo>
                <a:lnTo>
                  <a:pt x="1133818" y="963978"/>
                </a:lnTo>
                <a:lnTo>
                  <a:pt x="1112425" y="965911"/>
                </a:lnTo>
                <a:lnTo>
                  <a:pt x="1091032" y="967854"/>
                </a:lnTo>
                <a:lnTo>
                  <a:pt x="1069638" y="969797"/>
                </a:lnTo>
                <a:lnTo>
                  <a:pt x="1048245" y="971731"/>
                </a:lnTo>
                <a:lnTo>
                  <a:pt x="1026852" y="973674"/>
                </a:lnTo>
                <a:lnTo>
                  <a:pt x="1005459" y="975608"/>
                </a:lnTo>
                <a:lnTo>
                  <a:pt x="984066" y="977551"/>
                </a:lnTo>
                <a:lnTo>
                  <a:pt x="962673" y="979494"/>
                </a:lnTo>
                <a:lnTo>
                  <a:pt x="941280" y="981427"/>
                </a:lnTo>
                <a:lnTo>
                  <a:pt x="919886" y="983371"/>
                </a:lnTo>
                <a:lnTo>
                  <a:pt x="898493" y="985304"/>
                </a:lnTo>
                <a:lnTo>
                  <a:pt x="877100" y="987247"/>
                </a:lnTo>
                <a:lnTo>
                  <a:pt x="855707" y="989190"/>
                </a:lnTo>
                <a:lnTo>
                  <a:pt x="834314" y="991124"/>
                </a:lnTo>
                <a:lnTo>
                  <a:pt x="812921" y="993067"/>
                </a:lnTo>
                <a:lnTo>
                  <a:pt x="791528" y="995010"/>
                </a:lnTo>
                <a:lnTo>
                  <a:pt x="770134" y="996944"/>
                </a:lnTo>
                <a:lnTo>
                  <a:pt x="748741" y="998887"/>
                </a:lnTo>
                <a:lnTo>
                  <a:pt x="727358" y="1000820"/>
                </a:lnTo>
                <a:lnTo>
                  <a:pt x="705964" y="1002763"/>
                </a:lnTo>
                <a:lnTo>
                  <a:pt x="684571" y="1004707"/>
                </a:lnTo>
                <a:lnTo>
                  <a:pt x="663178" y="1006640"/>
                </a:lnTo>
                <a:lnTo>
                  <a:pt x="641785" y="1008583"/>
                </a:lnTo>
                <a:lnTo>
                  <a:pt x="620392" y="1010517"/>
                </a:lnTo>
                <a:lnTo>
                  <a:pt x="598999" y="1012460"/>
                </a:lnTo>
                <a:lnTo>
                  <a:pt x="577606" y="1014403"/>
                </a:lnTo>
                <a:lnTo>
                  <a:pt x="556212" y="1016337"/>
                </a:lnTo>
                <a:lnTo>
                  <a:pt x="534819" y="1018280"/>
                </a:lnTo>
                <a:lnTo>
                  <a:pt x="513426" y="1020213"/>
                </a:lnTo>
                <a:lnTo>
                  <a:pt x="492033" y="1022156"/>
                </a:lnTo>
                <a:lnTo>
                  <a:pt x="470640" y="1024099"/>
                </a:lnTo>
                <a:lnTo>
                  <a:pt x="449247" y="1026033"/>
                </a:lnTo>
                <a:lnTo>
                  <a:pt x="427853" y="1027976"/>
                </a:lnTo>
                <a:lnTo>
                  <a:pt x="406460" y="1029919"/>
                </a:lnTo>
                <a:lnTo>
                  <a:pt x="385067" y="1031853"/>
                </a:lnTo>
                <a:lnTo>
                  <a:pt x="363674" y="1033796"/>
                </a:lnTo>
                <a:lnTo>
                  <a:pt x="342281" y="1035729"/>
                </a:lnTo>
                <a:lnTo>
                  <a:pt x="320888" y="1037673"/>
                </a:lnTo>
                <a:lnTo>
                  <a:pt x="299495" y="1039616"/>
                </a:lnTo>
                <a:lnTo>
                  <a:pt x="278101" y="1041549"/>
                </a:lnTo>
                <a:lnTo>
                  <a:pt x="256718" y="1043492"/>
                </a:lnTo>
                <a:lnTo>
                  <a:pt x="235325" y="1045426"/>
                </a:lnTo>
                <a:lnTo>
                  <a:pt x="213932" y="1047369"/>
                </a:lnTo>
                <a:lnTo>
                  <a:pt x="192538" y="1049312"/>
                </a:lnTo>
                <a:lnTo>
                  <a:pt x="171145" y="1051246"/>
                </a:lnTo>
                <a:lnTo>
                  <a:pt x="149752" y="1053189"/>
                </a:lnTo>
                <a:lnTo>
                  <a:pt x="128359" y="1055122"/>
                </a:lnTo>
                <a:lnTo>
                  <a:pt x="106966" y="1057065"/>
                </a:lnTo>
                <a:lnTo>
                  <a:pt x="85573" y="1059009"/>
                </a:lnTo>
                <a:lnTo>
                  <a:pt x="64179" y="1060942"/>
                </a:lnTo>
                <a:lnTo>
                  <a:pt x="42786" y="1062885"/>
                </a:lnTo>
                <a:lnTo>
                  <a:pt x="21393" y="1064828"/>
                </a:lnTo>
                <a:lnTo>
                  <a:pt x="0" y="1066762"/>
                </a:lnTo>
                <a:lnTo>
                  <a:pt x="2219" y="1045645"/>
                </a:lnTo>
                <a:lnTo>
                  <a:pt x="4667" y="1024299"/>
                </a:lnTo>
                <a:lnTo>
                  <a:pt x="7115" y="1002963"/>
                </a:lnTo>
                <a:lnTo>
                  <a:pt x="9554" y="981618"/>
                </a:lnTo>
                <a:lnTo>
                  <a:pt x="12002" y="960282"/>
                </a:lnTo>
                <a:lnTo>
                  <a:pt x="14449" y="938936"/>
                </a:lnTo>
                <a:lnTo>
                  <a:pt x="16897" y="917600"/>
                </a:lnTo>
                <a:lnTo>
                  <a:pt x="19345" y="896255"/>
                </a:lnTo>
                <a:lnTo>
                  <a:pt x="21784" y="874919"/>
                </a:lnTo>
                <a:lnTo>
                  <a:pt x="24232" y="853573"/>
                </a:lnTo>
                <a:lnTo>
                  <a:pt x="26680" y="832237"/>
                </a:lnTo>
                <a:lnTo>
                  <a:pt x="29127" y="810892"/>
                </a:lnTo>
                <a:lnTo>
                  <a:pt x="31575" y="789556"/>
                </a:lnTo>
                <a:lnTo>
                  <a:pt x="34014" y="768210"/>
                </a:lnTo>
                <a:lnTo>
                  <a:pt x="36462" y="746874"/>
                </a:lnTo>
                <a:lnTo>
                  <a:pt x="38910" y="725529"/>
                </a:lnTo>
                <a:lnTo>
                  <a:pt x="41358" y="704193"/>
                </a:lnTo>
                <a:lnTo>
                  <a:pt x="43805" y="682847"/>
                </a:lnTo>
                <a:lnTo>
                  <a:pt x="46244" y="661511"/>
                </a:lnTo>
                <a:lnTo>
                  <a:pt x="48692" y="640166"/>
                </a:lnTo>
                <a:lnTo>
                  <a:pt x="51140" y="618830"/>
                </a:lnTo>
                <a:lnTo>
                  <a:pt x="53588" y="597494"/>
                </a:lnTo>
                <a:lnTo>
                  <a:pt x="56036" y="576148"/>
                </a:lnTo>
                <a:lnTo>
                  <a:pt x="58474" y="554803"/>
                </a:lnTo>
                <a:lnTo>
                  <a:pt x="60922" y="533467"/>
                </a:lnTo>
                <a:lnTo>
                  <a:pt x="63370" y="512131"/>
                </a:lnTo>
                <a:lnTo>
                  <a:pt x="65818" y="490785"/>
                </a:lnTo>
                <a:lnTo>
                  <a:pt x="68266" y="469449"/>
                </a:lnTo>
                <a:lnTo>
                  <a:pt x="70704" y="448104"/>
                </a:lnTo>
                <a:lnTo>
                  <a:pt x="73152" y="426768"/>
                </a:lnTo>
                <a:lnTo>
                  <a:pt x="75600" y="405422"/>
                </a:lnTo>
                <a:lnTo>
                  <a:pt x="78048" y="384086"/>
                </a:lnTo>
                <a:lnTo>
                  <a:pt x="80496" y="362741"/>
                </a:lnTo>
                <a:lnTo>
                  <a:pt x="82934" y="341405"/>
                </a:lnTo>
                <a:lnTo>
                  <a:pt x="85382" y="320059"/>
                </a:lnTo>
                <a:lnTo>
                  <a:pt x="87830" y="298723"/>
                </a:lnTo>
                <a:lnTo>
                  <a:pt x="90278" y="277378"/>
                </a:lnTo>
                <a:lnTo>
                  <a:pt x="92726" y="256042"/>
                </a:lnTo>
                <a:lnTo>
                  <a:pt x="95164" y="234696"/>
                </a:lnTo>
                <a:lnTo>
                  <a:pt x="97612" y="213360"/>
                </a:lnTo>
                <a:lnTo>
                  <a:pt x="100060" y="192014"/>
                </a:lnTo>
                <a:lnTo>
                  <a:pt x="102508" y="170678"/>
                </a:lnTo>
                <a:lnTo>
                  <a:pt x="104956" y="149333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1F27EFC0-EDF7-49BC-B4DD-475CE394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900" y="3190894"/>
            <a:ext cx="1752190" cy="1066762"/>
          </a:xfrm>
          <a:custGeom xmlns:a="http://schemas.openxmlformats.org/drawingml/2006/main">
            <a:pathLst>
              <a:path w="1752190" h="1066762">
                <a:moveTo>
                  <a:pt x="104946" y="149333"/>
                </a:moveTo>
                <a:lnTo>
                  <a:pt x="126340" y="147390"/>
                </a:lnTo>
                <a:lnTo>
                  <a:pt x="147733" y="145456"/>
                </a:lnTo>
                <a:lnTo>
                  <a:pt x="169126" y="143513"/>
                </a:lnTo>
                <a:lnTo>
                  <a:pt x="190519" y="141580"/>
                </a:lnTo>
                <a:lnTo>
                  <a:pt x="211912" y="139637"/>
                </a:lnTo>
                <a:lnTo>
                  <a:pt x="233305" y="137693"/>
                </a:lnTo>
                <a:lnTo>
                  <a:pt x="254698" y="135760"/>
                </a:lnTo>
                <a:lnTo>
                  <a:pt x="276092" y="133817"/>
                </a:lnTo>
                <a:lnTo>
                  <a:pt x="297485" y="131883"/>
                </a:lnTo>
                <a:lnTo>
                  <a:pt x="318878" y="129940"/>
                </a:lnTo>
                <a:lnTo>
                  <a:pt x="340271" y="127997"/>
                </a:lnTo>
                <a:lnTo>
                  <a:pt x="361664" y="126063"/>
                </a:lnTo>
                <a:lnTo>
                  <a:pt x="383057" y="124120"/>
                </a:lnTo>
                <a:lnTo>
                  <a:pt x="404451" y="122177"/>
                </a:lnTo>
                <a:lnTo>
                  <a:pt x="425844" y="120244"/>
                </a:lnTo>
                <a:lnTo>
                  <a:pt x="447237" y="118301"/>
                </a:lnTo>
                <a:lnTo>
                  <a:pt x="468630" y="116367"/>
                </a:lnTo>
                <a:lnTo>
                  <a:pt x="490023" y="114424"/>
                </a:lnTo>
                <a:lnTo>
                  <a:pt x="511416" y="112481"/>
                </a:lnTo>
                <a:lnTo>
                  <a:pt x="532809" y="110547"/>
                </a:lnTo>
                <a:lnTo>
                  <a:pt x="554203" y="108604"/>
                </a:lnTo>
                <a:lnTo>
                  <a:pt x="575596" y="106670"/>
                </a:lnTo>
                <a:lnTo>
                  <a:pt x="596979" y="104727"/>
                </a:lnTo>
                <a:lnTo>
                  <a:pt x="618373" y="102784"/>
                </a:lnTo>
                <a:lnTo>
                  <a:pt x="639766" y="100851"/>
                </a:lnTo>
                <a:lnTo>
                  <a:pt x="661159" y="98908"/>
                </a:lnTo>
                <a:lnTo>
                  <a:pt x="682552" y="96974"/>
                </a:lnTo>
                <a:lnTo>
                  <a:pt x="703945" y="95031"/>
                </a:lnTo>
                <a:lnTo>
                  <a:pt x="725338" y="93088"/>
                </a:lnTo>
                <a:lnTo>
                  <a:pt x="746731" y="91154"/>
                </a:lnTo>
                <a:lnTo>
                  <a:pt x="768125" y="89211"/>
                </a:lnTo>
                <a:lnTo>
                  <a:pt x="789518" y="87268"/>
                </a:lnTo>
                <a:lnTo>
                  <a:pt x="810911" y="85334"/>
                </a:lnTo>
                <a:lnTo>
                  <a:pt x="832304" y="83391"/>
                </a:lnTo>
                <a:lnTo>
                  <a:pt x="853697" y="81458"/>
                </a:lnTo>
                <a:lnTo>
                  <a:pt x="875090" y="79515"/>
                </a:lnTo>
                <a:lnTo>
                  <a:pt x="896483" y="77572"/>
                </a:lnTo>
                <a:lnTo>
                  <a:pt x="917877" y="75638"/>
                </a:lnTo>
                <a:lnTo>
                  <a:pt x="939270" y="73695"/>
                </a:lnTo>
                <a:lnTo>
                  <a:pt x="960663" y="71761"/>
                </a:lnTo>
                <a:lnTo>
                  <a:pt x="982056" y="69818"/>
                </a:lnTo>
                <a:lnTo>
                  <a:pt x="1003449" y="67875"/>
                </a:lnTo>
                <a:lnTo>
                  <a:pt x="1024842" y="65942"/>
                </a:lnTo>
                <a:lnTo>
                  <a:pt x="1046236" y="63998"/>
                </a:lnTo>
                <a:lnTo>
                  <a:pt x="1067619" y="62065"/>
                </a:lnTo>
                <a:lnTo>
                  <a:pt x="1089012" y="60122"/>
                </a:lnTo>
                <a:lnTo>
                  <a:pt x="1110405" y="58179"/>
                </a:lnTo>
                <a:lnTo>
                  <a:pt x="1131799" y="56245"/>
                </a:lnTo>
                <a:lnTo>
                  <a:pt x="1153192" y="54302"/>
                </a:lnTo>
                <a:lnTo>
                  <a:pt x="1174585" y="52359"/>
                </a:lnTo>
                <a:lnTo>
                  <a:pt x="1195978" y="50425"/>
                </a:lnTo>
                <a:lnTo>
                  <a:pt x="1217371" y="48482"/>
                </a:lnTo>
                <a:lnTo>
                  <a:pt x="1238764" y="46549"/>
                </a:lnTo>
                <a:lnTo>
                  <a:pt x="1260158" y="44606"/>
                </a:lnTo>
                <a:lnTo>
                  <a:pt x="1281551" y="42662"/>
                </a:lnTo>
                <a:lnTo>
                  <a:pt x="1302944" y="40729"/>
                </a:lnTo>
                <a:lnTo>
                  <a:pt x="1324337" y="38786"/>
                </a:lnTo>
                <a:lnTo>
                  <a:pt x="1345730" y="36852"/>
                </a:lnTo>
                <a:lnTo>
                  <a:pt x="1367123" y="34909"/>
                </a:lnTo>
                <a:lnTo>
                  <a:pt x="1388516" y="32966"/>
                </a:lnTo>
                <a:lnTo>
                  <a:pt x="1409910" y="31032"/>
                </a:lnTo>
                <a:lnTo>
                  <a:pt x="1431303" y="29089"/>
                </a:lnTo>
                <a:lnTo>
                  <a:pt x="1452696" y="27156"/>
                </a:lnTo>
                <a:lnTo>
                  <a:pt x="1474089" y="25213"/>
                </a:lnTo>
                <a:lnTo>
                  <a:pt x="1495482" y="23270"/>
                </a:lnTo>
                <a:lnTo>
                  <a:pt x="1516875" y="21336"/>
                </a:lnTo>
                <a:lnTo>
                  <a:pt x="1538259" y="19393"/>
                </a:lnTo>
                <a:lnTo>
                  <a:pt x="1559652" y="17450"/>
                </a:lnTo>
                <a:lnTo>
                  <a:pt x="1581045" y="15516"/>
                </a:lnTo>
                <a:lnTo>
                  <a:pt x="1602438" y="13573"/>
                </a:lnTo>
                <a:lnTo>
                  <a:pt x="1623832" y="11640"/>
                </a:lnTo>
                <a:lnTo>
                  <a:pt x="1645225" y="9696"/>
                </a:lnTo>
                <a:lnTo>
                  <a:pt x="1666618" y="7753"/>
                </a:lnTo>
                <a:lnTo>
                  <a:pt x="1688011" y="5820"/>
                </a:lnTo>
                <a:lnTo>
                  <a:pt x="1709404" y="3877"/>
                </a:lnTo>
                <a:lnTo>
                  <a:pt x="1730797" y="1943"/>
                </a:lnTo>
                <a:lnTo>
                  <a:pt x="1752190" y="0"/>
                </a:lnTo>
                <a:lnTo>
                  <a:pt x="1749971" y="21117"/>
                </a:lnTo>
                <a:lnTo>
                  <a:pt x="1747523" y="42462"/>
                </a:lnTo>
                <a:lnTo>
                  <a:pt x="1745085" y="63798"/>
                </a:lnTo>
                <a:lnTo>
                  <a:pt x="1742637" y="85144"/>
                </a:lnTo>
                <a:lnTo>
                  <a:pt x="1740189" y="106480"/>
                </a:lnTo>
                <a:lnTo>
                  <a:pt x="1737741" y="127826"/>
                </a:lnTo>
                <a:lnTo>
                  <a:pt x="1735293" y="149162"/>
                </a:lnTo>
                <a:lnTo>
                  <a:pt x="1732855" y="170507"/>
                </a:lnTo>
                <a:lnTo>
                  <a:pt x="1730407" y="191843"/>
                </a:lnTo>
                <a:lnTo>
                  <a:pt x="1727959" y="213189"/>
                </a:lnTo>
                <a:lnTo>
                  <a:pt x="1725511" y="234525"/>
                </a:lnTo>
                <a:lnTo>
                  <a:pt x="1723063" y="255870"/>
                </a:lnTo>
                <a:lnTo>
                  <a:pt x="1720625" y="277206"/>
                </a:lnTo>
                <a:lnTo>
                  <a:pt x="1718177" y="298552"/>
                </a:lnTo>
                <a:lnTo>
                  <a:pt x="1715729" y="319888"/>
                </a:lnTo>
                <a:lnTo>
                  <a:pt x="1713281" y="341233"/>
                </a:lnTo>
                <a:lnTo>
                  <a:pt x="1710833" y="362569"/>
                </a:lnTo>
                <a:lnTo>
                  <a:pt x="1708394" y="383915"/>
                </a:lnTo>
                <a:lnTo>
                  <a:pt x="1705947" y="405251"/>
                </a:lnTo>
                <a:lnTo>
                  <a:pt x="1703499" y="426596"/>
                </a:lnTo>
                <a:lnTo>
                  <a:pt x="1701051" y="447932"/>
                </a:lnTo>
                <a:lnTo>
                  <a:pt x="1698603" y="469278"/>
                </a:lnTo>
                <a:lnTo>
                  <a:pt x="1696164" y="490614"/>
                </a:lnTo>
                <a:lnTo>
                  <a:pt x="1693716" y="511959"/>
                </a:lnTo>
                <a:lnTo>
                  <a:pt x="1691269" y="533295"/>
                </a:lnTo>
                <a:lnTo>
                  <a:pt x="1688821" y="554641"/>
                </a:lnTo>
                <a:lnTo>
                  <a:pt x="1686373" y="575977"/>
                </a:lnTo>
                <a:lnTo>
                  <a:pt x="1683934" y="597322"/>
                </a:lnTo>
                <a:lnTo>
                  <a:pt x="1681486" y="618658"/>
                </a:lnTo>
                <a:lnTo>
                  <a:pt x="1679038" y="640004"/>
                </a:lnTo>
                <a:lnTo>
                  <a:pt x="1676591" y="661340"/>
                </a:lnTo>
                <a:lnTo>
                  <a:pt x="1674143" y="682685"/>
                </a:lnTo>
                <a:lnTo>
                  <a:pt x="1671704" y="704021"/>
                </a:lnTo>
                <a:lnTo>
                  <a:pt x="1669256" y="725367"/>
                </a:lnTo>
                <a:lnTo>
                  <a:pt x="1666808" y="746703"/>
                </a:lnTo>
                <a:lnTo>
                  <a:pt x="1664360" y="768048"/>
                </a:lnTo>
                <a:lnTo>
                  <a:pt x="1661912" y="789384"/>
                </a:lnTo>
                <a:lnTo>
                  <a:pt x="1659474" y="810730"/>
                </a:lnTo>
                <a:lnTo>
                  <a:pt x="1657026" y="832066"/>
                </a:lnTo>
                <a:lnTo>
                  <a:pt x="1654578" y="853411"/>
                </a:lnTo>
                <a:lnTo>
                  <a:pt x="1652130" y="874747"/>
                </a:lnTo>
                <a:lnTo>
                  <a:pt x="1649682" y="896093"/>
                </a:lnTo>
                <a:lnTo>
                  <a:pt x="1647244" y="917429"/>
                </a:lnTo>
                <a:lnTo>
                  <a:pt x="1625851" y="919372"/>
                </a:lnTo>
                <a:lnTo>
                  <a:pt x="1604458" y="921306"/>
                </a:lnTo>
                <a:lnTo>
                  <a:pt x="1583065" y="923249"/>
                </a:lnTo>
                <a:lnTo>
                  <a:pt x="1561671" y="925182"/>
                </a:lnTo>
                <a:lnTo>
                  <a:pt x="1540278" y="927125"/>
                </a:lnTo>
                <a:lnTo>
                  <a:pt x="1518885" y="929069"/>
                </a:lnTo>
                <a:lnTo>
                  <a:pt x="1497492" y="931002"/>
                </a:lnTo>
                <a:lnTo>
                  <a:pt x="1476099" y="932945"/>
                </a:lnTo>
                <a:lnTo>
                  <a:pt x="1454706" y="934888"/>
                </a:lnTo>
                <a:lnTo>
                  <a:pt x="1433312" y="936822"/>
                </a:lnTo>
                <a:lnTo>
                  <a:pt x="1411919" y="938765"/>
                </a:lnTo>
                <a:lnTo>
                  <a:pt x="1390526" y="940699"/>
                </a:lnTo>
                <a:lnTo>
                  <a:pt x="1369133" y="942642"/>
                </a:lnTo>
                <a:lnTo>
                  <a:pt x="1347740" y="944585"/>
                </a:lnTo>
                <a:lnTo>
                  <a:pt x="1326347" y="946518"/>
                </a:lnTo>
                <a:lnTo>
                  <a:pt x="1304954" y="948461"/>
                </a:lnTo>
                <a:lnTo>
                  <a:pt x="1283560" y="950395"/>
                </a:lnTo>
                <a:lnTo>
                  <a:pt x="1262167" y="952338"/>
                </a:lnTo>
                <a:lnTo>
                  <a:pt x="1240774" y="954281"/>
                </a:lnTo>
                <a:lnTo>
                  <a:pt x="1219381" y="956215"/>
                </a:lnTo>
                <a:lnTo>
                  <a:pt x="1197988" y="958158"/>
                </a:lnTo>
                <a:lnTo>
                  <a:pt x="1176604" y="960101"/>
                </a:lnTo>
                <a:lnTo>
                  <a:pt x="1155211" y="962035"/>
                </a:lnTo>
                <a:lnTo>
                  <a:pt x="1133818" y="963978"/>
                </a:lnTo>
                <a:lnTo>
                  <a:pt x="1112425" y="965911"/>
                </a:lnTo>
                <a:lnTo>
                  <a:pt x="1091032" y="967854"/>
                </a:lnTo>
                <a:lnTo>
                  <a:pt x="1069638" y="969797"/>
                </a:lnTo>
                <a:lnTo>
                  <a:pt x="1048245" y="971731"/>
                </a:lnTo>
                <a:lnTo>
                  <a:pt x="1026852" y="973674"/>
                </a:lnTo>
                <a:lnTo>
                  <a:pt x="1005459" y="975608"/>
                </a:lnTo>
                <a:lnTo>
                  <a:pt x="984066" y="977551"/>
                </a:lnTo>
                <a:lnTo>
                  <a:pt x="962673" y="979494"/>
                </a:lnTo>
                <a:lnTo>
                  <a:pt x="941280" y="981427"/>
                </a:lnTo>
                <a:lnTo>
                  <a:pt x="919886" y="983371"/>
                </a:lnTo>
                <a:lnTo>
                  <a:pt x="898493" y="985304"/>
                </a:lnTo>
                <a:lnTo>
                  <a:pt x="877100" y="987247"/>
                </a:lnTo>
                <a:lnTo>
                  <a:pt x="855707" y="989190"/>
                </a:lnTo>
                <a:lnTo>
                  <a:pt x="834314" y="991124"/>
                </a:lnTo>
                <a:lnTo>
                  <a:pt x="812921" y="993067"/>
                </a:lnTo>
                <a:lnTo>
                  <a:pt x="791528" y="995010"/>
                </a:lnTo>
                <a:lnTo>
                  <a:pt x="770134" y="996944"/>
                </a:lnTo>
                <a:lnTo>
                  <a:pt x="748741" y="998887"/>
                </a:lnTo>
                <a:lnTo>
                  <a:pt x="727348" y="1000820"/>
                </a:lnTo>
                <a:lnTo>
                  <a:pt x="705964" y="1002763"/>
                </a:lnTo>
                <a:lnTo>
                  <a:pt x="684571" y="1004707"/>
                </a:lnTo>
                <a:lnTo>
                  <a:pt x="663178" y="1006640"/>
                </a:lnTo>
                <a:lnTo>
                  <a:pt x="641785" y="1008583"/>
                </a:lnTo>
                <a:lnTo>
                  <a:pt x="620392" y="1010517"/>
                </a:lnTo>
                <a:lnTo>
                  <a:pt x="598999" y="1012460"/>
                </a:lnTo>
                <a:lnTo>
                  <a:pt x="577606" y="1014403"/>
                </a:lnTo>
                <a:lnTo>
                  <a:pt x="556212" y="1016337"/>
                </a:lnTo>
                <a:lnTo>
                  <a:pt x="534819" y="1018280"/>
                </a:lnTo>
                <a:lnTo>
                  <a:pt x="513426" y="1020213"/>
                </a:lnTo>
                <a:lnTo>
                  <a:pt x="492033" y="1022156"/>
                </a:lnTo>
                <a:lnTo>
                  <a:pt x="470640" y="1024099"/>
                </a:lnTo>
                <a:lnTo>
                  <a:pt x="449247" y="1026033"/>
                </a:lnTo>
                <a:lnTo>
                  <a:pt x="427853" y="1027976"/>
                </a:lnTo>
                <a:lnTo>
                  <a:pt x="406460" y="1029910"/>
                </a:lnTo>
                <a:lnTo>
                  <a:pt x="385067" y="1031853"/>
                </a:lnTo>
                <a:lnTo>
                  <a:pt x="363674" y="1033796"/>
                </a:lnTo>
                <a:lnTo>
                  <a:pt x="342281" y="1035729"/>
                </a:lnTo>
                <a:lnTo>
                  <a:pt x="320888" y="1037673"/>
                </a:lnTo>
                <a:lnTo>
                  <a:pt x="299495" y="1039616"/>
                </a:lnTo>
                <a:lnTo>
                  <a:pt x="278101" y="1041549"/>
                </a:lnTo>
                <a:lnTo>
                  <a:pt x="256708" y="1043492"/>
                </a:lnTo>
                <a:lnTo>
                  <a:pt x="235315" y="1045426"/>
                </a:lnTo>
                <a:lnTo>
                  <a:pt x="213932" y="1047369"/>
                </a:lnTo>
                <a:lnTo>
                  <a:pt x="192538" y="1049312"/>
                </a:lnTo>
                <a:lnTo>
                  <a:pt x="171145" y="1051246"/>
                </a:lnTo>
                <a:lnTo>
                  <a:pt x="149752" y="1053189"/>
                </a:lnTo>
                <a:lnTo>
                  <a:pt x="128359" y="1055122"/>
                </a:lnTo>
                <a:lnTo>
                  <a:pt x="106966" y="1057065"/>
                </a:lnTo>
                <a:lnTo>
                  <a:pt x="85573" y="1059009"/>
                </a:lnTo>
                <a:lnTo>
                  <a:pt x="64179" y="1060942"/>
                </a:lnTo>
                <a:lnTo>
                  <a:pt x="42786" y="1062885"/>
                </a:lnTo>
                <a:lnTo>
                  <a:pt x="21393" y="1064828"/>
                </a:lnTo>
                <a:lnTo>
                  <a:pt x="0" y="1066762"/>
                </a:lnTo>
                <a:lnTo>
                  <a:pt x="2219" y="1045645"/>
                </a:lnTo>
                <a:lnTo>
                  <a:pt x="4667" y="1024299"/>
                </a:lnTo>
                <a:lnTo>
                  <a:pt x="7106" y="1002963"/>
                </a:lnTo>
                <a:lnTo>
                  <a:pt x="9554" y="981618"/>
                </a:lnTo>
                <a:lnTo>
                  <a:pt x="12002" y="960282"/>
                </a:lnTo>
                <a:lnTo>
                  <a:pt x="14449" y="938936"/>
                </a:lnTo>
                <a:lnTo>
                  <a:pt x="16897" y="917600"/>
                </a:lnTo>
                <a:lnTo>
                  <a:pt x="19336" y="896255"/>
                </a:lnTo>
                <a:lnTo>
                  <a:pt x="21784" y="874919"/>
                </a:lnTo>
                <a:lnTo>
                  <a:pt x="24232" y="853573"/>
                </a:lnTo>
                <a:lnTo>
                  <a:pt x="26680" y="832237"/>
                </a:lnTo>
                <a:lnTo>
                  <a:pt x="29127" y="810892"/>
                </a:lnTo>
                <a:lnTo>
                  <a:pt x="31566" y="789556"/>
                </a:lnTo>
                <a:lnTo>
                  <a:pt x="34014" y="768210"/>
                </a:lnTo>
                <a:lnTo>
                  <a:pt x="36462" y="746874"/>
                </a:lnTo>
                <a:lnTo>
                  <a:pt x="38910" y="725538"/>
                </a:lnTo>
                <a:lnTo>
                  <a:pt x="41358" y="704193"/>
                </a:lnTo>
                <a:lnTo>
                  <a:pt x="43796" y="682847"/>
                </a:lnTo>
                <a:lnTo>
                  <a:pt x="46244" y="661511"/>
                </a:lnTo>
                <a:lnTo>
                  <a:pt x="48692" y="640175"/>
                </a:lnTo>
                <a:lnTo>
                  <a:pt x="51140" y="618830"/>
                </a:lnTo>
                <a:lnTo>
                  <a:pt x="53588" y="597494"/>
                </a:lnTo>
                <a:lnTo>
                  <a:pt x="56036" y="576148"/>
                </a:lnTo>
                <a:lnTo>
                  <a:pt x="58474" y="554812"/>
                </a:lnTo>
                <a:lnTo>
                  <a:pt x="60922" y="533467"/>
                </a:lnTo>
                <a:lnTo>
                  <a:pt x="63370" y="512131"/>
                </a:lnTo>
                <a:lnTo>
                  <a:pt x="65818" y="490785"/>
                </a:lnTo>
                <a:lnTo>
                  <a:pt x="68266" y="469449"/>
                </a:lnTo>
                <a:lnTo>
                  <a:pt x="70704" y="448104"/>
                </a:lnTo>
                <a:lnTo>
                  <a:pt x="73152" y="426768"/>
                </a:lnTo>
                <a:lnTo>
                  <a:pt x="75600" y="405422"/>
                </a:lnTo>
                <a:lnTo>
                  <a:pt x="78048" y="384086"/>
                </a:lnTo>
                <a:lnTo>
                  <a:pt x="80496" y="362741"/>
                </a:lnTo>
                <a:lnTo>
                  <a:pt x="82934" y="341405"/>
                </a:lnTo>
                <a:lnTo>
                  <a:pt x="85382" y="320059"/>
                </a:lnTo>
                <a:lnTo>
                  <a:pt x="87830" y="298723"/>
                </a:lnTo>
                <a:lnTo>
                  <a:pt x="90278" y="277378"/>
                </a:lnTo>
                <a:lnTo>
                  <a:pt x="92716" y="256042"/>
                </a:lnTo>
                <a:lnTo>
                  <a:pt x="95164" y="234696"/>
                </a:lnTo>
                <a:lnTo>
                  <a:pt x="97612" y="213360"/>
                </a:lnTo>
                <a:lnTo>
                  <a:pt x="100060" y="192014"/>
                </a:lnTo>
                <a:lnTo>
                  <a:pt x="102508" y="170678"/>
                </a:lnTo>
                <a:lnTo>
                  <a:pt x="104946" y="149333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6A754C75-79C2-4F36-B354-63609055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3925" y="4940075"/>
            <a:ext cx="411899" cy="563670"/>
          </a:xfrm>
          <a:custGeom xmlns:a="http://schemas.openxmlformats.org/drawingml/2006/main">
            <a:pathLst>
              <a:path w="411899" h="563670">
                <a:moveTo>
                  <a:pt x="0" y="563670"/>
                </a:moveTo>
                <a:lnTo>
                  <a:pt x="0" y="544725"/>
                </a:lnTo>
                <a:lnTo>
                  <a:pt x="0" y="525770"/>
                </a:lnTo>
                <a:lnTo>
                  <a:pt x="0" y="506825"/>
                </a:lnTo>
                <a:lnTo>
                  <a:pt x="0" y="487871"/>
                </a:lnTo>
                <a:lnTo>
                  <a:pt x="0" y="468916"/>
                </a:lnTo>
                <a:lnTo>
                  <a:pt x="0" y="449971"/>
                </a:lnTo>
                <a:lnTo>
                  <a:pt x="0" y="431016"/>
                </a:lnTo>
                <a:lnTo>
                  <a:pt x="0" y="412071"/>
                </a:lnTo>
                <a:lnTo>
                  <a:pt x="0" y="393116"/>
                </a:lnTo>
                <a:lnTo>
                  <a:pt x="0" y="374161"/>
                </a:lnTo>
                <a:lnTo>
                  <a:pt x="0" y="355216"/>
                </a:lnTo>
                <a:lnTo>
                  <a:pt x="0" y="336261"/>
                </a:lnTo>
                <a:lnTo>
                  <a:pt x="0" y="317316"/>
                </a:lnTo>
                <a:lnTo>
                  <a:pt x="0" y="298361"/>
                </a:lnTo>
                <a:lnTo>
                  <a:pt x="0" y="279406"/>
                </a:lnTo>
                <a:lnTo>
                  <a:pt x="0" y="260461"/>
                </a:lnTo>
                <a:lnTo>
                  <a:pt x="0" y="241506"/>
                </a:lnTo>
                <a:lnTo>
                  <a:pt x="0" y="222552"/>
                </a:lnTo>
                <a:lnTo>
                  <a:pt x="0" y="203606"/>
                </a:lnTo>
                <a:lnTo>
                  <a:pt x="0" y="184652"/>
                </a:lnTo>
                <a:lnTo>
                  <a:pt x="0" y="165706"/>
                </a:lnTo>
                <a:lnTo>
                  <a:pt x="0" y="146752"/>
                </a:lnTo>
                <a:lnTo>
                  <a:pt x="0" y="127797"/>
                </a:lnTo>
                <a:lnTo>
                  <a:pt x="11973" y="117805"/>
                </a:lnTo>
                <a:lnTo>
                  <a:pt x="30156" y="112452"/>
                </a:lnTo>
                <a:lnTo>
                  <a:pt x="48330" y="107099"/>
                </a:lnTo>
                <a:lnTo>
                  <a:pt x="66513" y="101737"/>
                </a:lnTo>
                <a:lnTo>
                  <a:pt x="84687" y="96383"/>
                </a:lnTo>
                <a:lnTo>
                  <a:pt x="102870" y="91030"/>
                </a:lnTo>
                <a:lnTo>
                  <a:pt x="121044" y="85677"/>
                </a:lnTo>
                <a:lnTo>
                  <a:pt x="139227" y="80324"/>
                </a:lnTo>
                <a:lnTo>
                  <a:pt x="157401" y="74962"/>
                </a:lnTo>
                <a:lnTo>
                  <a:pt x="175584" y="69609"/>
                </a:lnTo>
                <a:lnTo>
                  <a:pt x="193758" y="64256"/>
                </a:lnTo>
                <a:lnTo>
                  <a:pt x="211941" y="58903"/>
                </a:lnTo>
                <a:lnTo>
                  <a:pt x="230114" y="53540"/>
                </a:lnTo>
                <a:lnTo>
                  <a:pt x="248298" y="48187"/>
                </a:lnTo>
                <a:lnTo>
                  <a:pt x="266471" y="42834"/>
                </a:lnTo>
                <a:lnTo>
                  <a:pt x="284655" y="37481"/>
                </a:lnTo>
                <a:lnTo>
                  <a:pt x="302828" y="32128"/>
                </a:lnTo>
                <a:lnTo>
                  <a:pt x="321012" y="26765"/>
                </a:lnTo>
                <a:lnTo>
                  <a:pt x="339195" y="21412"/>
                </a:lnTo>
                <a:lnTo>
                  <a:pt x="357368" y="16059"/>
                </a:lnTo>
                <a:lnTo>
                  <a:pt x="375552" y="10706"/>
                </a:lnTo>
                <a:lnTo>
                  <a:pt x="393725" y="5344"/>
                </a:lnTo>
                <a:lnTo>
                  <a:pt x="411899" y="0"/>
                </a:lnTo>
                <a:lnTo>
                  <a:pt x="411899" y="18955"/>
                </a:lnTo>
                <a:lnTo>
                  <a:pt x="411899" y="37900"/>
                </a:lnTo>
                <a:lnTo>
                  <a:pt x="411899" y="56855"/>
                </a:lnTo>
                <a:lnTo>
                  <a:pt x="411899" y="75800"/>
                </a:lnTo>
                <a:lnTo>
                  <a:pt x="411899" y="94755"/>
                </a:lnTo>
                <a:lnTo>
                  <a:pt x="411899" y="113709"/>
                </a:lnTo>
                <a:lnTo>
                  <a:pt x="411899" y="132655"/>
                </a:lnTo>
                <a:lnTo>
                  <a:pt x="411899" y="151609"/>
                </a:lnTo>
                <a:lnTo>
                  <a:pt x="411899" y="170555"/>
                </a:lnTo>
                <a:lnTo>
                  <a:pt x="411899" y="189509"/>
                </a:lnTo>
                <a:lnTo>
                  <a:pt x="411899" y="208464"/>
                </a:lnTo>
                <a:lnTo>
                  <a:pt x="411899" y="227409"/>
                </a:lnTo>
                <a:lnTo>
                  <a:pt x="411899" y="246364"/>
                </a:lnTo>
                <a:lnTo>
                  <a:pt x="411899" y="265309"/>
                </a:lnTo>
                <a:lnTo>
                  <a:pt x="411899" y="284264"/>
                </a:lnTo>
                <a:lnTo>
                  <a:pt x="411899" y="303219"/>
                </a:lnTo>
                <a:lnTo>
                  <a:pt x="411899" y="322164"/>
                </a:lnTo>
                <a:lnTo>
                  <a:pt x="411899" y="341119"/>
                </a:lnTo>
                <a:lnTo>
                  <a:pt x="411899" y="360074"/>
                </a:lnTo>
                <a:lnTo>
                  <a:pt x="411899" y="379019"/>
                </a:lnTo>
                <a:lnTo>
                  <a:pt x="411899" y="397974"/>
                </a:lnTo>
                <a:lnTo>
                  <a:pt x="409927" y="415538"/>
                </a:lnTo>
                <a:lnTo>
                  <a:pt x="392106" y="421977"/>
                </a:lnTo>
                <a:lnTo>
                  <a:pt x="374285" y="428425"/>
                </a:lnTo>
                <a:lnTo>
                  <a:pt x="356464" y="434864"/>
                </a:lnTo>
                <a:lnTo>
                  <a:pt x="338633" y="441303"/>
                </a:lnTo>
                <a:lnTo>
                  <a:pt x="320812" y="447742"/>
                </a:lnTo>
                <a:lnTo>
                  <a:pt x="302990" y="454181"/>
                </a:lnTo>
                <a:lnTo>
                  <a:pt x="285169" y="460619"/>
                </a:lnTo>
                <a:lnTo>
                  <a:pt x="267348" y="467068"/>
                </a:lnTo>
                <a:lnTo>
                  <a:pt x="249526" y="473507"/>
                </a:lnTo>
                <a:lnTo>
                  <a:pt x="231696" y="479946"/>
                </a:lnTo>
                <a:lnTo>
                  <a:pt x="213874" y="486385"/>
                </a:lnTo>
                <a:lnTo>
                  <a:pt x="196053" y="492824"/>
                </a:lnTo>
                <a:lnTo>
                  <a:pt x="178232" y="499272"/>
                </a:lnTo>
                <a:lnTo>
                  <a:pt x="160411" y="505711"/>
                </a:lnTo>
                <a:lnTo>
                  <a:pt x="142580" y="512150"/>
                </a:lnTo>
                <a:lnTo>
                  <a:pt x="124758" y="518589"/>
                </a:lnTo>
                <a:lnTo>
                  <a:pt x="106937" y="525028"/>
                </a:lnTo>
                <a:lnTo>
                  <a:pt x="89116" y="531466"/>
                </a:lnTo>
                <a:lnTo>
                  <a:pt x="71295" y="537915"/>
                </a:lnTo>
                <a:lnTo>
                  <a:pt x="53473" y="544354"/>
                </a:lnTo>
                <a:lnTo>
                  <a:pt x="35643" y="550793"/>
                </a:lnTo>
                <a:lnTo>
                  <a:pt x="17821" y="557232"/>
                </a:lnTo>
                <a:lnTo>
                  <a:pt x="0" y="563670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2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9934BFD2-9E55-4BE0-B580-E2D619AD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3319" y="5354898"/>
            <a:ext cx="2669515" cy="148847"/>
          </a:xfrm>
          <a:custGeom xmlns:a="http://schemas.openxmlformats.org/drawingml/2006/main">
            <a:pathLst>
              <a:path w="2669515" h="148847">
                <a:moveTo>
                  <a:pt x="0" y="148847"/>
                </a:moveTo>
                <a:lnTo>
                  <a:pt x="22460" y="148847"/>
                </a:lnTo>
                <a:lnTo>
                  <a:pt x="44920" y="148847"/>
                </a:lnTo>
                <a:lnTo>
                  <a:pt x="67389" y="148847"/>
                </a:lnTo>
                <a:lnTo>
                  <a:pt x="89849" y="148847"/>
                </a:lnTo>
                <a:lnTo>
                  <a:pt x="112309" y="148847"/>
                </a:lnTo>
                <a:lnTo>
                  <a:pt x="134769" y="148847"/>
                </a:lnTo>
                <a:lnTo>
                  <a:pt x="157229" y="148847"/>
                </a:lnTo>
                <a:lnTo>
                  <a:pt x="179689" y="148847"/>
                </a:lnTo>
                <a:lnTo>
                  <a:pt x="202159" y="148847"/>
                </a:lnTo>
                <a:lnTo>
                  <a:pt x="224619" y="148847"/>
                </a:lnTo>
                <a:lnTo>
                  <a:pt x="247079" y="148847"/>
                </a:lnTo>
                <a:lnTo>
                  <a:pt x="269538" y="148847"/>
                </a:lnTo>
                <a:lnTo>
                  <a:pt x="291998" y="148847"/>
                </a:lnTo>
                <a:lnTo>
                  <a:pt x="314468" y="148847"/>
                </a:lnTo>
                <a:lnTo>
                  <a:pt x="336928" y="148847"/>
                </a:lnTo>
                <a:lnTo>
                  <a:pt x="359388" y="148847"/>
                </a:lnTo>
                <a:lnTo>
                  <a:pt x="381848" y="148847"/>
                </a:lnTo>
                <a:lnTo>
                  <a:pt x="404308" y="148847"/>
                </a:lnTo>
                <a:lnTo>
                  <a:pt x="426768" y="148847"/>
                </a:lnTo>
                <a:lnTo>
                  <a:pt x="449237" y="148847"/>
                </a:lnTo>
                <a:lnTo>
                  <a:pt x="471697" y="148847"/>
                </a:lnTo>
                <a:lnTo>
                  <a:pt x="494157" y="148847"/>
                </a:lnTo>
                <a:lnTo>
                  <a:pt x="516617" y="148847"/>
                </a:lnTo>
                <a:lnTo>
                  <a:pt x="539077" y="148847"/>
                </a:lnTo>
                <a:lnTo>
                  <a:pt x="561537" y="148847"/>
                </a:lnTo>
                <a:lnTo>
                  <a:pt x="584006" y="148847"/>
                </a:lnTo>
                <a:lnTo>
                  <a:pt x="606466" y="148847"/>
                </a:lnTo>
                <a:lnTo>
                  <a:pt x="628926" y="148847"/>
                </a:lnTo>
                <a:lnTo>
                  <a:pt x="651386" y="148847"/>
                </a:lnTo>
                <a:lnTo>
                  <a:pt x="673846" y="148847"/>
                </a:lnTo>
                <a:lnTo>
                  <a:pt x="696316" y="148847"/>
                </a:lnTo>
                <a:lnTo>
                  <a:pt x="718776" y="148847"/>
                </a:lnTo>
                <a:lnTo>
                  <a:pt x="741235" y="148847"/>
                </a:lnTo>
                <a:lnTo>
                  <a:pt x="763695" y="148847"/>
                </a:lnTo>
                <a:lnTo>
                  <a:pt x="786155" y="148847"/>
                </a:lnTo>
                <a:lnTo>
                  <a:pt x="808615" y="148847"/>
                </a:lnTo>
                <a:lnTo>
                  <a:pt x="831085" y="148847"/>
                </a:lnTo>
                <a:lnTo>
                  <a:pt x="853545" y="148847"/>
                </a:lnTo>
                <a:lnTo>
                  <a:pt x="876005" y="148847"/>
                </a:lnTo>
                <a:lnTo>
                  <a:pt x="898465" y="148847"/>
                </a:lnTo>
                <a:lnTo>
                  <a:pt x="920925" y="148847"/>
                </a:lnTo>
                <a:lnTo>
                  <a:pt x="943394" y="148847"/>
                </a:lnTo>
                <a:lnTo>
                  <a:pt x="965854" y="148847"/>
                </a:lnTo>
                <a:lnTo>
                  <a:pt x="988314" y="148847"/>
                </a:lnTo>
                <a:lnTo>
                  <a:pt x="1010774" y="148847"/>
                </a:lnTo>
                <a:lnTo>
                  <a:pt x="1033234" y="148847"/>
                </a:lnTo>
                <a:lnTo>
                  <a:pt x="1055694" y="148847"/>
                </a:lnTo>
                <a:lnTo>
                  <a:pt x="1078163" y="148847"/>
                </a:lnTo>
                <a:lnTo>
                  <a:pt x="1100623" y="148847"/>
                </a:lnTo>
                <a:lnTo>
                  <a:pt x="1123083" y="148847"/>
                </a:lnTo>
                <a:lnTo>
                  <a:pt x="1145543" y="148847"/>
                </a:lnTo>
                <a:lnTo>
                  <a:pt x="1168003" y="148847"/>
                </a:lnTo>
                <a:lnTo>
                  <a:pt x="1190473" y="148847"/>
                </a:lnTo>
                <a:lnTo>
                  <a:pt x="1212933" y="148847"/>
                </a:lnTo>
                <a:lnTo>
                  <a:pt x="1235393" y="148847"/>
                </a:lnTo>
                <a:lnTo>
                  <a:pt x="1257852" y="148847"/>
                </a:lnTo>
                <a:lnTo>
                  <a:pt x="1280312" y="148847"/>
                </a:lnTo>
                <a:lnTo>
                  <a:pt x="1302772" y="148847"/>
                </a:lnTo>
                <a:lnTo>
                  <a:pt x="1325242" y="148847"/>
                </a:lnTo>
                <a:lnTo>
                  <a:pt x="1347702" y="148847"/>
                </a:lnTo>
                <a:lnTo>
                  <a:pt x="1370162" y="148847"/>
                </a:lnTo>
                <a:lnTo>
                  <a:pt x="1392622" y="148847"/>
                </a:lnTo>
                <a:lnTo>
                  <a:pt x="1415082" y="148847"/>
                </a:lnTo>
                <a:lnTo>
                  <a:pt x="1437551" y="148847"/>
                </a:lnTo>
                <a:lnTo>
                  <a:pt x="1460011" y="148847"/>
                </a:lnTo>
                <a:lnTo>
                  <a:pt x="1482471" y="148847"/>
                </a:lnTo>
                <a:lnTo>
                  <a:pt x="1504931" y="148847"/>
                </a:lnTo>
                <a:lnTo>
                  <a:pt x="1527391" y="148847"/>
                </a:lnTo>
                <a:lnTo>
                  <a:pt x="1549851" y="148847"/>
                </a:lnTo>
                <a:lnTo>
                  <a:pt x="1572320" y="148847"/>
                </a:lnTo>
                <a:lnTo>
                  <a:pt x="1594780" y="148847"/>
                </a:lnTo>
                <a:lnTo>
                  <a:pt x="1617240" y="148847"/>
                </a:lnTo>
                <a:lnTo>
                  <a:pt x="1639700" y="148847"/>
                </a:lnTo>
                <a:lnTo>
                  <a:pt x="1662160" y="148847"/>
                </a:lnTo>
                <a:lnTo>
                  <a:pt x="1684620" y="148847"/>
                </a:lnTo>
                <a:lnTo>
                  <a:pt x="1707090" y="148847"/>
                </a:lnTo>
                <a:lnTo>
                  <a:pt x="1729550" y="148847"/>
                </a:lnTo>
                <a:lnTo>
                  <a:pt x="1752009" y="148847"/>
                </a:lnTo>
                <a:lnTo>
                  <a:pt x="1774469" y="148847"/>
                </a:lnTo>
                <a:lnTo>
                  <a:pt x="1796929" y="148847"/>
                </a:lnTo>
                <a:lnTo>
                  <a:pt x="1819399" y="148847"/>
                </a:lnTo>
                <a:lnTo>
                  <a:pt x="1841859" y="148847"/>
                </a:lnTo>
                <a:lnTo>
                  <a:pt x="1864319" y="148847"/>
                </a:lnTo>
                <a:lnTo>
                  <a:pt x="1886779" y="148847"/>
                </a:lnTo>
                <a:lnTo>
                  <a:pt x="1909239" y="148847"/>
                </a:lnTo>
                <a:lnTo>
                  <a:pt x="1931699" y="148847"/>
                </a:lnTo>
                <a:lnTo>
                  <a:pt x="1954168" y="148847"/>
                </a:lnTo>
                <a:lnTo>
                  <a:pt x="1976628" y="148847"/>
                </a:lnTo>
                <a:lnTo>
                  <a:pt x="1999088" y="148847"/>
                </a:lnTo>
                <a:lnTo>
                  <a:pt x="2021548" y="148847"/>
                </a:lnTo>
                <a:lnTo>
                  <a:pt x="2044008" y="148847"/>
                </a:lnTo>
                <a:lnTo>
                  <a:pt x="2066477" y="148847"/>
                </a:lnTo>
                <a:lnTo>
                  <a:pt x="2088937" y="148847"/>
                </a:lnTo>
                <a:lnTo>
                  <a:pt x="2111397" y="148847"/>
                </a:lnTo>
                <a:lnTo>
                  <a:pt x="2133857" y="148847"/>
                </a:lnTo>
                <a:lnTo>
                  <a:pt x="2156317" y="148847"/>
                </a:lnTo>
                <a:lnTo>
                  <a:pt x="2178777" y="148847"/>
                </a:lnTo>
                <a:lnTo>
                  <a:pt x="2201247" y="148847"/>
                </a:lnTo>
                <a:lnTo>
                  <a:pt x="2223707" y="148847"/>
                </a:lnTo>
                <a:lnTo>
                  <a:pt x="2246166" y="148847"/>
                </a:lnTo>
                <a:lnTo>
                  <a:pt x="2268150" y="146123"/>
                </a:lnTo>
                <a:lnTo>
                  <a:pt x="2289277" y="138484"/>
                </a:lnTo>
                <a:lnTo>
                  <a:pt x="2310403" y="130854"/>
                </a:lnTo>
                <a:lnTo>
                  <a:pt x="2331520" y="123215"/>
                </a:lnTo>
                <a:lnTo>
                  <a:pt x="2352646" y="115586"/>
                </a:lnTo>
                <a:lnTo>
                  <a:pt x="2373773" y="107956"/>
                </a:lnTo>
                <a:lnTo>
                  <a:pt x="2394899" y="100317"/>
                </a:lnTo>
                <a:lnTo>
                  <a:pt x="2416026" y="92688"/>
                </a:lnTo>
                <a:lnTo>
                  <a:pt x="2437152" y="85049"/>
                </a:lnTo>
                <a:lnTo>
                  <a:pt x="2458269" y="77419"/>
                </a:lnTo>
                <a:lnTo>
                  <a:pt x="2479396" y="69780"/>
                </a:lnTo>
                <a:lnTo>
                  <a:pt x="2500522" y="62151"/>
                </a:lnTo>
                <a:lnTo>
                  <a:pt x="2521649" y="54512"/>
                </a:lnTo>
                <a:lnTo>
                  <a:pt x="2542775" y="46882"/>
                </a:lnTo>
                <a:lnTo>
                  <a:pt x="2563892" y="39253"/>
                </a:lnTo>
                <a:lnTo>
                  <a:pt x="2585018" y="31613"/>
                </a:lnTo>
                <a:lnTo>
                  <a:pt x="2606145" y="23984"/>
                </a:lnTo>
                <a:lnTo>
                  <a:pt x="2627271" y="16345"/>
                </a:lnTo>
                <a:lnTo>
                  <a:pt x="2648398" y="8715"/>
                </a:lnTo>
                <a:lnTo>
                  <a:pt x="2669515" y="1076"/>
                </a:lnTo>
                <a:lnTo>
                  <a:pt x="2653217" y="0"/>
                </a:lnTo>
                <a:lnTo>
                  <a:pt x="2630757" y="0"/>
                </a:lnTo>
                <a:lnTo>
                  <a:pt x="2608297" y="0"/>
                </a:lnTo>
                <a:lnTo>
                  <a:pt x="2585837" y="0"/>
                </a:lnTo>
                <a:lnTo>
                  <a:pt x="2563368" y="0"/>
                </a:lnTo>
                <a:lnTo>
                  <a:pt x="2540908" y="0"/>
                </a:lnTo>
                <a:lnTo>
                  <a:pt x="2518448" y="0"/>
                </a:lnTo>
                <a:lnTo>
                  <a:pt x="2495988" y="0"/>
                </a:lnTo>
                <a:lnTo>
                  <a:pt x="2473528" y="0"/>
                </a:lnTo>
                <a:lnTo>
                  <a:pt x="2451068" y="0"/>
                </a:lnTo>
                <a:lnTo>
                  <a:pt x="2428599" y="0"/>
                </a:lnTo>
                <a:lnTo>
                  <a:pt x="2406139" y="0"/>
                </a:lnTo>
                <a:lnTo>
                  <a:pt x="2383679" y="0"/>
                </a:lnTo>
                <a:lnTo>
                  <a:pt x="2361219" y="0"/>
                </a:lnTo>
                <a:lnTo>
                  <a:pt x="2338759" y="0"/>
                </a:lnTo>
                <a:lnTo>
                  <a:pt x="2316299" y="0"/>
                </a:lnTo>
                <a:lnTo>
                  <a:pt x="2293830" y="0"/>
                </a:lnTo>
                <a:lnTo>
                  <a:pt x="2271370" y="0"/>
                </a:lnTo>
                <a:lnTo>
                  <a:pt x="2248910" y="0"/>
                </a:lnTo>
                <a:lnTo>
                  <a:pt x="2226450" y="0"/>
                </a:lnTo>
                <a:lnTo>
                  <a:pt x="2203990" y="0"/>
                </a:lnTo>
                <a:lnTo>
                  <a:pt x="2181520" y="0"/>
                </a:lnTo>
                <a:lnTo>
                  <a:pt x="2159060" y="0"/>
                </a:lnTo>
                <a:lnTo>
                  <a:pt x="2136600" y="0"/>
                </a:lnTo>
                <a:lnTo>
                  <a:pt x="2114140" y="0"/>
                </a:lnTo>
                <a:lnTo>
                  <a:pt x="2091680" y="0"/>
                </a:lnTo>
                <a:lnTo>
                  <a:pt x="2069221" y="0"/>
                </a:lnTo>
                <a:lnTo>
                  <a:pt x="2046751" y="0"/>
                </a:lnTo>
                <a:lnTo>
                  <a:pt x="2024291" y="0"/>
                </a:lnTo>
                <a:lnTo>
                  <a:pt x="2001831" y="0"/>
                </a:lnTo>
                <a:lnTo>
                  <a:pt x="1979371" y="0"/>
                </a:lnTo>
                <a:lnTo>
                  <a:pt x="1956911" y="0"/>
                </a:lnTo>
                <a:lnTo>
                  <a:pt x="1934442" y="0"/>
                </a:lnTo>
                <a:lnTo>
                  <a:pt x="1911982" y="0"/>
                </a:lnTo>
                <a:lnTo>
                  <a:pt x="1889522" y="0"/>
                </a:lnTo>
                <a:lnTo>
                  <a:pt x="1867062" y="0"/>
                </a:lnTo>
                <a:lnTo>
                  <a:pt x="1844602" y="0"/>
                </a:lnTo>
                <a:lnTo>
                  <a:pt x="1822142" y="0"/>
                </a:lnTo>
                <a:lnTo>
                  <a:pt x="1799673" y="0"/>
                </a:lnTo>
                <a:lnTo>
                  <a:pt x="1777213" y="0"/>
                </a:lnTo>
                <a:lnTo>
                  <a:pt x="1754753" y="0"/>
                </a:lnTo>
                <a:lnTo>
                  <a:pt x="1732293" y="0"/>
                </a:lnTo>
                <a:lnTo>
                  <a:pt x="1709833" y="0"/>
                </a:lnTo>
                <a:lnTo>
                  <a:pt x="1687363" y="0"/>
                </a:lnTo>
                <a:lnTo>
                  <a:pt x="1664903" y="0"/>
                </a:lnTo>
                <a:lnTo>
                  <a:pt x="1642443" y="0"/>
                </a:lnTo>
                <a:lnTo>
                  <a:pt x="1619983" y="0"/>
                </a:lnTo>
                <a:lnTo>
                  <a:pt x="1597523" y="0"/>
                </a:lnTo>
                <a:lnTo>
                  <a:pt x="1575064" y="0"/>
                </a:lnTo>
                <a:lnTo>
                  <a:pt x="1552594" y="0"/>
                </a:lnTo>
                <a:lnTo>
                  <a:pt x="1530134" y="0"/>
                </a:lnTo>
                <a:lnTo>
                  <a:pt x="1507674" y="0"/>
                </a:lnTo>
                <a:lnTo>
                  <a:pt x="1485214" y="0"/>
                </a:lnTo>
                <a:lnTo>
                  <a:pt x="1462754" y="0"/>
                </a:lnTo>
                <a:lnTo>
                  <a:pt x="1440285" y="0"/>
                </a:lnTo>
                <a:lnTo>
                  <a:pt x="1417825" y="0"/>
                </a:lnTo>
                <a:lnTo>
                  <a:pt x="1395365" y="0"/>
                </a:lnTo>
                <a:lnTo>
                  <a:pt x="1372905" y="0"/>
                </a:lnTo>
                <a:lnTo>
                  <a:pt x="1350445" y="0"/>
                </a:lnTo>
                <a:lnTo>
                  <a:pt x="1327985" y="0"/>
                </a:lnTo>
                <a:lnTo>
                  <a:pt x="1305516" y="0"/>
                </a:lnTo>
                <a:lnTo>
                  <a:pt x="1283056" y="0"/>
                </a:lnTo>
                <a:lnTo>
                  <a:pt x="1260596" y="0"/>
                </a:lnTo>
                <a:lnTo>
                  <a:pt x="1238136" y="0"/>
                </a:lnTo>
                <a:lnTo>
                  <a:pt x="1215676" y="0"/>
                </a:lnTo>
                <a:lnTo>
                  <a:pt x="1193216" y="0"/>
                </a:lnTo>
                <a:lnTo>
                  <a:pt x="1170746" y="0"/>
                </a:lnTo>
                <a:lnTo>
                  <a:pt x="1148286" y="0"/>
                </a:lnTo>
                <a:lnTo>
                  <a:pt x="1125826" y="0"/>
                </a:lnTo>
                <a:lnTo>
                  <a:pt x="1103366" y="0"/>
                </a:lnTo>
                <a:lnTo>
                  <a:pt x="1080907" y="0"/>
                </a:lnTo>
                <a:lnTo>
                  <a:pt x="1058437" y="0"/>
                </a:lnTo>
                <a:lnTo>
                  <a:pt x="1035977" y="0"/>
                </a:lnTo>
                <a:lnTo>
                  <a:pt x="1013517" y="0"/>
                </a:lnTo>
                <a:lnTo>
                  <a:pt x="991057" y="0"/>
                </a:lnTo>
                <a:lnTo>
                  <a:pt x="968597" y="0"/>
                </a:lnTo>
                <a:lnTo>
                  <a:pt x="946137" y="0"/>
                </a:lnTo>
                <a:lnTo>
                  <a:pt x="923668" y="0"/>
                </a:lnTo>
                <a:lnTo>
                  <a:pt x="901208" y="0"/>
                </a:lnTo>
                <a:lnTo>
                  <a:pt x="878748" y="0"/>
                </a:lnTo>
                <a:lnTo>
                  <a:pt x="856288" y="0"/>
                </a:lnTo>
                <a:lnTo>
                  <a:pt x="833828" y="0"/>
                </a:lnTo>
                <a:lnTo>
                  <a:pt x="811359" y="0"/>
                </a:lnTo>
                <a:lnTo>
                  <a:pt x="788899" y="0"/>
                </a:lnTo>
                <a:lnTo>
                  <a:pt x="766439" y="0"/>
                </a:lnTo>
                <a:lnTo>
                  <a:pt x="743979" y="0"/>
                </a:lnTo>
                <a:lnTo>
                  <a:pt x="721519" y="0"/>
                </a:lnTo>
                <a:lnTo>
                  <a:pt x="699059" y="0"/>
                </a:lnTo>
                <a:lnTo>
                  <a:pt x="676589" y="0"/>
                </a:lnTo>
                <a:lnTo>
                  <a:pt x="654129" y="0"/>
                </a:lnTo>
                <a:lnTo>
                  <a:pt x="631669" y="0"/>
                </a:lnTo>
                <a:lnTo>
                  <a:pt x="609209" y="0"/>
                </a:lnTo>
                <a:lnTo>
                  <a:pt x="586750" y="0"/>
                </a:lnTo>
                <a:lnTo>
                  <a:pt x="564290" y="0"/>
                </a:lnTo>
                <a:lnTo>
                  <a:pt x="542173" y="2629"/>
                </a:lnTo>
                <a:lnTo>
                  <a:pt x="520484" y="8477"/>
                </a:lnTo>
                <a:lnTo>
                  <a:pt x="498796" y="14326"/>
                </a:lnTo>
                <a:lnTo>
                  <a:pt x="477107" y="20174"/>
                </a:lnTo>
                <a:lnTo>
                  <a:pt x="455428" y="26032"/>
                </a:lnTo>
                <a:lnTo>
                  <a:pt x="433740" y="31880"/>
                </a:lnTo>
                <a:lnTo>
                  <a:pt x="412052" y="37729"/>
                </a:lnTo>
                <a:lnTo>
                  <a:pt x="390363" y="43577"/>
                </a:lnTo>
                <a:lnTo>
                  <a:pt x="368675" y="49425"/>
                </a:lnTo>
                <a:lnTo>
                  <a:pt x="346986" y="55274"/>
                </a:lnTo>
                <a:lnTo>
                  <a:pt x="325307" y="61122"/>
                </a:lnTo>
                <a:lnTo>
                  <a:pt x="303619" y="66970"/>
                </a:lnTo>
                <a:lnTo>
                  <a:pt x="281930" y="72819"/>
                </a:lnTo>
                <a:lnTo>
                  <a:pt x="260242" y="78667"/>
                </a:lnTo>
                <a:lnTo>
                  <a:pt x="238554" y="84515"/>
                </a:lnTo>
                <a:lnTo>
                  <a:pt x="216865" y="90364"/>
                </a:lnTo>
                <a:lnTo>
                  <a:pt x="195186" y="96212"/>
                </a:lnTo>
                <a:lnTo>
                  <a:pt x="173498" y="102060"/>
                </a:lnTo>
                <a:lnTo>
                  <a:pt x="151809" y="107909"/>
                </a:lnTo>
                <a:lnTo>
                  <a:pt x="130121" y="113757"/>
                </a:lnTo>
                <a:lnTo>
                  <a:pt x="108433" y="119605"/>
                </a:lnTo>
                <a:lnTo>
                  <a:pt x="86744" y="125454"/>
                </a:lnTo>
                <a:lnTo>
                  <a:pt x="65056" y="131302"/>
                </a:lnTo>
                <a:lnTo>
                  <a:pt x="43377" y="137150"/>
                </a:lnTo>
                <a:lnTo>
                  <a:pt x="21688" y="142999"/>
                </a:lnTo>
                <a:lnTo>
                  <a:pt x="0" y="148847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3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5C6F4F57-585D-420E-984C-938F6729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2568" y="5354898"/>
            <a:ext cx="2499503" cy="148847"/>
          </a:xfrm>
          <a:custGeom xmlns:a="http://schemas.openxmlformats.org/drawingml/2006/main">
            <a:pathLst>
              <a:path w="2499503" h="148847">
                <a:moveTo>
                  <a:pt x="0" y="148847"/>
                </a:moveTo>
                <a:lnTo>
                  <a:pt x="18983" y="148847"/>
                </a:lnTo>
                <a:lnTo>
                  <a:pt x="37976" y="148847"/>
                </a:lnTo>
                <a:lnTo>
                  <a:pt x="56960" y="148847"/>
                </a:lnTo>
                <a:lnTo>
                  <a:pt x="75943" y="148847"/>
                </a:lnTo>
                <a:lnTo>
                  <a:pt x="94936" y="148847"/>
                </a:lnTo>
                <a:lnTo>
                  <a:pt x="113919" y="148847"/>
                </a:lnTo>
                <a:lnTo>
                  <a:pt x="132912" y="148847"/>
                </a:lnTo>
                <a:lnTo>
                  <a:pt x="151895" y="148847"/>
                </a:lnTo>
                <a:lnTo>
                  <a:pt x="170879" y="148847"/>
                </a:lnTo>
                <a:lnTo>
                  <a:pt x="189871" y="148847"/>
                </a:lnTo>
                <a:lnTo>
                  <a:pt x="208855" y="148847"/>
                </a:lnTo>
                <a:lnTo>
                  <a:pt x="227838" y="148847"/>
                </a:lnTo>
                <a:lnTo>
                  <a:pt x="246831" y="148847"/>
                </a:lnTo>
                <a:lnTo>
                  <a:pt x="265814" y="148847"/>
                </a:lnTo>
                <a:lnTo>
                  <a:pt x="284807" y="148847"/>
                </a:lnTo>
                <a:lnTo>
                  <a:pt x="303790" y="148847"/>
                </a:lnTo>
                <a:lnTo>
                  <a:pt x="322774" y="148847"/>
                </a:lnTo>
                <a:lnTo>
                  <a:pt x="341767" y="148847"/>
                </a:lnTo>
                <a:lnTo>
                  <a:pt x="360750" y="148847"/>
                </a:lnTo>
                <a:lnTo>
                  <a:pt x="379733" y="148847"/>
                </a:lnTo>
                <a:lnTo>
                  <a:pt x="398726" y="148847"/>
                </a:lnTo>
                <a:lnTo>
                  <a:pt x="417709" y="148847"/>
                </a:lnTo>
                <a:lnTo>
                  <a:pt x="436693" y="148847"/>
                </a:lnTo>
                <a:lnTo>
                  <a:pt x="455686" y="148847"/>
                </a:lnTo>
                <a:lnTo>
                  <a:pt x="474669" y="148847"/>
                </a:lnTo>
                <a:lnTo>
                  <a:pt x="493662" y="148847"/>
                </a:lnTo>
                <a:lnTo>
                  <a:pt x="512645" y="148847"/>
                </a:lnTo>
                <a:lnTo>
                  <a:pt x="531628" y="148847"/>
                </a:lnTo>
                <a:lnTo>
                  <a:pt x="550621" y="148847"/>
                </a:lnTo>
                <a:lnTo>
                  <a:pt x="569605" y="148847"/>
                </a:lnTo>
                <a:lnTo>
                  <a:pt x="588588" y="148847"/>
                </a:lnTo>
                <a:lnTo>
                  <a:pt x="607581" y="148847"/>
                </a:lnTo>
                <a:lnTo>
                  <a:pt x="626564" y="148847"/>
                </a:lnTo>
                <a:lnTo>
                  <a:pt x="645557" y="148847"/>
                </a:lnTo>
                <a:lnTo>
                  <a:pt x="664540" y="148847"/>
                </a:lnTo>
                <a:lnTo>
                  <a:pt x="683524" y="148847"/>
                </a:lnTo>
                <a:lnTo>
                  <a:pt x="702516" y="148847"/>
                </a:lnTo>
                <a:lnTo>
                  <a:pt x="721500" y="148847"/>
                </a:lnTo>
                <a:lnTo>
                  <a:pt x="740483" y="148847"/>
                </a:lnTo>
                <a:lnTo>
                  <a:pt x="759476" y="148847"/>
                </a:lnTo>
                <a:lnTo>
                  <a:pt x="778459" y="148847"/>
                </a:lnTo>
                <a:lnTo>
                  <a:pt x="797443" y="148847"/>
                </a:lnTo>
                <a:lnTo>
                  <a:pt x="816435" y="148847"/>
                </a:lnTo>
                <a:lnTo>
                  <a:pt x="835419" y="148847"/>
                </a:lnTo>
                <a:lnTo>
                  <a:pt x="854412" y="148847"/>
                </a:lnTo>
                <a:lnTo>
                  <a:pt x="873395" y="148847"/>
                </a:lnTo>
                <a:lnTo>
                  <a:pt x="892378" y="148847"/>
                </a:lnTo>
                <a:lnTo>
                  <a:pt x="911371" y="148847"/>
                </a:lnTo>
                <a:lnTo>
                  <a:pt x="930354" y="148847"/>
                </a:lnTo>
                <a:lnTo>
                  <a:pt x="949338" y="148847"/>
                </a:lnTo>
                <a:lnTo>
                  <a:pt x="968331" y="148847"/>
                </a:lnTo>
                <a:lnTo>
                  <a:pt x="987314" y="148847"/>
                </a:lnTo>
                <a:lnTo>
                  <a:pt x="1006307" y="148847"/>
                </a:lnTo>
                <a:lnTo>
                  <a:pt x="1025290" y="148847"/>
                </a:lnTo>
                <a:lnTo>
                  <a:pt x="1044273" y="148847"/>
                </a:lnTo>
                <a:lnTo>
                  <a:pt x="1063266" y="148847"/>
                </a:lnTo>
                <a:lnTo>
                  <a:pt x="1082250" y="148847"/>
                </a:lnTo>
                <a:lnTo>
                  <a:pt x="1101233" y="148847"/>
                </a:lnTo>
                <a:lnTo>
                  <a:pt x="1120226" y="148847"/>
                </a:lnTo>
                <a:lnTo>
                  <a:pt x="1139209" y="148847"/>
                </a:lnTo>
                <a:lnTo>
                  <a:pt x="1158202" y="148847"/>
                </a:lnTo>
                <a:lnTo>
                  <a:pt x="1177185" y="148847"/>
                </a:lnTo>
                <a:lnTo>
                  <a:pt x="1196169" y="148847"/>
                </a:lnTo>
                <a:lnTo>
                  <a:pt x="1215161" y="148847"/>
                </a:lnTo>
                <a:lnTo>
                  <a:pt x="1234145" y="148847"/>
                </a:lnTo>
                <a:lnTo>
                  <a:pt x="1253128" y="148847"/>
                </a:lnTo>
                <a:lnTo>
                  <a:pt x="1272121" y="148847"/>
                </a:lnTo>
                <a:lnTo>
                  <a:pt x="1291104" y="148847"/>
                </a:lnTo>
                <a:lnTo>
                  <a:pt x="1310088" y="148847"/>
                </a:lnTo>
                <a:lnTo>
                  <a:pt x="1329080" y="148847"/>
                </a:lnTo>
                <a:lnTo>
                  <a:pt x="1348064" y="148847"/>
                </a:lnTo>
                <a:lnTo>
                  <a:pt x="1367057" y="148847"/>
                </a:lnTo>
                <a:lnTo>
                  <a:pt x="1386040" y="148847"/>
                </a:lnTo>
                <a:lnTo>
                  <a:pt x="1405023" y="148847"/>
                </a:lnTo>
                <a:lnTo>
                  <a:pt x="1424016" y="148847"/>
                </a:lnTo>
                <a:lnTo>
                  <a:pt x="1442999" y="148847"/>
                </a:lnTo>
                <a:lnTo>
                  <a:pt x="1461983" y="148847"/>
                </a:lnTo>
                <a:lnTo>
                  <a:pt x="1480976" y="148847"/>
                </a:lnTo>
                <a:lnTo>
                  <a:pt x="1499959" y="148847"/>
                </a:lnTo>
                <a:lnTo>
                  <a:pt x="1518952" y="148847"/>
                </a:lnTo>
                <a:lnTo>
                  <a:pt x="1537935" y="148847"/>
                </a:lnTo>
                <a:lnTo>
                  <a:pt x="1556918" y="148847"/>
                </a:lnTo>
                <a:lnTo>
                  <a:pt x="1575911" y="148847"/>
                </a:lnTo>
                <a:lnTo>
                  <a:pt x="1594895" y="148847"/>
                </a:lnTo>
                <a:lnTo>
                  <a:pt x="1613878" y="148847"/>
                </a:lnTo>
                <a:lnTo>
                  <a:pt x="1632871" y="148847"/>
                </a:lnTo>
                <a:lnTo>
                  <a:pt x="1651854" y="148847"/>
                </a:lnTo>
                <a:lnTo>
                  <a:pt x="1670837" y="148847"/>
                </a:lnTo>
                <a:lnTo>
                  <a:pt x="1689830" y="148847"/>
                </a:lnTo>
                <a:lnTo>
                  <a:pt x="1708814" y="148847"/>
                </a:lnTo>
                <a:lnTo>
                  <a:pt x="1727806" y="148847"/>
                </a:lnTo>
                <a:lnTo>
                  <a:pt x="1746790" y="148847"/>
                </a:lnTo>
                <a:lnTo>
                  <a:pt x="1765773" y="148847"/>
                </a:lnTo>
                <a:lnTo>
                  <a:pt x="1784766" y="148847"/>
                </a:lnTo>
                <a:lnTo>
                  <a:pt x="1803749" y="148847"/>
                </a:lnTo>
                <a:lnTo>
                  <a:pt x="1822733" y="148847"/>
                </a:lnTo>
                <a:lnTo>
                  <a:pt x="1841725" y="148847"/>
                </a:lnTo>
                <a:lnTo>
                  <a:pt x="1860709" y="148847"/>
                </a:lnTo>
                <a:lnTo>
                  <a:pt x="1879702" y="148847"/>
                </a:lnTo>
                <a:lnTo>
                  <a:pt x="1898685" y="148847"/>
                </a:lnTo>
                <a:lnTo>
                  <a:pt x="1917668" y="148847"/>
                </a:lnTo>
                <a:lnTo>
                  <a:pt x="1936661" y="148847"/>
                </a:lnTo>
                <a:lnTo>
                  <a:pt x="1955644" y="148847"/>
                </a:lnTo>
                <a:lnTo>
                  <a:pt x="1974628" y="148847"/>
                </a:lnTo>
                <a:lnTo>
                  <a:pt x="1993621" y="148847"/>
                </a:lnTo>
                <a:lnTo>
                  <a:pt x="2012604" y="148847"/>
                </a:lnTo>
                <a:lnTo>
                  <a:pt x="2031587" y="148847"/>
                </a:lnTo>
                <a:lnTo>
                  <a:pt x="2050580" y="148847"/>
                </a:lnTo>
                <a:lnTo>
                  <a:pt x="2069563" y="148847"/>
                </a:lnTo>
                <a:lnTo>
                  <a:pt x="2088175" y="146685"/>
                </a:lnTo>
                <a:lnTo>
                  <a:pt x="2106063" y="140313"/>
                </a:lnTo>
                <a:lnTo>
                  <a:pt x="2123942" y="133931"/>
                </a:lnTo>
                <a:lnTo>
                  <a:pt x="2141830" y="127549"/>
                </a:lnTo>
                <a:lnTo>
                  <a:pt x="2159718" y="121177"/>
                </a:lnTo>
                <a:lnTo>
                  <a:pt x="2177596" y="114795"/>
                </a:lnTo>
                <a:lnTo>
                  <a:pt x="2195484" y="108423"/>
                </a:lnTo>
                <a:lnTo>
                  <a:pt x="2213362" y="102041"/>
                </a:lnTo>
                <a:lnTo>
                  <a:pt x="2231250" y="95669"/>
                </a:lnTo>
                <a:lnTo>
                  <a:pt x="2249129" y="89287"/>
                </a:lnTo>
                <a:lnTo>
                  <a:pt x="2267017" y="82906"/>
                </a:lnTo>
                <a:lnTo>
                  <a:pt x="2284895" y="76533"/>
                </a:lnTo>
                <a:lnTo>
                  <a:pt x="2302783" y="70152"/>
                </a:lnTo>
                <a:lnTo>
                  <a:pt x="2320661" y="63779"/>
                </a:lnTo>
                <a:lnTo>
                  <a:pt x="2338549" y="57398"/>
                </a:lnTo>
                <a:lnTo>
                  <a:pt x="2356437" y="51025"/>
                </a:lnTo>
                <a:lnTo>
                  <a:pt x="2374316" y="44644"/>
                </a:lnTo>
                <a:lnTo>
                  <a:pt x="2392204" y="38262"/>
                </a:lnTo>
                <a:lnTo>
                  <a:pt x="2410082" y="31890"/>
                </a:lnTo>
                <a:lnTo>
                  <a:pt x="2427970" y="25508"/>
                </a:lnTo>
                <a:lnTo>
                  <a:pt x="2445849" y="19136"/>
                </a:lnTo>
                <a:lnTo>
                  <a:pt x="2463737" y="12754"/>
                </a:lnTo>
                <a:lnTo>
                  <a:pt x="2481615" y="6382"/>
                </a:lnTo>
                <a:lnTo>
                  <a:pt x="24995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2C2AB86E-A7B5-4E33-9C96-E47C8B8C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8322" y="5354898"/>
            <a:ext cx="195374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1BB10B14-827D-46D4-9D7B-62CE5EFE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5218" y="4528061"/>
            <a:ext cx="271167" cy="533343"/>
          </a:xfrm>
          <a:custGeom xmlns:a="http://schemas.openxmlformats.org/drawingml/2006/main">
            <a:pathLst>
              <a:path w="271167" h="533343">
                <a:moveTo>
                  <a:pt x="0" y="533343"/>
                </a:moveTo>
                <a:lnTo>
                  <a:pt x="0" y="514379"/>
                </a:lnTo>
                <a:lnTo>
                  <a:pt x="0" y="495414"/>
                </a:lnTo>
                <a:lnTo>
                  <a:pt x="0" y="476450"/>
                </a:lnTo>
                <a:lnTo>
                  <a:pt x="0" y="457486"/>
                </a:lnTo>
                <a:lnTo>
                  <a:pt x="0" y="438521"/>
                </a:lnTo>
                <a:lnTo>
                  <a:pt x="0" y="419567"/>
                </a:lnTo>
                <a:lnTo>
                  <a:pt x="0" y="400602"/>
                </a:lnTo>
                <a:lnTo>
                  <a:pt x="0" y="381638"/>
                </a:lnTo>
                <a:lnTo>
                  <a:pt x="0" y="362674"/>
                </a:lnTo>
                <a:lnTo>
                  <a:pt x="0" y="343710"/>
                </a:lnTo>
                <a:lnTo>
                  <a:pt x="0" y="324745"/>
                </a:lnTo>
                <a:lnTo>
                  <a:pt x="0" y="305781"/>
                </a:lnTo>
                <a:lnTo>
                  <a:pt x="0" y="286817"/>
                </a:lnTo>
                <a:lnTo>
                  <a:pt x="0" y="267853"/>
                </a:lnTo>
                <a:lnTo>
                  <a:pt x="0" y="248888"/>
                </a:lnTo>
                <a:lnTo>
                  <a:pt x="0" y="229934"/>
                </a:lnTo>
                <a:lnTo>
                  <a:pt x="0" y="210969"/>
                </a:lnTo>
                <a:lnTo>
                  <a:pt x="0" y="192005"/>
                </a:lnTo>
                <a:lnTo>
                  <a:pt x="0" y="173041"/>
                </a:lnTo>
                <a:lnTo>
                  <a:pt x="0" y="154076"/>
                </a:lnTo>
                <a:lnTo>
                  <a:pt x="0" y="135112"/>
                </a:lnTo>
                <a:lnTo>
                  <a:pt x="0" y="116148"/>
                </a:lnTo>
                <a:lnTo>
                  <a:pt x="0" y="97184"/>
                </a:lnTo>
                <a:lnTo>
                  <a:pt x="12078" y="86820"/>
                </a:lnTo>
                <a:lnTo>
                  <a:pt x="29994" y="80620"/>
                </a:lnTo>
                <a:lnTo>
                  <a:pt x="47911" y="74419"/>
                </a:lnTo>
                <a:lnTo>
                  <a:pt x="65837" y="68218"/>
                </a:lnTo>
                <a:lnTo>
                  <a:pt x="83753" y="62017"/>
                </a:lnTo>
                <a:lnTo>
                  <a:pt x="101679" y="55817"/>
                </a:lnTo>
                <a:lnTo>
                  <a:pt x="119596" y="49616"/>
                </a:lnTo>
                <a:lnTo>
                  <a:pt x="137522" y="43415"/>
                </a:lnTo>
                <a:lnTo>
                  <a:pt x="155438" y="37214"/>
                </a:lnTo>
                <a:lnTo>
                  <a:pt x="173355" y="31004"/>
                </a:lnTo>
                <a:lnTo>
                  <a:pt x="191281" y="24803"/>
                </a:lnTo>
                <a:lnTo>
                  <a:pt x="209198" y="18602"/>
                </a:lnTo>
                <a:lnTo>
                  <a:pt x="227124" y="12402"/>
                </a:lnTo>
                <a:lnTo>
                  <a:pt x="245040" y="6201"/>
                </a:lnTo>
                <a:lnTo>
                  <a:pt x="262957" y="0"/>
                </a:lnTo>
                <a:lnTo>
                  <a:pt x="271167" y="7439"/>
                </a:lnTo>
                <a:lnTo>
                  <a:pt x="271167" y="26403"/>
                </a:lnTo>
                <a:lnTo>
                  <a:pt x="271167" y="45368"/>
                </a:lnTo>
                <a:lnTo>
                  <a:pt x="271167" y="64332"/>
                </a:lnTo>
                <a:lnTo>
                  <a:pt x="271167" y="83296"/>
                </a:lnTo>
                <a:lnTo>
                  <a:pt x="271167" y="102260"/>
                </a:lnTo>
                <a:lnTo>
                  <a:pt x="271167" y="121215"/>
                </a:lnTo>
                <a:lnTo>
                  <a:pt x="271167" y="140179"/>
                </a:lnTo>
                <a:lnTo>
                  <a:pt x="271167" y="159144"/>
                </a:lnTo>
                <a:lnTo>
                  <a:pt x="271167" y="178108"/>
                </a:lnTo>
                <a:lnTo>
                  <a:pt x="271167" y="197072"/>
                </a:lnTo>
                <a:lnTo>
                  <a:pt x="271167" y="216037"/>
                </a:lnTo>
                <a:lnTo>
                  <a:pt x="271167" y="235001"/>
                </a:lnTo>
                <a:lnTo>
                  <a:pt x="271167" y="253965"/>
                </a:lnTo>
                <a:lnTo>
                  <a:pt x="271167" y="272929"/>
                </a:lnTo>
                <a:lnTo>
                  <a:pt x="271167" y="291884"/>
                </a:lnTo>
                <a:lnTo>
                  <a:pt x="271167" y="310848"/>
                </a:lnTo>
                <a:lnTo>
                  <a:pt x="271167" y="329813"/>
                </a:lnTo>
                <a:lnTo>
                  <a:pt x="271167" y="348777"/>
                </a:lnTo>
                <a:lnTo>
                  <a:pt x="271167" y="367741"/>
                </a:lnTo>
                <a:lnTo>
                  <a:pt x="271167" y="386705"/>
                </a:lnTo>
                <a:lnTo>
                  <a:pt x="271167" y="405670"/>
                </a:lnTo>
                <a:lnTo>
                  <a:pt x="259642" y="417157"/>
                </a:lnTo>
                <a:lnTo>
                  <a:pt x="242335" y="424910"/>
                </a:lnTo>
                <a:lnTo>
                  <a:pt x="225019" y="432654"/>
                </a:lnTo>
                <a:lnTo>
                  <a:pt x="207712" y="440398"/>
                </a:lnTo>
                <a:lnTo>
                  <a:pt x="190405" y="448142"/>
                </a:lnTo>
                <a:lnTo>
                  <a:pt x="173098" y="455886"/>
                </a:lnTo>
                <a:lnTo>
                  <a:pt x="155781" y="463629"/>
                </a:lnTo>
                <a:lnTo>
                  <a:pt x="138474" y="471383"/>
                </a:lnTo>
                <a:lnTo>
                  <a:pt x="121168" y="479127"/>
                </a:lnTo>
                <a:lnTo>
                  <a:pt x="103861" y="486870"/>
                </a:lnTo>
                <a:lnTo>
                  <a:pt x="86544" y="494614"/>
                </a:lnTo>
                <a:lnTo>
                  <a:pt x="69237" y="502358"/>
                </a:lnTo>
                <a:lnTo>
                  <a:pt x="51930" y="510102"/>
                </a:lnTo>
                <a:lnTo>
                  <a:pt x="34623" y="517855"/>
                </a:lnTo>
                <a:lnTo>
                  <a:pt x="17307" y="525599"/>
                </a:lnTo>
                <a:lnTo>
                  <a:pt x="0" y="533343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6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4BAAEA3C-E2EC-40D1-9DE3-F1E1C9B4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3925" y="4940065"/>
            <a:ext cx="2528621" cy="121339"/>
          </a:xfrm>
          <a:custGeom xmlns:a="http://schemas.openxmlformats.org/drawingml/2006/main">
            <a:pathLst>
              <a:path w="2528621" h="121339">
                <a:moveTo>
                  <a:pt x="0" y="121339"/>
                </a:moveTo>
                <a:lnTo>
                  <a:pt x="21288" y="121339"/>
                </a:lnTo>
                <a:lnTo>
                  <a:pt x="42567" y="121339"/>
                </a:lnTo>
                <a:lnTo>
                  <a:pt x="63856" y="121339"/>
                </a:lnTo>
                <a:lnTo>
                  <a:pt x="85134" y="121339"/>
                </a:lnTo>
                <a:lnTo>
                  <a:pt x="106423" y="121339"/>
                </a:lnTo>
                <a:lnTo>
                  <a:pt x="127711" y="121339"/>
                </a:lnTo>
                <a:lnTo>
                  <a:pt x="148990" y="121339"/>
                </a:lnTo>
                <a:lnTo>
                  <a:pt x="170278" y="121339"/>
                </a:lnTo>
                <a:lnTo>
                  <a:pt x="191567" y="121339"/>
                </a:lnTo>
                <a:lnTo>
                  <a:pt x="212846" y="121339"/>
                </a:lnTo>
                <a:lnTo>
                  <a:pt x="234134" y="121339"/>
                </a:lnTo>
                <a:lnTo>
                  <a:pt x="255413" y="121339"/>
                </a:lnTo>
                <a:lnTo>
                  <a:pt x="276701" y="121339"/>
                </a:lnTo>
                <a:lnTo>
                  <a:pt x="297990" y="121339"/>
                </a:lnTo>
                <a:lnTo>
                  <a:pt x="319268" y="121339"/>
                </a:lnTo>
                <a:lnTo>
                  <a:pt x="340557" y="121339"/>
                </a:lnTo>
                <a:lnTo>
                  <a:pt x="361836" y="121339"/>
                </a:lnTo>
                <a:lnTo>
                  <a:pt x="383124" y="121339"/>
                </a:lnTo>
                <a:lnTo>
                  <a:pt x="404412" y="121339"/>
                </a:lnTo>
                <a:lnTo>
                  <a:pt x="425691" y="121339"/>
                </a:lnTo>
                <a:lnTo>
                  <a:pt x="446980" y="121339"/>
                </a:lnTo>
                <a:lnTo>
                  <a:pt x="468268" y="121339"/>
                </a:lnTo>
                <a:lnTo>
                  <a:pt x="489547" y="121339"/>
                </a:lnTo>
                <a:lnTo>
                  <a:pt x="510835" y="121339"/>
                </a:lnTo>
                <a:lnTo>
                  <a:pt x="532114" y="121339"/>
                </a:lnTo>
                <a:lnTo>
                  <a:pt x="553403" y="121339"/>
                </a:lnTo>
                <a:lnTo>
                  <a:pt x="574691" y="121339"/>
                </a:lnTo>
                <a:lnTo>
                  <a:pt x="595970" y="121339"/>
                </a:lnTo>
                <a:lnTo>
                  <a:pt x="617258" y="121339"/>
                </a:lnTo>
                <a:lnTo>
                  <a:pt x="638537" y="121339"/>
                </a:lnTo>
                <a:lnTo>
                  <a:pt x="659825" y="121339"/>
                </a:lnTo>
                <a:lnTo>
                  <a:pt x="681114" y="121339"/>
                </a:lnTo>
                <a:lnTo>
                  <a:pt x="702393" y="121339"/>
                </a:lnTo>
                <a:lnTo>
                  <a:pt x="723681" y="121339"/>
                </a:lnTo>
                <a:lnTo>
                  <a:pt x="744969" y="121339"/>
                </a:lnTo>
                <a:lnTo>
                  <a:pt x="766248" y="121339"/>
                </a:lnTo>
                <a:lnTo>
                  <a:pt x="787537" y="121339"/>
                </a:lnTo>
                <a:lnTo>
                  <a:pt x="808815" y="121339"/>
                </a:lnTo>
                <a:lnTo>
                  <a:pt x="830104" y="121339"/>
                </a:lnTo>
                <a:lnTo>
                  <a:pt x="851392" y="121339"/>
                </a:lnTo>
                <a:lnTo>
                  <a:pt x="872671" y="121339"/>
                </a:lnTo>
                <a:lnTo>
                  <a:pt x="893959" y="121339"/>
                </a:lnTo>
                <a:lnTo>
                  <a:pt x="915238" y="121339"/>
                </a:lnTo>
                <a:lnTo>
                  <a:pt x="936527" y="121339"/>
                </a:lnTo>
                <a:lnTo>
                  <a:pt x="957815" y="121339"/>
                </a:lnTo>
                <a:lnTo>
                  <a:pt x="979094" y="121339"/>
                </a:lnTo>
                <a:lnTo>
                  <a:pt x="1000382" y="121339"/>
                </a:lnTo>
                <a:lnTo>
                  <a:pt x="1021671" y="121339"/>
                </a:lnTo>
                <a:lnTo>
                  <a:pt x="1042949" y="121339"/>
                </a:lnTo>
                <a:lnTo>
                  <a:pt x="1064238" y="121339"/>
                </a:lnTo>
                <a:lnTo>
                  <a:pt x="1085517" y="121339"/>
                </a:lnTo>
                <a:lnTo>
                  <a:pt x="1106805" y="121339"/>
                </a:lnTo>
                <a:lnTo>
                  <a:pt x="1128093" y="121339"/>
                </a:lnTo>
                <a:lnTo>
                  <a:pt x="1149372" y="121339"/>
                </a:lnTo>
                <a:lnTo>
                  <a:pt x="1170661" y="121339"/>
                </a:lnTo>
                <a:lnTo>
                  <a:pt x="1191939" y="121339"/>
                </a:lnTo>
                <a:lnTo>
                  <a:pt x="1213228" y="121339"/>
                </a:lnTo>
                <a:lnTo>
                  <a:pt x="1234516" y="121339"/>
                </a:lnTo>
                <a:lnTo>
                  <a:pt x="1255795" y="121339"/>
                </a:lnTo>
                <a:lnTo>
                  <a:pt x="1277083" y="121339"/>
                </a:lnTo>
                <a:lnTo>
                  <a:pt x="1298372" y="121339"/>
                </a:lnTo>
                <a:lnTo>
                  <a:pt x="1319651" y="121339"/>
                </a:lnTo>
                <a:lnTo>
                  <a:pt x="1340939" y="121339"/>
                </a:lnTo>
                <a:lnTo>
                  <a:pt x="1362218" y="121339"/>
                </a:lnTo>
                <a:lnTo>
                  <a:pt x="1383506" y="121339"/>
                </a:lnTo>
                <a:lnTo>
                  <a:pt x="1404795" y="121339"/>
                </a:lnTo>
                <a:lnTo>
                  <a:pt x="1426073" y="121339"/>
                </a:lnTo>
                <a:lnTo>
                  <a:pt x="1447362" y="121339"/>
                </a:lnTo>
                <a:lnTo>
                  <a:pt x="1468641" y="121339"/>
                </a:lnTo>
                <a:lnTo>
                  <a:pt x="1489929" y="121339"/>
                </a:lnTo>
                <a:lnTo>
                  <a:pt x="1511217" y="121339"/>
                </a:lnTo>
                <a:lnTo>
                  <a:pt x="1532496" y="121339"/>
                </a:lnTo>
                <a:lnTo>
                  <a:pt x="1553785" y="121339"/>
                </a:lnTo>
                <a:lnTo>
                  <a:pt x="1575073" y="121339"/>
                </a:lnTo>
                <a:lnTo>
                  <a:pt x="1596352" y="121339"/>
                </a:lnTo>
                <a:lnTo>
                  <a:pt x="1617640" y="121339"/>
                </a:lnTo>
                <a:lnTo>
                  <a:pt x="1638919" y="121339"/>
                </a:lnTo>
                <a:lnTo>
                  <a:pt x="1660208" y="121339"/>
                </a:lnTo>
                <a:lnTo>
                  <a:pt x="1681496" y="121339"/>
                </a:lnTo>
                <a:lnTo>
                  <a:pt x="1702775" y="121339"/>
                </a:lnTo>
                <a:lnTo>
                  <a:pt x="1724063" y="121339"/>
                </a:lnTo>
                <a:lnTo>
                  <a:pt x="1745342" y="121339"/>
                </a:lnTo>
                <a:lnTo>
                  <a:pt x="1766630" y="121339"/>
                </a:lnTo>
                <a:lnTo>
                  <a:pt x="1787919" y="121339"/>
                </a:lnTo>
                <a:lnTo>
                  <a:pt x="1809198" y="121339"/>
                </a:lnTo>
                <a:lnTo>
                  <a:pt x="1830486" y="121339"/>
                </a:lnTo>
                <a:lnTo>
                  <a:pt x="1851765" y="121339"/>
                </a:lnTo>
                <a:lnTo>
                  <a:pt x="1873053" y="121339"/>
                </a:lnTo>
                <a:lnTo>
                  <a:pt x="1894342" y="121339"/>
                </a:lnTo>
                <a:lnTo>
                  <a:pt x="1915620" y="121339"/>
                </a:lnTo>
                <a:lnTo>
                  <a:pt x="1936909" y="121339"/>
                </a:lnTo>
                <a:lnTo>
                  <a:pt x="1958197" y="121339"/>
                </a:lnTo>
                <a:lnTo>
                  <a:pt x="1979476" y="121339"/>
                </a:lnTo>
                <a:lnTo>
                  <a:pt x="2000764" y="121339"/>
                </a:lnTo>
                <a:lnTo>
                  <a:pt x="2022043" y="121339"/>
                </a:lnTo>
                <a:lnTo>
                  <a:pt x="2043332" y="121339"/>
                </a:lnTo>
                <a:lnTo>
                  <a:pt x="2064620" y="121339"/>
                </a:lnTo>
                <a:lnTo>
                  <a:pt x="2085899" y="121339"/>
                </a:lnTo>
                <a:lnTo>
                  <a:pt x="2107187" y="121339"/>
                </a:lnTo>
                <a:lnTo>
                  <a:pt x="2128466" y="121339"/>
                </a:lnTo>
                <a:lnTo>
                  <a:pt x="2149754" y="121339"/>
                </a:lnTo>
                <a:lnTo>
                  <a:pt x="2171043" y="121339"/>
                </a:lnTo>
                <a:lnTo>
                  <a:pt x="2192322" y="121339"/>
                </a:lnTo>
                <a:lnTo>
                  <a:pt x="2213610" y="121339"/>
                </a:lnTo>
                <a:lnTo>
                  <a:pt x="2234898" y="121339"/>
                </a:lnTo>
                <a:lnTo>
                  <a:pt x="2256177" y="121339"/>
                </a:lnTo>
                <a:lnTo>
                  <a:pt x="2276056" y="114738"/>
                </a:lnTo>
                <a:lnTo>
                  <a:pt x="2295477" y="106042"/>
                </a:lnTo>
                <a:lnTo>
                  <a:pt x="2314908" y="97346"/>
                </a:lnTo>
                <a:lnTo>
                  <a:pt x="2334339" y="88649"/>
                </a:lnTo>
                <a:lnTo>
                  <a:pt x="2353770" y="79962"/>
                </a:lnTo>
                <a:lnTo>
                  <a:pt x="2373192" y="71266"/>
                </a:lnTo>
                <a:lnTo>
                  <a:pt x="2392623" y="62570"/>
                </a:lnTo>
                <a:lnTo>
                  <a:pt x="2412054" y="53883"/>
                </a:lnTo>
                <a:lnTo>
                  <a:pt x="2431475" y="45187"/>
                </a:lnTo>
                <a:lnTo>
                  <a:pt x="2450906" y="36490"/>
                </a:lnTo>
                <a:lnTo>
                  <a:pt x="2470337" y="27794"/>
                </a:lnTo>
                <a:lnTo>
                  <a:pt x="2489768" y="19107"/>
                </a:lnTo>
                <a:lnTo>
                  <a:pt x="2509190" y="10411"/>
                </a:lnTo>
                <a:lnTo>
                  <a:pt x="2528621" y="1715"/>
                </a:lnTo>
                <a:lnTo>
                  <a:pt x="2515381" y="0"/>
                </a:lnTo>
                <a:lnTo>
                  <a:pt x="2494093" y="0"/>
                </a:lnTo>
                <a:lnTo>
                  <a:pt x="2472814" y="0"/>
                </a:lnTo>
                <a:lnTo>
                  <a:pt x="2451525" y="0"/>
                </a:lnTo>
                <a:lnTo>
                  <a:pt x="2430237" y="0"/>
                </a:lnTo>
                <a:lnTo>
                  <a:pt x="2408958" y="0"/>
                </a:lnTo>
                <a:lnTo>
                  <a:pt x="2387670" y="0"/>
                </a:lnTo>
                <a:lnTo>
                  <a:pt x="2366391" y="0"/>
                </a:lnTo>
                <a:lnTo>
                  <a:pt x="2345103" y="0"/>
                </a:lnTo>
                <a:lnTo>
                  <a:pt x="2323814" y="0"/>
                </a:lnTo>
                <a:lnTo>
                  <a:pt x="2302535" y="0"/>
                </a:lnTo>
                <a:lnTo>
                  <a:pt x="2281247" y="0"/>
                </a:lnTo>
                <a:lnTo>
                  <a:pt x="2259959" y="0"/>
                </a:lnTo>
                <a:lnTo>
                  <a:pt x="2238680" y="0"/>
                </a:lnTo>
                <a:lnTo>
                  <a:pt x="2217391" y="0"/>
                </a:lnTo>
                <a:lnTo>
                  <a:pt x="2196113" y="0"/>
                </a:lnTo>
                <a:lnTo>
                  <a:pt x="2174824" y="0"/>
                </a:lnTo>
                <a:lnTo>
                  <a:pt x="2153536" y="0"/>
                </a:lnTo>
                <a:lnTo>
                  <a:pt x="2132257" y="0"/>
                </a:lnTo>
                <a:lnTo>
                  <a:pt x="2110969" y="0"/>
                </a:lnTo>
                <a:lnTo>
                  <a:pt x="2089690" y="0"/>
                </a:lnTo>
                <a:lnTo>
                  <a:pt x="2068401" y="0"/>
                </a:lnTo>
                <a:lnTo>
                  <a:pt x="2047113" y="0"/>
                </a:lnTo>
                <a:lnTo>
                  <a:pt x="2025834" y="0"/>
                </a:lnTo>
                <a:lnTo>
                  <a:pt x="2004546" y="0"/>
                </a:lnTo>
                <a:lnTo>
                  <a:pt x="1983257" y="0"/>
                </a:lnTo>
                <a:lnTo>
                  <a:pt x="1961979" y="0"/>
                </a:lnTo>
                <a:lnTo>
                  <a:pt x="1940690" y="0"/>
                </a:lnTo>
                <a:lnTo>
                  <a:pt x="1919411" y="0"/>
                </a:lnTo>
                <a:lnTo>
                  <a:pt x="1898123" y="0"/>
                </a:lnTo>
                <a:lnTo>
                  <a:pt x="1876835" y="0"/>
                </a:lnTo>
                <a:lnTo>
                  <a:pt x="1855556" y="0"/>
                </a:lnTo>
                <a:lnTo>
                  <a:pt x="1834267" y="0"/>
                </a:lnTo>
                <a:lnTo>
                  <a:pt x="1812989" y="0"/>
                </a:lnTo>
                <a:lnTo>
                  <a:pt x="1791700" y="0"/>
                </a:lnTo>
                <a:lnTo>
                  <a:pt x="1770412" y="0"/>
                </a:lnTo>
                <a:lnTo>
                  <a:pt x="1749133" y="0"/>
                </a:lnTo>
                <a:lnTo>
                  <a:pt x="1727845" y="0"/>
                </a:lnTo>
                <a:lnTo>
                  <a:pt x="1706556" y="0"/>
                </a:lnTo>
                <a:lnTo>
                  <a:pt x="1685277" y="0"/>
                </a:lnTo>
                <a:lnTo>
                  <a:pt x="1663989" y="0"/>
                </a:lnTo>
                <a:lnTo>
                  <a:pt x="1642710" y="0"/>
                </a:lnTo>
                <a:lnTo>
                  <a:pt x="1621422" y="0"/>
                </a:lnTo>
                <a:lnTo>
                  <a:pt x="1600133" y="0"/>
                </a:lnTo>
                <a:lnTo>
                  <a:pt x="1578854" y="0"/>
                </a:lnTo>
                <a:lnTo>
                  <a:pt x="1557566" y="0"/>
                </a:lnTo>
                <a:lnTo>
                  <a:pt x="1536287" y="0"/>
                </a:lnTo>
                <a:lnTo>
                  <a:pt x="1514999" y="0"/>
                </a:lnTo>
                <a:lnTo>
                  <a:pt x="1493711" y="0"/>
                </a:lnTo>
                <a:lnTo>
                  <a:pt x="1472432" y="0"/>
                </a:lnTo>
                <a:lnTo>
                  <a:pt x="1451143" y="0"/>
                </a:lnTo>
                <a:lnTo>
                  <a:pt x="1429855" y="0"/>
                </a:lnTo>
                <a:lnTo>
                  <a:pt x="1408576" y="0"/>
                </a:lnTo>
                <a:lnTo>
                  <a:pt x="1387288" y="0"/>
                </a:lnTo>
                <a:lnTo>
                  <a:pt x="1366009" y="0"/>
                </a:lnTo>
                <a:lnTo>
                  <a:pt x="1344720" y="0"/>
                </a:lnTo>
                <a:lnTo>
                  <a:pt x="1323432" y="0"/>
                </a:lnTo>
                <a:lnTo>
                  <a:pt x="1302153" y="0"/>
                </a:lnTo>
                <a:lnTo>
                  <a:pt x="1280865" y="0"/>
                </a:lnTo>
                <a:lnTo>
                  <a:pt x="1259586" y="0"/>
                </a:lnTo>
                <a:lnTo>
                  <a:pt x="1238298" y="0"/>
                </a:lnTo>
                <a:lnTo>
                  <a:pt x="1217009" y="0"/>
                </a:lnTo>
                <a:lnTo>
                  <a:pt x="1195730" y="0"/>
                </a:lnTo>
                <a:lnTo>
                  <a:pt x="1174442" y="0"/>
                </a:lnTo>
                <a:lnTo>
                  <a:pt x="1153154" y="0"/>
                </a:lnTo>
                <a:lnTo>
                  <a:pt x="1131875" y="0"/>
                </a:lnTo>
                <a:lnTo>
                  <a:pt x="1110586" y="0"/>
                </a:lnTo>
                <a:lnTo>
                  <a:pt x="1089308" y="0"/>
                </a:lnTo>
                <a:lnTo>
                  <a:pt x="1068019" y="0"/>
                </a:lnTo>
                <a:lnTo>
                  <a:pt x="1046731" y="0"/>
                </a:lnTo>
                <a:lnTo>
                  <a:pt x="1025452" y="0"/>
                </a:lnTo>
                <a:lnTo>
                  <a:pt x="1004164" y="0"/>
                </a:lnTo>
                <a:lnTo>
                  <a:pt x="982885" y="0"/>
                </a:lnTo>
                <a:lnTo>
                  <a:pt x="961596" y="0"/>
                </a:lnTo>
                <a:lnTo>
                  <a:pt x="940308" y="0"/>
                </a:lnTo>
                <a:lnTo>
                  <a:pt x="919029" y="0"/>
                </a:lnTo>
                <a:lnTo>
                  <a:pt x="897741" y="0"/>
                </a:lnTo>
                <a:lnTo>
                  <a:pt x="876452" y="0"/>
                </a:lnTo>
                <a:lnTo>
                  <a:pt x="855174" y="0"/>
                </a:lnTo>
                <a:lnTo>
                  <a:pt x="833885" y="0"/>
                </a:lnTo>
                <a:lnTo>
                  <a:pt x="812606" y="0"/>
                </a:lnTo>
                <a:lnTo>
                  <a:pt x="791318" y="0"/>
                </a:lnTo>
                <a:lnTo>
                  <a:pt x="770030" y="0"/>
                </a:lnTo>
                <a:lnTo>
                  <a:pt x="748751" y="0"/>
                </a:lnTo>
                <a:lnTo>
                  <a:pt x="727462" y="0"/>
                </a:lnTo>
                <a:lnTo>
                  <a:pt x="706184" y="0"/>
                </a:lnTo>
                <a:lnTo>
                  <a:pt x="684895" y="0"/>
                </a:lnTo>
                <a:lnTo>
                  <a:pt x="663607" y="0"/>
                </a:lnTo>
                <a:lnTo>
                  <a:pt x="642328" y="0"/>
                </a:lnTo>
                <a:lnTo>
                  <a:pt x="621040" y="0"/>
                </a:lnTo>
                <a:lnTo>
                  <a:pt x="599751" y="0"/>
                </a:lnTo>
                <a:lnTo>
                  <a:pt x="578472" y="0"/>
                </a:lnTo>
                <a:lnTo>
                  <a:pt x="557184" y="0"/>
                </a:lnTo>
                <a:lnTo>
                  <a:pt x="535905" y="0"/>
                </a:lnTo>
                <a:lnTo>
                  <a:pt x="514617" y="0"/>
                </a:lnTo>
                <a:lnTo>
                  <a:pt x="493328" y="0"/>
                </a:lnTo>
                <a:lnTo>
                  <a:pt x="472049" y="0"/>
                </a:lnTo>
                <a:lnTo>
                  <a:pt x="450761" y="0"/>
                </a:lnTo>
                <a:lnTo>
                  <a:pt x="429482" y="0"/>
                </a:lnTo>
                <a:lnTo>
                  <a:pt x="408346" y="1048"/>
                </a:lnTo>
                <a:lnTo>
                  <a:pt x="387925" y="7058"/>
                </a:lnTo>
                <a:lnTo>
                  <a:pt x="367513" y="13078"/>
                </a:lnTo>
                <a:lnTo>
                  <a:pt x="347091" y="19088"/>
                </a:lnTo>
                <a:lnTo>
                  <a:pt x="326679" y="25108"/>
                </a:lnTo>
                <a:lnTo>
                  <a:pt x="306257" y="31118"/>
                </a:lnTo>
                <a:lnTo>
                  <a:pt x="285845" y="37138"/>
                </a:lnTo>
                <a:lnTo>
                  <a:pt x="265424" y="43148"/>
                </a:lnTo>
                <a:lnTo>
                  <a:pt x="245002" y="49168"/>
                </a:lnTo>
                <a:lnTo>
                  <a:pt x="224590" y="55178"/>
                </a:lnTo>
                <a:lnTo>
                  <a:pt x="204168" y="61189"/>
                </a:lnTo>
                <a:lnTo>
                  <a:pt x="183756" y="67208"/>
                </a:lnTo>
                <a:lnTo>
                  <a:pt x="163335" y="73219"/>
                </a:lnTo>
                <a:lnTo>
                  <a:pt x="142923" y="79238"/>
                </a:lnTo>
                <a:lnTo>
                  <a:pt x="122501" y="85249"/>
                </a:lnTo>
                <a:lnTo>
                  <a:pt x="102089" y="91269"/>
                </a:lnTo>
                <a:lnTo>
                  <a:pt x="81667" y="97279"/>
                </a:lnTo>
                <a:lnTo>
                  <a:pt x="61255" y="103299"/>
                </a:lnTo>
                <a:lnTo>
                  <a:pt x="40834" y="109309"/>
                </a:lnTo>
                <a:lnTo>
                  <a:pt x="20422" y="115329"/>
                </a:lnTo>
                <a:lnTo>
                  <a:pt x="0" y="121339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60E37591-7E91-4B4E-BA40-EA903F4D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3175" y="4940065"/>
            <a:ext cx="2359457" cy="121339"/>
          </a:xfrm>
          <a:custGeom xmlns:a="http://schemas.openxmlformats.org/drawingml/2006/main">
            <a:pathLst>
              <a:path w="2359457" h="121339">
                <a:moveTo>
                  <a:pt x="0" y="121339"/>
                </a:moveTo>
                <a:lnTo>
                  <a:pt x="18926" y="121339"/>
                </a:lnTo>
                <a:lnTo>
                  <a:pt x="37852" y="121339"/>
                </a:lnTo>
                <a:lnTo>
                  <a:pt x="56779" y="121339"/>
                </a:lnTo>
                <a:lnTo>
                  <a:pt x="75714" y="121339"/>
                </a:lnTo>
                <a:lnTo>
                  <a:pt x="94640" y="121339"/>
                </a:lnTo>
                <a:lnTo>
                  <a:pt x="113567" y="121339"/>
                </a:lnTo>
                <a:lnTo>
                  <a:pt x="132493" y="121339"/>
                </a:lnTo>
                <a:lnTo>
                  <a:pt x="151419" y="121339"/>
                </a:lnTo>
                <a:lnTo>
                  <a:pt x="170345" y="121339"/>
                </a:lnTo>
                <a:lnTo>
                  <a:pt x="189281" y="121339"/>
                </a:lnTo>
                <a:lnTo>
                  <a:pt x="208207" y="121339"/>
                </a:lnTo>
                <a:lnTo>
                  <a:pt x="227133" y="121339"/>
                </a:lnTo>
                <a:lnTo>
                  <a:pt x="246059" y="121339"/>
                </a:lnTo>
                <a:lnTo>
                  <a:pt x="264986" y="121339"/>
                </a:lnTo>
                <a:lnTo>
                  <a:pt x="283912" y="121339"/>
                </a:lnTo>
                <a:lnTo>
                  <a:pt x="302847" y="121339"/>
                </a:lnTo>
                <a:lnTo>
                  <a:pt x="321774" y="121339"/>
                </a:lnTo>
                <a:lnTo>
                  <a:pt x="340700" y="121339"/>
                </a:lnTo>
                <a:lnTo>
                  <a:pt x="359626" y="121339"/>
                </a:lnTo>
                <a:lnTo>
                  <a:pt x="378552" y="121339"/>
                </a:lnTo>
                <a:lnTo>
                  <a:pt x="397478" y="121339"/>
                </a:lnTo>
                <a:lnTo>
                  <a:pt x="416414" y="121339"/>
                </a:lnTo>
                <a:lnTo>
                  <a:pt x="435340" y="121339"/>
                </a:lnTo>
                <a:lnTo>
                  <a:pt x="454266" y="121339"/>
                </a:lnTo>
                <a:lnTo>
                  <a:pt x="473192" y="121339"/>
                </a:lnTo>
                <a:lnTo>
                  <a:pt x="492119" y="121339"/>
                </a:lnTo>
                <a:lnTo>
                  <a:pt x="511045" y="121339"/>
                </a:lnTo>
                <a:lnTo>
                  <a:pt x="529981" y="121339"/>
                </a:lnTo>
                <a:lnTo>
                  <a:pt x="548907" y="121339"/>
                </a:lnTo>
                <a:lnTo>
                  <a:pt x="567833" y="121339"/>
                </a:lnTo>
                <a:lnTo>
                  <a:pt x="586759" y="121339"/>
                </a:lnTo>
                <a:lnTo>
                  <a:pt x="605685" y="121339"/>
                </a:lnTo>
                <a:lnTo>
                  <a:pt x="624611" y="121339"/>
                </a:lnTo>
                <a:lnTo>
                  <a:pt x="643547" y="121339"/>
                </a:lnTo>
                <a:lnTo>
                  <a:pt x="662473" y="121339"/>
                </a:lnTo>
                <a:lnTo>
                  <a:pt x="681399" y="121339"/>
                </a:lnTo>
                <a:lnTo>
                  <a:pt x="700326" y="121339"/>
                </a:lnTo>
                <a:lnTo>
                  <a:pt x="719252" y="121339"/>
                </a:lnTo>
                <a:lnTo>
                  <a:pt x="738178" y="121339"/>
                </a:lnTo>
                <a:lnTo>
                  <a:pt x="757114" y="121339"/>
                </a:lnTo>
                <a:lnTo>
                  <a:pt x="776040" y="121339"/>
                </a:lnTo>
                <a:lnTo>
                  <a:pt x="794966" y="121339"/>
                </a:lnTo>
                <a:lnTo>
                  <a:pt x="813892" y="121339"/>
                </a:lnTo>
                <a:lnTo>
                  <a:pt x="832818" y="121339"/>
                </a:lnTo>
                <a:lnTo>
                  <a:pt x="851745" y="121339"/>
                </a:lnTo>
                <a:lnTo>
                  <a:pt x="870680" y="121339"/>
                </a:lnTo>
                <a:lnTo>
                  <a:pt x="889606" y="121339"/>
                </a:lnTo>
                <a:lnTo>
                  <a:pt x="908533" y="121339"/>
                </a:lnTo>
                <a:lnTo>
                  <a:pt x="927459" y="121339"/>
                </a:lnTo>
                <a:lnTo>
                  <a:pt x="946385" y="121339"/>
                </a:lnTo>
                <a:lnTo>
                  <a:pt x="965311" y="121339"/>
                </a:lnTo>
                <a:lnTo>
                  <a:pt x="984247" y="121339"/>
                </a:lnTo>
                <a:lnTo>
                  <a:pt x="1003173" y="121339"/>
                </a:lnTo>
                <a:lnTo>
                  <a:pt x="1022099" y="121339"/>
                </a:lnTo>
                <a:lnTo>
                  <a:pt x="1041025" y="121339"/>
                </a:lnTo>
                <a:lnTo>
                  <a:pt x="1059952" y="121339"/>
                </a:lnTo>
                <a:lnTo>
                  <a:pt x="1078878" y="121339"/>
                </a:lnTo>
                <a:lnTo>
                  <a:pt x="1097813" y="121339"/>
                </a:lnTo>
                <a:lnTo>
                  <a:pt x="1116740" y="121339"/>
                </a:lnTo>
                <a:lnTo>
                  <a:pt x="1135666" y="121339"/>
                </a:lnTo>
                <a:lnTo>
                  <a:pt x="1154592" y="121339"/>
                </a:lnTo>
                <a:lnTo>
                  <a:pt x="1173518" y="121339"/>
                </a:lnTo>
                <a:lnTo>
                  <a:pt x="1192444" y="121339"/>
                </a:lnTo>
                <a:lnTo>
                  <a:pt x="1211380" y="121339"/>
                </a:lnTo>
                <a:lnTo>
                  <a:pt x="1230306" y="121339"/>
                </a:lnTo>
                <a:lnTo>
                  <a:pt x="1249232" y="121339"/>
                </a:lnTo>
                <a:lnTo>
                  <a:pt x="1268158" y="121339"/>
                </a:lnTo>
                <a:lnTo>
                  <a:pt x="1287085" y="121339"/>
                </a:lnTo>
                <a:lnTo>
                  <a:pt x="1306011" y="121339"/>
                </a:lnTo>
                <a:lnTo>
                  <a:pt x="1324947" y="121339"/>
                </a:lnTo>
                <a:lnTo>
                  <a:pt x="1343873" y="121339"/>
                </a:lnTo>
                <a:lnTo>
                  <a:pt x="1362799" y="121339"/>
                </a:lnTo>
                <a:lnTo>
                  <a:pt x="1381725" y="121339"/>
                </a:lnTo>
                <a:lnTo>
                  <a:pt x="1400651" y="121339"/>
                </a:lnTo>
                <a:lnTo>
                  <a:pt x="1419577" y="121339"/>
                </a:lnTo>
                <a:lnTo>
                  <a:pt x="1438513" y="121339"/>
                </a:lnTo>
                <a:lnTo>
                  <a:pt x="1457439" y="121339"/>
                </a:lnTo>
                <a:lnTo>
                  <a:pt x="1476365" y="121339"/>
                </a:lnTo>
                <a:lnTo>
                  <a:pt x="1495292" y="121339"/>
                </a:lnTo>
                <a:lnTo>
                  <a:pt x="1514218" y="121339"/>
                </a:lnTo>
                <a:lnTo>
                  <a:pt x="1533144" y="121339"/>
                </a:lnTo>
                <a:lnTo>
                  <a:pt x="1552080" y="121339"/>
                </a:lnTo>
                <a:lnTo>
                  <a:pt x="1571006" y="121339"/>
                </a:lnTo>
                <a:lnTo>
                  <a:pt x="1589932" y="121339"/>
                </a:lnTo>
                <a:lnTo>
                  <a:pt x="1608858" y="121339"/>
                </a:lnTo>
                <a:lnTo>
                  <a:pt x="1627784" y="121339"/>
                </a:lnTo>
                <a:lnTo>
                  <a:pt x="1646711" y="121339"/>
                </a:lnTo>
                <a:lnTo>
                  <a:pt x="1665646" y="121339"/>
                </a:lnTo>
                <a:lnTo>
                  <a:pt x="1684572" y="121339"/>
                </a:lnTo>
                <a:lnTo>
                  <a:pt x="1703499" y="121339"/>
                </a:lnTo>
                <a:lnTo>
                  <a:pt x="1722425" y="121339"/>
                </a:lnTo>
                <a:lnTo>
                  <a:pt x="1741351" y="121339"/>
                </a:lnTo>
                <a:lnTo>
                  <a:pt x="1760277" y="121339"/>
                </a:lnTo>
                <a:lnTo>
                  <a:pt x="1779213" y="121339"/>
                </a:lnTo>
                <a:lnTo>
                  <a:pt x="1798139" y="121339"/>
                </a:lnTo>
                <a:lnTo>
                  <a:pt x="1817065" y="121339"/>
                </a:lnTo>
                <a:lnTo>
                  <a:pt x="1835991" y="121339"/>
                </a:lnTo>
                <a:lnTo>
                  <a:pt x="1854918" y="121339"/>
                </a:lnTo>
                <a:lnTo>
                  <a:pt x="1873844" y="121339"/>
                </a:lnTo>
                <a:lnTo>
                  <a:pt x="1892779" y="121339"/>
                </a:lnTo>
                <a:lnTo>
                  <a:pt x="1911706" y="121339"/>
                </a:lnTo>
                <a:lnTo>
                  <a:pt x="1930632" y="121339"/>
                </a:lnTo>
                <a:lnTo>
                  <a:pt x="1949558" y="121339"/>
                </a:lnTo>
                <a:lnTo>
                  <a:pt x="1968484" y="121339"/>
                </a:lnTo>
                <a:lnTo>
                  <a:pt x="1987410" y="121339"/>
                </a:lnTo>
                <a:lnTo>
                  <a:pt x="2006346" y="121339"/>
                </a:lnTo>
                <a:lnTo>
                  <a:pt x="2025272" y="121339"/>
                </a:lnTo>
                <a:lnTo>
                  <a:pt x="2044198" y="121339"/>
                </a:lnTo>
                <a:lnTo>
                  <a:pt x="2063125" y="121339"/>
                </a:lnTo>
                <a:lnTo>
                  <a:pt x="2082051" y="121339"/>
                </a:lnTo>
                <a:lnTo>
                  <a:pt x="2099453" y="114033"/>
                </a:lnTo>
                <a:lnTo>
                  <a:pt x="2116779" y="106432"/>
                </a:lnTo>
                <a:lnTo>
                  <a:pt x="2134114" y="98831"/>
                </a:lnTo>
                <a:lnTo>
                  <a:pt x="2151450" y="91230"/>
                </a:lnTo>
                <a:lnTo>
                  <a:pt x="2168785" y="83630"/>
                </a:lnTo>
                <a:lnTo>
                  <a:pt x="2186121" y="76029"/>
                </a:lnTo>
                <a:lnTo>
                  <a:pt x="2203456" y="68418"/>
                </a:lnTo>
                <a:lnTo>
                  <a:pt x="2220782" y="60817"/>
                </a:lnTo>
                <a:lnTo>
                  <a:pt x="2238118" y="53216"/>
                </a:lnTo>
                <a:lnTo>
                  <a:pt x="2255453" y="45615"/>
                </a:lnTo>
                <a:lnTo>
                  <a:pt x="2272789" y="38014"/>
                </a:lnTo>
                <a:lnTo>
                  <a:pt x="2290124" y="30413"/>
                </a:lnTo>
                <a:lnTo>
                  <a:pt x="2307460" y="22812"/>
                </a:lnTo>
                <a:lnTo>
                  <a:pt x="2324786" y="15202"/>
                </a:lnTo>
                <a:lnTo>
                  <a:pt x="2342121" y="7601"/>
                </a:lnTo>
                <a:lnTo>
                  <a:pt x="23594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D036CC9D-74DF-48F3-B859-AE72422B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9578" y="4940065"/>
            <a:ext cx="19530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75C843EE-E4CB-4791-A504-3D2C05AF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35833" y="4531052"/>
            <a:ext cx="131112" cy="189786"/>
          </a:xfrm>
          <a:custGeom xmlns:a="http://schemas.openxmlformats.org/drawingml/2006/main">
            <a:pathLst>
              <a:path w="131112" h="189786">
                <a:moveTo>
                  <a:pt x="0" y="88011"/>
                </a:moveTo>
                <a:lnTo>
                  <a:pt x="0" y="104813"/>
                </a:lnTo>
                <a:lnTo>
                  <a:pt x="0" y="121615"/>
                </a:lnTo>
                <a:lnTo>
                  <a:pt x="0" y="138417"/>
                </a:lnTo>
                <a:lnTo>
                  <a:pt x="0" y="155219"/>
                </a:lnTo>
                <a:lnTo>
                  <a:pt x="0" y="172022"/>
                </a:lnTo>
                <a:lnTo>
                  <a:pt x="0" y="188824"/>
                </a:lnTo>
                <a:lnTo>
                  <a:pt x="8144" y="189786"/>
                </a:lnTo>
                <a:lnTo>
                  <a:pt x="21803" y="180013"/>
                </a:lnTo>
                <a:lnTo>
                  <a:pt x="35462" y="170231"/>
                </a:lnTo>
                <a:lnTo>
                  <a:pt x="49130" y="160449"/>
                </a:lnTo>
                <a:lnTo>
                  <a:pt x="62789" y="150666"/>
                </a:lnTo>
                <a:lnTo>
                  <a:pt x="76457" y="140894"/>
                </a:lnTo>
                <a:lnTo>
                  <a:pt x="90116" y="131112"/>
                </a:lnTo>
                <a:lnTo>
                  <a:pt x="103784" y="121329"/>
                </a:lnTo>
                <a:lnTo>
                  <a:pt x="117443" y="111547"/>
                </a:lnTo>
                <a:lnTo>
                  <a:pt x="131102" y="101775"/>
                </a:lnTo>
                <a:lnTo>
                  <a:pt x="131112" y="84973"/>
                </a:lnTo>
                <a:lnTo>
                  <a:pt x="131112" y="68170"/>
                </a:lnTo>
                <a:lnTo>
                  <a:pt x="131112" y="51368"/>
                </a:lnTo>
                <a:lnTo>
                  <a:pt x="131112" y="34566"/>
                </a:lnTo>
                <a:lnTo>
                  <a:pt x="131112" y="17764"/>
                </a:lnTo>
                <a:lnTo>
                  <a:pt x="131112" y="962"/>
                </a:lnTo>
                <a:lnTo>
                  <a:pt x="122968" y="0"/>
                </a:lnTo>
                <a:lnTo>
                  <a:pt x="109309" y="9782"/>
                </a:lnTo>
                <a:lnTo>
                  <a:pt x="95641" y="19555"/>
                </a:lnTo>
                <a:lnTo>
                  <a:pt x="81982" y="29337"/>
                </a:lnTo>
                <a:lnTo>
                  <a:pt x="68313" y="39119"/>
                </a:lnTo>
                <a:lnTo>
                  <a:pt x="54654" y="48892"/>
                </a:lnTo>
                <a:lnTo>
                  <a:pt x="40986" y="58674"/>
                </a:lnTo>
                <a:lnTo>
                  <a:pt x="27327" y="68456"/>
                </a:lnTo>
                <a:lnTo>
                  <a:pt x="13659" y="78229"/>
                </a:lnTo>
                <a:lnTo>
                  <a:pt x="0" y="88011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0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68BD4082-AB7C-4041-8A81-E892720E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5218" y="4525223"/>
            <a:ext cx="2385898" cy="93840"/>
          </a:xfrm>
          <a:custGeom xmlns:a="http://schemas.openxmlformats.org/drawingml/2006/main">
            <a:pathLst>
              <a:path w="2385898" h="93840">
                <a:moveTo>
                  <a:pt x="0" y="93840"/>
                </a:moveTo>
                <a:lnTo>
                  <a:pt x="20126" y="93840"/>
                </a:lnTo>
                <a:lnTo>
                  <a:pt x="40243" y="93840"/>
                </a:lnTo>
                <a:lnTo>
                  <a:pt x="60369" y="93840"/>
                </a:lnTo>
                <a:lnTo>
                  <a:pt x="80486" y="93840"/>
                </a:lnTo>
                <a:lnTo>
                  <a:pt x="100613" y="93840"/>
                </a:lnTo>
                <a:lnTo>
                  <a:pt x="120729" y="93840"/>
                </a:lnTo>
                <a:lnTo>
                  <a:pt x="140856" y="93840"/>
                </a:lnTo>
                <a:lnTo>
                  <a:pt x="160982" y="93840"/>
                </a:lnTo>
                <a:lnTo>
                  <a:pt x="181099" y="93840"/>
                </a:lnTo>
                <a:lnTo>
                  <a:pt x="201225" y="93840"/>
                </a:lnTo>
                <a:lnTo>
                  <a:pt x="221342" y="93840"/>
                </a:lnTo>
                <a:lnTo>
                  <a:pt x="241468" y="93840"/>
                </a:lnTo>
                <a:lnTo>
                  <a:pt x="261595" y="93840"/>
                </a:lnTo>
                <a:lnTo>
                  <a:pt x="281711" y="93840"/>
                </a:lnTo>
                <a:lnTo>
                  <a:pt x="301838" y="93840"/>
                </a:lnTo>
                <a:lnTo>
                  <a:pt x="321955" y="93840"/>
                </a:lnTo>
                <a:lnTo>
                  <a:pt x="342081" y="93840"/>
                </a:lnTo>
                <a:lnTo>
                  <a:pt x="362198" y="93840"/>
                </a:lnTo>
                <a:lnTo>
                  <a:pt x="382324" y="93840"/>
                </a:lnTo>
                <a:lnTo>
                  <a:pt x="402450" y="93840"/>
                </a:lnTo>
                <a:lnTo>
                  <a:pt x="422567" y="93840"/>
                </a:lnTo>
                <a:lnTo>
                  <a:pt x="442693" y="93840"/>
                </a:lnTo>
                <a:lnTo>
                  <a:pt x="462810" y="93840"/>
                </a:lnTo>
                <a:lnTo>
                  <a:pt x="482937" y="93840"/>
                </a:lnTo>
                <a:lnTo>
                  <a:pt x="503053" y="93840"/>
                </a:lnTo>
                <a:lnTo>
                  <a:pt x="523180" y="93840"/>
                </a:lnTo>
                <a:lnTo>
                  <a:pt x="543306" y="93840"/>
                </a:lnTo>
                <a:lnTo>
                  <a:pt x="563423" y="93840"/>
                </a:lnTo>
                <a:lnTo>
                  <a:pt x="583549" y="93840"/>
                </a:lnTo>
                <a:lnTo>
                  <a:pt x="603666" y="93840"/>
                </a:lnTo>
                <a:lnTo>
                  <a:pt x="623792" y="93840"/>
                </a:lnTo>
                <a:lnTo>
                  <a:pt x="643919" y="93840"/>
                </a:lnTo>
                <a:lnTo>
                  <a:pt x="664035" y="93840"/>
                </a:lnTo>
                <a:lnTo>
                  <a:pt x="684162" y="93840"/>
                </a:lnTo>
                <a:lnTo>
                  <a:pt x="704279" y="93840"/>
                </a:lnTo>
                <a:lnTo>
                  <a:pt x="724405" y="93840"/>
                </a:lnTo>
                <a:lnTo>
                  <a:pt x="744522" y="93840"/>
                </a:lnTo>
                <a:lnTo>
                  <a:pt x="764648" y="93840"/>
                </a:lnTo>
                <a:lnTo>
                  <a:pt x="784774" y="93840"/>
                </a:lnTo>
                <a:lnTo>
                  <a:pt x="804891" y="93840"/>
                </a:lnTo>
                <a:lnTo>
                  <a:pt x="825017" y="93840"/>
                </a:lnTo>
                <a:lnTo>
                  <a:pt x="845134" y="93840"/>
                </a:lnTo>
                <a:lnTo>
                  <a:pt x="865261" y="93840"/>
                </a:lnTo>
                <a:lnTo>
                  <a:pt x="885377" y="93840"/>
                </a:lnTo>
                <a:lnTo>
                  <a:pt x="905504" y="93840"/>
                </a:lnTo>
                <a:lnTo>
                  <a:pt x="925630" y="93840"/>
                </a:lnTo>
                <a:lnTo>
                  <a:pt x="945747" y="93840"/>
                </a:lnTo>
                <a:lnTo>
                  <a:pt x="965873" y="93840"/>
                </a:lnTo>
                <a:lnTo>
                  <a:pt x="985990" y="93840"/>
                </a:lnTo>
                <a:lnTo>
                  <a:pt x="1006116" y="93840"/>
                </a:lnTo>
                <a:lnTo>
                  <a:pt x="1026243" y="93840"/>
                </a:lnTo>
                <a:lnTo>
                  <a:pt x="1046359" y="93840"/>
                </a:lnTo>
                <a:lnTo>
                  <a:pt x="1066486" y="93840"/>
                </a:lnTo>
                <a:lnTo>
                  <a:pt x="1086602" y="93840"/>
                </a:lnTo>
                <a:lnTo>
                  <a:pt x="1106729" y="93840"/>
                </a:lnTo>
                <a:lnTo>
                  <a:pt x="1126846" y="93840"/>
                </a:lnTo>
                <a:lnTo>
                  <a:pt x="1146972" y="93840"/>
                </a:lnTo>
                <a:lnTo>
                  <a:pt x="1167098" y="93840"/>
                </a:lnTo>
                <a:lnTo>
                  <a:pt x="1187215" y="93840"/>
                </a:lnTo>
                <a:lnTo>
                  <a:pt x="1207341" y="93840"/>
                </a:lnTo>
                <a:lnTo>
                  <a:pt x="1227458" y="93840"/>
                </a:lnTo>
                <a:lnTo>
                  <a:pt x="1247585" y="93840"/>
                </a:lnTo>
                <a:lnTo>
                  <a:pt x="1267701" y="93840"/>
                </a:lnTo>
                <a:lnTo>
                  <a:pt x="1287828" y="93840"/>
                </a:lnTo>
                <a:lnTo>
                  <a:pt x="1307954" y="93840"/>
                </a:lnTo>
                <a:lnTo>
                  <a:pt x="1328071" y="93840"/>
                </a:lnTo>
                <a:lnTo>
                  <a:pt x="1348197" y="93840"/>
                </a:lnTo>
                <a:lnTo>
                  <a:pt x="1368314" y="93840"/>
                </a:lnTo>
                <a:lnTo>
                  <a:pt x="1388440" y="93840"/>
                </a:lnTo>
                <a:lnTo>
                  <a:pt x="1408557" y="93840"/>
                </a:lnTo>
                <a:lnTo>
                  <a:pt x="1428683" y="93840"/>
                </a:lnTo>
                <a:lnTo>
                  <a:pt x="1448810" y="93840"/>
                </a:lnTo>
                <a:lnTo>
                  <a:pt x="1468926" y="93840"/>
                </a:lnTo>
                <a:lnTo>
                  <a:pt x="1489053" y="93840"/>
                </a:lnTo>
                <a:lnTo>
                  <a:pt x="1509170" y="93840"/>
                </a:lnTo>
                <a:lnTo>
                  <a:pt x="1529296" y="93840"/>
                </a:lnTo>
                <a:lnTo>
                  <a:pt x="1549422" y="93840"/>
                </a:lnTo>
                <a:lnTo>
                  <a:pt x="1569539" y="93840"/>
                </a:lnTo>
                <a:lnTo>
                  <a:pt x="1589665" y="93840"/>
                </a:lnTo>
                <a:lnTo>
                  <a:pt x="1609782" y="93840"/>
                </a:lnTo>
                <a:lnTo>
                  <a:pt x="1629908" y="93840"/>
                </a:lnTo>
                <a:lnTo>
                  <a:pt x="1650025" y="93840"/>
                </a:lnTo>
                <a:lnTo>
                  <a:pt x="1670152" y="93840"/>
                </a:lnTo>
                <a:lnTo>
                  <a:pt x="1690278" y="93840"/>
                </a:lnTo>
                <a:lnTo>
                  <a:pt x="1710395" y="93840"/>
                </a:lnTo>
                <a:lnTo>
                  <a:pt x="1730521" y="93840"/>
                </a:lnTo>
                <a:lnTo>
                  <a:pt x="1750638" y="93840"/>
                </a:lnTo>
                <a:lnTo>
                  <a:pt x="1770764" y="93840"/>
                </a:lnTo>
                <a:lnTo>
                  <a:pt x="1790881" y="93840"/>
                </a:lnTo>
                <a:lnTo>
                  <a:pt x="1811007" y="93840"/>
                </a:lnTo>
                <a:lnTo>
                  <a:pt x="1831134" y="93840"/>
                </a:lnTo>
                <a:lnTo>
                  <a:pt x="1851250" y="93840"/>
                </a:lnTo>
                <a:lnTo>
                  <a:pt x="1871377" y="93840"/>
                </a:lnTo>
                <a:lnTo>
                  <a:pt x="1891494" y="93840"/>
                </a:lnTo>
                <a:lnTo>
                  <a:pt x="1911620" y="93840"/>
                </a:lnTo>
                <a:lnTo>
                  <a:pt x="1931746" y="93840"/>
                </a:lnTo>
                <a:lnTo>
                  <a:pt x="1951863" y="93840"/>
                </a:lnTo>
                <a:lnTo>
                  <a:pt x="1971989" y="93840"/>
                </a:lnTo>
                <a:lnTo>
                  <a:pt x="1992106" y="93840"/>
                </a:lnTo>
                <a:lnTo>
                  <a:pt x="2012232" y="93840"/>
                </a:lnTo>
                <a:lnTo>
                  <a:pt x="2032349" y="93840"/>
                </a:lnTo>
                <a:lnTo>
                  <a:pt x="2052476" y="93840"/>
                </a:lnTo>
                <a:lnTo>
                  <a:pt x="2072602" y="93840"/>
                </a:lnTo>
                <a:lnTo>
                  <a:pt x="2092719" y="93840"/>
                </a:lnTo>
                <a:lnTo>
                  <a:pt x="2112845" y="93840"/>
                </a:lnTo>
                <a:lnTo>
                  <a:pt x="2132962" y="93840"/>
                </a:lnTo>
                <a:lnTo>
                  <a:pt x="2153088" y="93840"/>
                </a:lnTo>
                <a:lnTo>
                  <a:pt x="2173214" y="93840"/>
                </a:lnTo>
                <a:lnTo>
                  <a:pt x="2193331" y="93840"/>
                </a:lnTo>
                <a:lnTo>
                  <a:pt x="2213458" y="93840"/>
                </a:lnTo>
                <a:lnTo>
                  <a:pt x="2233574" y="93840"/>
                </a:lnTo>
                <a:lnTo>
                  <a:pt x="2253701" y="93840"/>
                </a:lnTo>
                <a:lnTo>
                  <a:pt x="2271351" y="86154"/>
                </a:lnTo>
                <a:lnTo>
                  <a:pt x="2287715" y="74447"/>
                </a:lnTo>
                <a:lnTo>
                  <a:pt x="2304078" y="62732"/>
                </a:lnTo>
                <a:lnTo>
                  <a:pt x="2320442" y="51016"/>
                </a:lnTo>
                <a:lnTo>
                  <a:pt x="2336806" y="39310"/>
                </a:lnTo>
                <a:lnTo>
                  <a:pt x="2353170" y="27594"/>
                </a:lnTo>
                <a:lnTo>
                  <a:pt x="2369534" y="15888"/>
                </a:lnTo>
                <a:lnTo>
                  <a:pt x="2385898" y="4172"/>
                </a:lnTo>
                <a:lnTo>
                  <a:pt x="2378774" y="0"/>
                </a:lnTo>
                <a:lnTo>
                  <a:pt x="2358657" y="0"/>
                </a:lnTo>
                <a:lnTo>
                  <a:pt x="2338530" y="0"/>
                </a:lnTo>
                <a:lnTo>
                  <a:pt x="2318414" y="0"/>
                </a:lnTo>
                <a:lnTo>
                  <a:pt x="2298287" y="0"/>
                </a:lnTo>
                <a:lnTo>
                  <a:pt x="2278161" y="0"/>
                </a:lnTo>
                <a:lnTo>
                  <a:pt x="2258044" y="0"/>
                </a:lnTo>
                <a:lnTo>
                  <a:pt x="2237918" y="0"/>
                </a:lnTo>
                <a:lnTo>
                  <a:pt x="2217801" y="0"/>
                </a:lnTo>
                <a:lnTo>
                  <a:pt x="2197675" y="0"/>
                </a:lnTo>
                <a:lnTo>
                  <a:pt x="2177558" y="0"/>
                </a:lnTo>
                <a:lnTo>
                  <a:pt x="2157432" y="0"/>
                </a:lnTo>
                <a:lnTo>
                  <a:pt x="2137305" y="0"/>
                </a:lnTo>
                <a:lnTo>
                  <a:pt x="2117188" y="0"/>
                </a:lnTo>
                <a:lnTo>
                  <a:pt x="2097062" y="0"/>
                </a:lnTo>
                <a:lnTo>
                  <a:pt x="2076945" y="0"/>
                </a:lnTo>
                <a:lnTo>
                  <a:pt x="2056819" y="0"/>
                </a:lnTo>
                <a:lnTo>
                  <a:pt x="2036693" y="0"/>
                </a:lnTo>
                <a:lnTo>
                  <a:pt x="2016576" y="0"/>
                </a:lnTo>
                <a:lnTo>
                  <a:pt x="1996450" y="0"/>
                </a:lnTo>
                <a:lnTo>
                  <a:pt x="1976333" y="0"/>
                </a:lnTo>
                <a:lnTo>
                  <a:pt x="1956206" y="0"/>
                </a:lnTo>
                <a:lnTo>
                  <a:pt x="1936090" y="0"/>
                </a:lnTo>
                <a:lnTo>
                  <a:pt x="1915963" y="0"/>
                </a:lnTo>
                <a:lnTo>
                  <a:pt x="1895846" y="0"/>
                </a:lnTo>
                <a:lnTo>
                  <a:pt x="1875720" y="0"/>
                </a:lnTo>
                <a:lnTo>
                  <a:pt x="1855594" y="0"/>
                </a:lnTo>
                <a:lnTo>
                  <a:pt x="1835477" y="0"/>
                </a:lnTo>
                <a:lnTo>
                  <a:pt x="1815351" y="0"/>
                </a:lnTo>
                <a:lnTo>
                  <a:pt x="1795234" y="0"/>
                </a:lnTo>
                <a:lnTo>
                  <a:pt x="1775108" y="0"/>
                </a:lnTo>
                <a:lnTo>
                  <a:pt x="1754981" y="0"/>
                </a:lnTo>
                <a:lnTo>
                  <a:pt x="1734864" y="0"/>
                </a:lnTo>
                <a:lnTo>
                  <a:pt x="1714738" y="0"/>
                </a:lnTo>
                <a:lnTo>
                  <a:pt x="1694621" y="0"/>
                </a:lnTo>
                <a:lnTo>
                  <a:pt x="1674495" y="0"/>
                </a:lnTo>
                <a:lnTo>
                  <a:pt x="1654378" y="0"/>
                </a:lnTo>
                <a:lnTo>
                  <a:pt x="1634252" y="0"/>
                </a:lnTo>
                <a:lnTo>
                  <a:pt x="1614126" y="0"/>
                </a:lnTo>
                <a:lnTo>
                  <a:pt x="1594009" y="0"/>
                </a:lnTo>
                <a:lnTo>
                  <a:pt x="1573882" y="0"/>
                </a:lnTo>
                <a:lnTo>
                  <a:pt x="1553766" y="0"/>
                </a:lnTo>
                <a:lnTo>
                  <a:pt x="1533639" y="0"/>
                </a:lnTo>
                <a:lnTo>
                  <a:pt x="1513513" y="0"/>
                </a:lnTo>
                <a:lnTo>
                  <a:pt x="1493396" y="0"/>
                </a:lnTo>
                <a:lnTo>
                  <a:pt x="1473270" y="0"/>
                </a:lnTo>
                <a:lnTo>
                  <a:pt x="1453153" y="0"/>
                </a:lnTo>
                <a:lnTo>
                  <a:pt x="1433027" y="0"/>
                </a:lnTo>
                <a:lnTo>
                  <a:pt x="1412910" y="0"/>
                </a:lnTo>
                <a:lnTo>
                  <a:pt x="1392784" y="0"/>
                </a:lnTo>
                <a:lnTo>
                  <a:pt x="1372657" y="0"/>
                </a:lnTo>
                <a:lnTo>
                  <a:pt x="1352540" y="0"/>
                </a:lnTo>
                <a:lnTo>
                  <a:pt x="1332414" y="0"/>
                </a:lnTo>
                <a:lnTo>
                  <a:pt x="1312297" y="0"/>
                </a:lnTo>
                <a:lnTo>
                  <a:pt x="1292171" y="0"/>
                </a:lnTo>
                <a:lnTo>
                  <a:pt x="1272054" y="0"/>
                </a:lnTo>
                <a:lnTo>
                  <a:pt x="1251928" y="0"/>
                </a:lnTo>
                <a:lnTo>
                  <a:pt x="1231802" y="0"/>
                </a:lnTo>
                <a:lnTo>
                  <a:pt x="1211685" y="0"/>
                </a:lnTo>
                <a:lnTo>
                  <a:pt x="1191558" y="0"/>
                </a:lnTo>
                <a:lnTo>
                  <a:pt x="1171442" y="0"/>
                </a:lnTo>
                <a:lnTo>
                  <a:pt x="1151315" y="0"/>
                </a:lnTo>
                <a:lnTo>
                  <a:pt x="1131189" y="0"/>
                </a:lnTo>
                <a:lnTo>
                  <a:pt x="1111072" y="0"/>
                </a:lnTo>
                <a:lnTo>
                  <a:pt x="1090946" y="0"/>
                </a:lnTo>
                <a:lnTo>
                  <a:pt x="1070829" y="0"/>
                </a:lnTo>
                <a:lnTo>
                  <a:pt x="1050703" y="0"/>
                </a:lnTo>
                <a:lnTo>
                  <a:pt x="1030586" y="0"/>
                </a:lnTo>
                <a:lnTo>
                  <a:pt x="1010460" y="0"/>
                </a:lnTo>
                <a:lnTo>
                  <a:pt x="990333" y="0"/>
                </a:lnTo>
                <a:lnTo>
                  <a:pt x="970217" y="0"/>
                </a:lnTo>
                <a:lnTo>
                  <a:pt x="950090" y="0"/>
                </a:lnTo>
                <a:lnTo>
                  <a:pt x="929973" y="0"/>
                </a:lnTo>
                <a:lnTo>
                  <a:pt x="909847" y="0"/>
                </a:lnTo>
                <a:lnTo>
                  <a:pt x="889730" y="0"/>
                </a:lnTo>
                <a:lnTo>
                  <a:pt x="869604" y="0"/>
                </a:lnTo>
                <a:lnTo>
                  <a:pt x="849478" y="0"/>
                </a:lnTo>
                <a:lnTo>
                  <a:pt x="829361" y="0"/>
                </a:lnTo>
                <a:lnTo>
                  <a:pt x="809234" y="0"/>
                </a:lnTo>
                <a:lnTo>
                  <a:pt x="789118" y="0"/>
                </a:lnTo>
                <a:lnTo>
                  <a:pt x="768991" y="0"/>
                </a:lnTo>
                <a:lnTo>
                  <a:pt x="748875" y="0"/>
                </a:lnTo>
                <a:lnTo>
                  <a:pt x="728748" y="0"/>
                </a:lnTo>
                <a:lnTo>
                  <a:pt x="708622" y="0"/>
                </a:lnTo>
                <a:lnTo>
                  <a:pt x="688505" y="0"/>
                </a:lnTo>
                <a:lnTo>
                  <a:pt x="668379" y="0"/>
                </a:lnTo>
                <a:lnTo>
                  <a:pt x="648262" y="0"/>
                </a:lnTo>
                <a:lnTo>
                  <a:pt x="628136" y="0"/>
                </a:lnTo>
                <a:lnTo>
                  <a:pt x="608009" y="0"/>
                </a:lnTo>
                <a:lnTo>
                  <a:pt x="587893" y="0"/>
                </a:lnTo>
                <a:lnTo>
                  <a:pt x="567766" y="0"/>
                </a:lnTo>
                <a:lnTo>
                  <a:pt x="547649" y="0"/>
                </a:lnTo>
                <a:lnTo>
                  <a:pt x="527523" y="0"/>
                </a:lnTo>
                <a:lnTo>
                  <a:pt x="507406" y="0"/>
                </a:lnTo>
                <a:lnTo>
                  <a:pt x="487280" y="0"/>
                </a:lnTo>
                <a:lnTo>
                  <a:pt x="467154" y="0"/>
                </a:lnTo>
                <a:lnTo>
                  <a:pt x="447037" y="0"/>
                </a:lnTo>
                <a:lnTo>
                  <a:pt x="426911" y="0"/>
                </a:lnTo>
                <a:lnTo>
                  <a:pt x="406794" y="0"/>
                </a:lnTo>
                <a:lnTo>
                  <a:pt x="386667" y="0"/>
                </a:lnTo>
                <a:lnTo>
                  <a:pt x="366541" y="0"/>
                </a:lnTo>
                <a:lnTo>
                  <a:pt x="346424" y="0"/>
                </a:lnTo>
                <a:lnTo>
                  <a:pt x="326298" y="0"/>
                </a:lnTo>
                <a:lnTo>
                  <a:pt x="306181" y="0"/>
                </a:lnTo>
                <a:lnTo>
                  <a:pt x="286055" y="0"/>
                </a:lnTo>
                <a:lnTo>
                  <a:pt x="266224" y="1715"/>
                </a:lnTo>
                <a:lnTo>
                  <a:pt x="247202" y="8296"/>
                </a:lnTo>
                <a:lnTo>
                  <a:pt x="228190" y="14869"/>
                </a:lnTo>
                <a:lnTo>
                  <a:pt x="209179" y="21450"/>
                </a:lnTo>
                <a:lnTo>
                  <a:pt x="190157" y="28032"/>
                </a:lnTo>
                <a:lnTo>
                  <a:pt x="171145" y="34614"/>
                </a:lnTo>
                <a:lnTo>
                  <a:pt x="152124" y="41196"/>
                </a:lnTo>
                <a:lnTo>
                  <a:pt x="133112" y="47777"/>
                </a:lnTo>
                <a:lnTo>
                  <a:pt x="114100" y="54359"/>
                </a:lnTo>
                <a:lnTo>
                  <a:pt x="95079" y="60941"/>
                </a:lnTo>
                <a:lnTo>
                  <a:pt x="76067" y="67513"/>
                </a:lnTo>
                <a:lnTo>
                  <a:pt x="57045" y="74095"/>
                </a:lnTo>
                <a:lnTo>
                  <a:pt x="38033" y="80677"/>
                </a:lnTo>
                <a:lnTo>
                  <a:pt x="19012" y="87259"/>
                </a:lnTo>
                <a:lnTo>
                  <a:pt x="0" y="93840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1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11ACDAA0-A487-437B-BA84-7E343B5A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4467" y="4525223"/>
            <a:ext cx="2218734" cy="93840"/>
          </a:xfrm>
          <a:custGeom xmlns:a="http://schemas.openxmlformats.org/drawingml/2006/main">
            <a:pathLst>
              <a:path w="2218734" h="93840">
                <a:moveTo>
                  <a:pt x="0" y="93840"/>
                </a:moveTo>
                <a:lnTo>
                  <a:pt x="19050" y="93840"/>
                </a:lnTo>
                <a:lnTo>
                  <a:pt x="38100" y="93840"/>
                </a:lnTo>
                <a:lnTo>
                  <a:pt x="57150" y="93840"/>
                </a:lnTo>
                <a:lnTo>
                  <a:pt x="76200" y="93840"/>
                </a:lnTo>
                <a:lnTo>
                  <a:pt x="95250" y="93840"/>
                </a:lnTo>
                <a:lnTo>
                  <a:pt x="114300" y="93840"/>
                </a:lnTo>
                <a:lnTo>
                  <a:pt x="133350" y="93840"/>
                </a:lnTo>
                <a:lnTo>
                  <a:pt x="152400" y="93840"/>
                </a:lnTo>
                <a:lnTo>
                  <a:pt x="171450" y="93840"/>
                </a:lnTo>
                <a:lnTo>
                  <a:pt x="190500" y="93840"/>
                </a:lnTo>
                <a:lnTo>
                  <a:pt x="209550" y="93840"/>
                </a:lnTo>
                <a:lnTo>
                  <a:pt x="228600" y="93840"/>
                </a:lnTo>
                <a:lnTo>
                  <a:pt x="247650" y="93840"/>
                </a:lnTo>
                <a:lnTo>
                  <a:pt x="266700" y="93840"/>
                </a:lnTo>
                <a:lnTo>
                  <a:pt x="285740" y="93840"/>
                </a:lnTo>
                <a:lnTo>
                  <a:pt x="304790" y="93840"/>
                </a:lnTo>
                <a:lnTo>
                  <a:pt x="323840" y="93840"/>
                </a:lnTo>
                <a:lnTo>
                  <a:pt x="342890" y="93840"/>
                </a:lnTo>
                <a:lnTo>
                  <a:pt x="361940" y="93840"/>
                </a:lnTo>
                <a:lnTo>
                  <a:pt x="380990" y="93840"/>
                </a:lnTo>
                <a:lnTo>
                  <a:pt x="400040" y="93840"/>
                </a:lnTo>
                <a:lnTo>
                  <a:pt x="419090" y="93840"/>
                </a:lnTo>
                <a:lnTo>
                  <a:pt x="438140" y="93840"/>
                </a:lnTo>
                <a:lnTo>
                  <a:pt x="457190" y="93840"/>
                </a:lnTo>
                <a:lnTo>
                  <a:pt x="476240" y="93840"/>
                </a:lnTo>
                <a:lnTo>
                  <a:pt x="495290" y="93840"/>
                </a:lnTo>
                <a:lnTo>
                  <a:pt x="514340" y="93840"/>
                </a:lnTo>
                <a:lnTo>
                  <a:pt x="533390" y="93840"/>
                </a:lnTo>
                <a:lnTo>
                  <a:pt x="552440" y="93840"/>
                </a:lnTo>
                <a:lnTo>
                  <a:pt x="571490" y="93840"/>
                </a:lnTo>
                <a:lnTo>
                  <a:pt x="590540" y="93840"/>
                </a:lnTo>
                <a:lnTo>
                  <a:pt x="609590" y="93840"/>
                </a:lnTo>
                <a:lnTo>
                  <a:pt x="628640" y="93840"/>
                </a:lnTo>
                <a:lnTo>
                  <a:pt x="647690" y="93840"/>
                </a:lnTo>
                <a:lnTo>
                  <a:pt x="666740" y="93840"/>
                </a:lnTo>
                <a:lnTo>
                  <a:pt x="685790" y="93840"/>
                </a:lnTo>
                <a:lnTo>
                  <a:pt x="704840" y="93840"/>
                </a:lnTo>
                <a:lnTo>
                  <a:pt x="723890" y="93840"/>
                </a:lnTo>
                <a:lnTo>
                  <a:pt x="742940" y="93840"/>
                </a:lnTo>
                <a:lnTo>
                  <a:pt x="761990" y="93840"/>
                </a:lnTo>
                <a:lnTo>
                  <a:pt x="781031" y="93840"/>
                </a:lnTo>
                <a:lnTo>
                  <a:pt x="800081" y="93840"/>
                </a:lnTo>
                <a:lnTo>
                  <a:pt x="819131" y="93840"/>
                </a:lnTo>
                <a:lnTo>
                  <a:pt x="838181" y="93840"/>
                </a:lnTo>
                <a:lnTo>
                  <a:pt x="857231" y="93840"/>
                </a:lnTo>
                <a:lnTo>
                  <a:pt x="876281" y="93840"/>
                </a:lnTo>
                <a:lnTo>
                  <a:pt x="895331" y="93840"/>
                </a:lnTo>
                <a:lnTo>
                  <a:pt x="914381" y="93840"/>
                </a:lnTo>
                <a:lnTo>
                  <a:pt x="933431" y="93840"/>
                </a:lnTo>
                <a:lnTo>
                  <a:pt x="952481" y="93840"/>
                </a:lnTo>
                <a:lnTo>
                  <a:pt x="971531" y="93840"/>
                </a:lnTo>
                <a:lnTo>
                  <a:pt x="990581" y="93840"/>
                </a:lnTo>
                <a:lnTo>
                  <a:pt x="1009631" y="93840"/>
                </a:lnTo>
                <a:lnTo>
                  <a:pt x="1028681" y="93840"/>
                </a:lnTo>
                <a:lnTo>
                  <a:pt x="1047731" y="93840"/>
                </a:lnTo>
                <a:lnTo>
                  <a:pt x="1066781" y="93840"/>
                </a:lnTo>
                <a:lnTo>
                  <a:pt x="1085831" y="93840"/>
                </a:lnTo>
                <a:lnTo>
                  <a:pt x="1104881" y="93840"/>
                </a:lnTo>
                <a:lnTo>
                  <a:pt x="1123931" y="93840"/>
                </a:lnTo>
                <a:lnTo>
                  <a:pt x="1142981" y="93840"/>
                </a:lnTo>
                <a:lnTo>
                  <a:pt x="1162031" y="93840"/>
                </a:lnTo>
                <a:lnTo>
                  <a:pt x="1181081" y="93840"/>
                </a:lnTo>
                <a:lnTo>
                  <a:pt x="1200131" y="93840"/>
                </a:lnTo>
                <a:lnTo>
                  <a:pt x="1219181" y="93840"/>
                </a:lnTo>
                <a:lnTo>
                  <a:pt x="1238231" y="93840"/>
                </a:lnTo>
                <a:lnTo>
                  <a:pt x="1257281" y="93840"/>
                </a:lnTo>
                <a:lnTo>
                  <a:pt x="1276331" y="93840"/>
                </a:lnTo>
                <a:lnTo>
                  <a:pt x="1295371" y="93840"/>
                </a:lnTo>
                <a:lnTo>
                  <a:pt x="1314421" y="93840"/>
                </a:lnTo>
                <a:lnTo>
                  <a:pt x="1333471" y="93840"/>
                </a:lnTo>
                <a:lnTo>
                  <a:pt x="1352521" y="93840"/>
                </a:lnTo>
                <a:lnTo>
                  <a:pt x="1371571" y="93840"/>
                </a:lnTo>
                <a:lnTo>
                  <a:pt x="1390621" y="93840"/>
                </a:lnTo>
                <a:lnTo>
                  <a:pt x="1409671" y="93840"/>
                </a:lnTo>
                <a:lnTo>
                  <a:pt x="1428721" y="93840"/>
                </a:lnTo>
                <a:lnTo>
                  <a:pt x="1447771" y="93840"/>
                </a:lnTo>
                <a:lnTo>
                  <a:pt x="1466821" y="93840"/>
                </a:lnTo>
                <a:lnTo>
                  <a:pt x="1485871" y="93840"/>
                </a:lnTo>
                <a:lnTo>
                  <a:pt x="1504921" y="93840"/>
                </a:lnTo>
                <a:lnTo>
                  <a:pt x="1523971" y="93840"/>
                </a:lnTo>
                <a:lnTo>
                  <a:pt x="1543021" y="93840"/>
                </a:lnTo>
                <a:lnTo>
                  <a:pt x="1562071" y="93840"/>
                </a:lnTo>
                <a:lnTo>
                  <a:pt x="1581121" y="93840"/>
                </a:lnTo>
                <a:lnTo>
                  <a:pt x="1600171" y="93840"/>
                </a:lnTo>
                <a:lnTo>
                  <a:pt x="1619221" y="93840"/>
                </a:lnTo>
                <a:lnTo>
                  <a:pt x="1638271" y="93840"/>
                </a:lnTo>
                <a:lnTo>
                  <a:pt x="1657321" y="93840"/>
                </a:lnTo>
                <a:lnTo>
                  <a:pt x="1676371" y="93840"/>
                </a:lnTo>
                <a:lnTo>
                  <a:pt x="1695421" y="93840"/>
                </a:lnTo>
                <a:lnTo>
                  <a:pt x="1714471" y="93840"/>
                </a:lnTo>
                <a:lnTo>
                  <a:pt x="1733521" y="93840"/>
                </a:lnTo>
                <a:lnTo>
                  <a:pt x="1752571" y="93840"/>
                </a:lnTo>
                <a:lnTo>
                  <a:pt x="1771621" y="93840"/>
                </a:lnTo>
                <a:lnTo>
                  <a:pt x="1790671" y="93840"/>
                </a:lnTo>
                <a:lnTo>
                  <a:pt x="1809721" y="93840"/>
                </a:lnTo>
                <a:lnTo>
                  <a:pt x="1828762" y="93840"/>
                </a:lnTo>
                <a:lnTo>
                  <a:pt x="1847812" y="93840"/>
                </a:lnTo>
                <a:lnTo>
                  <a:pt x="1866862" y="93840"/>
                </a:lnTo>
                <a:lnTo>
                  <a:pt x="1885912" y="93840"/>
                </a:lnTo>
                <a:lnTo>
                  <a:pt x="1904962" y="93840"/>
                </a:lnTo>
                <a:lnTo>
                  <a:pt x="1924012" y="93840"/>
                </a:lnTo>
                <a:lnTo>
                  <a:pt x="1943062" y="93840"/>
                </a:lnTo>
                <a:lnTo>
                  <a:pt x="1962112" y="93840"/>
                </a:lnTo>
                <a:lnTo>
                  <a:pt x="1981162" y="93840"/>
                </a:lnTo>
                <a:lnTo>
                  <a:pt x="2000212" y="93840"/>
                </a:lnTo>
                <a:lnTo>
                  <a:pt x="2019262" y="93840"/>
                </a:lnTo>
                <a:lnTo>
                  <a:pt x="2038312" y="93840"/>
                </a:lnTo>
                <a:lnTo>
                  <a:pt x="2057362" y="93840"/>
                </a:lnTo>
                <a:lnTo>
                  <a:pt x="2076412" y="93840"/>
                </a:lnTo>
                <a:lnTo>
                  <a:pt x="2093119" y="86287"/>
                </a:lnTo>
                <a:lnTo>
                  <a:pt x="2108816" y="75495"/>
                </a:lnTo>
                <a:lnTo>
                  <a:pt x="2124523" y="64713"/>
                </a:lnTo>
                <a:lnTo>
                  <a:pt x="2140220" y="53931"/>
                </a:lnTo>
                <a:lnTo>
                  <a:pt x="2155927" y="43139"/>
                </a:lnTo>
                <a:lnTo>
                  <a:pt x="2171624" y="32356"/>
                </a:lnTo>
                <a:lnTo>
                  <a:pt x="2187331" y="21574"/>
                </a:lnTo>
                <a:lnTo>
                  <a:pt x="2203028" y="10782"/>
                </a:lnTo>
                <a:lnTo>
                  <a:pt x="22187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EA5A5A20-FC3A-43AB-BC9F-26E382DD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0138" y="4525223"/>
            <a:ext cx="19530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3" name="level-1-text-heading">
            <a:extLst xmlns:a="http://schemas.openxmlformats.org/drawingml/2006/main">
              <a:ext uri="{FF2B5EF4-FFF2-40B4-BE49-F238E27FC236}">
                <a16:creationId xmlns:a16="http://schemas.microsoft.com/office/drawing/2014/main" id="{4DDF73B5-C127-4EAE-90A6-FBABD8A7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4415580"/>
            <a:ext cx="15049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个人完成</a:t>
            </a:r>
          </a:p>
        </p:txBody>
      </p:sp>
      <p:sp>
        <p:nvSpPr>
          <p:cNvPr id="24" name="level-1-text-body">
            <a:extLst xmlns:a="http://schemas.openxmlformats.org/drawingml/2006/main">
              <a:ext uri="{FF2B5EF4-FFF2-40B4-BE49-F238E27FC236}">
                <a16:creationId xmlns:a16="http://schemas.microsoft.com/office/drawing/2014/main" id="{1DBCAF7D-B2A9-4F2D-BE12-031C0C35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4663678"/>
            <a:ext cx="15049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依靠个人经验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完成交付</a:t>
            </a:r>
          </a:p>
        </p:txBody>
      </p:sp>
      <p:sp>
        <p:nvSpPr>
          <p:cNvPr id="25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3740ADED-CB4F-4B86-B977-C6A5467A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5238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6" name="level-2-text-heading">
            <a:extLst xmlns:a="http://schemas.openxmlformats.org/drawingml/2006/main">
              <a:ext uri="{FF2B5EF4-FFF2-40B4-BE49-F238E27FC236}">
                <a16:creationId xmlns:a16="http://schemas.microsoft.com/office/drawing/2014/main" id="{DAF56513-2786-4467-B39F-9A116B12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2775" y="3986955"/>
            <a:ext cx="15049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过程可查</a:t>
            </a:r>
          </a:p>
        </p:txBody>
      </p:sp>
      <p:sp>
        <p:nvSpPr>
          <p:cNvPr id="27" name="level-2-text-body">
            <a:extLst xmlns:a="http://schemas.openxmlformats.org/drawingml/2006/main">
              <a:ext uri="{FF2B5EF4-FFF2-40B4-BE49-F238E27FC236}">
                <a16:creationId xmlns:a16="http://schemas.microsoft.com/office/drawing/2014/main" id="{8B077E53-AA95-48E0-9373-313DCEBC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2775" y="4235053"/>
            <a:ext cx="15049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记录关键步骤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与交付依据</a:t>
            </a:r>
          </a:p>
        </p:txBody>
      </p:sp>
      <p:sp>
        <p:nvSpPr>
          <p:cNvPr id="28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A0CCE937-8F22-4890-9CA1-28700085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4810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9" name="level-3-text-heading">
            <a:extLst xmlns:a="http://schemas.openxmlformats.org/drawingml/2006/main">
              <a:ext uri="{FF2B5EF4-FFF2-40B4-BE49-F238E27FC236}">
                <a16:creationId xmlns:a16="http://schemas.microsoft.com/office/drawing/2014/main" id="{7E248548-A47C-4983-9DEF-2B01BA1C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3525" y="3558330"/>
            <a:ext cx="15049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团队复用</a:t>
            </a:r>
          </a:p>
        </p:txBody>
      </p:sp>
      <p:sp>
        <p:nvSpPr>
          <p:cNvPr id="30" name="level-3-text-body">
            <a:extLst xmlns:a="http://schemas.openxmlformats.org/drawingml/2006/main">
              <a:ext uri="{FF2B5EF4-FFF2-40B4-BE49-F238E27FC236}">
                <a16:creationId xmlns:a16="http://schemas.microsoft.com/office/drawing/2014/main" id="{35D2FB50-CA75-4ED4-8AFA-3B9319B7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3525" y="3806428"/>
            <a:ext cx="15049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共享方法与案例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支持团队协作</a:t>
            </a:r>
          </a:p>
        </p:txBody>
      </p:sp>
      <p:sp>
        <p:nvSpPr>
          <p:cNvPr id="31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DC932226-9DFD-493B-BE58-951F10F4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0" y="4381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2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B6D5839D-FF57-4E1C-85A9-140A794A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8275" y="5695950"/>
            <a:ext cx="4572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当前</a:t>
            </a:r>
          </a:p>
        </p:txBody>
      </p:sp>
      <p:sp>
        <p:nvSpPr>
          <p:cNvPr id="33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7302E7AF-6767-4F73-BDE9-AF12EB4C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9775" y="4838700"/>
            <a:ext cx="4572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8394733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2026-09-08T06:34:20.3220000Z</dcterms:created>
  <dcterms:modified xsi:type="dcterms:W3CDTF">2026-09-08T06:34:20.3220000Z</dcterms:modified>
</coreProperties>
</file>