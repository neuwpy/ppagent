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19738db1ff4308" /><Relationship Type="http://schemas.openxmlformats.org/officeDocument/2006/relationships/extended-properties" Target="/docProps/app.xml" Id="Rfdcd038b83e242f8" /><Relationship Type="http://schemas.openxmlformats.org/officeDocument/2006/relationships/officeDocument" Target="/ppt/presentation.xml" Id="R8c8e5e48a9e741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cb4c880f5e4c80"/>
  </p:sldMasterIdLst>
  <p:notesMasterIdLst>
    <p:notesMasterId xmlns:r="http://schemas.openxmlformats.org/officeDocument/2006/relationships" r:id="Rc238cb571e2f4c72"/>
  </p:notesMasterIdLst>
  <p:sldIdLst>
    <p:sldId xmlns:r="http://schemas.openxmlformats.org/officeDocument/2006/relationships" id="256" r:id="R91c6c24831434b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311599e28b478e" /><Relationship Type="http://schemas.openxmlformats.org/officeDocument/2006/relationships/slideMaster" Target="/ppt/slideMasters/slideMaster1.xml" Id="Rf0cb4c880f5e4c80" /><Relationship Type="http://schemas.openxmlformats.org/officeDocument/2006/relationships/notesMaster" Target="/ppt/notesMasters/notesMaster1.xml" Id="Rc238cb571e2f4c72" /><Relationship Type="http://schemas.openxmlformats.org/officeDocument/2006/relationships/presProps" Target="/ppt/presProps.xml" Id="Rb370a62aa5e744f0" /><Relationship Type="http://schemas.openxmlformats.org/officeDocument/2006/relationships/tableStyles" Target="/ppt/tableStyles.xml" Id="Racda362577a44c1b" /><Relationship Type="http://schemas.openxmlformats.org/officeDocument/2006/relationships/slide" Target="/ppt/slides/slide1.xml" Id="R91c6c24831434b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bb4680c18449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49c028aa7e4e08" /><Relationship Type="http://schemas.openxmlformats.org/officeDocument/2006/relationships/notesMaster" Target="/ppt/notesMasters/notesMaster1.xml" Id="Ra07bc8cff7c047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8db7ec5c274f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18d6ef9011414f" /><Relationship Type="http://schemas.openxmlformats.org/officeDocument/2006/relationships/slideLayout" Target="/ppt/slideLayouts/slideLayout1.xml" Id="Ra9362be5dfc549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362be5dfc549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b701ed09e43fe" /><Relationship Type="http://schemas.openxmlformats.org/officeDocument/2006/relationships/notesSlide" Target="/ppt/notesSlides/notesSlide1.xml" Id="Rc6f02dbee4b94ce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page-paper">
            <a:extLst xmlns:a="http://schemas.openxmlformats.org/drawingml/2006/main">
              <a:ext uri="{FF2B5EF4-FFF2-40B4-BE49-F238E27FC236}">
                <a16:creationId xmlns:a16="http://schemas.microsoft.com/office/drawing/2014/main" id="{7C66B92A-C94E-4F92-8EDC-4DA643D3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B7E76804-668F-4D41-BB22-B921727C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4C6F0CB2-EEBE-4AAD-9814-A70960FA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848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设备维护：从形成记录走向计划维护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9A6F086A-6EB8-4516-BFF7-BC89B710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477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module">
            <a:extLst xmlns:a="http://schemas.openxmlformats.org/drawingml/2006/main">
              <a:ext uri="{FF2B5EF4-FFF2-40B4-BE49-F238E27FC236}">
                <a16:creationId xmlns:a16="http://schemas.microsoft.com/office/drawing/2014/main" id="{8A2AE962-62CC-466D-98CE-32FFB0D8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4307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下一步：按周期检查，落实责任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9D7B5FB8-ABBE-42FF-92F5-B8009D82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在故障原因与处理过程可查的基础上，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将维护工作推进到计划维护。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C57577B-D747-441B-8968-CCC46ACC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8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ED0CEE1A-B466-424E-8F05-2720CCB1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4906" y="4048935"/>
            <a:ext cx="1711738" cy="1065181"/>
          </a:xfrm>
          <a:custGeom xmlns:a="http://schemas.openxmlformats.org/drawingml/2006/main">
            <a:pathLst>
              <a:path w="1711738" h="1065181">
                <a:moveTo>
                  <a:pt x="101489" y="148542"/>
                </a:moveTo>
                <a:lnTo>
                  <a:pt x="122577" y="146590"/>
                </a:lnTo>
                <a:lnTo>
                  <a:pt x="143666" y="144637"/>
                </a:lnTo>
                <a:lnTo>
                  <a:pt x="164763" y="142675"/>
                </a:lnTo>
                <a:lnTo>
                  <a:pt x="185852" y="140722"/>
                </a:lnTo>
                <a:lnTo>
                  <a:pt x="206940" y="138770"/>
                </a:lnTo>
                <a:lnTo>
                  <a:pt x="228029" y="136817"/>
                </a:lnTo>
                <a:lnTo>
                  <a:pt x="249126" y="134864"/>
                </a:lnTo>
                <a:lnTo>
                  <a:pt x="270215" y="132902"/>
                </a:lnTo>
                <a:lnTo>
                  <a:pt x="291303" y="130950"/>
                </a:lnTo>
                <a:lnTo>
                  <a:pt x="312391" y="128997"/>
                </a:lnTo>
                <a:lnTo>
                  <a:pt x="333489" y="127044"/>
                </a:lnTo>
                <a:lnTo>
                  <a:pt x="354578" y="125092"/>
                </a:lnTo>
                <a:lnTo>
                  <a:pt x="375666" y="123130"/>
                </a:lnTo>
                <a:lnTo>
                  <a:pt x="396754" y="121177"/>
                </a:lnTo>
                <a:lnTo>
                  <a:pt x="417852" y="119224"/>
                </a:lnTo>
                <a:lnTo>
                  <a:pt x="438941" y="117272"/>
                </a:lnTo>
                <a:lnTo>
                  <a:pt x="460029" y="115319"/>
                </a:lnTo>
                <a:lnTo>
                  <a:pt x="481117" y="113357"/>
                </a:lnTo>
                <a:lnTo>
                  <a:pt x="502215" y="111404"/>
                </a:lnTo>
                <a:lnTo>
                  <a:pt x="523304" y="109452"/>
                </a:lnTo>
                <a:lnTo>
                  <a:pt x="544392" y="107499"/>
                </a:lnTo>
                <a:lnTo>
                  <a:pt x="565480" y="105547"/>
                </a:lnTo>
                <a:lnTo>
                  <a:pt x="586578" y="103584"/>
                </a:lnTo>
                <a:lnTo>
                  <a:pt x="607666" y="101632"/>
                </a:lnTo>
                <a:lnTo>
                  <a:pt x="628755" y="99679"/>
                </a:lnTo>
                <a:lnTo>
                  <a:pt x="649843" y="97727"/>
                </a:lnTo>
                <a:lnTo>
                  <a:pt x="670941" y="95774"/>
                </a:lnTo>
                <a:lnTo>
                  <a:pt x="692029" y="93812"/>
                </a:lnTo>
                <a:lnTo>
                  <a:pt x="713118" y="91859"/>
                </a:lnTo>
                <a:lnTo>
                  <a:pt x="734206" y="89906"/>
                </a:lnTo>
                <a:lnTo>
                  <a:pt x="755304" y="87954"/>
                </a:lnTo>
                <a:lnTo>
                  <a:pt x="776392" y="86001"/>
                </a:lnTo>
                <a:lnTo>
                  <a:pt x="797481" y="84049"/>
                </a:lnTo>
                <a:lnTo>
                  <a:pt x="818569" y="82086"/>
                </a:lnTo>
                <a:lnTo>
                  <a:pt x="839667" y="80134"/>
                </a:lnTo>
                <a:lnTo>
                  <a:pt x="860755" y="78181"/>
                </a:lnTo>
                <a:lnTo>
                  <a:pt x="881844" y="76229"/>
                </a:lnTo>
                <a:lnTo>
                  <a:pt x="902932" y="74276"/>
                </a:lnTo>
                <a:lnTo>
                  <a:pt x="924030" y="72314"/>
                </a:lnTo>
                <a:lnTo>
                  <a:pt x="945118" y="70361"/>
                </a:lnTo>
                <a:lnTo>
                  <a:pt x="966206" y="68409"/>
                </a:lnTo>
                <a:lnTo>
                  <a:pt x="987295" y="66456"/>
                </a:lnTo>
                <a:lnTo>
                  <a:pt x="1008393" y="64503"/>
                </a:lnTo>
                <a:lnTo>
                  <a:pt x="1029481" y="62541"/>
                </a:lnTo>
                <a:lnTo>
                  <a:pt x="1050569" y="60589"/>
                </a:lnTo>
                <a:lnTo>
                  <a:pt x="1071658" y="58636"/>
                </a:lnTo>
                <a:lnTo>
                  <a:pt x="1092756" y="56683"/>
                </a:lnTo>
                <a:lnTo>
                  <a:pt x="1113844" y="54731"/>
                </a:lnTo>
                <a:lnTo>
                  <a:pt x="1134932" y="52769"/>
                </a:lnTo>
                <a:lnTo>
                  <a:pt x="1156021" y="50816"/>
                </a:lnTo>
                <a:lnTo>
                  <a:pt x="1177119" y="48863"/>
                </a:lnTo>
                <a:lnTo>
                  <a:pt x="1198207" y="46911"/>
                </a:lnTo>
                <a:lnTo>
                  <a:pt x="1219295" y="44958"/>
                </a:lnTo>
                <a:lnTo>
                  <a:pt x="1240384" y="42996"/>
                </a:lnTo>
                <a:lnTo>
                  <a:pt x="1261481" y="41043"/>
                </a:lnTo>
                <a:lnTo>
                  <a:pt x="1282570" y="39091"/>
                </a:lnTo>
                <a:lnTo>
                  <a:pt x="1303658" y="37138"/>
                </a:lnTo>
                <a:lnTo>
                  <a:pt x="1324747" y="35185"/>
                </a:lnTo>
                <a:lnTo>
                  <a:pt x="1345844" y="33223"/>
                </a:lnTo>
                <a:lnTo>
                  <a:pt x="1366933" y="31271"/>
                </a:lnTo>
                <a:lnTo>
                  <a:pt x="1388021" y="29318"/>
                </a:lnTo>
                <a:lnTo>
                  <a:pt x="1409109" y="27365"/>
                </a:lnTo>
                <a:lnTo>
                  <a:pt x="1430207" y="25413"/>
                </a:lnTo>
                <a:lnTo>
                  <a:pt x="1451296" y="23451"/>
                </a:lnTo>
                <a:lnTo>
                  <a:pt x="1472384" y="21498"/>
                </a:lnTo>
                <a:lnTo>
                  <a:pt x="1493472" y="19545"/>
                </a:lnTo>
                <a:lnTo>
                  <a:pt x="1514570" y="17593"/>
                </a:lnTo>
                <a:lnTo>
                  <a:pt x="1535659" y="15640"/>
                </a:lnTo>
                <a:lnTo>
                  <a:pt x="1556747" y="13678"/>
                </a:lnTo>
                <a:lnTo>
                  <a:pt x="1577835" y="11725"/>
                </a:lnTo>
                <a:lnTo>
                  <a:pt x="1598933" y="9773"/>
                </a:lnTo>
                <a:lnTo>
                  <a:pt x="1620022" y="7820"/>
                </a:lnTo>
                <a:lnTo>
                  <a:pt x="1641110" y="5867"/>
                </a:lnTo>
                <a:lnTo>
                  <a:pt x="1662198" y="3905"/>
                </a:lnTo>
                <a:lnTo>
                  <a:pt x="1683296" y="1953"/>
                </a:lnTo>
                <a:lnTo>
                  <a:pt x="1704384" y="0"/>
                </a:lnTo>
                <a:lnTo>
                  <a:pt x="1711738" y="11525"/>
                </a:lnTo>
                <a:lnTo>
                  <a:pt x="1709376" y="32576"/>
                </a:lnTo>
                <a:lnTo>
                  <a:pt x="1707013" y="53626"/>
                </a:lnTo>
                <a:lnTo>
                  <a:pt x="1704651" y="74666"/>
                </a:lnTo>
                <a:lnTo>
                  <a:pt x="1702298" y="95717"/>
                </a:lnTo>
                <a:lnTo>
                  <a:pt x="1699936" y="116767"/>
                </a:lnTo>
                <a:lnTo>
                  <a:pt x="1697574" y="137817"/>
                </a:lnTo>
                <a:lnTo>
                  <a:pt x="1695212" y="158867"/>
                </a:lnTo>
                <a:lnTo>
                  <a:pt x="1692850" y="179918"/>
                </a:lnTo>
                <a:lnTo>
                  <a:pt x="1690497" y="200968"/>
                </a:lnTo>
                <a:lnTo>
                  <a:pt x="1688135" y="222018"/>
                </a:lnTo>
                <a:lnTo>
                  <a:pt x="1685773" y="243068"/>
                </a:lnTo>
                <a:lnTo>
                  <a:pt x="1683410" y="264109"/>
                </a:lnTo>
                <a:lnTo>
                  <a:pt x="1681048" y="285159"/>
                </a:lnTo>
                <a:lnTo>
                  <a:pt x="1678696" y="306210"/>
                </a:lnTo>
                <a:lnTo>
                  <a:pt x="1676333" y="327260"/>
                </a:lnTo>
                <a:lnTo>
                  <a:pt x="1673971" y="348310"/>
                </a:lnTo>
                <a:lnTo>
                  <a:pt x="1671609" y="369360"/>
                </a:lnTo>
                <a:lnTo>
                  <a:pt x="1669256" y="390411"/>
                </a:lnTo>
                <a:lnTo>
                  <a:pt x="1666894" y="411461"/>
                </a:lnTo>
                <a:lnTo>
                  <a:pt x="1664532" y="432511"/>
                </a:lnTo>
                <a:lnTo>
                  <a:pt x="1662170" y="453552"/>
                </a:lnTo>
                <a:lnTo>
                  <a:pt x="1659807" y="474602"/>
                </a:lnTo>
                <a:lnTo>
                  <a:pt x="1657455" y="495652"/>
                </a:lnTo>
                <a:lnTo>
                  <a:pt x="1655093" y="516703"/>
                </a:lnTo>
                <a:lnTo>
                  <a:pt x="1652730" y="537753"/>
                </a:lnTo>
                <a:lnTo>
                  <a:pt x="1650368" y="558803"/>
                </a:lnTo>
                <a:lnTo>
                  <a:pt x="1648006" y="579853"/>
                </a:lnTo>
                <a:lnTo>
                  <a:pt x="1645653" y="600904"/>
                </a:lnTo>
                <a:lnTo>
                  <a:pt x="1643291" y="621954"/>
                </a:lnTo>
                <a:lnTo>
                  <a:pt x="1640929" y="642995"/>
                </a:lnTo>
                <a:lnTo>
                  <a:pt x="1638567" y="664045"/>
                </a:lnTo>
                <a:lnTo>
                  <a:pt x="1636205" y="685095"/>
                </a:lnTo>
                <a:lnTo>
                  <a:pt x="1633852" y="706145"/>
                </a:lnTo>
                <a:lnTo>
                  <a:pt x="1631490" y="727196"/>
                </a:lnTo>
                <a:lnTo>
                  <a:pt x="1629127" y="748246"/>
                </a:lnTo>
                <a:lnTo>
                  <a:pt x="1626765" y="769296"/>
                </a:lnTo>
                <a:lnTo>
                  <a:pt x="1624413" y="790346"/>
                </a:lnTo>
                <a:lnTo>
                  <a:pt x="1622050" y="811397"/>
                </a:lnTo>
                <a:lnTo>
                  <a:pt x="1619688" y="832437"/>
                </a:lnTo>
                <a:lnTo>
                  <a:pt x="1617326" y="853488"/>
                </a:lnTo>
                <a:lnTo>
                  <a:pt x="1614964" y="874538"/>
                </a:lnTo>
                <a:lnTo>
                  <a:pt x="1612611" y="895588"/>
                </a:lnTo>
                <a:lnTo>
                  <a:pt x="1610249" y="916638"/>
                </a:lnTo>
                <a:lnTo>
                  <a:pt x="1589161" y="918591"/>
                </a:lnTo>
                <a:lnTo>
                  <a:pt x="1568063" y="920544"/>
                </a:lnTo>
                <a:lnTo>
                  <a:pt x="1546974" y="922506"/>
                </a:lnTo>
                <a:lnTo>
                  <a:pt x="1525886" y="924458"/>
                </a:lnTo>
                <a:lnTo>
                  <a:pt x="1504798" y="926411"/>
                </a:lnTo>
                <a:lnTo>
                  <a:pt x="1483700" y="928364"/>
                </a:lnTo>
                <a:lnTo>
                  <a:pt x="1462611" y="930316"/>
                </a:lnTo>
                <a:lnTo>
                  <a:pt x="1441523" y="932278"/>
                </a:lnTo>
                <a:lnTo>
                  <a:pt x="1420435" y="934231"/>
                </a:lnTo>
                <a:lnTo>
                  <a:pt x="1399337" y="936184"/>
                </a:lnTo>
                <a:lnTo>
                  <a:pt x="1378248" y="938136"/>
                </a:lnTo>
                <a:lnTo>
                  <a:pt x="1357160" y="940089"/>
                </a:lnTo>
                <a:lnTo>
                  <a:pt x="1336072" y="942051"/>
                </a:lnTo>
                <a:lnTo>
                  <a:pt x="1314974" y="944004"/>
                </a:lnTo>
                <a:lnTo>
                  <a:pt x="1293886" y="945956"/>
                </a:lnTo>
                <a:lnTo>
                  <a:pt x="1272797" y="947909"/>
                </a:lnTo>
                <a:lnTo>
                  <a:pt x="1251709" y="949862"/>
                </a:lnTo>
                <a:lnTo>
                  <a:pt x="1230611" y="951824"/>
                </a:lnTo>
                <a:lnTo>
                  <a:pt x="1209523" y="953776"/>
                </a:lnTo>
                <a:lnTo>
                  <a:pt x="1188434" y="955729"/>
                </a:lnTo>
                <a:lnTo>
                  <a:pt x="1167346" y="957682"/>
                </a:lnTo>
                <a:lnTo>
                  <a:pt x="1146248" y="959634"/>
                </a:lnTo>
                <a:lnTo>
                  <a:pt x="1125160" y="961596"/>
                </a:lnTo>
                <a:lnTo>
                  <a:pt x="1104071" y="963549"/>
                </a:lnTo>
                <a:lnTo>
                  <a:pt x="1082983" y="965502"/>
                </a:lnTo>
                <a:lnTo>
                  <a:pt x="1061885" y="967454"/>
                </a:lnTo>
                <a:lnTo>
                  <a:pt x="1040797" y="969407"/>
                </a:lnTo>
                <a:lnTo>
                  <a:pt x="1019708" y="971369"/>
                </a:lnTo>
                <a:lnTo>
                  <a:pt x="998620" y="973322"/>
                </a:lnTo>
                <a:lnTo>
                  <a:pt x="977522" y="975274"/>
                </a:lnTo>
                <a:lnTo>
                  <a:pt x="956434" y="977227"/>
                </a:lnTo>
                <a:lnTo>
                  <a:pt x="935345" y="979180"/>
                </a:lnTo>
                <a:lnTo>
                  <a:pt x="914257" y="981142"/>
                </a:lnTo>
                <a:lnTo>
                  <a:pt x="893159" y="983094"/>
                </a:lnTo>
                <a:lnTo>
                  <a:pt x="872071" y="985047"/>
                </a:lnTo>
                <a:lnTo>
                  <a:pt x="850983" y="987000"/>
                </a:lnTo>
                <a:lnTo>
                  <a:pt x="829894" y="988952"/>
                </a:lnTo>
                <a:lnTo>
                  <a:pt x="808796" y="990914"/>
                </a:lnTo>
                <a:lnTo>
                  <a:pt x="787708" y="992867"/>
                </a:lnTo>
                <a:lnTo>
                  <a:pt x="766620" y="994820"/>
                </a:lnTo>
                <a:lnTo>
                  <a:pt x="745531" y="996772"/>
                </a:lnTo>
                <a:lnTo>
                  <a:pt x="724433" y="998725"/>
                </a:lnTo>
                <a:lnTo>
                  <a:pt x="703345" y="1000687"/>
                </a:lnTo>
                <a:lnTo>
                  <a:pt x="682257" y="1002640"/>
                </a:lnTo>
                <a:lnTo>
                  <a:pt x="661168" y="1004592"/>
                </a:lnTo>
                <a:lnTo>
                  <a:pt x="640070" y="1006545"/>
                </a:lnTo>
                <a:lnTo>
                  <a:pt x="618982" y="1008497"/>
                </a:lnTo>
                <a:lnTo>
                  <a:pt x="597894" y="1010460"/>
                </a:lnTo>
                <a:lnTo>
                  <a:pt x="576805" y="1012412"/>
                </a:lnTo>
                <a:lnTo>
                  <a:pt x="555708" y="1014365"/>
                </a:lnTo>
                <a:lnTo>
                  <a:pt x="534619" y="1016318"/>
                </a:lnTo>
                <a:lnTo>
                  <a:pt x="513531" y="1018270"/>
                </a:lnTo>
                <a:lnTo>
                  <a:pt x="492443" y="1020232"/>
                </a:lnTo>
                <a:lnTo>
                  <a:pt x="471345" y="1022185"/>
                </a:lnTo>
                <a:lnTo>
                  <a:pt x="450256" y="1024138"/>
                </a:lnTo>
                <a:lnTo>
                  <a:pt x="429168" y="1026090"/>
                </a:lnTo>
                <a:lnTo>
                  <a:pt x="408080" y="1028043"/>
                </a:lnTo>
                <a:lnTo>
                  <a:pt x="386982" y="1029995"/>
                </a:lnTo>
                <a:lnTo>
                  <a:pt x="365893" y="1031958"/>
                </a:lnTo>
                <a:lnTo>
                  <a:pt x="344805" y="1033910"/>
                </a:lnTo>
                <a:lnTo>
                  <a:pt x="323717" y="1035863"/>
                </a:lnTo>
                <a:lnTo>
                  <a:pt x="302619" y="1037815"/>
                </a:lnTo>
                <a:lnTo>
                  <a:pt x="281530" y="1039768"/>
                </a:lnTo>
                <a:lnTo>
                  <a:pt x="260442" y="1041730"/>
                </a:lnTo>
                <a:lnTo>
                  <a:pt x="239354" y="1043683"/>
                </a:lnTo>
                <a:lnTo>
                  <a:pt x="218256" y="1045635"/>
                </a:lnTo>
                <a:lnTo>
                  <a:pt x="197168" y="1047588"/>
                </a:lnTo>
                <a:lnTo>
                  <a:pt x="176079" y="1049541"/>
                </a:lnTo>
                <a:lnTo>
                  <a:pt x="154991" y="1051503"/>
                </a:lnTo>
                <a:lnTo>
                  <a:pt x="133893" y="1053455"/>
                </a:lnTo>
                <a:lnTo>
                  <a:pt x="112805" y="1055408"/>
                </a:lnTo>
                <a:lnTo>
                  <a:pt x="91716" y="1057361"/>
                </a:lnTo>
                <a:lnTo>
                  <a:pt x="70628" y="1059313"/>
                </a:lnTo>
                <a:lnTo>
                  <a:pt x="49530" y="1061276"/>
                </a:lnTo>
                <a:lnTo>
                  <a:pt x="28442" y="1063228"/>
                </a:lnTo>
                <a:lnTo>
                  <a:pt x="7353" y="1065181"/>
                </a:lnTo>
                <a:lnTo>
                  <a:pt x="0" y="1053656"/>
                </a:lnTo>
                <a:lnTo>
                  <a:pt x="2362" y="1032605"/>
                </a:lnTo>
                <a:lnTo>
                  <a:pt x="4724" y="1011555"/>
                </a:lnTo>
                <a:lnTo>
                  <a:pt x="7077" y="990514"/>
                </a:lnTo>
                <a:lnTo>
                  <a:pt x="9439" y="969464"/>
                </a:lnTo>
                <a:lnTo>
                  <a:pt x="11801" y="948414"/>
                </a:lnTo>
                <a:lnTo>
                  <a:pt x="14164" y="927364"/>
                </a:lnTo>
                <a:lnTo>
                  <a:pt x="16526" y="906313"/>
                </a:lnTo>
                <a:lnTo>
                  <a:pt x="18879" y="885263"/>
                </a:lnTo>
                <a:lnTo>
                  <a:pt x="21241" y="864213"/>
                </a:lnTo>
                <a:lnTo>
                  <a:pt x="23603" y="843163"/>
                </a:lnTo>
                <a:lnTo>
                  <a:pt x="25965" y="822112"/>
                </a:lnTo>
                <a:lnTo>
                  <a:pt x="28318" y="801072"/>
                </a:lnTo>
                <a:lnTo>
                  <a:pt x="30680" y="780021"/>
                </a:lnTo>
                <a:lnTo>
                  <a:pt x="33042" y="758971"/>
                </a:lnTo>
                <a:lnTo>
                  <a:pt x="35404" y="737921"/>
                </a:lnTo>
                <a:lnTo>
                  <a:pt x="37767" y="716871"/>
                </a:lnTo>
                <a:lnTo>
                  <a:pt x="40119" y="695820"/>
                </a:lnTo>
                <a:lnTo>
                  <a:pt x="42482" y="674770"/>
                </a:lnTo>
                <a:lnTo>
                  <a:pt x="44844" y="653720"/>
                </a:lnTo>
                <a:lnTo>
                  <a:pt x="47206" y="632670"/>
                </a:lnTo>
                <a:lnTo>
                  <a:pt x="49568" y="611629"/>
                </a:lnTo>
                <a:lnTo>
                  <a:pt x="51921" y="590579"/>
                </a:lnTo>
                <a:lnTo>
                  <a:pt x="54283" y="569528"/>
                </a:lnTo>
                <a:lnTo>
                  <a:pt x="56645" y="548478"/>
                </a:lnTo>
                <a:lnTo>
                  <a:pt x="59007" y="527428"/>
                </a:lnTo>
                <a:lnTo>
                  <a:pt x="61360" y="506378"/>
                </a:lnTo>
                <a:lnTo>
                  <a:pt x="63722" y="485327"/>
                </a:lnTo>
                <a:lnTo>
                  <a:pt x="66084" y="464277"/>
                </a:lnTo>
                <a:lnTo>
                  <a:pt x="68447" y="443227"/>
                </a:lnTo>
                <a:lnTo>
                  <a:pt x="70809" y="422186"/>
                </a:lnTo>
                <a:lnTo>
                  <a:pt x="73162" y="401136"/>
                </a:lnTo>
                <a:lnTo>
                  <a:pt x="75524" y="380086"/>
                </a:lnTo>
                <a:lnTo>
                  <a:pt x="77886" y="359035"/>
                </a:lnTo>
                <a:lnTo>
                  <a:pt x="80248" y="337985"/>
                </a:lnTo>
                <a:lnTo>
                  <a:pt x="82610" y="316935"/>
                </a:lnTo>
                <a:lnTo>
                  <a:pt x="84963" y="295885"/>
                </a:lnTo>
                <a:lnTo>
                  <a:pt x="87325" y="274834"/>
                </a:lnTo>
                <a:lnTo>
                  <a:pt x="89687" y="253784"/>
                </a:lnTo>
                <a:lnTo>
                  <a:pt x="92050" y="232743"/>
                </a:lnTo>
                <a:lnTo>
                  <a:pt x="94402" y="211693"/>
                </a:lnTo>
                <a:lnTo>
                  <a:pt x="96764" y="190643"/>
                </a:lnTo>
                <a:lnTo>
                  <a:pt x="99127" y="169593"/>
                </a:lnTo>
                <a:lnTo>
                  <a:pt x="101489" y="148542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5CD3D964-4F3C-417D-BE42-93A2E538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6156" y="3525060"/>
            <a:ext cx="1711738" cy="1065181"/>
          </a:xfrm>
          <a:custGeom xmlns:a="http://schemas.openxmlformats.org/drawingml/2006/main">
            <a:pathLst>
              <a:path w="1711738" h="1065181">
                <a:moveTo>
                  <a:pt x="101489" y="148542"/>
                </a:moveTo>
                <a:lnTo>
                  <a:pt x="122577" y="146590"/>
                </a:lnTo>
                <a:lnTo>
                  <a:pt x="143666" y="144637"/>
                </a:lnTo>
                <a:lnTo>
                  <a:pt x="164763" y="142675"/>
                </a:lnTo>
                <a:lnTo>
                  <a:pt x="185852" y="140722"/>
                </a:lnTo>
                <a:lnTo>
                  <a:pt x="206940" y="138770"/>
                </a:lnTo>
                <a:lnTo>
                  <a:pt x="228029" y="136817"/>
                </a:lnTo>
                <a:lnTo>
                  <a:pt x="249126" y="134864"/>
                </a:lnTo>
                <a:lnTo>
                  <a:pt x="270215" y="132902"/>
                </a:lnTo>
                <a:lnTo>
                  <a:pt x="291303" y="130950"/>
                </a:lnTo>
                <a:lnTo>
                  <a:pt x="312391" y="128997"/>
                </a:lnTo>
                <a:lnTo>
                  <a:pt x="333489" y="127044"/>
                </a:lnTo>
                <a:lnTo>
                  <a:pt x="354578" y="125092"/>
                </a:lnTo>
                <a:lnTo>
                  <a:pt x="375666" y="123130"/>
                </a:lnTo>
                <a:lnTo>
                  <a:pt x="396754" y="121177"/>
                </a:lnTo>
                <a:lnTo>
                  <a:pt x="417852" y="119224"/>
                </a:lnTo>
                <a:lnTo>
                  <a:pt x="438941" y="117272"/>
                </a:lnTo>
                <a:lnTo>
                  <a:pt x="460029" y="115319"/>
                </a:lnTo>
                <a:lnTo>
                  <a:pt x="481117" y="113357"/>
                </a:lnTo>
                <a:lnTo>
                  <a:pt x="502215" y="111404"/>
                </a:lnTo>
                <a:lnTo>
                  <a:pt x="523304" y="109452"/>
                </a:lnTo>
                <a:lnTo>
                  <a:pt x="544392" y="107499"/>
                </a:lnTo>
                <a:lnTo>
                  <a:pt x="565480" y="105547"/>
                </a:lnTo>
                <a:lnTo>
                  <a:pt x="586578" y="103584"/>
                </a:lnTo>
                <a:lnTo>
                  <a:pt x="607666" y="101632"/>
                </a:lnTo>
                <a:lnTo>
                  <a:pt x="628755" y="99679"/>
                </a:lnTo>
                <a:lnTo>
                  <a:pt x="649843" y="97727"/>
                </a:lnTo>
                <a:lnTo>
                  <a:pt x="670941" y="95774"/>
                </a:lnTo>
                <a:lnTo>
                  <a:pt x="692029" y="93812"/>
                </a:lnTo>
                <a:lnTo>
                  <a:pt x="713118" y="91859"/>
                </a:lnTo>
                <a:lnTo>
                  <a:pt x="734206" y="89906"/>
                </a:lnTo>
                <a:lnTo>
                  <a:pt x="755304" y="87954"/>
                </a:lnTo>
                <a:lnTo>
                  <a:pt x="776392" y="86001"/>
                </a:lnTo>
                <a:lnTo>
                  <a:pt x="797481" y="84049"/>
                </a:lnTo>
                <a:lnTo>
                  <a:pt x="818569" y="82086"/>
                </a:lnTo>
                <a:lnTo>
                  <a:pt x="839667" y="80134"/>
                </a:lnTo>
                <a:lnTo>
                  <a:pt x="860755" y="78181"/>
                </a:lnTo>
                <a:lnTo>
                  <a:pt x="881844" y="76229"/>
                </a:lnTo>
                <a:lnTo>
                  <a:pt x="902932" y="74276"/>
                </a:lnTo>
                <a:lnTo>
                  <a:pt x="924030" y="72314"/>
                </a:lnTo>
                <a:lnTo>
                  <a:pt x="945118" y="70361"/>
                </a:lnTo>
                <a:lnTo>
                  <a:pt x="966206" y="68409"/>
                </a:lnTo>
                <a:lnTo>
                  <a:pt x="987295" y="66456"/>
                </a:lnTo>
                <a:lnTo>
                  <a:pt x="1008393" y="64503"/>
                </a:lnTo>
                <a:lnTo>
                  <a:pt x="1029481" y="62541"/>
                </a:lnTo>
                <a:lnTo>
                  <a:pt x="1050569" y="60589"/>
                </a:lnTo>
                <a:lnTo>
                  <a:pt x="1071658" y="58636"/>
                </a:lnTo>
                <a:lnTo>
                  <a:pt x="1092756" y="56683"/>
                </a:lnTo>
                <a:lnTo>
                  <a:pt x="1113844" y="54731"/>
                </a:lnTo>
                <a:lnTo>
                  <a:pt x="1134932" y="52769"/>
                </a:lnTo>
                <a:lnTo>
                  <a:pt x="1156021" y="50816"/>
                </a:lnTo>
                <a:lnTo>
                  <a:pt x="1177119" y="48863"/>
                </a:lnTo>
                <a:lnTo>
                  <a:pt x="1198207" y="46911"/>
                </a:lnTo>
                <a:lnTo>
                  <a:pt x="1219295" y="44958"/>
                </a:lnTo>
                <a:lnTo>
                  <a:pt x="1240384" y="42996"/>
                </a:lnTo>
                <a:lnTo>
                  <a:pt x="1261481" y="41043"/>
                </a:lnTo>
                <a:lnTo>
                  <a:pt x="1282570" y="39091"/>
                </a:lnTo>
                <a:lnTo>
                  <a:pt x="1303658" y="37138"/>
                </a:lnTo>
                <a:lnTo>
                  <a:pt x="1324747" y="35185"/>
                </a:lnTo>
                <a:lnTo>
                  <a:pt x="1345844" y="33223"/>
                </a:lnTo>
                <a:lnTo>
                  <a:pt x="1366933" y="31271"/>
                </a:lnTo>
                <a:lnTo>
                  <a:pt x="1388021" y="29318"/>
                </a:lnTo>
                <a:lnTo>
                  <a:pt x="1409109" y="27365"/>
                </a:lnTo>
                <a:lnTo>
                  <a:pt x="1430207" y="25413"/>
                </a:lnTo>
                <a:lnTo>
                  <a:pt x="1451296" y="23451"/>
                </a:lnTo>
                <a:lnTo>
                  <a:pt x="1472384" y="21498"/>
                </a:lnTo>
                <a:lnTo>
                  <a:pt x="1493472" y="19545"/>
                </a:lnTo>
                <a:lnTo>
                  <a:pt x="1514570" y="17593"/>
                </a:lnTo>
                <a:lnTo>
                  <a:pt x="1535659" y="15640"/>
                </a:lnTo>
                <a:lnTo>
                  <a:pt x="1556747" y="13678"/>
                </a:lnTo>
                <a:lnTo>
                  <a:pt x="1577835" y="11725"/>
                </a:lnTo>
                <a:lnTo>
                  <a:pt x="1598933" y="9773"/>
                </a:lnTo>
                <a:lnTo>
                  <a:pt x="1620022" y="7820"/>
                </a:lnTo>
                <a:lnTo>
                  <a:pt x="1641110" y="5867"/>
                </a:lnTo>
                <a:lnTo>
                  <a:pt x="1662198" y="3905"/>
                </a:lnTo>
                <a:lnTo>
                  <a:pt x="1683296" y="1953"/>
                </a:lnTo>
                <a:lnTo>
                  <a:pt x="1704384" y="0"/>
                </a:lnTo>
                <a:lnTo>
                  <a:pt x="1711738" y="11525"/>
                </a:lnTo>
                <a:lnTo>
                  <a:pt x="1709376" y="32576"/>
                </a:lnTo>
                <a:lnTo>
                  <a:pt x="1707013" y="53626"/>
                </a:lnTo>
                <a:lnTo>
                  <a:pt x="1704651" y="74666"/>
                </a:lnTo>
                <a:lnTo>
                  <a:pt x="1702298" y="95717"/>
                </a:lnTo>
                <a:lnTo>
                  <a:pt x="1699936" y="116767"/>
                </a:lnTo>
                <a:lnTo>
                  <a:pt x="1697574" y="137817"/>
                </a:lnTo>
                <a:lnTo>
                  <a:pt x="1695212" y="158867"/>
                </a:lnTo>
                <a:lnTo>
                  <a:pt x="1692850" y="179918"/>
                </a:lnTo>
                <a:lnTo>
                  <a:pt x="1690497" y="200968"/>
                </a:lnTo>
                <a:lnTo>
                  <a:pt x="1688135" y="222018"/>
                </a:lnTo>
                <a:lnTo>
                  <a:pt x="1685773" y="243068"/>
                </a:lnTo>
                <a:lnTo>
                  <a:pt x="1683410" y="264109"/>
                </a:lnTo>
                <a:lnTo>
                  <a:pt x="1681048" y="285159"/>
                </a:lnTo>
                <a:lnTo>
                  <a:pt x="1678696" y="306210"/>
                </a:lnTo>
                <a:lnTo>
                  <a:pt x="1676333" y="327260"/>
                </a:lnTo>
                <a:lnTo>
                  <a:pt x="1673971" y="348310"/>
                </a:lnTo>
                <a:lnTo>
                  <a:pt x="1671609" y="369360"/>
                </a:lnTo>
                <a:lnTo>
                  <a:pt x="1669247" y="390411"/>
                </a:lnTo>
                <a:lnTo>
                  <a:pt x="1666894" y="411461"/>
                </a:lnTo>
                <a:lnTo>
                  <a:pt x="1664532" y="432511"/>
                </a:lnTo>
                <a:lnTo>
                  <a:pt x="1662170" y="453552"/>
                </a:lnTo>
                <a:lnTo>
                  <a:pt x="1659807" y="474602"/>
                </a:lnTo>
                <a:lnTo>
                  <a:pt x="1657455" y="495652"/>
                </a:lnTo>
                <a:lnTo>
                  <a:pt x="1655093" y="516703"/>
                </a:lnTo>
                <a:lnTo>
                  <a:pt x="1652730" y="537753"/>
                </a:lnTo>
                <a:lnTo>
                  <a:pt x="1650368" y="558803"/>
                </a:lnTo>
                <a:lnTo>
                  <a:pt x="1648006" y="579853"/>
                </a:lnTo>
                <a:lnTo>
                  <a:pt x="1645653" y="600904"/>
                </a:lnTo>
                <a:lnTo>
                  <a:pt x="1643291" y="621954"/>
                </a:lnTo>
                <a:lnTo>
                  <a:pt x="1640929" y="642995"/>
                </a:lnTo>
                <a:lnTo>
                  <a:pt x="1638567" y="664045"/>
                </a:lnTo>
                <a:lnTo>
                  <a:pt x="1636205" y="685095"/>
                </a:lnTo>
                <a:lnTo>
                  <a:pt x="1633852" y="706145"/>
                </a:lnTo>
                <a:lnTo>
                  <a:pt x="1631490" y="727196"/>
                </a:lnTo>
                <a:lnTo>
                  <a:pt x="1629127" y="748246"/>
                </a:lnTo>
                <a:lnTo>
                  <a:pt x="1626765" y="769296"/>
                </a:lnTo>
                <a:lnTo>
                  <a:pt x="1624413" y="790346"/>
                </a:lnTo>
                <a:lnTo>
                  <a:pt x="1622050" y="811397"/>
                </a:lnTo>
                <a:lnTo>
                  <a:pt x="1619688" y="832437"/>
                </a:lnTo>
                <a:lnTo>
                  <a:pt x="1617326" y="853488"/>
                </a:lnTo>
                <a:lnTo>
                  <a:pt x="1614964" y="874538"/>
                </a:lnTo>
                <a:lnTo>
                  <a:pt x="1612611" y="895588"/>
                </a:lnTo>
                <a:lnTo>
                  <a:pt x="1610249" y="916638"/>
                </a:lnTo>
                <a:lnTo>
                  <a:pt x="1589161" y="918591"/>
                </a:lnTo>
                <a:lnTo>
                  <a:pt x="1568063" y="920544"/>
                </a:lnTo>
                <a:lnTo>
                  <a:pt x="1546974" y="922506"/>
                </a:lnTo>
                <a:lnTo>
                  <a:pt x="1525886" y="924458"/>
                </a:lnTo>
                <a:lnTo>
                  <a:pt x="1504798" y="926411"/>
                </a:lnTo>
                <a:lnTo>
                  <a:pt x="1483700" y="928364"/>
                </a:lnTo>
                <a:lnTo>
                  <a:pt x="1462611" y="930316"/>
                </a:lnTo>
                <a:lnTo>
                  <a:pt x="1441523" y="932278"/>
                </a:lnTo>
                <a:lnTo>
                  <a:pt x="1420435" y="934231"/>
                </a:lnTo>
                <a:lnTo>
                  <a:pt x="1399337" y="936184"/>
                </a:lnTo>
                <a:lnTo>
                  <a:pt x="1378248" y="938136"/>
                </a:lnTo>
                <a:lnTo>
                  <a:pt x="1357160" y="940089"/>
                </a:lnTo>
                <a:lnTo>
                  <a:pt x="1336072" y="942051"/>
                </a:lnTo>
                <a:lnTo>
                  <a:pt x="1314974" y="944004"/>
                </a:lnTo>
                <a:lnTo>
                  <a:pt x="1293886" y="945956"/>
                </a:lnTo>
                <a:lnTo>
                  <a:pt x="1272797" y="947909"/>
                </a:lnTo>
                <a:lnTo>
                  <a:pt x="1251709" y="949862"/>
                </a:lnTo>
                <a:lnTo>
                  <a:pt x="1230611" y="951824"/>
                </a:lnTo>
                <a:lnTo>
                  <a:pt x="1209523" y="953776"/>
                </a:lnTo>
                <a:lnTo>
                  <a:pt x="1188434" y="955729"/>
                </a:lnTo>
                <a:lnTo>
                  <a:pt x="1167346" y="957682"/>
                </a:lnTo>
                <a:lnTo>
                  <a:pt x="1146248" y="959634"/>
                </a:lnTo>
                <a:lnTo>
                  <a:pt x="1125160" y="961596"/>
                </a:lnTo>
                <a:lnTo>
                  <a:pt x="1104071" y="963549"/>
                </a:lnTo>
                <a:lnTo>
                  <a:pt x="1082983" y="965502"/>
                </a:lnTo>
                <a:lnTo>
                  <a:pt x="1061885" y="967454"/>
                </a:lnTo>
                <a:lnTo>
                  <a:pt x="1040797" y="969407"/>
                </a:lnTo>
                <a:lnTo>
                  <a:pt x="1019708" y="971369"/>
                </a:lnTo>
                <a:lnTo>
                  <a:pt x="998620" y="973322"/>
                </a:lnTo>
                <a:lnTo>
                  <a:pt x="977522" y="975274"/>
                </a:lnTo>
                <a:lnTo>
                  <a:pt x="956434" y="977227"/>
                </a:lnTo>
                <a:lnTo>
                  <a:pt x="935345" y="979180"/>
                </a:lnTo>
                <a:lnTo>
                  <a:pt x="914257" y="981142"/>
                </a:lnTo>
                <a:lnTo>
                  <a:pt x="893159" y="983094"/>
                </a:lnTo>
                <a:lnTo>
                  <a:pt x="872071" y="985047"/>
                </a:lnTo>
                <a:lnTo>
                  <a:pt x="850983" y="987000"/>
                </a:lnTo>
                <a:lnTo>
                  <a:pt x="829894" y="988952"/>
                </a:lnTo>
                <a:lnTo>
                  <a:pt x="808796" y="990914"/>
                </a:lnTo>
                <a:lnTo>
                  <a:pt x="787708" y="992867"/>
                </a:lnTo>
                <a:lnTo>
                  <a:pt x="766620" y="994820"/>
                </a:lnTo>
                <a:lnTo>
                  <a:pt x="745531" y="996772"/>
                </a:lnTo>
                <a:lnTo>
                  <a:pt x="724433" y="998725"/>
                </a:lnTo>
                <a:lnTo>
                  <a:pt x="703345" y="1000687"/>
                </a:lnTo>
                <a:lnTo>
                  <a:pt x="682257" y="1002640"/>
                </a:lnTo>
                <a:lnTo>
                  <a:pt x="661168" y="1004592"/>
                </a:lnTo>
                <a:lnTo>
                  <a:pt x="640070" y="1006545"/>
                </a:lnTo>
                <a:lnTo>
                  <a:pt x="618982" y="1008497"/>
                </a:lnTo>
                <a:lnTo>
                  <a:pt x="597894" y="1010460"/>
                </a:lnTo>
                <a:lnTo>
                  <a:pt x="576805" y="1012412"/>
                </a:lnTo>
                <a:lnTo>
                  <a:pt x="555708" y="1014365"/>
                </a:lnTo>
                <a:lnTo>
                  <a:pt x="534619" y="1016318"/>
                </a:lnTo>
                <a:lnTo>
                  <a:pt x="513531" y="1018270"/>
                </a:lnTo>
                <a:lnTo>
                  <a:pt x="492443" y="1020223"/>
                </a:lnTo>
                <a:lnTo>
                  <a:pt x="471345" y="1022185"/>
                </a:lnTo>
                <a:lnTo>
                  <a:pt x="450256" y="1024138"/>
                </a:lnTo>
                <a:lnTo>
                  <a:pt x="429168" y="1026090"/>
                </a:lnTo>
                <a:lnTo>
                  <a:pt x="408080" y="1028043"/>
                </a:lnTo>
                <a:lnTo>
                  <a:pt x="386982" y="1029995"/>
                </a:lnTo>
                <a:lnTo>
                  <a:pt x="365893" y="1031958"/>
                </a:lnTo>
                <a:lnTo>
                  <a:pt x="344805" y="1033910"/>
                </a:lnTo>
                <a:lnTo>
                  <a:pt x="323717" y="1035863"/>
                </a:lnTo>
                <a:lnTo>
                  <a:pt x="302619" y="1037815"/>
                </a:lnTo>
                <a:lnTo>
                  <a:pt x="281530" y="1039768"/>
                </a:lnTo>
                <a:lnTo>
                  <a:pt x="260442" y="1041730"/>
                </a:lnTo>
                <a:lnTo>
                  <a:pt x="239354" y="1043683"/>
                </a:lnTo>
                <a:lnTo>
                  <a:pt x="218256" y="1045635"/>
                </a:lnTo>
                <a:lnTo>
                  <a:pt x="197168" y="1047588"/>
                </a:lnTo>
                <a:lnTo>
                  <a:pt x="176079" y="1049541"/>
                </a:lnTo>
                <a:lnTo>
                  <a:pt x="154991" y="1051503"/>
                </a:lnTo>
                <a:lnTo>
                  <a:pt x="133893" y="1053455"/>
                </a:lnTo>
                <a:lnTo>
                  <a:pt x="112805" y="1055408"/>
                </a:lnTo>
                <a:lnTo>
                  <a:pt x="91716" y="1057361"/>
                </a:lnTo>
                <a:lnTo>
                  <a:pt x="70628" y="1059313"/>
                </a:lnTo>
                <a:lnTo>
                  <a:pt x="49530" y="1061276"/>
                </a:lnTo>
                <a:lnTo>
                  <a:pt x="28442" y="1063228"/>
                </a:lnTo>
                <a:lnTo>
                  <a:pt x="7353" y="1065181"/>
                </a:lnTo>
                <a:lnTo>
                  <a:pt x="0" y="1053656"/>
                </a:lnTo>
                <a:lnTo>
                  <a:pt x="2362" y="1032605"/>
                </a:lnTo>
                <a:lnTo>
                  <a:pt x="4724" y="1011565"/>
                </a:lnTo>
                <a:lnTo>
                  <a:pt x="7077" y="990514"/>
                </a:lnTo>
                <a:lnTo>
                  <a:pt x="9439" y="969464"/>
                </a:lnTo>
                <a:lnTo>
                  <a:pt x="11801" y="948414"/>
                </a:lnTo>
                <a:lnTo>
                  <a:pt x="14164" y="927364"/>
                </a:lnTo>
                <a:lnTo>
                  <a:pt x="16516" y="906313"/>
                </a:lnTo>
                <a:lnTo>
                  <a:pt x="18879" y="885263"/>
                </a:lnTo>
                <a:lnTo>
                  <a:pt x="21241" y="864213"/>
                </a:lnTo>
                <a:lnTo>
                  <a:pt x="23603" y="843163"/>
                </a:lnTo>
                <a:lnTo>
                  <a:pt x="25965" y="822122"/>
                </a:lnTo>
                <a:lnTo>
                  <a:pt x="28318" y="801072"/>
                </a:lnTo>
                <a:lnTo>
                  <a:pt x="30680" y="780021"/>
                </a:lnTo>
                <a:lnTo>
                  <a:pt x="33042" y="758971"/>
                </a:lnTo>
                <a:lnTo>
                  <a:pt x="35404" y="737921"/>
                </a:lnTo>
                <a:lnTo>
                  <a:pt x="37767" y="716871"/>
                </a:lnTo>
                <a:lnTo>
                  <a:pt x="40119" y="695820"/>
                </a:lnTo>
                <a:lnTo>
                  <a:pt x="42482" y="674770"/>
                </a:lnTo>
                <a:lnTo>
                  <a:pt x="44844" y="653720"/>
                </a:lnTo>
                <a:lnTo>
                  <a:pt x="47206" y="632679"/>
                </a:lnTo>
                <a:lnTo>
                  <a:pt x="49568" y="611629"/>
                </a:lnTo>
                <a:lnTo>
                  <a:pt x="51921" y="590579"/>
                </a:lnTo>
                <a:lnTo>
                  <a:pt x="54283" y="569528"/>
                </a:lnTo>
                <a:lnTo>
                  <a:pt x="56645" y="548478"/>
                </a:lnTo>
                <a:lnTo>
                  <a:pt x="59007" y="527428"/>
                </a:lnTo>
                <a:lnTo>
                  <a:pt x="61360" y="506378"/>
                </a:lnTo>
                <a:lnTo>
                  <a:pt x="63722" y="485327"/>
                </a:lnTo>
                <a:lnTo>
                  <a:pt x="66084" y="464277"/>
                </a:lnTo>
                <a:lnTo>
                  <a:pt x="68447" y="443227"/>
                </a:lnTo>
                <a:lnTo>
                  <a:pt x="70809" y="422186"/>
                </a:lnTo>
                <a:lnTo>
                  <a:pt x="73162" y="401136"/>
                </a:lnTo>
                <a:lnTo>
                  <a:pt x="75524" y="380086"/>
                </a:lnTo>
                <a:lnTo>
                  <a:pt x="77886" y="359035"/>
                </a:lnTo>
                <a:lnTo>
                  <a:pt x="80248" y="337985"/>
                </a:lnTo>
                <a:lnTo>
                  <a:pt x="82610" y="316935"/>
                </a:lnTo>
                <a:lnTo>
                  <a:pt x="84963" y="295885"/>
                </a:lnTo>
                <a:lnTo>
                  <a:pt x="87325" y="274834"/>
                </a:lnTo>
                <a:lnTo>
                  <a:pt x="89687" y="253784"/>
                </a:lnTo>
                <a:lnTo>
                  <a:pt x="92050" y="232743"/>
                </a:lnTo>
                <a:lnTo>
                  <a:pt x="94402" y="211693"/>
                </a:lnTo>
                <a:lnTo>
                  <a:pt x="96764" y="190643"/>
                </a:lnTo>
                <a:lnTo>
                  <a:pt x="99127" y="169593"/>
                </a:lnTo>
                <a:lnTo>
                  <a:pt x="101489" y="148542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4CD8C9ED-700F-42C0-B437-3CCC4858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7406" y="3001185"/>
            <a:ext cx="1711738" cy="1065181"/>
          </a:xfrm>
          <a:custGeom xmlns:a="http://schemas.openxmlformats.org/drawingml/2006/main">
            <a:pathLst>
              <a:path w="1711738" h="1065181">
                <a:moveTo>
                  <a:pt x="101489" y="148542"/>
                </a:moveTo>
                <a:lnTo>
                  <a:pt x="122577" y="146590"/>
                </a:lnTo>
                <a:lnTo>
                  <a:pt x="143666" y="144637"/>
                </a:lnTo>
                <a:lnTo>
                  <a:pt x="164763" y="142675"/>
                </a:lnTo>
                <a:lnTo>
                  <a:pt x="185852" y="140722"/>
                </a:lnTo>
                <a:lnTo>
                  <a:pt x="206940" y="138770"/>
                </a:lnTo>
                <a:lnTo>
                  <a:pt x="228029" y="136817"/>
                </a:lnTo>
                <a:lnTo>
                  <a:pt x="249126" y="134864"/>
                </a:lnTo>
                <a:lnTo>
                  <a:pt x="270215" y="132902"/>
                </a:lnTo>
                <a:lnTo>
                  <a:pt x="291303" y="130950"/>
                </a:lnTo>
                <a:lnTo>
                  <a:pt x="312391" y="128997"/>
                </a:lnTo>
                <a:lnTo>
                  <a:pt x="333489" y="127044"/>
                </a:lnTo>
                <a:lnTo>
                  <a:pt x="354578" y="125092"/>
                </a:lnTo>
                <a:lnTo>
                  <a:pt x="375666" y="123130"/>
                </a:lnTo>
                <a:lnTo>
                  <a:pt x="396754" y="121177"/>
                </a:lnTo>
                <a:lnTo>
                  <a:pt x="417852" y="119224"/>
                </a:lnTo>
                <a:lnTo>
                  <a:pt x="438941" y="117272"/>
                </a:lnTo>
                <a:lnTo>
                  <a:pt x="460029" y="115319"/>
                </a:lnTo>
                <a:lnTo>
                  <a:pt x="481117" y="113357"/>
                </a:lnTo>
                <a:lnTo>
                  <a:pt x="502215" y="111404"/>
                </a:lnTo>
                <a:lnTo>
                  <a:pt x="523304" y="109452"/>
                </a:lnTo>
                <a:lnTo>
                  <a:pt x="544392" y="107499"/>
                </a:lnTo>
                <a:lnTo>
                  <a:pt x="565480" y="105547"/>
                </a:lnTo>
                <a:lnTo>
                  <a:pt x="586578" y="103584"/>
                </a:lnTo>
                <a:lnTo>
                  <a:pt x="607666" y="101632"/>
                </a:lnTo>
                <a:lnTo>
                  <a:pt x="628755" y="99679"/>
                </a:lnTo>
                <a:lnTo>
                  <a:pt x="649843" y="97727"/>
                </a:lnTo>
                <a:lnTo>
                  <a:pt x="670941" y="95774"/>
                </a:lnTo>
                <a:lnTo>
                  <a:pt x="692029" y="93812"/>
                </a:lnTo>
                <a:lnTo>
                  <a:pt x="713118" y="91859"/>
                </a:lnTo>
                <a:lnTo>
                  <a:pt x="734206" y="89906"/>
                </a:lnTo>
                <a:lnTo>
                  <a:pt x="755304" y="87954"/>
                </a:lnTo>
                <a:lnTo>
                  <a:pt x="776392" y="86001"/>
                </a:lnTo>
                <a:lnTo>
                  <a:pt x="797481" y="84049"/>
                </a:lnTo>
                <a:lnTo>
                  <a:pt x="818569" y="82086"/>
                </a:lnTo>
                <a:lnTo>
                  <a:pt x="839667" y="80134"/>
                </a:lnTo>
                <a:lnTo>
                  <a:pt x="860755" y="78181"/>
                </a:lnTo>
                <a:lnTo>
                  <a:pt x="881844" y="76229"/>
                </a:lnTo>
                <a:lnTo>
                  <a:pt x="902932" y="74276"/>
                </a:lnTo>
                <a:lnTo>
                  <a:pt x="924030" y="72314"/>
                </a:lnTo>
                <a:lnTo>
                  <a:pt x="945118" y="70361"/>
                </a:lnTo>
                <a:lnTo>
                  <a:pt x="966206" y="68409"/>
                </a:lnTo>
                <a:lnTo>
                  <a:pt x="987295" y="66456"/>
                </a:lnTo>
                <a:lnTo>
                  <a:pt x="1008393" y="64503"/>
                </a:lnTo>
                <a:lnTo>
                  <a:pt x="1029481" y="62541"/>
                </a:lnTo>
                <a:lnTo>
                  <a:pt x="1050569" y="60589"/>
                </a:lnTo>
                <a:lnTo>
                  <a:pt x="1071658" y="58636"/>
                </a:lnTo>
                <a:lnTo>
                  <a:pt x="1092756" y="56683"/>
                </a:lnTo>
                <a:lnTo>
                  <a:pt x="1113844" y="54731"/>
                </a:lnTo>
                <a:lnTo>
                  <a:pt x="1134932" y="52769"/>
                </a:lnTo>
                <a:lnTo>
                  <a:pt x="1156021" y="50816"/>
                </a:lnTo>
                <a:lnTo>
                  <a:pt x="1177119" y="48863"/>
                </a:lnTo>
                <a:lnTo>
                  <a:pt x="1198207" y="46911"/>
                </a:lnTo>
                <a:lnTo>
                  <a:pt x="1219295" y="44958"/>
                </a:lnTo>
                <a:lnTo>
                  <a:pt x="1240384" y="42996"/>
                </a:lnTo>
                <a:lnTo>
                  <a:pt x="1261481" y="41043"/>
                </a:lnTo>
                <a:lnTo>
                  <a:pt x="1282570" y="39091"/>
                </a:lnTo>
                <a:lnTo>
                  <a:pt x="1303658" y="37138"/>
                </a:lnTo>
                <a:lnTo>
                  <a:pt x="1324747" y="35185"/>
                </a:lnTo>
                <a:lnTo>
                  <a:pt x="1345844" y="33223"/>
                </a:lnTo>
                <a:lnTo>
                  <a:pt x="1366933" y="31271"/>
                </a:lnTo>
                <a:lnTo>
                  <a:pt x="1388021" y="29318"/>
                </a:lnTo>
                <a:lnTo>
                  <a:pt x="1409109" y="27365"/>
                </a:lnTo>
                <a:lnTo>
                  <a:pt x="1430207" y="25413"/>
                </a:lnTo>
                <a:lnTo>
                  <a:pt x="1451296" y="23451"/>
                </a:lnTo>
                <a:lnTo>
                  <a:pt x="1472384" y="21498"/>
                </a:lnTo>
                <a:lnTo>
                  <a:pt x="1493472" y="19545"/>
                </a:lnTo>
                <a:lnTo>
                  <a:pt x="1514570" y="17593"/>
                </a:lnTo>
                <a:lnTo>
                  <a:pt x="1535659" y="15640"/>
                </a:lnTo>
                <a:lnTo>
                  <a:pt x="1556747" y="13678"/>
                </a:lnTo>
                <a:lnTo>
                  <a:pt x="1577835" y="11725"/>
                </a:lnTo>
                <a:lnTo>
                  <a:pt x="1598933" y="9773"/>
                </a:lnTo>
                <a:lnTo>
                  <a:pt x="1620022" y="7820"/>
                </a:lnTo>
                <a:lnTo>
                  <a:pt x="1641110" y="5867"/>
                </a:lnTo>
                <a:lnTo>
                  <a:pt x="1662198" y="3905"/>
                </a:lnTo>
                <a:lnTo>
                  <a:pt x="1683296" y="1953"/>
                </a:lnTo>
                <a:lnTo>
                  <a:pt x="1704384" y="0"/>
                </a:lnTo>
                <a:lnTo>
                  <a:pt x="1711738" y="11525"/>
                </a:lnTo>
                <a:lnTo>
                  <a:pt x="1709376" y="32576"/>
                </a:lnTo>
                <a:lnTo>
                  <a:pt x="1707013" y="53626"/>
                </a:lnTo>
                <a:lnTo>
                  <a:pt x="1704651" y="74666"/>
                </a:lnTo>
                <a:lnTo>
                  <a:pt x="1702298" y="95717"/>
                </a:lnTo>
                <a:lnTo>
                  <a:pt x="1699936" y="116767"/>
                </a:lnTo>
                <a:lnTo>
                  <a:pt x="1697574" y="137817"/>
                </a:lnTo>
                <a:lnTo>
                  <a:pt x="1695212" y="158867"/>
                </a:lnTo>
                <a:lnTo>
                  <a:pt x="1692850" y="179918"/>
                </a:lnTo>
                <a:lnTo>
                  <a:pt x="1690497" y="200968"/>
                </a:lnTo>
                <a:lnTo>
                  <a:pt x="1688135" y="222018"/>
                </a:lnTo>
                <a:lnTo>
                  <a:pt x="1685773" y="243068"/>
                </a:lnTo>
                <a:lnTo>
                  <a:pt x="1683410" y="264109"/>
                </a:lnTo>
                <a:lnTo>
                  <a:pt x="1681048" y="285159"/>
                </a:lnTo>
                <a:lnTo>
                  <a:pt x="1678696" y="306210"/>
                </a:lnTo>
                <a:lnTo>
                  <a:pt x="1676333" y="327260"/>
                </a:lnTo>
                <a:lnTo>
                  <a:pt x="1673971" y="348310"/>
                </a:lnTo>
                <a:lnTo>
                  <a:pt x="1671609" y="369360"/>
                </a:lnTo>
                <a:lnTo>
                  <a:pt x="1669256" y="390411"/>
                </a:lnTo>
                <a:lnTo>
                  <a:pt x="1666894" y="411461"/>
                </a:lnTo>
                <a:lnTo>
                  <a:pt x="1664532" y="432511"/>
                </a:lnTo>
                <a:lnTo>
                  <a:pt x="1662170" y="453552"/>
                </a:lnTo>
                <a:lnTo>
                  <a:pt x="1659807" y="474602"/>
                </a:lnTo>
                <a:lnTo>
                  <a:pt x="1657455" y="495652"/>
                </a:lnTo>
                <a:lnTo>
                  <a:pt x="1655093" y="516703"/>
                </a:lnTo>
                <a:lnTo>
                  <a:pt x="1652730" y="537753"/>
                </a:lnTo>
                <a:lnTo>
                  <a:pt x="1650368" y="558803"/>
                </a:lnTo>
                <a:lnTo>
                  <a:pt x="1648006" y="579853"/>
                </a:lnTo>
                <a:lnTo>
                  <a:pt x="1645653" y="600904"/>
                </a:lnTo>
                <a:lnTo>
                  <a:pt x="1643291" y="621954"/>
                </a:lnTo>
                <a:lnTo>
                  <a:pt x="1640929" y="642995"/>
                </a:lnTo>
                <a:lnTo>
                  <a:pt x="1638567" y="664045"/>
                </a:lnTo>
                <a:lnTo>
                  <a:pt x="1636214" y="685095"/>
                </a:lnTo>
                <a:lnTo>
                  <a:pt x="1633852" y="706145"/>
                </a:lnTo>
                <a:lnTo>
                  <a:pt x="1631490" y="727196"/>
                </a:lnTo>
                <a:lnTo>
                  <a:pt x="1629127" y="748246"/>
                </a:lnTo>
                <a:lnTo>
                  <a:pt x="1626765" y="769296"/>
                </a:lnTo>
                <a:lnTo>
                  <a:pt x="1624413" y="790346"/>
                </a:lnTo>
                <a:lnTo>
                  <a:pt x="1622050" y="811397"/>
                </a:lnTo>
                <a:lnTo>
                  <a:pt x="1619688" y="832437"/>
                </a:lnTo>
                <a:lnTo>
                  <a:pt x="1617326" y="853488"/>
                </a:lnTo>
                <a:lnTo>
                  <a:pt x="1614964" y="874538"/>
                </a:lnTo>
                <a:lnTo>
                  <a:pt x="1612611" y="895588"/>
                </a:lnTo>
                <a:lnTo>
                  <a:pt x="1610249" y="916638"/>
                </a:lnTo>
                <a:lnTo>
                  <a:pt x="1589161" y="918591"/>
                </a:lnTo>
                <a:lnTo>
                  <a:pt x="1568063" y="920544"/>
                </a:lnTo>
                <a:lnTo>
                  <a:pt x="1546974" y="922506"/>
                </a:lnTo>
                <a:lnTo>
                  <a:pt x="1525886" y="924458"/>
                </a:lnTo>
                <a:lnTo>
                  <a:pt x="1504798" y="926411"/>
                </a:lnTo>
                <a:lnTo>
                  <a:pt x="1483700" y="928364"/>
                </a:lnTo>
                <a:lnTo>
                  <a:pt x="1462611" y="930316"/>
                </a:lnTo>
                <a:lnTo>
                  <a:pt x="1441523" y="932278"/>
                </a:lnTo>
                <a:lnTo>
                  <a:pt x="1420435" y="934231"/>
                </a:lnTo>
                <a:lnTo>
                  <a:pt x="1399337" y="936184"/>
                </a:lnTo>
                <a:lnTo>
                  <a:pt x="1378248" y="938136"/>
                </a:lnTo>
                <a:lnTo>
                  <a:pt x="1357160" y="940089"/>
                </a:lnTo>
                <a:lnTo>
                  <a:pt x="1336072" y="942051"/>
                </a:lnTo>
                <a:lnTo>
                  <a:pt x="1314974" y="944004"/>
                </a:lnTo>
                <a:lnTo>
                  <a:pt x="1293886" y="945956"/>
                </a:lnTo>
                <a:lnTo>
                  <a:pt x="1272797" y="947909"/>
                </a:lnTo>
                <a:lnTo>
                  <a:pt x="1251709" y="949862"/>
                </a:lnTo>
                <a:lnTo>
                  <a:pt x="1230611" y="951824"/>
                </a:lnTo>
                <a:lnTo>
                  <a:pt x="1209523" y="953776"/>
                </a:lnTo>
                <a:lnTo>
                  <a:pt x="1188434" y="955729"/>
                </a:lnTo>
                <a:lnTo>
                  <a:pt x="1167346" y="957682"/>
                </a:lnTo>
                <a:lnTo>
                  <a:pt x="1146248" y="959634"/>
                </a:lnTo>
                <a:lnTo>
                  <a:pt x="1125160" y="961596"/>
                </a:lnTo>
                <a:lnTo>
                  <a:pt x="1104071" y="963549"/>
                </a:lnTo>
                <a:lnTo>
                  <a:pt x="1082983" y="965502"/>
                </a:lnTo>
                <a:lnTo>
                  <a:pt x="1061885" y="967454"/>
                </a:lnTo>
                <a:lnTo>
                  <a:pt x="1040797" y="969407"/>
                </a:lnTo>
                <a:lnTo>
                  <a:pt x="1019708" y="971369"/>
                </a:lnTo>
                <a:lnTo>
                  <a:pt x="998620" y="973322"/>
                </a:lnTo>
                <a:lnTo>
                  <a:pt x="977522" y="975274"/>
                </a:lnTo>
                <a:lnTo>
                  <a:pt x="956434" y="977227"/>
                </a:lnTo>
                <a:lnTo>
                  <a:pt x="935345" y="979180"/>
                </a:lnTo>
                <a:lnTo>
                  <a:pt x="914257" y="981142"/>
                </a:lnTo>
                <a:lnTo>
                  <a:pt x="893159" y="983094"/>
                </a:lnTo>
                <a:lnTo>
                  <a:pt x="872071" y="985047"/>
                </a:lnTo>
                <a:lnTo>
                  <a:pt x="850983" y="987000"/>
                </a:lnTo>
                <a:lnTo>
                  <a:pt x="829894" y="988952"/>
                </a:lnTo>
                <a:lnTo>
                  <a:pt x="808796" y="990914"/>
                </a:lnTo>
                <a:lnTo>
                  <a:pt x="787708" y="992867"/>
                </a:lnTo>
                <a:lnTo>
                  <a:pt x="766620" y="994820"/>
                </a:lnTo>
                <a:lnTo>
                  <a:pt x="745531" y="996772"/>
                </a:lnTo>
                <a:lnTo>
                  <a:pt x="724433" y="998725"/>
                </a:lnTo>
                <a:lnTo>
                  <a:pt x="703345" y="1000687"/>
                </a:lnTo>
                <a:lnTo>
                  <a:pt x="682257" y="1002640"/>
                </a:lnTo>
                <a:lnTo>
                  <a:pt x="661168" y="1004592"/>
                </a:lnTo>
                <a:lnTo>
                  <a:pt x="640070" y="1006545"/>
                </a:lnTo>
                <a:lnTo>
                  <a:pt x="618982" y="1008497"/>
                </a:lnTo>
                <a:lnTo>
                  <a:pt x="597894" y="1010460"/>
                </a:lnTo>
                <a:lnTo>
                  <a:pt x="576805" y="1012412"/>
                </a:lnTo>
                <a:lnTo>
                  <a:pt x="555708" y="1014365"/>
                </a:lnTo>
                <a:lnTo>
                  <a:pt x="534619" y="1016318"/>
                </a:lnTo>
                <a:lnTo>
                  <a:pt x="513531" y="1018270"/>
                </a:lnTo>
                <a:lnTo>
                  <a:pt x="492443" y="1020232"/>
                </a:lnTo>
                <a:lnTo>
                  <a:pt x="471345" y="1022185"/>
                </a:lnTo>
                <a:lnTo>
                  <a:pt x="450256" y="1024138"/>
                </a:lnTo>
                <a:lnTo>
                  <a:pt x="429168" y="1026090"/>
                </a:lnTo>
                <a:lnTo>
                  <a:pt x="408080" y="1028043"/>
                </a:lnTo>
                <a:lnTo>
                  <a:pt x="386982" y="1029995"/>
                </a:lnTo>
                <a:lnTo>
                  <a:pt x="365893" y="1031958"/>
                </a:lnTo>
                <a:lnTo>
                  <a:pt x="344805" y="1033910"/>
                </a:lnTo>
                <a:lnTo>
                  <a:pt x="323717" y="1035863"/>
                </a:lnTo>
                <a:lnTo>
                  <a:pt x="302619" y="1037815"/>
                </a:lnTo>
                <a:lnTo>
                  <a:pt x="281530" y="1039768"/>
                </a:lnTo>
                <a:lnTo>
                  <a:pt x="260442" y="1041730"/>
                </a:lnTo>
                <a:lnTo>
                  <a:pt x="239354" y="1043683"/>
                </a:lnTo>
                <a:lnTo>
                  <a:pt x="218256" y="1045635"/>
                </a:lnTo>
                <a:lnTo>
                  <a:pt x="197168" y="1047588"/>
                </a:lnTo>
                <a:lnTo>
                  <a:pt x="176079" y="1049541"/>
                </a:lnTo>
                <a:lnTo>
                  <a:pt x="154991" y="1051503"/>
                </a:lnTo>
                <a:lnTo>
                  <a:pt x="133893" y="1053455"/>
                </a:lnTo>
                <a:lnTo>
                  <a:pt x="112805" y="1055408"/>
                </a:lnTo>
                <a:lnTo>
                  <a:pt x="91716" y="1057361"/>
                </a:lnTo>
                <a:lnTo>
                  <a:pt x="70628" y="1059313"/>
                </a:lnTo>
                <a:lnTo>
                  <a:pt x="49530" y="1061276"/>
                </a:lnTo>
                <a:lnTo>
                  <a:pt x="28442" y="1063228"/>
                </a:lnTo>
                <a:lnTo>
                  <a:pt x="7353" y="1065181"/>
                </a:lnTo>
                <a:lnTo>
                  <a:pt x="0" y="1053656"/>
                </a:lnTo>
                <a:lnTo>
                  <a:pt x="2362" y="1032605"/>
                </a:lnTo>
                <a:lnTo>
                  <a:pt x="4724" y="1011565"/>
                </a:lnTo>
                <a:lnTo>
                  <a:pt x="7077" y="990514"/>
                </a:lnTo>
                <a:lnTo>
                  <a:pt x="9439" y="969464"/>
                </a:lnTo>
                <a:lnTo>
                  <a:pt x="11801" y="948414"/>
                </a:lnTo>
                <a:lnTo>
                  <a:pt x="14164" y="927364"/>
                </a:lnTo>
                <a:lnTo>
                  <a:pt x="16526" y="906313"/>
                </a:lnTo>
                <a:lnTo>
                  <a:pt x="18879" y="885263"/>
                </a:lnTo>
                <a:lnTo>
                  <a:pt x="21241" y="864213"/>
                </a:lnTo>
                <a:lnTo>
                  <a:pt x="23603" y="843163"/>
                </a:lnTo>
                <a:lnTo>
                  <a:pt x="25965" y="822122"/>
                </a:lnTo>
                <a:lnTo>
                  <a:pt x="28318" y="801072"/>
                </a:lnTo>
                <a:lnTo>
                  <a:pt x="30680" y="780021"/>
                </a:lnTo>
                <a:lnTo>
                  <a:pt x="33042" y="758971"/>
                </a:lnTo>
                <a:lnTo>
                  <a:pt x="35404" y="737921"/>
                </a:lnTo>
                <a:lnTo>
                  <a:pt x="37767" y="716871"/>
                </a:lnTo>
                <a:lnTo>
                  <a:pt x="40119" y="695820"/>
                </a:lnTo>
                <a:lnTo>
                  <a:pt x="42482" y="674770"/>
                </a:lnTo>
                <a:lnTo>
                  <a:pt x="44844" y="653720"/>
                </a:lnTo>
                <a:lnTo>
                  <a:pt x="47206" y="632679"/>
                </a:lnTo>
                <a:lnTo>
                  <a:pt x="49568" y="611629"/>
                </a:lnTo>
                <a:lnTo>
                  <a:pt x="51921" y="590579"/>
                </a:lnTo>
                <a:lnTo>
                  <a:pt x="54283" y="569528"/>
                </a:lnTo>
                <a:lnTo>
                  <a:pt x="56645" y="548478"/>
                </a:lnTo>
                <a:lnTo>
                  <a:pt x="59007" y="527428"/>
                </a:lnTo>
                <a:lnTo>
                  <a:pt x="61370" y="506378"/>
                </a:lnTo>
                <a:lnTo>
                  <a:pt x="63722" y="485327"/>
                </a:lnTo>
                <a:lnTo>
                  <a:pt x="66084" y="464277"/>
                </a:lnTo>
                <a:lnTo>
                  <a:pt x="68447" y="443227"/>
                </a:lnTo>
                <a:lnTo>
                  <a:pt x="70809" y="422186"/>
                </a:lnTo>
                <a:lnTo>
                  <a:pt x="73162" y="401136"/>
                </a:lnTo>
                <a:lnTo>
                  <a:pt x="75524" y="380086"/>
                </a:lnTo>
                <a:lnTo>
                  <a:pt x="77886" y="359035"/>
                </a:lnTo>
                <a:lnTo>
                  <a:pt x="80248" y="337985"/>
                </a:lnTo>
                <a:lnTo>
                  <a:pt x="82610" y="316935"/>
                </a:lnTo>
                <a:lnTo>
                  <a:pt x="84963" y="295885"/>
                </a:lnTo>
                <a:lnTo>
                  <a:pt x="87325" y="274834"/>
                </a:lnTo>
                <a:lnTo>
                  <a:pt x="89687" y="253784"/>
                </a:lnTo>
                <a:lnTo>
                  <a:pt x="92050" y="232743"/>
                </a:lnTo>
                <a:lnTo>
                  <a:pt x="94402" y="211693"/>
                </a:lnTo>
                <a:lnTo>
                  <a:pt x="96764" y="190643"/>
                </a:lnTo>
                <a:lnTo>
                  <a:pt x="99127" y="169593"/>
                </a:lnTo>
                <a:lnTo>
                  <a:pt x="101489" y="148542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A70EB846-BE2A-496A-B6B5-BC27B71A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8656" y="2477310"/>
            <a:ext cx="1711738" cy="1065181"/>
          </a:xfrm>
          <a:custGeom xmlns:a="http://schemas.openxmlformats.org/drawingml/2006/main">
            <a:pathLst>
              <a:path w="1711738" h="1065181">
                <a:moveTo>
                  <a:pt x="101489" y="148542"/>
                </a:moveTo>
                <a:lnTo>
                  <a:pt x="122577" y="146590"/>
                </a:lnTo>
                <a:lnTo>
                  <a:pt x="143666" y="144637"/>
                </a:lnTo>
                <a:lnTo>
                  <a:pt x="164763" y="142675"/>
                </a:lnTo>
                <a:lnTo>
                  <a:pt x="185852" y="140722"/>
                </a:lnTo>
                <a:lnTo>
                  <a:pt x="206940" y="138770"/>
                </a:lnTo>
                <a:lnTo>
                  <a:pt x="228029" y="136817"/>
                </a:lnTo>
                <a:lnTo>
                  <a:pt x="249126" y="134864"/>
                </a:lnTo>
                <a:lnTo>
                  <a:pt x="270215" y="132902"/>
                </a:lnTo>
                <a:lnTo>
                  <a:pt x="291303" y="130950"/>
                </a:lnTo>
                <a:lnTo>
                  <a:pt x="312391" y="128997"/>
                </a:lnTo>
                <a:lnTo>
                  <a:pt x="333489" y="127044"/>
                </a:lnTo>
                <a:lnTo>
                  <a:pt x="354578" y="125092"/>
                </a:lnTo>
                <a:lnTo>
                  <a:pt x="375666" y="123130"/>
                </a:lnTo>
                <a:lnTo>
                  <a:pt x="396754" y="121177"/>
                </a:lnTo>
                <a:lnTo>
                  <a:pt x="417852" y="119224"/>
                </a:lnTo>
                <a:lnTo>
                  <a:pt x="438941" y="117272"/>
                </a:lnTo>
                <a:lnTo>
                  <a:pt x="460029" y="115319"/>
                </a:lnTo>
                <a:lnTo>
                  <a:pt x="481117" y="113357"/>
                </a:lnTo>
                <a:lnTo>
                  <a:pt x="502215" y="111404"/>
                </a:lnTo>
                <a:lnTo>
                  <a:pt x="523304" y="109452"/>
                </a:lnTo>
                <a:lnTo>
                  <a:pt x="544392" y="107499"/>
                </a:lnTo>
                <a:lnTo>
                  <a:pt x="565480" y="105547"/>
                </a:lnTo>
                <a:lnTo>
                  <a:pt x="586578" y="103584"/>
                </a:lnTo>
                <a:lnTo>
                  <a:pt x="607666" y="101632"/>
                </a:lnTo>
                <a:lnTo>
                  <a:pt x="628755" y="99679"/>
                </a:lnTo>
                <a:lnTo>
                  <a:pt x="649843" y="97727"/>
                </a:lnTo>
                <a:lnTo>
                  <a:pt x="670941" y="95774"/>
                </a:lnTo>
                <a:lnTo>
                  <a:pt x="692029" y="93812"/>
                </a:lnTo>
                <a:lnTo>
                  <a:pt x="713118" y="91859"/>
                </a:lnTo>
                <a:lnTo>
                  <a:pt x="734206" y="89906"/>
                </a:lnTo>
                <a:lnTo>
                  <a:pt x="755304" y="87954"/>
                </a:lnTo>
                <a:lnTo>
                  <a:pt x="776392" y="86001"/>
                </a:lnTo>
                <a:lnTo>
                  <a:pt x="797481" y="84049"/>
                </a:lnTo>
                <a:lnTo>
                  <a:pt x="818569" y="82086"/>
                </a:lnTo>
                <a:lnTo>
                  <a:pt x="839667" y="80134"/>
                </a:lnTo>
                <a:lnTo>
                  <a:pt x="860755" y="78181"/>
                </a:lnTo>
                <a:lnTo>
                  <a:pt x="881844" y="76229"/>
                </a:lnTo>
                <a:lnTo>
                  <a:pt x="902932" y="74276"/>
                </a:lnTo>
                <a:lnTo>
                  <a:pt x="924030" y="72314"/>
                </a:lnTo>
                <a:lnTo>
                  <a:pt x="945118" y="70361"/>
                </a:lnTo>
                <a:lnTo>
                  <a:pt x="966206" y="68409"/>
                </a:lnTo>
                <a:lnTo>
                  <a:pt x="987295" y="66456"/>
                </a:lnTo>
                <a:lnTo>
                  <a:pt x="1008393" y="64503"/>
                </a:lnTo>
                <a:lnTo>
                  <a:pt x="1029481" y="62541"/>
                </a:lnTo>
                <a:lnTo>
                  <a:pt x="1050569" y="60589"/>
                </a:lnTo>
                <a:lnTo>
                  <a:pt x="1071658" y="58636"/>
                </a:lnTo>
                <a:lnTo>
                  <a:pt x="1092756" y="56683"/>
                </a:lnTo>
                <a:lnTo>
                  <a:pt x="1113844" y="54731"/>
                </a:lnTo>
                <a:lnTo>
                  <a:pt x="1134932" y="52769"/>
                </a:lnTo>
                <a:lnTo>
                  <a:pt x="1156021" y="50816"/>
                </a:lnTo>
                <a:lnTo>
                  <a:pt x="1177119" y="48863"/>
                </a:lnTo>
                <a:lnTo>
                  <a:pt x="1198207" y="46911"/>
                </a:lnTo>
                <a:lnTo>
                  <a:pt x="1219295" y="44958"/>
                </a:lnTo>
                <a:lnTo>
                  <a:pt x="1240384" y="42996"/>
                </a:lnTo>
                <a:lnTo>
                  <a:pt x="1261481" y="41043"/>
                </a:lnTo>
                <a:lnTo>
                  <a:pt x="1282570" y="39091"/>
                </a:lnTo>
                <a:lnTo>
                  <a:pt x="1303658" y="37138"/>
                </a:lnTo>
                <a:lnTo>
                  <a:pt x="1324747" y="35185"/>
                </a:lnTo>
                <a:lnTo>
                  <a:pt x="1345844" y="33223"/>
                </a:lnTo>
                <a:lnTo>
                  <a:pt x="1366933" y="31271"/>
                </a:lnTo>
                <a:lnTo>
                  <a:pt x="1388021" y="29318"/>
                </a:lnTo>
                <a:lnTo>
                  <a:pt x="1409109" y="27365"/>
                </a:lnTo>
                <a:lnTo>
                  <a:pt x="1430207" y="25413"/>
                </a:lnTo>
                <a:lnTo>
                  <a:pt x="1451296" y="23451"/>
                </a:lnTo>
                <a:lnTo>
                  <a:pt x="1472384" y="21498"/>
                </a:lnTo>
                <a:lnTo>
                  <a:pt x="1493472" y="19545"/>
                </a:lnTo>
                <a:lnTo>
                  <a:pt x="1514570" y="17593"/>
                </a:lnTo>
                <a:lnTo>
                  <a:pt x="1535659" y="15640"/>
                </a:lnTo>
                <a:lnTo>
                  <a:pt x="1556747" y="13678"/>
                </a:lnTo>
                <a:lnTo>
                  <a:pt x="1577835" y="11725"/>
                </a:lnTo>
                <a:lnTo>
                  <a:pt x="1598933" y="9773"/>
                </a:lnTo>
                <a:lnTo>
                  <a:pt x="1620022" y="7820"/>
                </a:lnTo>
                <a:lnTo>
                  <a:pt x="1641110" y="5867"/>
                </a:lnTo>
                <a:lnTo>
                  <a:pt x="1662198" y="3905"/>
                </a:lnTo>
                <a:lnTo>
                  <a:pt x="1683296" y="1953"/>
                </a:lnTo>
                <a:lnTo>
                  <a:pt x="1704384" y="0"/>
                </a:lnTo>
                <a:lnTo>
                  <a:pt x="1711738" y="11525"/>
                </a:lnTo>
                <a:lnTo>
                  <a:pt x="1709376" y="32576"/>
                </a:lnTo>
                <a:lnTo>
                  <a:pt x="1707013" y="53626"/>
                </a:lnTo>
                <a:lnTo>
                  <a:pt x="1704651" y="74666"/>
                </a:lnTo>
                <a:lnTo>
                  <a:pt x="1702289" y="95717"/>
                </a:lnTo>
                <a:lnTo>
                  <a:pt x="1699936" y="116767"/>
                </a:lnTo>
                <a:lnTo>
                  <a:pt x="1697574" y="137817"/>
                </a:lnTo>
                <a:lnTo>
                  <a:pt x="1695212" y="158867"/>
                </a:lnTo>
                <a:lnTo>
                  <a:pt x="1692850" y="179918"/>
                </a:lnTo>
                <a:lnTo>
                  <a:pt x="1690497" y="200968"/>
                </a:lnTo>
                <a:lnTo>
                  <a:pt x="1688135" y="222018"/>
                </a:lnTo>
                <a:lnTo>
                  <a:pt x="1685773" y="243068"/>
                </a:lnTo>
                <a:lnTo>
                  <a:pt x="1683410" y="264109"/>
                </a:lnTo>
                <a:lnTo>
                  <a:pt x="1681048" y="285159"/>
                </a:lnTo>
                <a:lnTo>
                  <a:pt x="1678696" y="306210"/>
                </a:lnTo>
                <a:lnTo>
                  <a:pt x="1676333" y="327260"/>
                </a:lnTo>
                <a:lnTo>
                  <a:pt x="1673971" y="348310"/>
                </a:lnTo>
                <a:lnTo>
                  <a:pt x="1671609" y="369360"/>
                </a:lnTo>
                <a:lnTo>
                  <a:pt x="1669247" y="390411"/>
                </a:lnTo>
                <a:lnTo>
                  <a:pt x="1666894" y="411461"/>
                </a:lnTo>
                <a:lnTo>
                  <a:pt x="1664532" y="432511"/>
                </a:lnTo>
                <a:lnTo>
                  <a:pt x="1662170" y="453552"/>
                </a:lnTo>
                <a:lnTo>
                  <a:pt x="1659807" y="474602"/>
                </a:lnTo>
                <a:lnTo>
                  <a:pt x="1657455" y="495652"/>
                </a:lnTo>
                <a:lnTo>
                  <a:pt x="1655093" y="516703"/>
                </a:lnTo>
                <a:lnTo>
                  <a:pt x="1652730" y="537753"/>
                </a:lnTo>
                <a:lnTo>
                  <a:pt x="1650368" y="558803"/>
                </a:lnTo>
                <a:lnTo>
                  <a:pt x="1648006" y="579853"/>
                </a:lnTo>
                <a:lnTo>
                  <a:pt x="1645653" y="600904"/>
                </a:lnTo>
                <a:lnTo>
                  <a:pt x="1643291" y="621954"/>
                </a:lnTo>
                <a:lnTo>
                  <a:pt x="1640929" y="642995"/>
                </a:lnTo>
                <a:lnTo>
                  <a:pt x="1638567" y="664045"/>
                </a:lnTo>
                <a:lnTo>
                  <a:pt x="1636205" y="685095"/>
                </a:lnTo>
                <a:lnTo>
                  <a:pt x="1633852" y="706145"/>
                </a:lnTo>
                <a:lnTo>
                  <a:pt x="1631490" y="727196"/>
                </a:lnTo>
                <a:lnTo>
                  <a:pt x="1629127" y="748246"/>
                </a:lnTo>
                <a:lnTo>
                  <a:pt x="1626765" y="769296"/>
                </a:lnTo>
                <a:lnTo>
                  <a:pt x="1624403" y="790346"/>
                </a:lnTo>
                <a:lnTo>
                  <a:pt x="1622050" y="811397"/>
                </a:lnTo>
                <a:lnTo>
                  <a:pt x="1619688" y="832437"/>
                </a:lnTo>
                <a:lnTo>
                  <a:pt x="1617326" y="853488"/>
                </a:lnTo>
                <a:lnTo>
                  <a:pt x="1614964" y="874538"/>
                </a:lnTo>
                <a:lnTo>
                  <a:pt x="1612611" y="895588"/>
                </a:lnTo>
                <a:lnTo>
                  <a:pt x="1610249" y="916638"/>
                </a:lnTo>
                <a:lnTo>
                  <a:pt x="1589161" y="918591"/>
                </a:lnTo>
                <a:lnTo>
                  <a:pt x="1568063" y="920544"/>
                </a:lnTo>
                <a:lnTo>
                  <a:pt x="1546974" y="922506"/>
                </a:lnTo>
                <a:lnTo>
                  <a:pt x="1525886" y="924458"/>
                </a:lnTo>
                <a:lnTo>
                  <a:pt x="1504798" y="926411"/>
                </a:lnTo>
                <a:lnTo>
                  <a:pt x="1483700" y="928364"/>
                </a:lnTo>
                <a:lnTo>
                  <a:pt x="1462611" y="930316"/>
                </a:lnTo>
                <a:lnTo>
                  <a:pt x="1441523" y="932278"/>
                </a:lnTo>
                <a:lnTo>
                  <a:pt x="1420435" y="934231"/>
                </a:lnTo>
                <a:lnTo>
                  <a:pt x="1399337" y="936184"/>
                </a:lnTo>
                <a:lnTo>
                  <a:pt x="1378248" y="938136"/>
                </a:lnTo>
                <a:lnTo>
                  <a:pt x="1357160" y="940089"/>
                </a:lnTo>
                <a:lnTo>
                  <a:pt x="1336072" y="942051"/>
                </a:lnTo>
                <a:lnTo>
                  <a:pt x="1314974" y="944004"/>
                </a:lnTo>
                <a:lnTo>
                  <a:pt x="1293886" y="945956"/>
                </a:lnTo>
                <a:lnTo>
                  <a:pt x="1272797" y="947909"/>
                </a:lnTo>
                <a:lnTo>
                  <a:pt x="1251709" y="949862"/>
                </a:lnTo>
                <a:lnTo>
                  <a:pt x="1230611" y="951824"/>
                </a:lnTo>
                <a:lnTo>
                  <a:pt x="1209523" y="953776"/>
                </a:lnTo>
                <a:lnTo>
                  <a:pt x="1188434" y="955729"/>
                </a:lnTo>
                <a:lnTo>
                  <a:pt x="1167346" y="957682"/>
                </a:lnTo>
                <a:lnTo>
                  <a:pt x="1146248" y="959634"/>
                </a:lnTo>
                <a:lnTo>
                  <a:pt x="1125160" y="961596"/>
                </a:lnTo>
                <a:lnTo>
                  <a:pt x="1104071" y="963549"/>
                </a:lnTo>
                <a:lnTo>
                  <a:pt x="1082983" y="965502"/>
                </a:lnTo>
                <a:lnTo>
                  <a:pt x="1061885" y="967454"/>
                </a:lnTo>
                <a:lnTo>
                  <a:pt x="1040797" y="969407"/>
                </a:lnTo>
                <a:lnTo>
                  <a:pt x="1019708" y="971369"/>
                </a:lnTo>
                <a:lnTo>
                  <a:pt x="998611" y="973322"/>
                </a:lnTo>
                <a:lnTo>
                  <a:pt x="977522" y="975274"/>
                </a:lnTo>
                <a:lnTo>
                  <a:pt x="956434" y="977227"/>
                </a:lnTo>
                <a:lnTo>
                  <a:pt x="935345" y="979180"/>
                </a:lnTo>
                <a:lnTo>
                  <a:pt x="914248" y="981142"/>
                </a:lnTo>
                <a:lnTo>
                  <a:pt x="893159" y="983094"/>
                </a:lnTo>
                <a:lnTo>
                  <a:pt x="872071" y="985047"/>
                </a:lnTo>
                <a:lnTo>
                  <a:pt x="850983" y="987000"/>
                </a:lnTo>
                <a:lnTo>
                  <a:pt x="829894" y="988952"/>
                </a:lnTo>
                <a:lnTo>
                  <a:pt x="808796" y="990914"/>
                </a:lnTo>
                <a:lnTo>
                  <a:pt x="787708" y="992867"/>
                </a:lnTo>
                <a:lnTo>
                  <a:pt x="766620" y="994820"/>
                </a:lnTo>
                <a:lnTo>
                  <a:pt x="745531" y="996772"/>
                </a:lnTo>
                <a:lnTo>
                  <a:pt x="724433" y="998725"/>
                </a:lnTo>
                <a:lnTo>
                  <a:pt x="703345" y="1000687"/>
                </a:lnTo>
                <a:lnTo>
                  <a:pt x="682257" y="1002640"/>
                </a:lnTo>
                <a:lnTo>
                  <a:pt x="661168" y="1004592"/>
                </a:lnTo>
                <a:lnTo>
                  <a:pt x="640070" y="1006545"/>
                </a:lnTo>
                <a:lnTo>
                  <a:pt x="618982" y="1008497"/>
                </a:lnTo>
                <a:lnTo>
                  <a:pt x="597894" y="1010460"/>
                </a:lnTo>
                <a:lnTo>
                  <a:pt x="576805" y="1012412"/>
                </a:lnTo>
                <a:lnTo>
                  <a:pt x="555708" y="1014365"/>
                </a:lnTo>
                <a:lnTo>
                  <a:pt x="534619" y="1016318"/>
                </a:lnTo>
                <a:lnTo>
                  <a:pt x="513531" y="1018270"/>
                </a:lnTo>
                <a:lnTo>
                  <a:pt x="492443" y="1020232"/>
                </a:lnTo>
                <a:lnTo>
                  <a:pt x="471345" y="1022185"/>
                </a:lnTo>
                <a:lnTo>
                  <a:pt x="450256" y="1024138"/>
                </a:lnTo>
                <a:lnTo>
                  <a:pt x="429168" y="1026090"/>
                </a:lnTo>
                <a:lnTo>
                  <a:pt x="408080" y="1028043"/>
                </a:lnTo>
                <a:lnTo>
                  <a:pt x="386982" y="1029995"/>
                </a:lnTo>
                <a:lnTo>
                  <a:pt x="365893" y="1031958"/>
                </a:lnTo>
                <a:lnTo>
                  <a:pt x="344805" y="1033910"/>
                </a:lnTo>
                <a:lnTo>
                  <a:pt x="323717" y="1035863"/>
                </a:lnTo>
                <a:lnTo>
                  <a:pt x="302619" y="1037815"/>
                </a:lnTo>
                <a:lnTo>
                  <a:pt x="281530" y="1039768"/>
                </a:lnTo>
                <a:lnTo>
                  <a:pt x="260442" y="1041730"/>
                </a:lnTo>
                <a:lnTo>
                  <a:pt x="239354" y="1043683"/>
                </a:lnTo>
                <a:lnTo>
                  <a:pt x="218256" y="1045635"/>
                </a:lnTo>
                <a:lnTo>
                  <a:pt x="197168" y="1047588"/>
                </a:lnTo>
                <a:lnTo>
                  <a:pt x="176079" y="1049541"/>
                </a:lnTo>
                <a:lnTo>
                  <a:pt x="154991" y="1051503"/>
                </a:lnTo>
                <a:lnTo>
                  <a:pt x="133893" y="1053455"/>
                </a:lnTo>
                <a:lnTo>
                  <a:pt x="112805" y="1055408"/>
                </a:lnTo>
                <a:lnTo>
                  <a:pt x="91716" y="1057361"/>
                </a:lnTo>
                <a:lnTo>
                  <a:pt x="70618" y="1059313"/>
                </a:lnTo>
                <a:lnTo>
                  <a:pt x="49530" y="1061276"/>
                </a:lnTo>
                <a:lnTo>
                  <a:pt x="28442" y="1063228"/>
                </a:lnTo>
                <a:lnTo>
                  <a:pt x="7353" y="1065181"/>
                </a:lnTo>
                <a:lnTo>
                  <a:pt x="0" y="1053656"/>
                </a:lnTo>
                <a:lnTo>
                  <a:pt x="2362" y="1032605"/>
                </a:lnTo>
                <a:lnTo>
                  <a:pt x="4724" y="1011565"/>
                </a:lnTo>
                <a:lnTo>
                  <a:pt x="7077" y="990514"/>
                </a:lnTo>
                <a:lnTo>
                  <a:pt x="9439" y="969464"/>
                </a:lnTo>
                <a:lnTo>
                  <a:pt x="11801" y="948414"/>
                </a:lnTo>
                <a:lnTo>
                  <a:pt x="14164" y="927364"/>
                </a:lnTo>
                <a:lnTo>
                  <a:pt x="16516" y="906313"/>
                </a:lnTo>
                <a:lnTo>
                  <a:pt x="18879" y="885263"/>
                </a:lnTo>
                <a:lnTo>
                  <a:pt x="21241" y="864213"/>
                </a:lnTo>
                <a:lnTo>
                  <a:pt x="23603" y="843163"/>
                </a:lnTo>
                <a:lnTo>
                  <a:pt x="25965" y="822112"/>
                </a:lnTo>
                <a:lnTo>
                  <a:pt x="28318" y="801072"/>
                </a:lnTo>
                <a:lnTo>
                  <a:pt x="30680" y="780021"/>
                </a:lnTo>
                <a:lnTo>
                  <a:pt x="33042" y="758971"/>
                </a:lnTo>
                <a:lnTo>
                  <a:pt x="35404" y="737921"/>
                </a:lnTo>
                <a:lnTo>
                  <a:pt x="37767" y="716871"/>
                </a:lnTo>
                <a:lnTo>
                  <a:pt x="40119" y="695820"/>
                </a:lnTo>
                <a:lnTo>
                  <a:pt x="42482" y="674770"/>
                </a:lnTo>
                <a:lnTo>
                  <a:pt x="44844" y="653720"/>
                </a:lnTo>
                <a:lnTo>
                  <a:pt x="47206" y="632670"/>
                </a:lnTo>
                <a:lnTo>
                  <a:pt x="49559" y="611629"/>
                </a:lnTo>
                <a:lnTo>
                  <a:pt x="51921" y="590579"/>
                </a:lnTo>
                <a:lnTo>
                  <a:pt x="54283" y="569528"/>
                </a:lnTo>
                <a:lnTo>
                  <a:pt x="56645" y="548478"/>
                </a:lnTo>
                <a:lnTo>
                  <a:pt x="59007" y="527428"/>
                </a:lnTo>
                <a:lnTo>
                  <a:pt x="61360" y="506378"/>
                </a:lnTo>
                <a:lnTo>
                  <a:pt x="63722" y="485327"/>
                </a:lnTo>
                <a:lnTo>
                  <a:pt x="66084" y="464277"/>
                </a:lnTo>
                <a:lnTo>
                  <a:pt x="68447" y="443227"/>
                </a:lnTo>
                <a:lnTo>
                  <a:pt x="70809" y="422186"/>
                </a:lnTo>
                <a:lnTo>
                  <a:pt x="73162" y="401136"/>
                </a:lnTo>
                <a:lnTo>
                  <a:pt x="75524" y="380086"/>
                </a:lnTo>
                <a:lnTo>
                  <a:pt x="77886" y="359035"/>
                </a:lnTo>
                <a:lnTo>
                  <a:pt x="80248" y="337985"/>
                </a:lnTo>
                <a:lnTo>
                  <a:pt x="82601" y="316935"/>
                </a:lnTo>
                <a:lnTo>
                  <a:pt x="84963" y="295885"/>
                </a:lnTo>
                <a:lnTo>
                  <a:pt x="87325" y="274834"/>
                </a:lnTo>
                <a:lnTo>
                  <a:pt x="89687" y="253794"/>
                </a:lnTo>
                <a:lnTo>
                  <a:pt x="92050" y="232743"/>
                </a:lnTo>
                <a:lnTo>
                  <a:pt x="94402" y="211693"/>
                </a:lnTo>
                <a:lnTo>
                  <a:pt x="96764" y="190643"/>
                </a:lnTo>
                <a:lnTo>
                  <a:pt x="99127" y="169593"/>
                </a:lnTo>
                <a:lnTo>
                  <a:pt x="101489" y="148542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062CA552-2CEE-4D40-9467-0093F3B9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7864" y="4813897"/>
            <a:ext cx="646690" cy="724024"/>
          </a:xfrm>
          <a:custGeom xmlns:a="http://schemas.openxmlformats.org/drawingml/2006/main">
            <a:pathLst>
              <a:path w="646690" h="724024">
                <a:moveTo>
                  <a:pt x="0" y="724024"/>
                </a:moveTo>
                <a:lnTo>
                  <a:pt x="0" y="705098"/>
                </a:lnTo>
                <a:lnTo>
                  <a:pt x="0" y="686181"/>
                </a:lnTo>
                <a:lnTo>
                  <a:pt x="0" y="667264"/>
                </a:lnTo>
                <a:lnTo>
                  <a:pt x="0" y="648348"/>
                </a:lnTo>
                <a:lnTo>
                  <a:pt x="0" y="629431"/>
                </a:lnTo>
                <a:lnTo>
                  <a:pt x="0" y="610505"/>
                </a:lnTo>
                <a:lnTo>
                  <a:pt x="0" y="591588"/>
                </a:lnTo>
                <a:lnTo>
                  <a:pt x="0" y="572672"/>
                </a:lnTo>
                <a:lnTo>
                  <a:pt x="0" y="553755"/>
                </a:lnTo>
                <a:lnTo>
                  <a:pt x="0" y="534838"/>
                </a:lnTo>
                <a:lnTo>
                  <a:pt x="0" y="515912"/>
                </a:lnTo>
                <a:lnTo>
                  <a:pt x="0" y="496995"/>
                </a:lnTo>
                <a:lnTo>
                  <a:pt x="0" y="478079"/>
                </a:lnTo>
                <a:lnTo>
                  <a:pt x="0" y="459162"/>
                </a:lnTo>
                <a:lnTo>
                  <a:pt x="0" y="440246"/>
                </a:lnTo>
                <a:lnTo>
                  <a:pt x="0" y="421319"/>
                </a:lnTo>
                <a:lnTo>
                  <a:pt x="0" y="402403"/>
                </a:lnTo>
                <a:lnTo>
                  <a:pt x="0" y="383486"/>
                </a:lnTo>
                <a:lnTo>
                  <a:pt x="0" y="364569"/>
                </a:lnTo>
                <a:lnTo>
                  <a:pt x="0" y="345653"/>
                </a:lnTo>
                <a:lnTo>
                  <a:pt x="0" y="326727"/>
                </a:lnTo>
                <a:lnTo>
                  <a:pt x="0" y="307810"/>
                </a:lnTo>
                <a:lnTo>
                  <a:pt x="0" y="288893"/>
                </a:lnTo>
                <a:lnTo>
                  <a:pt x="0" y="269977"/>
                </a:lnTo>
                <a:lnTo>
                  <a:pt x="0" y="251060"/>
                </a:lnTo>
                <a:lnTo>
                  <a:pt x="0" y="232134"/>
                </a:lnTo>
                <a:lnTo>
                  <a:pt x="0" y="213217"/>
                </a:lnTo>
                <a:lnTo>
                  <a:pt x="0" y="194300"/>
                </a:lnTo>
                <a:lnTo>
                  <a:pt x="7696" y="181194"/>
                </a:lnTo>
                <a:lnTo>
                  <a:pt x="25889" y="176012"/>
                </a:lnTo>
                <a:lnTo>
                  <a:pt x="44082" y="170840"/>
                </a:lnTo>
                <a:lnTo>
                  <a:pt x="62284" y="165659"/>
                </a:lnTo>
                <a:lnTo>
                  <a:pt x="80477" y="160487"/>
                </a:lnTo>
                <a:lnTo>
                  <a:pt x="98679" y="155305"/>
                </a:lnTo>
                <a:lnTo>
                  <a:pt x="116872" y="150133"/>
                </a:lnTo>
                <a:lnTo>
                  <a:pt x="135065" y="144951"/>
                </a:lnTo>
                <a:lnTo>
                  <a:pt x="153267" y="139779"/>
                </a:lnTo>
                <a:lnTo>
                  <a:pt x="171460" y="134598"/>
                </a:lnTo>
                <a:lnTo>
                  <a:pt x="189662" y="129426"/>
                </a:lnTo>
                <a:lnTo>
                  <a:pt x="207855" y="124244"/>
                </a:lnTo>
                <a:lnTo>
                  <a:pt x="226047" y="119072"/>
                </a:lnTo>
                <a:lnTo>
                  <a:pt x="244250" y="113890"/>
                </a:lnTo>
                <a:lnTo>
                  <a:pt x="262442" y="108718"/>
                </a:lnTo>
                <a:lnTo>
                  <a:pt x="280635" y="103537"/>
                </a:lnTo>
                <a:lnTo>
                  <a:pt x="298837" y="98365"/>
                </a:lnTo>
                <a:lnTo>
                  <a:pt x="317030" y="93183"/>
                </a:lnTo>
                <a:lnTo>
                  <a:pt x="335232" y="88011"/>
                </a:lnTo>
                <a:lnTo>
                  <a:pt x="353425" y="82829"/>
                </a:lnTo>
                <a:lnTo>
                  <a:pt x="371618" y="77657"/>
                </a:lnTo>
                <a:lnTo>
                  <a:pt x="389820" y="72476"/>
                </a:lnTo>
                <a:lnTo>
                  <a:pt x="408013" y="67304"/>
                </a:lnTo>
                <a:lnTo>
                  <a:pt x="426215" y="62122"/>
                </a:lnTo>
                <a:lnTo>
                  <a:pt x="444408" y="56950"/>
                </a:lnTo>
                <a:lnTo>
                  <a:pt x="462601" y="51768"/>
                </a:lnTo>
                <a:lnTo>
                  <a:pt x="480803" y="46596"/>
                </a:lnTo>
                <a:lnTo>
                  <a:pt x="498996" y="41415"/>
                </a:lnTo>
                <a:lnTo>
                  <a:pt x="517198" y="36243"/>
                </a:lnTo>
                <a:lnTo>
                  <a:pt x="535391" y="31061"/>
                </a:lnTo>
                <a:lnTo>
                  <a:pt x="553583" y="25889"/>
                </a:lnTo>
                <a:lnTo>
                  <a:pt x="571786" y="20707"/>
                </a:lnTo>
                <a:lnTo>
                  <a:pt x="589979" y="15535"/>
                </a:lnTo>
                <a:lnTo>
                  <a:pt x="608171" y="10354"/>
                </a:lnTo>
                <a:lnTo>
                  <a:pt x="626374" y="5182"/>
                </a:lnTo>
                <a:lnTo>
                  <a:pt x="644566" y="0"/>
                </a:lnTo>
                <a:lnTo>
                  <a:pt x="646690" y="16107"/>
                </a:lnTo>
                <a:lnTo>
                  <a:pt x="646690" y="35023"/>
                </a:lnTo>
                <a:lnTo>
                  <a:pt x="646690" y="53950"/>
                </a:lnTo>
                <a:lnTo>
                  <a:pt x="646690" y="72866"/>
                </a:lnTo>
                <a:lnTo>
                  <a:pt x="646690" y="91783"/>
                </a:lnTo>
                <a:lnTo>
                  <a:pt x="646690" y="110700"/>
                </a:lnTo>
                <a:lnTo>
                  <a:pt x="646690" y="129616"/>
                </a:lnTo>
                <a:lnTo>
                  <a:pt x="646690" y="148542"/>
                </a:lnTo>
                <a:lnTo>
                  <a:pt x="646690" y="167459"/>
                </a:lnTo>
                <a:lnTo>
                  <a:pt x="646690" y="186376"/>
                </a:lnTo>
                <a:lnTo>
                  <a:pt x="646690" y="205292"/>
                </a:lnTo>
                <a:lnTo>
                  <a:pt x="646690" y="224209"/>
                </a:lnTo>
                <a:lnTo>
                  <a:pt x="646690" y="243135"/>
                </a:lnTo>
                <a:lnTo>
                  <a:pt x="646690" y="262052"/>
                </a:lnTo>
                <a:lnTo>
                  <a:pt x="646690" y="280968"/>
                </a:lnTo>
                <a:lnTo>
                  <a:pt x="646690" y="299885"/>
                </a:lnTo>
                <a:lnTo>
                  <a:pt x="646690" y="318802"/>
                </a:lnTo>
                <a:lnTo>
                  <a:pt x="646690" y="337728"/>
                </a:lnTo>
                <a:lnTo>
                  <a:pt x="646690" y="356645"/>
                </a:lnTo>
                <a:lnTo>
                  <a:pt x="646690" y="375561"/>
                </a:lnTo>
                <a:lnTo>
                  <a:pt x="646690" y="394478"/>
                </a:lnTo>
                <a:lnTo>
                  <a:pt x="646690" y="413395"/>
                </a:lnTo>
                <a:lnTo>
                  <a:pt x="646690" y="432321"/>
                </a:lnTo>
                <a:lnTo>
                  <a:pt x="646690" y="451237"/>
                </a:lnTo>
                <a:lnTo>
                  <a:pt x="646690" y="470154"/>
                </a:lnTo>
                <a:lnTo>
                  <a:pt x="646690" y="489071"/>
                </a:lnTo>
                <a:lnTo>
                  <a:pt x="645643" y="507235"/>
                </a:lnTo>
                <a:lnTo>
                  <a:pt x="627707" y="513264"/>
                </a:lnTo>
                <a:lnTo>
                  <a:pt x="609781" y="519284"/>
                </a:lnTo>
                <a:lnTo>
                  <a:pt x="591845" y="525304"/>
                </a:lnTo>
                <a:lnTo>
                  <a:pt x="573910" y="531324"/>
                </a:lnTo>
                <a:lnTo>
                  <a:pt x="555974" y="537343"/>
                </a:lnTo>
                <a:lnTo>
                  <a:pt x="538039" y="543373"/>
                </a:lnTo>
                <a:lnTo>
                  <a:pt x="520103" y="549392"/>
                </a:lnTo>
                <a:lnTo>
                  <a:pt x="502168" y="555412"/>
                </a:lnTo>
                <a:lnTo>
                  <a:pt x="484232" y="561432"/>
                </a:lnTo>
                <a:lnTo>
                  <a:pt x="466296" y="567452"/>
                </a:lnTo>
                <a:lnTo>
                  <a:pt x="448361" y="573481"/>
                </a:lnTo>
                <a:lnTo>
                  <a:pt x="430435" y="579501"/>
                </a:lnTo>
                <a:lnTo>
                  <a:pt x="412499" y="585521"/>
                </a:lnTo>
                <a:lnTo>
                  <a:pt x="394564" y="591541"/>
                </a:lnTo>
                <a:lnTo>
                  <a:pt x="376628" y="597560"/>
                </a:lnTo>
                <a:lnTo>
                  <a:pt x="358692" y="603590"/>
                </a:lnTo>
                <a:lnTo>
                  <a:pt x="340757" y="609610"/>
                </a:lnTo>
                <a:lnTo>
                  <a:pt x="322821" y="615629"/>
                </a:lnTo>
                <a:lnTo>
                  <a:pt x="304886" y="621649"/>
                </a:lnTo>
                <a:lnTo>
                  <a:pt x="286950" y="627669"/>
                </a:lnTo>
                <a:lnTo>
                  <a:pt x="269015" y="633698"/>
                </a:lnTo>
                <a:lnTo>
                  <a:pt x="251089" y="639718"/>
                </a:lnTo>
                <a:lnTo>
                  <a:pt x="233153" y="645738"/>
                </a:lnTo>
                <a:lnTo>
                  <a:pt x="215217" y="651758"/>
                </a:lnTo>
                <a:lnTo>
                  <a:pt x="197282" y="657777"/>
                </a:lnTo>
                <a:lnTo>
                  <a:pt x="179346" y="663807"/>
                </a:lnTo>
                <a:lnTo>
                  <a:pt x="161411" y="669827"/>
                </a:lnTo>
                <a:lnTo>
                  <a:pt x="143475" y="675846"/>
                </a:lnTo>
                <a:lnTo>
                  <a:pt x="125540" y="681866"/>
                </a:lnTo>
                <a:lnTo>
                  <a:pt x="107604" y="687886"/>
                </a:lnTo>
                <a:lnTo>
                  <a:pt x="89668" y="693915"/>
                </a:lnTo>
                <a:lnTo>
                  <a:pt x="71742" y="699935"/>
                </a:lnTo>
                <a:lnTo>
                  <a:pt x="53807" y="705955"/>
                </a:lnTo>
                <a:lnTo>
                  <a:pt x="35871" y="711975"/>
                </a:lnTo>
                <a:lnTo>
                  <a:pt x="17936" y="717995"/>
                </a:lnTo>
                <a:lnTo>
                  <a:pt x="0" y="724024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3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BB6970D0-98F3-4D00-BD7F-18E5D5C5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433" y="5320789"/>
            <a:ext cx="3101026" cy="217132"/>
          </a:xfrm>
          <a:custGeom xmlns:a="http://schemas.openxmlformats.org/drawingml/2006/main">
            <a:pathLst>
              <a:path w="3101026" h="217132">
                <a:moveTo>
                  <a:pt x="0" y="217132"/>
                </a:moveTo>
                <a:lnTo>
                  <a:pt x="26137" y="217132"/>
                </a:lnTo>
                <a:lnTo>
                  <a:pt x="52273" y="217132"/>
                </a:lnTo>
                <a:lnTo>
                  <a:pt x="78410" y="217132"/>
                </a:lnTo>
                <a:lnTo>
                  <a:pt x="104546" y="217132"/>
                </a:lnTo>
                <a:lnTo>
                  <a:pt x="130683" y="217132"/>
                </a:lnTo>
                <a:lnTo>
                  <a:pt x="156820" y="217132"/>
                </a:lnTo>
                <a:lnTo>
                  <a:pt x="182956" y="217132"/>
                </a:lnTo>
                <a:lnTo>
                  <a:pt x="209093" y="217132"/>
                </a:lnTo>
                <a:lnTo>
                  <a:pt x="235229" y="217132"/>
                </a:lnTo>
                <a:lnTo>
                  <a:pt x="261356" y="217132"/>
                </a:lnTo>
                <a:lnTo>
                  <a:pt x="287493" y="217132"/>
                </a:lnTo>
                <a:lnTo>
                  <a:pt x="313630" y="217132"/>
                </a:lnTo>
                <a:lnTo>
                  <a:pt x="339766" y="217132"/>
                </a:lnTo>
                <a:lnTo>
                  <a:pt x="365903" y="217132"/>
                </a:lnTo>
                <a:lnTo>
                  <a:pt x="392039" y="217132"/>
                </a:lnTo>
                <a:lnTo>
                  <a:pt x="418176" y="217132"/>
                </a:lnTo>
                <a:lnTo>
                  <a:pt x="444313" y="217132"/>
                </a:lnTo>
                <a:lnTo>
                  <a:pt x="470449" y="217132"/>
                </a:lnTo>
                <a:lnTo>
                  <a:pt x="496586" y="217132"/>
                </a:lnTo>
                <a:lnTo>
                  <a:pt x="522722" y="217132"/>
                </a:lnTo>
                <a:lnTo>
                  <a:pt x="548859" y="217132"/>
                </a:lnTo>
                <a:lnTo>
                  <a:pt x="574996" y="217132"/>
                </a:lnTo>
                <a:lnTo>
                  <a:pt x="601132" y="217132"/>
                </a:lnTo>
                <a:lnTo>
                  <a:pt x="627269" y="217132"/>
                </a:lnTo>
                <a:lnTo>
                  <a:pt x="653405" y="217132"/>
                </a:lnTo>
                <a:lnTo>
                  <a:pt x="679542" y="217132"/>
                </a:lnTo>
                <a:lnTo>
                  <a:pt x="705679" y="217132"/>
                </a:lnTo>
                <a:lnTo>
                  <a:pt x="731815" y="217132"/>
                </a:lnTo>
                <a:lnTo>
                  <a:pt x="757952" y="217132"/>
                </a:lnTo>
                <a:lnTo>
                  <a:pt x="784079" y="217132"/>
                </a:lnTo>
                <a:lnTo>
                  <a:pt x="810216" y="217132"/>
                </a:lnTo>
                <a:lnTo>
                  <a:pt x="836352" y="217132"/>
                </a:lnTo>
                <a:lnTo>
                  <a:pt x="862489" y="217132"/>
                </a:lnTo>
                <a:lnTo>
                  <a:pt x="888625" y="217132"/>
                </a:lnTo>
                <a:lnTo>
                  <a:pt x="914762" y="217132"/>
                </a:lnTo>
                <a:lnTo>
                  <a:pt x="940899" y="217132"/>
                </a:lnTo>
                <a:lnTo>
                  <a:pt x="967035" y="217132"/>
                </a:lnTo>
                <a:lnTo>
                  <a:pt x="993172" y="217132"/>
                </a:lnTo>
                <a:lnTo>
                  <a:pt x="1019308" y="217132"/>
                </a:lnTo>
                <a:lnTo>
                  <a:pt x="1045445" y="217132"/>
                </a:lnTo>
                <a:lnTo>
                  <a:pt x="1071582" y="217132"/>
                </a:lnTo>
                <a:lnTo>
                  <a:pt x="1097718" y="217132"/>
                </a:lnTo>
                <a:lnTo>
                  <a:pt x="1123855" y="217132"/>
                </a:lnTo>
                <a:lnTo>
                  <a:pt x="1149991" y="217132"/>
                </a:lnTo>
                <a:lnTo>
                  <a:pt x="1176128" y="217132"/>
                </a:lnTo>
                <a:lnTo>
                  <a:pt x="1202265" y="217132"/>
                </a:lnTo>
                <a:lnTo>
                  <a:pt x="1228401" y="217132"/>
                </a:lnTo>
                <a:lnTo>
                  <a:pt x="1254538" y="217132"/>
                </a:lnTo>
                <a:lnTo>
                  <a:pt x="1280665" y="217132"/>
                </a:lnTo>
                <a:lnTo>
                  <a:pt x="1306801" y="217132"/>
                </a:lnTo>
                <a:lnTo>
                  <a:pt x="1332938" y="217132"/>
                </a:lnTo>
                <a:lnTo>
                  <a:pt x="1359075" y="217132"/>
                </a:lnTo>
                <a:lnTo>
                  <a:pt x="1385211" y="217132"/>
                </a:lnTo>
                <a:lnTo>
                  <a:pt x="1411348" y="217132"/>
                </a:lnTo>
                <a:lnTo>
                  <a:pt x="1437484" y="217132"/>
                </a:lnTo>
                <a:lnTo>
                  <a:pt x="1463621" y="217132"/>
                </a:lnTo>
                <a:lnTo>
                  <a:pt x="1489758" y="217132"/>
                </a:lnTo>
                <a:lnTo>
                  <a:pt x="1515894" y="217132"/>
                </a:lnTo>
                <a:lnTo>
                  <a:pt x="1542031" y="217132"/>
                </a:lnTo>
                <a:lnTo>
                  <a:pt x="1568167" y="217132"/>
                </a:lnTo>
                <a:lnTo>
                  <a:pt x="1594304" y="217132"/>
                </a:lnTo>
                <a:lnTo>
                  <a:pt x="1620441" y="217132"/>
                </a:lnTo>
                <a:lnTo>
                  <a:pt x="1646577" y="217132"/>
                </a:lnTo>
                <a:lnTo>
                  <a:pt x="1672714" y="217132"/>
                </a:lnTo>
                <a:lnTo>
                  <a:pt x="1698850" y="217132"/>
                </a:lnTo>
                <a:lnTo>
                  <a:pt x="1724987" y="217132"/>
                </a:lnTo>
                <a:lnTo>
                  <a:pt x="1751124" y="217132"/>
                </a:lnTo>
                <a:lnTo>
                  <a:pt x="1777260" y="217132"/>
                </a:lnTo>
                <a:lnTo>
                  <a:pt x="1803387" y="217132"/>
                </a:lnTo>
                <a:lnTo>
                  <a:pt x="1829524" y="217132"/>
                </a:lnTo>
                <a:lnTo>
                  <a:pt x="1855661" y="217132"/>
                </a:lnTo>
                <a:lnTo>
                  <a:pt x="1881797" y="217132"/>
                </a:lnTo>
                <a:lnTo>
                  <a:pt x="1907934" y="217132"/>
                </a:lnTo>
                <a:lnTo>
                  <a:pt x="1934070" y="217132"/>
                </a:lnTo>
                <a:lnTo>
                  <a:pt x="1960207" y="217132"/>
                </a:lnTo>
                <a:lnTo>
                  <a:pt x="1986344" y="217132"/>
                </a:lnTo>
                <a:lnTo>
                  <a:pt x="2012480" y="217132"/>
                </a:lnTo>
                <a:lnTo>
                  <a:pt x="2038617" y="217132"/>
                </a:lnTo>
                <a:lnTo>
                  <a:pt x="2064753" y="217132"/>
                </a:lnTo>
                <a:lnTo>
                  <a:pt x="2090890" y="217132"/>
                </a:lnTo>
                <a:lnTo>
                  <a:pt x="2117027" y="217132"/>
                </a:lnTo>
                <a:lnTo>
                  <a:pt x="2143163" y="217132"/>
                </a:lnTo>
                <a:lnTo>
                  <a:pt x="2169300" y="217132"/>
                </a:lnTo>
                <a:lnTo>
                  <a:pt x="2195436" y="217132"/>
                </a:lnTo>
                <a:lnTo>
                  <a:pt x="2221573" y="217132"/>
                </a:lnTo>
                <a:lnTo>
                  <a:pt x="2247710" y="217132"/>
                </a:lnTo>
                <a:lnTo>
                  <a:pt x="2273846" y="217132"/>
                </a:lnTo>
                <a:lnTo>
                  <a:pt x="2299983" y="217132"/>
                </a:lnTo>
                <a:lnTo>
                  <a:pt x="2326110" y="217132"/>
                </a:lnTo>
                <a:lnTo>
                  <a:pt x="2352246" y="217132"/>
                </a:lnTo>
                <a:lnTo>
                  <a:pt x="2378383" y="217132"/>
                </a:lnTo>
                <a:lnTo>
                  <a:pt x="2404520" y="217132"/>
                </a:lnTo>
                <a:lnTo>
                  <a:pt x="2430656" y="217132"/>
                </a:lnTo>
                <a:lnTo>
                  <a:pt x="2456793" y="217132"/>
                </a:lnTo>
                <a:lnTo>
                  <a:pt x="2481605" y="209017"/>
                </a:lnTo>
                <a:lnTo>
                  <a:pt x="2506380" y="200692"/>
                </a:lnTo>
                <a:lnTo>
                  <a:pt x="2531154" y="192376"/>
                </a:lnTo>
                <a:lnTo>
                  <a:pt x="2555938" y="184061"/>
                </a:lnTo>
                <a:lnTo>
                  <a:pt x="2580713" y="175736"/>
                </a:lnTo>
                <a:lnTo>
                  <a:pt x="2605488" y="167421"/>
                </a:lnTo>
                <a:lnTo>
                  <a:pt x="2630262" y="159106"/>
                </a:lnTo>
                <a:lnTo>
                  <a:pt x="2655046" y="150781"/>
                </a:lnTo>
                <a:lnTo>
                  <a:pt x="2679821" y="142465"/>
                </a:lnTo>
                <a:lnTo>
                  <a:pt x="2704595" y="134141"/>
                </a:lnTo>
                <a:lnTo>
                  <a:pt x="2729370" y="125825"/>
                </a:lnTo>
                <a:lnTo>
                  <a:pt x="2754154" y="117510"/>
                </a:lnTo>
                <a:lnTo>
                  <a:pt x="2778928" y="109185"/>
                </a:lnTo>
                <a:lnTo>
                  <a:pt x="2803703" y="100870"/>
                </a:lnTo>
                <a:lnTo>
                  <a:pt x="2828477" y="92545"/>
                </a:lnTo>
                <a:lnTo>
                  <a:pt x="2853261" y="84230"/>
                </a:lnTo>
                <a:lnTo>
                  <a:pt x="2878036" y="75914"/>
                </a:lnTo>
                <a:lnTo>
                  <a:pt x="2902810" y="67589"/>
                </a:lnTo>
                <a:lnTo>
                  <a:pt x="2927585" y="59274"/>
                </a:lnTo>
                <a:lnTo>
                  <a:pt x="2952359" y="50949"/>
                </a:lnTo>
                <a:lnTo>
                  <a:pt x="2977144" y="42634"/>
                </a:lnTo>
                <a:lnTo>
                  <a:pt x="3001918" y="34319"/>
                </a:lnTo>
                <a:lnTo>
                  <a:pt x="3026693" y="25994"/>
                </a:lnTo>
                <a:lnTo>
                  <a:pt x="3051467" y="17678"/>
                </a:lnTo>
                <a:lnTo>
                  <a:pt x="3076251" y="9363"/>
                </a:lnTo>
                <a:lnTo>
                  <a:pt x="3101026" y="1038"/>
                </a:lnTo>
                <a:lnTo>
                  <a:pt x="3081252" y="0"/>
                </a:lnTo>
                <a:lnTo>
                  <a:pt x="3055115" y="0"/>
                </a:lnTo>
                <a:lnTo>
                  <a:pt x="3028979" y="0"/>
                </a:lnTo>
                <a:lnTo>
                  <a:pt x="3002842" y="0"/>
                </a:lnTo>
                <a:lnTo>
                  <a:pt x="2976705" y="0"/>
                </a:lnTo>
                <a:lnTo>
                  <a:pt x="2950569" y="0"/>
                </a:lnTo>
                <a:lnTo>
                  <a:pt x="2924432" y="0"/>
                </a:lnTo>
                <a:lnTo>
                  <a:pt x="2898296" y="0"/>
                </a:lnTo>
                <a:lnTo>
                  <a:pt x="2872159" y="0"/>
                </a:lnTo>
                <a:lnTo>
                  <a:pt x="2846022" y="0"/>
                </a:lnTo>
                <a:lnTo>
                  <a:pt x="2819886" y="0"/>
                </a:lnTo>
                <a:lnTo>
                  <a:pt x="2793759" y="0"/>
                </a:lnTo>
                <a:lnTo>
                  <a:pt x="2767622" y="0"/>
                </a:lnTo>
                <a:lnTo>
                  <a:pt x="2741486" y="0"/>
                </a:lnTo>
                <a:lnTo>
                  <a:pt x="2715349" y="0"/>
                </a:lnTo>
                <a:lnTo>
                  <a:pt x="2689212" y="0"/>
                </a:lnTo>
                <a:lnTo>
                  <a:pt x="2663076" y="0"/>
                </a:lnTo>
                <a:lnTo>
                  <a:pt x="2636939" y="0"/>
                </a:lnTo>
                <a:lnTo>
                  <a:pt x="2610803" y="0"/>
                </a:lnTo>
                <a:lnTo>
                  <a:pt x="2584666" y="0"/>
                </a:lnTo>
                <a:lnTo>
                  <a:pt x="2558529" y="0"/>
                </a:lnTo>
                <a:lnTo>
                  <a:pt x="2532393" y="0"/>
                </a:lnTo>
                <a:lnTo>
                  <a:pt x="2506256" y="0"/>
                </a:lnTo>
                <a:lnTo>
                  <a:pt x="2480120" y="0"/>
                </a:lnTo>
                <a:lnTo>
                  <a:pt x="2453983" y="0"/>
                </a:lnTo>
                <a:lnTo>
                  <a:pt x="2427846" y="0"/>
                </a:lnTo>
                <a:lnTo>
                  <a:pt x="2401710" y="0"/>
                </a:lnTo>
                <a:lnTo>
                  <a:pt x="2375573" y="0"/>
                </a:lnTo>
                <a:lnTo>
                  <a:pt x="2349437" y="0"/>
                </a:lnTo>
                <a:lnTo>
                  <a:pt x="2323300" y="0"/>
                </a:lnTo>
                <a:lnTo>
                  <a:pt x="2297173" y="0"/>
                </a:lnTo>
                <a:lnTo>
                  <a:pt x="2271036" y="0"/>
                </a:lnTo>
                <a:lnTo>
                  <a:pt x="2244900" y="0"/>
                </a:lnTo>
                <a:lnTo>
                  <a:pt x="2218763" y="0"/>
                </a:lnTo>
                <a:lnTo>
                  <a:pt x="2192626" y="0"/>
                </a:lnTo>
                <a:lnTo>
                  <a:pt x="2166490" y="0"/>
                </a:lnTo>
                <a:lnTo>
                  <a:pt x="2140353" y="0"/>
                </a:lnTo>
                <a:lnTo>
                  <a:pt x="2114217" y="0"/>
                </a:lnTo>
                <a:lnTo>
                  <a:pt x="2088080" y="0"/>
                </a:lnTo>
                <a:lnTo>
                  <a:pt x="2061943" y="0"/>
                </a:lnTo>
                <a:lnTo>
                  <a:pt x="2035807" y="0"/>
                </a:lnTo>
                <a:lnTo>
                  <a:pt x="2009670" y="0"/>
                </a:lnTo>
                <a:lnTo>
                  <a:pt x="1983534" y="0"/>
                </a:lnTo>
                <a:lnTo>
                  <a:pt x="1957397" y="0"/>
                </a:lnTo>
                <a:lnTo>
                  <a:pt x="1931260" y="0"/>
                </a:lnTo>
                <a:lnTo>
                  <a:pt x="1905124" y="0"/>
                </a:lnTo>
                <a:lnTo>
                  <a:pt x="1878987" y="0"/>
                </a:lnTo>
                <a:lnTo>
                  <a:pt x="1852851" y="0"/>
                </a:lnTo>
                <a:lnTo>
                  <a:pt x="1826714" y="0"/>
                </a:lnTo>
                <a:lnTo>
                  <a:pt x="1800577" y="0"/>
                </a:lnTo>
                <a:lnTo>
                  <a:pt x="1774450" y="0"/>
                </a:lnTo>
                <a:lnTo>
                  <a:pt x="1748314" y="0"/>
                </a:lnTo>
                <a:lnTo>
                  <a:pt x="1722177" y="0"/>
                </a:lnTo>
                <a:lnTo>
                  <a:pt x="1696041" y="0"/>
                </a:lnTo>
                <a:lnTo>
                  <a:pt x="1669904" y="0"/>
                </a:lnTo>
                <a:lnTo>
                  <a:pt x="1643767" y="0"/>
                </a:lnTo>
                <a:lnTo>
                  <a:pt x="1617631" y="0"/>
                </a:lnTo>
                <a:lnTo>
                  <a:pt x="1591494" y="0"/>
                </a:lnTo>
                <a:lnTo>
                  <a:pt x="1565358" y="0"/>
                </a:lnTo>
                <a:lnTo>
                  <a:pt x="1539221" y="0"/>
                </a:lnTo>
                <a:lnTo>
                  <a:pt x="1513084" y="0"/>
                </a:lnTo>
                <a:lnTo>
                  <a:pt x="1486948" y="0"/>
                </a:lnTo>
                <a:lnTo>
                  <a:pt x="1460811" y="0"/>
                </a:lnTo>
                <a:lnTo>
                  <a:pt x="1434675" y="0"/>
                </a:lnTo>
                <a:lnTo>
                  <a:pt x="1408538" y="0"/>
                </a:lnTo>
                <a:lnTo>
                  <a:pt x="1382401" y="0"/>
                </a:lnTo>
                <a:lnTo>
                  <a:pt x="1356265" y="0"/>
                </a:lnTo>
                <a:lnTo>
                  <a:pt x="1330128" y="0"/>
                </a:lnTo>
                <a:lnTo>
                  <a:pt x="1303992" y="0"/>
                </a:lnTo>
                <a:lnTo>
                  <a:pt x="1277864" y="0"/>
                </a:lnTo>
                <a:lnTo>
                  <a:pt x="1251728" y="0"/>
                </a:lnTo>
                <a:lnTo>
                  <a:pt x="1225591" y="0"/>
                </a:lnTo>
                <a:lnTo>
                  <a:pt x="1199455" y="0"/>
                </a:lnTo>
                <a:lnTo>
                  <a:pt x="1173318" y="0"/>
                </a:lnTo>
                <a:lnTo>
                  <a:pt x="1147181" y="0"/>
                </a:lnTo>
                <a:lnTo>
                  <a:pt x="1121045" y="0"/>
                </a:lnTo>
                <a:lnTo>
                  <a:pt x="1094908" y="0"/>
                </a:lnTo>
                <a:lnTo>
                  <a:pt x="1068772" y="0"/>
                </a:lnTo>
                <a:lnTo>
                  <a:pt x="1042635" y="0"/>
                </a:lnTo>
                <a:lnTo>
                  <a:pt x="1016498" y="0"/>
                </a:lnTo>
                <a:lnTo>
                  <a:pt x="990362" y="0"/>
                </a:lnTo>
                <a:lnTo>
                  <a:pt x="964225" y="0"/>
                </a:lnTo>
                <a:lnTo>
                  <a:pt x="938089" y="0"/>
                </a:lnTo>
                <a:lnTo>
                  <a:pt x="911952" y="0"/>
                </a:lnTo>
                <a:lnTo>
                  <a:pt x="885815" y="0"/>
                </a:lnTo>
                <a:lnTo>
                  <a:pt x="859679" y="0"/>
                </a:lnTo>
                <a:lnTo>
                  <a:pt x="833542" y="0"/>
                </a:lnTo>
                <a:lnTo>
                  <a:pt x="807406" y="0"/>
                </a:lnTo>
                <a:lnTo>
                  <a:pt x="781926" y="4886"/>
                </a:lnTo>
                <a:lnTo>
                  <a:pt x="756704" y="11725"/>
                </a:lnTo>
                <a:lnTo>
                  <a:pt x="731482" y="18574"/>
                </a:lnTo>
                <a:lnTo>
                  <a:pt x="706250" y="25422"/>
                </a:lnTo>
                <a:lnTo>
                  <a:pt x="681028" y="32271"/>
                </a:lnTo>
                <a:lnTo>
                  <a:pt x="655806" y="39119"/>
                </a:lnTo>
                <a:lnTo>
                  <a:pt x="630584" y="45958"/>
                </a:lnTo>
                <a:lnTo>
                  <a:pt x="605361" y="52807"/>
                </a:lnTo>
                <a:lnTo>
                  <a:pt x="580139" y="59655"/>
                </a:lnTo>
                <a:lnTo>
                  <a:pt x="554917" y="66504"/>
                </a:lnTo>
                <a:lnTo>
                  <a:pt x="529695" y="73352"/>
                </a:lnTo>
                <a:lnTo>
                  <a:pt x="504463" y="80201"/>
                </a:lnTo>
                <a:lnTo>
                  <a:pt x="479241" y="87039"/>
                </a:lnTo>
                <a:lnTo>
                  <a:pt x="454019" y="93888"/>
                </a:lnTo>
                <a:lnTo>
                  <a:pt x="428796" y="100736"/>
                </a:lnTo>
                <a:lnTo>
                  <a:pt x="403574" y="107585"/>
                </a:lnTo>
                <a:lnTo>
                  <a:pt x="378352" y="114433"/>
                </a:lnTo>
                <a:lnTo>
                  <a:pt x="353130" y="121272"/>
                </a:lnTo>
                <a:lnTo>
                  <a:pt x="327908" y="128121"/>
                </a:lnTo>
                <a:lnTo>
                  <a:pt x="302676" y="134969"/>
                </a:lnTo>
                <a:lnTo>
                  <a:pt x="277454" y="141818"/>
                </a:lnTo>
                <a:lnTo>
                  <a:pt x="252232" y="148666"/>
                </a:lnTo>
                <a:lnTo>
                  <a:pt x="227009" y="155515"/>
                </a:lnTo>
                <a:lnTo>
                  <a:pt x="201787" y="162354"/>
                </a:lnTo>
                <a:lnTo>
                  <a:pt x="176565" y="169202"/>
                </a:lnTo>
                <a:lnTo>
                  <a:pt x="151343" y="176051"/>
                </a:lnTo>
                <a:lnTo>
                  <a:pt x="126121" y="182899"/>
                </a:lnTo>
                <a:lnTo>
                  <a:pt x="100889" y="189748"/>
                </a:lnTo>
                <a:lnTo>
                  <a:pt x="75667" y="196596"/>
                </a:lnTo>
                <a:lnTo>
                  <a:pt x="50444" y="203435"/>
                </a:lnTo>
                <a:lnTo>
                  <a:pt x="25222" y="210283"/>
                </a:lnTo>
                <a:lnTo>
                  <a:pt x="0" y="217132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4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2F167368-0927-48FA-BC8E-868BE019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773" y="5320789"/>
            <a:ext cx="2853404" cy="217132"/>
          </a:xfrm>
          <a:custGeom xmlns:a="http://schemas.openxmlformats.org/drawingml/2006/main">
            <a:pathLst>
              <a:path w="2853404" h="217132">
                <a:moveTo>
                  <a:pt x="0" y="217132"/>
                </a:moveTo>
                <a:lnTo>
                  <a:pt x="19002" y="217132"/>
                </a:lnTo>
                <a:lnTo>
                  <a:pt x="38005" y="217132"/>
                </a:lnTo>
                <a:lnTo>
                  <a:pt x="57007" y="217132"/>
                </a:lnTo>
                <a:lnTo>
                  <a:pt x="76010" y="217132"/>
                </a:lnTo>
                <a:lnTo>
                  <a:pt x="95012" y="217132"/>
                </a:lnTo>
                <a:lnTo>
                  <a:pt x="114014" y="217132"/>
                </a:lnTo>
                <a:lnTo>
                  <a:pt x="133026" y="217132"/>
                </a:lnTo>
                <a:lnTo>
                  <a:pt x="152029" y="217132"/>
                </a:lnTo>
                <a:lnTo>
                  <a:pt x="171031" y="217132"/>
                </a:lnTo>
                <a:lnTo>
                  <a:pt x="190033" y="217132"/>
                </a:lnTo>
                <a:lnTo>
                  <a:pt x="209036" y="217132"/>
                </a:lnTo>
                <a:lnTo>
                  <a:pt x="228038" y="217132"/>
                </a:lnTo>
                <a:lnTo>
                  <a:pt x="247040" y="217132"/>
                </a:lnTo>
                <a:lnTo>
                  <a:pt x="266043" y="217132"/>
                </a:lnTo>
                <a:lnTo>
                  <a:pt x="285045" y="217132"/>
                </a:lnTo>
                <a:lnTo>
                  <a:pt x="304048" y="217132"/>
                </a:lnTo>
                <a:lnTo>
                  <a:pt x="323050" y="217132"/>
                </a:lnTo>
                <a:lnTo>
                  <a:pt x="342052" y="217132"/>
                </a:lnTo>
                <a:lnTo>
                  <a:pt x="361055" y="217132"/>
                </a:lnTo>
                <a:lnTo>
                  <a:pt x="380067" y="217132"/>
                </a:lnTo>
                <a:lnTo>
                  <a:pt x="399069" y="217132"/>
                </a:lnTo>
                <a:lnTo>
                  <a:pt x="418071" y="217132"/>
                </a:lnTo>
                <a:lnTo>
                  <a:pt x="437074" y="217132"/>
                </a:lnTo>
                <a:lnTo>
                  <a:pt x="456076" y="217132"/>
                </a:lnTo>
                <a:lnTo>
                  <a:pt x="475078" y="217132"/>
                </a:lnTo>
                <a:lnTo>
                  <a:pt x="494081" y="217132"/>
                </a:lnTo>
                <a:lnTo>
                  <a:pt x="513083" y="217132"/>
                </a:lnTo>
                <a:lnTo>
                  <a:pt x="532086" y="217132"/>
                </a:lnTo>
                <a:lnTo>
                  <a:pt x="551088" y="217132"/>
                </a:lnTo>
                <a:lnTo>
                  <a:pt x="570090" y="217132"/>
                </a:lnTo>
                <a:lnTo>
                  <a:pt x="589093" y="217132"/>
                </a:lnTo>
                <a:lnTo>
                  <a:pt x="608095" y="217132"/>
                </a:lnTo>
                <a:lnTo>
                  <a:pt x="627107" y="217132"/>
                </a:lnTo>
                <a:lnTo>
                  <a:pt x="646109" y="217132"/>
                </a:lnTo>
                <a:lnTo>
                  <a:pt x="665112" y="217132"/>
                </a:lnTo>
                <a:lnTo>
                  <a:pt x="684114" y="217132"/>
                </a:lnTo>
                <a:lnTo>
                  <a:pt x="703116" y="217132"/>
                </a:lnTo>
                <a:lnTo>
                  <a:pt x="722119" y="217132"/>
                </a:lnTo>
                <a:lnTo>
                  <a:pt x="741121" y="217132"/>
                </a:lnTo>
                <a:lnTo>
                  <a:pt x="760124" y="217132"/>
                </a:lnTo>
                <a:lnTo>
                  <a:pt x="779126" y="217132"/>
                </a:lnTo>
                <a:lnTo>
                  <a:pt x="798128" y="217132"/>
                </a:lnTo>
                <a:lnTo>
                  <a:pt x="817131" y="217132"/>
                </a:lnTo>
                <a:lnTo>
                  <a:pt x="836133" y="217132"/>
                </a:lnTo>
                <a:lnTo>
                  <a:pt x="855135" y="217132"/>
                </a:lnTo>
                <a:lnTo>
                  <a:pt x="874147" y="217132"/>
                </a:lnTo>
                <a:lnTo>
                  <a:pt x="893150" y="217132"/>
                </a:lnTo>
                <a:lnTo>
                  <a:pt x="912152" y="217132"/>
                </a:lnTo>
                <a:lnTo>
                  <a:pt x="931154" y="217132"/>
                </a:lnTo>
                <a:lnTo>
                  <a:pt x="950157" y="217132"/>
                </a:lnTo>
                <a:lnTo>
                  <a:pt x="969159" y="217132"/>
                </a:lnTo>
                <a:lnTo>
                  <a:pt x="988162" y="217132"/>
                </a:lnTo>
                <a:lnTo>
                  <a:pt x="1007164" y="217132"/>
                </a:lnTo>
                <a:lnTo>
                  <a:pt x="1026166" y="217132"/>
                </a:lnTo>
                <a:lnTo>
                  <a:pt x="1045169" y="217132"/>
                </a:lnTo>
                <a:lnTo>
                  <a:pt x="1064171" y="217132"/>
                </a:lnTo>
                <a:lnTo>
                  <a:pt x="1083173" y="217132"/>
                </a:lnTo>
                <a:lnTo>
                  <a:pt x="1102185" y="217132"/>
                </a:lnTo>
                <a:lnTo>
                  <a:pt x="1121188" y="217132"/>
                </a:lnTo>
                <a:lnTo>
                  <a:pt x="1140190" y="217132"/>
                </a:lnTo>
                <a:lnTo>
                  <a:pt x="1159193" y="217132"/>
                </a:lnTo>
                <a:lnTo>
                  <a:pt x="1178195" y="217132"/>
                </a:lnTo>
                <a:lnTo>
                  <a:pt x="1197197" y="217132"/>
                </a:lnTo>
                <a:lnTo>
                  <a:pt x="1216200" y="217132"/>
                </a:lnTo>
                <a:lnTo>
                  <a:pt x="1235202" y="217132"/>
                </a:lnTo>
                <a:lnTo>
                  <a:pt x="1254204" y="217132"/>
                </a:lnTo>
                <a:lnTo>
                  <a:pt x="1273207" y="217132"/>
                </a:lnTo>
                <a:lnTo>
                  <a:pt x="1292209" y="217132"/>
                </a:lnTo>
                <a:lnTo>
                  <a:pt x="1311212" y="217132"/>
                </a:lnTo>
                <a:lnTo>
                  <a:pt x="1330214" y="217132"/>
                </a:lnTo>
                <a:lnTo>
                  <a:pt x="1349226" y="217132"/>
                </a:lnTo>
                <a:lnTo>
                  <a:pt x="1368228" y="217132"/>
                </a:lnTo>
                <a:lnTo>
                  <a:pt x="1387231" y="217132"/>
                </a:lnTo>
                <a:lnTo>
                  <a:pt x="1406233" y="217132"/>
                </a:lnTo>
                <a:lnTo>
                  <a:pt x="1425235" y="217132"/>
                </a:lnTo>
                <a:lnTo>
                  <a:pt x="1444238" y="217132"/>
                </a:lnTo>
                <a:lnTo>
                  <a:pt x="1463240" y="217132"/>
                </a:lnTo>
                <a:lnTo>
                  <a:pt x="1482242" y="217132"/>
                </a:lnTo>
                <a:lnTo>
                  <a:pt x="1501245" y="217132"/>
                </a:lnTo>
                <a:lnTo>
                  <a:pt x="1520247" y="217132"/>
                </a:lnTo>
                <a:lnTo>
                  <a:pt x="1539250" y="217132"/>
                </a:lnTo>
                <a:lnTo>
                  <a:pt x="1558252" y="217132"/>
                </a:lnTo>
                <a:lnTo>
                  <a:pt x="1577254" y="217132"/>
                </a:lnTo>
                <a:lnTo>
                  <a:pt x="1596266" y="217132"/>
                </a:lnTo>
                <a:lnTo>
                  <a:pt x="1615269" y="217132"/>
                </a:lnTo>
                <a:lnTo>
                  <a:pt x="1634271" y="217132"/>
                </a:lnTo>
                <a:lnTo>
                  <a:pt x="1653273" y="217132"/>
                </a:lnTo>
                <a:lnTo>
                  <a:pt x="1672276" y="217132"/>
                </a:lnTo>
                <a:lnTo>
                  <a:pt x="1691278" y="217132"/>
                </a:lnTo>
                <a:lnTo>
                  <a:pt x="1710280" y="217132"/>
                </a:lnTo>
                <a:lnTo>
                  <a:pt x="1729283" y="217132"/>
                </a:lnTo>
                <a:lnTo>
                  <a:pt x="1748285" y="217132"/>
                </a:lnTo>
                <a:lnTo>
                  <a:pt x="1767288" y="217132"/>
                </a:lnTo>
                <a:lnTo>
                  <a:pt x="1786290" y="217132"/>
                </a:lnTo>
                <a:lnTo>
                  <a:pt x="1805292" y="217132"/>
                </a:lnTo>
                <a:lnTo>
                  <a:pt x="1824295" y="217132"/>
                </a:lnTo>
                <a:lnTo>
                  <a:pt x="1843307" y="217132"/>
                </a:lnTo>
                <a:lnTo>
                  <a:pt x="1862309" y="217132"/>
                </a:lnTo>
                <a:lnTo>
                  <a:pt x="1881311" y="217132"/>
                </a:lnTo>
                <a:lnTo>
                  <a:pt x="1900314" y="217132"/>
                </a:lnTo>
                <a:lnTo>
                  <a:pt x="1919316" y="217132"/>
                </a:lnTo>
                <a:lnTo>
                  <a:pt x="1938318" y="217132"/>
                </a:lnTo>
                <a:lnTo>
                  <a:pt x="1957321" y="217132"/>
                </a:lnTo>
                <a:lnTo>
                  <a:pt x="1976323" y="217132"/>
                </a:lnTo>
                <a:lnTo>
                  <a:pt x="1995326" y="217132"/>
                </a:lnTo>
                <a:lnTo>
                  <a:pt x="2014328" y="217132"/>
                </a:lnTo>
                <a:lnTo>
                  <a:pt x="2033330" y="217132"/>
                </a:lnTo>
                <a:lnTo>
                  <a:pt x="2052333" y="217132"/>
                </a:lnTo>
                <a:lnTo>
                  <a:pt x="2071335" y="217132"/>
                </a:lnTo>
                <a:lnTo>
                  <a:pt x="2090347" y="217132"/>
                </a:lnTo>
                <a:lnTo>
                  <a:pt x="2109349" y="217132"/>
                </a:lnTo>
                <a:lnTo>
                  <a:pt x="2128352" y="217132"/>
                </a:lnTo>
                <a:lnTo>
                  <a:pt x="2147354" y="217132"/>
                </a:lnTo>
                <a:lnTo>
                  <a:pt x="2166356" y="217132"/>
                </a:lnTo>
                <a:lnTo>
                  <a:pt x="2185359" y="217132"/>
                </a:lnTo>
                <a:lnTo>
                  <a:pt x="2204075" y="215370"/>
                </a:lnTo>
                <a:lnTo>
                  <a:pt x="2222116" y="209379"/>
                </a:lnTo>
                <a:lnTo>
                  <a:pt x="2240147" y="203397"/>
                </a:lnTo>
                <a:lnTo>
                  <a:pt x="2258187" y="197415"/>
                </a:lnTo>
                <a:lnTo>
                  <a:pt x="2276227" y="191433"/>
                </a:lnTo>
                <a:lnTo>
                  <a:pt x="2294258" y="185452"/>
                </a:lnTo>
                <a:lnTo>
                  <a:pt x="2312299" y="179470"/>
                </a:lnTo>
                <a:lnTo>
                  <a:pt x="2330339" y="173488"/>
                </a:lnTo>
                <a:lnTo>
                  <a:pt x="2348370" y="167507"/>
                </a:lnTo>
                <a:lnTo>
                  <a:pt x="2366410" y="161525"/>
                </a:lnTo>
                <a:lnTo>
                  <a:pt x="2384441" y="155543"/>
                </a:lnTo>
                <a:lnTo>
                  <a:pt x="2402481" y="149562"/>
                </a:lnTo>
                <a:lnTo>
                  <a:pt x="2420522" y="143580"/>
                </a:lnTo>
                <a:lnTo>
                  <a:pt x="2438552" y="137598"/>
                </a:lnTo>
                <a:lnTo>
                  <a:pt x="2456593" y="131616"/>
                </a:lnTo>
                <a:lnTo>
                  <a:pt x="2474633" y="125635"/>
                </a:lnTo>
                <a:lnTo>
                  <a:pt x="2492664" y="119644"/>
                </a:lnTo>
                <a:lnTo>
                  <a:pt x="2510704" y="113662"/>
                </a:lnTo>
                <a:lnTo>
                  <a:pt x="2528745" y="107680"/>
                </a:lnTo>
                <a:lnTo>
                  <a:pt x="2546775" y="101698"/>
                </a:lnTo>
                <a:lnTo>
                  <a:pt x="2564816" y="95717"/>
                </a:lnTo>
                <a:lnTo>
                  <a:pt x="2582847" y="89735"/>
                </a:lnTo>
                <a:lnTo>
                  <a:pt x="2600887" y="83753"/>
                </a:lnTo>
                <a:lnTo>
                  <a:pt x="2618927" y="77772"/>
                </a:lnTo>
                <a:lnTo>
                  <a:pt x="2636958" y="71790"/>
                </a:lnTo>
                <a:lnTo>
                  <a:pt x="2654999" y="65808"/>
                </a:lnTo>
                <a:lnTo>
                  <a:pt x="2673039" y="59827"/>
                </a:lnTo>
                <a:lnTo>
                  <a:pt x="2691070" y="53845"/>
                </a:lnTo>
                <a:lnTo>
                  <a:pt x="2709110" y="47863"/>
                </a:lnTo>
                <a:lnTo>
                  <a:pt x="2727150" y="41881"/>
                </a:lnTo>
                <a:lnTo>
                  <a:pt x="2745181" y="35890"/>
                </a:lnTo>
                <a:lnTo>
                  <a:pt x="2763222" y="29909"/>
                </a:lnTo>
                <a:lnTo>
                  <a:pt x="2781252" y="23927"/>
                </a:lnTo>
                <a:lnTo>
                  <a:pt x="2799293" y="17945"/>
                </a:lnTo>
                <a:lnTo>
                  <a:pt x="2817333" y="11963"/>
                </a:lnTo>
                <a:lnTo>
                  <a:pt x="2835364" y="5982"/>
                </a:lnTo>
                <a:lnTo>
                  <a:pt x="28534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D8659DB8-4866-4259-B327-44A39D4D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0729" y="5320789"/>
            <a:ext cx="2062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F4F951FD-67A8-4552-8F75-C9F79CB5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295" y="4310015"/>
            <a:ext cx="494471" cy="687267"/>
          </a:xfrm>
          <a:custGeom xmlns:a="http://schemas.openxmlformats.org/drawingml/2006/main">
            <a:pathLst>
              <a:path w="494471" h="687267">
                <a:moveTo>
                  <a:pt x="0" y="687267"/>
                </a:moveTo>
                <a:lnTo>
                  <a:pt x="0" y="668245"/>
                </a:lnTo>
                <a:lnTo>
                  <a:pt x="0" y="649234"/>
                </a:lnTo>
                <a:lnTo>
                  <a:pt x="0" y="630222"/>
                </a:lnTo>
                <a:lnTo>
                  <a:pt x="0" y="611210"/>
                </a:lnTo>
                <a:lnTo>
                  <a:pt x="0" y="592188"/>
                </a:lnTo>
                <a:lnTo>
                  <a:pt x="0" y="573176"/>
                </a:lnTo>
                <a:lnTo>
                  <a:pt x="0" y="554165"/>
                </a:lnTo>
                <a:lnTo>
                  <a:pt x="0" y="535153"/>
                </a:lnTo>
                <a:lnTo>
                  <a:pt x="0" y="516131"/>
                </a:lnTo>
                <a:lnTo>
                  <a:pt x="0" y="497119"/>
                </a:lnTo>
                <a:lnTo>
                  <a:pt x="0" y="478107"/>
                </a:lnTo>
                <a:lnTo>
                  <a:pt x="0" y="459095"/>
                </a:lnTo>
                <a:lnTo>
                  <a:pt x="0" y="440074"/>
                </a:lnTo>
                <a:lnTo>
                  <a:pt x="0" y="421062"/>
                </a:lnTo>
                <a:lnTo>
                  <a:pt x="0" y="402050"/>
                </a:lnTo>
                <a:lnTo>
                  <a:pt x="0" y="383038"/>
                </a:lnTo>
                <a:lnTo>
                  <a:pt x="0" y="364017"/>
                </a:lnTo>
                <a:lnTo>
                  <a:pt x="0" y="345005"/>
                </a:lnTo>
                <a:lnTo>
                  <a:pt x="0" y="325993"/>
                </a:lnTo>
                <a:lnTo>
                  <a:pt x="0" y="306981"/>
                </a:lnTo>
                <a:lnTo>
                  <a:pt x="0" y="287960"/>
                </a:lnTo>
                <a:lnTo>
                  <a:pt x="0" y="268948"/>
                </a:lnTo>
                <a:lnTo>
                  <a:pt x="0" y="249936"/>
                </a:lnTo>
                <a:lnTo>
                  <a:pt x="0" y="230924"/>
                </a:lnTo>
                <a:lnTo>
                  <a:pt x="0" y="211903"/>
                </a:lnTo>
                <a:lnTo>
                  <a:pt x="0" y="192891"/>
                </a:lnTo>
                <a:lnTo>
                  <a:pt x="0" y="173879"/>
                </a:lnTo>
                <a:lnTo>
                  <a:pt x="0" y="154867"/>
                </a:lnTo>
                <a:lnTo>
                  <a:pt x="10325" y="143504"/>
                </a:lnTo>
                <a:lnTo>
                  <a:pt x="28518" y="137989"/>
                </a:lnTo>
                <a:lnTo>
                  <a:pt x="46711" y="132464"/>
                </a:lnTo>
                <a:lnTo>
                  <a:pt x="64913" y="126949"/>
                </a:lnTo>
                <a:lnTo>
                  <a:pt x="83106" y="121425"/>
                </a:lnTo>
                <a:lnTo>
                  <a:pt x="101298" y="115910"/>
                </a:lnTo>
                <a:lnTo>
                  <a:pt x="119491" y="110385"/>
                </a:lnTo>
                <a:lnTo>
                  <a:pt x="137693" y="104870"/>
                </a:lnTo>
                <a:lnTo>
                  <a:pt x="155886" y="99346"/>
                </a:lnTo>
                <a:lnTo>
                  <a:pt x="174079" y="93831"/>
                </a:lnTo>
                <a:lnTo>
                  <a:pt x="192281" y="88306"/>
                </a:lnTo>
                <a:lnTo>
                  <a:pt x="210474" y="82791"/>
                </a:lnTo>
                <a:lnTo>
                  <a:pt x="228667" y="77267"/>
                </a:lnTo>
                <a:lnTo>
                  <a:pt x="246869" y="71752"/>
                </a:lnTo>
                <a:lnTo>
                  <a:pt x="265062" y="66237"/>
                </a:lnTo>
                <a:lnTo>
                  <a:pt x="283254" y="60712"/>
                </a:lnTo>
                <a:lnTo>
                  <a:pt x="301447" y="55197"/>
                </a:lnTo>
                <a:lnTo>
                  <a:pt x="319649" y="49673"/>
                </a:lnTo>
                <a:lnTo>
                  <a:pt x="337842" y="44158"/>
                </a:lnTo>
                <a:lnTo>
                  <a:pt x="356035" y="38633"/>
                </a:lnTo>
                <a:lnTo>
                  <a:pt x="374237" y="33118"/>
                </a:lnTo>
                <a:lnTo>
                  <a:pt x="392430" y="27594"/>
                </a:lnTo>
                <a:lnTo>
                  <a:pt x="410623" y="22079"/>
                </a:lnTo>
                <a:lnTo>
                  <a:pt x="428825" y="16554"/>
                </a:lnTo>
                <a:lnTo>
                  <a:pt x="447018" y="11039"/>
                </a:lnTo>
                <a:lnTo>
                  <a:pt x="465211" y="5515"/>
                </a:lnTo>
                <a:lnTo>
                  <a:pt x="483403" y="0"/>
                </a:lnTo>
                <a:lnTo>
                  <a:pt x="494471" y="4096"/>
                </a:lnTo>
                <a:lnTo>
                  <a:pt x="494471" y="23108"/>
                </a:lnTo>
                <a:lnTo>
                  <a:pt x="494471" y="42129"/>
                </a:lnTo>
                <a:lnTo>
                  <a:pt x="494471" y="61141"/>
                </a:lnTo>
                <a:lnTo>
                  <a:pt x="494471" y="80153"/>
                </a:lnTo>
                <a:lnTo>
                  <a:pt x="494471" y="99165"/>
                </a:lnTo>
                <a:lnTo>
                  <a:pt x="494471" y="118186"/>
                </a:lnTo>
                <a:lnTo>
                  <a:pt x="494471" y="137198"/>
                </a:lnTo>
                <a:lnTo>
                  <a:pt x="494471" y="156210"/>
                </a:lnTo>
                <a:lnTo>
                  <a:pt x="494471" y="175222"/>
                </a:lnTo>
                <a:lnTo>
                  <a:pt x="494471" y="194243"/>
                </a:lnTo>
                <a:lnTo>
                  <a:pt x="494471" y="213255"/>
                </a:lnTo>
                <a:lnTo>
                  <a:pt x="494471" y="232267"/>
                </a:lnTo>
                <a:lnTo>
                  <a:pt x="494471" y="251279"/>
                </a:lnTo>
                <a:lnTo>
                  <a:pt x="494471" y="270300"/>
                </a:lnTo>
                <a:lnTo>
                  <a:pt x="494471" y="289312"/>
                </a:lnTo>
                <a:lnTo>
                  <a:pt x="494471" y="308324"/>
                </a:lnTo>
                <a:lnTo>
                  <a:pt x="494471" y="327336"/>
                </a:lnTo>
                <a:lnTo>
                  <a:pt x="494471" y="346358"/>
                </a:lnTo>
                <a:lnTo>
                  <a:pt x="494471" y="365369"/>
                </a:lnTo>
                <a:lnTo>
                  <a:pt x="494471" y="384381"/>
                </a:lnTo>
                <a:lnTo>
                  <a:pt x="494471" y="403393"/>
                </a:lnTo>
                <a:lnTo>
                  <a:pt x="494471" y="422415"/>
                </a:lnTo>
                <a:lnTo>
                  <a:pt x="494471" y="441427"/>
                </a:lnTo>
                <a:lnTo>
                  <a:pt x="494471" y="460439"/>
                </a:lnTo>
                <a:lnTo>
                  <a:pt x="494471" y="479450"/>
                </a:lnTo>
                <a:lnTo>
                  <a:pt x="494471" y="498472"/>
                </a:lnTo>
                <a:lnTo>
                  <a:pt x="481155" y="508235"/>
                </a:lnTo>
                <a:lnTo>
                  <a:pt x="463334" y="514864"/>
                </a:lnTo>
                <a:lnTo>
                  <a:pt x="445513" y="521494"/>
                </a:lnTo>
                <a:lnTo>
                  <a:pt x="427692" y="528123"/>
                </a:lnTo>
                <a:lnTo>
                  <a:pt x="409880" y="534753"/>
                </a:lnTo>
                <a:lnTo>
                  <a:pt x="392059" y="541382"/>
                </a:lnTo>
                <a:lnTo>
                  <a:pt x="374237" y="548021"/>
                </a:lnTo>
                <a:lnTo>
                  <a:pt x="356416" y="554650"/>
                </a:lnTo>
                <a:lnTo>
                  <a:pt x="338595" y="561280"/>
                </a:lnTo>
                <a:lnTo>
                  <a:pt x="320773" y="567909"/>
                </a:lnTo>
                <a:lnTo>
                  <a:pt x="302952" y="574538"/>
                </a:lnTo>
                <a:lnTo>
                  <a:pt x="285131" y="581168"/>
                </a:lnTo>
                <a:lnTo>
                  <a:pt x="267310" y="587797"/>
                </a:lnTo>
                <a:lnTo>
                  <a:pt x="249488" y="594436"/>
                </a:lnTo>
                <a:lnTo>
                  <a:pt x="231667" y="601066"/>
                </a:lnTo>
                <a:lnTo>
                  <a:pt x="213846" y="607695"/>
                </a:lnTo>
                <a:lnTo>
                  <a:pt x="196024" y="614324"/>
                </a:lnTo>
                <a:lnTo>
                  <a:pt x="178203" y="620954"/>
                </a:lnTo>
                <a:lnTo>
                  <a:pt x="160382" y="627583"/>
                </a:lnTo>
                <a:lnTo>
                  <a:pt x="142561" y="634222"/>
                </a:lnTo>
                <a:lnTo>
                  <a:pt x="124749" y="640852"/>
                </a:lnTo>
                <a:lnTo>
                  <a:pt x="106928" y="647481"/>
                </a:lnTo>
                <a:lnTo>
                  <a:pt x="89106" y="654110"/>
                </a:lnTo>
                <a:lnTo>
                  <a:pt x="71285" y="660740"/>
                </a:lnTo>
                <a:lnTo>
                  <a:pt x="53464" y="667369"/>
                </a:lnTo>
                <a:lnTo>
                  <a:pt x="35643" y="673999"/>
                </a:lnTo>
                <a:lnTo>
                  <a:pt x="17821" y="680637"/>
                </a:lnTo>
                <a:lnTo>
                  <a:pt x="0" y="687267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28A2B8ED-1D81-40A3-AE7E-ABDEEF9D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7864" y="4813297"/>
            <a:ext cx="2948407" cy="183985"/>
          </a:xfrm>
          <a:custGeom xmlns:a="http://schemas.openxmlformats.org/drawingml/2006/main">
            <a:pathLst>
              <a:path w="2948407" h="183985">
                <a:moveTo>
                  <a:pt x="0" y="183985"/>
                </a:moveTo>
                <a:lnTo>
                  <a:pt x="24841" y="183985"/>
                </a:lnTo>
                <a:lnTo>
                  <a:pt x="49692" y="183985"/>
                </a:lnTo>
                <a:lnTo>
                  <a:pt x="74533" y="183985"/>
                </a:lnTo>
                <a:lnTo>
                  <a:pt x="99374" y="183985"/>
                </a:lnTo>
                <a:lnTo>
                  <a:pt x="124225" y="183985"/>
                </a:lnTo>
                <a:lnTo>
                  <a:pt x="149066" y="183985"/>
                </a:lnTo>
                <a:lnTo>
                  <a:pt x="173907" y="183985"/>
                </a:lnTo>
                <a:lnTo>
                  <a:pt x="198749" y="183985"/>
                </a:lnTo>
                <a:lnTo>
                  <a:pt x="223599" y="183985"/>
                </a:lnTo>
                <a:lnTo>
                  <a:pt x="248441" y="183985"/>
                </a:lnTo>
                <a:lnTo>
                  <a:pt x="273282" y="183985"/>
                </a:lnTo>
                <a:lnTo>
                  <a:pt x="298133" y="183985"/>
                </a:lnTo>
                <a:lnTo>
                  <a:pt x="322974" y="183985"/>
                </a:lnTo>
                <a:lnTo>
                  <a:pt x="347815" y="183985"/>
                </a:lnTo>
                <a:lnTo>
                  <a:pt x="372666" y="183985"/>
                </a:lnTo>
                <a:lnTo>
                  <a:pt x="397507" y="183985"/>
                </a:lnTo>
                <a:lnTo>
                  <a:pt x="422348" y="183985"/>
                </a:lnTo>
                <a:lnTo>
                  <a:pt x="447189" y="183985"/>
                </a:lnTo>
                <a:lnTo>
                  <a:pt x="472040" y="183985"/>
                </a:lnTo>
                <a:lnTo>
                  <a:pt x="496881" y="183985"/>
                </a:lnTo>
                <a:lnTo>
                  <a:pt x="521722" y="183985"/>
                </a:lnTo>
                <a:lnTo>
                  <a:pt x="546573" y="183985"/>
                </a:lnTo>
                <a:lnTo>
                  <a:pt x="571414" y="183985"/>
                </a:lnTo>
                <a:lnTo>
                  <a:pt x="596255" y="183985"/>
                </a:lnTo>
                <a:lnTo>
                  <a:pt x="621106" y="183985"/>
                </a:lnTo>
                <a:lnTo>
                  <a:pt x="645947" y="183985"/>
                </a:lnTo>
                <a:lnTo>
                  <a:pt x="670789" y="183985"/>
                </a:lnTo>
                <a:lnTo>
                  <a:pt x="695639" y="183985"/>
                </a:lnTo>
                <a:lnTo>
                  <a:pt x="720481" y="183985"/>
                </a:lnTo>
                <a:lnTo>
                  <a:pt x="745322" y="183985"/>
                </a:lnTo>
                <a:lnTo>
                  <a:pt x="770163" y="183985"/>
                </a:lnTo>
                <a:lnTo>
                  <a:pt x="795014" y="183985"/>
                </a:lnTo>
                <a:lnTo>
                  <a:pt x="819855" y="183985"/>
                </a:lnTo>
                <a:lnTo>
                  <a:pt x="844696" y="183985"/>
                </a:lnTo>
                <a:lnTo>
                  <a:pt x="869547" y="183985"/>
                </a:lnTo>
                <a:lnTo>
                  <a:pt x="894388" y="183985"/>
                </a:lnTo>
                <a:lnTo>
                  <a:pt x="919229" y="183985"/>
                </a:lnTo>
                <a:lnTo>
                  <a:pt x="944080" y="183985"/>
                </a:lnTo>
                <a:lnTo>
                  <a:pt x="968921" y="183985"/>
                </a:lnTo>
                <a:lnTo>
                  <a:pt x="993762" y="183985"/>
                </a:lnTo>
                <a:lnTo>
                  <a:pt x="1018613" y="183985"/>
                </a:lnTo>
                <a:lnTo>
                  <a:pt x="1043454" y="183985"/>
                </a:lnTo>
                <a:lnTo>
                  <a:pt x="1068295" y="183985"/>
                </a:lnTo>
                <a:lnTo>
                  <a:pt x="1093137" y="183985"/>
                </a:lnTo>
                <a:lnTo>
                  <a:pt x="1117987" y="183985"/>
                </a:lnTo>
                <a:lnTo>
                  <a:pt x="1142829" y="183985"/>
                </a:lnTo>
                <a:lnTo>
                  <a:pt x="1167670" y="183985"/>
                </a:lnTo>
                <a:lnTo>
                  <a:pt x="1192520" y="183985"/>
                </a:lnTo>
                <a:lnTo>
                  <a:pt x="1217362" y="183985"/>
                </a:lnTo>
                <a:lnTo>
                  <a:pt x="1242203" y="183985"/>
                </a:lnTo>
                <a:lnTo>
                  <a:pt x="1267054" y="183985"/>
                </a:lnTo>
                <a:lnTo>
                  <a:pt x="1291895" y="183985"/>
                </a:lnTo>
                <a:lnTo>
                  <a:pt x="1316736" y="183985"/>
                </a:lnTo>
                <a:lnTo>
                  <a:pt x="1341587" y="183985"/>
                </a:lnTo>
                <a:lnTo>
                  <a:pt x="1366428" y="183985"/>
                </a:lnTo>
                <a:lnTo>
                  <a:pt x="1391269" y="183985"/>
                </a:lnTo>
                <a:lnTo>
                  <a:pt x="1416110" y="183985"/>
                </a:lnTo>
                <a:lnTo>
                  <a:pt x="1440961" y="183985"/>
                </a:lnTo>
                <a:lnTo>
                  <a:pt x="1465802" y="183985"/>
                </a:lnTo>
                <a:lnTo>
                  <a:pt x="1490643" y="183985"/>
                </a:lnTo>
                <a:lnTo>
                  <a:pt x="1515494" y="183985"/>
                </a:lnTo>
                <a:lnTo>
                  <a:pt x="1540335" y="183985"/>
                </a:lnTo>
                <a:lnTo>
                  <a:pt x="1565177" y="183985"/>
                </a:lnTo>
                <a:lnTo>
                  <a:pt x="1590027" y="183985"/>
                </a:lnTo>
                <a:lnTo>
                  <a:pt x="1614869" y="183985"/>
                </a:lnTo>
                <a:lnTo>
                  <a:pt x="1639710" y="183985"/>
                </a:lnTo>
                <a:lnTo>
                  <a:pt x="1664551" y="183985"/>
                </a:lnTo>
                <a:lnTo>
                  <a:pt x="1689402" y="183985"/>
                </a:lnTo>
                <a:lnTo>
                  <a:pt x="1714243" y="183985"/>
                </a:lnTo>
                <a:lnTo>
                  <a:pt x="1739084" y="183985"/>
                </a:lnTo>
                <a:lnTo>
                  <a:pt x="1763935" y="183985"/>
                </a:lnTo>
                <a:lnTo>
                  <a:pt x="1788776" y="183985"/>
                </a:lnTo>
                <a:lnTo>
                  <a:pt x="1813617" y="183985"/>
                </a:lnTo>
                <a:lnTo>
                  <a:pt x="1838468" y="183985"/>
                </a:lnTo>
                <a:lnTo>
                  <a:pt x="1863309" y="183985"/>
                </a:lnTo>
                <a:lnTo>
                  <a:pt x="1888150" y="183985"/>
                </a:lnTo>
                <a:lnTo>
                  <a:pt x="1913001" y="183985"/>
                </a:lnTo>
                <a:lnTo>
                  <a:pt x="1937842" y="183985"/>
                </a:lnTo>
                <a:lnTo>
                  <a:pt x="1962683" y="183985"/>
                </a:lnTo>
                <a:lnTo>
                  <a:pt x="1987525" y="183985"/>
                </a:lnTo>
                <a:lnTo>
                  <a:pt x="2012375" y="183985"/>
                </a:lnTo>
                <a:lnTo>
                  <a:pt x="2037217" y="183985"/>
                </a:lnTo>
                <a:lnTo>
                  <a:pt x="2062058" y="183985"/>
                </a:lnTo>
                <a:lnTo>
                  <a:pt x="2086908" y="183985"/>
                </a:lnTo>
                <a:lnTo>
                  <a:pt x="2111750" y="183985"/>
                </a:lnTo>
                <a:lnTo>
                  <a:pt x="2136591" y="183985"/>
                </a:lnTo>
                <a:lnTo>
                  <a:pt x="2161442" y="183985"/>
                </a:lnTo>
                <a:lnTo>
                  <a:pt x="2186283" y="183985"/>
                </a:lnTo>
                <a:lnTo>
                  <a:pt x="2211124" y="183985"/>
                </a:lnTo>
                <a:lnTo>
                  <a:pt x="2235975" y="183985"/>
                </a:lnTo>
                <a:lnTo>
                  <a:pt x="2260816" y="183985"/>
                </a:lnTo>
                <a:lnTo>
                  <a:pt x="2285657" y="183985"/>
                </a:lnTo>
                <a:lnTo>
                  <a:pt x="2310498" y="183985"/>
                </a:lnTo>
                <a:lnTo>
                  <a:pt x="2335349" y="183985"/>
                </a:lnTo>
                <a:lnTo>
                  <a:pt x="2360190" y="183985"/>
                </a:lnTo>
                <a:lnTo>
                  <a:pt x="2385031" y="183985"/>
                </a:lnTo>
                <a:lnTo>
                  <a:pt x="2409882" y="183985"/>
                </a:lnTo>
                <a:lnTo>
                  <a:pt x="2434723" y="183985"/>
                </a:lnTo>
                <a:lnTo>
                  <a:pt x="2459431" y="183242"/>
                </a:lnTo>
                <a:lnTo>
                  <a:pt x="2482720" y="174574"/>
                </a:lnTo>
                <a:lnTo>
                  <a:pt x="2505999" y="165916"/>
                </a:lnTo>
                <a:lnTo>
                  <a:pt x="2529288" y="157248"/>
                </a:lnTo>
                <a:lnTo>
                  <a:pt x="2552567" y="148580"/>
                </a:lnTo>
                <a:lnTo>
                  <a:pt x="2575855" y="139922"/>
                </a:lnTo>
                <a:lnTo>
                  <a:pt x="2599144" y="131255"/>
                </a:lnTo>
                <a:lnTo>
                  <a:pt x="2622423" y="122596"/>
                </a:lnTo>
                <a:lnTo>
                  <a:pt x="2645712" y="113929"/>
                </a:lnTo>
                <a:lnTo>
                  <a:pt x="2668991" y="105270"/>
                </a:lnTo>
                <a:lnTo>
                  <a:pt x="2692279" y="96603"/>
                </a:lnTo>
                <a:lnTo>
                  <a:pt x="2715558" y="87935"/>
                </a:lnTo>
                <a:lnTo>
                  <a:pt x="2738847" y="79277"/>
                </a:lnTo>
                <a:lnTo>
                  <a:pt x="2762136" y="70609"/>
                </a:lnTo>
                <a:lnTo>
                  <a:pt x="2785415" y="61951"/>
                </a:lnTo>
                <a:lnTo>
                  <a:pt x="2808703" y="53283"/>
                </a:lnTo>
                <a:lnTo>
                  <a:pt x="2831983" y="44615"/>
                </a:lnTo>
                <a:lnTo>
                  <a:pt x="2855271" y="35957"/>
                </a:lnTo>
                <a:lnTo>
                  <a:pt x="2878550" y="27289"/>
                </a:lnTo>
                <a:lnTo>
                  <a:pt x="2901839" y="18631"/>
                </a:lnTo>
                <a:lnTo>
                  <a:pt x="2925128" y="9963"/>
                </a:lnTo>
                <a:lnTo>
                  <a:pt x="2948407" y="1305"/>
                </a:lnTo>
                <a:lnTo>
                  <a:pt x="2930785" y="0"/>
                </a:lnTo>
                <a:lnTo>
                  <a:pt x="2905944" y="0"/>
                </a:lnTo>
                <a:lnTo>
                  <a:pt x="2881103" y="0"/>
                </a:lnTo>
                <a:lnTo>
                  <a:pt x="2856252" y="0"/>
                </a:lnTo>
                <a:lnTo>
                  <a:pt x="2831411" y="0"/>
                </a:lnTo>
                <a:lnTo>
                  <a:pt x="2806570" y="0"/>
                </a:lnTo>
                <a:lnTo>
                  <a:pt x="2781719" y="0"/>
                </a:lnTo>
                <a:lnTo>
                  <a:pt x="2756878" y="0"/>
                </a:lnTo>
                <a:lnTo>
                  <a:pt x="2732037" y="0"/>
                </a:lnTo>
                <a:lnTo>
                  <a:pt x="2707186" y="0"/>
                </a:lnTo>
                <a:lnTo>
                  <a:pt x="2682345" y="0"/>
                </a:lnTo>
                <a:lnTo>
                  <a:pt x="2657504" y="0"/>
                </a:lnTo>
                <a:lnTo>
                  <a:pt x="2632662" y="0"/>
                </a:lnTo>
                <a:lnTo>
                  <a:pt x="2607812" y="0"/>
                </a:lnTo>
                <a:lnTo>
                  <a:pt x="2582970" y="0"/>
                </a:lnTo>
                <a:lnTo>
                  <a:pt x="2558129" y="0"/>
                </a:lnTo>
                <a:lnTo>
                  <a:pt x="2533279" y="0"/>
                </a:lnTo>
                <a:lnTo>
                  <a:pt x="2508437" y="0"/>
                </a:lnTo>
                <a:lnTo>
                  <a:pt x="2483596" y="0"/>
                </a:lnTo>
                <a:lnTo>
                  <a:pt x="2458745" y="0"/>
                </a:lnTo>
                <a:lnTo>
                  <a:pt x="2433904" y="0"/>
                </a:lnTo>
                <a:lnTo>
                  <a:pt x="2409063" y="0"/>
                </a:lnTo>
                <a:lnTo>
                  <a:pt x="2384212" y="0"/>
                </a:lnTo>
                <a:lnTo>
                  <a:pt x="2359371" y="0"/>
                </a:lnTo>
                <a:lnTo>
                  <a:pt x="2334530" y="0"/>
                </a:lnTo>
                <a:lnTo>
                  <a:pt x="2309679" y="0"/>
                </a:lnTo>
                <a:lnTo>
                  <a:pt x="2284838" y="0"/>
                </a:lnTo>
                <a:lnTo>
                  <a:pt x="2259997" y="0"/>
                </a:lnTo>
                <a:lnTo>
                  <a:pt x="2235156" y="0"/>
                </a:lnTo>
                <a:lnTo>
                  <a:pt x="2210305" y="0"/>
                </a:lnTo>
                <a:lnTo>
                  <a:pt x="2185464" y="0"/>
                </a:lnTo>
                <a:lnTo>
                  <a:pt x="2160622" y="0"/>
                </a:lnTo>
                <a:lnTo>
                  <a:pt x="2135772" y="0"/>
                </a:lnTo>
                <a:lnTo>
                  <a:pt x="2110931" y="0"/>
                </a:lnTo>
                <a:lnTo>
                  <a:pt x="2086089" y="0"/>
                </a:lnTo>
                <a:lnTo>
                  <a:pt x="2061239" y="0"/>
                </a:lnTo>
                <a:lnTo>
                  <a:pt x="2036397" y="0"/>
                </a:lnTo>
                <a:lnTo>
                  <a:pt x="2011556" y="0"/>
                </a:lnTo>
                <a:lnTo>
                  <a:pt x="1986715" y="0"/>
                </a:lnTo>
                <a:lnTo>
                  <a:pt x="1961864" y="0"/>
                </a:lnTo>
                <a:lnTo>
                  <a:pt x="1937023" y="0"/>
                </a:lnTo>
                <a:lnTo>
                  <a:pt x="1912182" y="0"/>
                </a:lnTo>
                <a:lnTo>
                  <a:pt x="1887331" y="0"/>
                </a:lnTo>
                <a:lnTo>
                  <a:pt x="1862490" y="0"/>
                </a:lnTo>
                <a:lnTo>
                  <a:pt x="1837649" y="0"/>
                </a:lnTo>
                <a:lnTo>
                  <a:pt x="1812798" y="0"/>
                </a:lnTo>
                <a:lnTo>
                  <a:pt x="1787957" y="0"/>
                </a:lnTo>
                <a:lnTo>
                  <a:pt x="1763116" y="0"/>
                </a:lnTo>
                <a:lnTo>
                  <a:pt x="1738265" y="0"/>
                </a:lnTo>
                <a:lnTo>
                  <a:pt x="1713424" y="0"/>
                </a:lnTo>
                <a:lnTo>
                  <a:pt x="1688582" y="0"/>
                </a:lnTo>
                <a:lnTo>
                  <a:pt x="1663741" y="0"/>
                </a:lnTo>
                <a:lnTo>
                  <a:pt x="1638891" y="0"/>
                </a:lnTo>
                <a:lnTo>
                  <a:pt x="1614049" y="0"/>
                </a:lnTo>
                <a:lnTo>
                  <a:pt x="1589208" y="0"/>
                </a:lnTo>
                <a:lnTo>
                  <a:pt x="1564357" y="0"/>
                </a:lnTo>
                <a:lnTo>
                  <a:pt x="1539516" y="0"/>
                </a:lnTo>
                <a:lnTo>
                  <a:pt x="1514675" y="0"/>
                </a:lnTo>
                <a:lnTo>
                  <a:pt x="1489824" y="0"/>
                </a:lnTo>
                <a:lnTo>
                  <a:pt x="1464983" y="0"/>
                </a:lnTo>
                <a:lnTo>
                  <a:pt x="1440142" y="0"/>
                </a:lnTo>
                <a:lnTo>
                  <a:pt x="1415291" y="0"/>
                </a:lnTo>
                <a:lnTo>
                  <a:pt x="1390450" y="0"/>
                </a:lnTo>
                <a:lnTo>
                  <a:pt x="1365609" y="0"/>
                </a:lnTo>
                <a:lnTo>
                  <a:pt x="1340768" y="0"/>
                </a:lnTo>
                <a:lnTo>
                  <a:pt x="1315917" y="0"/>
                </a:lnTo>
                <a:lnTo>
                  <a:pt x="1291076" y="0"/>
                </a:lnTo>
                <a:lnTo>
                  <a:pt x="1266234" y="0"/>
                </a:lnTo>
                <a:lnTo>
                  <a:pt x="1241384" y="0"/>
                </a:lnTo>
                <a:lnTo>
                  <a:pt x="1216543" y="0"/>
                </a:lnTo>
                <a:lnTo>
                  <a:pt x="1191701" y="0"/>
                </a:lnTo>
                <a:lnTo>
                  <a:pt x="1166851" y="0"/>
                </a:lnTo>
                <a:lnTo>
                  <a:pt x="1142009" y="0"/>
                </a:lnTo>
                <a:lnTo>
                  <a:pt x="1117168" y="0"/>
                </a:lnTo>
                <a:lnTo>
                  <a:pt x="1092327" y="0"/>
                </a:lnTo>
                <a:lnTo>
                  <a:pt x="1067476" y="0"/>
                </a:lnTo>
                <a:lnTo>
                  <a:pt x="1042635" y="0"/>
                </a:lnTo>
                <a:lnTo>
                  <a:pt x="1017794" y="0"/>
                </a:lnTo>
                <a:lnTo>
                  <a:pt x="992943" y="0"/>
                </a:lnTo>
                <a:lnTo>
                  <a:pt x="968102" y="0"/>
                </a:lnTo>
                <a:lnTo>
                  <a:pt x="943261" y="0"/>
                </a:lnTo>
                <a:lnTo>
                  <a:pt x="918410" y="0"/>
                </a:lnTo>
                <a:lnTo>
                  <a:pt x="893569" y="0"/>
                </a:lnTo>
                <a:lnTo>
                  <a:pt x="868728" y="0"/>
                </a:lnTo>
                <a:lnTo>
                  <a:pt x="843877" y="0"/>
                </a:lnTo>
                <a:lnTo>
                  <a:pt x="819036" y="0"/>
                </a:lnTo>
                <a:lnTo>
                  <a:pt x="794195" y="0"/>
                </a:lnTo>
                <a:lnTo>
                  <a:pt x="769353" y="0"/>
                </a:lnTo>
                <a:lnTo>
                  <a:pt x="744503" y="0"/>
                </a:lnTo>
                <a:lnTo>
                  <a:pt x="719661" y="0"/>
                </a:lnTo>
                <a:lnTo>
                  <a:pt x="694820" y="0"/>
                </a:lnTo>
                <a:lnTo>
                  <a:pt x="669969" y="0"/>
                </a:lnTo>
                <a:lnTo>
                  <a:pt x="645185" y="429"/>
                </a:lnTo>
                <a:lnTo>
                  <a:pt x="621287" y="7229"/>
                </a:lnTo>
                <a:lnTo>
                  <a:pt x="597398" y="14021"/>
                </a:lnTo>
                <a:lnTo>
                  <a:pt x="573500" y="20822"/>
                </a:lnTo>
                <a:lnTo>
                  <a:pt x="549602" y="27623"/>
                </a:lnTo>
                <a:lnTo>
                  <a:pt x="525713" y="34423"/>
                </a:lnTo>
                <a:lnTo>
                  <a:pt x="501815" y="41215"/>
                </a:lnTo>
                <a:lnTo>
                  <a:pt x="477917" y="48016"/>
                </a:lnTo>
                <a:lnTo>
                  <a:pt x="454019" y="54816"/>
                </a:lnTo>
                <a:lnTo>
                  <a:pt x="430130" y="61617"/>
                </a:lnTo>
                <a:lnTo>
                  <a:pt x="406232" y="68409"/>
                </a:lnTo>
                <a:lnTo>
                  <a:pt x="382334" y="75209"/>
                </a:lnTo>
                <a:lnTo>
                  <a:pt x="358435" y="82010"/>
                </a:lnTo>
                <a:lnTo>
                  <a:pt x="334547" y="88811"/>
                </a:lnTo>
                <a:lnTo>
                  <a:pt x="310648" y="95602"/>
                </a:lnTo>
                <a:lnTo>
                  <a:pt x="286750" y="102403"/>
                </a:lnTo>
                <a:lnTo>
                  <a:pt x="262852" y="109204"/>
                </a:lnTo>
                <a:lnTo>
                  <a:pt x="238963" y="116005"/>
                </a:lnTo>
                <a:lnTo>
                  <a:pt x="215065" y="122796"/>
                </a:lnTo>
                <a:lnTo>
                  <a:pt x="191167" y="129597"/>
                </a:lnTo>
                <a:lnTo>
                  <a:pt x="167269" y="136398"/>
                </a:lnTo>
                <a:lnTo>
                  <a:pt x="143380" y="143199"/>
                </a:lnTo>
                <a:lnTo>
                  <a:pt x="119482" y="149990"/>
                </a:lnTo>
                <a:lnTo>
                  <a:pt x="95583" y="156791"/>
                </a:lnTo>
                <a:lnTo>
                  <a:pt x="71685" y="163592"/>
                </a:lnTo>
                <a:lnTo>
                  <a:pt x="47796" y="170383"/>
                </a:lnTo>
                <a:lnTo>
                  <a:pt x="23898" y="177184"/>
                </a:lnTo>
                <a:lnTo>
                  <a:pt x="0" y="183985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8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FDB417DB-E394-4090-9273-0592F0D8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7204" y="4813297"/>
            <a:ext cx="2701185" cy="183985"/>
          </a:xfrm>
          <a:custGeom xmlns:a="http://schemas.openxmlformats.org/drawingml/2006/main">
            <a:pathLst>
              <a:path w="2701185" h="183985">
                <a:moveTo>
                  <a:pt x="0" y="183985"/>
                </a:moveTo>
                <a:lnTo>
                  <a:pt x="18983" y="183985"/>
                </a:lnTo>
                <a:lnTo>
                  <a:pt x="37967" y="183985"/>
                </a:lnTo>
                <a:lnTo>
                  <a:pt x="56950" y="183985"/>
                </a:lnTo>
                <a:lnTo>
                  <a:pt x="75943" y="183985"/>
                </a:lnTo>
                <a:lnTo>
                  <a:pt x="94926" y="183985"/>
                </a:lnTo>
                <a:lnTo>
                  <a:pt x="113909" y="183985"/>
                </a:lnTo>
                <a:lnTo>
                  <a:pt x="132893" y="183985"/>
                </a:lnTo>
                <a:lnTo>
                  <a:pt x="151876" y="183985"/>
                </a:lnTo>
                <a:lnTo>
                  <a:pt x="170859" y="183985"/>
                </a:lnTo>
                <a:lnTo>
                  <a:pt x="189852" y="183985"/>
                </a:lnTo>
                <a:lnTo>
                  <a:pt x="208836" y="183985"/>
                </a:lnTo>
                <a:lnTo>
                  <a:pt x="227819" y="183985"/>
                </a:lnTo>
                <a:lnTo>
                  <a:pt x="246802" y="183985"/>
                </a:lnTo>
                <a:lnTo>
                  <a:pt x="265786" y="183985"/>
                </a:lnTo>
                <a:lnTo>
                  <a:pt x="284769" y="183985"/>
                </a:lnTo>
                <a:lnTo>
                  <a:pt x="303762" y="183985"/>
                </a:lnTo>
                <a:lnTo>
                  <a:pt x="322745" y="183985"/>
                </a:lnTo>
                <a:lnTo>
                  <a:pt x="341728" y="183985"/>
                </a:lnTo>
                <a:lnTo>
                  <a:pt x="360712" y="183985"/>
                </a:lnTo>
                <a:lnTo>
                  <a:pt x="379695" y="183985"/>
                </a:lnTo>
                <a:lnTo>
                  <a:pt x="398678" y="183985"/>
                </a:lnTo>
                <a:lnTo>
                  <a:pt x="417662" y="183985"/>
                </a:lnTo>
                <a:lnTo>
                  <a:pt x="436655" y="183985"/>
                </a:lnTo>
                <a:lnTo>
                  <a:pt x="455638" y="183985"/>
                </a:lnTo>
                <a:lnTo>
                  <a:pt x="474621" y="183985"/>
                </a:lnTo>
                <a:lnTo>
                  <a:pt x="493605" y="183985"/>
                </a:lnTo>
                <a:lnTo>
                  <a:pt x="512588" y="183985"/>
                </a:lnTo>
                <a:lnTo>
                  <a:pt x="531571" y="183985"/>
                </a:lnTo>
                <a:lnTo>
                  <a:pt x="550564" y="183985"/>
                </a:lnTo>
                <a:lnTo>
                  <a:pt x="569547" y="183985"/>
                </a:lnTo>
                <a:lnTo>
                  <a:pt x="588531" y="183985"/>
                </a:lnTo>
                <a:lnTo>
                  <a:pt x="607514" y="183985"/>
                </a:lnTo>
                <a:lnTo>
                  <a:pt x="626497" y="183985"/>
                </a:lnTo>
                <a:lnTo>
                  <a:pt x="645481" y="183985"/>
                </a:lnTo>
                <a:lnTo>
                  <a:pt x="664464" y="183985"/>
                </a:lnTo>
                <a:lnTo>
                  <a:pt x="683457" y="183985"/>
                </a:lnTo>
                <a:lnTo>
                  <a:pt x="702440" y="183985"/>
                </a:lnTo>
                <a:lnTo>
                  <a:pt x="721424" y="183985"/>
                </a:lnTo>
                <a:lnTo>
                  <a:pt x="740407" y="183985"/>
                </a:lnTo>
                <a:lnTo>
                  <a:pt x="759390" y="183985"/>
                </a:lnTo>
                <a:lnTo>
                  <a:pt x="778373" y="183985"/>
                </a:lnTo>
                <a:lnTo>
                  <a:pt x="797366" y="183985"/>
                </a:lnTo>
                <a:lnTo>
                  <a:pt x="816350" y="183985"/>
                </a:lnTo>
                <a:lnTo>
                  <a:pt x="835333" y="183985"/>
                </a:lnTo>
                <a:lnTo>
                  <a:pt x="854316" y="183985"/>
                </a:lnTo>
                <a:lnTo>
                  <a:pt x="873300" y="183985"/>
                </a:lnTo>
                <a:lnTo>
                  <a:pt x="892283" y="183985"/>
                </a:lnTo>
                <a:lnTo>
                  <a:pt x="911266" y="183985"/>
                </a:lnTo>
                <a:lnTo>
                  <a:pt x="930259" y="183985"/>
                </a:lnTo>
                <a:lnTo>
                  <a:pt x="949242" y="183985"/>
                </a:lnTo>
                <a:lnTo>
                  <a:pt x="968226" y="183985"/>
                </a:lnTo>
                <a:lnTo>
                  <a:pt x="987209" y="183985"/>
                </a:lnTo>
                <a:lnTo>
                  <a:pt x="1006192" y="183985"/>
                </a:lnTo>
                <a:lnTo>
                  <a:pt x="1025176" y="183985"/>
                </a:lnTo>
                <a:lnTo>
                  <a:pt x="1044169" y="183985"/>
                </a:lnTo>
                <a:lnTo>
                  <a:pt x="1063152" y="183985"/>
                </a:lnTo>
                <a:lnTo>
                  <a:pt x="1082135" y="183985"/>
                </a:lnTo>
                <a:lnTo>
                  <a:pt x="1101119" y="183985"/>
                </a:lnTo>
                <a:lnTo>
                  <a:pt x="1120102" y="183985"/>
                </a:lnTo>
                <a:lnTo>
                  <a:pt x="1139085" y="183985"/>
                </a:lnTo>
                <a:lnTo>
                  <a:pt x="1158069" y="183985"/>
                </a:lnTo>
                <a:lnTo>
                  <a:pt x="1177061" y="183985"/>
                </a:lnTo>
                <a:lnTo>
                  <a:pt x="1196045" y="183985"/>
                </a:lnTo>
                <a:lnTo>
                  <a:pt x="1215028" y="183985"/>
                </a:lnTo>
                <a:lnTo>
                  <a:pt x="1234011" y="183985"/>
                </a:lnTo>
                <a:lnTo>
                  <a:pt x="1252995" y="183985"/>
                </a:lnTo>
                <a:lnTo>
                  <a:pt x="1271978" y="183985"/>
                </a:lnTo>
                <a:lnTo>
                  <a:pt x="1290971" y="183985"/>
                </a:lnTo>
                <a:lnTo>
                  <a:pt x="1309954" y="183985"/>
                </a:lnTo>
                <a:lnTo>
                  <a:pt x="1328938" y="183985"/>
                </a:lnTo>
                <a:lnTo>
                  <a:pt x="1347921" y="183985"/>
                </a:lnTo>
                <a:lnTo>
                  <a:pt x="1366904" y="183985"/>
                </a:lnTo>
                <a:lnTo>
                  <a:pt x="1385888" y="183985"/>
                </a:lnTo>
                <a:lnTo>
                  <a:pt x="1404880" y="183985"/>
                </a:lnTo>
                <a:lnTo>
                  <a:pt x="1423864" y="183985"/>
                </a:lnTo>
                <a:lnTo>
                  <a:pt x="1442847" y="183985"/>
                </a:lnTo>
                <a:lnTo>
                  <a:pt x="1461830" y="183985"/>
                </a:lnTo>
                <a:lnTo>
                  <a:pt x="1480814" y="183985"/>
                </a:lnTo>
                <a:lnTo>
                  <a:pt x="1499797" y="183985"/>
                </a:lnTo>
                <a:lnTo>
                  <a:pt x="1518780" y="183985"/>
                </a:lnTo>
                <a:lnTo>
                  <a:pt x="1537773" y="183985"/>
                </a:lnTo>
                <a:lnTo>
                  <a:pt x="1556756" y="183985"/>
                </a:lnTo>
                <a:lnTo>
                  <a:pt x="1575740" y="183985"/>
                </a:lnTo>
                <a:lnTo>
                  <a:pt x="1594723" y="183985"/>
                </a:lnTo>
                <a:lnTo>
                  <a:pt x="1613706" y="183985"/>
                </a:lnTo>
                <a:lnTo>
                  <a:pt x="1632690" y="183985"/>
                </a:lnTo>
                <a:lnTo>
                  <a:pt x="1651683" y="183985"/>
                </a:lnTo>
                <a:lnTo>
                  <a:pt x="1670666" y="183985"/>
                </a:lnTo>
                <a:lnTo>
                  <a:pt x="1689649" y="183985"/>
                </a:lnTo>
                <a:lnTo>
                  <a:pt x="1708633" y="183985"/>
                </a:lnTo>
                <a:lnTo>
                  <a:pt x="1727616" y="183985"/>
                </a:lnTo>
                <a:lnTo>
                  <a:pt x="1746599" y="183985"/>
                </a:lnTo>
                <a:lnTo>
                  <a:pt x="1765583" y="183985"/>
                </a:lnTo>
                <a:lnTo>
                  <a:pt x="1784575" y="183985"/>
                </a:lnTo>
                <a:lnTo>
                  <a:pt x="1803559" y="183985"/>
                </a:lnTo>
                <a:lnTo>
                  <a:pt x="1822542" y="183985"/>
                </a:lnTo>
                <a:lnTo>
                  <a:pt x="1841525" y="183985"/>
                </a:lnTo>
                <a:lnTo>
                  <a:pt x="1860509" y="183985"/>
                </a:lnTo>
                <a:lnTo>
                  <a:pt x="1879492" y="183985"/>
                </a:lnTo>
                <a:lnTo>
                  <a:pt x="1898485" y="183985"/>
                </a:lnTo>
                <a:lnTo>
                  <a:pt x="1917468" y="183985"/>
                </a:lnTo>
                <a:lnTo>
                  <a:pt x="1936452" y="183985"/>
                </a:lnTo>
                <a:lnTo>
                  <a:pt x="1955435" y="183985"/>
                </a:lnTo>
                <a:lnTo>
                  <a:pt x="1974418" y="183985"/>
                </a:lnTo>
                <a:lnTo>
                  <a:pt x="1993402" y="183985"/>
                </a:lnTo>
                <a:lnTo>
                  <a:pt x="2012385" y="183985"/>
                </a:lnTo>
                <a:lnTo>
                  <a:pt x="2031378" y="183985"/>
                </a:lnTo>
                <a:lnTo>
                  <a:pt x="2050361" y="183985"/>
                </a:lnTo>
                <a:lnTo>
                  <a:pt x="2069344" y="183985"/>
                </a:lnTo>
                <a:lnTo>
                  <a:pt x="2088328" y="183985"/>
                </a:lnTo>
                <a:lnTo>
                  <a:pt x="2107311" y="183985"/>
                </a:lnTo>
                <a:lnTo>
                  <a:pt x="2126294" y="183985"/>
                </a:lnTo>
                <a:lnTo>
                  <a:pt x="2145287" y="183985"/>
                </a:lnTo>
                <a:lnTo>
                  <a:pt x="2164271" y="183985"/>
                </a:lnTo>
                <a:lnTo>
                  <a:pt x="2183254" y="183985"/>
                </a:lnTo>
                <a:lnTo>
                  <a:pt x="2202028" y="182785"/>
                </a:lnTo>
                <a:lnTo>
                  <a:pt x="2219849" y="176260"/>
                </a:lnTo>
                <a:lnTo>
                  <a:pt x="2237680" y="169726"/>
                </a:lnTo>
                <a:lnTo>
                  <a:pt x="2255510" y="163201"/>
                </a:lnTo>
                <a:lnTo>
                  <a:pt x="2273332" y="156677"/>
                </a:lnTo>
                <a:lnTo>
                  <a:pt x="2291163" y="150143"/>
                </a:lnTo>
                <a:lnTo>
                  <a:pt x="2308984" y="143618"/>
                </a:lnTo>
                <a:lnTo>
                  <a:pt x="2326815" y="137093"/>
                </a:lnTo>
                <a:lnTo>
                  <a:pt x="2344645" y="130559"/>
                </a:lnTo>
                <a:lnTo>
                  <a:pt x="2362467" y="124035"/>
                </a:lnTo>
                <a:lnTo>
                  <a:pt x="2380298" y="117510"/>
                </a:lnTo>
                <a:lnTo>
                  <a:pt x="2398119" y="110976"/>
                </a:lnTo>
                <a:lnTo>
                  <a:pt x="2415950" y="104451"/>
                </a:lnTo>
                <a:lnTo>
                  <a:pt x="2433780" y="97917"/>
                </a:lnTo>
                <a:lnTo>
                  <a:pt x="2451602" y="91392"/>
                </a:lnTo>
                <a:lnTo>
                  <a:pt x="2469432" y="84868"/>
                </a:lnTo>
                <a:lnTo>
                  <a:pt x="2487263" y="78334"/>
                </a:lnTo>
                <a:lnTo>
                  <a:pt x="2505085" y="71809"/>
                </a:lnTo>
                <a:lnTo>
                  <a:pt x="2522915" y="65284"/>
                </a:lnTo>
                <a:lnTo>
                  <a:pt x="2540737" y="58750"/>
                </a:lnTo>
                <a:lnTo>
                  <a:pt x="2558567" y="52226"/>
                </a:lnTo>
                <a:lnTo>
                  <a:pt x="2576398" y="45701"/>
                </a:lnTo>
                <a:lnTo>
                  <a:pt x="2594219" y="39167"/>
                </a:lnTo>
                <a:lnTo>
                  <a:pt x="2612050" y="32642"/>
                </a:lnTo>
                <a:lnTo>
                  <a:pt x="2629881" y="26108"/>
                </a:lnTo>
                <a:lnTo>
                  <a:pt x="2647702" y="19583"/>
                </a:lnTo>
                <a:lnTo>
                  <a:pt x="2665533" y="13059"/>
                </a:lnTo>
                <a:lnTo>
                  <a:pt x="2683354" y="6525"/>
                </a:lnTo>
                <a:lnTo>
                  <a:pt x="27011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8F32AA8F-86CB-4B0A-956A-6FFA46EC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5932" y="4813297"/>
            <a:ext cx="20624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0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A64F19AC-AE14-4D56-AFFF-12639F0E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726" y="3802580"/>
            <a:ext cx="342252" cy="654072"/>
          </a:xfrm>
          <a:custGeom xmlns:a="http://schemas.openxmlformats.org/drawingml/2006/main">
            <a:pathLst>
              <a:path w="342252" h="654072">
                <a:moveTo>
                  <a:pt x="0" y="654072"/>
                </a:moveTo>
                <a:lnTo>
                  <a:pt x="0" y="635098"/>
                </a:lnTo>
                <a:lnTo>
                  <a:pt x="0" y="616125"/>
                </a:lnTo>
                <a:lnTo>
                  <a:pt x="0" y="597151"/>
                </a:lnTo>
                <a:lnTo>
                  <a:pt x="0" y="578177"/>
                </a:lnTo>
                <a:lnTo>
                  <a:pt x="0" y="559203"/>
                </a:lnTo>
                <a:lnTo>
                  <a:pt x="0" y="540229"/>
                </a:lnTo>
                <a:lnTo>
                  <a:pt x="0" y="521256"/>
                </a:lnTo>
                <a:lnTo>
                  <a:pt x="0" y="502291"/>
                </a:lnTo>
                <a:lnTo>
                  <a:pt x="0" y="483318"/>
                </a:lnTo>
                <a:lnTo>
                  <a:pt x="0" y="464344"/>
                </a:lnTo>
                <a:lnTo>
                  <a:pt x="0" y="445370"/>
                </a:lnTo>
                <a:lnTo>
                  <a:pt x="0" y="426396"/>
                </a:lnTo>
                <a:lnTo>
                  <a:pt x="0" y="407422"/>
                </a:lnTo>
                <a:lnTo>
                  <a:pt x="0" y="388449"/>
                </a:lnTo>
                <a:lnTo>
                  <a:pt x="0" y="369475"/>
                </a:lnTo>
                <a:lnTo>
                  <a:pt x="0" y="350501"/>
                </a:lnTo>
                <a:lnTo>
                  <a:pt x="0" y="331527"/>
                </a:lnTo>
                <a:lnTo>
                  <a:pt x="0" y="312553"/>
                </a:lnTo>
                <a:lnTo>
                  <a:pt x="0" y="293589"/>
                </a:lnTo>
                <a:lnTo>
                  <a:pt x="0" y="274615"/>
                </a:lnTo>
                <a:lnTo>
                  <a:pt x="0" y="255641"/>
                </a:lnTo>
                <a:lnTo>
                  <a:pt x="0" y="236668"/>
                </a:lnTo>
                <a:lnTo>
                  <a:pt x="0" y="217694"/>
                </a:lnTo>
                <a:lnTo>
                  <a:pt x="0" y="198720"/>
                </a:lnTo>
                <a:lnTo>
                  <a:pt x="0" y="179746"/>
                </a:lnTo>
                <a:lnTo>
                  <a:pt x="0" y="160772"/>
                </a:lnTo>
                <a:lnTo>
                  <a:pt x="0" y="141799"/>
                </a:lnTo>
                <a:lnTo>
                  <a:pt x="0" y="122825"/>
                </a:lnTo>
                <a:lnTo>
                  <a:pt x="9058" y="110338"/>
                </a:lnTo>
                <a:lnTo>
                  <a:pt x="27013" y="104204"/>
                </a:lnTo>
                <a:lnTo>
                  <a:pt x="44977" y="98079"/>
                </a:lnTo>
                <a:lnTo>
                  <a:pt x="62932" y="91945"/>
                </a:lnTo>
                <a:lnTo>
                  <a:pt x="80886" y="85820"/>
                </a:lnTo>
                <a:lnTo>
                  <a:pt x="98841" y="79686"/>
                </a:lnTo>
                <a:lnTo>
                  <a:pt x="116796" y="73562"/>
                </a:lnTo>
                <a:lnTo>
                  <a:pt x="134750" y="67427"/>
                </a:lnTo>
                <a:lnTo>
                  <a:pt x="152705" y="61303"/>
                </a:lnTo>
                <a:lnTo>
                  <a:pt x="170659" y="55169"/>
                </a:lnTo>
                <a:lnTo>
                  <a:pt x="188614" y="49035"/>
                </a:lnTo>
                <a:lnTo>
                  <a:pt x="206569" y="42910"/>
                </a:lnTo>
                <a:lnTo>
                  <a:pt x="224523" y="36776"/>
                </a:lnTo>
                <a:lnTo>
                  <a:pt x="242478" y="30651"/>
                </a:lnTo>
                <a:lnTo>
                  <a:pt x="260442" y="24517"/>
                </a:lnTo>
                <a:lnTo>
                  <a:pt x="278397" y="18393"/>
                </a:lnTo>
                <a:lnTo>
                  <a:pt x="296351" y="12259"/>
                </a:lnTo>
                <a:lnTo>
                  <a:pt x="314306" y="6134"/>
                </a:lnTo>
                <a:lnTo>
                  <a:pt x="332261" y="0"/>
                </a:lnTo>
                <a:lnTo>
                  <a:pt x="342252" y="5001"/>
                </a:lnTo>
                <a:lnTo>
                  <a:pt x="342252" y="23974"/>
                </a:lnTo>
                <a:lnTo>
                  <a:pt x="342252" y="42948"/>
                </a:lnTo>
                <a:lnTo>
                  <a:pt x="342252" y="61922"/>
                </a:lnTo>
                <a:lnTo>
                  <a:pt x="342252" y="80896"/>
                </a:lnTo>
                <a:lnTo>
                  <a:pt x="342252" y="99870"/>
                </a:lnTo>
                <a:lnTo>
                  <a:pt x="342252" y="118843"/>
                </a:lnTo>
                <a:lnTo>
                  <a:pt x="342252" y="137817"/>
                </a:lnTo>
                <a:lnTo>
                  <a:pt x="342252" y="156782"/>
                </a:lnTo>
                <a:lnTo>
                  <a:pt x="342252" y="175755"/>
                </a:lnTo>
                <a:lnTo>
                  <a:pt x="342252" y="194729"/>
                </a:lnTo>
                <a:lnTo>
                  <a:pt x="342252" y="213703"/>
                </a:lnTo>
                <a:lnTo>
                  <a:pt x="342252" y="232677"/>
                </a:lnTo>
                <a:lnTo>
                  <a:pt x="342252" y="251651"/>
                </a:lnTo>
                <a:lnTo>
                  <a:pt x="342252" y="270624"/>
                </a:lnTo>
                <a:lnTo>
                  <a:pt x="342252" y="289598"/>
                </a:lnTo>
                <a:lnTo>
                  <a:pt x="342252" y="308572"/>
                </a:lnTo>
                <a:lnTo>
                  <a:pt x="342252" y="327546"/>
                </a:lnTo>
                <a:lnTo>
                  <a:pt x="342252" y="346510"/>
                </a:lnTo>
                <a:lnTo>
                  <a:pt x="342252" y="365484"/>
                </a:lnTo>
                <a:lnTo>
                  <a:pt x="342252" y="384458"/>
                </a:lnTo>
                <a:lnTo>
                  <a:pt x="342252" y="403431"/>
                </a:lnTo>
                <a:lnTo>
                  <a:pt x="342252" y="422405"/>
                </a:lnTo>
                <a:lnTo>
                  <a:pt x="342252" y="441379"/>
                </a:lnTo>
                <a:lnTo>
                  <a:pt x="342252" y="460353"/>
                </a:lnTo>
                <a:lnTo>
                  <a:pt x="342252" y="479327"/>
                </a:lnTo>
                <a:lnTo>
                  <a:pt x="342252" y="498300"/>
                </a:lnTo>
                <a:lnTo>
                  <a:pt x="330175" y="509378"/>
                </a:lnTo>
                <a:lnTo>
                  <a:pt x="312791" y="516988"/>
                </a:lnTo>
                <a:lnTo>
                  <a:pt x="295418" y="524608"/>
                </a:lnTo>
                <a:lnTo>
                  <a:pt x="278035" y="532219"/>
                </a:lnTo>
                <a:lnTo>
                  <a:pt x="260661" y="539839"/>
                </a:lnTo>
                <a:lnTo>
                  <a:pt x="243288" y="547449"/>
                </a:lnTo>
                <a:lnTo>
                  <a:pt x="225904" y="555069"/>
                </a:lnTo>
                <a:lnTo>
                  <a:pt x="208531" y="562680"/>
                </a:lnTo>
                <a:lnTo>
                  <a:pt x="191148" y="570300"/>
                </a:lnTo>
                <a:lnTo>
                  <a:pt x="173774" y="577920"/>
                </a:lnTo>
                <a:lnTo>
                  <a:pt x="156401" y="585530"/>
                </a:lnTo>
                <a:lnTo>
                  <a:pt x="139017" y="593150"/>
                </a:lnTo>
                <a:lnTo>
                  <a:pt x="121644" y="600761"/>
                </a:lnTo>
                <a:lnTo>
                  <a:pt x="104261" y="608381"/>
                </a:lnTo>
                <a:lnTo>
                  <a:pt x="86887" y="615991"/>
                </a:lnTo>
                <a:lnTo>
                  <a:pt x="69513" y="623611"/>
                </a:lnTo>
                <a:lnTo>
                  <a:pt x="52130" y="631222"/>
                </a:lnTo>
                <a:lnTo>
                  <a:pt x="34757" y="638842"/>
                </a:lnTo>
                <a:lnTo>
                  <a:pt x="17374" y="646452"/>
                </a:lnTo>
                <a:lnTo>
                  <a:pt x="0" y="654072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1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E10C429F-6934-4164-8151-585E5B04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295" y="4306662"/>
            <a:ext cx="2795483" cy="149990"/>
          </a:xfrm>
          <a:custGeom xmlns:a="http://schemas.openxmlformats.org/drawingml/2006/main">
            <a:pathLst>
              <a:path w="2795483" h="149990">
                <a:moveTo>
                  <a:pt x="0" y="149990"/>
                </a:moveTo>
                <a:lnTo>
                  <a:pt x="23555" y="149990"/>
                </a:lnTo>
                <a:lnTo>
                  <a:pt x="47111" y="149990"/>
                </a:lnTo>
                <a:lnTo>
                  <a:pt x="70666" y="149990"/>
                </a:lnTo>
                <a:lnTo>
                  <a:pt x="94221" y="149990"/>
                </a:lnTo>
                <a:lnTo>
                  <a:pt x="117777" y="149990"/>
                </a:lnTo>
                <a:lnTo>
                  <a:pt x="141322" y="149990"/>
                </a:lnTo>
                <a:lnTo>
                  <a:pt x="164878" y="149990"/>
                </a:lnTo>
                <a:lnTo>
                  <a:pt x="188433" y="149990"/>
                </a:lnTo>
                <a:lnTo>
                  <a:pt x="211988" y="149990"/>
                </a:lnTo>
                <a:lnTo>
                  <a:pt x="235544" y="149990"/>
                </a:lnTo>
                <a:lnTo>
                  <a:pt x="259099" y="149990"/>
                </a:lnTo>
                <a:lnTo>
                  <a:pt x="282654" y="149990"/>
                </a:lnTo>
                <a:lnTo>
                  <a:pt x="306210" y="149990"/>
                </a:lnTo>
                <a:lnTo>
                  <a:pt x="329765" y="149990"/>
                </a:lnTo>
                <a:lnTo>
                  <a:pt x="353311" y="149990"/>
                </a:lnTo>
                <a:lnTo>
                  <a:pt x="376866" y="149990"/>
                </a:lnTo>
                <a:lnTo>
                  <a:pt x="400421" y="149990"/>
                </a:lnTo>
                <a:lnTo>
                  <a:pt x="423977" y="149990"/>
                </a:lnTo>
                <a:lnTo>
                  <a:pt x="447532" y="149990"/>
                </a:lnTo>
                <a:lnTo>
                  <a:pt x="471087" y="149990"/>
                </a:lnTo>
                <a:lnTo>
                  <a:pt x="494643" y="149990"/>
                </a:lnTo>
                <a:lnTo>
                  <a:pt x="518198" y="149990"/>
                </a:lnTo>
                <a:lnTo>
                  <a:pt x="541753" y="149990"/>
                </a:lnTo>
                <a:lnTo>
                  <a:pt x="565299" y="149990"/>
                </a:lnTo>
                <a:lnTo>
                  <a:pt x="588855" y="149990"/>
                </a:lnTo>
                <a:lnTo>
                  <a:pt x="612410" y="149990"/>
                </a:lnTo>
                <a:lnTo>
                  <a:pt x="635965" y="149990"/>
                </a:lnTo>
                <a:lnTo>
                  <a:pt x="659521" y="149990"/>
                </a:lnTo>
                <a:lnTo>
                  <a:pt x="683076" y="149990"/>
                </a:lnTo>
                <a:lnTo>
                  <a:pt x="706631" y="149990"/>
                </a:lnTo>
                <a:lnTo>
                  <a:pt x="730187" y="149990"/>
                </a:lnTo>
                <a:lnTo>
                  <a:pt x="753742" y="149990"/>
                </a:lnTo>
                <a:lnTo>
                  <a:pt x="777297" y="149990"/>
                </a:lnTo>
                <a:lnTo>
                  <a:pt x="800843" y="149990"/>
                </a:lnTo>
                <a:lnTo>
                  <a:pt x="824398" y="149990"/>
                </a:lnTo>
                <a:lnTo>
                  <a:pt x="847954" y="149990"/>
                </a:lnTo>
                <a:lnTo>
                  <a:pt x="871509" y="149990"/>
                </a:lnTo>
                <a:lnTo>
                  <a:pt x="895064" y="149990"/>
                </a:lnTo>
                <a:lnTo>
                  <a:pt x="918620" y="149990"/>
                </a:lnTo>
                <a:lnTo>
                  <a:pt x="942175" y="149990"/>
                </a:lnTo>
                <a:lnTo>
                  <a:pt x="965730" y="149990"/>
                </a:lnTo>
                <a:lnTo>
                  <a:pt x="989286" y="149990"/>
                </a:lnTo>
                <a:lnTo>
                  <a:pt x="1012831" y="149990"/>
                </a:lnTo>
                <a:lnTo>
                  <a:pt x="1036387" y="149990"/>
                </a:lnTo>
                <a:lnTo>
                  <a:pt x="1059942" y="149990"/>
                </a:lnTo>
                <a:lnTo>
                  <a:pt x="1083497" y="149990"/>
                </a:lnTo>
                <a:lnTo>
                  <a:pt x="1107053" y="149990"/>
                </a:lnTo>
                <a:lnTo>
                  <a:pt x="1130608" y="149990"/>
                </a:lnTo>
                <a:lnTo>
                  <a:pt x="1154163" y="149990"/>
                </a:lnTo>
                <a:lnTo>
                  <a:pt x="1177719" y="149990"/>
                </a:lnTo>
                <a:lnTo>
                  <a:pt x="1201274" y="149990"/>
                </a:lnTo>
                <a:lnTo>
                  <a:pt x="1224829" y="149990"/>
                </a:lnTo>
                <a:lnTo>
                  <a:pt x="1248375" y="149990"/>
                </a:lnTo>
                <a:lnTo>
                  <a:pt x="1271930" y="149990"/>
                </a:lnTo>
                <a:lnTo>
                  <a:pt x="1295486" y="149990"/>
                </a:lnTo>
                <a:lnTo>
                  <a:pt x="1319041" y="149990"/>
                </a:lnTo>
                <a:lnTo>
                  <a:pt x="1342596" y="149990"/>
                </a:lnTo>
                <a:lnTo>
                  <a:pt x="1366152" y="149990"/>
                </a:lnTo>
                <a:lnTo>
                  <a:pt x="1389707" y="149990"/>
                </a:lnTo>
                <a:lnTo>
                  <a:pt x="1413262" y="149990"/>
                </a:lnTo>
                <a:lnTo>
                  <a:pt x="1436818" y="149990"/>
                </a:lnTo>
                <a:lnTo>
                  <a:pt x="1460363" y="149990"/>
                </a:lnTo>
                <a:lnTo>
                  <a:pt x="1483919" y="149990"/>
                </a:lnTo>
                <a:lnTo>
                  <a:pt x="1507474" y="149990"/>
                </a:lnTo>
                <a:lnTo>
                  <a:pt x="1531029" y="149990"/>
                </a:lnTo>
                <a:lnTo>
                  <a:pt x="1554585" y="149990"/>
                </a:lnTo>
                <a:lnTo>
                  <a:pt x="1578140" y="149990"/>
                </a:lnTo>
                <a:lnTo>
                  <a:pt x="1601695" y="149990"/>
                </a:lnTo>
                <a:lnTo>
                  <a:pt x="1625251" y="149990"/>
                </a:lnTo>
                <a:lnTo>
                  <a:pt x="1648806" y="149990"/>
                </a:lnTo>
                <a:lnTo>
                  <a:pt x="1672361" y="149990"/>
                </a:lnTo>
                <a:lnTo>
                  <a:pt x="1695907" y="149990"/>
                </a:lnTo>
                <a:lnTo>
                  <a:pt x="1719463" y="149990"/>
                </a:lnTo>
                <a:lnTo>
                  <a:pt x="1743018" y="149990"/>
                </a:lnTo>
                <a:lnTo>
                  <a:pt x="1766573" y="149990"/>
                </a:lnTo>
                <a:lnTo>
                  <a:pt x="1790129" y="149990"/>
                </a:lnTo>
                <a:lnTo>
                  <a:pt x="1813684" y="149990"/>
                </a:lnTo>
                <a:lnTo>
                  <a:pt x="1837239" y="149990"/>
                </a:lnTo>
                <a:lnTo>
                  <a:pt x="1860794" y="149990"/>
                </a:lnTo>
                <a:lnTo>
                  <a:pt x="1884350" y="149990"/>
                </a:lnTo>
                <a:lnTo>
                  <a:pt x="1907905" y="149990"/>
                </a:lnTo>
                <a:lnTo>
                  <a:pt x="1931451" y="149990"/>
                </a:lnTo>
                <a:lnTo>
                  <a:pt x="1955006" y="149990"/>
                </a:lnTo>
                <a:lnTo>
                  <a:pt x="1978562" y="149990"/>
                </a:lnTo>
                <a:lnTo>
                  <a:pt x="2002117" y="149990"/>
                </a:lnTo>
                <a:lnTo>
                  <a:pt x="2025672" y="149990"/>
                </a:lnTo>
                <a:lnTo>
                  <a:pt x="2049228" y="149990"/>
                </a:lnTo>
                <a:lnTo>
                  <a:pt x="2072783" y="149990"/>
                </a:lnTo>
                <a:lnTo>
                  <a:pt x="2096338" y="149990"/>
                </a:lnTo>
                <a:lnTo>
                  <a:pt x="2119894" y="149990"/>
                </a:lnTo>
                <a:lnTo>
                  <a:pt x="2143439" y="149990"/>
                </a:lnTo>
                <a:lnTo>
                  <a:pt x="2166995" y="149990"/>
                </a:lnTo>
                <a:lnTo>
                  <a:pt x="2190550" y="149990"/>
                </a:lnTo>
                <a:lnTo>
                  <a:pt x="2214105" y="149990"/>
                </a:lnTo>
                <a:lnTo>
                  <a:pt x="2237661" y="149990"/>
                </a:lnTo>
                <a:lnTo>
                  <a:pt x="2261216" y="149990"/>
                </a:lnTo>
                <a:lnTo>
                  <a:pt x="2284771" y="149990"/>
                </a:lnTo>
                <a:lnTo>
                  <a:pt x="2308327" y="149990"/>
                </a:lnTo>
                <a:lnTo>
                  <a:pt x="2331882" y="149990"/>
                </a:lnTo>
                <a:lnTo>
                  <a:pt x="2355428" y="149990"/>
                </a:lnTo>
                <a:lnTo>
                  <a:pt x="2378983" y="149990"/>
                </a:lnTo>
                <a:lnTo>
                  <a:pt x="2402538" y="149990"/>
                </a:lnTo>
                <a:lnTo>
                  <a:pt x="2426094" y="149990"/>
                </a:lnTo>
                <a:lnTo>
                  <a:pt x="2449649" y="149990"/>
                </a:lnTo>
                <a:lnTo>
                  <a:pt x="2471880" y="143656"/>
                </a:lnTo>
                <a:lnTo>
                  <a:pt x="2493454" y="134207"/>
                </a:lnTo>
                <a:lnTo>
                  <a:pt x="2515029" y="124749"/>
                </a:lnTo>
                <a:lnTo>
                  <a:pt x="2536603" y="115300"/>
                </a:lnTo>
                <a:lnTo>
                  <a:pt x="2558167" y="105842"/>
                </a:lnTo>
                <a:lnTo>
                  <a:pt x="2579741" y="96383"/>
                </a:lnTo>
                <a:lnTo>
                  <a:pt x="2601316" y="86935"/>
                </a:lnTo>
                <a:lnTo>
                  <a:pt x="2622890" y="77476"/>
                </a:lnTo>
                <a:lnTo>
                  <a:pt x="2644464" y="68028"/>
                </a:lnTo>
                <a:lnTo>
                  <a:pt x="2666038" y="58569"/>
                </a:lnTo>
                <a:lnTo>
                  <a:pt x="2687612" y="49111"/>
                </a:lnTo>
                <a:lnTo>
                  <a:pt x="2709186" y="39662"/>
                </a:lnTo>
                <a:lnTo>
                  <a:pt x="2730760" y="30204"/>
                </a:lnTo>
                <a:lnTo>
                  <a:pt x="2752334" y="20755"/>
                </a:lnTo>
                <a:lnTo>
                  <a:pt x="2773909" y="11297"/>
                </a:lnTo>
                <a:lnTo>
                  <a:pt x="2795483" y="1838"/>
                </a:lnTo>
                <a:lnTo>
                  <a:pt x="2780719" y="0"/>
                </a:lnTo>
                <a:lnTo>
                  <a:pt x="2757164" y="0"/>
                </a:lnTo>
                <a:lnTo>
                  <a:pt x="2733608" y="0"/>
                </a:lnTo>
                <a:lnTo>
                  <a:pt x="2710053" y="0"/>
                </a:lnTo>
                <a:lnTo>
                  <a:pt x="2686498" y="0"/>
                </a:lnTo>
                <a:lnTo>
                  <a:pt x="2662942" y="0"/>
                </a:lnTo>
                <a:lnTo>
                  <a:pt x="2639387" y="0"/>
                </a:lnTo>
                <a:lnTo>
                  <a:pt x="2615832" y="0"/>
                </a:lnTo>
                <a:lnTo>
                  <a:pt x="2592286" y="0"/>
                </a:lnTo>
                <a:lnTo>
                  <a:pt x="2568731" y="0"/>
                </a:lnTo>
                <a:lnTo>
                  <a:pt x="2545175" y="0"/>
                </a:lnTo>
                <a:lnTo>
                  <a:pt x="2521620" y="0"/>
                </a:lnTo>
                <a:lnTo>
                  <a:pt x="2498065" y="0"/>
                </a:lnTo>
                <a:lnTo>
                  <a:pt x="2474509" y="0"/>
                </a:lnTo>
                <a:lnTo>
                  <a:pt x="2450954" y="0"/>
                </a:lnTo>
                <a:lnTo>
                  <a:pt x="2427399" y="0"/>
                </a:lnTo>
                <a:lnTo>
                  <a:pt x="2403843" y="0"/>
                </a:lnTo>
                <a:lnTo>
                  <a:pt x="2380298" y="0"/>
                </a:lnTo>
                <a:lnTo>
                  <a:pt x="2356742" y="0"/>
                </a:lnTo>
                <a:lnTo>
                  <a:pt x="2333187" y="0"/>
                </a:lnTo>
                <a:lnTo>
                  <a:pt x="2309632" y="0"/>
                </a:lnTo>
                <a:lnTo>
                  <a:pt x="2286076" y="0"/>
                </a:lnTo>
                <a:lnTo>
                  <a:pt x="2262521" y="0"/>
                </a:lnTo>
                <a:lnTo>
                  <a:pt x="2238966" y="0"/>
                </a:lnTo>
                <a:lnTo>
                  <a:pt x="2215410" y="0"/>
                </a:lnTo>
                <a:lnTo>
                  <a:pt x="2191855" y="0"/>
                </a:lnTo>
                <a:lnTo>
                  <a:pt x="2168300" y="0"/>
                </a:lnTo>
                <a:lnTo>
                  <a:pt x="2144754" y="0"/>
                </a:lnTo>
                <a:lnTo>
                  <a:pt x="2121198" y="0"/>
                </a:lnTo>
                <a:lnTo>
                  <a:pt x="2097643" y="0"/>
                </a:lnTo>
                <a:lnTo>
                  <a:pt x="2074088" y="0"/>
                </a:lnTo>
                <a:lnTo>
                  <a:pt x="2050532" y="0"/>
                </a:lnTo>
                <a:lnTo>
                  <a:pt x="2026977" y="0"/>
                </a:lnTo>
                <a:lnTo>
                  <a:pt x="2003422" y="0"/>
                </a:lnTo>
                <a:lnTo>
                  <a:pt x="1979867" y="0"/>
                </a:lnTo>
                <a:lnTo>
                  <a:pt x="1956311" y="0"/>
                </a:lnTo>
                <a:lnTo>
                  <a:pt x="1932765" y="0"/>
                </a:lnTo>
                <a:lnTo>
                  <a:pt x="1909210" y="0"/>
                </a:lnTo>
                <a:lnTo>
                  <a:pt x="1885655" y="0"/>
                </a:lnTo>
                <a:lnTo>
                  <a:pt x="1862099" y="0"/>
                </a:lnTo>
                <a:lnTo>
                  <a:pt x="1838544" y="0"/>
                </a:lnTo>
                <a:lnTo>
                  <a:pt x="1814989" y="0"/>
                </a:lnTo>
                <a:lnTo>
                  <a:pt x="1791433" y="0"/>
                </a:lnTo>
                <a:lnTo>
                  <a:pt x="1767878" y="0"/>
                </a:lnTo>
                <a:lnTo>
                  <a:pt x="1744323" y="0"/>
                </a:lnTo>
                <a:lnTo>
                  <a:pt x="1720767" y="0"/>
                </a:lnTo>
                <a:lnTo>
                  <a:pt x="1697222" y="0"/>
                </a:lnTo>
                <a:lnTo>
                  <a:pt x="1673666" y="0"/>
                </a:lnTo>
                <a:lnTo>
                  <a:pt x="1650111" y="0"/>
                </a:lnTo>
                <a:lnTo>
                  <a:pt x="1626556" y="0"/>
                </a:lnTo>
                <a:lnTo>
                  <a:pt x="1603000" y="0"/>
                </a:lnTo>
                <a:lnTo>
                  <a:pt x="1579445" y="0"/>
                </a:lnTo>
                <a:lnTo>
                  <a:pt x="1555890" y="0"/>
                </a:lnTo>
                <a:lnTo>
                  <a:pt x="1532334" y="0"/>
                </a:lnTo>
                <a:lnTo>
                  <a:pt x="1508779" y="0"/>
                </a:lnTo>
                <a:lnTo>
                  <a:pt x="1485233" y="0"/>
                </a:lnTo>
                <a:lnTo>
                  <a:pt x="1461678" y="0"/>
                </a:lnTo>
                <a:lnTo>
                  <a:pt x="1438123" y="0"/>
                </a:lnTo>
                <a:lnTo>
                  <a:pt x="1414567" y="0"/>
                </a:lnTo>
                <a:lnTo>
                  <a:pt x="1391012" y="0"/>
                </a:lnTo>
                <a:lnTo>
                  <a:pt x="1367457" y="0"/>
                </a:lnTo>
                <a:lnTo>
                  <a:pt x="1343901" y="0"/>
                </a:lnTo>
                <a:lnTo>
                  <a:pt x="1320346" y="0"/>
                </a:lnTo>
                <a:lnTo>
                  <a:pt x="1296791" y="0"/>
                </a:lnTo>
                <a:lnTo>
                  <a:pt x="1273235" y="0"/>
                </a:lnTo>
                <a:lnTo>
                  <a:pt x="1249690" y="0"/>
                </a:lnTo>
                <a:lnTo>
                  <a:pt x="1226134" y="0"/>
                </a:lnTo>
                <a:lnTo>
                  <a:pt x="1202579" y="0"/>
                </a:lnTo>
                <a:lnTo>
                  <a:pt x="1179024" y="0"/>
                </a:lnTo>
                <a:lnTo>
                  <a:pt x="1155468" y="0"/>
                </a:lnTo>
                <a:lnTo>
                  <a:pt x="1131913" y="0"/>
                </a:lnTo>
                <a:lnTo>
                  <a:pt x="1108358" y="0"/>
                </a:lnTo>
                <a:lnTo>
                  <a:pt x="1084802" y="0"/>
                </a:lnTo>
                <a:lnTo>
                  <a:pt x="1061247" y="0"/>
                </a:lnTo>
                <a:lnTo>
                  <a:pt x="1037701" y="0"/>
                </a:lnTo>
                <a:lnTo>
                  <a:pt x="1014146" y="0"/>
                </a:lnTo>
                <a:lnTo>
                  <a:pt x="990590" y="0"/>
                </a:lnTo>
                <a:lnTo>
                  <a:pt x="967035" y="0"/>
                </a:lnTo>
                <a:lnTo>
                  <a:pt x="943480" y="0"/>
                </a:lnTo>
                <a:lnTo>
                  <a:pt x="919925" y="0"/>
                </a:lnTo>
                <a:lnTo>
                  <a:pt x="896369" y="0"/>
                </a:lnTo>
                <a:lnTo>
                  <a:pt x="872814" y="0"/>
                </a:lnTo>
                <a:lnTo>
                  <a:pt x="849259" y="0"/>
                </a:lnTo>
                <a:lnTo>
                  <a:pt x="825703" y="0"/>
                </a:lnTo>
                <a:lnTo>
                  <a:pt x="802157" y="0"/>
                </a:lnTo>
                <a:lnTo>
                  <a:pt x="778602" y="0"/>
                </a:lnTo>
                <a:lnTo>
                  <a:pt x="755047" y="0"/>
                </a:lnTo>
                <a:lnTo>
                  <a:pt x="731491" y="0"/>
                </a:lnTo>
                <a:lnTo>
                  <a:pt x="707936" y="0"/>
                </a:lnTo>
                <a:lnTo>
                  <a:pt x="684381" y="0"/>
                </a:lnTo>
                <a:lnTo>
                  <a:pt x="660825" y="0"/>
                </a:lnTo>
                <a:lnTo>
                  <a:pt x="637270" y="0"/>
                </a:lnTo>
                <a:lnTo>
                  <a:pt x="613715" y="0"/>
                </a:lnTo>
                <a:lnTo>
                  <a:pt x="590169" y="0"/>
                </a:lnTo>
                <a:lnTo>
                  <a:pt x="566614" y="0"/>
                </a:lnTo>
                <a:lnTo>
                  <a:pt x="543058" y="0"/>
                </a:lnTo>
                <a:lnTo>
                  <a:pt x="519503" y="0"/>
                </a:lnTo>
                <a:lnTo>
                  <a:pt x="495948" y="0"/>
                </a:lnTo>
                <a:lnTo>
                  <a:pt x="473345" y="6410"/>
                </a:lnTo>
                <a:lnTo>
                  <a:pt x="450799" y="13249"/>
                </a:lnTo>
                <a:lnTo>
                  <a:pt x="428263" y="20079"/>
                </a:lnTo>
                <a:lnTo>
                  <a:pt x="405727" y="26918"/>
                </a:lnTo>
                <a:lnTo>
                  <a:pt x="383181" y="33757"/>
                </a:lnTo>
                <a:lnTo>
                  <a:pt x="360645" y="40596"/>
                </a:lnTo>
                <a:lnTo>
                  <a:pt x="338099" y="47435"/>
                </a:lnTo>
                <a:lnTo>
                  <a:pt x="315563" y="54273"/>
                </a:lnTo>
                <a:lnTo>
                  <a:pt x="293018" y="61103"/>
                </a:lnTo>
                <a:lnTo>
                  <a:pt x="270481" y="67942"/>
                </a:lnTo>
                <a:lnTo>
                  <a:pt x="247945" y="74781"/>
                </a:lnTo>
                <a:lnTo>
                  <a:pt x="225400" y="81620"/>
                </a:lnTo>
                <a:lnTo>
                  <a:pt x="202863" y="88459"/>
                </a:lnTo>
                <a:lnTo>
                  <a:pt x="180318" y="95288"/>
                </a:lnTo>
                <a:lnTo>
                  <a:pt x="157782" y="102127"/>
                </a:lnTo>
                <a:lnTo>
                  <a:pt x="135236" y="108966"/>
                </a:lnTo>
                <a:lnTo>
                  <a:pt x="112700" y="115805"/>
                </a:lnTo>
                <a:lnTo>
                  <a:pt x="90164" y="122644"/>
                </a:lnTo>
                <a:lnTo>
                  <a:pt x="67618" y="129483"/>
                </a:lnTo>
                <a:lnTo>
                  <a:pt x="45082" y="136312"/>
                </a:lnTo>
                <a:lnTo>
                  <a:pt x="22536" y="143151"/>
                </a:lnTo>
                <a:lnTo>
                  <a:pt x="0" y="149990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2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617BE75E-40B2-42C1-B97A-387FDCA8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4635" y="4306662"/>
            <a:ext cx="2548957" cy="149990"/>
          </a:xfrm>
          <a:custGeom xmlns:a="http://schemas.openxmlformats.org/drawingml/2006/main">
            <a:pathLst>
              <a:path w="2548957" h="149990">
                <a:moveTo>
                  <a:pt x="0" y="149990"/>
                </a:moveTo>
                <a:lnTo>
                  <a:pt x="18964" y="149990"/>
                </a:lnTo>
                <a:lnTo>
                  <a:pt x="37938" y="149990"/>
                </a:lnTo>
                <a:lnTo>
                  <a:pt x="56902" y="149990"/>
                </a:lnTo>
                <a:lnTo>
                  <a:pt x="75876" y="149990"/>
                </a:lnTo>
                <a:lnTo>
                  <a:pt x="94840" y="149990"/>
                </a:lnTo>
                <a:lnTo>
                  <a:pt x="113814" y="149990"/>
                </a:lnTo>
                <a:lnTo>
                  <a:pt x="132779" y="149990"/>
                </a:lnTo>
                <a:lnTo>
                  <a:pt x="151752" y="149990"/>
                </a:lnTo>
                <a:lnTo>
                  <a:pt x="170717" y="149990"/>
                </a:lnTo>
                <a:lnTo>
                  <a:pt x="189681" y="149990"/>
                </a:lnTo>
                <a:lnTo>
                  <a:pt x="208655" y="149990"/>
                </a:lnTo>
                <a:lnTo>
                  <a:pt x="227619" y="149990"/>
                </a:lnTo>
                <a:lnTo>
                  <a:pt x="246593" y="149990"/>
                </a:lnTo>
                <a:lnTo>
                  <a:pt x="265557" y="149990"/>
                </a:lnTo>
                <a:lnTo>
                  <a:pt x="284531" y="149990"/>
                </a:lnTo>
                <a:lnTo>
                  <a:pt x="303495" y="149990"/>
                </a:lnTo>
                <a:lnTo>
                  <a:pt x="322469" y="149990"/>
                </a:lnTo>
                <a:lnTo>
                  <a:pt x="341433" y="149990"/>
                </a:lnTo>
                <a:lnTo>
                  <a:pt x="360407" y="149990"/>
                </a:lnTo>
                <a:lnTo>
                  <a:pt x="379371" y="149990"/>
                </a:lnTo>
                <a:lnTo>
                  <a:pt x="398336" y="149990"/>
                </a:lnTo>
                <a:lnTo>
                  <a:pt x="417309" y="149990"/>
                </a:lnTo>
                <a:lnTo>
                  <a:pt x="436274" y="149990"/>
                </a:lnTo>
                <a:lnTo>
                  <a:pt x="455247" y="149990"/>
                </a:lnTo>
                <a:lnTo>
                  <a:pt x="474212" y="149990"/>
                </a:lnTo>
                <a:lnTo>
                  <a:pt x="493185" y="149990"/>
                </a:lnTo>
                <a:lnTo>
                  <a:pt x="512150" y="149990"/>
                </a:lnTo>
                <a:lnTo>
                  <a:pt x="531124" y="149990"/>
                </a:lnTo>
                <a:lnTo>
                  <a:pt x="550088" y="149990"/>
                </a:lnTo>
                <a:lnTo>
                  <a:pt x="569062" y="149990"/>
                </a:lnTo>
                <a:lnTo>
                  <a:pt x="588026" y="149990"/>
                </a:lnTo>
                <a:lnTo>
                  <a:pt x="606990" y="149990"/>
                </a:lnTo>
                <a:lnTo>
                  <a:pt x="625964" y="149990"/>
                </a:lnTo>
                <a:lnTo>
                  <a:pt x="644928" y="149990"/>
                </a:lnTo>
                <a:lnTo>
                  <a:pt x="663902" y="149990"/>
                </a:lnTo>
                <a:lnTo>
                  <a:pt x="682866" y="149990"/>
                </a:lnTo>
                <a:lnTo>
                  <a:pt x="701840" y="149990"/>
                </a:lnTo>
                <a:lnTo>
                  <a:pt x="720804" y="149990"/>
                </a:lnTo>
                <a:lnTo>
                  <a:pt x="739778" y="149990"/>
                </a:lnTo>
                <a:lnTo>
                  <a:pt x="758742" y="149990"/>
                </a:lnTo>
                <a:lnTo>
                  <a:pt x="777707" y="149990"/>
                </a:lnTo>
                <a:lnTo>
                  <a:pt x="796681" y="149990"/>
                </a:lnTo>
                <a:lnTo>
                  <a:pt x="815645" y="149990"/>
                </a:lnTo>
                <a:lnTo>
                  <a:pt x="834619" y="149990"/>
                </a:lnTo>
                <a:lnTo>
                  <a:pt x="853583" y="149990"/>
                </a:lnTo>
                <a:lnTo>
                  <a:pt x="872557" y="149990"/>
                </a:lnTo>
                <a:lnTo>
                  <a:pt x="891521" y="149990"/>
                </a:lnTo>
                <a:lnTo>
                  <a:pt x="910495" y="149990"/>
                </a:lnTo>
                <a:lnTo>
                  <a:pt x="929459" y="149990"/>
                </a:lnTo>
                <a:lnTo>
                  <a:pt x="948433" y="149990"/>
                </a:lnTo>
                <a:lnTo>
                  <a:pt x="967397" y="149990"/>
                </a:lnTo>
                <a:lnTo>
                  <a:pt x="986361" y="149990"/>
                </a:lnTo>
                <a:lnTo>
                  <a:pt x="1005335" y="149990"/>
                </a:lnTo>
                <a:lnTo>
                  <a:pt x="1024299" y="149990"/>
                </a:lnTo>
                <a:lnTo>
                  <a:pt x="1043273" y="149990"/>
                </a:lnTo>
                <a:lnTo>
                  <a:pt x="1062238" y="149990"/>
                </a:lnTo>
                <a:lnTo>
                  <a:pt x="1081211" y="149990"/>
                </a:lnTo>
                <a:lnTo>
                  <a:pt x="1100176" y="149990"/>
                </a:lnTo>
                <a:lnTo>
                  <a:pt x="1119149" y="149990"/>
                </a:lnTo>
                <a:lnTo>
                  <a:pt x="1138114" y="149990"/>
                </a:lnTo>
                <a:lnTo>
                  <a:pt x="1157078" y="149990"/>
                </a:lnTo>
                <a:lnTo>
                  <a:pt x="1176052" y="149990"/>
                </a:lnTo>
                <a:lnTo>
                  <a:pt x="1195016" y="149990"/>
                </a:lnTo>
                <a:lnTo>
                  <a:pt x="1213990" y="149990"/>
                </a:lnTo>
                <a:lnTo>
                  <a:pt x="1232954" y="149990"/>
                </a:lnTo>
                <a:lnTo>
                  <a:pt x="1251928" y="149990"/>
                </a:lnTo>
                <a:lnTo>
                  <a:pt x="1270892" y="149990"/>
                </a:lnTo>
                <a:lnTo>
                  <a:pt x="1289866" y="149990"/>
                </a:lnTo>
                <a:lnTo>
                  <a:pt x="1308830" y="149990"/>
                </a:lnTo>
                <a:lnTo>
                  <a:pt x="1327795" y="149990"/>
                </a:lnTo>
                <a:lnTo>
                  <a:pt x="1346768" y="149990"/>
                </a:lnTo>
                <a:lnTo>
                  <a:pt x="1365733" y="149990"/>
                </a:lnTo>
                <a:lnTo>
                  <a:pt x="1384706" y="149990"/>
                </a:lnTo>
                <a:lnTo>
                  <a:pt x="1403671" y="149990"/>
                </a:lnTo>
                <a:lnTo>
                  <a:pt x="1422644" y="149990"/>
                </a:lnTo>
                <a:lnTo>
                  <a:pt x="1441609" y="149990"/>
                </a:lnTo>
                <a:lnTo>
                  <a:pt x="1460583" y="149990"/>
                </a:lnTo>
                <a:lnTo>
                  <a:pt x="1479547" y="149990"/>
                </a:lnTo>
                <a:lnTo>
                  <a:pt x="1498521" y="149990"/>
                </a:lnTo>
                <a:lnTo>
                  <a:pt x="1517485" y="149990"/>
                </a:lnTo>
                <a:lnTo>
                  <a:pt x="1536449" y="149990"/>
                </a:lnTo>
                <a:lnTo>
                  <a:pt x="1555423" y="149990"/>
                </a:lnTo>
                <a:lnTo>
                  <a:pt x="1574387" y="149990"/>
                </a:lnTo>
                <a:lnTo>
                  <a:pt x="1593361" y="149990"/>
                </a:lnTo>
                <a:lnTo>
                  <a:pt x="1612325" y="149990"/>
                </a:lnTo>
                <a:lnTo>
                  <a:pt x="1631299" y="149990"/>
                </a:lnTo>
                <a:lnTo>
                  <a:pt x="1650263" y="149990"/>
                </a:lnTo>
                <a:lnTo>
                  <a:pt x="1669237" y="149990"/>
                </a:lnTo>
                <a:lnTo>
                  <a:pt x="1688201" y="149990"/>
                </a:lnTo>
                <a:lnTo>
                  <a:pt x="1707175" y="149990"/>
                </a:lnTo>
                <a:lnTo>
                  <a:pt x="1726140" y="149990"/>
                </a:lnTo>
                <a:lnTo>
                  <a:pt x="1745104" y="149990"/>
                </a:lnTo>
                <a:lnTo>
                  <a:pt x="1764078" y="149990"/>
                </a:lnTo>
                <a:lnTo>
                  <a:pt x="1783042" y="149990"/>
                </a:lnTo>
                <a:lnTo>
                  <a:pt x="1802016" y="149990"/>
                </a:lnTo>
                <a:lnTo>
                  <a:pt x="1820980" y="149990"/>
                </a:lnTo>
                <a:lnTo>
                  <a:pt x="1839954" y="149990"/>
                </a:lnTo>
                <a:lnTo>
                  <a:pt x="1858918" y="149990"/>
                </a:lnTo>
                <a:lnTo>
                  <a:pt x="1877892" y="149990"/>
                </a:lnTo>
                <a:lnTo>
                  <a:pt x="1896856" y="149990"/>
                </a:lnTo>
                <a:lnTo>
                  <a:pt x="1915820" y="149990"/>
                </a:lnTo>
                <a:lnTo>
                  <a:pt x="1934794" y="149990"/>
                </a:lnTo>
                <a:lnTo>
                  <a:pt x="1953758" y="149990"/>
                </a:lnTo>
                <a:lnTo>
                  <a:pt x="1972732" y="149990"/>
                </a:lnTo>
                <a:lnTo>
                  <a:pt x="1991697" y="149990"/>
                </a:lnTo>
                <a:lnTo>
                  <a:pt x="2010670" y="149990"/>
                </a:lnTo>
                <a:lnTo>
                  <a:pt x="2029635" y="149990"/>
                </a:lnTo>
                <a:lnTo>
                  <a:pt x="2048608" y="149990"/>
                </a:lnTo>
                <a:lnTo>
                  <a:pt x="2067573" y="149990"/>
                </a:lnTo>
                <a:lnTo>
                  <a:pt x="2086547" y="149990"/>
                </a:lnTo>
                <a:lnTo>
                  <a:pt x="2105511" y="149990"/>
                </a:lnTo>
                <a:lnTo>
                  <a:pt x="2124475" y="149990"/>
                </a:lnTo>
                <a:lnTo>
                  <a:pt x="2143449" y="149990"/>
                </a:lnTo>
                <a:lnTo>
                  <a:pt x="2162413" y="149990"/>
                </a:lnTo>
                <a:lnTo>
                  <a:pt x="2181387" y="149990"/>
                </a:lnTo>
                <a:lnTo>
                  <a:pt x="2200227" y="149362"/>
                </a:lnTo>
                <a:lnTo>
                  <a:pt x="2217658" y="141894"/>
                </a:lnTo>
                <a:lnTo>
                  <a:pt x="2235098" y="134426"/>
                </a:lnTo>
                <a:lnTo>
                  <a:pt x="2252539" y="126959"/>
                </a:lnTo>
                <a:lnTo>
                  <a:pt x="2269969" y="119491"/>
                </a:lnTo>
                <a:lnTo>
                  <a:pt x="2287410" y="112024"/>
                </a:lnTo>
                <a:lnTo>
                  <a:pt x="2304840" y="104556"/>
                </a:lnTo>
                <a:lnTo>
                  <a:pt x="2322281" y="97088"/>
                </a:lnTo>
                <a:lnTo>
                  <a:pt x="2339721" y="89611"/>
                </a:lnTo>
                <a:lnTo>
                  <a:pt x="2357152" y="82144"/>
                </a:lnTo>
                <a:lnTo>
                  <a:pt x="2374592" y="74676"/>
                </a:lnTo>
                <a:lnTo>
                  <a:pt x="2392023" y="67208"/>
                </a:lnTo>
                <a:lnTo>
                  <a:pt x="2409463" y="59741"/>
                </a:lnTo>
                <a:lnTo>
                  <a:pt x="2426903" y="52273"/>
                </a:lnTo>
                <a:lnTo>
                  <a:pt x="2444334" y="44806"/>
                </a:lnTo>
                <a:lnTo>
                  <a:pt x="2461774" y="37338"/>
                </a:lnTo>
                <a:lnTo>
                  <a:pt x="2479215" y="29870"/>
                </a:lnTo>
                <a:lnTo>
                  <a:pt x="2496645" y="22403"/>
                </a:lnTo>
                <a:lnTo>
                  <a:pt x="2514086" y="14935"/>
                </a:lnTo>
                <a:lnTo>
                  <a:pt x="2531516" y="7468"/>
                </a:lnTo>
                <a:lnTo>
                  <a:pt x="25489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3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74CF0841-AE12-463A-8C03-8A1DE9EC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1144" y="4306662"/>
            <a:ext cx="2062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4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91CB74BF-7BEF-40FE-A73F-C10E1456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30157" y="3804114"/>
            <a:ext cx="190024" cy="263909"/>
          </a:xfrm>
          <a:custGeom xmlns:a="http://schemas.openxmlformats.org/drawingml/2006/main">
            <a:pathLst>
              <a:path w="190024" h="263909">
                <a:moveTo>
                  <a:pt x="0" y="111900"/>
                </a:moveTo>
                <a:lnTo>
                  <a:pt x="0" y="130902"/>
                </a:lnTo>
                <a:lnTo>
                  <a:pt x="0" y="149904"/>
                </a:lnTo>
                <a:lnTo>
                  <a:pt x="0" y="168897"/>
                </a:lnTo>
                <a:lnTo>
                  <a:pt x="0" y="187900"/>
                </a:lnTo>
                <a:lnTo>
                  <a:pt x="0" y="206902"/>
                </a:lnTo>
                <a:lnTo>
                  <a:pt x="0" y="225904"/>
                </a:lnTo>
                <a:lnTo>
                  <a:pt x="0" y="244907"/>
                </a:lnTo>
                <a:lnTo>
                  <a:pt x="0" y="263909"/>
                </a:lnTo>
                <a:lnTo>
                  <a:pt x="11973" y="261499"/>
                </a:lnTo>
                <a:lnTo>
                  <a:pt x="28156" y="251546"/>
                </a:lnTo>
                <a:lnTo>
                  <a:pt x="44339" y="241592"/>
                </a:lnTo>
                <a:lnTo>
                  <a:pt x="60531" y="231638"/>
                </a:lnTo>
                <a:lnTo>
                  <a:pt x="76714" y="221685"/>
                </a:lnTo>
                <a:lnTo>
                  <a:pt x="92897" y="211731"/>
                </a:lnTo>
                <a:lnTo>
                  <a:pt x="109090" y="201778"/>
                </a:lnTo>
                <a:lnTo>
                  <a:pt x="125273" y="191824"/>
                </a:lnTo>
                <a:lnTo>
                  <a:pt x="141456" y="181870"/>
                </a:lnTo>
                <a:lnTo>
                  <a:pt x="157648" y="171917"/>
                </a:lnTo>
                <a:lnTo>
                  <a:pt x="173831" y="161963"/>
                </a:lnTo>
                <a:lnTo>
                  <a:pt x="190014" y="152009"/>
                </a:lnTo>
                <a:lnTo>
                  <a:pt x="190024" y="133007"/>
                </a:lnTo>
                <a:lnTo>
                  <a:pt x="190024" y="114014"/>
                </a:lnTo>
                <a:lnTo>
                  <a:pt x="190024" y="95012"/>
                </a:lnTo>
                <a:lnTo>
                  <a:pt x="190024" y="76010"/>
                </a:lnTo>
                <a:lnTo>
                  <a:pt x="190024" y="57007"/>
                </a:lnTo>
                <a:lnTo>
                  <a:pt x="190024" y="38005"/>
                </a:lnTo>
                <a:lnTo>
                  <a:pt x="190024" y="19002"/>
                </a:lnTo>
                <a:lnTo>
                  <a:pt x="190024" y="0"/>
                </a:lnTo>
                <a:lnTo>
                  <a:pt x="178051" y="2419"/>
                </a:lnTo>
                <a:lnTo>
                  <a:pt x="161868" y="12363"/>
                </a:lnTo>
                <a:lnTo>
                  <a:pt x="145675" y="22317"/>
                </a:lnTo>
                <a:lnTo>
                  <a:pt x="129492" y="32271"/>
                </a:lnTo>
                <a:lnTo>
                  <a:pt x="113309" y="42224"/>
                </a:lnTo>
                <a:lnTo>
                  <a:pt x="97117" y="52178"/>
                </a:lnTo>
                <a:lnTo>
                  <a:pt x="80934" y="62132"/>
                </a:lnTo>
                <a:lnTo>
                  <a:pt x="64741" y="72085"/>
                </a:lnTo>
                <a:lnTo>
                  <a:pt x="48558" y="82039"/>
                </a:lnTo>
                <a:lnTo>
                  <a:pt x="32375" y="91992"/>
                </a:lnTo>
                <a:lnTo>
                  <a:pt x="16183" y="101946"/>
                </a:lnTo>
                <a:lnTo>
                  <a:pt x="0" y="111900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5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DFF4F086-233E-460D-9BF6-CDB3ED19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726" y="3799170"/>
            <a:ext cx="2641644" cy="116843"/>
          </a:xfrm>
          <a:custGeom xmlns:a="http://schemas.openxmlformats.org/drawingml/2006/main">
            <a:pathLst>
              <a:path w="2641644" h="116843">
                <a:moveTo>
                  <a:pt x="0" y="116843"/>
                </a:moveTo>
                <a:lnTo>
                  <a:pt x="22279" y="116843"/>
                </a:lnTo>
                <a:lnTo>
                  <a:pt x="44558" y="116843"/>
                </a:lnTo>
                <a:lnTo>
                  <a:pt x="66846" y="116843"/>
                </a:lnTo>
                <a:lnTo>
                  <a:pt x="89125" y="116843"/>
                </a:lnTo>
                <a:lnTo>
                  <a:pt x="111404" y="116843"/>
                </a:lnTo>
                <a:lnTo>
                  <a:pt x="133683" y="116843"/>
                </a:lnTo>
                <a:lnTo>
                  <a:pt x="155962" y="116843"/>
                </a:lnTo>
                <a:lnTo>
                  <a:pt x="178241" y="116843"/>
                </a:lnTo>
                <a:lnTo>
                  <a:pt x="200530" y="116843"/>
                </a:lnTo>
                <a:lnTo>
                  <a:pt x="222809" y="116843"/>
                </a:lnTo>
                <a:lnTo>
                  <a:pt x="245088" y="116843"/>
                </a:lnTo>
                <a:lnTo>
                  <a:pt x="267367" y="116843"/>
                </a:lnTo>
                <a:lnTo>
                  <a:pt x="289646" y="116843"/>
                </a:lnTo>
                <a:lnTo>
                  <a:pt x="311925" y="116843"/>
                </a:lnTo>
                <a:lnTo>
                  <a:pt x="334213" y="116843"/>
                </a:lnTo>
                <a:lnTo>
                  <a:pt x="356492" y="116843"/>
                </a:lnTo>
                <a:lnTo>
                  <a:pt x="378771" y="116843"/>
                </a:lnTo>
                <a:lnTo>
                  <a:pt x="401050" y="116843"/>
                </a:lnTo>
                <a:lnTo>
                  <a:pt x="423329" y="116843"/>
                </a:lnTo>
                <a:lnTo>
                  <a:pt x="445618" y="116843"/>
                </a:lnTo>
                <a:lnTo>
                  <a:pt x="467897" y="116843"/>
                </a:lnTo>
                <a:lnTo>
                  <a:pt x="490176" y="116843"/>
                </a:lnTo>
                <a:lnTo>
                  <a:pt x="512455" y="116843"/>
                </a:lnTo>
                <a:lnTo>
                  <a:pt x="534734" y="116843"/>
                </a:lnTo>
                <a:lnTo>
                  <a:pt x="557012" y="116843"/>
                </a:lnTo>
                <a:lnTo>
                  <a:pt x="579301" y="116843"/>
                </a:lnTo>
                <a:lnTo>
                  <a:pt x="601580" y="116843"/>
                </a:lnTo>
                <a:lnTo>
                  <a:pt x="623859" y="116843"/>
                </a:lnTo>
                <a:lnTo>
                  <a:pt x="646138" y="116843"/>
                </a:lnTo>
                <a:lnTo>
                  <a:pt x="668417" y="116843"/>
                </a:lnTo>
                <a:lnTo>
                  <a:pt x="690696" y="116843"/>
                </a:lnTo>
                <a:lnTo>
                  <a:pt x="712984" y="116843"/>
                </a:lnTo>
                <a:lnTo>
                  <a:pt x="735263" y="116843"/>
                </a:lnTo>
                <a:lnTo>
                  <a:pt x="757542" y="116843"/>
                </a:lnTo>
                <a:lnTo>
                  <a:pt x="779821" y="116843"/>
                </a:lnTo>
                <a:lnTo>
                  <a:pt x="802100" y="116843"/>
                </a:lnTo>
                <a:lnTo>
                  <a:pt x="824379" y="116843"/>
                </a:lnTo>
                <a:lnTo>
                  <a:pt x="846668" y="116843"/>
                </a:lnTo>
                <a:lnTo>
                  <a:pt x="868947" y="116843"/>
                </a:lnTo>
                <a:lnTo>
                  <a:pt x="891226" y="116843"/>
                </a:lnTo>
                <a:lnTo>
                  <a:pt x="913505" y="116843"/>
                </a:lnTo>
                <a:lnTo>
                  <a:pt x="935784" y="116843"/>
                </a:lnTo>
                <a:lnTo>
                  <a:pt x="958072" y="116843"/>
                </a:lnTo>
                <a:lnTo>
                  <a:pt x="980351" y="116843"/>
                </a:lnTo>
                <a:lnTo>
                  <a:pt x="1002630" y="116843"/>
                </a:lnTo>
                <a:lnTo>
                  <a:pt x="1024909" y="116843"/>
                </a:lnTo>
                <a:lnTo>
                  <a:pt x="1047188" y="116843"/>
                </a:lnTo>
                <a:lnTo>
                  <a:pt x="1069467" y="116843"/>
                </a:lnTo>
                <a:lnTo>
                  <a:pt x="1091756" y="116843"/>
                </a:lnTo>
                <a:lnTo>
                  <a:pt x="1114034" y="116843"/>
                </a:lnTo>
                <a:lnTo>
                  <a:pt x="1136313" y="116843"/>
                </a:lnTo>
                <a:lnTo>
                  <a:pt x="1158592" y="116843"/>
                </a:lnTo>
                <a:lnTo>
                  <a:pt x="1180871" y="116843"/>
                </a:lnTo>
                <a:lnTo>
                  <a:pt x="1203150" y="116843"/>
                </a:lnTo>
                <a:lnTo>
                  <a:pt x="1225439" y="116843"/>
                </a:lnTo>
                <a:lnTo>
                  <a:pt x="1247718" y="116843"/>
                </a:lnTo>
                <a:lnTo>
                  <a:pt x="1269997" y="116843"/>
                </a:lnTo>
                <a:lnTo>
                  <a:pt x="1292276" y="116843"/>
                </a:lnTo>
                <a:lnTo>
                  <a:pt x="1314555" y="116843"/>
                </a:lnTo>
                <a:lnTo>
                  <a:pt x="1336843" y="116843"/>
                </a:lnTo>
                <a:lnTo>
                  <a:pt x="1359122" y="116843"/>
                </a:lnTo>
                <a:lnTo>
                  <a:pt x="1381401" y="116843"/>
                </a:lnTo>
                <a:lnTo>
                  <a:pt x="1403680" y="116843"/>
                </a:lnTo>
                <a:lnTo>
                  <a:pt x="1425959" y="116843"/>
                </a:lnTo>
                <a:lnTo>
                  <a:pt x="1448238" y="116843"/>
                </a:lnTo>
                <a:lnTo>
                  <a:pt x="1470527" y="116843"/>
                </a:lnTo>
                <a:lnTo>
                  <a:pt x="1492806" y="116843"/>
                </a:lnTo>
                <a:lnTo>
                  <a:pt x="1515085" y="116843"/>
                </a:lnTo>
                <a:lnTo>
                  <a:pt x="1537364" y="116843"/>
                </a:lnTo>
                <a:lnTo>
                  <a:pt x="1559643" y="116843"/>
                </a:lnTo>
                <a:lnTo>
                  <a:pt x="1581922" y="116843"/>
                </a:lnTo>
                <a:lnTo>
                  <a:pt x="1604210" y="116843"/>
                </a:lnTo>
                <a:lnTo>
                  <a:pt x="1626489" y="116843"/>
                </a:lnTo>
                <a:lnTo>
                  <a:pt x="1648768" y="116843"/>
                </a:lnTo>
                <a:lnTo>
                  <a:pt x="1671047" y="116843"/>
                </a:lnTo>
                <a:lnTo>
                  <a:pt x="1693326" y="116843"/>
                </a:lnTo>
                <a:lnTo>
                  <a:pt x="1715614" y="116843"/>
                </a:lnTo>
                <a:lnTo>
                  <a:pt x="1737893" y="116843"/>
                </a:lnTo>
                <a:lnTo>
                  <a:pt x="1760172" y="116843"/>
                </a:lnTo>
                <a:lnTo>
                  <a:pt x="1782451" y="116843"/>
                </a:lnTo>
                <a:lnTo>
                  <a:pt x="1804730" y="116843"/>
                </a:lnTo>
                <a:lnTo>
                  <a:pt x="1827009" y="116843"/>
                </a:lnTo>
                <a:lnTo>
                  <a:pt x="1849298" y="116843"/>
                </a:lnTo>
                <a:lnTo>
                  <a:pt x="1871577" y="116843"/>
                </a:lnTo>
                <a:lnTo>
                  <a:pt x="1893856" y="116843"/>
                </a:lnTo>
                <a:lnTo>
                  <a:pt x="1916135" y="116843"/>
                </a:lnTo>
                <a:lnTo>
                  <a:pt x="1938414" y="116843"/>
                </a:lnTo>
                <a:lnTo>
                  <a:pt x="1960693" y="116843"/>
                </a:lnTo>
                <a:lnTo>
                  <a:pt x="1982981" y="116843"/>
                </a:lnTo>
                <a:lnTo>
                  <a:pt x="2005260" y="116843"/>
                </a:lnTo>
                <a:lnTo>
                  <a:pt x="2027539" y="116843"/>
                </a:lnTo>
                <a:lnTo>
                  <a:pt x="2049818" y="116843"/>
                </a:lnTo>
                <a:lnTo>
                  <a:pt x="2072097" y="116843"/>
                </a:lnTo>
                <a:lnTo>
                  <a:pt x="2094376" y="116843"/>
                </a:lnTo>
                <a:lnTo>
                  <a:pt x="2116665" y="116843"/>
                </a:lnTo>
                <a:lnTo>
                  <a:pt x="2138944" y="116843"/>
                </a:lnTo>
                <a:lnTo>
                  <a:pt x="2161223" y="116843"/>
                </a:lnTo>
                <a:lnTo>
                  <a:pt x="2183501" y="116843"/>
                </a:lnTo>
                <a:lnTo>
                  <a:pt x="2205780" y="116843"/>
                </a:lnTo>
                <a:lnTo>
                  <a:pt x="2228069" y="116843"/>
                </a:lnTo>
                <a:lnTo>
                  <a:pt x="2250348" y="116843"/>
                </a:lnTo>
                <a:lnTo>
                  <a:pt x="2272627" y="116843"/>
                </a:lnTo>
                <a:lnTo>
                  <a:pt x="2294906" y="116843"/>
                </a:lnTo>
                <a:lnTo>
                  <a:pt x="2317185" y="116843"/>
                </a:lnTo>
                <a:lnTo>
                  <a:pt x="2339464" y="116843"/>
                </a:lnTo>
                <a:lnTo>
                  <a:pt x="2361752" y="116843"/>
                </a:lnTo>
                <a:lnTo>
                  <a:pt x="2384031" y="116843"/>
                </a:lnTo>
                <a:lnTo>
                  <a:pt x="2406310" y="116843"/>
                </a:lnTo>
                <a:lnTo>
                  <a:pt x="2428589" y="116843"/>
                </a:lnTo>
                <a:lnTo>
                  <a:pt x="2450868" y="116843"/>
                </a:lnTo>
                <a:lnTo>
                  <a:pt x="2470823" y="108614"/>
                </a:lnTo>
                <a:lnTo>
                  <a:pt x="2489806" y="96936"/>
                </a:lnTo>
                <a:lnTo>
                  <a:pt x="2508780" y="85268"/>
                </a:lnTo>
                <a:lnTo>
                  <a:pt x="2527764" y="73600"/>
                </a:lnTo>
                <a:lnTo>
                  <a:pt x="2546737" y="61932"/>
                </a:lnTo>
                <a:lnTo>
                  <a:pt x="2565721" y="50254"/>
                </a:lnTo>
                <a:lnTo>
                  <a:pt x="2584704" y="38586"/>
                </a:lnTo>
                <a:lnTo>
                  <a:pt x="2603678" y="26918"/>
                </a:lnTo>
                <a:lnTo>
                  <a:pt x="2622661" y="15250"/>
                </a:lnTo>
                <a:lnTo>
                  <a:pt x="2641644" y="3572"/>
                </a:lnTo>
                <a:lnTo>
                  <a:pt x="2632005" y="0"/>
                </a:lnTo>
                <a:lnTo>
                  <a:pt x="2609717" y="0"/>
                </a:lnTo>
                <a:lnTo>
                  <a:pt x="2587438" y="0"/>
                </a:lnTo>
                <a:lnTo>
                  <a:pt x="2565159" y="0"/>
                </a:lnTo>
                <a:lnTo>
                  <a:pt x="2542880" y="0"/>
                </a:lnTo>
                <a:lnTo>
                  <a:pt x="2520601" y="0"/>
                </a:lnTo>
                <a:lnTo>
                  <a:pt x="2498322" y="0"/>
                </a:lnTo>
                <a:lnTo>
                  <a:pt x="2476033" y="0"/>
                </a:lnTo>
                <a:lnTo>
                  <a:pt x="2453754" y="0"/>
                </a:lnTo>
                <a:lnTo>
                  <a:pt x="2431475" y="0"/>
                </a:lnTo>
                <a:lnTo>
                  <a:pt x="2409196" y="0"/>
                </a:lnTo>
                <a:lnTo>
                  <a:pt x="2386917" y="0"/>
                </a:lnTo>
                <a:lnTo>
                  <a:pt x="2364629" y="0"/>
                </a:lnTo>
                <a:lnTo>
                  <a:pt x="2342350" y="0"/>
                </a:lnTo>
                <a:lnTo>
                  <a:pt x="2320071" y="0"/>
                </a:lnTo>
                <a:lnTo>
                  <a:pt x="2297792" y="0"/>
                </a:lnTo>
                <a:lnTo>
                  <a:pt x="2275513" y="0"/>
                </a:lnTo>
                <a:lnTo>
                  <a:pt x="2253234" y="0"/>
                </a:lnTo>
                <a:lnTo>
                  <a:pt x="2230946" y="0"/>
                </a:lnTo>
                <a:lnTo>
                  <a:pt x="2208667" y="0"/>
                </a:lnTo>
                <a:lnTo>
                  <a:pt x="2186388" y="0"/>
                </a:lnTo>
                <a:lnTo>
                  <a:pt x="2164109" y="0"/>
                </a:lnTo>
                <a:lnTo>
                  <a:pt x="2141830" y="0"/>
                </a:lnTo>
                <a:lnTo>
                  <a:pt x="2119551" y="0"/>
                </a:lnTo>
                <a:lnTo>
                  <a:pt x="2097262" y="0"/>
                </a:lnTo>
                <a:lnTo>
                  <a:pt x="2074983" y="0"/>
                </a:lnTo>
                <a:lnTo>
                  <a:pt x="2052704" y="0"/>
                </a:lnTo>
                <a:lnTo>
                  <a:pt x="2030425" y="0"/>
                </a:lnTo>
                <a:lnTo>
                  <a:pt x="2008146" y="0"/>
                </a:lnTo>
                <a:lnTo>
                  <a:pt x="1985867" y="0"/>
                </a:lnTo>
                <a:lnTo>
                  <a:pt x="1963579" y="0"/>
                </a:lnTo>
                <a:lnTo>
                  <a:pt x="1941300" y="0"/>
                </a:lnTo>
                <a:lnTo>
                  <a:pt x="1919021" y="0"/>
                </a:lnTo>
                <a:lnTo>
                  <a:pt x="1896742" y="0"/>
                </a:lnTo>
                <a:lnTo>
                  <a:pt x="1874463" y="0"/>
                </a:lnTo>
                <a:lnTo>
                  <a:pt x="1852174" y="0"/>
                </a:lnTo>
                <a:lnTo>
                  <a:pt x="1829895" y="0"/>
                </a:lnTo>
                <a:lnTo>
                  <a:pt x="1807616" y="0"/>
                </a:lnTo>
                <a:lnTo>
                  <a:pt x="1785337" y="0"/>
                </a:lnTo>
                <a:lnTo>
                  <a:pt x="1763058" y="0"/>
                </a:lnTo>
                <a:lnTo>
                  <a:pt x="1740779" y="0"/>
                </a:lnTo>
                <a:lnTo>
                  <a:pt x="1718491" y="0"/>
                </a:lnTo>
                <a:lnTo>
                  <a:pt x="1696212" y="0"/>
                </a:lnTo>
                <a:lnTo>
                  <a:pt x="1673933" y="0"/>
                </a:lnTo>
                <a:lnTo>
                  <a:pt x="1651654" y="0"/>
                </a:lnTo>
                <a:lnTo>
                  <a:pt x="1629375" y="0"/>
                </a:lnTo>
                <a:lnTo>
                  <a:pt x="1607096" y="0"/>
                </a:lnTo>
                <a:lnTo>
                  <a:pt x="1584808" y="0"/>
                </a:lnTo>
                <a:lnTo>
                  <a:pt x="1562529" y="0"/>
                </a:lnTo>
                <a:lnTo>
                  <a:pt x="1540250" y="0"/>
                </a:lnTo>
                <a:lnTo>
                  <a:pt x="1517971" y="0"/>
                </a:lnTo>
                <a:lnTo>
                  <a:pt x="1495692" y="0"/>
                </a:lnTo>
                <a:lnTo>
                  <a:pt x="1473403" y="0"/>
                </a:lnTo>
                <a:lnTo>
                  <a:pt x="1451124" y="0"/>
                </a:lnTo>
                <a:lnTo>
                  <a:pt x="1428845" y="0"/>
                </a:lnTo>
                <a:lnTo>
                  <a:pt x="1406566" y="0"/>
                </a:lnTo>
                <a:lnTo>
                  <a:pt x="1384287" y="0"/>
                </a:lnTo>
                <a:lnTo>
                  <a:pt x="1362008" y="0"/>
                </a:lnTo>
                <a:lnTo>
                  <a:pt x="1339720" y="0"/>
                </a:lnTo>
                <a:lnTo>
                  <a:pt x="1317441" y="0"/>
                </a:lnTo>
                <a:lnTo>
                  <a:pt x="1295162" y="0"/>
                </a:lnTo>
                <a:lnTo>
                  <a:pt x="1272883" y="0"/>
                </a:lnTo>
                <a:lnTo>
                  <a:pt x="1250604" y="0"/>
                </a:lnTo>
                <a:lnTo>
                  <a:pt x="1228325" y="0"/>
                </a:lnTo>
                <a:lnTo>
                  <a:pt x="1206036" y="0"/>
                </a:lnTo>
                <a:lnTo>
                  <a:pt x="1183757" y="0"/>
                </a:lnTo>
                <a:lnTo>
                  <a:pt x="1161479" y="0"/>
                </a:lnTo>
                <a:lnTo>
                  <a:pt x="1139200" y="0"/>
                </a:lnTo>
                <a:lnTo>
                  <a:pt x="1116921" y="0"/>
                </a:lnTo>
                <a:lnTo>
                  <a:pt x="1094642" y="0"/>
                </a:lnTo>
                <a:lnTo>
                  <a:pt x="1072353" y="0"/>
                </a:lnTo>
                <a:lnTo>
                  <a:pt x="1050074" y="0"/>
                </a:lnTo>
                <a:lnTo>
                  <a:pt x="1027795" y="0"/>
                </a:lnTo>
                <a:lnTo>
                  <a:pt x="1005516" y="0"/>
                </a:lnTo>
                <a:lnTo>
                  <a:pt x="983237" y="0"/>
                </a:lnTo>
                <a:lnTo>
                  <a:pt x="960949" y="0"/>
                </a:lnTo>
                <a:lnTo>
                  <a:pt x="938670" y="0"/>
                </a:lnTo>
                <a:lnTo>
                  <a:pt x="916391" y="0"/>
                </a:lnTo>
                <a:lnTo>
                  <a:pt x="894112" y="0"/>
                </a:lnTo>
                <a:lnTo>
                  <a:pt x="871833" y="0"/>
                </a:lnTo>
                <a:lnTo>
                  <a:pt x="849554" y="0"/>
                </a:lnTo>
                <a:lnTo>
                  <a:pt x="827265" y="0"/>
                </a:lnTo>
                <a:lnTo>
                  <a:pt x="804986" y="0"/>
                </a:lnTo>
                <a:lnTo>
                  <a:pt x="782707" y="0"/>
                </a:lnTo>
                <a:lnTo>
                  <a:pt x="760428" y="0"/>
                </a:lnTo>
                <a:lnTo>
                  <a:pt x="738149" y="0"/>
                </a:lnTo>
                <a:lnTo>
                  <a:pt x="715870" y="0"/>
                </a:lnTo>
                <a:lnTo>
                  <a:pt x="693582" y="0"/>
                </a:lnTo>
                <a:lnTo>
                  <a:pt x="671303" y="0"/>
                </a:lnTo>
                <a:lnTo>
                  <a:pt x="649024" y="0"/>
                </a:lnTo>
                <a:lnTo>
                  <a:pt x="626745" y="0"/>
                </a:lnTo>
                <a:lnTo>
                  <a:pt x="604466" y="0"/>
                </a:lnTo>
                <a:lnTo>
                  <a:pt x="582178" y="0"/>
                </a:lnTo>
                <a:lnTo>
                  <a:pt x="559899" y="0"/>
                </a:lnTo>
                <a:lnTo>
                  <a:pt x="537620" y="0"/>
                </a:lnTo>
                <a:lnTo>
                  <a:pt x="515341" y="0"/>
                </a:lnTo>
                <a:lnTo>
                  <a:pt x="493062" y="0"/>
                </a:lnTo>
                <a:lnTo>
                  <a:pt x="470783" y="0"/>
                </a:lnTo>
                <a:lnTo>
                  <a:pt x="448494" y="0"/>
                </a:lnTo>
                <a:lnTo>
                  <a:pt x="426215" y="0"/>
                </a:lnTo>
                <a:lnTo>
                  <a:pt x="403936" y="0"/>
                </a:lnTo>
                <a:lnTo>
                  <a:pt x="381657" y="0"/>
                </a:lnTo>
                <a:lnTo>
                  <a:pt x="359378" y="0"/>
                </a:lnTo>
                <a:lnTo>
                  <a:pt x="337376" y="1667"/>
                </a:lnTo>
                <a:lnTo>
                  <a:pt x="316287" y="8868"/>
                </a:lnTo>
                <a:lnTo>
                  <a:pt x="295199" y="16059"/>
                </a:lnTo>
                <a:lnTo>
                  <a:pt x="274110" y="23260"/>
                </a:lnTo>
                <a:lnTo>
                  <a:pt x="253032" y="30461"/>
                </a:lnTo>
                <a:lnTo>
                  <a:pt x="231943" y="37662"/>
                </a:lnTo>
                <a:lnTo>
                  <a:pt x="210855" y="44853"/>
                </a:lnTo>
                <a:lnTo>
                  <a:pt x="189776" y="52054"/>
                </a:lnTo>
                <a:lnTo>
                  <a:pt x="168688" y="59255"/>
                </a:lnTo>
                <a:lnTo>
                  <a:pt x="147599" y="66456"/>
                </a:lnTo>
                <a:lnTo>
                  <a:pt x="126511" y="73647"/>
                </a:lnTo>
                <a:lnTo>
                  <a:pt x="105432" y="80848"/>
                </a:lnTo>
                <a:lnTo>
                  <a:pt x="84344" y="88049"/>
                </a:lnTo>
                <a:lnTo>
                  <a:pt x="63256" y="95250"/>
                </a:lnTo>
                <a:lnTo>
                  <a:pt x="42167" y="102441"/>
                </a:lnTo>
                <a:lnTo>
                  <a:pt x="21088" y="109642"/>
                </a:lnTo>
                <a:lnTo>
                  <a:pt x="0" y="116843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6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A3A7CD9D-E53B-4836-8700-E9AA1A1A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066" y="3799170"/>
            <a:ext cx="2396738" cy="116843"/>
          </a:xfrm>
          <a:custGeom xmlns:a="http://schemas.openxmlformats.org/drawingml/2006/main">
            <a:pathLst>
              <a:path w="2396738" h="116843">
                <a:moveTo>
                  <a:pt x="0" y="116843"/>
                </a:moveTo>
                <a:lnTo>
                  <a:pt x="18974" y="116843"/>
                </a:lnTo>
                <a:lnTo>
                  <a:pt x="37948" y="116843"/>
                </a:lnTo>
                <a:lnTo>
                  <a:pt x="56921" y="116843"/>
                </a:lnTo>
                <a:lnTo>
                  <a:pt x="75895" y="116843"/>
                </a:lnTo>
                <a:lnTo>
                  <a:pt x="94869" y="116843"/>
                </a:lnTo>
                <a:lnTo>
                  <a:pt x="113843" y="116843"/>
                </a:lnTo>
                <a:lnTo>
                  <a:pt x="132817" y="116843"/>
                </a:lnTo>
                <a:lnTo>
                  <a:pt x="151790" y="116843"/>
                </a:lnTo>
                <a:lnTo>
                  <a:pt x="170764" y="116843"/>
                </a:lnTo>
                <a:lnTo>
                  <a:pt x="189738" y="116843"/>
                </a:lnTo>
                <a:lnTo>
                  <a:pt x="208712" y="116843"/>
                </a:lnTo>
                <a:lnTo>
                  <a:pt x="227686" y="116843"/>
                </a:lnTo>
                <a:lnTo>
                  <a:pt x="246659" y="116843"/>
                </a:lnTo>
                <a:lnTo>
                  <a:pt x="265633" y="116843"/>
                </a:lnTo>
                <a:lnTo>
                  <a:pt x="284607" y="116843"/>
                </a:lnTo>
                <a:lnTo>
                  <a:pt x="303581" y="116843"/>
                </a:lnTo>
                <a:lnTo>
                  <a:pt x="322555" y="116843"/>
                </a:lnTo>
                <a:lnTo>
                  <a:pt x="341528" y="116843"/>
                </a:lnTo>
                <a:lnTo>
                  <a:pt x="360502" y="116843"/>
                </a:lnTo>
                <a:lnTo>
                  <a:pt x="379476" y="116843"/>
                </a:lnTo>
                <a:lnTo>
                  <a:pt x="398450" y="116843"/>
                </a:lnTo>
                <a:lnTo>
                  <a:pt x="417424" y="116843"/>
                </a:lnTo>
                <a:lnTo>
                  <a:pt x="436397" y="116843"/>
                </a:lnTo>
                <a:lnTo>
                  <a:pt x="455371" y="116843"/>
                </a:lnTo>
                <a:lnTo>
                  <a:pt x="474345" y="116843"/>
                </a:lnTo>
                <a:lnTo>
                  <a:pt x="493319" y="116843"/>
                </a:lnTo>
                <a:lnTo>
                  <a:pt x="512293" y="116843"/>
                </a:lnTo>
                <a:lnTo>
                  <a:pt x="531266" y="116843"/>
                </a:lnTo>
                <a:lnTo>
                  <a:pt x="550240" y="116843"/>
                </a:lnTo>
                <a:lnTo>
                  <a:pt x="569214" y="116843"/>
                </a:lnTo>
                <a:lnTo>
                  <a:pt x="588188" y="116843"/>
                </a:lnTo>
                <a:lnTo>
                  <a:pt x="607162" y="116843"/>
                </a:lnTo>
                <a:lnTo>
                  <a:pt x="626135" y="116843"/>
                </a:lnTo>
                <a:lnTo>
                  <a:pt x="645109" y="116843"/>
                </a:lnTo>
                <a:lnTo>
                  <a:pt x="664083" y="116843"/>
                </a:lnTo>
                <a:lnTo>
                  <a:pt x="683057" y="116843"/>
                </a:lnTo>
                <a:lnTo>
                  <a:pt x="702031" y="116843"/>
                </a:lnTo>
                <a:lnTo>
                  <a:pt x="721004" y="116843"/>
                </a:lnTo>
                <a:lnTo>
                  <a:pt x="739978" y="116843"/>
                </a:lnTo>
                <a:lnTo>
                  <a:pt x="758952" y="116843"/>
                </a:lnTo>
                <a:lnTo>
                  <a:pt x="777926" y="116843"/>
                </a:lnTo>
                <a:lnTo>
                  <a:pt x="796900" y="116843"/>
                </a:lnTo>
                <a:lnTo>
                  <a:pt x="815873" y="116843"/>
                </a:lnTo>
                <a:lnTo>
                  <a:pt x="834847" y="116843"/>
                </a:lnTo>
                <a:lnTo>
                  <a:pt x="853821" y="116843"/>
                </a:lnTo>
                <a:lnTo>
                  <a:pt x="872795" y="116843"/>
                </a:lnTo>
                <a:lnTo>
                  <a:pt x="891769" y="116843"/>
                </a:lnTo>
                <a:lnTo>
                  <a:pt x="910742" y="116843"/>
                </a:lnTo>
                <a:lnTo>
                  <a:pt x="929716" y="116843"/>
                </a:lnTo>
                <a:lnTo>
                  <a:pt x="948690" y="116843"/>
                </a:lnTo>
                <a:lnTo>
                  <a:pt x="967664" y="116843"/>
                </a:lnTo>
                <a:lnTo>
                  <a:pt x="986638" y="116843"/>
                </a:lnTo>
                <a:lnTo>
                  <a:pt x="1005611" y="116843"/>
                </a:lnTo>
                <a:lnTo>
                  <a:pt x="1024585" y="116843"/>
                </a:lnTo>
                <a:lnTo>
                  <a:pt x="1043559" y="116843"/>
                </a:lnTo>
                <a:lnTo>
                  <a:pt x="1062533" y="116843"/>
                </a:lnTo>
                <a:lnTo>
                  <a:pt x="1081507" y="116843"/>
                </a:lnTo>
                <a:lnTo>
                  <a:pt x="1100480" y="116843"/>
                </a:lnTo>
                <a:lnTo>
                  <a:pt x="1119454" y="116843"/>
                </a:lnTo>
                <a:lnTo>
                  <a:pt x="1138428" y="116843"/>
                </a:lnTo>
                <a:lnTo>
                  <a:pt x="1157402" y="116843"/>
                </a:lnTo>
                <a:lnTo>
                  <a:pt x="1176376" y="116843"/>
                </a:lnTo>
                <a:lnTo>
                  <a:pt x="1195349" y="116843"/>
                </a:lnTo>
                <a:lnTo>
                  <a:pt x="1214323" y="116843"/>
                </a:lnTo>
                <a:lnTo>
                  <a:pt x="1233297" y="116843"/>
                </a:lnTo>
                <a:lnTo>
                  <a:pt x="1252271" y="116843"/>
                </a:lnTo>
                <a:lnTo>
                  <a:pt x="1271245" y="116843"/>
                </a:lnTo>
                <a:lnTo>
                  <a:pt x="1290218" y="116843"/>
                </a:lnTo>
                <a:lnTo>
                  <a:pt x="1309192" y="116843"/>
                </a:lnTo>
                <a:lnTo>
                  <a:pt x="1328166" y="116843"/>
                </a:lnTo>
                <a:lnTo>
                  <a:pt x="1347140" y="116843"/>
                </a:lnTo>
                <a:lnTo>
                  <a:pt x="1366114" y="116843"/>
                </a:lnTo>
                <a:lnTo>
                  <a:pt x="1385087" y="116843"/>
                </a:lnTo>
                <a:lnTo>
                  <a:pt x="1404061" y="116843"/>
                </a:lnTo>
                <a:lnTo>
                  <a:pt x="1423035" y="116843"/>
                </a:lnTo>
                <a:lnTo>
                  <a:pt x="1442009" y="116843"/>
                </a:lnTo>
                <a:lnTo>
                  <a:pt x="1460983" y="116843"/>
                </a:lnTo>
                <a:lnTo>
                  <a:pt x="1479956" y="116843"/>
                </a:lnTo>
                <a:lnTo>
                  <a:pt x="1498930" y="116843"/>
                </a:lnTo>
                <a:lnTo>
                  <a:pt x="1517904" y="116843"/>
                </a:lnTo>
                <a:lnTo>
                  <a:pt x="1536878" y="116843"/>
                </a:lnTo>
                <a:lnTo>
                  <a:pt x="1555852" y="116843"/>
                </a:lnTo>
                <a:lnTo>
                  <a:pt x="1574825" y="116843"/>
                </a:lnTo>
                <a:lnTo>
                  <a:pt x="1593799" y="116843"/>
                </a:lnTo>
                <a:lnTo>
                  <a:pt x="1612773" y="116843"/>
                </a:lnTo>
                <a:lnTo>
                  <a:pt x="1631747" y="116843"/>
                </a:lnTo>
                <a:lnTo>
                  <a:pt x="1650721" y="116843"/>
                </a:lnTo>
                <a:lnTo>
                  <a:pt x="1669694" y="116843"/>
                </a:lnTo>
                <a:lnTo>
                  <a:pt x="1688668" y="116843"/>
                </a:lnTo>
                <a:lnTo>
                  <a:pt x="1707642" y="116843"/>
                </a:lnTo>
                <a:lnTo>
                  <a:pt x="1726616" y="116843"/>
                </a:lnTo>
                <a:lnTo>
                  <a:pt x="1745590" y="116843"/>
                </a:lnTo>
                <a:lnTo>
                  <a:pt x="1764563" y="116843"/>
                </a:lnTo>
                <a:lnTo>
                  <a:pt x="1783537" y="116843"/>
                </a:lnTo>
                <a:lnTo>
                  <a:pt x="1802511" y="116843"/>
                </a:lnTo>
                <a:lnTo>
                  <a:pt x="1821485" y="116843"/>
                </a:lnTo>
                <a:lnTo>
                  <a:pt x="1840459" y="116843"/>
                </a:lnTo>
                <a:lnTo>
                  <a:pt x="1859432" y="116843"/>
                </a:lnTo>
                <a:lnTo>
                  <a:pt x="1878406" y="116843"/>
                </a:lnTo>
                <a:lnTo>
                  <a:pt x="1897380" y="116843"/>
                </a:lnTo>
                <a:lnTo>
                  <a:pt x="1916354" y="116843"/>
                </a:lnTo>
                <a:lnTo>
                  <a:pt x="1935328" y="116843"/>
                </a:lnTo>
                <a:lnTo>
                  <a:pt x="1954301" y="116843"/>
                </a:lnTo>
                <a:lnTo>
                  <a:pt x="1973275" y="116843"/>
                </a:lnTo>
                <a:lnTo>
                  <a:pt x="1992249" y="116843"/>
                </a:lnTo>
                <a:lnTo>
                  <a:pt x="2011223" y="116843"/>
                </a:lnTo>
                <a:lnTo>
                  <a:pt x="2030197" y="116843"/>
                </a:lnTo>
                <a:lnTo>
                  <a:pt x="2049170" y="116843"/>
                </a:lnTo>
                <a:lnTo>
                  <a:pt x="2068144" y="116843"/>
                </a:lnTo>
                <a:lnTo>
                  <a:pt x="2087118" y="116843"/>
                </a:lnTo>
                <a:lnTo>
                  <a:pt x="2106092" y="116843"/>
                </a:lnTo>
                <a:lnTo>
                  <a:pt x="2125066" y="116843"/>
                </a:lnTo>
                <a:lnTo>
                  <a:pt x="2144039" y="116843"/>
                </a:lnTo>
                <a:lnTo>
                  <a:pt x="2163013" y="116843"/>
                </a:lnTo>
                <a:lnTo>
                  <a:pt x="2181987" y="116843"/>
                </a:lnTo>
                <a:lnTo>
                  <a:pt x="2200656" y="115719"/>
                </a:lnTo>
                <a:lnTo>
                  <a:pt x="2216991" y="106080"/>
                </a:lnTo>
                <a:lnTo>
                  <a:pt x="2233336" y="96431"/>
                </a:lnTo>
                <a:lnTo>
                  <a:pt x="2249672" y="86792"/>
                </a:lnTo>
                <a:lnTo>
                  <a:pt x="2266017" y="77143"/>
                </a:lnTo>
                <a:lnTo>
                  <a:pt x="2282352" y="67504"/>
                </a:lnTo>
                <a:lnTo>
                  <a:pt x="2298697" y="57864"/>
                </a:lnTo>
                <a:lnTo>
                  <a:pt x="2315032" y="48216"/>
                </a:lnTo>
                <a:lnTo>
                  <a:pt x="2331377" y="38576"/>
                </a:lnTo>
                <a:lnTo>
                  <a:pt x="2347712" y="28927"/>
                </a:lnTo>
                <a:lnTo>
                  <a:pt x="2364057" y="19288"/>
                </a:lnTo>
                <a:lnTo>
                  <a:pt x="2380393" y="9639"/>
                </a:lnTo>
                <a:lnTo>
                  <a:pt x="23967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7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BC61FB07-6769-469E-860F-D376F571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6356" y="3799170"/>
            <a:ext cx="2062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8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041D5DA8-9FB8-4CBC-BE8C-09CECE34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350" y="4415580"/>
            <a:ext cx="14668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被动处理</a:t>
            </a:r>
          </a:p>
        </p:txBody>
      </p:sp>
      <p:sp>
        <p:nvSpPr>
          <p:cNvPr id="29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E778E40B-BFF1-4484-8CBD-239850A8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350" y="4663678"/>
            <a:ext cx="14668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故障后临时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组织抢修</a:t>
            </a:r>
          </a:p>
        </p:txBody>
      </p:sp>
      <p:sp>
        <p:nvSpPr>
          <p:cNvPr id="30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B24D8A90-6FA9-4AAD-9DC1-A2D982E2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275" y="5238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31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EBFA44B0-91F3-495B-9471-F591A6D9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600" y="3891705"/>
            <a:ext cx="14668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形成记录</a:t>
            </a:r>
          </a:p>
        </p:txBody>
      </p:sp>
      <p:sp>
        <p:nvSpPr>
          <p:cNvPr id="32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25730B49-2C01-4DD4-91D6-9066D0EC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600" y="4139803"/>
            <a:ext cx="14668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故障原因与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处理过程可查</a:t>
            </a:r>
          </a:p>
        </p:txBody>
      </p:sp>
      <p:sp>
        <p:nvSpPr>
          <p:cNvPr id="33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CB151D01-ADAB-461E-87C5-E8EFE950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1525" y="47148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4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74363747-E7C2-41F7-8D3D-B8AA2DF6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3367830"/>
            <a:ext cx="14668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计划维护</a:t>
            </a:r>
          </a:p>
        </p:txBody>
      </p:sp>
      <p:sp>
        <p:nvSpPr>
          <p:cNvPr id="35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C8A529AE-AD17-43D8-AD5A-83FCA8F2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3615928"/>
            <a:ext cx="14668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按周期检查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并落实责任</a:t>
            </a:r>
          </a:p>
        </p:txBody>
      </p:sp>
      <p:sp>
        <p:nvSpPr>
          <p:cNvPr id="36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E895684C-F829-4C41-93B2-1342BA2C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2775" y="4191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7" name="level-4-text-heading">
            <a:extLst xmlns:a="http://schemas.openxmlformats.org/drawingml/2006/main">
              <a:ext uri="{FF2B5EF4-FFF2-40B4-BE49-F238E27FC236}">
                <a16:creationId xmlns:a16="http://schemas.microsoft.com/office/drawing/2014/main" id="{2E50DC8A-2AF9-46EC-84AD-C7CFDEBD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1100" y="2843955"/>
            <a:ext cx="14668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持续改善</a:t>
            </a:r>
          </a:p>
        </p:txBody>
      </p:sp>
      <p:sp>
        <p:nvSpPr>
          <p:cNvPr id="38" name="level-4-text-body">
            <a:extLst xmlns:a="http://schemas.openxmlformats.org/drawingml/2006/main">
              <a:ext uri="{FF2B5EF4-FFF2-40B4-BE49-F238E27FC236}">
                <a16:creationId xmlns:a16="http://schemas.microsoft.com/office/drawing/2014/main" id="{334F5092-A6E5-4B12-9DED-1061FED8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1100" y="3092053"/>
            <a:ext cx="14668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用复盘减少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重复故障</a:t>
            </a:r>
          </a:p>
        </p:txBody>
      </p:sp>
      <p:sp>
        <p:nvSpPr>
          <p:cNvPr id="39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CB203566-DEFC-47C3-93CC-5D3B6B07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402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40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00B3ADC1-8964-4CD7-B2C2-86186B49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5172075"/>
            <a:ext cx="4572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当前</a:t>
            </a:r>
          </a:p>
        </p:txBody>
      </p:sp>
      <p:sp>
        <p:nvSpPr>
          <p:cNvPr id="41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656A4BB2-E515-40FB-9C11-8FA25D1D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8300" y="4124325"/>
            <a:ext cx="4572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21355638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2026-09-08T06:34:12.9370000Z</dcterms:created>
  <dcterms:modified xsi:type="dcterms:W3CDTF">2026-09-08T06:34:12.9370000Z</dcterms:modified>
</coreProperties>
</file>