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17f63404dd4946" /><Relationship Type="http://schemas.openxmlformats.org/officeDocument/2006/relationships/extended-properties" Target="/docProps/app.xml" Id="R5048e231fde741f9" /><Relationship Type="http://schemas.openxmlformats.org/officeDocument/2006/relationships/officeDocument" Target="/ppt/presentation.xml" Id="R6b855bb3589a4e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3fae1078a4bc6"/>
  </p:sldMasterIdLst>
  <p:notesMasterIdLst>
    <p:notesMasterId xmlns:r="http://schemas.openxmlformats.org/officeDocument/2006/relationships" r:id="Rf0b4d5397fd4439f"/>
  </p:notesMasterIdLst>
  <p:sldIdLst>
    <p:sldId xmlns:r="http://schemas.openxmlformats.org/officeDocument/2006/relationships" id="256" r:id="R8a25bcf380e94d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5160c230604e55" /><Relationship Type="http://schemas.openxmlformats.org/officeDocument/2006/relationships/slideMaster" Target="/ppt/slideMasters/slideMaster1.xml" Id="R0ae3fae1078a4bc6" /><Relationship Type="http://schemas.openxmlformats.org/officeDocument/2006/relationships/notesMaster" Target="/ppt/notesMasters/notesMaster1.xml" Id="Rf0b4d5397fd4439f" /><Relationship Type="http://schemas.openxmlformats.org/officeDocument/2006/relationships/presProps" Target="/ppt/presProps.xml" Id="R12f4c7f137104148" /><Relationship Type="http://schemas.openxmlformats.org/officeDocument/2006/relationships/tableStyles" Target="/ppt/tableStyles.xml" Id="Rb884efd86b194fe3" /><Relationship Type="http://schemas.openxmlformats.org/officeDocument/2006/relationships/slide" Target="/ppt/slides/slide1.xml" Id="R8a25bcf380e9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a03bd6984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6ceef58f874fd4" /><Relationship Type="http://schemas.openxmlformats.org/officeDocument/2006/relationships/notesMaster" Target="/ppt/notesMasters/notesMaster1.xml" Id="R6370fb0f2bb645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7ff626f1f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2b4e1cdc5f4135" /><Relationship Type="http://schemas.openxmlformats.org/officeDocument/2006/relationships/slideLayout" Target="/ppt/slideLayouts/slideLayout1.xml" Id="R69e9bb9ea9064f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9bb9ea9064f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ebe028654b56" /><Relationship Type="http://schemas.openxmlformats.org/officeDocument/2006/relationships/image" Target="/ppt/media/image.png" Id="R23a44dfca11244f1" /><Relationship Type="http://schemas.openxmlformats.org/officeDocument/2006/relationships/image" Target="/ppt/media/image.svg" Id="R2be7af57ad4b4270" /><Relationship Type="http://schemas.openxmlformats.org/officeDocument/2006/relationships/image" Target="/ppt/media/image2.png" Id="Rc4072d75bb1b462b" /><Relationship Type="http://schemas.openxmlformats.org/officeDocument/2006/relationships/image" Target="/ppt/media/image2.svg" Id="R50936e11d6e44f61" /><Relationship Type="http://schemas.openxmlformats.org/officeDocument/2006/relationships/image" Target="/ppt/media/image3.png" Id="R9d894fca14f74e95" /><Relationship Type="http://schemas.openxmlformats.org/officeDocument/2006/relationships/image" Target="/ppt/media/image3.svg" Id="R5e11dbef93f444a5" /><Relationship Type="http://schemas.openxmlformats.org/officeDocument/2006/relationships/notesSlide" Target="/ppt/notesSlides/notesSlide1.xml" Id="Rfb0cb9d1d25d4b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5704873A-92C3-470C-8120-E4A57F9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A21757FE-4D93-4AD6-9EEE-BAF4C821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477BB4-6EC8-4A30-BE4D-01E4710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需求收敛：先验证，再承诺交付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A056971-6752-4C98-8FAD-CF7F92AF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7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ABB7EFA9-08CD-446C-B165-D88F224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交付承诺应建立在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验证与投入确认之后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8EBF102D-C0AD-4C8B-BF56-66D03BCC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来自访谈、工单和使用记录的反馈，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先说明问题，再逐层核对。</a:t>
            </a:r>
          </a:p>
        </p:txBody>
      </p:sp>
      <p:sp>
        <p:nvSpPr>
          <p:cNvPr id="7" name="plain-2-module">
            <a:extLst xmlns:a="http://schemas.openxmlformats.org/drawingml/2006/main">
              <a:ext uri="{FF2B5EF4-FFF2-40B4-BE49-F238E27FC236}">
                <a16:creationId xmlns:a16="http://schemas.microsoft.com/office/drawing/2014/main" id="{85D5582C-C743-4EA4-B855-17A7E54B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进入下一层的条件</a:t>
            </a:r>
          </a:p>
        </p:txBody>
      </p:sp>
      <p:sp>
        <p:nvSpPr>
          <p:cNvPr id="8" name="plain-3-body">
            <a:extLst xmlns:a="http://schemas.openxmlformats.org/drawingml/2006/main">
              <a:ext uri="{FF2B5EF4-FFF2-40B4-BE49-F238E27FC236}">
                <a16:creationId xmlns:a16="http://schemas.microsoft.com/office/drawing/2014/main" id="{9DF90545-4465-401E-9E15-EB7ADFD3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原始反馈可追溯</a:t>
            </a:r>
          </a:p>
        </p:txBody>
      </p:sp>
      <p:sp>
        <p:nvSpPr>
          <p:cNvPr id="9" name="plain-4-body">
            <a:extLst xmlns:a="http://schemas.openxmlformats.org/drawingml/2006/main">
              <a:ext uri="{FF2B5EF4-FFF2-40B4-BE49-F238E27FC236}">
                <a16:creationId xmlns:a16="http://schemas.microsoft.com/office/drawing/2014/main" id="{6AAE6D30-6F6F-4AC9-B60C-23D244D8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042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问题能够复现</a:t>
            </a:r>
          </a:p>
        </p:txBody>
      </p:sp>
      <p:sp>
        <p:nvSpPr>
          <p:cNvPr id="10" name="plain-5-body">
            <a:extLst xmlns:a="http://schemas.openxmlformats.org/drawingml/2006/main">
              <a:ext uri="{FF2B5EF4-FFF2-40B4-BE49-F238E27FC236}">
                <a16:creationId xmlns:a16="http://schemas.microsoft.com/office/drawing/2014/main" id="{56E34899-3D3F-497B-951B-AD345AE8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试验支持预期价值</a:t>
            </a:r>
          </a:p>
        </p:txBody>
      </p:sp>
      <p:sp>
        <p:nvSpPr>
          <p:cNvPr id="11" name="plain-6-body">
            <a:extLst xmlns:a="http://schemas.openxmlformats.org/drawingml/2006/main">
              <a:ext uri="{FF2B5EF4-FFF2-40B4-BE49-F238E27FC236}">
                <a16:creationId xmlns:a16="http://schemas.microsoft.com/office/drawing/2014/main" id="{BF592848-4723-47C7-89F4-D68936EE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人员与时间可落实</a:t>
            </a:r>
          </a:p>
        </p:txBody>
      </p:sp>
      <p:sp>
        <p:nvSpPr>
          <p:cNvPr id="12" name="plain-7-body">
            <a:extLst xmlns:a="http://schemas.openxmlformats.org/drawingml/2006/main">
              <a:ext uri="{FF2B5EF4-FFF2-40B4-BE49-F238E27FC236}">
                <a16:creationId xmlns:a16="http://schemas.microsoft.com/office/drawing/2014/main" id="{1794A4CD-77E4-4E47-9458-A3E76EF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责任人与范围明确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68B5C7-9B07-4CEE-BF3D-9C14AB7D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A5C09B6-674D-41D9-AE71-2F8F806F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10520">
            <a:off x="4343000" y="2164794"/>
            <a:ext cx="3125010" cy="372063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12CFF1BB-156E-45BC-8192-63DA9013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737266"/>
            <a:ext cx="1997726" cy="506473"/>
          </a:xfrm>
          <a:custGeom xmlns:a="http://schemas.openxmlformats.org/drawingml/2006/main">
            <a:pathLst>
              <a:path w="1997726" h="506473">
                <a:moveTo>
                  <a:pt x="0" y="0"/>
                </a:moveTo>
                <a:lnTo>
                  <a:pt x="10925" y="23984"/>
                </a:lnTo>
                <a:lnTo>
                  <a:pt x="21841" y="47958"/>
                </a:lnTo>
                <a:lnTo>
                  <a:pt x="32766" y="71942"/>
                </a:lnTo>
                <a:lnTo>
                  <a:pt x="43682" y="95926"/>
                </a:lnTo>
                <a:lnTo>
                  <a:pt x="54607" y="119910"/>
                </a:lnTo>
                <a:lnTo>
                  <a:pt x="65532" y="143885"/>
                </a:lnTo>
                <a:lnTo>
                  <a:pt x="76448" y="167869"/>
                </a:lnTo>
                <a:lnTo>
                  <a:pt x="87373" y="191853"/>
                </a:lnTo>
                <a:lnTo>
                  <a:pt x="98288" y="215827"/>
                </a:lnTo>
                <a:lnTo>
                  <a:pt x="109214" y="239811"/>
                </a:lnTo>
                <a:lnTo>
                  <a:pt x="120139" y="263795"/>
                </a:lnTo>
                <a:lnTo>
                  <a:pt x="131054" y="287769"/>
                </a:lnTo>
                <a:lnTo>
                  <a:pt x="141980" y="311753"/>
                </a:lnTo>
                <a:lnTo>
                  <a:pt x="152895" y="335737"/>
                </a:lnTo>
                <a:lnTo>
                  <a:pt x="163820" y="359721"/>
                </a:lnTo>
                <a:lnTo>
                  <a:pt x="174746" y="383696"/>
                </a:lnTo>
                <a:lnTo>
                  <a:pt x="185661" y="407680"/>
                </a:lnTo>
                <a:lnTo>
                  <a:pt x="196586" y="431663"/>
                </a:lnTo>
                <a:lnTo>
                  <a:pt x="207988" y="454238"/>
                </a:lnTo>
                <a:lnTo>
                  <a:pt x="225095" y="462391"/>
                </a:lnTo>
                <a:lnTo>
                  <a:pt x="242649" y="467297"/>
                </a:lnTo>
                <a:lnTo>
                  <a:pt x="260299" y="471059"/>
                </a:lnTo>
                <a:lnTo>
                  <a:pt x="277997" y="474155"/>
                </a:lnTo>
                <a:lnTo>
                  <a:pt x="295713" y="476822"/>
                </a:lnTo>
                <a:lnTo>
                  <a:pt x="313458" y="479165"/>
                </a:lnTo>
                <a:lnTo>
                  <a:pt x="331203" y="481270"/>
                </a:lnTo>
                <a:lnTo>
                  <a:pt x="348958" y="483175"/>
                </a:lnTo>
                <a:lnTo>
                  <a:pt x="366713" y="484918"/>
                </a:lnTo>
                <a:lnTo>
                  <a:pt x="384477" y="486527"/>
                </a:lnTo>
                <a:lnTo>
                  <a:pt x="402250" y="488013"/>
                </a:lnTo>
                <a:lnTo>
                  <a:pt x="420024" y="489395"/>
                </a:lnTo>
                <a:lnTo>
                  <a:pt x="437798" y="490680"/>
                </a:lnTo>
                <a:lnTo>
                  <a:pt x="455571" y="491881"/>
                </a:lnTo>
                <a:lnTo>
                  <a:pt x="473345" y="493004"/>
                </a:lnTo>
                <a:lnTo>
                  <a:pt x="491128" y="494052"/>
                </a:lnTo>
                <a:lnTo>
                  <a:pt x="508911" y="495052"/>
                </a:lnTo>
                <a:lnTo>
                  <a:pt x="526694" y="495986"/>
                </a:lnTo>
                <a:lnTo>
                  <a:pt x="544478" y="496853"/>
                </a:lnTo>
                <a:lnTo>
                  <a:pt x="562261" y="497681"/>
                </a:lnTo>
                <a:lnTo>
                  <a:pt x="580044" y="498453"/>
                </a:lnTo>
                <a:lnTo>
                  <a:pt x="597827" y="499177"/>
                </a:lnTo>
                <a:lnTo>
                  <a:pt x="615610" y="499862"/>
                </a:lnTo>
                <a:lnTo>
                  <a:pt x="633393" y="500510"/>
                </a:lnTo>
                <a:lnTo>
                  <a:pt x="651186" y="501110"/>
                </a:lnTo>
                <a:lnTo>
                  <a:pt x="668969" y="501682"/>
                </a:lnTo>
                <a:lnTo>
                  <a:pt x="686762" y="502196"/>
                </a:lnTo>
                <a:lnTo>
                  <a:pt x="704545" y="502701"/>
                </a:lnTo>
                <a:lnTo>
                  <a:pt x="722328" y="503149"/>
                </a:lnTo>
                <a:lnTo>
                  <a:pt x="740121" y="503587"/>
                </a:lnTo>
                <a:lnTo>
                  <a:pt x="757914" y="503968"/>
                </a:lnTo>
                <a:lnTo>
                  <a:pt x="775697" y="504339"/>
                </a:lnTo>
                <a:lnTo>
                  <a:pt x="793490" y="504663"/>
                </a:lnTo>
                <a:lnTo>
                  <a:pt x="811273" y="504977"/>
                </a:lnTo>
                <a:lnTo>
                  <a:pt x="829066" y="505244"/>
                </a:lnTo>
                <a:lnTo>
                  <a:pt x="846858" y="505492"/>
                </a:lnTo>
                <a:lnTo>
                  <a:pt x="864641" y="505701"/>
                </a:lnTo>
                <a:lnTo>
                  <a:pt x="882434" y="505901"/>
                </a:lnTo>
                <a:lnTo>
                  <a:pt x="900227" y="506054"/>
                </a:lnTo>
                <a:lnTo>
                  <a:pt x="918010" y="506197"/>
                </a:lnTo>
                <a:lnTo>
                  <a:pt x="935803" y="506301"/>
                </a:lnTo>
                <a:lnTo>
                  <a:pt x="953595" y="506387"/>
                </a:lnTo>
                <a:lnTo>
                  <a:pt x="971379" y="506444"/>
                </a:lnTo>
                <a:lnTo>
                  <a:pt x="989171" y="506473"/>
                </a:lnTo>
                <a:lnTo>
                  <a:pt x="1006964" y="506473"/>
                </a:lnTo>
                <a:lnTo>
                  <a:pt x="1024757" y="506444"/>
                </a:lnTo>
                <a:lnTo>
                  <a:pt x="1042540" y="506406"/>
                </a:lnTo>
                <a:lnTo>
                  <a:pt x="1060333" y="506320"/>
                </a:lnTo>
                <a:lnTo>
                  <a:pt x="1078125" y="506225"/>
                </a:lnTo>
                <a:lnTo>
                  <a:pt x="1095908" y="506092"/>
                </a:lnTo>
                <a:lnTo>
                  <a:pt x="1113701" y="505949"/>
                </a:lnTo>
                <a:lnTo>
                  <a:pt x="1131494" y="505749"/>
                </a:lnTo>
                <a:lnTo>
                  <a:pt x="1149277" y="505549"/>
                </a:lnTo>
                <a:lnTo>
                  <a:pt x="1167070" y="505301"/>
                </a:lnTo>
                <a:lnTo>
                  <a:pt x="1184862" y="505044"/>
                </a:lnTo>
                <a:lnTo>
                  <a:pt x="1202646" y="504739"/>
                </a:lnTo>
                <a:lnTo>
                  <a:pt x="1220438" y="504425"/>
                </a:lnTo>
                <a:lnTo>
                  <a:pt x="1238231" y="504053"/>
                </a:lnTo>
                <a:lnTo>
                  <a:pt x="1256014" y="503682"/>
                </a:lnTo>
                <a:lnTo>
                  <a:pt x="1273807" y="503244"/>
                </a:lnTo>
                <a:lnTo>
                  <a:pt x="1291590" y="502806"/>
                </a:lnTo>
                <a:lnTo>
                  <a:pt x="1309383" y="502310"/>
                </a:lnTo>
                <a:lnTo>
                  <a:pt x="1327166" y="501806"/>
                </a:lnTo>
                <a:lnTo>
                  <a:pt x="1344949" y="501253"/>
                </a:lnTo>
                <a:lnTo>
                  <a:pt x="1362742" y="500653"/>
                </a:lnTo>
                <a:lnTo>
                  <a:pt x="1380525" y="500015"/>
                </a:lnTo>
                <a:lnTo>
                  <a:pt x="1398308" y="499339"/>
                </a:lnTo>
                <a:lnTo>
                  <a:pt x="1416101" y="498624"/>
                </a:lnTo>
                <a:lnTo>
                  <a:pt x="1433884" y="497862"/>
                </a:lnTo>
                <a:lnTo>
                  <a:pt x="1451667" y="497053"/>
                </a:lnTo>
                <a:lnTo>
                  <a:pt x="1469450" y="496186"/>
                </a:lnTo>
                <a:lnTo>
                  <a:pt x="1487233" y="495271"/>
                </a:lnTo>
                <a:lnTo>
                  <a:pt x="1505007" y="494300"/>
                </a:lnTo>
                <a:lnTo>
                  <a:pt x="1522790" y="493252"/>
                </a:lnTo>
                <a:lnTo>
                  <a:pt x="1540564" y="492147"/>
                </a:lnTo>
                <a:lnTo>
                  <a:pt x="1558347" y="490966"/>
                </a:lnTo>
                <a:lnTo>
                  <a:pt x="1576121" y="489699"/>
                </a:lnTo>
                <a:lnTo>
                  <a:pt x="1593894" y="488337"/>
                </a:lnTo>
                <a:lnTo>
                  <a:pt x="1611659" y="486880"/>
                </a:lnTo>
                <a:lnTo>
                  <a:pt x="1629423" y="485308"/>
                </a:lnTo>
                <a:lnTo>
                  <a:pt x="1647187" y="483594"/>
                </a:lnTo>
                <a:lnTo>
                  <a:pt x="1664941" y="481727"/>
                </a:lnTo>
                <a:lnTo>
                  <a:pt x="1682696" y="479679"/>
                </a:lnTo>
                <a:lnTo>
                  <a:pt x="1700432" y="477383"/>
                </a:lnTo>
                <a:lnTo>
                  <a:pt x="1718158" y="474802"/>
                </a:lnTo>
                <a:lnTo>
                  <a:pt x="1735865" y="471821"/>
                </a:lnTo>
                <a:lnTo>
                  <a:pt x="1753524" y="468249"/>
                </a:lnTo>
                <a:lnTo>
                  <a:pt x="1771117" y="463687"/>
                </a:lnTo>
                <a:lnTo>
                  <a:pt x="1788424" y="456771"/>
                </a:lnTo>
                <a:lnTo>
                  <a:pt x="1801139" y="437207"/>
                </a:lnTo>
                <a:lnTo>
                  <a:pt x="1812065" y="413223"/>
                </a:lnTo>
                <a:lnTo>
                  <a:pt x="1822980" y="389239"/>
                </a:lnTo>
                <a:lnTo>
                  <a:pt x="1833905" y="365265"/>
                </a:lnTo>
                <a:lnTo>
                  <a:pt x="1844821" y="341281"/>
                </a:lnTo>
                <a:lnTo>
                  <a:pt x="1855746" y="317297"/>
                </a:lnTo>
                <a:lnTo>
                  <a:pt x="1866671" y="293322"/>
                </a:lnTo>
                <a:lnTo>
                  <a:pt x="1877587" y="269338"/>
                </a:lnTo>
                <a:lnTo>
                  <a:pt x="1888512" y="245354"/>
                </a:lnTo>
                <a:lnTo>
                  <a:pt x="1899428" y="221380"/>
                </a:lnTo>
                <a:lnTo>
                  <a:pt x="1910353" y="197396"/>
                </a:lnTo>
                <a:lnTo>
                  <a:pt x="1921278" y="173412"/>
                </a:lnTo>
                <a:lnTo>
                  <a:pt x="1932194" y="149428"/>
                </a:lnTo>
                <a:lnTo>
                  <a:pt x="1943119" y="125454"/>
                </a:lnTo>
                <a:lnTo>
                  <a:pt x="1954035" y="101470"/>
                </a:lnTo>
                <a:lnTo>
                  <a:pt x="1964960" y="77486"/>
                </a:lnTo>
                <a:lnTo>
                  <a:pt x="1975885" y="53511"/>
                </a:lnTo>
                <a:lnTo>
                  <a:pt x="1986801" y="29528"/>
                </a:lnTo>
                <a:lnTo>
                  <a:pt x="1997726" y="5544"/>
                </a:lnTo>
                <a:lnTo>
                  <a:pt x="1988534" y="10144"/>
                </a:lnTo>
                <a:lnTo>
                  <a:pt x="1971056" y="15716"/>
                </a:lnTo>
                <a:lnTo>
                  <a:pt x="1953416" y="19612"/>
                </a:lnTo>
                <a:lnTo>
                  <a:pt x="1935718" y="22736"/>
                </a:lnTo>
                <a:lnTo>
                  <a:pt x="1917992" y="25394"/>
                </a:lnTo>
                <a:lnTo>
                  <a:pt x="1900257" y="27708"/>
                </a:lnTo>
                <a:lnTo>
                  <a:pt x="1882511" y="29775"/>
                </a:lnTo>
                <a:lnTo>
                  <a:pt x="1864757" y="31642"/>
                </a:lnTo>
                <a:lnTo>
                  <a:pt x="1846993" y="33357"/>
                </a:lnTo>
                <a:lnTo>
                  <a:pt x="1829229" y="34947"/>
                </a:lnTo>
                <a:lnTo>
                  <a:pt x="1811455" y="36405"/>
                </a:lnTo>
                <a:lnTo>
                  <a:pt x="1793681" y="37776"/>
                </a:lnTo>
                <a:lnTo>
                  <a:pt x="1775908" y="39053"/>
                </a:lnTo>
                <a:lnTo>
                  <a:pt x="1758134" y="40262"/>
                </a:lnTo>
                <a:lnTo>
                  <a:pt x="1740360" y="41396"/>
                </a:lnTo>
                <a:lnTo>
                  <a:pt x="1722577" y="42462"/>
                </a:lnTo>
                <a:lnTo>
                  <a:pt x="1704794" y="43482"/>
                </a:lnTo>
                <a:lnTo>
                  <a:pt x="1687020" y="44434"/>
                </a:lnTo>
                <a:lnTo>
                  <a:pt x="1669237" y="45349"/>
                </a:lnTo>
                <a:lnTo>
                  <a:pt x="1651454" y="46206"/>
                </a:lnTo>
                <a:lnTo>
                  <a:pt x="1633671" y="47034"/>
                </a:lnTo>
                <a:lnTo>
                  <a:pt x="1615888" y="47815"/>
                </a:lnTo>
                <a:lnTo>
                  <a:pt x="1598105" y="48558"/>
                </a:lnTo>
                <a:lnTo>
                  <a:pt x="1580312" y="49263"/>
                </a:lnTo>
                <a:lnTo>
                  <a:pt x="1562529" y="49930"/>
                </a:lnTo>
                <a:lnTo>
                  <a:pt x="1544745" y="50578"/>
                </a:lnTo>
                <a:lnTo>
                  <a:pt x="1526953" y="51178"/>
                </a:lnTo>
                <a:lnTo>
                  <a:pt x="1509170" y="51759"/>
                </a:lnTo>
                <a:lnTo>
                  <a:pt x="1491386" y="52321"/>
                </a:lnTo>
                <a:lnTo>
                  <a:pt x="1473594" y="52845"/>
                </a:lnTo>
                <a:lnTo>
                  <a:pt x="1455811" y="53359"/>
                </a:lnTo>
                <a:lnTo>
                  <a:pt x="1438018" y="53816"/>
                </a:lnTo>
                <a:lnTo>
                  <a:pt x="1420235" y="54273"/>
                </a:lnTo>
                <a:lnTo>
                  <a:pt x="1402442" y="54712"/>
                </a:lnTo>
                <a:lnTo>
                  <a:pt x="1384659" y="55112"/>
                </a:lnTo>
                <a:lnTo>
                  <a:pt x="1366866" y="55512"/>
                </a:lnTo>
                <a:lnTo>
                  <a:pt x="1349083" y="55855"/>
                </a:lnTo>
                <a:lnTo>
                  <a:pt x="1331290" y="56207"/>
                </a:lnTo>
                <a:lnTo>
                  <a:pt x="1313498" y="56531"/>
                </a:lnTo>
                <a:lnTo>
                  <a:pt x="1295714" y="56826"/>
                </a:lnTo>
                <a:lnTo>
                  <a:pt x="1277922" y="57121"/>
                </a:lnTo>
                <a:lnTo>
                  <a:pt x="1260129" y="57369"/>
                </a:lnTo>
                <a:lnTo>
                  <a:pt x="1242346" y="57617"/>
                </a:lnTo>
                <a:lnTo>
                  <a:pt x="1224553" y="57845"/>
                </a:lnTo>
                <a:lnTo>
                  <a:pt x="1206770" y="58045"/>
                </a:lnTo>
                <a:lnTo>
                  <a:pt x="1188977" y="58245"/>
                </a:lnTo>
                <a:lnTo>
                  <a:pt x="1171184" y="58407"/>
                </a:lnTo>
                <a:lnTo>
                  <a:pt x="1153392" y="58569"/>
                </a:lnTo>
                <a:lnTo>
                  <a:pt x="1135609" y="58712"/>
                </a:lnTo>
                <a:lnTo>
                  <a:pt x="1117816" y="58817"/>
                </a:lnTo>
                <a:lnTo>
                  <a:pt x="1100023" y="58931"/>
                </a:lnTo>
                <a:lnTo>
                  <a:pt x="1082240" y="59007"/>
                </a:lnTo>
                <a:lnTo>
                  <a:pt x="1064447" y="59074"/>
                </a:lnTo>
                <a:lnTo>
                  <a:pt x="1046655" y="59141"/>
                </a:lnTo>
                <a:lnTo>
                  <a:pt x="1028871" y="59160"/>
                </a:lnTo>
                <a:lnTo>
                  <a:pt x="1011079" y="59188"/>
                </a:lnTo>
                <a:lnTo>
                  <a:pt x="993286" y="59188"/>
                </a:lnTo>
                <a:lnTo>
                  <a:pt x="975493" y="59169"/>
                </a:lnTo>
                <a:lnTo>
                  <a:pt x="957710" y="59150"/>
                </a:lnTo>
                <a:lnTo>
                  <a:pt x="939917" y="59093"/>
                </a:lnTo>
                <a:lnTo>
                  <a:pt x="922125" y="59026"/>
                </a:lnTo>
                <a:lnTo>
                  <a:pt x="904342" y="58960"/>
                </a:lnTo>
                <a:lnTo>
                  <a:pt x="886549" y="58845"/>
                </a:lnTo>
                <a:lnTo>
                  <a:pt x="868756" y="58731"/>
                </a:lnTo>
                <a:lnTo>
                  <a:pt x="850964" y="58598"/>
                </a:lnTo>
                <a:lnTo>
                  <a:pt x="833180" y="58445"/>
                </a:lnTo>
                <a:lnTo>
                  <a:pt x="815388" y="58293"/>
                </a:lnTo>
                <a:lnTo>
                  <a:pt x="797595" y="58093"/>
                </a:lnTo>
                <a:lnTo>
                  <a:pt x="779812" y="57893"/>
                </a:lnTo>
                <a:lnTo>
                  <a:pt x="762019" y="57674"/>
                </a:lnTo>
                <a:lnTo>
                  <a:pt x="744226" y="57426"/>
                </a:lnTo>
                <a:lnTo>
                  <a:pt x="726443" y="57179"/>
                </a:lnTo>
                <a:lnTo>
                  <a:pt x="708650" y="56893"/>
                </a:lnTo>
                <a:lnTo>
                  <a:pt x="690867" y="56598"/>
                </a:lnTo>
                <a:lnTo>
                  <a:pt x="673075" y="56283"/>
                </a:lnTo>
                <a:lnTo>
                  <a:pt x="655282" y="55940"/>
                </a:lnTo>
                <a:lnTo>
                  <a:pt x="637499" y="55588"/>
                </a:lnTo>
                <a:lnTo>
                  <a:pt x="619706" y="55207"/>
                </a:lnTo>
                <a:lnTo>
                  <a:pt x="601923" y="54797"/>
                </a:lnTo>
                <a:lnTo>
                  <a:pt x="584130" y="54388"/>
                </a:lnTo>
                <a:lnTo>
                  <a:pt x="566347" y="53931"/>
                </a:lnTo>
                <a:lnTo>
                  <a:pt x="548554" y="53473"/>
                </a:lnTo>
                <a:lnTo>
                  <a:pt x="530771" y="52959"/>
                </a:lnTo>
                <a:lnTo>
                  <a:pt x="512978" y="52445"/>
                </a:lnTo>
                <a:lnTo>
                  <a:pt x="495195" y="51902"/>
                </a:lnTo>
                <a:lnTo>
                  <a:pt x="477403" y="51330"/>
                </a:lnTo>
                <a:lnTo>
                  <a:pt x="459619" y="50721"/>
                </a:lnTo>
                <a:lnTo>
                  <a:pt x="441836" y="50092"/>
                </a:lnTo>
                <a:lnTo>
                  <a:pt x="424043" y="49425"/>
                </a:lnTo>
                <a:lnTo>
                  <a:pt x="406260" y="48720"/>
                </a:lnTo>
                <a:lnTo>
                  <a:pt x="388477" y="47987"/>
                </a:lnTo>
                <a:lnTo>
                  <a:pt x="370694" y="47215"/>
                </a:lnTo>
                <a:lnTo>
                  <a:pt x="352911" y="46396"/>
                </a:lnTo>
                <a:lnTo>
                  <a:pt x="335128" y="45549"/>
                </a:lnTo>
                <a:lnTo>
                  <a:pt x="317344" y="44644"/>
                </a:lnTo>
                <a:lnTo>
                  <a:pt x="299561" y="43701"/>
                </a:lnTo>
                <a:lnTo>
                  <a:pt x="281788" y="42701"/>
                </a:lnTo>
                <a:lnTo>
                  <a:pt x="264004" y="41643"/>
                </a:lnTo>
                <a:lnTo>
                  <a:pt x="246231" y="40529"/>
                </a:lnTo>
                <a:lnTo>
                  <a:pt x="228448" y="39338"/>
                </a:lnTo>
                <a:lnTo>
                  <a:pt x="210674" y="38081"/>
                </a:lnTo>
                <a:lnTo>
                  <a:pt x="192900" y="36728"/>
                </a:lnTo>
                <a:lnTo>
                  <a:pt x="175136" y="35290"/>
                </a:lnTo>
                <a:lnTo>
                  <a:pt x="157363" y="33738"/>
                </a:lnTo>
                <a:lnTo>
                  <a:pt x="139608" y="32052"/>
                </a:lnTo>
                <a:lnTo>
                  <a:pt x="121844" y="30223"/>
                </a:lnTo>
                <a:lnTo>
                  <a:pt x="104099" y="28204"/>
                </a:lnTo>
                <a:lnTo>
                  <a:pt x="86354" y="25956"/>
                </a:lnTo>
                <a:lnTo>
                  <a:pt x="68628" y="23393"/>
                </a:lnTo>
                <a:lnTo>
                  <a:pt x="50930" y="20393"/>
                </a:lnTo>
                <a:lnTo>
                  <a:pt x="33271" y="16707"/>
                </a:lnTo>
                <a:lnTo>
                  <a:pt x="15726" y="11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FF958951-C4F7-4F04-81E3-BE7E2E5F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653065"/>
            <a:ext cx="2000250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AD94047-F4AA-423A-BB97-96D7F966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077" y="3337341"/>
            <a:ext cx="1590932" cy="506482"/>
          </a:xfrm>
          <a:custGeom xmlns:a="http://schemas.openxmlformats.org/drawingml/2006/main">
            <a:pathLst>
              <a:path w="1590932" h="506482">
                <a:moveTo>
                  <a:pt x="0" y="0"/>
                </a:moveTo>
                <a:lnTo>
                  <a:pt x="7458" y="21393"/>
                </a:lnTo>
                <a:lnTo>
                  <a:pt x="14907" y="42786"/>
                </a:lnTo>
                <a:lnTo>
                  <a:pt x="22365" y="64179"/>
                </a:lnTo>
                <a:lnTo>
                  <a:pt x="29823" y="85573"/>
                </a:lnTo>
                <a:lnTo>
                  <a:pt x="37271" y="106966"/>
                </a:lnTo>
                <a:lnTo>
                  <a:pt x="44729" y="128359"/>
                </a:lnTo>
                <a:lnTo>
                  <a:pt x="52178" y="149752"/>
                </a:lnTo>
                <a:lnTo>
                  <a:pt x="59636" y="171145"/>
                </a:lnTo>
                <a:lnTo>
                  <a:pt x="67094" y="192538"/>
                </a:lnTo>
                <a:lnTo>
                  <a:pt x="74543" y="213932"/>
                </a:lnTo>
                <a:lnTo>
                  <a:pt x="82001" y="235325"/>
                </a:lnTo>
                <a:lnTo>
                  <a:pt x="89459" y="256718"/>
                </a:lnTo>
                <a:lnTo>
                  <a:pt x="96907" y="278111"/>
                </a:lnTo>
                <a:lnTo>
                  <a:pt x="104365" y="299504"/>
                </a:lnTo>
                <a:lnTo>
                  <a:pt x="111814" y="320897"/>
                </a:lnTo>
                <a:lnTo>
                  <a:pt x="119272" y="342290"/>
                </a:lnTo>
                <a:lnTo>
                  <a:pt x="126730" y="363684"/>
                </a:lnTo>
                <a:lnTo>
                  <a:pt x="134179" y="385077"/>
                </a:lnTo>
                <a:lnTo>
                  <a:pt x="141637" y="406470"/>
                </a:lnTo>
                <a:lnTo>
                  <a:pt x="149095" y="427863"/>
                </a:lnTo>
                <a:lnTo>
                  <a:pt x="156191" y="449485"/>
                </a:lnTo>
                <a:lnTo>
                  <a:pt x="168954" y="460553"/>
                </a:lnTo>
                <a:lnTo>
                  <a:pt x="183166" y="466058"/>
                </a:lnTo>
                <a:lnTo>
                  <a:pt x="197539" y="470116"/>
                </a:lnTo>
                <a:lnTo>
                  <a:pt x="211988" y="473412"/>
                </a:lnTo>
                <a:lnTo>
                  <a:pt x="226476" y="476221"/>
                </a:lnTo>
                <a:lnTo>
                  <a:pt x="240983" y="478669"/>
                </a:lnTo>
                <a:lnTo>
                  <a:pt x="255508" y="480860"/>
                </a:lnTo>
                <a:lnTo>
                  <a:pt x="270034" y="482832"/>
                </a:lnTo>
                <a:lnTo>
                  <a:pt x="284578" y="484642"/>
                </a:lnTo>
                <a:lnTo>
                  <a:pt x="299123" y="486289"/>
                </a:lnTo>
                <a:lnTo>
                  <a:pt x="313668" y="487823"/>
                </a:lnTo>
                <a:lnTo>
                  <a:pt x="328222" y="489242"/>
                </a:lnTo>
                <a:lnTo>
                  <a:pt x="342786" y="490557"/>
                </a:lnTo>
                <a:lnTo>
                  <a:pt x="357340" y="491795"/>
                </a:lnTo>
                <a:lnTo>
                  <a:pt x="371904" y="492938"/>
                </a:lnTo>
                <a:lnTo>
                  <a:pt x="386467" y="494014"/>
                </a:lnTo>
                <a:lnTo>
                  <a:pt x="401031" y="495033"/>
                </a:lnTo>
                <a:lnTo>
                  <a:pt x="415604" y="495976"/>
                </a:lnTo>
                <a:lnTo>
                  <a:pt x="430168" y="496872"/>
                </a:lnTo>
                <a:lnTo>
                  <a:pt x="444741" y="497700"/>
                </a:lnTo>
                <a:lnTo>
                  <a:pt x="459315" y="498491"/>
                </a:lnTo>
                <a:lnTo>
                  <a:pt x="473878" y="499234"/>
                </a:lnTo>
                <a:lnTo>
                  <a:pt x="488452" y="499929"/>
                </a:lnTo>
                <a:lnTo>
                  <a:pt x="503025" y="500577"/>
                </a:lnTo>
                <a:lnTo>
                  <a:pt x="517598" y="501186"/>
                </a:lnTo>
                <a:lnTo>
                  <a:pt x="532171" y="501758"/>
                </a:lnTo>
                <a:lnTo>
                  <a:pt x="546745" y="502291"/>
                </a:lnTo>
                <a:lnTo>
                  <a:pt x="561327" y="502787"/>
                </a:lnTo>
                <a:lnTo>
                  <a:pt x="575901" y="503234"/>
                </a:lnTo>
                <a:lnTo>
                  <a:pt x="590474" y="503672"/>
                </a:lnTo>
                <a:lnTo>
                  <a:pt x="605047" y="504053"/>
                </a:lnTo>
                <a:lnTo>
                  <a:pt x="619630" y="504434"/>
                </a:lnTo>
                <a:lnTo>
                  <a:pt x="634203" y="504749"/>
                </a:lnTo>
                <a:lnTo>
                  <a:pt x="648776" y="505063"/>
                </a:lnTo>
                <a:lnTo>
                  <a:pt x="663359" y="505320"/>
                </a:lnTo>
                <a:lnTo>
                  <a:pt x="677932" y="505577"/>
                </a:lnTo>
                <a:lnTo>
                  <a:pt x="692515" y="505778"/>
                </a:lnTo>
                <a:lnTo>
                  <a:pt x="707088" y="505968"/>
                </a:lnTo>
                <a:lnTo>
                  <a:pt x="721662" y="506111"/>
                </a:lnTo>
                <a:lnTo>
                  <a:pt x="736244" y="506254"/>
                </a:lnTo>
                <a:lnTo>
                  <a:pt x="750818" y="506339"/>
                </a:lnTo>
                <a:lnTo>
                  <a:pt x="765400" y="506425"/>
                </a:lnTo>
                <a:lnTo>
                  <a:pt x="779974" y="506454"/>
                </a:lnTo>
                <a:lnTo>
                  <a:pt x="794556" y="506482"/>
                </a:lnTo>
                <a:lnTo>
                  <a:pt x="809130" y="506463"/>
                </a:lnTo>
                <a:lnTo>
                  <a:pt x="823712" y="506435"/>
                </a:lnTo>
                <a:lnTo>
                  <a:pt x="838286" y="506359"/>
                </a:lnTo>
                <a:lnTo>
                  <a:pt x="852869" y="506273"/>
                </a:lnTo>
                <a:lnTo>
                  <a:pt x="867442" y="506149"/>
                </a:lnTo>
                <a:lnTo>
                  <a:pt x="882025" y="506006"/>
                </a:lnTo>
                <a:lnTo>
                  <a:pt x="896598" y="505825"/>
                </a:lnTo>
                <a:lnTo>
                  <a:pt x="911171" y="505625"/>
                </a:lnTo>
                <a:lnTo>
                  <a:pt x="925754" y="505387"/>
                </a:lnTo>
                <a:lnTo>
                  <a:pt x="940327" y="505130"/>
                </a:lnTo>
                <a:lnTo>
                  <a:pt x="954910" y="504844"/>
                </a:lnTo>
                <a:lnTo>
                  <a:pt x="969483" y="504520"/>
                </a:lnTo>
                <a:lnTo>
                  <a:pt x="984056" y="504158"/>
                </a:lnTo>
                <a:lnTo>
                  <a:pt x="998639" y="503777"/>
                </a:lnTo>
                <a:lnTo>
                  <a:pt x="1013212" y="503349"/>
                </a:lnTo>
                <a:lnTo>
                  <a:pt x="1027786" y="502901"/>
                </a:lnTo>
                <a:lnTo>
                  <a:pt x="1042359" y="502425"/>
                </a:lnTo>
                <a:lnTo>
                  <a:pt x="1056932" y="501901"/>
                </a:lnTo>
                <a:lnTo>
                  <a:pt x="1071505" y="501339"/>
                </a:lnTo>
                <a:lnTo>
                  <a:pt x="1086079" y="500739"/>
                </a:lnTo>
                <a:lnTo>
                  <a:pt x="1100652" y="500101"/>
                </a:lnTo>
                <a:lnTo>
                  <a:pt x="1115225" y="499415"/>
                </a:lnTo>
                <a:lnTo>
                  <a:pt x="1129798" y="498691"/>
                </a:lnTo>
                <a:lnTo>
                  <a:pt x="1144372" y="497910"/>
                </a:lnTo>
                <a:lnTo>
                  <a:pt x="1158945" y="497091"/>
                </a:lnTo>
                <a:lnTo>
                  <a:pt x="1173509" y="496214"/>
                </a:lnTo>
                <a:lnTo>
                  <a:pt x="1188072" y="495281"/>
                </a:lnTo>
                <a:lnTo>
                  <a:pt x="1202646" y="494281"/>
                </a:lnTo>
                <a:lnTo>
                  <a:pt x="1217209" y="493224"/>
                </a:lnTo>
                <a:lnTo>
                  <a:pt x="1231773" y="492090"/>
                </a:lnTo>
                <a:lnTo>
                  <a:pt x="1246327" y="490880"/>
                </a:lnTo>
                <a:lnTo>
                  <a:pt x="1260891" y="489585"/>
                </a:lnTo>
                <a:lnTo>
                  <a:pt x="1275445" y="488194"/>
                </a:lnTo>
                <a:lnTo>
                  <a:pt x="1289999" y="486699"/>
                </a:lnTo>
                <a:lnTo>
                  <a:pt x="1304544" y="485080"/>
                </a:lnTo>
                <a:lnTo>
                  <a:pt x="1319079" y="483318"/>
                </a:lnTo>
                <a:lnTo>
                  <a:pt x="1333614" y="481384"/>
                </a:lnTo>
                <a:lnTo>
                  <a:pt x="1348140" y="479260"/>
                </a:lnTo>
                <a:lnTo>
                  <a:pt x="1362656" y="476879"/>
                </a:lnTo>
                <a:lnTo>
                  <a:pt x="1377144" y="474174"/>
                </a:lnTo>
                <a:lnTo>
                  <a:pt x="1391603" y="471021"/>
                </a:lnTo>
                <a:lnTo>
                  <a:pt x="1406004" y="467201"/>
                </a:lnTo>
                <a:lnTo>
                  <a:pt x="1420282" y="462182"/>
                </a:lnTo>
                <a:lnTo>
                  <a:pt x="1433960" y="453809"/>
                </a:lnTo>
                <a:lnTo>
                  <a:pt x="1441847" y="433349"/>
                </a:lnTo>
                <a:lnTo>
                  <a:pt x="1449295" y="411956"/>
                </a:lnTo>
                <a:lnTo>
                  <a:pt x="1456754" y="390563"/>
                </a:lnTo>
                <a:lnTo>
                  <a:pt x="1464212" y="369170"/>
                </a:lnTo>
                <a:lnTo>
                  <a:pt x="1471660" y="347777"/>
                </a:lnTo>
                <a:lnTo>
                  <a:pt x="1479118" y="326384"/>
                </a:lnTo>
                <a:lnTo>
                  <a:pt x="1486576" y="304991"/>
                </a:lnTo>
                <a:lnTo>
                  <a:pt x="1494025" y="283597"/>
                </a:lnTo>
                <a:lnTo>
                  <a:pt x="1501483" y="262204"/>
                </a:lnTo>
                <a:lnTo>
                  <a:pt x="1508931" y="240811"/>
                </a:lnTo>
                <a:lnTo>
                  <a:pt x="1516390" y="219418"/>
                </a:lnTo>
                <a:lnTo>
                  <a:pt x="1523848" y="198025"/>
                </a:lnTo>
                <a:lnTo>
                  <a:pt x="1531296" y="176632"/>
                </a:lnTo>
                <a:lnTo>
                  <a:pt x="1538754" y="155238"/>
                </a:lnTo>
                <a:lnTo>
                  <a:pt x="1546212" y="133845"/>
                </a:lnTo>
                <a:lnTo>
                  <a:pt x="1553661" y="112452"/>
                </a:lnTo>
                <a:lnTo>
                  <a:pt x="1561119" y="91059"/>
                </a:lnTo>
                <a:lnTo>
                  <a:pt x="1568567" y="69666"/>
                </a:lnTo>
                <a:lnTo>
                  <a:pt x="1576026" y="48273"/>
                </a:lnTo>
                <a:lnTo>
                  <a:pt x="1583484" y="26880"/>
                </a:lnTo>
                <a:lnTo>
                  <a:pt x="1590932" y="5486"/>
                </a:lnTo>
                <a:lnTo>
                  <a:pt x="1584227" y="9763"/>
                </a:lnTo>
                <a:lnTo>
                  <a:pt x="1570053" y="15564"/>
                </a:lnTo>
                <a:lnTo>
                  <a:pt x="1555671" y="19583"/>
                </a:lnTo>
                <a:lnTo>
                  <a:pt x="1541212" y="22793"/>
                </a:lnTo>
                <a:lnTo>
                  <a:pt x="1526724" y="25498"/>
                </a:lnTo>
                <a:lnTo>
                  <a:pt x="1512208" y="27861"/>
                </a:lnTo>
                <a:lnTo>
                  <a:pt x="1497682" y="29975"/>
                </a:lnTo>
                <a:lnTo>
                  <a:pt x="1483147" y="31880"/>
                </a:lnTo>
                <a:lnTo>
                  <a:pt x="1468612" y="33614"/>
                </a:lnTo>
                <a:lnTo>
                  <a:pt x="1454058" y="35214"/>
                </a:lnTo>
                <a:lnTo>
                  <a:pt x="1439504" y="36700"/>
                </a:lnTo>
                <a:lnTo>
                  <a:pt x="1424950" y="38090"/>
                </a:lnTo>
                <a:lnTo>
                  <a:pt x="1410395" y="39386"/>
                </a:lnTo>
                <a:lnTo>
                  <a:pt x="1395832" y="40605"/>
                </a:lnTo>
                <a:lnTo>
                  <a:pt x="1381268" y="41748"/>
                </a:lnTo>
                <a:lnTo>
                  <a:pt x="1366704" y="42824"/>
                </a:lnTo>
                <a:lnTo>
                  <a:pt x="1352140" y="43844"/>
                </a:lnTo>
                <a:lnTo>
                  <a:pt x="1337577" y="44815"/>
                </a:lnTo>
                <a:lnTo>
                  <a:pt x="1323003" y="45730"/>
                </a:lnTo>
                <a:lnTo>
                  <a:pt x="1308440" y="46596"/>
                </a:lnTo>
                <a:lnTo>
                  <a:pt x="1293866" y="47425"/>
                </a:lnTo>
                <a:lnTo>
                  <a:pt x="1279303" y="48206"/>
                </a:lnTo>
                <a:lnTo>
                  <a:pt x="1264730" y="48949"/>
                </a:lnTo>
                <a:lnTo>
                  <a:pt x="1250156" y="49663"/>
                </a:lnTo>
                <a:lnTo>
                  <a:pt x="1235583" y="50330"/>
                </a:lnTo>
                <a:lnTo>
                  <a:pt x="1221010" y="50978"/>
                </a:lnTo>
                <a:lnTo>
                  <a:pt x="1206437" y="51587"/>
                </a:lnTo>
                <a:lnTo>
                  <a:pt x="1191863" y="52168"/>
                </a:lnTo>
                <a:lnTo>
                  <a:pt x="1177290" y="52711"/>
                </a:lnTo>
                <a:lnTo>
                  <a:pt x="1162717" y="53235"/>
                </a:lnTo>
                <a:lnTo>
                  <a:pt x="1148144" y="53721"/>
                </a:lnTo>
                <a:lnTo>
                  <a:pt x="1133561" y="54197"/>
                </a:lnTo>
                <a:lnTo>
                  <a:pt x="1118987" y="54645"/>
                </a:lnTo>
                <a:lnTo>
                  <a:pt x="1104414" y="55055"/>
                </a:lnTo>
                <a:lnTo>
                  <a:pt x="1089841" y="55474"/>
                </a:lnTo>
                <a:lnTo>
                  <a:pt x="1075258" y="55836"/>
                </a:lnTo>
                <a:lnTo>
                  <a:pt x="1060685" y="56188"/>
                </a:lnTo>
                <a:lnTo>
                  <a:pt x="1046112" y="56521"/>
                </a:lnTo>
                <a:lnTo>
                  <a:pt x="1031529" y="56826"/>
                </a:lnTo>
                <a:lnTo>
                  <a:pt x="1016956" y="57131"/>
                </a:lnTo>
                <a:lnTo>
                  <a:pt x="1002382" y="57388"/>
                </a:lnTo>
                <a:lnTo>
                  <a:pt x="987800" y="57645"/>
                </a:lnTo>
                <a:lnTo>
                  <a:pt x="973226" y="57874"/>
                </a:lnTo>
                <a:lnTo>
                  <a:pt x="958644" y="58083"/>
                </a:lnTo>
                <a:lnTo>
                  <a:pt x="944070" y="58283"/>
                </a:lnTo>
                <a:lnTo>
                  <a:pt x="929488" y="58445"/>
                </a:lnTo>
                <a:lnTo>
                  <a:pt x="914914" y="58607"/>
                </a:lnTo>
                <a:lnTo>
                  <a:pt x="900341" y="58741"/>
                </a:lnTo>
                <a:lnTo>
                  <a:pt x="885758" y="58855"/>
                </a:lnTo>
                <a:lnTo>
                  <a:pt x="871185" y="58969"/>
                </a:lnTo>
                <a:lnTo>
                  <a:pt x="856602" y="59036"/>
                </a:lnTo>
                <a:lnTo>
                  <a:pt x="842029" y="59103"/>
                </a:lnTo>
                <a:lnTo>
                  <a:pt x="827446" y="59150"/>
                </a:lnTo>
                <a:lnTo>
                  <a:pt x="812873" y="59179"/>
                </a:lnTo>
                <a:lnTo>
                  <a:pt x="798290" y="59198"/>
                </a:lnTo>
                <a:lnTo>
                  <a:pt x="783717" y="59179"/>
                </a:lnTo>
                <a:lnTo>
                  <a:pt x="769134" y="59160"/>
                </a:lnTo>
                <a:lnTo>
                  <a:pt x="754561" y="59122"/>
                </a:lnTo>
                <a:lnTo>
                  <a:pt x="739978" y="59055"/>
                </a:lnTo>
                <a:lnTo>
                  <a:pt x="725405" y="58988"/>
                </a:lnTo>
                <a:lnTo>
                  <a:pt x="710822" y="58884"/>
                </a:lnTo>
                <a:lnTo>
                  <a:pt x="696249" y="58769"/>
                </a:lnTo>
                <a:lnTo>
                  <a:pt x="681676" y="58645"/>
                </a:lnTo>
                <a:lnTo>
                  <a:pt x="667093" y="58484"/>
                </a:lnTo>
                <a:lnTo>
                  <a:pt x="652520" y="58322"/>
                </a:lnTo>
                <a:lnTo>
                  <a:pt x="637937" y="58131"/>
                </a:lnTo>
                <a:lnTo>
                  <a:pt x="623364" y="57922"/>
                </a:lnTo>
                <a:lnTo>
                  <a:pt x="608781" y="57712"/>
                </a:lnTo>
                <a:lnTo>
                  <a:pt x="594208" y="57455"/>
                </a:lnTo>
                <a:lnTo>
                  <a:pt x="579634" y="57198"/>
                </a:lnTo>
                <a:lnTo>
                  <a:pt x="565052" y="56912"/>
                </a:lnTo>
                <a:lnTo>
                  <a:pt x="550478" y="56607"/>
                </a:lnTo>
                <a:lnTo>
                  <a:pt x="535905" y="56283"/>
                </a:lnTo>
                <a:lnTo>
                  <a:pt x="521322" y="55921"/>
                </a:lnTo>
                <a:lnTo>
                  <a:pt x="506749" y="55569"/>
                </a:lnTo>
                <a:lnTo>
                  <a:pt x="492176" y="55169"/>
                </a:lnTo>
                <a:lnTo>
                  <a:pt x="477593" y="54750"/>
                </a:lnTo>
                <a:lnTo>
                  <a:pt x="463020" y="54312"/>
                </a:lnTo>
                <a:lnTo>
                  <a:pt x="448447" y="53845"/>
                </a:lnTo>
                <a:lnTo>
                  <a:pt x="433873" y="53369"/>
                </a:lnTo>
                <a:lnTo>
                  <a:pt x="419300" y="52854"/>
                </a:lnTo>
                <a:lnTo>
                  <a:pt x="404717" y="52311"/>
                </a:lnTo>
                <a:lnTo>
                  <a:pt x="390144" y="51740"/>
                </a:lnTo>
                <a:lnTo>
                  <a:pt x="375571" y="51130"/>
                </a:lnTo>
                <a:lnTo>
                  <a:pt x="360998" y="50502"/>
                </a:lnTo>
                <a:lnTo>
                  <a:pt x="346424" y="49835"/>
                </a:lnTo>
                <a:lnTo>
                  <a:pt x="331861" y="49139"/>
                </a:lnTo>
                <a:lnTo>
                  <a:pt x="317287" y="48397"/>
                </a:lnTo>
                <a:lnTo>
                  <a:pt x="302714" y="47625"/>
                </a:lnTo>
                <a:lnTo>
                  <a:pt x="288141" y="46815"/>
                </a:lnTo>
                <a:lnTo>
                  <a:pt x="273577" y="45958"/>
                </a:lnTo>
                <a:lnTo>
                  <a:pt x="259004" y="45053"/>
                </a:lnTo>
                <a:lnTo>
                  <a:pt x="244440" y="44101"/>
                </a:lnTo>
                <a:lnTo>
                  <a:pt x="229876" y="43091"/>
                </a:lnTo>
                <a:lnTo>
                  <a:pt x="215313" y="42024"/>
                </a:lnTo>
                <a:lnTo>
                  <a:pt x="200749" y="40900"/>
                </a:lnTo>
                <a:lnTo>
                  <a:pt x="186185" y="39700"/>
                </a:lnTo>
                <a:lnTo>
                  <a:pt x="171631" y="38433"/>
                </a:lnTo>
                <a:lnTo>
                  <a:pt x="157067" y="37071"/>
                </a:lnTo>
                <a:lnTo>
                  <a:pt x="142523" y="35604"/>
                </a:lnTo>
                <a:lnTo>
                  <a:pt x="127968" y="34033"/>
                </a:lnTo>
                <a:lnTo>
                  <a:pt x="113424" y="32337"/>
                </a:lnTo>
                <a:lnTo>
                  <a:pt x="98889" y="30480"/>
                </a:lnTo>
                <a:lnTo>
                  <a:pt x="84363" y="28423"/>
                </a:lnTo>
                <a:lnTo>
                  <a:pt x="69847" y="26137"/>
                </a:lnTo>
                <a:lnTo>
                  <a:pt x="55350" y="23527"/>
                </a:lnTo>
                <a:lnTo>
                  <a:pt x="40881" y="20469"/>
                </a:lnTo>
                <a:lnTo>
                  <a:pt x="26470" y="16707"/>
                </a:lnTo>
                <a:lnTo>
                  <a:pt x="12211" y="115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755EBDC3-B093-416A-B206-3D1998C9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058" y="3253140"/>
            <a:ext cx="1592894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6E31F25F-05EA-43A6-885F-648A5B7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934" y="3937416"/>
            <a:ext cx="1281065" cy="506482"/>
          </a:xfrm>
          <a:custGeom xmlns:a="http://schemas.openxmlformats.org/drawingml/2006/main">
            <a:pathLst>
              <a:path w="1281065" h="506482">
                <a:moveTo>
                  <a:pt x="0" y="0"/>
                </a:moveTo>
                <a:lnTo>
                  <a:pt x="5744" y="18098"/>
                </a:lnTo>
                <a:lnTo>
                  <a:pt x="11478" y="36195"/>
                </a:lnTo>
                <a:lnTo>
                  <a:pt x="17221" y="54283"/>
                </a:lnTo>
                <a:lnTo>
                  <a:pt x="22955" y="72380"/>
                </a:lnTo>
                <a:lnTo>
                  <a:pt x="28699" y="90478"/>
                </a:lnTo>
                <a:lnTo>
                  <a:pt x="34433" y="108575"/>
                </a:lnTo>
                <a:lnTo>
                  <a:pt x="40176" y="126663"/>
                </a:lnTo>
                <a:lnTo>
                  <a:pt x="45911" y="144761"/>
                </a:lnTo>
                <a:lnTo>
                  <a:pt x="51654" y="162858"/>
                </a:lnTo>
                <a:lnTo>
                  <a:pt x="57388" y="180956"/>
                </a:lnTo>
                <a:lnTo>
                  <a:pt x="63132" y="199044"/>
                </a:lnTo>
                <a:lnTo>
                  <a:pt x="68866" y="217141"/>
                </a:lnTo>
                <a:lnTo>
                  <a:pt x="74609" y="235239"/>
                </a:lnTo>
                <a:lnTo>
                  <a:pt x="80343" y="253336"/>
                </a:lnTo>
                <a:lnTo>
                  <a:pt x="86087" y="271424"/>
                </a:lnTo>
                <a:lnTo>
                  <a:pt x="91821" y="289522"/>
                </a:lnTo>
                <a:lnTo>
                  <a:pt x="97565" y="307619"/>
                </a:lnTo>
                <a:lnTo>
                  <a:pt x="103299" y="325717"/>
                </a:lnTo>
                <a:lnTo>
                  <a:pt x="109042" y="343805"/>
                </a:lnTo>
                <a:lnTo>
                  <a:pt x="114776" y="361902"/>
                </a:lnTo>
                <a:lnTo>
                  <a:pt x="120520" y="380000"/>
                </a:lnTo>
                <a:lnTo>
                  <a:pt x="126254" y="398097"/>
                </a:lnTo>
                <a:lnTo>
                  <a:pt x="131997" y="416185"/>
                </a:lnTo>
                <a:lnTo>
                  <a:pt x="137732" y="434283"/>
                </a:lnTo>
                <a:lnTo>
                  <a:pt x="143285" y="452380"/>
                </a:lnTo>
                <a:lnTo>
                  <a:pt x="153924" y="461667"/>
                </a:lnTo>
                <a:lnTo>
                  <a:pt x="165554" y="467039"/>
                </a:lnTo>
                <a:lnTo>
                  <a:pt x="177375" y="471078"/>
                </a:lnTo>
                <a:lnTo>
                  <a:pt x="189262" y="474383"/>
                </a:lnTo>
                <a:lnTo>
                  <a:pt x="201197" y="477203"/>
                </a:lnTo>
                <a:lnTo>
                  <a:pt x="213160" y="479679"/>
                </a:lnTo>
                <a:lnTo>
                  <a:pt x="225142" y="481889"/>
                </a:lnTo>
                <a:lnTo>
                  <a:pt x="237144" y="483870"/>
                </a:lnTo>
                <a:lnTo>
                  <a:pt x="249145" y="485689"/>
                </a:lnTo>
                <a:lnTo>
                  <a:pt x="261156" y="487356"/>
                </a:lnTo>
                <a:lnTo>
                  <a:pt x="273167" y="488890"/>
                </a:lnTo>
                <a:lnTo>
                  <a:pt x="285188" y="490309"/>
                </a:lnTo>
                <a:lnTo>
                  <a:pt x="297218" y="491633"/>
                </a:lnTo>
                <a:lnTo>
                  <a:pt x="309248" y="492862"/>
                </a:lnTo>
                <a:lnTo>
                  <a:pt x="321278" y="494005"/>
                </a:lnTo>
                <a:lnTo>
                  <a:pt x="333308" y="495081"/>
                </a:lnTo>
                <a:lnTo>
                  <a:pt x="345348" y="496081"/>
                </a:lnTo>
                <a:lnTo>
                  <a:pt x="357388" y="497015"/>
                </a:lnTo>
                <a:lnTo>
                  <a:pt x="369427" y="497891"/>
                </a:lnTo>
                <a:lnTo>
                  <a:pt x="381467" y="498719"/>
                </a:lnTo>
                <a:lnTo>
                  <a:pt x="393506" y="499491"/>
                </a:lnTo>
                <a:lnTo>
                  <a:pt x="405555" y="500205"/>
                </a:lnTo>
                <a:lnTo>
                  <a:pt x="417595" y="500872"/>
                </a:lnTo>
                <a:lnTo>
                  <a:pt x="429644" y="501501"/>
                </a:lnTo>
                <a:lnTo>
                  <a:pt x="441684" y="502082"/>
                </a:lnTo>
                <a:lnTo>
                  <a:pt x="453733" y="502625"/>
                </a:lnTo>
                <a:lnTo>
                  <a:pt x="465782" y="503130"/>
                </a:lnTo>
                <a:lnTo>
                  <a:pt x="477831" y="503587"/>
                </a:lnTo>
                <a:lnTo>
                  <a:pt x="489880" y="504015"/>
                </a:lnTo>
                <a:lnTo>
                  <a:pt x="501929" y="504406"/>
                </a:lnTo>
                <a:lnTo>
                  <a:pt x="513979" y="504758"/>
                </a:lnTo>
                <a:lnTo>
                  <a:pt x="526028" y="505073"/>
                </a:lnTo>
                <a:lnTo>
                  <a:pt x="538077" y="505358"/>
                </a:lnTo>
                <a:lnTo>
                  <a:pt x="550126" y="505606"/>
                </a:lnTo>
                <a:lnTo>
                  <a:pt x="562175" y="505816"/>
                </a:lnTo>
                <a:lnTo>
                  <a:pt x="574224" y="506016"/>
                </a:lnTo>
                <a:lnTo>
                  <a:pt x="586273" y="506168"/>
                </a:lnTo>
                <a:lnTo>
                  <a:pt x="598322" y="506292"/>
                </a:lnTo>
                <a:lnTo>
                  <a:pt x="610372" y="506378"/>
                </a:lnTo>
                <a:lnTo>
                  <a:pt x="622421" y="506444"/>
                </a:lnTo>
                <a:lnTo>
                  <a:pt x="634470" y="506482"/>
                </a:lnTo>
                <a:lnTo>
                  <a:pt x="646528" y="506482"/>
                </a:lnTo>
                <a:lnTo>
                  <a:pt x="658578" y="506444"/>
                </a:lnTo>
                <a:lnTo>
                  <a:pt x="670627" y="506378"/>
                </a:lnTo>
                <a:lnTo>
                  <a:pt x="682676" y="506292"/>
                </a:lnTo>
                <a:lnTo>
                  <a:pt x="694725" y="506168"/>
                </a:lnTo>
                <a:lnTo>
                  <a:pt x="706774" y="506016"/>
                </a:lnTo>
                <a:lnTo>
                  <a:pt x="718823" y="505835"/>
                </a:lnTo>
                <a:lnTo>
                  <a:pt x="730872" y="505616"/>
                </a:lnTo>
                <a:lnTo>
                  <a:pt x="742931" y="505358"/>
                </a:lnTo>
                <a:lnTo>
                  <a:pt x="754980" y="505073"/>
                </a:lnTo>
                <a:lnTo>
                  <a:pt x="767029" y="504758"/>
                </a:lnTo>
                <a:lnTo>
                  <a:pt x="779069" y="504406"/>
                </a:lnTo>
                <a:lnTo>
                  <a:pt x="791118" y="504015"/>
                </a:lnTo>
                <a:lnTo>
                  <a:pt x="803167" y="503596"/>
                </a:lnTo>
                <a:lnTo>
                  <a:pt x="815216" y="503130"/>
                </a:lnTo>
                <a:lnTo>
                  <a:pt x="827265" y="502634"/>
                </a:lnTo>
                <a:lnTo>
                  <a:pt x="839314" y="502091"/>
                </a:lnTo>
                <a:lnTo>
                  <a:pt x="851354" y="501510"/>
                </a:lnTo>
                <a:lnTo>
                  <a:pt x="863403" y="500882"/>
                </a:lnTo>
                <a:lnTo>
                  <a:pt x="875443" y="500215"/>
                </a:lnTo>
                <a:lnTo>
                  <a:pt x="887492" y="499501"/>
                </a:lnTo>
                <a:lnTo>
                  <a:pt x="899531" y="498729"/>
                </a:lnTo>
                <a:lnTo>
                  <a:pt x="911571" y="497900"/>
                </a:lnTo>
                <a:lnTo>
                  <a:pt x="923611" y="497024"/>
                </a:lnTo>
                <a:lnTo>
                  <a:pt x="935650" y="496091"/>
                </a:lnTo>
                <a:lnTo>
                  <a:pt x="947690" y="495090"/>
                </a:lnTo>
                <a:lnTo>
                  <a:pt x="959720" y="494014"/>
                </a:lnTo>
                <a:lnTo>
                  <a:pt x="971750" y="492871"/>
                </a:lnTo>
                <a:lnTo>
                  <a:pt x="983780" y="491652"/>
                </a:lnTo>
                <a:lnTo>
                  <a:pt x="995810" y="490328"/>
                </a:lnTo>
                <a:lnTo>
                  <a:pt x="1007831" y="488909"/>
                </a:lnTo>
                <a:lnTo>
                  <a:pt x="1019842" y="487375"/>
                </a:lnTo>
                <a:lnTo>
                  <a:pt x="1031853" y="485708"/>
                </a:lnTo>
                <a:lnTo>
                  <a:pt x="1043864" y="483889"/>
                </a:lnTo>
                <a:lnTo>
                  <a:pt x="1055856" y="481908"/>
                </a:lnTo>
                <a:lnTo>
                  <a:pt x="1067838" y="479708"/>
                </a:lnTo>
                <a:lnTo>
                  <a:pt x="1079802" y="477231"/>
                </a:lnTo>
                <a:lnTo>
                  <a:pt x="1091736" y="474412"/>
                </a:lnTo>
                <a:lnTo>
                  <a:pt x="1103633" y="471116"/>
                </a:lnTo>
                <a:lnTo>
                  <a:pt x="1115444" y="467087"/>
                </a:lnTo>
                <a:lnTo>
                  <a:pt x="1127074" y="461734"/>
                </a:lnTo>
                <a:lnTo>
                  <a:pt x="1137752" y="452542"/>
                </a:lnTo>
                <a:lnTo>
                  <a:pt x="1143333" y="434483"/>
                </a:lnTo>
                <a:lnTo>
                  <a:pt x="1149077" y="416395"/>
                </a:lnTo>
                <a:lnTo>
                  <a:pt x="1154811" y="398297"/>
                </a:lnTo>
                <a:lnTo>
                  <a:pt x="1160555" y="380200"/>
                </a:lnTo>
                <a:lnTo>
                  <a:pt x="1166289" y="362102"/>
                </a:lnTo>
                <a:lnTo>
                  <a:pt x="1172032" y="344014"/>
                </a:lnTo>
                <a:lnTo>
                  <a:pt x="1177766" y="325917"/>
                </a:lnTo>
                <a:lnTo>
                  <a:pt x="1183510" y="307819"/>
                </a:lnTo>
                <a:lnTo>
                  <a:pt x="1189244" y="289722"/>
                </a:lnTo>
                <a:lnTo>
                  <a:pt x="1194987" y="271634"/>
                </a:lnTo>
                <a:lnTo>
                  <a:pt x="1200722" y="253536"/>
                </a:lnTo>
                <a:lnTo>
                  <a:pt x="1206465" y="235439"/>
                </a:lnTo>
                <a:lnTo>
                  <a:pt x="1212199" y="217341"/>
                </a:lnTo>
                <a:lnTo>
                  <a:pt x="1217943" y="199253"/>
                </a:lnTo>
                <a:lnTo>
                  <a:pt x="1223677" y="181156"/>
                </a:lnTo>
                <a:lnTo>
                  <a:pt x="1229420" y="163058"/>
                </a:lnTo>
                <a:lnTo>
                  <a:pt x="1235154" y="144961"/>
                </a:lnTo>
                <a:lnTo>
                  <a:pt x="1240898" y="126863"/>
                </a:lnTo>
                <a:lnTo>
                  <a:pt x="1246632" y="108776"/>
                </a:lnTo>
                <a:lnTo>
                  <a:pt x="1252376" y="90678"/>
                </a:lnTo>
                <a:lnTo>
                  <a:pt x="1258110" y="72581"/>
                </a:lnTo>
                <a:lnTo>
                  <a:pt x="1263853" y="54483"/>
                </a:lnTo>
                <a:lnTo>
                  <a:pt x="1269587" y="36395"/>
                </a:lnTo>
                <a:lnTo>
                  <a:pt x="1275331" y="18298"/>
                </a:lnTo>
                <a:lnTo>
                  <a:pt x="1281065" y="200"/>
                </a:lnTo>
                <a:lnTo>
                  <a:pt x="1271864" y="11230"/>
                </a:lnTo>
                <a:lnTo>
                  <a:pt x="1260234" y="16564"/>
                </a:lnTo>
                <a:lnTo>
                  <a:pt x="1248394" y="20422"/>
                </a:lnTo>
                <a:lnTo>
                  <a:pt x="1236488" y="23555"/>
                </a:lnTo>
                <a:lnTo>
                  <a:pt x="1224544" y="26222"/>
                </a:lnTo>
                <a:lnTo>
                  <a:pt x="1212571" y="28556"/>
                </a:lnTo>
                <a:lnTo>
                  <a:pt x="1200579" y="30642"/>
                </a:lnTo>
                <a:lnTo>
                  <a:pt x="1188577" y="32537"/>
                </a:lnTo>
                <a:lnTo>
                  <a:pt x="1176566" y="34261"/>
                </a:lnTo>
                <a:lnTo>
                  <a:pt x="1164555" y="35862"/>
                </a:lnTo>
                <a:lnTo>
                  <a:pt x="1152535" y="37338"/>
                </a:lnTo>
                <a:lnTo>
                  <a:pt x="1140514" y="38719"/>
                </a:lnTo>
                <a:lnTo>
                  <a:pt x="1128484" y="40005"/>
                </a:lnTo>
                <a:lnTo>
                  <a:pt x="1116454" y="41215"/>
                </a:lnTo>
                <a:lnTo>
                  <a:pt x="1104424" y="42358"/>
                </a:lnTo>
                <a:lnTo>
                  <a:pt x="1092394" y="43434"/>
                </a:lnTo>
                <a:lnTo>
                  <a:pt x="1080354" y="44444"/>
                </a:lnTo>
                <a:lnTo>
                  <a:pt x="1068314" y="45406"/>
                </a:lnTo>
                <a:lnTo>
                  <a:pt x="1056275" y="46311"/>
                </a:lnTo>
                <a:lnTo>
                  <a:pt x="1044235" y="47177"/>
                </a:lnTo>
                <a:lnTo>
                  <a:pt x="1032196" y="47996"/>
                </a:lnTo>
                <a:lnTo>
                  <a:pt x="1020156" y="48768"/>
                </a:lnTo>
                <a:lnTo>
                  <a:pt x="1008116" y="49511"/>
                </a:lnTo>
                <a:lnTo>
                  <a:pt x="996067" y="50206"/>
                </a:lnTo>
                <a:lnTo>
                  <a:pt x="984028" y="50873"/>
                </a:lnTo>
                <a:lnTo>
                  <a:pt x="971979" y="51502"/>
                </a:lnTo>
                <a:lnTo>
                  <a:pt x="959939" y="52102"/>
                </a:lnTo>
                <a:lnTo>
                  <a:pt x="947890" y="52673"/>
                </a:lnTo>
                <a:lnTo>
                  <a:pt x="935841" y="53207"/>
                </a:lnTo>
                <a:lnTo>
                  <a:pt x="923792" y="53721"/>
                </a:lnTo>
                <a:lnTo>
                  <a:pt x="911752" y="54207"/>
                </a:lnTo>
                <a:lnTo>
                  <a:pt x="899703" y="54664"/>
                </a:lnTo>
                <a:lnTo>
                  <a:pt x="887654" y="55093"/>
                </a:lnTo>
                <a:lnTo>
                  <a:pt x="875605" y="55502"/>
                </a:lnTo>
                <a:lnTo>
                  <a:pt x="863556" y="55874"/>
                </a:lnTo>
                <a:lnTo>
                  <a:pt x="851506" y="56245"/>
                </a:lnTo>
                <a:lnTo>
                  <a:pt x="839457" y="56579"/>
                </a:lnTo>
                <a:lnTo>
                  <a:pt x="827408" y="56902"/>
                </a:lnTo>
                <a:lnTo>
                  <a:pt x="815359" y="57188"/>
                </a:lnTo>
                <a:lnTo>
                  <a:pt x="803310" y="57455"/>
                </a:lnTo>
                <a:lnTo>
                  <a:pt x="791261" y="57712"/>
                </a:lnTo>
                <a:lnTo>
                  <a:pt x="779212" y="57941"/>
                </a:lnTo>
                <a:lnTo>
                  <a:pt x="767163" y="58150"/>
                </a:lnTo>
                <a:lnTo>
                  <a:pt x="755113" y="58341"/>
                </a:lnTo>
                <a:lnTo>
                  <a:pt x="743064" y="58503"/>
                </a:lnTo>
                <a:lnTo>
                  <a:pt x="731015" y="58674"/>
                </a:lnTo>
                <a:lnTo>
                  <a:pt x="718966" y="58788"/>
                </a:lnTo>
                <a:lnTo>
                  <a:pt x="706907" y="58903"/>
                </a:lnTo>
                <a:lnTo>
                  <a:pt x="694858" y="58998"/>
                </a:lnTo>
                <a:lnTo>
                  <a:pt x="682809" y="59074"/>
                </a:lnTo>
                <a:lnTo>
                  <a:pt x="670760" y="59141"/>
                </a:lnTo>
                <a:lnTo>
                  <a:pt x="658711" y="59169"/>
                </a:lnTo>
                <a:lnTo>
                  <a:pt x="646662" y="59188"/>
                </a:lnTo>
                <a:lnTo>
                  <a:pt x="634613" y="59188"/>
                </a:lnTo>
                <a:lnTo>
                  <a:pt x="622554" y="59169"/>
                </a:lnTo>
                <a:lnTo>
                  <a:pt x="610505" y="59141"/>
                </a:lnTo>
                <a:lnTo>
                  <a:pt x="598456" y="59074"/>
                </a:lnTo>
                <a:lnTo>
                  <a:pt x="586407" y="58998"/>
                </a:lnTo>
                <a:lnTo>
                  <a:pt x="574358" y="58912"/>
                </a:lnTo>
                <a:lnTo>
                  <a:pt x="562308" y="58788"/>
                </a:lnTo>
                <a:lnTo>
                  <a:pt x="550259" y="58674"/>
                </a:lnTo>
                <a:lnTo>
                  <a:pt x="538201" y="58512"/>
                </a:lnTo>
                <a:lnTo>
                  <a:pt x="526151" y="58341"/>
                </a:lnTo>
                <a:lnTo>
                  <a:pt x="514102" y="58150"/>
                </a:lnTo>
                <a:lnTo>
                  <a:pt x="502053" y="57941"/>
                </a:lnTo>
                <a:lnTo>
                  <a:pt x="490004" y="57721"/>
                </a:lnTo>
                <a:lnTo>
                  <a:pt x="477955" y="57455"/>
                </a:lnTo>
                <a:lnTo>
                  <a:pt x="465906" y="57188"/>
                </a:lnTo>
                <a:lnTo>
                  <a:pt x="453857" y="56902"/>
                </a:lnTo>
                <a:lnTo>
                  <a:pt x="441808" y="56588"/>
                </a:lnTo>
                <a:lnTo>
                  <a:pt x="429758" y="56245"/>
                </a:lnTo>
                <a:lnTo>
                  <a:pt x="417709" y="55874"/>
                </a:lnTo>
                <a:lnTo>
                  <a:pt x="405660" y="55512"/>
                </a:lnTo>
                <a:lnTo>
                  <a:pt x="393611" y="55102"/>
                </a:lnTo>
                <a:lnTo>
                  <a:pt x="381562" y="54664"/>
                </a:lnTo>
                <a:lnTo>
                  <a:pt x="369522" y="54207"/>
                </a:lnTo>
                <a:lnTo>
                  <a:pt x="357473" y="53721"/>
                </a:lnTo>
                <a:lnTo>
                  <a:pt x="345424" y="53216"/>
                </a:lnTo>
                <a:lnTo>
                  <a:pt x="333375" y="52673"/>
                </a:lnTo>
                <a:lnTo>
                  <a:pt x="321335" y="52111"/>
                </a:lnTo>
                <a:lnTo>
                  <a:pt x="309286" y="51511"/>
                </a:lnTo>
                <a:lnTo>
                  <a:pt x="297237" y="50883"/>
                </a:lnTo>
                <a:lnTo>
                  <a:pt x="285198" y="50216"/>
                </a:lnTo>
                <a:lnTo>
                  <a:pt x="273148" y="49511"/>
                </a:lnTo>
                <a:lnTo>
                  <a:pt x="261109" y="48778"/>
                </a:lnTo>
                <a:lnTo>
                  <a:pt x="249069" y="48006"/>
                </a:lnTo>
                <a:lnTo>
                  <a:pt x="237030" y="47187"/>
                </a:lnTo>
                <a:lnTo>
                  <a:pt x="224990" y="46320"/>
                </a:lnTo>
                <a:lnTo>
                  <a:pt x="212950" y="45415"/>
                </a:lnTo>
                <a:lnTo>
                  <a:pt x="200911" y="44463"/>
                </a:lnTo>
                <a:lnTo>
                  <a:pt x="188871" y="43444"/>
                </a:lnTo>
                <a:lnTo>
                  <a:pt x="176841" y="42367"/>
                </a:lnTo>
                <a:lnTo>
                  <a:pt x="164811" y="41234"/>
                </a:lnTo>
                <a:lnTo>
                  <a:pt x="152781" y="40024"/>
                </a:lnTo>
                <a:lnTo>
                  <a:pt x="140751" y="38729"/>
                </a:lnTo>
                <a:lnTo>
                  <a:pt x="128730" y="37357"/>
                </a:lnTo>
                <a:lnTo>
                  <a:pt x="116710" y="35881"/>
                </a:lnTo>
                <a:lnTo>
                  <a:pt x="104699" y="34280"/>
                </a:lnTo>
                <a:lnTo>
                  <a:pt x="92688" y="32556"/>
                </a:lnTo>
                <a:lnTo>
                  <a:pt x="80686" y="30671"/>
                </a:lnTo>
                <a:lnTo>
                  <a:pt x="68694" y="28585"/>
                </a:lnTo>
                <a:lnTo>
                  <a:pt x="56731" y="26251"/>
                </a:lnTo>
                <a:lnTo>
                  <a:pt x="44777" y="23584"/>
                </a:lnTo>
                <a:lnTo>
                  <a:pt x="32871" y="20460"/>
                </a:lnTo>
                <a:lnTo>
                  <a:pt x="21031" y="16612"/>
                </a:lnTo>
                <a:lnTo>
                  <a:pt x="9392" y="113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66C97E02-1432-44D6-AA41-3C745D65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4953" y="3853215"/>
            <a:ext cx="1281093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04AAC2B2-DA85-454B-9F28-FA84A541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90" y="4537481"/>
            <a:ext cx="994934" cy="506482"/>
          </a:xfrm>
          <a:custGeom xmlns:a="http://schemas.openxmlformats.org/drawingml/2006/main">
            <a:pathLst>
              <a:path w="994934" h="506482">
                <a:moveTo>
                  <a:pt x="0" y="0"/>
                </a:moveTo>
                <a:lnTo>
                  <a:pt x="4886" y="16393"/>
                </a:lnTo>
                <a:lnTo>
                  <a:pt x="9773" y="32785"/>
                </a:lnTo>
                <a:lnTo>
                  <a:pt x="14669" y="49178"/>
                </a:lnTo>
                <a:lnTo>
                  <a:pt x="19555" y="65570"/>
                </a:lnTo>
                <a:lnTo>
                  <a:pt x="24441" y="81963"/>
                </a:lnTo>
                <a:lnTo>
                  <a:pt x="29327" y="98355"/>
                </a:lnTo>
                <a:lnTo>
                  <a:pt x="34214" y="114748"/>
                </a:lnTo>
                <a:lnTo>
                  <a:pt x="39100" y="131140"/>
                </a:lnTo>
                <a:lnTo>
                  <a:pt x="43996" y="147542"/>
                </a:lnTo>
                <a:lnTo>
                  <a:pt x="48882" y="163935"/>
                </a:lnTo>
                <a:lnTo>
                  <a:pt x="53769" y="180327"/>
                </a:lnTo>
                <a:lnTo>
                  <a:pt x="58655" y="196720"/>
                </a:lnTo>
                <a:lnTo>
                  <a:pt x="63541" y="213112"/>
                </a:lnTo>
                <a:lnTo>
                  <a:pt x="68428" y="229505"/>
                </a:lnTo>
                <a:lnTo>
                  <a:pt x="73323" y="245897"/>
                </a:lnTo>
                <a:lnTo>
                  <a:pt x="78210" y="262290"/>
                </a:lnTo>
                <a:lnTo>
                  <a:pt x="83096" y="278682"/>
                </a:lnTo>
                <a:lnTo>
                  <a:pt x="87982" y="295075"/>
                </a:lnTo>
                <a:lnTo>
                  <a:pt x="92869" y="311468"/>
                </a:lnTo>
                <a:lnTo>
                  <a:pt x="97755" y="327860"/>
                </a:lnTo>
                <a:lnTo>
                  <a:pt x="102651" y="344253"/>
                </a:lnTo>
                <a:lnTo>
                  <a:pt x="107537" y="360645"/>
                </a:lnTo>
                <a:lnTo>
                  <a:pt x="112424" y="377038"/>
                </a:lnTo>
                <a:lnTo>
                  <a:pt x="117310" y="393430"/>
                </a:lnTo>
                <a:lnTo>
                  <a:pt x="122196" y="409823"/>
                </a:lnTo>
                <a:lnTo>
                  <a:pt x="127083" y="426225"/>
                </a:lnTo>
                <a:lnTo>
                  <a:pt x="131978" y="442617"/>
                </a:lnTo>
                <a:lnTo>
                  <a:pt x="137712" y="457505"/>
                </a:lnTo>
                <a:lnTo>
                  <a:pt x="147466" y="465211"/>
                </a:lnTo>
                <a:lnTo>
                  <a:pt x="157801" y="470402"/>
                </a:lnTo>
                <a:lnTo>
                  <a:pt x="168307" y="474450"/>
                </a:lnTo>
                <a:lnTo>
                  <a:pt x="178899" y="477812"/>
                </a:lnTo>
                <a:lnTo>
                  <a:pt x="189538" y="480698"/>
                </a:lnTo>
                <a:lnTo>
                  <a:pt x="200206" y="483232"/>
                </a:lnTo>
                <a:lnTo>
                  <a:pt x="210893" y="485480"/>
                </a:lnTo>
                <a:lnTo>
                  <a:pt x="221599" y="487509"/>
                </a:lnTo>
                <a:lnTo>
                  <a:pt x="232324" y="489347"/>
                </a:lnTo>
                <a:lnTo>
                  <a:pt x="243049" y="491023"/>
                </a:lnTo>
                <a:lnTo>
                  <a:pt x="253784" y="492566"/>
                </a:lnTo>
                <a:lnTo>
                  <a:pt x="264528" y="493967"/>
                </a:lnTo>
                <a:lnTo>
                  <a:pt x="275273" y="495271"/>
                </a:lnTo>
                <a:lnTo>
                  <a:pt x="286017" y="496462"/>
                </a:lnTo>
                <a:lnTo>
                  <a:pt x="296770" y="497576"/>
                </a:lnTo>
                <a:lnTo>
                  <a:pt x="307524" y="498596"/>
                </a:lnTo>
                <a:lnTo>
                  <a:pt x="318287" y="499539"/>
                </a:lnTo>
                <a:lnTo>
                  <a:pt x="329051" y="500396"/>
                </a:lnTo>
                <a:lnTo>
                  <a:pt x="339814" y="501196"/>
                </a:lnTo>
                <a:lnTo>
                  <a:pt x="350577" y="501929"/>
                </a:lnTo>
                <a:lnTo>
                  <a:pt x="361340" y="502596"/>
                </a:lnTo>
                <a:lnTo>
                  <a:pt x="372104" y="503206"/>
                </a:lnTo>
                <a:lnTo>
                  <a:pt x="382876" y="503758"/>
                </a:lnTo>
                <a:lnTo>
                  <a:pt x="393640" y="504254"/>
                </a:lnTo>
                <a:lnTo>
                  <a:pt x="404412" y="504692"/>
                </a:lnTo>
                <a:lnTo>
                  <a:pt x="415176" y="505082"/>
                </a:lnTo>
                <a:lnTo>
                  <a:pt x="425948" y="505425"/>
                </a:lnTo>
                <a:lnTo>
                  <a:pt x="436721" y="505720"/>
                </a:lnTo>
                <a:lnTo>
                  <a:pt x="447494" y="505968"/>
                </a:lnTo>
                <a:lnTo>
                  <a:pt x="458267" y="506159"/>
                </a:lnTo>
                <a:lnTo>
                  <a:pt x="469040" y="506311"/>
                </a:lnTo>
                <a:lnTo>
                  <a:pt x="479812" y="506416"/>
                </a:lnTo>
                <a:lnTo>
                  <a:pt x="490585" y="506473"/>
                </a:lnTo>
                <a:lnTo>
                  <a:pt x="501358" y="506482"/>
                </a:lnTo>
                <a:lnTo>
                  <a:pt x="512121" y="506444"/>
                </a:lnTo>
                <a:lnTo>
                  <a:pt x="522894" y="506368"/>
                </a:lnTo>
                <a:lnTo>
                  <a:pt x="533667" y="506244"/>
                </a:lnTo>
                <a:lnTo>
                  <a:pt x="544439" y="506073"/>
                </a:lnTo>
                <a:lnTo>
                  <a:pt x="555212" y="505844"/>
                </a:lnTo>
                <a:lnTo>
                  <a:pt x="565985" y="505587"/>
                </a:lnTo>
                <a:lnTo>
                  <a:pt x="576758" y="505263"/>
                </a:lnTo>
                <a:lnTo>
                  <a:pt x="587521" y="504901"/>
                </a:lnTo>
                <a:lnTo>
                  <a:pt x="598294" y="504482"/>
                </a:lnTo>
                <a:lnTo>
                  <a:pt x="609067" y="504015"/>
                </a:lnTo>
                <a:lnTo>
                  <a:pt x="619830" y="503492"/>
                </a:lnTo>
                <a:lnTo>
                  <a:pt x="630603" y="502910"/>
                </a:lnTo>
                <a:lnTo>
                  <a:pt x="641366" y="502272"/>
                </a:lnTo>
                <a:lnTo>
                  <a:pt x="652129" y="501577"/>
                </a:lnTo>
                <a:lnTo>
                  <a:pt x="662892" y="500815"/>
                </a:lnTo>
                <a:lnTo>
                  <a:pt x="673656" y="499986"/>
                </a:lnTo>
                <a:lnTo>
                  <a:pt x="684409" y="499081"/>
                </a:lnTo>
                <a:lnTo>
                  <a:pt x="695173" y="498100"/>
                </a:lnTo>
                <a:lnTo>
                  <a:pt x="705926" y="497043"/>
                </a:lnTo>
                <a:lnTo>
                  <a:pt x="716680" y="495891"/>
                </a:lnTo>
                <a:lnTo>
                  <a:pt x="727424" y="494643"/>
                </a:lnTo>
                <a:lnTo>
                  <a:pt x="738168" y="493290"/>
                </a:lnTo>
                <a:lnTo>
                  <a:pt x="748903" y="491823"/>
                </a:lnTo>
                <a:lnTo>
                  <a:pt x="759638" y="490214"/>
                </a:lnTo>
                <a:lnTo>
                  <a:pt x="770363" y="488461"/>
                </a:lnTo>
                <a:lnTo>
                  <a:pt x="781069" y="486537"/>
                </a:lnTo>
                <a:lnTo>
                  <a:pt x="791775" y="484403"/>
                </a:lnTo>
                <a:lnTo>
                  <a:pt x="802453" y="482022"/>
                </a:lnTo>
                <a:lnTo>
                  <a:pt x="813111" y="479336"/>
                </a:lnTo>
                <a:lnTo>
                  <a:pt x="823732" y="476231"/>
                </a:lnTo>
                <a:lnTo>
                  <a:pt x="834285" y="472573"/>
                </a:lnTo>
                <a:lnTo>
                  <a:pt x="844725" y="468049"/>
                </a:lnTo>
                <a:lnTo>
                  <a:pt x="854869" y="461924"/>
                </a:lnTo>
                <a:lnTo>
                  <a:pt x="863432" y="451228"/>
                </a:lnTo>
                <a:lnTo>
                  <a:pt x="867842" y="434569"/>
                </a:lnTo>
                <a:lnTo>
                  <a:pt x="872738" y="418176"/>
                </a:lnTo>
                <a:lnTo>
                  <a:pt x="877624" y="401784"/>
                </a:lnTo>
                <a:lnTo>
                  <a:pt x="882510" y="385391"/>
                </a:lnTo>
                <a:lnTo>
                  <a:pt x="887397" y="368999"/>
                </a:lnTo>
                <a:lnTo>
                  <a:pt x="892283" y="352606"/>
                </a:lnTo>
                <a:lnTo>
                  <a:pt x="897169" y="336213"/>
                </a:lnTo>
                <a:lnTo>
                  <a:pt x="902065" y="319821"/>
                </a:lnTo>
                <a:lnTo>
                  <a:pt x="906951" y="303428"/>
                </a:lnTo>
                <a:lnTo>
                  <a:pt x="911838" y="287036"/>
                </a:lnTo>
                <a:lnTo>
                  <a:pt x="916724" y="270643"/>
                </a:lnTo>
                <a:lnTo>
                  <a:pt x="921610" y="254251"/>
                </a:lnTo>
                <a:lnTo>
                  <a:pt x="926497" y="237858"/>
                </a:lnTo>
                <a:lnTo>
                  <a:pt x="931393" y="221456"/>
                </a:lnTo>
                <a:lnTo>
                  <a:pt x="936279" y="205064"/>
                </a:lnTo>
                <a:lnTo>
                  <a:pt x="941165" y="188671"/>
                </a:lnTo>
                <a:lnTo>
                  <a:pt x="946052" y="172279"/>
                </a:lnTo>
                <a:lnTo>
                  <a:pt x="950938" y="155886"/>
                </a:lnTo>
                <a:lnTo>
                  <a:pt x="955824" y="139494"/>
                </a:lnTo>
                <a:lnTo>
                  <a:pt x="960720" y="123101"/>
                </a:lnTo>
                <a:lnTo>
                  <a:pt x="965606" y="106709"/>
                </a:lnTo>
                <a:lnTo>
                  <a:pt x="970493" y="90316"/>
                </a:lnTo>
                <a:lnTo>
                  <a:pt x="975379" y="73924"/>
                </a:lnTo>
                <a:lnTo>
                  <a:pt x="980265" y="57531"/>
                </a:lnTo>
                <a:lnTo>
                  <a:pt x="985152" y="41138"/>
                </a:lnTo>
                <a:lnTo>
                  <a:pt x="990048" y="24746"/>
                </a:lnTo>
                <a:lnTo>
                  <a:pt x="994934" y="8353"/>
                </a:lnTo>
                <a:lnTo>
                  <a:pt x="994553" y="7182"/>
                </a:lnTo>
                <a:lnTo>
                  <a:pt x="984761" y="14707"/>
                </a:lnTo>
                <a:lnTo>
                  <a:pt x="974369" y="19498"/>
                </a:lnTo>
                <a:lnTo>
                  <a:pt x="963816" y="23193"/>
                </a:lnTo>
                <a:lnTo>
                  <a:pt x="953195" y="26260"/>
                </a:lnTo>
                <a:lnTo>
                  <a:pt x="942537" y="28908"/>
                </a:lnTo>
                <a:lnTo>
                  <a:pt x="931850" y="31242"/>
                </a:lnTo>
                <a:lnTo>
                  <a:pt x="921144" y="33338"/>
                </a:lnTo>
                <a:lnTo>
                  <a:pt x="910438" y="35233"/>
                </a:lnTo>
                <a:lnTo>
                  <a:pt x="899712" y="36967"/>
                </a:lnTo>
                <a:lnTo>
                  <a:pt x="888978" y="38567"/>
                </a:lnTo>
                <a:lnTo>
                  <a:pt x="878243" y="40053"/>
                </a:lnTo>
                <a:lnTo>
                  <a:pt x="867499" y="41434"/>
                </a:lnTo>
                <a:lnTo>
                  <a:pt x="856755" y="42720"/>
                </a:lnTo>
                <a:lnTo>
                  <a:pt x="846001" y="43920"/>
                </a:lnTo>
                <a:lnTo>
                  <a:pt x="835247" y="45053"/>
                </a:lnTo>
                <a:lnTo>
                  <a:pt x="824494" y="46111"/>
                </a:lnTo>
                <a:lnTo>
                  <a:pt x="813740" y="47111"/>
                </a:lnTo>
                <a:lnTo>
                  <a:pt x="802986" y="48044"/>
                </a:lnTo>
                <a:lnTo>
                  <a:pt x="792223" y="48930"/>
                </a:lnTo>
                <a:lnTo>
                  <a:pt x="781460" y="49759"/>
                </a:lnTo>
                <a:lnTo>
                  <a:pt x="770696" y="50549"/>
                </a:lnTo>
                <a:lnTo>
                  <a:pt x="759933" y="51292"/>
                </a:lnTo>
                <a:lnTo>
                  <a:pt x="749170" y="51987"/>
                </a:lnTo>
                <a:lnTo>
                  <a:pt x="738407" y="52645"/>
                </a:lnTo>
                <a:lnTo>
                  <a:pt x="727634" y="53264"/>
                </a:lnTo>
                <a:lnTo>
                  <a:pt x="716871" y="53845"/>
                </a:lnTo>
                <a:lnTo>
                  <a:pt x="706107" y="54388"/>
                </a:lnTo>
                <a:lnTo>
                  <a:pt x="695335" y="54902"/>
                </a:lnTo>
                <a:lnTo>
                  <a:pt x="684562" y="55378"/>
                </a:lnTo>
                <a:lnTo>
                  <a:pt x="673799" y="55826"/>
                </a:lnTo>
                <a:lnTo>
                  <a:pt x="663026" y="56245"/>
                </a:lnTo>
                <a:lnTo>
                  <a:pt x="652253" y="56626"/>
                </a:lnTo>
                <a:lnTo>
                  <a:pt x="641490" y="56988"/>
                </a:lnTo>
                <a:lnTo>
                  <a:pt x="630717" y="57312"/>
                </a:lnTo>
                <a:lnTo>
                  <a:pt x="619944" y="57617"/>
                </a:lnTo>
                <a:lnTo>
                  <a:pt x="609171" y="57883"/>
                </a:lnTo>
                <a:lnTo>
                  <a:pt x="598399" y="58131"/>
                </a:lnTo>
                <a:lnTo>
                  <a:pt x="587635" y="58350"/>
                </a:lnTo>
                <a:lnTo>
                  <a:pt x="576863" y="58531"/>
                </a:lnTo>
                <a:lnTo>
                  <a:pt x="566090" y="58712"/>
                </a:lnTo>
                <a:lnTo>
                  <a:pt x="555317" y="58855"/>
                </a:lnTo>
                <a:lnTo>
                  <a:pt x="544544" y="58979"/>
                </a:lnTo>
                <a:lnTo>
                  <a:pt x="533771" y="59055"/>
                </a:lnTo>
                <a:lnTo>
                  <a:pt x="522999" y="59131"/>
                </a:lnTo>
                <a:lnTo>
                  <a:pt x="512226" y="59179"/>
                </a:lnTo>
                <a:lnTo>
                  <a:pt x="501453" y="59198"/>
                </a:lnTo>
                <a:lnTo>
                  <a:pt x="490680" y="59188"/>
                </a:lnTo>
                <a:lnTo>
                  <a:pt x="479908" y="59160"/>
                </a:lnTo>
                <a:lnTo>
                  <a:pt x="469135" y="59093"/>
                </a:lnTo>
                <a:lnTo>
                  <a:pt x="458362" y="59017"/>
                </a:lnTo>
                <a:lnTo>
                  <a:pt x="447589" y="58922"/>
                </a:lnTo>
                <a:lnTo>
                  <a:pt x="436817" y="58788"/>
                </a:lnTo>
                <a:lnTo>
                  <a:pt x="426053" y="58636"/>
                </a:lnTo>
                <a:lnTo>
                  <a:pt x="415280" y="58455"/>
                </a:lnTo>
                <a:lnTo>
                  <a:pt x="404508" y="58245"/>
                </a:lnTo>
                <a:lnTo>
                  <a:pt x="393735" y="58017"/>
                </a:lnTo>
                <a:lnTo>
                  <a:pt x="382962" y="57760"/>
                </a:lnTo>
                <a:lnTo>
                  <a:pt x="372189" y="57474"/>
                </a:lnTo>
                <a:lnTo>
                  <a:pt x="361417" y="57160"/>
                </a:lnTo>
                <a:lnTo>
                  <a:pt x="350653" y="56817"/>
                </a:lnTo>
                <a:lnTo>
                  <a:pt x="339881" y="56445"/>
                </a:lnTo>
                <a:lnTo>
                  <a:pt x="329108" y="56045"/>
                </a:lnTo>
                <a:lnTo>
                  <a:pt x="318345" y="55607"/>
                </a:lnTo>
                <a:lnTo>
                  <a:pt x="307572" y="55150"/>
                </a:lnTo>
                <a:lnTo>
                  <a:pt x="296809" y="54654"/>
                </a:lnTo>
                <a:lnTo>
                  <a:pt x="286036" y="54131"/>
                </a:lnTo>
                <a:lnTo>
                  <a:pt x="275273" y="53559"/>
                </a:lnTo>
                <a:lnTo>
                  <a:pt x="264500" y="52959"/>
                </a:lnTo>
                <a:lnTo>
                  <a:pt x="253736" y="52330"/>
                </a:lnTo>
                <a:lnTo>
                  <a:pt x="242973" y="51654"/>
                </a:lnTo>
                <a:lnTo>
                  <a:pt x="232210" y="50930"/>
                </a:lnTo>
                <a:lnTo>
                  <a:pt x="221447" y="50168"/>
                </a:lnTo>
                <a:lnTo>
                  <a:pt x="210683" y="49359"/>
                </a:lnTo>
                <a:lnTo>
                  <a:pt x="199920" y="48501"/>
                </a:lnTo>
                <a:lnTo>
                  <a:pt x="189167" y="47587"/>
                </a:lnTo>
                <a:lnTo>
                  <a:pt x="178403" y="46625"/>
                </a:lnTo>
                <a:lnTo>
                  <a:pt x="167650" y="45596"/>
                </a:lnTo>
                <a:lnTo>
                  <a:pt x="156896" y="44510"/>
                </a:lnTo>
                <a:lnTo>
                  <a:pt x="146142" y="43339"/>
                </a:lnTo>
                <a:lnTo>
                  <a:pt x="135398" y="42101"/>
                </a:lnTo>
                <a:lnTo>
                  <a:pt x="124654" y="40767"/>
                </a:lnTo>
                <a:lnTo>
                  <a:pt x="113909" y="39338"/>
                </a:lnTo>
                <a:lnTo>
                  <a:pt x="103175" y="37795"/>
                </a:lnTo>
                <a:lnTo>
                  <a:pt x="92450" y="36138"/>
                </a:lnTo>
                <a:lnTo>
                  <a:pt x="81734" y="34328"/>
                </a:lnTo>
                <a:lnTo>
                  <a:pt x="71018" y="32337"/>
                </a:lnTo>
                <a:lnTo>
                  <a:pt x="60331" y="30128"/>
                </a:lnTo>
                <a:lnTo>
                  <a:pt x="49654" y="27661"/>
                </a:lnTo>
                <a:lnTo>
                  <a:pt x="39005" y="24822"/>
                </a:lnTo>
                <a:lnTo>
                  <a:pt x="28413" y="21479"/>
                </a:lnTo>
                <a:lnTo>
                  <a:pt x="17926" y="17336"/>
                </a:lnTo>
                <a:lnTo>
                  <a:pt x="7696" y="11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DD854675-2BB3-4439-A98D-6D462F4B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81" y="4453290"/>
            <a:ext cx="997448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simple-step-body-4">
            <a:extLst xmlns:a="http://schemas.openxmlformats.org/drawingml/2006/main">
              <a:ext uri="{FF2B5EF4-FFF2-40B4-BE49-F238E27FC236}">
                <a16:creationId xmlns:a16="http://schemas.microsoft.com/office/drawing/2014/main" id="{81FC2400-FC5E-4258-A34B-8B752A1E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159" y="5137556"/>
            <a:ext cx="730596" cy="506482"/>
          </a:xfrm>
          <a:custGeom xmlns:a="http://schemas.openxmlformats.org/drawingml/2006/main">
            <a:pathLst>
              <a:path w="730596" h="506482">
                <a:moveTo>
                  <a:pt x="0" y="0"/>
                </a:moveTo>
                <a:lnTo>
                  <a:pt x="4705" y="16507"/>
                </a:lnTo>
                <a:lnTo>
                  <a:pt x="9411" y="33014"/>
                </a:lnTo>
                <a:lnTo>
                  <a:pt x="14116" y="49520"/>
                </a:lnTo>
                <a:lnTo>
                  <a:pt x="18821" y="66027"/>
                </a:lnTo>
                <a:lnTo>
                  <a:pt x="23517" y="82534"/>
                </a:lnTo>
                <a:lnTo>
                  <a:pt x="28223" y="99041"/>
                </a:lnTo>
                <a:lnTo>
                  <a:pt x="32928" y="115538"/>
                </a:lnTo>
                <a:lnTo>
                  <a:pt x="37633" y="132045"/>
                </a:lnTo>
                <a:lnTo>
                  <a:pt x="42339" y="148552"/>
                </a:lnTo>
                <a:lnTo>
                  <a:pt x="47044" y="165059"/>
                </a:lnTo>
                <a:lnTo>
                  <a:pt x="51749" y="181566"/>
                </a:lnTo>
                <a:lnTo>
                  <a:pt x="56455" y="198072"/>
                </a:lnTo>
                <a:lnTo>
                  <a:pt x="61151" y="214579"/>
                </a:lnTo>
                <a:lnTo>
                  <a:pt x="65856" y="231086"/>
                </a:lnTo>
                <a:lnTo>
                  <a:pt x="70561" y="247593"/>
                </a:lnTo>
                <a:lnTo>
                  <a:pt x="75267" y="264100"/>
                </a:lnTo>
                <a:lnTo>
                  <a:pt x="79972" y="280607"/>
                </a:lnTo>
                <a:lnTo>
                  <a:pt x="84677" y="297113"/>
                </a:lnTo>
                <a:lnTo>
                  <a:pt x="89383" y="313611"/>
                </a:lnTo>
                <a:lnTo>
                  <a:pt x="94088" y="330117"/>
                </a:lnTo>
                <a:lnTo>
                  <a:pt x="98784" y="346624"/>
                </a:lnTo>
                <a:lnTo>
                  <a:pt x="103489" y="363131"/>
                </a:lnTo>
                <a:lnTo>
                  <a:pt x="108194" y="379638"/>
                </a:lnTo>
                <a:lnTo>
                  <a:pt x="112900" y="396145"/>
                </a:lnTo>
                <a:lnTo>
                  <a:pt x="117605" y="412652"/>
                </a:lnTo>
                <a:lnTo>
                  <a:pt x="122311" y="429158"/>
                </a:lnTo>
                <a:lnTo>
                  <a:pt x="127016" y="445665"/>
                </a:lnTo>
                <a:lnTo>
                  <a:pt x="132493" y="460753"/>
                </a:lnTo>
                <a:lnTo>
                  <a:pt x="141932" y="469421"/>
                </a:lnTo>
                <a:lnTo>
                  <a:pt x="152086" y="475421"/>
                </a:lnTo>
                <a:lnTo>
                  <a:pt x="162487" y="480079"/>
                </a:lnTo>
                <a:lnTo>
                  <a:pt x="173003" y="483908"/>
                </a:lnTo>
                <a:lnTo>
                  <a:pt x="183575" y="487137"/>
                </a:lnTo>
                <a:lnTo>
                  <a:pt x="194205" y="489918"/>
                </a:lnTo>
                <a:lnTo>
                  <a:pt x="204864" y="492347"/>
                </a:lnTo>
                <a:lnTo>
                  <a:pt x="215541" y="494481"/>
                </a:lnTo>
                <a:lnTo>
                  <a:pt x="226228" y="496357"/>
                </a:lnTo>
                <a:lnTo>
                  <a:pt x="236934" y="498034"/>
                </a:lnTo>
                <a:lnTo>
                  <a:pt x="247650" y="499510"/>
                </a:lnTo>
                <a:lnTo>
                  <a:pt x="258375" y="500805"/>
                </a:lnTo>
                <a:lnTo>
                  <a:pt x="269100" y="501948"/>
                </a:lnTo>
                <a:lnTo>
                  <a:pt x="279835" y="502939"/>
                </a:lnTo>
                <a:lnTo>
                  <a:pt x="290570" y="503806"/>
                </a:lnTo>
                <a:lnTo>
                  <a:pt x="301314" y="504530"/>
                </a:lnTo>
                <a:lnTo>
                  <a:pt x="312058" y="505139"/>
                </a:lnTo>
                <a:lnTo>
                  <a:pt x="322802" y="505635"/>
                </a:lnTo>
                <a:lnTo>
                  <a:pt x="333546" y="506006"/>
                </a:lnTo>
                <a:lnTo>
                  <a:pt x="344300" y="506273"/>
                </a:lnTo>
                <a:lnTo>
                  <a:pt x="355044" y="506435"/>
                </a:lnTo>
                <a:lnTo>
                  <a:pt x="365798" y="506482"/>
                </a:lnTo>
                <a:lnTo>
                  <a:pt x="376552" y="506425"/>
                </a:lnTo>
                <a:lnTo>
                  <a:pt x="387296" y="506263"/>
                </a:lnTo>
                <a:lnTo>
                  <a:pt x="398050" y="505987"/>
                </a:lnTo>
                <a:lnTo>
                  <a:pt x="408794" y="505597"/>
                </a:lnTo>
                <a:lnTo>
                  <a:pt x="419538" y="505092"/>
                </a:lnTo>
                <a:lnTo>
                  <a:pt x="430282" y="504473"/>
                </a:lnTo>
                <a:lnTo>
                  <a:pt x="441027" y="503739"/>
                </a:lnTo>
                <a:lnTo>
                  <a:pt x="451761" y="502863"/>
                </a:lnTo>
                <a:lnTo>
                  <a:pt x="462496" y="501853"/>
                </a:lnTo>
                <a:lnTo>
                  <a:pt x="473221" y="500701"/>
                </a:lnTo>
                <a:lnTo>
                  <a:pt x="483946" y="499386"/>
                </a:lnTo>
                <a:lnTo>
                  <a:pt x="494662" y="497891"/>
                </a:lnTo>
                <a:lnTo>
                  <a:pt x="505358" y="496214"/>
                </a:lnTo>
                <a:lnTo>
                  <a:pt x="516055" y="494309"/>
                </a:lnTo>
                <a:lnTo>
                  <a:pt x="526733" y="492147"/>
                </a:lnTo>
                <a:lnTo>
                  <a:pt x="537381" y="489699"/>
                </a:lnTo>
                <a:lnTo>
                  <a:pt x="548002" y="486880"/>
                </a:lnTo>
                <a:lnTo>
                  <a:pt x="558584" y="483603"/>
                </a:lnTo>
                <a:lnTo>
                  <a:pt x="569090" y="479727"/>
                </a:lnTo>
                <a:lnTo>
                  <a:pt x="579472" y="474974"/>
                </a:lnTo>
                <a:lnTo>
                  <a:pt x="589588" y="468821"/>
                </a:lnTo>
                <a:lnTo>
                  <a:pt x="598913" y="459791"/>
                </a:lnTo>
                <a:lnTo>
                  <a:pt x="604076" y="444265"/>
                </a:lnTo>
                <a:lnTo>
                  <a:pt x="608771" y="427758"/>
                </a:lnTo>
                <a:lnTo>
                  <a:pt x="613477" y="411251"/>
                </a:lnTo>
                <a:lnTo>
                  <a:pt x="618182" y="394745"/>
                </a:lnTo>
                <a:lnTo>
                  <a:pt x="622887" y="378238"/>
                </a:lnTo>
                <a:lnTo>
                  <a:pt x="627593" y="361731"/>
                </a:lnTo>
                <a:lnTo>
                  <a:pt x="632298" y="345224"/>
                </a:lnTo>
                <a:lnTo>
                  <a:pt x="637003" y="328727"/>
                </a:lnTo>
                <a:lnTo>
                  <a:pt x="641709" y="312220"/>
                </a:lnTo>
                <a:lnTo>
                  <a:pt x="646405" y="295713"/>
                </a:lnTo>
                <a:lnTo>
                  <a:pt x="651110" y="279206"/>
                </a:lnTo>
                <a:lnTo>
                  <a:pt x="655815" y="262700"/>
                </a:lnTo>
                <a:lnTo>
                  <a:pt x="660521" y="246193"/>
                </a:lnTo>
                <a:lnTo>
                  <a:pt x="665226" y="229686"/>
                </a:lnTo>
                <a:lnTo>
                  <a:pt x="669931" y="213179"/>
                </a:lnTo>
                <a:lnTo>
                  <a:pt x="674637" y="196672"/>
                </a:lnTo>
                <a:lnTo>
                  <a:pt x="679342" y="180165"/>
                </a:lnTo>
                <a:lnTo>
                  <a:pt x="684047" y="163659"/>
                </a:lnTo>
                <a:lnTo>
                  <a:pt x="688743" y="147152"/>
                </a:lnTo>
                <a:lnTo>
                  <a:pt x="693449" y="130654"/>
                </a:lnTo>
                <a:lnTo>
                  <a:pt x="698154" y="114148"/>
                </a:lnTo>
                <a:lnTo>
                  <a:pt x="702859" y="97641"/>
                </a:lnTo>
                <a:lnTo>
                  <a:pt x="707565" y="81134"/>
                </a:lnTo>
                <a:lnTo>
                  <a:pt x="712270" y="64627"/>
                </a:lnTo>
                <a:lnTo>
                  <a:pt x="716975" y="48120"/>
                </a:lnTo>
                <a:lnTo>
                  <a:pt x="721681" y="31613"/>
                </a:lnTo>
                <a:lnTo>
                  <a:pt x="726377" y="15107"/>
                </a:lnTo>
                <a:lnTo>
                  <a:pt x="730596" y="1543"/>
                </a:lnTo>
                <a:lnTo>
                  <a:pt x="722890" y="13535"/>
                </a:lnTo>
                <a:lnTo>
                  <a:pt x="712841" y="20003"/>
                </a:lnTo>
                <a:lnTo>
                  <a:pt x="702450" y="24689"/>
                </a:lnTo>
                <a:lnTo>
                  <a:pt x="691925" y="28442"/>
                </a:lnTo>
                <a:lnTo>
                  <a:pt x="681342" y="31604"/>
                </a:lnTo>
                <a:lnTo>
                  <a:pt x="670712" y="34347"/>
                </a:lnTo>
                <a:lnTo>
                  <a:pt x="660054" y="36767"/>
                </a:lnTo>
                <a:lnTo>
                  <a:pt x="649376" y="38929"/>
                </a:lnTo>
                <a:lnTo>
                  <a:pt x="638689" y="40881"/>
                </a:lnTo>
                <a:lnTo>
                  <a:pt x="627993" y="42662"/>
                </a:lnTo>
                <a:lnTo>
                  <a:pt x="617287" y="44282"/>
                </a:lnTo>
                <a:lnTo>
                  <a:pt x="606571" y="45768"/>
                </a:lnTo>
                <a:lnTo>
                  <a:pt x="595855" y="47139"/>
                </a:lnTo>
                <a:lnTo>
                  <a:pt x="585130" y="48397"/>
                </a:lnTo>
                <a:lnTo>
                  <a:pt x="574396" y="49568"/>
                </a:lnTo>
                <a:lnTo>
                  <a:pt x="563670" y="50635"/>
                </a:lnTo>
                <a:lnTo>
                  <a:pt x="552936" y="51626"/>
                </a:lnTo>
                <a:lnTo>
                  <a:pt x="542201" y="52540"/>
                </a:lnTo>
                <a:lnTo>
                  <a:pt x="531457" y="53388"/>
                </a:lnTo>
                <a:lnTo>
                  <a:pt x="520722" y="54159"/>
                </a:lnTo>
                <a:lnTo>
                  <a:pt x="509978" y="54864"/>
                </a:lnTo>
                <a:lnTo>
                  <a:pt x="499234" y="55512"/>
                </a:lnTo>
                <a:lnTo>
                  <a:pt x="488490" y="56102"/>
                </a:lnTo>
                <a:lnTo>
                  <a:pt x="477745" y="56636"/>
                </a:lnTo>
                <a:lnTo>
                  <a:pt x="467001" y="57112"/>
                </a:lnTo>
                <a:lnTo>
                  <a:pt x="456257" y="57541"/>
                </a:lnTo>
                <a:lnTo>
                  <a:pt x="445503" y="57912"/>
                </a:lnTo>
                <a:lnTo>
                  <a:pt x="434759" y="58236"/>
                </a:lnTo>
                <a:lnTo>
                  <a:pt x="424005" y="58512"/>
                </a:lnTo>
                <a:lnTo>
                  <a:pt x="413261" y="58741"/>
                </a:lnTo>
                <a:lnTo>
                  <a:pt x="402507" y="58922"/>
                </a:lnTo>
                <a:lnTo>
                  <a:pt x="391763" y="59065"/>
                </a:lnTo>
                <a:lnTo>
                  <a:pt x="381010" y="59150"/>
                </a:lnTo>
                <a:lnTo>
                  <a:pt x="370265" y="59188"/>
                </a:lnTo>
                <a:lnTo>
                  <a:pt x="359512" y="59188"/>
                </a:lnTo>
                <a:lnTo>
                  <a:pt x="348767" y="59141"/>
                </a:lnTo>
                <a:lnTo>
                  <a:pt x="338014" y="59045"/>
                </a:lnTo>
                <a:lnTo>
                  <a:pt x="327260" y="58912"/>
                </a:lnTo>
                <a:lnTo>
                  <a:pt x="316516" y="58722"/>
                </a:lnTo>
                <a:lnTo>
                  <a:pt x="305762" y="58493"/>
                </a:lnTo>
                <a:lnTo>
                  <a:pt x="295018" y="58207"/>
                </a:lnTo>
                <a:lnTo>
                  <a:pt x="284274" y="57883"/>
                </a:lnTo>
                <a:lnTo>
                  <a:pt x="273520" y="57502"/>
                </a:lnTo>
                <a:lnTo>
                  <a:pt x="262776" y="57074"/>
                </a:lnTo>
                <a:lnTo>
                  <a:pt x="252032" y="56588"/>
                </a:lnTo>
                <a:lnTo>
                  <a:pt x="241287" y="56055"/>
                </a:lnTo>
                <a:lnTo>
                  <a:pt x="230543" y="55464"/>
                </a:lnTo>
                <a:lnTo>
                  <a:pt x="219799" y="54807"/>
                </a:lnTo>
                <a:lnTo>
                  <a:pt x="209055" y="54092"/>
                </a:lnTo>
                <a:lnTo>
                  <a:pt x="198320" y="53311"/>
                </a:lnTo>
                <a:lnTo>
                  <a:pt x="187576" y="52464"/>
                </a:lnTo>
                <a:lnTo>
                  <a:pt x="176841" y="51549"/>
                </a:lnTo>
                <a:lnTo>
                  <a:pt x="166106" y="50549"/>
                </a:lnTo>
                <a:lnTo>
                  <a:pt x="155381" y="49473"/>
                </a:lnTo>
                <a:lnTo>
                  <a:pt x="144647" y="48301"/>
                </a:lnTo>
                <a:lnTo>
                  <a:pt x="133922" y="47034"/>
                </a:lnTo>
                <a:lnTo>
                  <a:pt x="123206" y="45653"/>
                </a:lnTo>
                <a:lnTo>
                  <a:pt x="112490" y="44148"/>
                </a:lnTo>
                <a:lnTo>
                  <a:pt x="101784" y="42520"/>
                </a:lnTo>
                <a:lnTo>
                  <a:pt x="91088" y="40729"/>
                </a:lnTo>
                <a:lnTo>
                  <a:pt x="80401" y="38757"/>
                </a:lnTo>
                <a:lnTo>
                  <a:pt x="69723" y="36576"/>
                </a:lnTo>
                <a:lnTo>
                  <a:pt x="59074" y="34128"/>
                </a:lnTo>
                <a:lnTo>
                  <a:pt x="48444" y="31356"/>
                </a:lnTo>
                <a:lnTo>
                  <a:pt x="37862" y="28156"/>
                </a:lnTo>
                <a:lnTo>
                  <a:pt x="27346" y="24336"/>
                </a:lnTo>
                <a:lnTo>
                  <a:pt x="16974" y="19545"/>
                </a:lnTo>
                <a:lnTo>
                  <a:pt x="6982" y="128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simple-step-cap-4">
            <a:extLst xmlns:a="http://schemas.openxmlformats.org/drawingml/2006/main">
              <a:ext uri="{FF2B5EF4-FFF2-40B4-BE49-F238E27FC236}">
                <a16:creationId xmlns:a16="http://schemas.microsoft.com/office/drawing/2014/main" id="{5CAAE427-FEDA-465F-BF31-C6BC053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0169" y="5053365"/>
            <a:ext cx="730653" cy="16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CD4F6744-407E-415B-ADAC-158E004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5435" y="2700338"/>
            <a:ext cx="1040130" cy="2992450"/>
          </a:xfrm>
          <a:custGeom xmlns:a="http://schemas.openxmlformats.org/drawingml/2006/main">
            <a:pathLst>
              <a:path w="1040130" h="2992450">
                <a:moveTo>
                  <a:pt x="0" y="0"/>
                </a:moveTo>
                <a:lnTo>
                  <a:pt x="95" y="37452"/>
                </a:lnTo>
                <a:lnTo>
                  <a:pt x="6687" y="73190"/>
                </a:lnTo>
                <a:lnTo>
                  <a:pt x="13278" y="108937"/>
                </a:lnTo>
                <a:lnTo>
                  <a:pt x="19869" y="144675"/>
                </a:lnTo>
                <a:lnTo>
                  <a:pt x="26460" y="180423"/>
                </a:lnTo>
                <a:lnTo>
                  <a:pt x="33052" y="216160"/>
                </a:lnTo>
                <a:lnTo>
                  <a:pt x="39643" y="251908"/>
                </a:lnTo>
                <a:lnTo>
                  <a:pt x="46234" y="287655"/>
                </a:lnTo>
                <a:lnTo>
                  <a:pt x="52826" y="323393"/>
                </a:lnTo>
                <a:lnTo>
                  <a:pt x="59417" y="359140"/>
                </a:lnTo>
                <a:lnTo>
                  <a:pt x="66008" y="394878"/>
                </a:lnTo>
                <a:lnTo>
                  <a:pt x="72600" y="430625"/>
                </a:lnTo>
                <a:lnTo>
                  <a:pt x="79191" y="466363"/>
                </a:lnTo>
                <a:lnTo>
                  <a:pt x="85782" y="502110"/>
                </a:lnTo>
                <a:lnTo>
                  <a:pt x="92373" y="537858"/>
                </a:lnTo>
                <a:lnTo>
                  <a:pt x="98631" y="573757"/>
                </a:lnTo>
                <a:lnTo>
                  <a:pt x="104080" y="610057"/>
                </a:lnTo>
                <a:lnTo>
                  <a:pt x="109423" y="646405"/>
                </a:lnTo>
                <a:lnTo>
                  <a:pt x="114491" y="682866"/>
                </a:lnTo>
                <a:lnTo>
                  <a:pt x="119548" y="719328"/>
                </a:lnTo>
                <a:lnTo>
                  <a:pt x="124606" y="755790"/>
                </a:lnTo>
                <a:lnTo>
                  <a:pt x="129673" y="792261"/>
                </a:lnTo>
                <a:lnTo>
                  <a:pt x="134731" y="828723"/>
                </a:lnTo>
                <a:lnTo>
                  <a:pt x="139789" y="865184"/>
                </a:lnTo>
                <a:lnTo>
                  <a:pt x="144856" y="901646"/>
                </a:lnTo>
                <a:lnTo>
                  <a:pt x="149914" y="938108"/>
                </a:lnTo>
                <a:lnTo>
                  <a:pt x="154972" y="974579"/>
                </a:lnTo>
                <a:lnTo>
                  <a:pt x="160039" y="1011041"/>
                </a:lnTo>
                <a:lnTo>
                  <a:pt x="165097" y="1047502"/>
                </a:lnTo>
                <a:lnTo>
                  <a:pt x="170155" y="1083964"/>
                </a:lnTo>
                <a:lnTo>
                  <a:pt x="175222" y="1120426"/>
                </a:lnTo>
                <a:lnTo>
                  <a:pt x="180280" y="1156897"/>
                </a:lnTo>
                <a:lnTo>
                  <a:pt x="185118" y="1193444"/>
                </a:lnTo>
                <a:lnTo>
                  <a:pt x="189909" y="1230011"/>
                </a:lnTo>
                <a:lnTo>
                  <a:pt x="194558" y="1266635"/>
                </a:lnTo>
                <a:lnTo>
                  <a:pt x="199168" y="1303268"/>
                </a:lnTo>
                <a:lnTo>
                  <a:pt x="203787" y="1339910"/>
                </a:lnTo>
                <a:lnTo>
                  <a:pt x="208397" y="1376543"/>
                </a:lnTo>
                <a:lnTo>
                  <a:pt x="213017" y="1413177"/>
                </a:lnTo>
                <a:lnTo>
                  <a:pt x="217627" y="1449819"/>
                </a:lnTo>
                <a:lnTo>
                  <a:pt x="222247" y="1486452"/>
                </a:lnTo>
                <a:lnTo>
                  <a:pt x="226857" y="1523086"/>
                </a:lnTo>
                <a:lnTo>
                  <a:pt x="231477" y="1559719"/>
                </a:lnTo>
                <a:lnTo>
                  <a:pt x="236087" y="1596361"/>
                </a:lnTo>
                <a:lnTo>
                  <a:pt x="240706" y="1632995"/>
                </a:lnTo>
                <a:lnTo>
                  <a:pt x="245316" y="1669628"/>
                </a:lnTo>
                <a:lnTo>
                  <a:pt x="249926" y="1706270"/>
                </a:lnTo>
                <a:lnTo>
                  <a:pt x="254546" y="1742904"/>
                </a:lnTo>
                <a:lnTo>
                  <a:pt x="259090" y="1779565"/>
                </a:lnTo>
                <a:lnTo>
                  <a:pt x="263547" y="1816256"/>
                </a:lnTo>
                <a:lnTo>
                  <a:pt x="267957" y="1852965"/>
                </a:lnTo>
                <a:lnTo>
                  <a:pt x="272310" y="1889693"/>
                </a:lnTo>
                <a:lnTo>
                  <a:pt x="276654" y="1926422"/>
                </a:lnTo>
                <a:lnTo>
                  <a:pt x="280997" y="1963160"/>
                </a:lnTo>
                <a:lnTo>
                  <a:pt x="285350" y="1999888"/>
                </a:lnTo>
                <a:lnTo>
                  <a:pt x="289693" y="2036616"/>
                </a:lnTo>
                <a:lnTo>
                  <a:pt x="294037" y="2073354"/>
                </a:lnTo>
                <a:lnTo>
                  <a:pt x="298390" y="2110083"/>
                </a:lnTo>
                <a:lnTo>
                  <a:pt x="302733" y="2146811"/>
                </a:lnTo>
                <a:lnTo>
                  <a:pt x="307086" y="2183540"/>
                </a:lnTo>
                <a:lnTo>
                  <a:pt x="311429" y="2220278"/>
                </a:lnTo>
                <a:lnTo>
                  <a:pt x="315773" y="2257006"/>
                </a:lnTo>
                <a:lnTo>
                  <a:pt x="320126" y="2293734"/>
                </a:lnTo>
                <a:lnTo>
                  <a:pt x="324469" y="2330472"/>
                </a:lnTo>
                <a:lnTo>
                  <a:pt x="328813" y="2367201"/>
                </a:lnTo>
                <a:lnTo>
                  <a:pt x="330451" y="2400300"/>
                </a:lnTo>
                <a:lnTo>
                  <a:pt x="308505" y="2400300"/>
                </a:lnTo>
                <a:lnTo>
                  <a:pt x="286560" y="2400300"/>
                </a:lnTo>
                <a:lnTo>
                  <a:pt x="264614" y="2400300"/>
                </a:lnTo>
                <a:lnTo>
                  <a:pt x="242668" y="2400300"/>
                </a:lnTo>
                <a:lnTo>
                  <a:pt x="220723" y="2400300"/>
                </a:lnTo>
                <a:lnTo>
                  <a:pt x="198787" y="2400300"/>
                </a:lnTo>
                <a:lnTo>
                  <a:pt x="176841" y="2400300"/>
                </a:lnTo>
                <a:lnTo>
                  <a:pt x="172260" y="2412492"/>
                </a:lnTo>
                <a:lnTo>
                  <a:pt x="187862" y="2438857"/>
                </a:lnTo>
                <a:lnTo>
                  <a:pt x="203454" y="2465222"/>
                </a:lnTo>
                <a:lnTo>
                  <a:pt x="219056" y="2491578"/>
                </a:lnTo>
                <a:lnTo>
                  <a:pt x="234648" y="2517943"/>
                </a:lnTo>
                <a:lnTo>
                  <a:pt x="250241" y="2544308"/>
                </a:lnTo>
                <a:lnTo>
                  <a:pt x="265843" y="2570664"/>
                </a:lnTo>
                <a:lnTo>
                  <a:pt x="281435" y="2597029"/>
                </a:lnTo>
                <a:lnTo>
                  <a:pt x="297037" y="2623385"/>
                </a:lnTo>
                <a:lnTo>
                  <a:pt x="312630" y="2649750"/>
                </a:lnTo>
                <a:lnTo>
                  <a:pt x="328222" y="2676115"/>
                </a:lnTo>
                <a:lnTo>
                  <a:pt x="343824" y="2702471"/>
                </a:lnTo>
                <a:lnTo>
                  <a:pt x="359416" y="2728836"/>
                </a:lnTo>
                <a:lnTo>
                  <a:pt x="375018" y="2755202"/>
                </a:lnTo>
                <a:lnTo>
                  <a:pt x="390611" y="2781557"/>
                </a:lnTo>
                <a:lnTo>
                  <a:pt x="406203" y="2807922"/>
                </a:lnTo>
                <a:lnTo>
                  <a:pt x="421805" y="2834288"/>
                </a:lnTo>
                <a:lnTo>
                  <a:pt x="437398" y="2860643"/>
                </a:lnTo>
                <a:lnTo>
                  <a:pt x="452999" y="2887008"/>
                </a:lnTo>
                <a:lnTo>
                  <a:pt x="468592" y="2913364"/>
                </a:lnTo>
                <a:lnTo>
                  <a:pt x="484184" y="2939729"/>
                </a:lnTo>
                <a:lnTo>
                  <a:pt x="499786" y="2966095"/>
                </a:lnTo>
                <a:lnTo>
                  <a:pt x="515379" y="2992450"/>
                </a:lnTo>
                <a:lnTo>
                  <a:pt x="530971" y="2981935"/>
                </a:lnTo>
                <a:lnTo>
                  <a:pt x="546573" y="2955569"/>
                </a:lnTo>
                <a:lnTo>
                  <a:pt x="562166" y="2929204"/>
                </a:lnTo>
                <a:lnTo>
                  <a:pt x="577767" y="2902849"/>
                </a:lnTo>
                <a:lnTo>
                  <a:pt x="593360" y="2876483"/>
                </a:lnTo>
                <a:lnTo>
                  <a:pt x="608952" y="2850118"/>
                </a:lnTo>
                <a:lnTo>
                  <a:pt x="624554" y="2823762"/>
                </a:lnTo>
                <a:lnTo>
                  <a:pt x="640147" y="2797397"/>
                </a:lnTo>
                <a:lnTo>
                  <a:pt x="655749" y="2771042"/>
                </a:lnTo>
                <a:lnTo>
                  <a:pt x="671341" y="2744676"/>
                </a:lnTo>
                <a:lnTo>
                  <a:pt x="686933" y="2718311"/>
                </a:lnTo>
                <a:lnTo>
                  <a:pt x="702535" y="2691956"/>
                </a:lnTo>
                <a:lnTo>
                  <a:pt x="718128" y="2665590"/>
                </a:lnTo>
                <a:lnTo>
                  <a:pt x="733730" y="2639225"/>
                </a:lnTo>
                <a:lnTo>
                  <a:pt x="749322" y="2612869"/>
                </a:lnTo>
                <a:lnTo>
                  <a:pt x="764915" y="2586504"/>
                </a:lnTo>
                <a:lnTo>
                  <a:pt x="780517" y="2560149"/>
                </a:lnTo>
                <a:lnTo>
                  <a:pt x="796109" y="2533783"/>
                </a:lnTo>
                <a:lnTo>
                  <a:pt x="811711" y="2507418"/>
                </a:lnTo>
                <a:lnTo>
                  <a:pt x="827303" y="2481062"/>
                </a:lnTo>
                <a:lnTo>
                  <a:pt x="842896" y="2454697"/>
                </a:lnTo>
                <a:lnTo>
                  <a:pt x="858498" y="2428332"/>
                </a:lnTo>
                <a:lnTo>
                  <a:pt x="874090" y="2401976"/>
                </a:lnTo>
                <a:lnTo>
                  <a:pt x="854535" y="2400300"/>
                </a:lnTo>
                <a:lnTo>
                  <a:pt x="832590" y="2400300"/>
                </a:lnTo>
                <a:lnTo>
                  <a:pt x="810644" y="2400300"/>
                </a:lnTo>
                <a:lnTo>
                  <a:pt x="788699" y="2400300"/>
                </a:lnTo>
                <a:lnTo>
                  <a:pt x="766753" y="2400300"/>
                </a:lnTo>
                <a:lnTo>
                  <a:pt x="744817" y="2400300"/>
                </a:lnTo>
                <a:lnTo>
                  <a:pt x="722871" y="2400300"/>
                </a:lnTo>
                <a:lnTo>
                  <a:pt x="708765" y="2389289"/>
                </a:lnTo>
                <a:lnTo>
                  <a:pt x="713051" y="2352542"/>
                </a:lnTo>
                <a:lnTo>
                  <a:pt x="717394" y="2315804"/>
                </a:lnTo>
                <a:lnTo>
                  <a:pt x="721738" y="2279075"/>
                </a:lnTo>
                <a:lnTo>
                  <a:pt x="726091" y="2242347"/>
                </a:lnTo>
                <a:lnTo>
                  <a:pt x="730434" y="2205619"/>
                </a:lnTo>
                <a:lnTo>
                  <a:pt x="734778" y="2168881"/>
                </a:lnTo>
                <a:lnTo>
                  <a:pt x="739130" y="2132152"/>
                </a:lnTo>
                <a:lnTo>
                  <a:pt x="743474" y="2095424"/>
                </a:lnTo>
                <a:lnTo>
                  <a:pt x="747827" y="2058686"/>
                </a:lnTo>
                <a:lnTo>
                  <a:pt x="752170" y="2021957"/>
                </a:lnTo>
                <a:lnTo>
                  <a:pt x="756514" y="1985229"/>
                </a:lnTo>
                <a:lnTo>
                  <a:pt x="760867" y="1948501"/>
                </a:lnTo>
                <a:lnTo>
                  <a:pt x="765210" y="1911763"/>
                </a:lnTo>
                <a:lnTo>
                  <a:pt x="769563" y="1875034"/>
                </a:lnTo>
                <a:lnTo>
                  <a:pt x="773906" y="1838306"/>
                </a:lnTo>
                <a:lnTo>
                  <a:pt x="778364" y="1801606"/>
                </a:lnTo>
                <a:lnTo>
                  <a:pt x="782822" y="1764916"/>
                </a:lnTo>
                <a:lnTo>
                  <a:pt x="787432" y="1728283"/>
                </a:lnTo>
                <a:lnTo>
                  <a:pt x="792042" y="1691640"/>
                </a:lnTo>
                <a:lnTo>
                  <a:pt x="796652" y="1655007"/>
                </a:lnTo>
                <a:lnTo>
                  <a:pt x="801272" y="1618374"/>
                </a:lnTo>
                <a:lnTo>
                  <a:pt x="805882" y="1581741"/>
                </a:lnTo>
                <a:lnTo>
                  <a:pt x="810501" y="1545098"/>
                </a:lnTo>
                <a:lnTo>
                  <a:pt x="815111" y="1508465"/>
                </a:lnTo>
                <a:lnTo>
                  <a:pt x="819731" y="1471832"/>
                </a:lnTo>
                <a:lnTo>
                  <a:pt x="824341" y="1435189"/>
                </a:lnTo>
                <a:lnTo>
                  <a:pt x="828961" y="1398556"/>
                </a:lnTo>
                <a:lnTo>
                  <a:pt x="833571" y="1361923"/>
                </a:lnTo>
                <a:lnTo>
                  <a:pt x="838181" y="1325289"/>
                </a:lnTo>
                <a:lnTo>
                  <a:pt x="842801" y="1288647"/>
                </a:lnTo>
                <a:lnTo>
                  <a:pt x="847411" y="1252014"/>
                </a:lnTo>
                <a:lnTo>
                  <a:pt x="852135" y="1215419"/>
                </a:lnTo>
                <a:lnTo>
                  <a:pt x="856926" y="1178852"/>
                </a:lnTo>
                <a:lnTo>
                  <a:pt x="861870" y="1142343"/>
                </a:lnTo>
                <a:lnTo>
                  <a:pt x="866927" y="1105872"/>
                </a:lnTo>
                <a:lnTo>
                  <a:pt x="871995" y="1069410"/>
                </a:lnTo>
                <a:lnTo>
                  <a:pt x="877052" y="1032948"/>
                </a:lnTo>
                <a:lnTo>
                  <a:pt x="882110" y="996486"/>
                </a:lnTo>
                <a:lnTo>
                  <a:pt x="887178" y="960025"/>
                </a:lnTo>
                <a:lnTo>
                  <a:pt x="892235" y="923554"/>
                </a:lnTo>
                <a:lnTo>
                  <a:pt x="897293" y="887092"/>
                </a:lnTo>
                <a:lnTo>
                  <a:pt x="902360" y="850630"/>
                </a:lnTo>
                <a:lnTo>
                  <a:pt x="907418" y="814168"/>
                </a:lnTo>
                <a:lnTo>
                  <a:pt x="912476" y="777707"/>
                </a:lnTo>
                <a:lnTo>
                  <a:pt x="917543" y="741245"/>
                </a:lnTo>
                <a:lnTo>
                  <a:pt x="922601" y="704774"/>
                </a:lnTo>
                <a:lnTo>
                  <a:pt x="927659" y="668312"/>
                </a:lnTo>
                <a:lnTo>
                  <a:pt x="932774" y="631869"/>
                </a:lnTo>
                <a:lnTo>
                  <a:pt x="938222" y="595570"/>
                </a:lnTo>
                <a:lnTo>
                  <a:pt x="943794" y="559327"/>
                </a:lnTo>
                <a:lnTo>
                  <a:pt x="950385" y="523589"/>
                </a:lnTo>
                <a:lnTo>
                  <a:pt x="956977" y="487842"/>
                </a:lnTo>
                <a:lnTo>
                  <a:pt x="963568" y="452104"/>
                </a:lnTo>
                <a:lnTo>
                  <a:pt x="970159" y="416357"/>
                </a:lnTo>
                <a:lnTo>
                  <a:pt x="976751" y="380619"/>
                </a:lnTo>
                <a:lnTo>
                  <a:pt x="983342" y="344872"/>
                </a:lnTo>
                <a:lnTo>
                  <a:pt x="989933" y="309124"/>
                </a:lnTo>
                <a:lnTo>
                  <a:pt x="996525" y="273387"/>
                </a:lnTo>
                <a:lnTo>
                  <a:pt x="1003116" y="237639"/>
                </a:lnTo>
                <a:lnTo>
                  <a:pt x="1009707" y="201901"/>
                </a:lnTo>
                <a:lnTo>
                  <a:pt x="1016298" y="166154"/>
                </a:lnTo>
                <a:lnTo>
                  <a:pt x="1022890" y="130416"/>
                </a:lnTo>
                <a:lnTo>
                  <a:pt x="1029481" y="94669"/>
                </a:lnTo>
                <a:lnTo>
                  <a:pt x="1036072" y="58922"/>
                </a:lnTo>
                <a:lnTo>
                  <a:pt x="1040130" y="22517"/>
                </a:lnTo>
                <a:lnTo>
                  <a:pt x="1031367" y="0"/>
                </a:lnTo>
                <a:lnTo>
                  <a:pt x="1009431" y="0"/>
                </a:lnTo>
                <a:lnTo>
                  <a:pt x="987485" y="0"/>
                </a:lnTo>
                <a:lnTo>
                  <a:pt x="965540" y="0"/>
                </a:lnTo>
                <a:lnTo>
                  <a:pt x="943594" y="0"/>
                </a:lnTo>
                <a:lnTo>
                  <a:pt x="921649" y="0"/>
                </a:lnTo>
                <a:lnTo>
                  <a:pt x="899703" y="0"/>
                </a:lnTo>
                <a:lnTo>
                  <a:pt x="877767" y="0"/>
                </a:lnTo>
                <a:lnTo>
                  <a:pt x="855821" y="0"/>
                </a:lnTo>
                <a:lnTo>
                  <a:pt x="833876" y="0"/>
                </a:lnTo>
                <a:lnTo>
                  <a:pt x="811930" y="0"/>
                </a:lnTo>
                <a:lnTo>
                  <a:pt x="789984" y="0"/>
                </a:lnTo>
                <a:lnTo>
                  <a:pt x="768039" y="0"/>
                </a:lnTo>
                <a:lnTo>
                  <a:pt x="746103" y="0"/>
                </a:lnTo>
                <a:lnTo>
                  <a:pt x="724157" y="0"/>
                </a:lnTo>
                <a:lnTo>
                  <a:pt x="702212" y="0"/>
                </a:lnTo>
                <a:lnTo>
                  <a:pt x="680266" y="0"/>
                </a:lnTo>
                <a:lnTo>
                  <a:pt x="658320" y="0"/>
                </a:lnTo>
                <a:lnTo>
                  <a:pt x="636375" y="0"/>
                </a:lnTo>
                <a:lnTo>
                  <a:pt x="614439" y="0"/>
                </a:lnTo>
                <a:lnTo>
                  <a:pt x="592493" y="0"/>
                </a:lnTo>
                <a:lnTo>
                  <a:pt x="570548" y="0"/>
                </a:lnTo>
                <a:lnTo>
                  <a:pt x="548602" y="0"/>
                </a:lnTo>
                <a:lnTo>
                  <a:pt x="526656" y="0"/>
                </a:lnTo>
                <a:lnTo>
                  <a:pt x="504711" y="0"/>
                </a:lnTo>
                <a:lnTo>
                  <a:pt x="482765" y="0"/>
                </a:lnTo>
                <a:lnTo>
                  <a:pt x="460829" y="0"/>
                </a:lnTo>
                <a:lnTo>
                  <a:pt x="438883" y="0"/>
                </a:lnTo>
                <a:lnTo>
                  <a:pt x="416938" y="0"/>
                </a:lnTo>
                <a:lnTo>
                  <a:pt x="394992" y="0"/>
                </a:lnTo>
                <a:lnTo>
                  <a:pt x="373047" y="0"/>
                </a:lnTo>
                <a:lnTo>
                  <a:pt x="351101" y="0"/>
                </a:lnTo>
                <a:lnTo>
                  <a:pt x="329165" y="0"/>
                </a:lnTo>
                <a:lnTo>
                  <a:pt x="307219" y="0"/>
                </a:lnTo>
                <a:lnTo>
                  <a:pt x="285274" y="0"/>
                </a:lnTo>
                <a:lnTo>
                  <a:pt x="263328" y="0"/>
                </a:lnTo>
                <a:lnTo>
                  <a:pt x="241383" y="0"/>
                </a:lnTo>
                <a:lnTo>
                  <a:pt x="219437" y="0"/>
                </a:lnTo>
                <a:lnTo>
                  <a:pt x="197501" y="0"/>
                </a:lnTo>
                <a:lnTo>
                  <a:pt x="175555" y="0"/>
                </a:lnTo>
                <a:lnTo>
                  <a:pt x="153610" y="0"/>
                </a:lnTo>
                <a:lnTo>
                  <a:pt x="131664" y="0"/>
                </a:lnTo>
                <a:lnTo>
                  <a:pt x="109718" y="0"/>
                </a:lnTo>
                <a:lnTo>
                  <a:pt x="87773" y="0"/>
                </a:lnTo>
                <a:lnTo>
                  <a:pt x="65837" y="0"/>
                </a:lnTo>
                <a:lnTo>
                  <a:pt x="43891" y="0"/>
                </a:lnTo>
                <a:lnTo>
                  <a:pt x="21946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6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6B3A1DEE-02BC-4D7A-9484-EFA550CC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4395" y="2857500"/>
            <a:ext cx="16822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收集反馈</a:t>
            </a:r>
          </a:p>
        </p:txBody>
      </p:sp>
      <p:sp>
        <p:nvSpPr>
          <p:cNvPr id="27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3697049-AC0F-45AF-A554-CD7E2C4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4179" y="3457575"/>
            <a:ext cx="13226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确认问题</a:t>
            </a:r>
          </a:p>
        </p:txBody>
      </p:sp>
      <p:sp>
        <p:nvSpPr>
          <p:cNvPr id="28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431E206F-0D63-454F-8269-EEAC486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3084" y="4057650"/>
            <a:ext cx="102483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验证价值</a:t>
            </a:r>
          </a:p>
        </p:txBody>
      </p:sp>
      <p:sp>
        <p:nvSpPr>
          <p:cNvPr id="29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ADF9592A-49B2-449E-8625-7A67C25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46577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核对投入</a:t>
            </a:r>
          </a:p>
        </p:txBody>
      </p:sp>
      <p:sp>
        <p:nvSpPr>
          <p:cNvPr id="30" name="simple-step-title-4">
            <a:extLst xmlns:a="http://schemas.openxmlformats.org/drawingml/2006/main">
              <a:ext uri="{FF2B5EF4-FFF2-40B4-BE49-F238E27FC236}">
                <a16:creationId xmlns:a16="http://schemas.microsoft.com/office/drawing/2014/main" id="{06B74471-C3FB-4D72-A281-846E150E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52578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明确交付</a:t>
            </a:r>
          </a:p>
        </p:txBody>
      </p:sp>
      <p:sp>
        <p:nvSpPr>
          <p:cNvPr id="31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B3BD66B9-F9DD-48B2-8E22-632F99F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1713" y="2026291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44dfca11244f1">
            <a:extLst>
              <a:ext uri="{96DAC541-7B7A-43D3-8B79-37D633B846F1}">
                <asvg:svgBlip xmlns:asvg="http://schemas.microsoft.com/office/drawing/2016/SVG/main" r:embed="R2be7af57ad4b42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15538" y="21501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526291BA-1C3A-45A5-A2DB-181281F9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82329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72d75bb1b462b">
            <a:extLst>
              <a:ext uri="{96DAC541-7B7A-43D3-8B79-37D633B846F1}">
                <asvg:svgBlip xmlns:asvg="http://schemas.microsoft.com/office/drawing/2016/SVG/main" r:embed="R50936e11d6e44f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194712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35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F2E3191E-A3A2-4BB8-BB76-4B9C22CF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995" y="198938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28575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94fca14f74e95">
            <a:extLst>
              <a:ext uri="{96DAC541-7B7A-43D3-8B79-37D633B846F1}">
                <asvg:svgBlip xmlns:asvg="http://schemas.microsoft.com/office/drawing/2016/SVG/main" r:embed="R5e11dbef93f444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04820" y="211320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relationship-line-0">
            <a:extLst xmlns:a="http://schemas.openxmlformats.org/drawingml/2006/main">
              <a:ext uri="{FF2B5EF4-FFF2-40B4-BE49-F238E27FC236}">
                <a16:creationId xmlns:a16="http://schemas.microsoft.com/office/drawing/2014/main" id="{25B914B0-1698-487F-BE00-FF717D52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460" y="3000375"/>
            <a:ext cx="12638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8" name="relationship-line-1">
            <a:extLst xmlns:a="http://schemas.openxmlformats.org/drawingml/2006/main">
              <a:ext uri="{FF2B5EF4-FFF2-40B4-BE49-F238E27FC236}">
                <a16:creationId xmlns:a16="http://schemas.microsoft.com/office/drawing/2014/main" id="{546D54B9-9716-4B57-89EA-8522D2A9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672" y="3600450"/>
            <a:ext cx="14436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39" name="relationship-line-2">
            <a:extLst xmlns:a="http://schemas.openxmlformats.org/drawingml/2006/main">
              <a:ext uri="{FF2B5EF4-FFF2-40B4-BE49-F238E27FC236}">
                <a16:creationId xmlns:a16="http://schemas.microsoft.com/office/drawing/2014/main" id="{BDA6B840-0F4D-494B-AB10-99A8F2B3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811" y="4200525"/>
            <a:ext cx="159253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40" name="relationship-line-3">
            <a:extLst xmlns:a="http://schemas.openxmlformats.org/drawingml/2006/main">
              <a:ext uri="{FF2B5EF4-FFF2-40B4-BE49-F238E27FC236}">
                <a16:creationId xmlns:a16="http://schemas.microsoft.com/office/drawing/2014/main" id="{BAB51AC2-A2BA-4F33-9C52-53BA034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200" y="4800600"/>
            <a:ext cx="173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  <p:sp>
        <p:nvSpPr>
          <p:cNvPr id="41" name="relationship-line-4">
            <a:extLst xmlns:a="http://schemas.openxmlformats.org/drawingml/2006/main">
              <a:ext uri="{FF2B5EF4-FFF2-40B4-BE49-F238E27FC236}">
                <a16:creationId xmlns:a16="http://schemas.microsoft.com/office/drawing/2014/main" id="{29A8CAB3-ACC0-42F8-AA4D-633F415B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72" y="5400675"/>
            <a:ext cx="18605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5837B"/>
            </a:solidFill>
          </a:ln>
        </p:spPr>
      </p:sp>
    </p:spTree>
    <p:extLst>
      <p:ext uri="{BB962C8B-B14F-4D97-AF65-F5344CB8AC3E}">
        <p14:creationId xmlns:p14="http://schemas.microsoft.com/office/powerpoint/2010/main" val="1584434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2026-09-08T06:34:05.4710000Z</dcterms:created>
  <dcterms:modified xsi:type="dcterms:W3CDTF">2026-09-08T06:34:05.4710000Z</dcterms:modified>
</coreProperties>
</file>