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406a739ffa46c6" /><Relationship Type="http://schemas.openxmlformats.org/officeDocument/2006/relationships/extended-properties" Target="/docProps/app.xml" Id="Rd4769a88b5364523" /><Relationship Type="http://schemas.openxmlformats.org/officeDocument/2006/relationships/officeDocument" Target="/ppt/presentation.xml" Id="Rcac7a5d517b647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659088f9264366"/>
  </p:sldMasterIdLst>
  <p:notesMasterIdLst>
    <p:notesMasterId xmlns:r="http://schemas.openxmlformats.org/officeDocument/2006/relationships" r:id="R6f2cce39611146eb"/>
  </p:notesMasterIdLst>
  <p:sldIdLst>
    <p:sldId xmlns:r="http://schemas.openxmlformats.org/officeDocument/2006/relationships" id="256" r:id="R76e549c7678245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c1930a0dce4513" /><Relationship Type="http://schemas.openxmlformats.org/officeDocument/2006/relationships/slideMaster" Target="/ppt/slideMasters/slideMaster1.xml" Id="R45659088f9264366" /><Relationship Type="http://schemas.openxmlformats.org/officeDocument/2006/relationships/notesMaster" Target="/ppt/notesMasters/notesMaster1.xml" Id="R6f2cce39611146eb" /><Relationship Type="http://schemas.openxmlformats.org/officeDocument/2006/relationships/presProps" Target="/ppt/presProps.xml" Id="R1beedf315dbd4284" /><Relationship Type="http://schemas.openxmlformats.org/officeDocument/2006/relationships/tableStyles" Target="/ppt/tableStyles.xml" Id="Rcff4443331b541b4" /><Relationship Type="http://schemas.openxmlformats.org/officeDocument/2006/relationships/slide" Target="/ppt/slides/slide1.xml" Id="R76e549c7678245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0c160ca45a4f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54c837d3a946b5" /><Relationship Type="http://schemas.openxmlformats.org/officeDocument/2006/relationships/notesMaster" Target="/ppt/notesMasters/notesMaster1.xml" Id="R50d89a66370045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a3fbe98f484b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81268c53b24482" /><Relationship Type="http://schemas.openxmlformats.org/officeDocument/2006/relationships/slideLayout" Target="/ppt/slideLayouts/slideLayout1.xml" Id="R574ac6f8ea5845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4ac6f8ea5845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a2dca0ce249a0" /><Relationship Type="http://schemas.openxmlformats.org/officeDocument/2006/relationships/notesSlide" Target="/ppt/notesSlides/notesSlide1.xml" Id="Rfe5699888ffc405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age-paper">
            <a:extLst xmlns:a="http://schemas.openxmlformats.org/drawingml/2006/main">
              <a:ext uri="{FF2B5EF4-FFF2-40B4-BE49-F238E27FC236}">
                <a16:creationId xmlns:a16="http://schemas.microsoft.com/office/drawing/2014/main" id="{E0330545-62C6-4139-BA9C-EE18B9CE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53362D79-25F9-4B3E-B1B1-3A89FB18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BFECB31-CFCA-4E30-B46A-A4207823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84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设备维护：从形成记录走向计划维护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20A1C00B-A97B-4D86-8CD4-8391AB62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477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48F7509D-152B-4BD4-8000-09F3526B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4307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下一步：按周期检查，落实责任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0A93F679-EC81-4B57-A208-AF07F962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在故障原因与处理过程可查的基础上，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将维护工作推进到计划维护。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D347271-8930-4FCA-89D7-4680355F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8" name="plain-progression">
            <a:extLst xmlns:a="http://schemas.openxmlformats.org/drawingml/2006/main">
              <a:ext uri="{FF2B5EF4-FFF2-40B4-BE49-F238E27FC236}">
                <a16:creationId xmlns:a16="http://schemas.microsoft.com/office/drawing/2014/main" id="{269E4939-840C-45C7-BB6B-6059BF52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9775" y="3857625"/>
            <a:ext cx="8001000" cy="1571625"/>
          </a:xfrm>
          <a:custGeom xmlns:a="http://schemas.openxmlformats.org/drawingml/2006/main">
            <a:pathLst>
              <a:path w="8001000" h="1571625">
                <a:moveTo>
                  <a:pt x="0" y="1571625"/>
                </a:moveTo>
                <a:lnTo>
                  <a:pt x="33338" y="1565081"/>
                </a:lnTo>
                <a:lnTo>
                  <a:pt x="66675" y="1558528"/>
                </a:lnTo>
                <a:lnTo>
                  <a:pt x="100013" y="1551984"/>
                </a:lnTo>
                <a:lnTo>
                  <a:pt x="133350" y="1545431"/>
                </a:lnTo>
                <a:lnTo>
                  <a:pt x="166688" y="1538888"/>
                </a:lnTo>
                <a:lnTo>
                  <a:pt x="200025" y="1532334"/>
                </a:lnTo>
                <a:lnTo>
                  <a:pt x="233363" y="1525791"/>
                </a:lnTo>
                <a:lnTo>
                  <a:pt x="266700" y="1519238"/>
                </a:lnTo>
                <a:lnTo>
                  <a:pt x="300038" y="1512694"/>
                </a:lnTo>
                <a:lnTo>
                  <a:pt x="333375" y="1506141"/>
                </a:lnTo>
                <a:lnTo>
                  <a:pt x="366713" y="1499597"/>
                </a:lnTo>
                <a:lnTo>
                  <a:pt x="400050" y="1493044"/>
                </a:lnTo>
                <a:lnTo>
                  <a:pt x="433388" y="1486500"/>
                </a:lnTo>
                <a:lnTo>
                  <a:pt x="466725" y="1479947"/>
                </a:lnTo>
                <a:lnTo>
                  <a:pt x="500063" y="1473403"/>
                </a:lnTo>
                <a:lnTo>
                  <a:pt x="533400" y="1466850"/>
                </a:lnTo>
                <a:lnTo>
                  <a:pt x="566738" y="1460306"/>
                </a:lnTo>
                <a:lnTo>
                  <a:pt x="600075" y="1453753"/>
                </a:lnTo>
                <a:lnTo>
                  <a:pt x="633413" y="1447209"/>
                </a:lnTo>
                <a:lnTo>
                  <a:pt x="666750" y="1440656"/>
                </a:lnTo>
                <a:lnTo>
                  <a:pt x="700088" y="1434113"/>
                </a:lnTo>
                <a:lnTo>
                  <a:pt x="733425" y="1427559"/>
                </a:lnTo>
                <a:lnTo>
                  <a:pt x="766763" y="1421016"/>
                </a:lnTo>
                <a:lnTo>
                  <a:pt x="800100" y="1414463"/>
                </a:lnTo>
                <a:lnTo>
                  <a:pt x="833438" y="1407919"/>
                </a:lnTo>
                <a:lnTo>
                  <a:pt x="866775" y="1401366"/>
                </a:lnTo>
                <a:lnTo>
                  <a:pt x="900113" y="1394822"/>
                </a:lnTo>
                <a:lnTo>
                  <a:pt x="933450" y="1388269"/>
                </a:lnTo>
                <a:lnTo>
                  <a:pt x="966788" y="1381725"/>
                </a:lnTo>
                <a:lnTo>
                  <a:pt x="1000125" y="1375172"/>
                </a:lnTo>
                <a:lnTo>
                  <a:pt x="1033463" y="1368628"/>
                </a:lnTo>
                <a:lnTo>
                  <a:pt x="1066800" y="1362075"/>
                </a:lnTo>
                <a:lnTo>
                  <a:pt x="1100138" y="1355531"/>
                </a:lnTo>
                <a:lnTo>
                  <a:pt x="1133475" y="1348978"/>
                </a:lnTo>
                <a:lnTo>
                  <a:pt x="1166813" y="1342434"/>
                </a:lnTo>
                <a:lnTo>
                  <a:pt x="1200150" y="1335881"/>
                </a:lnTo>
                <a:lnTo>
                  <a:pt x="1233488" y="1329338"/>
                </a:lnTo>
                <a:lnTo>
                  <a:pt x="1266825" y="1322784"/>
                </a:lnTo>
                <a:lnTo>
                  <a:pt x="1300163" y="1316241"/>
                </a:lnTo>
                <a:lnTo>
                  <a:pt x="1333500" y="1309688"/>
                </a:lnTo>
                <a:lnTo>
                  <a:pt x="1366838" y="1303144"/>
                </a:lnTo>
                <a:lnTo>
                  <a:pt x="1400175" y="1296591"/>
                </a:lnTo>
                <a:lnTo>
                  <a:pt x="1433513" y="1290047"/>
                </a:lnTo>
                <a:lnTo>
                  <a:pt x="1466850" y="1283494"/>
                </a:lnTo>
                <a:lnTo>
                  <a:pt x="1500188" y="1276950"/>
                </a:lnTo>
                <a:lnTo>
                  <a:pt x="1533525" y="1270397"/>
                </a:lnTo>
                <a:lnTo>
                  <a:pt x="1566863" y="1263853"/>
                </a:lnTo>
                <a:lnTo>
                  <a:pt x="1600200" y="1257300"/>
                </a:lnTo>
                <a:lnTo>
                  <a:pt x="1633538" y="1250756"/>
                </a:lnTo>
                <a:lnTo>
                  <a:pt x="1666875" y="1244203"/>
                </a:lnTo>
                <a:lnTo>
                  <a:pt x="1700213" y="1237659"/>
                </a:lnTo>
                <a:lnTo>
                  <a:pt x="1733550" y="1231106"/>
                </a:lnTo>
                <a:lnTo>
                  <a:pt x="1766888" y="1224563"/>
                </a:lnTo>
                <a:lnTo>
                  <a:pt x="1800225" y="1218009"/>
                </a:lnTo>
                <a:lnTo>
                  <a:pt x="1833563" y="1211466"/>
                </a:lnTo>
                <a:lnTo>
                  <a:pt x="1866900" y="1204913"/>
                </a:lnTo>
                <a:lnTo>
                  <a:pt x="1900238" y="1198369"/>
                </a:lnTo>
                <a:lnTo>
                  <a:pt x="1933575" y="1191816"/>
                </a:lnTo>
                <a:lnTo>
                  <a:pt x="1966913" y="1185272"/>
                </a:lnTo>
                <a:lnTo>
                  <a:pt x="2000250" y="1178719"/>
                </a:lnTo>
                <a:lnTo>
                  <a:pt x="2033588" y="1172175"/>
                </a:lnTo>
                <a:lnTo>
                  <a:pt x="2066925" y="1165622"/>
                </a:lnTo>
                <a:lnTo>
                  <a:pt x="2100263" y="1159078"/>
                </a:lnTo>
                <a:lnTo>
                  <a:pt x="2133600" y="1152525"/>
                </a:lnTo>
                <a:lnTo>
                  <a:pt x="2166938" y="1145981"/>
                </a:lnTo>
                <a:lnTo>
                  <a:pt x="2200275" y="1139428"/>
                </a:lnTo>
                <a:lnTo>
                  <a:pt x="2233613" y="1132884"/>
                </a:lnTo>
                <a:lnTo>
                  <a:pt x="2266950" y="1126331"/>
                </a:lnTo>
                <a:lnTo>
                  <a:pt x="2300288" y="1119788"/>
                </a:lnTo>
                <a:lnTo>
                  <a:pt x="2333625" y="1113234"/>
                </a:lnTo>
                <a:lnTo>
                  <a:pt x="2366963" y="1106691"/>
                </a:lnTo>
                <a:lnTo>
                  <a:pt x="2400300" y="1100138"/>
                </a:lnTo>
                <a:lnTo>
                  <a:pt x="2433638" y="1093594"/>
                </a:lnTo>
                <a:lnTo>
                  <a:pt x="2466975" y="1087041"/>
                </a:lnTo>
                <a:lnTo>
                  <a:pt x="2500313" y="1080497"/>
                </a:lnTo>
                <a:lnTo>
                  <a:pt x="2533650" y="1073944"/>
                </a:lnTo>
                <a:lnTo>
                  <a:pt x="2566988" y="1067400"/>
                </a:lnTo>
                <a:lnTo>
                  <a:pt x="2600325" y="1060847"/>
                </a:lnTo>
                <a:lnTo>
                  <a:pt x="2633663" y="1054303"/>
                </a:lnTo>
                <a:lnTo>
                  <a:pt x="2667000" y="1047750"/>
                </a:lnTo>
                <a:lnTo>
                  <a:pt x="2700338" y="1041206"/>
                </a:lnTo>
                <a:lnTo>
                  <a:pt x="2733675" y="1034653"/>
                </a:lnTo>
                <a:lnTo>
                  <a:pt x="2767013" y="1028109"/>
                </a:lnTo>
                <a:lnTo>
                  <a:pt x="2800350" y="1021556"/>
                </a:lnTo>
                <a:lnTo>
                  <a:pt x="2833688" y="1015013"/>
                </a:lnTo>
                <a:lnTo>
                  <a:pt x="2867025" y="1008459"/>
                </a:lnTo>
                <a:lnTo>
                  <a:pt x="2900363" y="1001916"/>
                </a:lnTo>
                <a:lnTo>
                  <a:pt x="2933700" y="995363"/>
                </a:lnTo>
                <a:lnTo>
                  <a:pt x="2967038" y="988819"/>
                </a:lnTo>
                <a:lnTo>
                  <a:pt x="3000375" y="982266"/>
                </a:lnTo>
                <a:lnTo>
                  <a:pt x="3033713" y="975722"/>
                </a:lnTo>
                <a:lnTo>
                  <a:pt x="3067050" y="969169"/>
                </a:lnTo>
                <a:lnTo>
                  <a:pt x="3100388" y="962625"/>
                </a:lnTo>
                <a:lnTo>
                  <a:pt x="3133725" y="956072"/>
                </a:lnTo>
                <a:lnTo>
                  <a:pt x="3167063" y="949528"/>
                </a:lnTo>
                <a:lnTo>
                  <a:pt x="3200400" y="942975"/>
                </a:lnTo>
                <a:lnTo>
                  <a:pt x="3233738" y="936431"/>
                </a:lnTo>
                <a:lnTo>
                  <a:pt x="3267075" y="929878"/>
                </a:lnTo>
                <a:lnTo>
                  <a:pt x="3300413" y="923334"/>
                </a:lnTo>
                <a:lnTo>
                  <a:pt x="3333750" y="916781"/>
                </a:lnTo>
                <a:lnTo>
                  <a:pt x="3367088" y="910238"/>
                </a:lnTo>
                <a:lnTo>
                  <a:pt x="3400425" y="903684"/>
                </a:lnTo>
                <a:lnTo>
                  <a:pt x="3433763" y="897141"/>
                </a:lnTo>
                <a:lnTo>
                  <a:pt x="3467100" y="890588"/>
                </a:lnTo>
                <a:lnTo>
                  <a:pt x="3500438" y="884044"/>
                </a:lnTo>
                <a:lnTo>
                  <a:pt x="3533775" y="877491"/>
                </a:lnTo>
                <a:lnTo>
                  <a:pt x="3567113" y="870947"/>
                </a:lnTo>
                <a:lnTo>
                  <a:pt x="3600450" y="864394"/>
                </a:lnTo>
                <a:lnTo>
                  <a:pt x="3633788" y="857850"/>
                </a:lnTo>
                <a:lnTo>
                  <a:pt x="3667125" y="851297"/>
                </a:lnTo>
                <a:lnTo>
                  <a:pt x="3700463" y="844753"/>
                </a:lnTo>
                <a:lnTo>
                  <a:pt x="3733800" y="838200"/>
                </a:lnTo>
                <a:lnTo>
                  <a:pt x="3767138" y="831656"/>
                </a:lnTo>
                <a:lnTo>
                  <a:pt x="3800475" y="825103"/>
                </a:lnTo>
                <a:lnTo>
                  <a:pt x="3833813" y="818559"/>
                </a:lnTo>
                <a:lnTo>
                  <a:pt x="3867150" y="812006"/>
                </a:lnTo>
                <a:lnTo>
                  <a:pt x="3900488" y="805463"/>
                </a:lnTo>
                <a:lnTo>
                  <a:pt x="3933825" y="798909"/>
                </a:lnTo>
                <a:lnTo>
                  <a:pt x="3967163" y="792366"/>
                </a:lnTo>
                <a:lnTo>
                  <a:pt x="4000500" y="785813"/>
                </a:lnTo>
                <a:lnTo>
                  <a:pt x="4033838" y="779269"/>
                </a:lnTo>
                <a:lnTo>
                  <a:pt x="4067175" y="772716"/>
                </a:lnTo>
                <a:lnTo>
                  <a:pt x="4100513" y="766172"/>
                </a:lnTo>
                <a:lnTo>
                  <a:pt x="4133850" y="759619"/>
                </a:lnTo>
                <a:lnTo>
                  <a:pt x="4167188" y="753075"/>
                </a:lnTo>
                <a:lnTo>
                  <a:pt x="4200525" y="746522"/>
                </a:lnTo>
                <a:lnTo>
                  <a:pt x="4233863" y="739978"/>
                </a:lnTo>
                <a:lnTo>
                  <a:pt x="4267200" y="733425"/>
                </a:lnTo>
                <a:lnTo>
                  <a:pt x="4300538" y="726881"/>
                </a:lnTo>
                <a:lnTo>
                  <a:pt x="4333875" y="720328"/>
                </a:lnTo>
                <a:lnTo>
                  <a:pt x="4367213" y="713784"/>
                </a:lnTo>
                <a:lnTo>
                  <a:pt x="4400550" y="707231"/>
                </a:lnTo>
                <a:lnTo>
                  <a:pt x="4433888" y="700688"/>
                </a:lnTo>
                <a:lnTo>
                  <a:pt x="4467225" y="694134"/>
                </a:lnTo>
                <a:lnTo>
                  <a:pt x="4500563" y="687591"/>
                </a:lnTo>
                <a:lnTo>
                  <a:pt x="4533900" y="681038"/>
                </a:lnTo>
                <a:lnTo>
                  <a:pt x="4567238" y="674494"/>
                </a:lnTo>
                <a:lnTo>
                  <a:pt x="4600575" y="667941"/>
                </a:lnTo>
                <a:lnTo>
                  <a:pt x="4633913" y="661397"/>
                </a:lnTo>
                <a:lnTo>
                  <a:pt x="4667250" y="654844"/>
                </a:lnTo>
                <a:lnTo>
                  <a:pt x="4700588" y="648300"/>
                </a:lnTo>
                <a:lnTo>
                  <a:pt x="4733925" y="641747"/>
                </a:lnTo>
                <a:lnTo>
                  <a:pt x="4767263" y="635203"/>
                </a:lnTo>
                <a:lnTo>
                  <a:pt x="4800600" y="628650"/>
                </a:lnTo>
                <a:lnTo>
                  <a:pt x="4833938" y="622106"/>
                </a:lnTo>
                <a:lnTo>
                  <a:pt x="4867275" y="615553"/>
                </a:lnTo>
                <a:lnTo>
                  <a:pt x="4900613" y="609009"/>
                </a:lnTo>
                <a:lnTo>
                  <a:pt x="4933950" y="602456"/>
                </a:lnTo>
                <a:lnTo>
                  <a:pt x="4967288" y="595913"/>
                </a:lnTo>
                <a:lnTo>
                  <a:pt x="5000625" y="589359"/>
                </a:lnTo>
                <a:lnTo>
                  <a:pt x="5033963" y="582816"/>
                </a:lnTo>
                <a:lnTo>
                  <a:pt x="5067300" y="576263"/>
                </a:lnTo>
                <a:lnTo>
                  <a:pt x="5100638" y="569719"/>
                </a:lnTo>
                <a:lnTo>
                  <a:pt x="5133975" y="563166"/>
                </a:lnTo>
                <a:lnTo>
                  <a:pt x="5167313" y="556622"/>
                </a:lnTo>
                <a:lnTo>
                  <a:pt x="5200650" y="550069"/>
                </a:lnTo>
                <a:lnTo>
                  <a:pt x="5233988" y="543525"/>
                </a:lnTo>
                <a:lnTo>
                  <a:pt x="5267325" y="536972"/>
                </a:lnTo>
                <a:lnTo>
                  <a:pt x="5300663" y="530428"/>
                </a:lnTo>
                <a:lnTo>
                  <a:pt x="5334000" y="523875"/>
                </a:lnTo>
                <a:lnTo>
                  <a:pt x="5367338" y="517331"/>
                </a:lnTo>
                <a:lnTo>
                  <a:pt x="5400675" y="510778"/>
                </a:lnTo>
                <a:lnTo>
                  <a:pt x="5434013" y="504234"/>
                </a:lnTo>
                <a:lnTo>
                  <a:pt x="5467350" y="497681"/>
                </a:lnTo>
                <a:lnTo>
                  <a:pt x="5500688" y="491138"/>
                </a:lnTo>
                <a:lnTo>
                  <a:pt x="5534025" y="484584"/>
                </a:lnTo>
                <a:lnTo>
                  <a:pt x="5567363" y="478041"/>
                </a:lnTo>
                <a:lnTo>
                  <a:pt x="5600700" y="471488"/>
                </a:lnTo>
                <a:lnTo>
                  <a:pt x="5634038" y="464944"/>
                </a:lnTo>
                <a:lnTo>
                  <a:pt x="5667375" y="458391"/>
                </a:lnTo>
                <a:lnTo>
                  <a:pt x="5700713" y="451847"/>
                </a:lnTo>
                <a:lnTo>
                  <a:pt x="5734050" y="445294"/>
                </a:lnTo>
                <a:lnTo>
                  <a:pt x="5767388" y="438750"/>
                </a:lnTo>
                <a:lnTo>
                  <a:pt x="5800725" y="432197"/>
                </a:lnTo>
                <a:lnTo>
                  <a:pt x="5834063" y="425653"/>
                </a:lnTo>
                <a:lnTo>
                  <a:pt x="5867400" y="419100"/>
                </a:lnTo>
                <a:lnTo>
                  <a:pt x="5900738" y="412556"/>
                </a:lnTo>
                <a:lnTo>
                  <a:pt x="5934075" y="406003"/>
                </a:lnTo>
                <a:lnTo>
                  <a:pt x="5967413" y="399459"/>
                </a:lnTo>
                <a:lnTo>
                  <a:pt x="6000750" y="392906"/>
                </a:lnTo>
                <a:lnTo>
                  <a:pt x="6034088" y="386363"/>
                </a:lnTo>
                <a:lnTo>
                  <a:pt x="6067425" y="379809"/>
                </a:lnTo>
                <a:lnTo>
                  <a:pt x="6100763" y="373266"/>
                </a:lnTo>
                <a:lnTo>
                  <a:pt x="6134100" y="366713"/>
                </a:lnTo>
                <a:lnTo>
                  <a:pt x="6167438" y="360169"/>
                </a:lnTo>
                <a:lnTo>
                  <a:pt x="6200775" y="353616"/>
                </a:lnTo>
                <a:lnTo>
                  <a:pt x="6234113" y="347072"/>
                </a:lnTo>
                <a:lnTo>
                  <a:pt x="6267450" y="340519"/>
                </a:lnTo>
                <a:lnTo>
                  <a:pt x="6300788" y="333975"/>
                </a:lnTo>
                <a:lnTo>
                  <a:pt x="6334125" y="327422"/>
                </a:lnTo>
                <a:lnTo>
                  <a:pt x="6367463" y="320878"/>
                </a:lnTo>
                <a:lnTo>
                  <a:pt x="6400800" y="314325"/>
                </a:lnTo>
                <a:lnTo>
                  <a:pt x="6434138" y="307781"/>
                </a:lnTo>
                <a:lnTo>
                  <a:pt x="6467475" y="301228"/>
                </a:lnTo>
                <a:lnTo>
                  <a:pt x="6500813" y="294684"/>
                </a:lnTo>
                <a:lnTo>
                  <a:pt x="6534150" y="288131"/>
                </a:lnTo>
                <a:lnTo>
                  <a:pt x="6567488" y="281588"/>
                </a:lnTo>
                <a:lnTo>
                  <a:pt x="6600825" y="275034"/>
                </a:lnTo>
                <a:lnTo>
                  <a:pt x="6634163" y="268491"/>
                </a:lnTo>
                <a:lnTo>
                  <a:pt x="6667500" y="261938"/>
                </a:lnTo>
                <a:lnTo>
                  <a:pt x="6700838" y="255394"/>
                </a:lnTo>
                <a:lnTo>
                  <a:pt x="6734175" y="248841"/>
                </a:lnTo>
                <a:lnTo>
                  <a:pt x="6767513" y="242297"/>
                </a:lnTo>
                <a:lnTo>
                  <a:pt x="6800850" y="235744"/>
                </a:lnTo>
                <a:lnTo>
                  <a:pt x="6834188" y="229200"/>
                </a:lnTo>
                <a:lnTo>
                  <a:pt x="6867525" y="222647"/>
                </a:lnTo>
                <a:lnTo>
                  <a:pt x="6900863" y="216103"/>
                </a:lnTo>
                <a:lnTo>
                  <a:pt x="6934200" y="209550"/>
                </a:lnTo>
                <a:lnTo>
                  <a:pt x="6967538" y="203006"/>
                </a:lnTo>
                <a:lnTo>
                  <a:pt x="7000875" y="196453"/>
                </a:lnTo>
                <a:lnTo>
                  <a:pt x="7034213" y="189909"/>
                </a:lnTo>
                <a:lnTo>
                  <a:pt x="7067550" y="183356"/>
                </a:lnTo>
                <a:lnTo>
                  <a:pt x="7100888" y="176813"/>
                </a:lnTo>
                <a:lnTo>
                  <a:pt x="7134225" y="170259"/>
                </a:lnTo>
                <a:lnTo>
                  <a:pt x="7167563" y="163716"/>
                </a:lnTo>
                <a:lnTo>
                  <a:pt x="7200900" y="157163"/>
                </a:lnTo>
                <a:lnTo>
                  <a:pt x="7234238" y="150619"/>
                </a:lnTo>
                <a:lnTo>
                  <a:pt x="7267575" y="144066"/>
                </a:lnTo>
                <a:lnTo>
                  <a:pt x="7300913" y="137522"/>
                </a:lnTo>
                <a:lnTo>
                  <a:pt x="7334250" y="130969"/>
                </a:lnTo>
                <a:lnTo>
                  <a:pt x="7367588" y="124425"/>
                </a:lnTo>
                <a:lnTo>
                  <a:pt x="7400925" y="117872"/>
                </a:lnTo>
                <a:lnTo>
                  <a:pt x="7434263" y="111328"/>
                </a:lnTo>
                <a:lnTo>
                  <a:pt x="7467600" y="104775"/>
                </a:lnTo>
                <a:lnTo>
                  <a:pt x="7500938" y="98231"/>
                </a:lnTo>
                <a:lnTo>
                  <a:pt x="7534275" y="91678"/>
                </a:lnTo>
                <a:lnTo>
                  <a:pt x="7567613" y="85134"/>
                </a:lnTo>
                <a:lnTo>
                  <a:pt x="7600950" y="78581"/>
                </a:lnTo>
                <a:lnTo>
                  <a:pt x="7634288" y="72038"/>
                </a:lnTo>
                <a:lnTo>
                  <a:pt x="7667625" y="65484"/>
                </a:lnTo>
                <a:lnTo>
                  <a:pt x="7700963" y="58941"/>
                </a:lnTo>
                <a:lnTo>
                  <a:pt x="7734300" y="52388"/>
                </a:lnTo>
                <a:lnTo>
                  <a:pt x="7767638" y="45844"/>
                </a:lnTo>
                <a:lnTo>
                  <a:pt x="7800975" y="39291"/>
                </a:lnTo>
                <a:lnTo>
                  <a:pt x="7834313" y="32747"/>
                </a:lnTo>
                <a:lnTo>
                  <a:pt x="7867650" y="26194"/>
                </a:lnTo>
                <a:lnTo>
                  <a:pt x="7900988" y="19650"/>
                </a:lnTo>
                <a:lnTo>
                  <a:pt x="7934325" y="13097"/>
                </a:lnTo>
                <a:lnTo>
                  <a:pt x="7967663" y="6553"/>
                </a:lnTo>
                <a:lnTo>
                  <a:pt x="800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5837B"/>
            </a:solidFill>
            <a:prstDash val="solid"/>
          </a:ln>
        </p:spPr>
      </p:sp>
      <p:sp>
        <p:nvSpPr>
          <p:cNvPr id="9" name="plain-level-0">
            <a:extLst xmlns:a="http://schemas.openxmlformats.org/drawingml/2006/main">
              <a:ext uri="{FF2B5EF4-FFF2-40B4-BE49-F238E27FC236}">
                <a16:creationId xmlns:a16="http://schemas.microsoft.com/office/drawing/2014/main" id="{B08DF0FC-622E-4432-ACD8-DB3DF8BB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" y="4048125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plain-level-1">
            <a:extLst xmlns:a="http://schemas.openxmlformats.org/drawingml/2006/main">
              <a:ext uri="{FF2B5EF4-FFF2-40B4-BE49-F238E27FC236}">
                <a16:creationId xmlns:a16="http://schemas.microsoft.com/office/drawing/2014/main" id="{E7040C8B-8C43-4D82-BB24-0331450A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9525" y="352425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plain-level-2">
            <a:extLst xmlns:a="http://schemas.openxmlformats.org/drawingml/2006/main">
              <a:ext uri="{FF2B5EF4-FFF2-40B4-BE49-F238E27FC236}">
                <a16:creationId xmlns:a16="http://schemas.microsoft.com/office/drawing/2014/main" id="{46C0C598-5A88-47A7-BD28-D3A8E4D1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6525" y="3000375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plain-level-3">
            <a:extLst xmlns:a="http://schemas.openxmlformats.org/drawingml/2006/main">
              <a:ext uri="{FF2B5EF4-FFF2-40B4-BE49-F238E27FC236}">
                <a16:creationId xmlns:a16="http://schemas.microsoft.com/office/drawing/2014/main" id="{DA9B69D6-D9F5-4654-8F4E-540C9730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525" y="24765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128A6442-EFD9-4488-A9FD-4A4E99DD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4415580"/>
            <a:ext cx="14668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被动处理</a:t>
            </a:r>
          </a:p>
        </p:txBody>
      </p:sp>
      <p:sp>
        <p:nvSpPr>
          <p:cNvPr id="14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A3503402-6AB7-4883-9B08-C36C7198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4663678"/>
            <a:ext cx="14668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故障后临时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组织抢修</a:t>
            </a:r>
          </a:p>
        </p:txBody>
      </p:sp>
      <p:sp>
        <p:nvSpPr>
          <p:cNvPr id="15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E375F058-9AF9-4687-AB0D-5E8A8529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9275" y="5238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6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C0A41250-E12F-4574-BFE9-CFEA291D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3891705"/>
            <a:ext cx="14668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形成记录</a:t>
            </a:r>
          </a:p>
        </p:txBody>
      </p:sp>
      <p:sp>
        <p:nvSpPr>
          <p:cNvPr id="17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3808A0CB-FE12-4036-A787-C97DA297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4139803"/>
            <a:ext cx="14668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故障原因与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处理过程可查</a:t>
            </a:r>
          </a:p>
        </p:txBody>
      </p:sp>
      <p:sp>
        <p:nvSpPr>
          <p:cNvPr id="18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A1C44C94-90B0-4DD8-9AC1-5FEC628A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6275" y="47148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9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79FA1F6A-226E-4B93-BADA-51BB29F6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350" y="3367830"/>
            <a:ext cx="14668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计划维护</a:t>
            </a:r>
          </a:p>
        </p:txBody>
      </p:sp>
      <p:sp>
        <p:nvSpPr>
          <p:cNvPr id="20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EA10681B-47D3-42C1-82B2-8AD7DA71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350" y="3615928"/>
            <a:ext cx="14668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并落实责任</a:t>
            </a:r>
          </a:p>
        </p:txBody>
      </p:sp>
      <p:sp>
        <p:nvSpPr>
          <p:cNvPr id="21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B9451B1C-20E7-4195-8266-74034F7F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191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2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CBAF68E9-9E34-4AB4-960A-EBDFAA3A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2843955"/>
            <a:ext cx="14668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持续改善</a:t>
            </a:r>
          </a:p>
        </p:txBody>
      </p:sp>
      <p:sp>
        <p:nvSpPr>
          <p:cNvPr id="23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4D172FA2-FED4-47C3-8193-71B77F00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3092053"/>
            <a:ext cx="14668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用复盘减少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重复故障</a:t>
            </a:r>
          </a:p>
        </p:txBody>
      </p:sp>
      <p:sp>
        <p:nvSpPr>
          <p:cNvPr id="24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E730C924-62FC-44A0-85E8-8646C417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027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5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E65C803E-8C0F-407C-A53A-34AB67AB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5172075"/>
            <a:ext cx="4572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26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ED64F172-7F6F-4B47-95C2-01EDBD3D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4550" y="4124325"/>
            <a:ext cx="4572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865229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2026-09-08T06:31:41.0470000Z</dcterms:created>
  <dcterms:modified xsi:type="dcterms:W3CDTF">2026-09-08T06:31:41.0470000Z</dcterms:modified>
</coreProperties>
</file>