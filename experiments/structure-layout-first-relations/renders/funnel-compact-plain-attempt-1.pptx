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1b7abc019a4031" /><Relationship Type="http://schemas.openxmlformats.org/officeDocument/2006/relationships/extended-properties" Target="/docProps/app.xml" Id="R14d54e1f57464370" /><Relationship Type="http://schemas.openxmlformats.org/officeDocument/2006/relationships/officeDocument" Target="/ppt/presentation.xml" Id="Re791c182f40e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e3ad97af11439c"/>
  </p:sldMasterIdLst>
  <p:notesMasterIdLst>
    <p:notesMasterId xmlns:r="http://schemas.openxmlformats.org/officeDocument/2006/relationships" r:id="Rf211597fdcad434e"/>
  </p:notesMasterIdLst>
  <p:sldIdLst>
    <p:sldId xmlns:r="http://schemas.openxmlformats.org/officeDocument/2006/relationships" id="256" r:id="R44878a95b46d40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51263812d740c1" /><Relationship Type="http://schemas.openxmlformats.org/officeDocument/2006/relationships/slideMaster" Target="/ppt/slideMasters/slideMaster1.xml" Id="Rfce3ad97af11439c" /><Relationship Type="http://schemas.openxmlformats.org/officeDocument/2006/relationships/notesMaster" Target="/ppt/notesMasters/notesMaster1.xml" Id="Rf211597fdcad434e" /><Relationship Type="http://schemas.openxmlformats.org/officeDocument/2006/relationships/presProps" Target="/ppt/presProps.xml" Id="Re220893456724194" /><Relationship Type="http://schemas.openxmlformats.org/officeDocument/2006/relationships/tableStyles" Target="/ppt/tableStyles.xml" Id="Rf2599e78cf174163" /><Relationship Type="http://schemas.openxmlformats.org/officeDocument/2006/relationships/slide" Target="/ppt/slides/slide1.xml" Id="R44878a95b46d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cde4430f0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328096cc74b27" /><Relationship Type="http://schemas.openxmlformats.org/officeDocument/2006/relationships/notesMaster" Target="/ppt/notesMasters/notesMaster1.xml" Id="Rf90a97b78339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d491566d347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61e3c5c8844cd7" /><Relationship Type="http://schemas.openxmlformats.org/officeDocument/2006/relationships/slideLayout" Target="/ppt/slideLayouts/slideLayout1.xml" Id="Rddbed2508f3440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ed2508f3440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8342cf8474e28" /><Relationship Type="http://schemas.openxmlformats.org/officeDocument/2006/relationships/image" Target="/ppt/media/image.png" Id="R29129f7faf194b3a" /><Relationship Type="http://schemas.openxmlformats.org/officeDocument/2006/relationships/image" Target="/ppt/media/image.svg" Id="Raced5bad1c244e4d" /><Relationship Type="http://schemas.openxmlformats.org/officeDocument/2006/relationships/image" Target="/ppt/media/image2.png" Id="R56faa7d951704e93" /><Relationship Type="http://schemas.openxmlformats.org/officeDocument/2006/relationships/image" Target="/ppt/media/image2.svg" Id="R2e8b752729514965" /><Relationship Type="http://schemas.openxmlformats.org/officeDocument/2006/relationships/image" Target="/ppt/media/image3.png" Id="R0c497e67d7e24558" /><Relationship Type="http://schemas.openxmlformats.org/officeDocument/2006/relationships/image" Target="/ppt/media/image3.svg" Id="R2c0a9bf8272d4f8f" /><Relationship Type="http://schemas.openxmlformats.org/officeDocument/2006/relationships/notesSlide" Target="/ppt/notesSlides/notesSlide1.xml" Id="R1f9d79f6082a4d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ge-paper">
            <a:extLst xmlns:a="http://schemas.openxmlformats.org/drawingml/2006/main">
              <a:ext uri="{FF2B5EF4-FFF2-40B4-BE49-F238E27FC236}">
                <a16:creationId xmlns:a16="http://schemas.microsoft.com/office/drawing/2014/main" id="{9A590E21-83DE-45D3-A947-99A50AF2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DE1C905-2A0D-48E4-9200-07FC6CBE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EF96A36-055B-4876-8240-87E7727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需求收敛：先验证，再承诺交付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05FAE18-1B07-4D3A-A37A-BBD0B9E1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3CEFF4EA-2261-422D-B8CA-DBA202AB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交付承诺应建立在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验证与投入确认之后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D86EE4EF-8667-4B9E-B9A6-4307C946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来自访谈、工单和使用记录的反馈，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先说明问题，再逐层核对。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35AA98FE-CDB7-4B29-87CD-FEA890F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进入下一层的条件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FA3CE839-B0B5-4E22-B9FE-A923DED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原始反馈可追溯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8E236790-83A8-4A04-A4A6-7ED7BDB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问题能够复现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0010862F-1232-4AC5-9146-517D7E2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试验支持预期价值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835AE002-8C01-4C34-A288-0A4EA06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720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人员与时间可落实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313BD87B-D5BD-468D-A8E4-92ACDB1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721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4BBF2D-931F-4AA5-AB2D-11CAE320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plain-layer-0">
            <a:extLst xmlns:a="http://schemas.openxmlformats.org/drawingml/2006/main">
              <a:ext uri="{FF2B5EF4-FFF2-40B4-BE49-F238E27FC236}">
                <a16:creationId xmlns:a16="http://schemas.microsoft.com/office/drawing/2014/main" id="{19EB0F8A-14CE-469A-9D19-C0EDAA9C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832516"/>
            <a:ext cx="2209800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plain-layer-1">
            <a:extLst xmlns:a="http://schemas.openxmlformats.org/drawingml/2006/main">
              <a:ext uri="{FF2B5EF4-FFF2-40B4-BE49-F238E27FC236}">
                <a16:creationId xmlns:a16="http://schemas.microsoft.com/office/drawing/2014/main" id="{96406B5B-802E-493C-B8DE-EE9DCF6A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169" y="3432591"/>
            <a:ext cx="1759763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plain-layer-2">
            <a:extLst xmlns:a="http://schemas.openxmlformats.org/drawingml/2006/main">
              <a:ext uri="{FF2B5EF4-FFF2-40B4-BE49-F238E27FC236}">
                <a16:creationId xmlns:a16="http://schemas.microsoft.com/office/drawing/2014/main" id="{9C785BD9-6CE2-4FA8-B6EC-19F4E3B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6400" y="4032666"/>
            <a:ext cx="1415310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plain-layer-3">
            <a:extLst xmlns:a="http://schemas.openxmlformats.org/drawingml/2006/main">
              <a:ext uri="{FF2B5EF4-FFF2-40B4-BE49-F238E27FC236}">
                <a16:creationId xmlns:a16="http://schemas.microsoft.com/office/drawing/2014/main" id="{0BE2452C-8307-4320-97AE-3D20D401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3076" y="4632741"/>
            <a:ext cx="1101938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plain-layer-4">
            <a:extLst xmlns:a="http://schemas.openxmlformats.org/drawingml/2006/main">
              <a:ext uri="{FF2B5EF4-FFF2-40B4-BE49-F238E27FC236}">
                <a16:creationId xmlns:a16="http://schemas.microsoft.com/office/drawing/2014/main" id="{D027AD26-68AD-4119-BFE4-C3001EE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0447" y="5232816"/>
            <a:ext cx="807196" cy="5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9BC95CD5-5674-4F39-813E-79AB0D4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8819" y="2952750"/>
            <a:ext cx="187047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收集反馈</a:t>
            </a:r>
          </a:p>
        </p:txBody>
      </p:sp>
      <p:sp>
        <p:nvSpPr>
          <p:cNvPr id="20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394B7B48-03DA-4F77-92E9-C7C50A9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501" y="3552825"/>
            <a:ext cx="14730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确认问题</a:t>
            </a:r>
          </a:p>
        </p:txBody>
      </p:sp>
      <p:sp>
        <p:nvSpPr>
          <p:cNvPr id="21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2C102DC2-E85C-4ED6-8177-1DBBD27B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1959" y="4152900"/>
            <a:ext cx="114419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验证价值</a:t>
            </a:r>
          </a:p>
        </p:txBody>
      </p:sp>
      <p:sp>
        <p:nvSpPr>
          <p:cNvPr id="22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32092AD8-D98C-4750-BAB1-76AAD6A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3978" y="4752975"/>
            <a:ext cx="8401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核对投入</a:t>
            </a:r>
          </a:p>
        </p:txBody>
      </p:sp>
      <p:sp>
        <p:nvSpPr>
          <p:cNvPr id="23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69750BBB-CE4D-446F-BF19-36A6B21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535305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明确交付</a:t>
            </a:r>
          </a:p>
        </p:txBody>
      </p:sp>
      <p:sp>
        <p:nvSpPr>
          <p:cNvPr id="24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88694C29-5C67-45EE-849E-9773949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902" y="212154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29f7faf194b3a">
            <a:extLst>
              <a:ext uri="{96DAC541-7B7A-43D3-8B79-37D633B846F1}">
                <asvg:svgBlip xmlns:asvg="http://schemas.microsoft.com/office/drawing/2016/SVG/main" r:embed="Raced5bad1c244e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81727" y="224536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13C8D279-5B22-4286-B2F8-7C6AD37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191854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aa7d951704e93">
            <a:extLst>
              <a:ext uri="{96DAC541-7B7A-43D3-8B79-37D633B846F1}">
                <asvg:svgBlip xmlns:asvg="http://schemas.microsoft.com/office/drawing/2016/SVG/main" r:embed="R2e8b7527295149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67375" y="204237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89E46F9D-3708-4D37-AC51-85550726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1905" y="208463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97e67d7e24558">
            <a:extLst>
              <a:ext uri="{96DAC541-7B7A-43D3-8B79-37D633B846F1}">
                <asvg:svgBlip xmlns:asvg="http://schemas.microsoft.com/office/drawing/2016/SVG/main" r:embed="R2c0a9bf8272d4f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95730" y="220845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9BF36F8E-B23B-43A5-84BA-B64FAA2A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1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4C5DCFFB-40E3-4ED8-A7D5-4DC3E8F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233" y="3695700"/>
            <a:ext cx="14061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2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31C3876F-D72B-40E7-B9FB-91200633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04" y="4295775"/>
            <a:ext cx="15783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3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69E0BB7A-E5B2-430D-937E-0AAF5CE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9321" y="4895850"/>
            <a:ext cx="173502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4" name="relationship-line-4">
            <a:extLst xmlns:a="http://schemas.openxmlformats.org/drawingml/2006/main">
              <a:ext uri="{FF2B5EF4-FFF2-40B4-BE49-F238E27FC236}">
                <a16:creationId xmlns:a16="http://schemas.microsoft.com/office/drawing/2014/main" id="{AD939355-C511-4D8F-A355-0EF787F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950" y="5495925"/>
            <a:ext cx="188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1021646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2026-09-08T06:31:35.5960000Z</dcterms:created>
  <dcterms:modified xsi:type="dcterms:W3CDTF">2026-09-08T06:31:35.5960000Z</dcterms:modified>
</coreProperties>
</file>