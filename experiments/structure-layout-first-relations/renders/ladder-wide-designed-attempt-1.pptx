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5457963d94f2b" /><Relationship Type="http://schemas.openxmlformats.org/officeDocument/2006/relationships/extended-properties" Target="/docProps/app.xml" Id="R3506a91623494918" /><Relationship Type="http://schemas.openxmlformats.org/officeDocument/2006/relationships/officeDocument" Target="/ppt/presentation.xml" Id="Rca5e83737d52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3bc07975b4ae5"/>
  </p:sldMasterIdLst>
  <p:notesMasterIdLst>
    <p:notesMasterId xmlns:r="http://schemas.openxmlformats.org/officeDocument/2006/relationships" r:id="R8f4e25aa33db4767"/>
  </p:notesMasterIdLst>
  <p:sldIdLst>
    <p:sldId xmlns:r="http://schemas.openxmlformats.org/officeDocument/2006/relationships" id="256" r:id="R33f0cf46513147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c3ed5de4e4898" /><Relationship Type="http://schemas.openxmlformats.org/officeDocument/2006/relationships/slideMaster" Target="/ppt/slideMasters/slideMaster1.xml" Id="Ra2a3bc07975b4ae5" /><Relationship Type="http://schemas.openxmlformats.org/officeDocument/2006/relationships/notesMaster" Target="/ppt/notesMasters/notesMaster1.xml" Id="R8f4e25aa33db4767" /><Relationship Type="http://schemas.openxmlformats.org/officeDocument/2006/relationships/presProps" Target="/ppt/presProps.xml" Id="R048371c2d4174eca" /><Relationship Type="http://schemas.openxmlformats.org/officeDocument/2006/relationships/tableStyles" Target="/ppt/tableStyles.xml" Id="Rb915500c296943bb" /><Relationship Type="http://schemas.openxmlformats.org/officeDocument/2006/relationships/slide" Target="/ppt/slides/slide1.xml" Id="R33f0cf465131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60a935050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6fd1cdfd1407e" /><Relationship Type="http://schemas.openxmlformats.org/officeDocument/2006/relationships/notesMaster" Target="/ppt/notesMasters/notesMaster1.xml" Id="Red34037a73b6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d5b4c40a9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a23b3ae9344fef" /><Relationship Type="http://schemas.openxmlformats.org/officeDocument/2006/relationships/slideLayout" Target="/ppt/slideLayouts/slideLayout1.xml" Id="Rcaabd209a035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bd209a035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00e3fac4a4e12" /><Relationship Type="http://schemas.openxmlformats.org/officeDocument/2006/relationships/notesSlide" Target="/ppt/notesSlides/notesSlide1.xml" Id="R7d006697757742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43BFBF54-2045-47D6-BB48-D76E03D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761285D-BA3B-478F-86D1-172E1CF4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3D1D227-B011-4CCC-AC97-CCA09AB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F9E0020-75C7-4B8E-A432-58C7081B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CF9DC4A0-B8AF-4824-94F9-5702521B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D50B7910-63F3-4F2E-902A-B00F9128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89E071-714B-4632-8D6E-AF7AAC6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0F201CB-BD4D-414C-BD4B-3A61544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906" y="4048935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5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2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1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0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9CFC854-E127-41C6-BD2A-5DDAFE93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0906" y="3525060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23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1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2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9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1CA26B4-E3FE-46CA-9C35-DD95543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7906" y="3001185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56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14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2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2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9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7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B4EEB3F3-D595-476D-B372-9D0DA725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4906" y="2477310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89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0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6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3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11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48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1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1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1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0"/>
                </a:lnTo>
                <a:lnTo>
                  <a:pt x="49559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01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9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7F1115E0-2E70-4469-8DAA-24F9CBD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0915" y="4816288"/>
            <a:ext cx="724300" cy="721633"/>
          </a:xfrm>
          <a:custGeom xmlns:a="http://schemas.openxmlformats.org/drawingml/2006/main">
            <a:pathLst>
              <a:path w="724300" h="721633">
                <a:moveTo>
                  <a:pt x="0" y="721633"/>
                </a:moveTo>
                <a:lnTo>
                  <a:pt x="0" y="702593"/>
                </a:lnTo>
                <a:lnTo>
                  <a:pt x="0" y="683552"/>
                </a:lnTo>
                <a:lnTo>
                  <a:pt x="0" y="664512"/>
                </a:lnTo>
                <a:lnTo>
                  <a:pt x="0" y="645462"/>
                </a:lnTo>
                <a:lnTo>
                  <a:pt x="0" y="626421"/>
                </a:lnTo>
                <a:lnTo>
                  <a:pt x="0" y="607381"/>
                </a:lnTo>
                <a:lnTo>
                  <a:pt x="0" y="588340"/>
                </a:lnTo>
                <a:lnTo>
                  <a:pt x="0" y="569300"/>
                </a:lnTo>
                <a:lnTo>
                  <a:pt x="0" y="550259"/>
                </a:lnTo>
                <a:lnTo>
                  <a:pt x="0" y="531219"/>
                </a:lnTo>
                <a:lnTo>
                  <a:pt x="0" y="512178"/>
                </a:lnTo>
                <a:lnTo>
                  <a:pt x="0" y="493128"/>
                </a:lnTo>
                <a:lnTo>
                  <a:pt x="0" y="474088"/>
                </a:lnTo>
                <a:lnTo>
                  <a:pt x="0" y="455047"/>
                </a:lnTo>
                <a:lnTo>
                  <a:pt x="0" y="436007"/>
                </a:lnTo>
                <a:lnTo>
                  <a:pt x="0" y="416966"/>
                </a:lnTo>
                <a:lnTo>
                  <a:pt x="0" y="397926"/>
                </a:lnTo>
                <a:lnTo>
                  <a:pt x="0" y="378885"/>
                </a:lnTo>
                <a:lnTo>
                  <a:pt x="0" y="359845"/>
                </a:lnTo>
                <a:lnTo>
                  <a:pt x="0" y="340795"/>
                </a:lnTo>
                <a:lnTo>
                  <a:pt x="0" y="321755"/>
                </a:lnTo>
                <a:lnTo>
                  <a:pt x="0" y="302714"/>
                </a:lnTo>
                <a:lnTo>
                  <a:pt x="0" y="283674"/>
                </a:lnTo>
                <a:lnTo>
                  <a:pt x="0" y="264633"/>
                </a:lnTo>
                <a:lnTo>
                  <a:pt x="0" y="245593"/>
                </a:lnTo>
                <a:lnTo>
                  <a:pt x="0" y="226552"/>
                </a:lnTo>
                <a:lnTo>
                  <a:pt x="0" y="207512"/>
                </a:lnTo>
                <a:lnTo>
                  <a:pt x="0" y="188462"/>
                </a:lnTo>
                <a:lnTo>
                  <a:pt x="11211" y="178146"/>
                </a:lnTo>
                <a:lnTo>
                  <a:pt x="29670" y="173460"/>
                </a:lnTo>
                <a:lnTo>
                  <a:pt x="48120" y="168773"/>
                </a:lnTo>
                <a:lnTo>
                  <a:pt x="66580" y="164078"/>
                </a:lnTo>
                <a:lnTo>
                  <a:pt x="85030" y="159391"/>
                </a:lnTo>
                <a:lnTo>
                  <a:pt x="103489" y="154705"/>
                </a:lnTo>
                <a:lnTo>
                  <a:pt x="121949" y="150019"/>
                </a:lnTo>
                <a:lnTo>
                  <a:pt x="140399" y="145332"/>
                </a:lnTo>
                <a:lnTo>
                  <a:pt x="158858" y="140637"/>
                </a:lnTo>
                <a:lnTo>
                  <a:pt x="177308" y="135950"/>
                </a:lnTo>
                <a:lnTo>
                  <a:pt x="195767" y="131264"/>
                </a:lnTo>
                <a:lnTo>
                  <a:pt x="214227" y="126578"/>
                </a:lnTo>
                <a:lnTo>
                  <a:pt x="232677" y="121891"/>
                </a:lnTo>
                <a:lnTo>
                  <a:pt x="251136" y="117205"/>
                </a:lnTo>
                <a:lnTo>
                  <a:pt x="269586" y="112509"/>
                </a:lnTo>
                <a:lnTo>
                  <a:pt x="288046" y="107823"/>
                </a:lnTo>
                <a:lnTo>
                  <a:pt x="306505" y="103137"/>
                </a:lnTo>
                <a:lnTo>
                  <a:pt x="324955" y="98450"/>
                </a:lnTo>
                <a:lnTo>
                  <a:pt x="343414" y="93764"/>
                </a:lnTo>
                <a:lnTo>
                  <a:pt x="361864" y="89068"/>
                </a:lnTo>
                <a:lnTo>
                  <a:pt x="380324" y="84382"/>
                </a:lnTo>
                <a:lnTo>
                  <a:pt x="398774" y="79696"/>
                </a:lnTo>
                <a:lnTo>
                  <a:pt x="417233" y="75009"/>
                </a:lnTo>
                <a:lnTo>
                  <a:pt x="435693" y="70323"/>
                </a:lnTo>
                <a:lnTo>
                  <a:pt x="454142" y="65637"/>
                </a:lnTo>
                <a:lnTo>
                  <a:pt x="472602" y="60941"/>
                </a:lnTo>
                <a:lnTo>
                  <a:pt x="491052" y="56255"/>
                </a:lnTo>
                <a:lnTo>
                  <a:pt x="509511" y="51568"/>
                </a:lnTo>
                <a:lnTo>
                  <a:pt x="527971" y="46882"/>
                </a:lnTo>
                <a:lnTo>
                  <a:pt x="546421" y="42196"/>
                </a:lnTo>
                <a:lnTo>
                  <a:pt x="564880" y="37500"/>
                </a:lnTo>
                <a:lnTo>
                  <a:pt x="583330" y="32814"/>
                </a:lnTo>
                <a:lnTo>
                  <a:pt x="601790" y="28127"/>
                </a:lnTo>
                <a:lnTo>
                  <a:pt x="620249" y="23441"/>
                </a:lnTo>
                <a:lnTo>
                  <a:pt x="638699" y="18755"/>
                </a:lnTo>
                <a:lnTo>
                  <a:pt x="657158" y="14068"/>
                </a:lnTo>
                <a:lnTo>
                  <a:pt x="675608" y="9373"/>
                </a:lnTo>
                <a:lnTo>
                  <a:pt x="694068" y="4686"/>
                </a:lnTo>
                <a:lnTo>
                  <a:pt x="712518" y="0"/>
                </a:lnTo>
                <a:lnTo>
                  <a:pt x="724300" y="3896"/>
                </a:lnTo>
                <a:lnTo>
                  <a:pt x="724300" y="22936"/>
                </a:lnTo>
                <a:lnTo>
                  <a:pt x="724300" y="41986"/>
                </a:lnTo>
                <a:lnTo>
                  <a:pt x="724300" y="61027"/>
                </a:lnTo>
                <a:lnTo>
                  <a:pt x="724300" y="80067"/>
                </a:lnTo>
                <a:lnTo>
                  <a:pt x="724300" y="99108"/>
                </a:lnTo>
                <a:lnTo>
                  <a:pt x="724300" y="118148"/>
                </a:lnTo>
                <a:lnTo>
                  <a:pt x="724300" y="137189"/>
                </a:lnTo>
                <a:lnTo>
                  <a:pt x="724300" y="156229"/>
                </a:lnTo>
                <a:lnTo>
                  <a:pt x="724300" y="175270"/>
                </a:lnTo>
                <a:lnTo>
                  <a:pt x="724300" y="194310"/>
                </a:lnTo>
                <a:lnTo>
                  <a:pt x="724300" y="213360"/>
                </a:lnTo>
                <a:lnTo>
                  <a:pt x="724300" y="232400"/>
                </a:lnTo>
                <a:lnTo>
                  <a:pt x="724300" y="251441"/>
                </a:lnTo>
                <a:lnTo>
                  <a:pt x="724300" y="270481"/>
                </a:lnTo>
                <a:lnTo>
                  <a:pt x="724300" y="289522"/>
                </a:lnTo>
                <a:lnTo>
                  <a:pt x="724300" y="308562"/>
                </a:lnTo>
                <a:lnTo>
                  <a:pt x="724300" y="327603"/>
                </a:lnTo>
                <a:lnTo>
                  <a:pt x="724300" y="346643"/>
                </a:lnTo>
                <a:lnTo>
                  <a:pt x="724300" y="365693"/>
                </a:lnTo>
                <a:lnTo>
                  <a:pt x="724300" y="384734"/>
                </a:lnTo>
                <a:lnTo>
                  <a:pt x="724300" y="403774"/>
                </a:lnTo>
                <a:lnTo>
                  <a:pt x="724300" y="422815"/>
                </a:lnTo>
                <a:lnTo>
                  <a:pt x="724300" y="441855"/>
                </a:lnTo>
                <a:lnTo>
                  <a:pt x="724300" y="460896"/>
                </a:lnTo>
                <a:lnTo>
                  <a:pt x="724300" y="479936"/>
                </a:lnTo>
                <a:lnTo>
                  <a:pt x="724300" y="498977"/>
                </a:lnTo>
                <a:lnTo>
                  <a:pt x="711346" y="508387"/>
                </a:lnTo>
                <a:lnTo>
                  <a:pt x="693106" y="513855"/>
                </a:lnTo>
                <a:lnTo>
                  <a:pt x="674865" y="519322"/>
                </a:lnTo>
                <a:lnTo>
                  <a:pt x="656625" y="524789"/>
                </a:lnTo>
                <a:lnTo>
                  <a:pt x="638385" y="530257"/>
                </a:lnTo>
                <a:lnTo>
                  <a:pt x="620154" y="535724"/>
                </a:lnTo>
                <a:lnTo>
                  <a:pt x="601913" y="541191"/>
                </a:lnTo>
                <a:lnTo>
                  <a:pt x="583673" y="546659"/>
                </a:lnTo>
                <a:lnTo>
                  <a:pt x="565433" y="552126"/>
                </a:lnTo>
                <a:lnTo>
                  <a:pt x="547192" y="557594"/>
                </a:lnTo>
                <a:lnTo>
                  <a:pt x="528952" y="563061"/>
                </a:lnTo>
                <a:lnTo>
                  <a:pt x="510711" y="568528"/>
                </a:lnTo>
                <a:lnTo>
                  <a:pt x="492471" y="573996"/>
                </a:lnTo>
                <a:lnTo>
                  <a:pt x="474231" y="579463"/>
                </a:lnTo>
                <a:lnTo>
                  <a:pt x="455990" y="584930"/>
                </a:lnTo>
                <a:lnTo>
                  <a:pt x="437750" y="590398"/>
                </a:lnTo>
                <a:lnTo>
                  <a:pt x="419510" y="595874"/>
                </a:lnTo>
                <a:lnTo>
                  <a:pt x="401269" y="601342"/>
                </a:lnTo>
                <a:lnTo>
                  <a:pt x="383029" y="606809"/>
                </a:lnTo>
                <a:lnTo>
                  <a:pt x="364798" y="612277"/>
                </a:lnTo>
                <a:lnTo>
                  <a:pt x="346558" y="617744"/>
                </a:lnTo>
                <a:lnTo>
                  <a:pt x="328317" y="623211"/>
                </a:lnTo>
                <a:lnTo>
                  <a:pt x="310077" y="628679"/>
                </a:lnTo>
                <a:lnTo>
                  <a:pt x="291836" y="634146"/>
                </a:lnTo>
                <a:lnTo>
                  <a:pt x="273596" y="639613"/>
                </a:lnTo>
                <a:lnTo>
                  <a:pt x="255356" y="645081"/>
                </a:lnTo>
                <a:lnTo>
                  <a:pt x="237115" y="650548"/>
                </a:lnTo>
                <a:lnTo>
                  <a:pt x="218875" y="656015"/>
                </a:lnTo>
                <a:lnTo>
                  <a:pt x="200635" y="661483"/>
                </a:lnTo>
                <a:lnTo>
                  <a:pt x="182394" y="666950"/>
                </a:lnTo>
                <a:lnTo>
                  <a:pt x="164154" y="672417"/>
                </a:lnTo>
                <a:lnTo>
                  <a:pt x="145913" y="677885"/>
                </a:lnTo>
                <a:lnTo>
                  <a:pt x="127673" y="683352"/>
                </a:lnTo>
                <a:lnTo>
                  <a:pt x="109442" y="688829"/>
                </a:lnTo>
                <a:lnTo>
                  <a:pt x="91202" y="694296"/>
                </a:lnTo>
                <a:lnTo>
                  <a:pt x="72962" y="699764"/>
                </a:lnTo>
                <a:lnTo>
                  <a:pt x="54721" y="705231"/>
                </a:lnTo>
                <a:lnTo>
                  <a:pt x="36481" y="710698"/>
                </a:lnTo>
                <a:lnTo>
                  <a:pt x="18240" y="716166"/>
                </a:lnTo>
                <a:lnTo>
                  <a:pt x="0" y="72163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7B83F70F-039B-4D55-B309-CDB2714B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590" y="5320789"/>
            <a:ext cx="3473796" cy="217132"/>
          </a:xfrm>
          <a:custGeom xmlns:a="http://schemas.openxmlformats.org/drawingml/2006/main">
            <a:pathLst>
              <a:path w="3473796" h="217132">
                <a:moveTo>
                  <a:pt x="0" y="217132"/>
                </a:moveTo>
                <a:lnTo>
                  <a:pt x="29213" y="217132"/>
                </a:lnTo>
                <a:lnTo>
                  <a:pt x="58426" y="217132"/>
                </a:lnTo>
                <a:lnTo>
                  <a:pt x="87640" y="217132"/>
                </a:lnTo>
                <a:lnTo>
                  <a:pt x="116853" y="217132"/>
                </a:lnTo>
                <a:lnTo>
                  <a:pt x="146066" y="217132"/>
                </a:lnTo>
                <a:lnTo>
                  <a:pt x="175279" y="217132"/>
                </a:lnTo>
                <a:lnTo>
                  <a:pt x="204492" y="217132"/>
                </a:lnTo>
                <a:lnTo>
                  <a:pt x="233705" y="217132"/>
                </a:lnTo>
                <a:lnTo>
                  <a:pt x="262909" y="217132"/>
                </a:lnTo>
                <a:lnTo>
                  <a:pt x="292122" y="217132"/>
                </a:lnTo>
                <a:lnTo>
                  <a:pt x="321335" y="217132"/>
                </a:lnTo>
                <a:lnTo>
                  <a:pt x="350549" y="217132"/>
                </a:lnTo>
                <a:lnTo>
                  <a:pt x="379762" y="217132"/>
                </a:lnTo>
                <a:lnTo>
                  <a:pt x="408975" y="217132"/>
                </a:lnTo>
                <a:lnTo>
                  <a:pt x="438188" y="217132"/>
                </a:lnTo>
                <a:lnTo>
                  <a:pt x="467401" y="217132"/>
                </a:lnTo>
                <a:lnTo>
                  <a:pt x="496614" y="217132"/>
                </a:lnTo>
                <a:lnTo>
                  <a:pt x="525828" y="217132"/>
                </a:lnTo>
                <a:lnTo>
                  <a:pt x="555041" y="217132"/>
                </a:lnTo>
                <a:lnTo>
                  <a:pt x="584254" y="217132"/>
                </a:lnTo>
                <a:lnTo>
                  <a:pt x="613467" y="217132"/>
                </a:lnTo>
                <a:lnTo>
                  <a:pt x="642680" y="217132"/>
                </a:lnTo>
                <a:lnTo>
                  <a:pt x="671894" y="217132"/>
                </a:lnTo>
                <a:lnTo>
                  <a:pt x="701107" y="217132"/>
                </a:lnTo>
                <a:lnTo>
                  <a:pt x="730320" y="217132"/>
                </a:lnTo>
                <a:lnTo>
                  <a:pt x="759533" y="217132"/>
                </a:lnTo>
                <a:lnTo>
                  <a:pt x="788737" y="217132"/>
                </a:lnTo>
                <a:lnTo>
                  <a:pt x="817950" y="217132"/>
                </a:lnTo>
                <a:lnTo>
                  <a:pt x="847163" y="217132"/>
                </a:lnTo>
                <a:lnTo>
                  <a:pt x="876376" y="217132"/>
                </a:lnTo>
                <a:lnTo>
                  <a:pt x="905589" y="217132"/>
                </a:lnTo>
                <a:lnTo>
                  <a:pt x="934803" y="217132"/>
                </a:lnTo>
                <a:lnTo>
                  <a:pt x="964016" y="217132"/>
                </a:lnTo>
                <a:lnTo>
                  <a:pt x="993229" y="217132"/>
                </a:lnTo>
                <a:lnTo>
                  <a:pt x="1022442" y="217132"/>
                </a:lnTo>
                <a:lnTo>
                  <a:pt x="1051655" y="217132"/>
                </a:lnTo>
                <a:lnTo>
                  <a:pt x="1080868" y="217132"/>
                </a:lnTo>
                <a:lnTo>
                  <a:pt x="1110082" y="217132"/>
                </a:lnTo>
                <a:lnTo>
                  <a:pt x="1139295" y="217132"/>
                </a:lnTo>
                <a:lnTo>
                  <a:pt x="1168508" y="217132"/>
                </a:lnTo>
                <a:lnTo>
                  <a:pt x="1197721" y="217132"/>
                </a:lnTo>
                <a:lnTo>
                  <a:pt x="1226934" y="217132"/>
                </a:lnTo>
                <a:lnTo>
                  <a:pt x="1256147" y="217132"/>
                </a:lnTo>
                <a:lnTo>
                  <a:pt x="1285361" y="217132"/>
                </a:lnTo>
                <a:lnTo>
                  <a:pt x="1314564" y="217132"/>
                </a:lnTo>
                <a:lnTo>
                  <a:pt x="1343777" y="217132"/>
                </a:lnTo>
                <a:lnTo>
                  <a:pt x="1372991" y="217132"/>
                </a:lnTo>
                <a:lnTo>
                  <a:pt x="1402204" y="217132"/>
                </a:lnTo>
                <a:lnTo>
                  <a:pt x="1431417" y="217132"/>
                </a:lnTo>
                <a:lnTo>
                  <a:pt x="1460630" y="217132"/>
                </a:lnTo>
                <a:lnTo>
                  <a:pt x="1489843" y="217132"/>
                </a:lnTo>
                <a:lnTo>
                  <a:pt x="1519057" y="217132"/>
                </a:lnTo>
                <a:lnTo>
                  <a:pt x="1548270" y="217132"/>
                </a:lnTo>
                <a:lnTo>
                  <a:pt x="1577483" y="217132"/>
                </a:lnTo>
                <a:lnTo>
                  <a:pt x="1606696" y="217132"/>
                </a:lnTo>
                <a:lnTo>
                  <a:pt x="1635909" y="217132"/>
                </a:lnTo>
                <a:lnTo>
                  <a:pt x="1665122" y="217132"/>
                </a:lnTo>
                <a:lnTo>
                  <a:pt x="1694336" y="217132"/>
                </a:lnTo>
                <a:lnTo>
                  <a:pt x="1723549" y="217132"/>
                </a:lnTo>
                <a:lnTo>
                  <a:pt x="1752762" y="217132"/>
                </a:lnTo>
                <a:lnTo>
                  <a:pt x="1781975" y="217132"/>
                </a:lnTo>
                <a:lnTo>
                  <a:pt x="1811179" y="217132"/>
                </a:lnTo>
                <a:lnTo>
                  <a:pt x="1840392" y="217132"/>
                </a:lnTo>
                <a:lnTo>
                  <a:pt x="1869605" y="217132"/>
                </a:lnTo>
                <a:lnTo>
                  <a:pt x="1898818" y="217132"/>
                </a:lnTo>
                <a:lnTo>
                  <a:pt x="1928031" y="217132"/>
                </a:lnTo>
                <a:lnTo>
                  <a:pt x="1957245" y="217132"/>
                </a:lnTo>
                <a:lnTo>
                  <a:pt x="1986458" y="217132"/>
                </a:lnTo>
                <a:lnTo>
                  <a:pt x="2015671" y="217132"/>
                </a:lnTo>
                <a:lnTo>
                  <a:pt x="2044884" y="217132"/>
                </a:lnTo>
                <a:lnTo>
                  <a:pt x="2074097" y="217132"/>
                </a:lnTo>
                <a:lnTo>
                  <a:pt x="2103311" y="217132"/>
                </a:lnTo>
                <a:lnTo>
                  <a:pt x="2132524" y="217132"/>
                </a:lnTo>
                <a:lnTo>
                  <a:pt x="2161737" y="217132"/>
                </a:lnTo>
                <a:lnTo>
                  <a:pt x="2190950" y="217132"/>
                </a:lnTo>
                <a:lnTo>
                  <a:pt x="2220163" y="217132"/>
                </a:lnTo>
                <a:lnTo>
                  <a:pt x="2249376" y="217132"/>
                </a:lnTo>
                <a:lnTo>
                  <a:pt x="2278590" y="217132"/>
                </a:lnTo>
                <a:lnTo>
                  <a:pt x="2307803" y="217132"/>
                </a:lnTo>
                <a:lnTo>
                  <a:pt x="2337006" y="217132"/>
                </a:lnTo>
                <a:lnTo>
                  <a:pt x="2366220" y="217132"/>
                </a:lnTo>
                <a:lnTo>
                  <a:pt x="2395433" y="217132"/>
                </a:lnTo>
                <a:lnTo>
                  <a:pt x="2424646" y="217132"/>
                </a:lnTo>
                <a:lnTo>
                  <a:pt x="2453859" y="217132"/>
                </a:lnTo>
                <a:lnTo>
                  <a:pt x="2483072" y="217132"/>
                </a:lnTo>
                <a:lnTo>
                  <a:pt x="2512285" y="217132"/>
                </a:lnTo>
                <a:lnTo>
                  <a:pt x="2541499" y="217132"/>
                </a:lnTo>
                <a:lnTo>
                  <a:pt x="2570712" y="217132"/>
                </a:lnTo>
                <a:lnTo>
                  <a:pt x="2599925" y="217132"/>
                </a:lnTo>
                <a:lnTo>
                  <a:pt x="2629138" y="217132"/>
                </a:lnTo>
                <a:lnTo>
                  <a:pt x="2658351" y="217132"/>
                </a:lnTo>
                <a:lnTo>
                  <a:pt x="2687564" y="217132"/>
                </a:lnTo>
                <a:lnTo>
                  <a:pt x="2716778" y="217132"/>
                </a:lnTo>
                <a:lnTo>
                  <a:pt x="2745991" y="217132"/>
                </a:lnTo>
                <a:lnTo>
                  <a:pt x="2774232" y="210560"/>
                </a:lnTo>
                <a:lnTo>
                  <a:pt x="2802217" y="202178"/>
                </a:lnTo>
                <a:lnTo>
                  <a:pt x="2830201" y="193786"/>
                </a:lnTo>
                <a:lnTo>
                  <a:pt x="2858186" y="185395"/>
                </a:lnTo>
                <a:lnTo>
                  <a:pt x="2886170" y="177013"/>
                </a:lnTo>
                <a:lnTo>
                  <a:pt x="2914145" y="168621"/>
                </a:lnTo>
                <a:lnTo>
                  <a:pt x="2942130" y="160230"/>
                </a:lnTo>
                <a:lnTo>
                  <a:pt x="2970114" y="151848"/>
                </a:lnTo>
                <a:lnTo>
                  <a:pt x="2998099" y="143456"/>
                </a:lnTo>
                <a:lnTo>
                  <a:pt x="3026073" y="135065"/>
                </a:lnTo>
                <a:lnTo>
                  <a:pt x="3054058" y="126673"/>
                </a:lnTo>
                <a:lnTo>
                  <a:pt x="3082042" y="118291"/>
                </a:lnTo>
                <a:lnTo>
                  <a:pt x="3110027" y="109899"/>
                </a:lnTo>
                <a:lnTo>
                  <a:pt x="3138011" y="101508"/>
                </a:lnTo>
                <a:lnTo>
                  <a:pt x="3165986" y="93126"/>
                </a:lnTo>
                <a:lnTo>
                  <a:pt x="3193971" y="84734"/>
                </a:lnTo>
                <a:lnTo>
                  <a:pt x="3221955" y="76343"/>
                </a:lnTo>
                <a:lnTo>
                  <a:pt x="3249940" y="67961"/>
                </a:lnTo>
                <a:lnTo>
                  <a:pt x="3277914" y="59569"/>
                </a:lnTo>
                <a:lnTo>
                  <a:pt x="3305899" y="51178"/>
                </a:lnTo>
                <a:lnTo>
                  <a:pt x="3333883" y="42796"/>
                </a:lnTo>
                <a:lnTo>
                  <a:pt x="3361868" y="34404"/>
                </a:lnTo>
                <a:lnTo>
                  <a:pt x="3389852" y="26013"/>
                </a:lnTo>
                <a:lnTo>
                  <a:pt x="3417827" y="17621"/>
                </a:lnTo>
                <a:lnTo>
                  <a:pt x="3445812" y="9239"/>
                </a:lnTo>
                <a:lnTo>
                  <a:pt x="3473796" y="848"/>
                </a:lnTo>
                <a:lnTo>
                  <a:pt x="3450365" y="0"/>
                </a:lnTo>
                <a:lnTo>
                  <a:pt x="3421151" y="0"/>
                </a:lnTo>
                <a:lnTo>
                  <a:pt x="3391938" y="0"/>
                </a:lnTo>
                <a:lnTo>
                  <a:pt x="3362725" y="0"/>
                </a:lnTo>
                <a:lnTo>
                  <a:pt x="3333512" y="0"/>
                </a:lnTo>
                <a:lnTo>
                  <a:pt x="3304308" y="0"/>
                </a:lnTo>
                <a:lnTo>
                  <a:pt x="3275095" y="0"/>
                </a:lnTo>
                <a:lnTo>
                  <a:pt x="3245882" y="0"/>
                </a:lnTo>
                <a:lnTo>
                  <a:pt x="3216669" y="0"/>
                </a:lnTo>
                <a:lnTo>
                  <a:pt x="3187456" y="0"/>
                </a:lnTo>
                <a:lnTo>
                  <a:pt x="3158242" y="0"/>
                </a:lnTo>
                <a:lnTo>
                  <a:pt x="3129029" y="0"/>
                </a:lnTo>
                <a:lnTo>
                  <a:pt x="3099816" y="0"/>
                </a:lnTo>
                <a:lnTo>
                  <a:pt x="3070603" y="0"/>
                </a:lnTo>
                <a:lnTo>
                  <a:pt x="3041390" y="0"/>
                </a:lnTo>
                <a:lnTo>
                  <a:pt x="3012176" y="0"/>
                </a:lnTo>
                <a:lnTo>
                  <a:pt x="2982963" y="0"/>
                </a:lnTo>
                <a:lnTo>
                  <a:pt x="2953750" y="0"/>
                </a:lnTo>
                <a:lnTo>
                  <a:pt x="2924537" y="0"/>
                </a:lnTo>
                <a:lnTo>
                  <a:pt x="2895324" y="0"/>
                </a:lnTo>
                <a:lnTo>
                  <a:pt x="2866111" y="0"/>
                </a:lnTo>
                <a:lnTo>
                  <a:pt x="2836897" y="0"/>
                </a:lnTo>
                <a:lnTo>
                  <a:pt x="2807694" y="0"/>
                </a:lnTo>
                <a:lnTo>
                  <a:pt x="2778481" y="0"/>
                </a:lnTo>
                <a:lnTo>
                  <a:pt x="2749267" y="0"/>
                </a:lnTo>
                <a:lnTo>
                  <a:pt x="2720054" y="0"/>
                </a:lnTo>
                <a:lnTo>
                  <a:pt x="2690841" y="0"/>
                </a:lnTo>
                <a:lnTo>
                  <a:pt x="2661628" y="0"/>
                </a:lnTo>
                <a:lnTo>
                  <a:pt x="2632415" y="0"/>
                </a:lnTo>
                <a:lnTo>
                  <a:pt x="2603202" y="0"/>
                </a:lnTo>
                <a:lnTo>
                  <a:pt x="2573988" y="0"/>
                </a:lnTo>
                <a:lnTo>
                  <a:pt x="2544775" y="0"/>
                </a:lnTo>
                <a:lnTo>
                  <a:pt x="2515562" y="0"/>
                </a:lnTo>
                <a:lnTo>
                  <a:pt x="2486349" y="0"/>
                </a:lnTo>
                <a:lnTo>
                  <a:pt x="2457136" y="0"/>
                </a:lnTo>
                <a:lnTo>
                  <a:pt x="2427923" y="0"/>
                </a:lnTo>
                <a:lnTo>
                  <a:pt x="2398709" y="0"/>
                </a:lnTo>
                <a:lnTo>
                  <a:pt x="2369496" y="0"/>
                </a:lnTo>
                <a:lnTo>
                  <a:pt x="2340283" y="0"/>
                </a:lnTo>
                <a:lnTo>
                  <a:pt x="2311070" y="0"/>
                </a:lnTo>
                <a:lnTo>
                  <a:pt x="2281866" y="0"/>
                </a:lnTo>
                <a:lnTo>
                  <a:pt x="2252653" y="0"/>
                </a:lnTo>
                <a:lnTo>
                  <a:pt x="2223440" y="0"/>
                </a:lnTo>
                <a:lnTo>
                  <a:pt x="2194227" y="0"/>
                </a:lnTo>
                <a:lnTo>
                  <a:pt x="2165013" y="0"/>
                </a:lnTo>
                <a:lnTo>
                  <a:pt x="2135800" y="0"/>
                </a:lnTo>
                <a:lnTo>
                  <a:pt x="2106587" y="0"/>
                </a:lnTo>
                <a:lnTo>
                  <a:pt x="2077374" y="0"/>
                </a:lnTo>
                <a:lnTo>
                  <a:pt x="2048161" y="0"/>
                </a:lnTo>
                <a:lnTo>
                  <a:pt x="2018948" y="0"/>
                </a:lnTo>
                <a:lnTo>
                  <a:pt x="1989734" y="0"/>
                </a:lnTo>
                <a:lnTo>
                  <a:pt x="1960521" y="0"/>
                </a:lnTo>
                <a:lnTo>
                  <a:pt x="1931308" y="0"/>
                </a:lnTo>
                <a:lnTo>
                  <a:pt x="1902095" y="0"/>
                </a:lnTo>
                <a:lnTo>
                  <a:pt x="1872882" y="0"/>
                </a:lnTo>
                <a:lnTo>
                  <a:pt x="1843669" y="0"/>
                </a:lnTo>
                <a:lnTo>
                  <a:pt x="1814455" y="0"/>
                </a:lnTo>
                <a:lnTo>
                  <a:pt x="1785252" y="0"/>
                </a:lnTo>
                <a:lnTo>
                  <a:pt x="1756039" y="0"/>
                </a:lnTo>
                <a:lnTo>
                  <a:pt x="1726825" y="0"/>
                </a:lnTo>
                <a:lnTo>
                  <a:pt x="1697612" y="0"/>
                </a:lnTo>
                <a:lnTo>
                  <a:pt x="1668399" y="0"/>
                </a:lnTo>
                <a:lnTo>
                  <a:pt x="1639186" y="0"/>
                </a:lnTo>
                <a:lnTo>
                  <a:pt x="1609973" y="0"/>
                </a:lnTo>
                <a:lnTo>
                  <a:pt x="1580759" y="0"/>
                </a:lnTo>
                <a:lnTo>
                  <a:pt x="1551546" y="0"/>
                </a:lnTo>
                <a:lnTo>
                  <a:pt x="1522333" y="0"/>
                </a:lnTo>
                <a:lnTo>
                  <a:pt x="1493120" y="0"/>
                </a:lnTo>
                <a:lnTo>
                  <a:pt x="1463907" y="0"/>
                </a:lnTo>
                <a:lnTo>
                  <a:pt x="1434694" y="0"/>
                </a:lnTo>
                <a:lnTo>
                  <a:pt x="1405480" y="0"/>
                </a:lnTo>
                <a:lnTo>
                  <a:pt x="1376267" y="0"/>
                </a:lnTo>
                <a:lnTo>
                  <a:pt x="1347054" y="0"/>
                </a:lnTo>
                <a:lnTo>
                  <a:pt x="1317841" y="0"/>
                </a:lnTo>
                <a:lnTo>
                  <a:pt x="1288628" y="0"/>
                </a:lnTo>
                <a:lnTo>
                  <a:pt x="1259415" y="0"/>
                </a:lnTo>
                <a:lnTo>
                  <a:pt x="1230211" y="0"/>
                </a:lnTo>
                <a:lnTo>
                  <a:pt x="1200998" y="0"/>
                </a:lnTo>
                <a:lnTo>
                  <a:pt x="1171785" y="0"/>
                </a:lnTo>
                <a:lnTo>
                  <a:pt x="1142571" y="0"/>
                </a:lnTo>
                <a:lnTo>
                  <a:pt x="1113358" y="0"/>
                </a:lnTo>
                <a:lnTo>
                  <a:pt x="1084145" y="0"/>
                </a:lnTo>
                <a:lnTo>
                  <a:pt x="1054932" y="0"/>
                </a:lnTo>
                <a:lnTo>
                  <a:pt x="1025719" y="0"/>
                </a:lnTo>
                <a:lnTo>
                  <a:pt x="996506" y="0"/>
                </a:lnTo>
                <a:lnTo>
                  <a:pt x="967292" y="0"/>
                </a:lnTo>
                <a:lnTo>
                  <a:pt x="938079" y="0"/>
                </a:lnTo>
                <a:lnTo>
                  <a:pt x="908866" y="0"/>
                </a:lnTo>
                <a:lnTo>
                  <a:pt x="880110" y="3829"/>
                </a:lnTo>
                <a:lnTo>
                  <a:pt x="851726" y="10706"/>
                </a:lnTo>
                <a:lnTo>
                  <a:pt x="823331" y="17593"/>
                </a:lnTo>
                <a:lnTo>
                  <a:pt x="794937" y="24470"/>
                </a:lnTo>
                <a:lnTo>
                  <a:pt x="766553" y="31347"/>
                </a:lnTo>
                <a:lnTo>
                  <a:pt x="738159" y="38233"/>
                </a:lnTo>
                <a:lnTo>
                  <a:pt x="709765" y="45110"/>
                </a:lnTo>
                <a:lnTo>
                  <a:pt x="681380" y="51997"/>
                </a:lnTo>
                <a:lnTo>
                  <a:pt x="652986" y="58874"/>
                </a:lnTo>
                <a:lnTo>
                  <a:pt x="624592" y="65751"/>
                </a:lnTo>
                <a:lnTo>
                  <a:pt x="596208" y="72638"/>
                </a:lnTo>
                <a:lnTo>
                  <a:pt x="567814" y="79515"/>
                </a:lnTo>
                <a:lnTo>
                  <a:pt x="539420" y="86392"/>
                </a:lnTo>
                <a:lnTo>
                  <a:pt x="511035" y="93278"/>
                </a:lnTo>
                <a:lnTo>
                  <a:pt x="482641" y="100155"/>
                </a:lnTo>
                <a:lnTo>
                  <a:pt x="454247" y="107042"/>
                </a:lnTo>
                <a:lnTo>
                  <a:pt x="425863" y="113919"/>
                </a:lnTo>
                <a:lnTo>
                  <a:pt x="397469" y="120796"/>
                </a:lnTo>
                <a:lnTo>
                  <a:pt x="369075" y="127683"/>
                </a:lnTo>
                <a:lnTo>
                  <a:pt x="340690" y="134560"/>
                </a:lnTo>
                <a:lnTo>
                  <a:pt x="312296" y="141446"/>
                </a:lnTo>
                <a:lnTo>
                  <a:pt x="283912" y="148323"/>
                </a:lnTo>
                <a:lnTo>
                  <a:pt x="255518" y="155200"/>
                </a:lnTo>
                <a:lnTo>
                  <a:pt x="227124" y="162087"/>
                </a:lnTo>
                <a:lnTo>
                  <a:pt x="198739" y="168964"/>
                </a:lnTo>
                <a:lnTo>
                  <a:pt x="170345" y="175851"/>
                </a:lnTo>
                <a:lnTo>
                  <a:pt x="141951" y="182728"/>
                </a:lnTo>
                <a:lnTo>
                  <a:pt x="113567" y="189605"/>
                </a:lnTo>
                <a:lnTo>
                  <a:pt x="85173" y="196491"/>
                </a:lnTo>
                <a:lnTo>
                  <a:pt x="56779" y="203368"/>
                </a:lnTo>
                <a:lnTo>
                  <a:pt x="28394" y="210255"/>
                </a:lnTo>
                <a:lnTo>
                  <a:pt x="0" y="217132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7CBEDAB8-0177-4171-9B2E-E272E39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456" y="5320789"/>
            <a:ext cx="3195809" cy="217132"/>
          </a:xfrm>
          <a:custGeom xmlns:a="http://schemas.openxmlformats.org/drawingml/2006/main">
            <a:pathLst>
              <a:path w="3195809" h="217132">
                <a:moveTo>
                  <a:pt x="0" y="217132"/>
                </a:moveTo>
                <a:lnTo>
                  <a:pt x="18983" y="217132"/>
                </a:lnTo>
                <a:lnTo>
                  <a:pt x="37967" y="217132"/>
                </a:lnTo>
                <a:lnTo>
                  <a:pt x="56950" y="217132"/>
                </a:lnTo>
                <a:lnTo>
                  <a:pt x="75933" y="217132"/>
                </a:lnTo>
                <a:lnTo>
                  <a:pt x="94917" y="217132"/>
                </a:lnTo>
                <a:lnTo>
                  <a:pt x="113900" y="217132"/>
                </a:lnTo>
                <a:lnTo>
                  <a:pt x="132893" y="217132"/>
                </a:lnTo>
                <a:lnTo>
                  <a:pt x="151876" y="217132"/>
                </a:lnTo>
                <a:lnTo>
                  <a:pt x="170859" y="217132"/>
                </a:lnTo>
                <a:lnTo>
                  <a:pt x="189843" y="217132"/>
                </a:lnTo>
                <a:lnTo>
                  <a:pt x="208826" y="217132"/>
                </a:lnTo>
                <a:lnTo>
                  <a:pt x="227809" y="217132"/>
                </a:lnTo>
                <a:lnTo>
                  <a:pt x="246793" y="217132"/>
                </a:lnTo>
                <a:lnTo>
                  <a:pt x="265776" y="217132"/>
                </a:lnTo>
                <a:lnTo>
                  <a:pt x="284759" y="217132"/>
                </a:lnTo>
                <a:lnTo>
                  <a:pt x="303743" y="217132"/>
                </a:lnTo>
                <a:lnTo>
                  <a:pt x="322726" y="217132"/>
                </a:lnTo>
                <a:lnTo>
                  <a:pt x="341709" y="217132"/>
                </a:lnTo>
                <a:lnTo>
                  <a:pt x="360693" y="217132"/>
                </a:lnTo>
                <a:lnTo>
                  <a:pt x="379676" y="217132"/>
                </a:lnTo>
                <a:lnTo>
                  <a:pt x="398669" y="217132"/>
                </a:lnTo>
                <a:lnTo>
                  <a:pt x="417652" y="217132"/>
                </a:lnTo>
                <a:lnTo>
                  <a:pt x="436636" y="217132"/>
                </a:lnTo>
                <a:lnTo>
                  <a:pt x="455619" y="217132"/>
                </a:lnTo>
                <a:lnTo>
                  <a:pt x="474602" y="217132"/>
                </a:lnTo>
                <a:lnTo>
                  <a:pt x="493586" y="217132"/>
                </a:lnTo>
                <a:lnTo>
                  <a:pt x="512569" y="217132"/>
                </a:lnTo>
                <a:lnTo>
                  <a:pt x="531552" y="217132"/>
                </a:lnTo>
                <a:lnTo>
                  <a:pt x="550535" y="217132"/>
                </a:lnTo>
                <a:lnTo>
                  <a:pt x="569519" y="217132"/>
                </a:lnTo>
                <a:lnTo>
                  <a:pt x="588502" y="217132"/>
                </a:lnTo>
                <a:lnTo>
                  <a:pt x="607485" y="217132"/>
                </a:lnTo>
                <a:lnTo>
                  <a:pt x="626469" y="217132"/>
                </a:lnTo>
                <a:lnTo>
                  <a:pt x="645452" y="217132"/>
                </a:lnTo>
                <a:lnTo>
                  <a:pt x="664445" y="217132"/>
                </a:lnTo>
                <a:lnTo>
                  <a:pt x="683428" y="217132"/>
                </a:lnTo>
                <a:lnTo>
                  <a:pt x="702412" y="217132"/>
                </a:lnTo>
                <a:lnTo>
                  <a:pt x="721395" y="217132"/>
                </a:lnTo>
                <a:lnTo>
                  <a:pt x="740378" y="217132"/>
                </a:lnTo>
                <a:lnTo>
                  <a:pt x="759362" y="217132"/>
                </a:lnTo>
                <a:lnTo>
                  <a:pt x="778345" y="217132"/>
                </a:lnTo>
                <a:lnTo>
                  <a:pt x="797328" y="217132"/>
                </a:lnTo>
                <a:lnTo>
                  <a:pt x="816312" y="217132"/>
                </a:lnTo>
                <a:lnTo>
                  <a:pt x="835295" y="217132"/>
                </a:lnTo>
                <a:lnTo>
                  <a:pt x="854278" y="217132"/>
                </a:lnTo>
                <a:lnTo>
                  <a:pt x="873262" y="217132"/>
                </a:lnTo>
                <a:lnTo>
                  <a:pt x="892245" y="217132"/>
                </a:lnTo>
                <a:lnTo>
                  <a:pt x="911238" y="217132"/>
                </a:lnTo>
                <a:lnTo>
                  <a:pt x="930221" y="217132"/>
                </a:lnTo>
                <a:lnTo>
                  <a:pt x="949204" y="217132"/>
                </a:lnTo>
                <a:lnTo>
                  <a:pt x="968188" y="217132"/>
                </a:lnTo>
                <a:lnTo>
                  <a:pt x="987171" y="217132"/>
                </a:lnTo>
                <a:lnTo>
                  <a:pt x="1006154" y="217132"/>
                </a:lnTo>
                <a:lnTo>
                  <a:pt x="1025138" y="217132"/>
                </a:lnTo>
                <a:lnTo>
                  <a:pt x="1044121" y="217132"/>
                </a:lnTo>
                <a:lnTo>
                  <a:pt x="1063104" y="217132"/>
                </a:lnTo>
                <a:lnTo>
                  <a:pt x="1082088" y="217132"/>
                </a:lnTo>
                <a:lnTo>
                  <a:pt x="1101071" y="217132"/>
                </a:lnTo>
                <a:lnTo>
                  <a:pt x="1120054" y="217132"/>
                </a:lnTo>
                <a:lnTo>
                  <a:pt x="1139038" y="217132"/>
                </a:lnTo>
                <a:lnTo>
                  <a:pt x="1158021" y="217132"/>
                </a:lnTo>
                <a:lnTo>
                  <a:pt x="1177014" y="217132"/>
                </a:lnTo>
                <a:lnTo>
                  <a:pt x="1195997" y="217132"/>
                </a:lnTo>
                <a:lnTo>
                  <a:pt x="1214980" y="217132"/>
                </a:lnTo>
                <a:lnTo>
                  <a:pt x="1233964" y="217132"/>
                </a:lnTo>
                <a:lnTo>
                  <a:pt x="1252947" y="217132"/>
                </a:lnTo>
                <a:lnTo>
                  <a:pt x="1271930" y="217132"/>
                </a:lnTo>
                <a:lnTo>
                  <a:pt x="1290914" y="217132"/>
                </a:lnTo>
                <a:lnTo>
                  <a:pt x="1309897" y="217132"/>
                </a:lnTo>
                <a:lnTo>
                  <a:pt x="1328880" y="217132"/>
                </a:lnTo>
                <a:lnTo>
                  <a:pt x="1347864" y="217132"/>
                </a:lnTo>
                <a:lnTo>
                  <a:pt x="1366847" y="217132"/>
                </a:lnTo>
                <a:lnTo>
                  <a:pt x="1385830" y="217132"/>
                </a:lnTo>
                <a:lnTo>
                  <a:pt x="1404814" y="217132"/>
                </a:lnTo>
                <a:lnTo>
                  <a:pt x="1423807" y="217132"/>
                </a:lnTo>
                <a:lnTo>
                  <a:pt x="1442790" y="217132"/>
                </a:lnTo>
                <a:lnTo>
                  <a:pt x="1461773" y="217132"/>
                </a:lnTo>
                <a:lnTo>
                  <a:pt x="1480757" y="217132"/>
                </a:lnTo>
                <a:lnTo>
                  <a:pt x="1499740" y="217132"/>
                </a:lnTo>
                <a:lnTo>
                  <a:pt x="1518723" y="217132"/>
                </a:lnTo>
                <a:lnTo>
                  <a:pt x="1537706" y="217132"/>
                </a:lnTo>
                <a:lnTo>
                  <a:pt x="1556690" y="217132"/>
                </a:lnTo>
                <a:lnTo>
                  <a:pt x="1575673" y="217132"/>
                </a:lnTo>
                <a:lnTo>
                  <a:pt x="1594656" y="217132"/>
                </a:lnTo>
                <a:lnTo>
                  <a:pt x="1613640" y="217132"/>
                </a:lnTo>
                <a:lnTo>
                  <a:pt x="1632623" y="217132"/>
                </a:lnTo>
                <a:lnTo>
                  <a:pt x="1651606" y="217132"/>
                </a:lnTo>
                <a:lnTo>
                  <a:pt x="1670590" y="217132"/>
                </a:lnTo>
                <a:lnTo>
                  <a:pt x="1689583" y="217132"/>
                </a:lnTo>
                <a:lnTo>
                  <a:pt x="1708566" y="217132"/>
                </a:lnTo>
                <a:lnTo>
                  <a:pt x="1727549" y="217132"/>
                </a:lnTo>
                <a:lnTo>
                  <a:pt x="1746533" y="217132"/>
                </a:lnTo>
                <a:lnTo>
                  <a:pt x="1765516" y="217132"/>
                </a:lnTo>
                <a:lnTo>
                  <a:pt x="1784499" y="217132"/>
                </a:lnTo>
                <a:lnTo>
                  <a:pt x="1803483" y="217132"/>
                </a:lnTo>
                <a:lnTo>
                  <a:pt x="1822466" y="217132"/>
                </a:lnTo>
                <a:lnTo>
                  <a:pt x="1841449" y="217132"/>
                </a:lnTo>
                <a:lnTo>
                  <a:pt x="1860433" y="217132"/>
                </a:lnTo>
                <a:lnTo>
                  <a:pt x="1879416" y="217132"/>
                </a:lnTo>
                <a:lnTo>
                  <a:pt x="1898399" y="217132"/>
                </a:lnTo>
                <a:lnTo>
                  <a:pt x="1917383" y="217132"/>
                </a:lnTo>
                <a:lnTo>
                  <a:pt x="1936366" y="217132"/>
                </a:lnTo>
                <a:lnTo>
                  <a:pt x="1955359" y="217132"/>
                </a:lnTo>
                <a:lnTo>
                  <a:pt x="1974342" y="217132"/>
                </a:lnTo>
                <a:lnTo>
                  <a:pt x="1993325" y="217132"/>
                </a:lnTo>
                <a:lnTo>
                  <a:pt x="2012309" y="217132"/>
                </a:lnTo>
                <a:lnTo>
                  <a:pt x="2031292" y="217132"/>
                </a:lnTo>
                <a:lnTo>
                  <a:pt x="2050275" y="217132"/>
                </a:lnTo>
                <a:lnTo>
                  <a:pt x="2069259" y="217132"/>
                </a:lnTo>
                <a:lnTo>
                  <a:pt x="2088242" y="217132"/>
                </a:lnTo>
                <a:lnTo>
                  <a:pt x="2107225" y="217132"/>
                </a:lnTo>
                <a:lnTo>
                  <a:pt x="2126209" y="217132"/>
                </a:lnTo>
                <a:lnTo>
                  <a:pt x="2145192" y="217132"/>
                </a:lnTo>
                <a:lnTo>
                  <a:pt x="2164175" y="217132"/>
                </a:lnTo>
                <a:lnTo>
                  <a:pt x="2183159" y="217132"/>
                </a:lnTo>
                <a:lnTo>
                  <a:pt x="2202151" y="217132"/>
                </a:lnTo>
                <a:lnTo>
                  <a:pt x="2221135" y="217132"/>
                </a:lnTo>
                <a:lnTo>
                  <a:pt x="2240118" y="217132"/>
                </a:lnTo>
                <a:lnTo>
                  <a:pt x="2259101" y="217132"/>
                </a:lnTo>
                <a:lnTo>
                  <a:pt x="2278085" y="217132"/>
                </a:lnTo>
                <a:lnTo>
                  <a:pt x="2297068" y="217132"/>
                </a:lnTo>
                <a:lnTo>
                  <a:pt x="2316051" y="217132"/>
                </a:lnTo>
                <a:lnTo>
                  <a:pt x="2335035" y="217132"/>
                </a:lnTo>
                <a:lnTo>
                  <a:pt x="2354018" y="217132"/>
                </a:lnTo>
                <a:lnTo>
                  <a:pt x="2373001" y="217132"/>
                </a:lnTo>
                <a:lnTo>
                  <a:pt x="2391985" y="217132"/>
                </a:lnTo>
                <a:lnTo>
                  <a:pt x="2410968" y="217132"/>
                </a:lnTo>
                <a:lnTo>
                  <a:pt x="2429951" y="217132"/>
                </a:lnTo>
                <a:lnTo>
                  <a:pt x="2448935" y="217132"/>
                </a:lnTo>
                <a:lnTo>
                  <a:pt x="2467708" y="215617"/>
                </a:lnTo>
                <a:lnTo>
                  <a:pt x="2485911" y="210226"/>
                </a:lnTo>
                <a:lnTo>
                  <a:pt x="2504113" y="204845"/>
                </a:lnTo>
                <a:lnTo>
                  <a:pt x="2522315" y="199454"/>
                </a:lnTo>
                <a:lnTo>
                  <a:pt x="2540518" y="194062"/>
                </a:lnTo>
                <a:lnTo>
                  <a:pt x="2558720" y="188671"/>
                </a:lnTo>
                <a:lnTo>
                  <a:pt x="2576922" y="183280"/>
                </a:lnTo>
                <a:lnTo>
                  <a:pt x="2595124" y="177889"/>
                </a:lnTo>
                <a:lnTo>
                  <a:pt x="2613327" y="172498"/>
                </a:lnTo>
                <a:lnTo>
                  <a:pt x="2631529" y="167107"/>
                </a:lnTo>
                <a:lnTo>
                  <a:pt x="2649731" y="161715"/>
                </a:lnTo>
                <a:lnTo>
                  <a:pt x="2667933" y="156324"/>
                </a:lnTo>
                <a:lnTo>
                  <a:pt x="2686136" y="150933"/>
                </a:lnTo>
                <a:lnTo>
                  <a:pt x="2704338" y="145542"/>
                </a:lnTo>
                <a:lnTo>
                  <a:pt x="2722540" y="140151"/>
                </a:lnTo>
                <a:lnTo>
                  <a:pt x="2740743" y="134760"/>
                </a:lnTo>
                <a:lnTo>
                  <a:pt x="2758945" y="129369"/>
                </a:lnTo>
                <a:lnTo>
                  <a:pt x="2777147" y="123987"/>
                </a:lnTo>
                <a:lnTo>
                  <a:pt x="2795349" y="118596"/>
                </a:lnTo>
                <a:lnTo>
                  <a:pt x="2813552" y="113205"/>
                </a:lnTo>
                <a:lnTo>
                  <a:pt x="2831754" y="107813"/>
                </a:lnTo>
                <a:lnTo>
                  <a:pt x="2849956" y="102422"/>
                </a:lnTo>
                <a:lnTo>
                  <a:pt x="2868158" y="97031"/>
                </a:lnTo>
                <a:lnTo>
                  <a:pt x="2886361" y="91640"/>
                </a:lnTo>
                <a:lnTo>
                  <a:pt x="2904563" y="86249"/>
                </a:lnTo>
                <a:lnTo>
                  <a:pt x="2922765" y="80858"/>
                </a:lnTo>
                <a:lnTo>
                  <a:pt x="2940977" y="75467"/>
                </a:lnTo>
                <a:lnTo>
                  <a:pt x="2959179" y="70075"/>
                </a:lnTo>
                <a:lnTo>
                  <a:pt x="2977382" y="64684"/>
                </a:lnTo>
                <a:lnTo>
                  <a:pt x="2995584" y="59293"/>
                </a:lnTo>
                <a:lnTo>
                  <a:pt x="3013786" y="53902"/>
                </a:lnTo>
                <a:lnTo>
                  <a:pt x="3031988" y="48511"/>
                </a:lnTo>
                <a:lnTo>
                  <a:pt x="3050191" y="43120"/>
                </a:lnTo>
                <a:lnTo>
                  <a:pt x="3068393" y="37738"/>
                </a:lnTo>
                <a:lnTo>
                  <a:pt x="3086595" y="32347"/>
                </a:lnTo>
                <a:lnTo>
                  <a:pt x="3104798" y="26956"/>
                </a:lnTo>
                <a:lnTo>
                  <a:pt x="3123000" y="21565"/>
                </a:lnTo>
                <a:lnTo>
                  <a:pt x="3141202" y="16173"/>
                </a:lnTo>
                <a:lnTo>
                  <a:pt x="3159404" y="10782"/>
                </a:lnTo>
                <a:lnTo>
                  <a:pt x="3177607" y="5391"/>
                </a:lnTo>
                <a:lnTo>
                  <a:pt x="3195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E7E49E4-76F8-49FB-83A7-3D4255D0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319" y="5320789"/>
            <a:ext cx="23099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95184AC2-5F8B-4106-A844-8A7750A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3240" y="4309824"/>
            <a:ext cx="553803" cy="687457"/>
          </a:xfrm>
          <a:custGeom xmlns:a="http://schemas.openxmlformats.org/drawingml/2006/main">
            <a:pathLst>
              <a:path w="553803" h="687457">
                <a:moveTo>
                  <a:pt x="0" y="687457"/>
                </a:moveTo>
                <a:lnTo>
                  <a:pt x="0" y="668455"/>
                </a:lnTo>
                <a:lnTo>
                  <a:pt x="0" y="649453"/>
                </a:lnTo>
                <a:lnTo>
                  <a:pt x="0" y="630441"/>
                </a:lnTo>
                <a:lnTo>
                  <a:pt x="0" y="611438"/>
                </a:lnTo>
                <a:lnTo>
                  <a:pt x="0" y="592436"/>
                </a:lnTo>
                <a:lnTo>
                  <a:pt x="0" y="573424"/>
                </a:lnTo>
                <a:lnTo>
                  <a:pt x="0" y="554422"/>
                </a:lnTo>
                <a:lnTo>
                  <a:pt x="0" y="535419"/>
                </a:lnTo>
                <a:lnTo>
                  <a:pt x="0" y="516417"/>
                </a:lnTo>
                <a:lnTo>
                  <a:pt x="0" y="497405"/>
                </a:lnTo>
                <a:lnTo>
                  <a:pt x="0" y="478403"/>
                </a:lnTo>
                <a:lnTo>
                  <a:pt x="0" y="459400"/>
                </a:lnTo>
                <a:lnTo>
                  <a:pt x="0" y="440388"/>
                </a:lnTo>
                <a:lnTo>
                  <a:pt x="0" y="421386"/>
                </a:lnTo>
                <a:lnTo>
                  <a:pt x="0" y="402384"/>
                </a:lnTo>
                <a:lnTo>
                  <a:pt x="0" y="383381"/>
                </a:lnTo>
                <a:lnTo>
                  <a:pt x="0" y="364369"/>
                </a:lnTo>
                <a:lnTo>
                  <a:pt x="0" y="345367"/>
                </a:lnTo>
                <a:lnTo>
                  <a:pt x="0" y="326365"/>
                </a:lnTo>
                <a:lnTo>
                  <a:pt x="0" y="307362"/>
                </a:lnTo>
                <a:lnTo>
                  <a:pt x="0" y="288350"/>
                </a:lnTo>
                <a:lnTo>
                  <a:pt x="0" y="269348"/>
                </a:lnTo>
                <a:lnTo>
                  <a:pt x="0" y="250346"/>
                </a:lnTo>
                <a:lnTo>
                  <a:pt x="0" y="231334"/>
                </a:lnTo>
                <a:lnTo>
                  <a:pt x="0" y="212331"/>
                </a:lnTo>
                <a:lnTo>
                  <a:pt x="0" y="193329"/>
                </a:lnTo>
                <a:lnTo>
                  <a:pt x="0" y="174327"/>
                </a:lnTo>
                <a:lnTo>
                  <a:pt x="0" y="155315"/>
                </a:lnTo>
                <a:lnTo>
                  <a:pt x="10154" y="144075"/>
                </a:lnTo>
                <a:lnTo>
                  <a:pt x="28499" y="139113"/>
                </a:lnTo>
                <a:lnTo>
                  <a:pt x="46834" y="134141"/>
                </a:lnTo>
                <a:lnTo>
                  <a:pt x="65180" y="129178"/>
                </a:lnTo>
                <a:lnTo>
                  <a:pt x="83525" y="124206"/>
                </a:lnTo>
                <a:lnTo>
                  <a:pt x="101870" y="119234"/>
                </a:lnTo>
                <a:lnTo>
                  <a:pt x="120215" y="114271"/>
                </a:lnTo>
                <a:lnTo>
                  <a:pt x="138560" y="109299"/>
                </a:lnTo>
                <a:lnTo>
                  <a:pt x="156905" y="104337"/>
                </a:lnTo>
                <a:lnTo>
                  <a:pt x="175250" y="99365"/>
                </a:lnTo>
                <a:lnTo>
                  <a:pt x="193596" y="94393"/>
                </a:lnTo>
                <a:lnTo>
                  <a:pt x="211941" y="89430"/>
                </a:lnTo>
                <a:lnTo>
                  <a:pt x="230276" y="84458"/>
                </a:lnTo>
                <a:lnTo>
                  <a:pt x="248622" y="79496"/>
                </a:lnTo>
                <a:lnTo>
                  <a:pt x="266967" y="74524"/>
                </a:lnTo>
                <a:lnTo>
                  <a:pt x="285312" y="69552"/>
                </a:lnTo>
                <a:lnTo>
                  <a:pt x="303657" y="64589"/>
                </a:lnTo>
                <a:lnTo>
                  <a:pt x="322002" y="59617"/>
                </a:lnTo>
                <a:lnTo>
                  <a:pt x="340347" y="54654"/>
                </a:lnTo>
                <a:lnTo>
                  <a:pt x="358692" y="49682"/>
                </a:lnTo>
                <a:lnTo>
                  <a:pt x="377038" y="44710"/>
                </a:lnTo>
                <a:lnTo>
                  <a:pt x="395373" y="39748"/>
                </a:lnTo>
                <a:lnTo>
                  <a:pt x="413718" y="34776"/>
                </a:lnTo>
                <a:lnTo>
                  <a:pt x="432064" y="29813"/>
                </a:lnTo>
                <a:lnTo>
                  <a:pt x="450409" y="24841"/>
                </a:lnTo>
                <a:lnTo>
                  <a:pt x="468754" y="19869"/>
                </a:lnTo>
                <a:lnTo>
                  <a:pt x="487099" y="14907"/>
                </a:lnTo>
                <a:lnTo>
                  <a:pt x="505444" y="9935"/>
                </a:lnTo>
                <a:lnTo>
                  <a:pt x="523789" y="4972"/>
                </a:lnTo>
                <a:lnTo>
                  <a:pt x="542134" y="0"/>
                </a:lnTo>
                <a:lnTo>
                  <a:pt x="553803" y="3753"/>
                </a:lnTo>
                <a:lnTo>
                  <a:pt x="553803" y="22755"/>
                </a:lnTo>
                <a:lnTo>
                  <a:pt x="553803" y="41758"/>
                </a:lnTo>
                <a:lnTo>
                  <a:pt x="553803" y="60770"/>
                </a:lnTo>
                <a:lnTo>
                  <a:pt x="553803" y="79772"/>
                </a:lnTo>
                <a:lnTo>
                  <a:pt x="553803" y="98774"/>
                </a:lnTo>
                <a:lnTo>
                  <a:pt x="553803" y="117786"/>
                </a:lnTo>
                <a:lnTo>
                  <a:pt x="553803" y="136789"/>
                </a:lnTo>
                <a:lnTo>
                  <a:pt x="553803" y="155791"/>
                </a:lnTo>
                <a:lnTo>
                  <a:pt x="553803" y="174793"/>
                </a:lnTo>
                <a:lnTo>
                  <a:pt x="553803" y="193805"/>
                </a:lnTo>
                <a:lnTo>
                  <a:pt x="553803" y="212808"/>
                </a:lnTo>
                <a:lnTo>
                  <a:pt x="553803" y="231810"/>
                </a:lnTo>
                <a:lnTo>
                  <a:pt x="553803" y="250812"/>
                </a:lnTo>
                <a:lnTo>
                  <a:pt x="553803" y="269824"/>
                </a:lnTo>
                <a:lnTo>
                  <a:pt x="553803" y="288827"/>
                </a:lnTo>
                <a:lnTo>
                  <a:pt x="553803" y="307829"/>
                </a:lnTo>
                <a:lnTo>
                  <a:pt x="553803" y="326841"/>
                </a:lnTo>
                <a:lnTo>
                  <a:pt x="553803" y="345843"/>
                </a:lnTo>
                <a:lnTo>
                  <a:pt x="553803" y="364846"/>
                </a:lnTo>
                <a:lnTo>
                  <a:pt x="553803" y="383848"/>
                </a:lnTo>
                <a:lnTo>
                  <a:pt x="553803" y="402860"/>
                </a:lnTo>
                <a:lnTo>
                  <a:pt x="553803" y="421862"/>
                </a:lnTo>
                <a:lnTo>
                  <a:pt x="553803" y="440865"/>
                </a:lnTo>
                <a:lnTo>
                  <a:pt x="553803" y="459877"/>
                </a:lnTo>
                <a:lnTo>
                  <a:pt x="553803" y="478879"/>
                </a:lnTo>
                <a:lnTo>
                  <a:pt x="553803" y="497881"/>
                </a:lnTo>
                <a:lnTo>
                  <a:pt x="541077" y="507702"/>
                </a:lnTo>
                <a:lnTo>
                  <a:pt x="523037" y="513693"/>
                </a:lnTo>
                <a:lnTo>
                  <a:pt x="505006" y="519684"/>
                </a:lnTo>
                <a:lnTo>
                  <a:pt x="486966" y="525675"/>
                </a:lnTo>
                <a:lnTo>
                  <a:pt x="468935" y="531666"/>
                </a:lnTo>
                <a:lnTo>
                  <a:pt x="450894" y="537658"/>
                </a:lnTo>
                <a:lnTo>
                  <a:pt x="432854" y="543658"/>
                </a:lnTo>
                <a:lnTo>
                  <a:pt x="414823" y="549650"/>
                </a:lnTo>
                <a:lnTo>
                  <a:pt x="396783" y="555641"/>
                </a:lnTo>
                <a:lnTo>
                  <a:pt x="378752" y="561632"/>
                </a:lnTo>
                <a:lnTo>
                  <a:pt x="360712" y="567623"/>
                </a:lnTo>
                <a:lnTo>
                  <a:pt x="342681" y="573615"/>
                </a:lnTo>
                <a:lnTo>
                  <a:pt x="324641" y="579606"/>
                </a:lnTo>
                <a:lnTo>
                  <a:pt x="306610" y="585597"/>
                </a:lnTo>
                <a:lnTo>
                  <a:pt x="288569" y="591588"/>
                </a:lnTo>
                <a:lnTo>
                  <a:pt x="270539" y="597579"/>
                </a:lnTo>
                <a:lnTo>
                  <a:pt x="252498" y="603571"/>
                </a:lnTo>
                <a:lnTo>
                  <a:pt x="234467" y="609562"/>
                </a:lnTo>
                <a:lnTo>
                  <a:pt x="216427" y="615553"/>
                </a:lnTo>
                <a:lnTo>
                  <a:pt x="198396" y="621544"/>
                </a:lnTo>
                <a:lnTo>
                  <a:pt x="180356" y="627536"/>
                </a:lnTo>
                <a:lnTo>
                  <a:pt x="162325" y="633536"/>
                </a:lnTo>
                <a:lnTo>
                  <a:pt x="144285" y="639528"/>
                </a:lnTo>
                <a:lnTo>
                  <a:pt x="126254" y="645519"/>
                </a:lnTo>
                <a:lnTo>
                  <a:pt x="108214" y="651510"/>
                </a:lnTo>
                <a:lnTo>
                  <a:pt x="90183" y="657501"/>
                </a:lnTo>
                <a:lnTo>
                  <a:pt x="72142" y="663492"/>
                </a:lnTo>
                <a:lnTo>
                  <a:pt x="54112" y="669484"/>
                </a:lnTo>
                <a:lnTo>
                  <a:pt x="36071" y="675475"/>
                </a:lnTo>
                <a:lnTo>
                  <a:pt x="18031" y="681466"/>
                </a:lnTo>
                <a:lnTo>
                  <a:pt x="0" y="68745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2B0DBC02-2ECB-4546-A889-43C41EA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0915" y="4813297"/>
            <a:ext cx="3302918" cy="183985"/>
          </a:xfrm>
          <a:custGeom xmlns:a="http://schemas.openxmlformats.org/drawingml/2006/main">
            <a:pathLst>
              <a:path w="3302918" h="183985">
                <a:moveTo>
                  <a:pt x="0" y="183985"/>
                </a:moveTo>
                <a:lnTo>
                  <a:pt x="27775" y="183985"/>
                </a:lnTo>
                <a:lnTo>
                  <a:pt x="55540" y="183985"/>
                </a:lnTo>
                <a:lnTo>
                  <a:pt x="83315" y="183985"/>
                </a:lnTo>
                <a:lnTo>
                  <a:pt x="111081" y="183985"/>
                </a:lnTo>
                <a:lnTo>
                  <a:pt x="138855" y="183985"/>
                </a:lnTo>
                <a:lnTo>
                  <a:pt x="166621" y="183985"/>
                </a:lnTo>
                <a:lnTo>
                  <a:pt x="194396" y="183985"/>
                </a:lnTo>
                <a:lnTo>
                  <a:pt x="222171" y="183985"/>
                </a:lnTo>
                <a:lnTo>
                  <a:pt x="249936" y="183985"/>
                </a:lnTo>
                <a:lnTo>
                  <a:pt x="277711" y="183985"/>
                </a:lnTo>
                <a:lnTo>
                  <a:pt x="305476" y="183985"/>
                </a:lnTo>
                <a:lnTo>
                  <a:pt x="333251" y="183985"/>
                </a:lnTo>
                <a:lnTo>
                  <a:pt x="361026" y="183985"/>
                </a:lnTo>
                <a:lnTo>
                  <a:pt x="388791" y="183985"/>
                </a:lnTo>
                <a:lnTo>
                  <a:pt x="416566" y="183985"/>
                </a:lnTo>
                <a:lnTo>
                  <a:pt x="444332" y="183985"/>
                </a:lnTo>
                <a:lnTo>
                  <a:pt x="472107" y="183985"/>
                </a:lnTo>
                <a:lnTo>
                  <a:pt x="499872" y="183985"/>
                </a:lnTo>
                <a:lnTo>
                  <a:pt x="527647" y="183985"/>
                </a:lnTo>
                <a:lnTo>
                  <a:pt x="555422" y="183985"/>
                </a:lnTo>
                <a:lnTo>
                  <a:pt x="583187" y="183985"/>
                </a:lnTo>
                <a:lnTo>
                  <a:pt x="610962" y="183985"/>
                </a:lnTo>
                <a:lnTo>
                  <a:pt x="638727" y="183985"/>
                </a:lnTo>
                <a:lnTo>
                  <a:pt x="666502" y="183985"/>
                </a:lnTo>
                <a:lnTo>
                  <a:pt x="694277" y="183985"/>
                </a:lnTo>
                <a:lnTo>
                  <a:pt x="722043" y="183985"/>
                </a:lnTo>
                <a:lnTo>
                  <a:pt x="749818" y="183985"/>
                </a:lnTo>
                <a:lnTo>
                  <a:pt x="777583" y="183985"/>
                </a:lnTo>
                <a:lnTo>
                  <a:pt x="805358" y="183985"/>
                </a:lnTo>
                <a:lnTo>
                  <a:pt x="833123" y="183985"/>
                </a:lnTo>
                <a:lnTo>
                  <a:pt x="860898" y="183985"/>
                </a:lnTo>
                <a:lnTo>
                  <a:pt x="888673" y="183985"/>
                </a:lnTo>
                <a:lnTo>
                  <a:pt x="916438" y="183985"/>
                </a:lnTo>
                <a:lnTo>
                  <a:pt x="944213" y="183985"/>
                </a:lnTo>
                <a:lnTo>
                  <a:pt x="971979" y="183985"/>
                </a:lnTo>
                <a:lnTo>
                  <a:pt x="999754" y="183985"/>
                </a:lnTo>
                <a:lnTo>
                  <a:pt x="1027528" y="183985"/>
                </a:lnTo>
                <a:lnTo>
                  <a:pt x="1055294" y="183985"/>
                </a:lnTo>
                <a:lnTo>
                  <a:pt x="1083069" y="183985"/>
                </a:lnTo>
                <a:lnTo>
                  <a:pt x="1110834" y="183985"/>
                </a:lnTo>
                <a:lnTo>
                  <a:pt x="1138609" y="183985"/>
                </a:lnTo>
                <a:lnTo>
                  <a:pt x="1166374" y="183985"/>
                </a:lnTo>
                <a:lnTo>
                  <a:pt x="1194149" y="183985"/>
                </a:lnTo>
                <a:lnTo>
                  <a:pt x="1221924" y="183985"/>
                </a:lnTo>
                <a:lnTo>
                  <a:pt x="1249690" y="183985"/>
                </a:lnTo>
                <a:lnTo>
                  <a:pt x="1277464" y="183985"/>
                </a:lnTo>
                <a:lnTo>
                  <a:pt x="1305230" y="183985"/>
                </a:lnTo>
                <a:lnTo>
                  <a:pt x="1333005" y="183985"/>
                </a:lnTo>
                <a:lnTo>
                  <a:pt x="1360770" y="183985"/>
                </a:lnTo>
                <a:lnTo>
                  <a:pt x="1388545" y="183985"/>
                </a:lnTo>
                <a:lnTo>
                  <a:pt x="1416320" y="183985"/>
                </a:lnTo>
                <a:lnTo>
                  <a:pt x="1444085" y="183985"/>
                </a:lnTo>
                <a:lnTo>
                  <a:pt x="1471860" y="183985"/>
                </a:lnTo>
                <a:lnTo>
                  <a:pt x="1499626" y="183985"/>
                </a:lnTo>
                <a:lnTo>
                  <a:pt x="1527400" y="183985"/>
                </a:lnTo>
                <a:lnTo>
                  <a:pt x="1555175" y="183985"/>
                </a:lnTo>
                <a:lnTo>
                  <a:pt x="1582941" y="183985"/>
                </a:lnTo>
                <a:lnTo>
                  <a:pt x="1610716" y="183985"/>
                </a:lnTo>
                <a:lnTo>
                  <a:pt x="1638481" y="183985"/>
                </a:lnTo>
                <a:lnTo>
                  <a:pt x="1666256" y="183985"/>
                </a:lnTo>
                <a:lnTo>
                  <a:pt x="1694021" y="183985"/>
                </a:lnTo>
                <a:lnTo>
                  <a:pt x="1721796" y="183985"/>
                </a:lnTo>
                <a:lnTo>
                  <a:pt x="1749571" y="183985"/>
                </a:lnTo>
                <a:lnTo>
                  <a:pt x="1777336" y="183985"/>
                </a:lnTo>
                <a:lnTo>
                  <a:pt x="1805111" y="183985"/>
                </a:lnTo>
                <a:lnTo>
                  <a:pt x="1832877" y="183985"/>
                </a:lnTo>
                <a:lnTo>
                  <a:pt x="1860652" y="183985"/>
                </a:lnTo>
                <a:lnTo>
                  <a:pt x="1888427" y="183985"/>
                </a:lnTo>
                <a:lnTo>
                  <a:pt x="1916192" y="183985"/>
                </a:lnTo>
                <a:lnTo>
                  <a:pt x="1943967" y="183985"/>
                </a:lnTo>
                <a:lnTo>
                  <a:pt x="1971732" y="183985"/>
                </a:lnTo>
                <a:lnTo>
                  <a:pt x="1999507" y="183985"/>
                </a:lnTo>
                <a:lnTo>
                  <a:pt x="2027272" y="183985"/>
                </a:lnTo>
                <a:lnTo>
                  <a:pt x="2055047" y="183985"/>
                </a:lnTo>
                <a:lnTo>
                  <a:pt x="2082822" y="183985"/>
                </a:lnTo>
                <a:lnTo>
                  <a:pt x="2110588" y="183985"/>
                </a:lnTo>
                <a:lnTo>
                  <a:pt x="2138363" y="183985"/>
                </a:lnTo>
                <a:lnTo>
                  <a:pt x="2166128" y="183985"/>
                </a:lnTo>
                <a:lnTo>
                  <a:pt x="2193903" y="183985"/>
                </a:lnTo>
                <a:lnTo>
                  <a:pt x="2221678" y="183985"/>
                </a:lnTo>
                <a:lnTo>
                  <a:pt x="2249443" y="183985"/>
                </a:lnTo>
                <a:lnTo>
                  <a:pt x="2277218" y="183985"/>
                </a:lnTo>
                <a:lnTo>
                  <a:pt x="2304983" y="183985"/>
                </a:lnTo>
                <a:lnTo>
                  <a:pt x="2332758" y="183985"/>
                </a:lnTo>
                <a:lnTo>
                  <a:pt x="2360524" y="183985"/>
                </a:lnTo>
                <a:lnTo>
                  <a:pt x="2388299" y="183985"/>
                </a:lnTo>
                <a:lnTo>
                  <a:pt x="2416073" y="183985"/>
                </a:lnTo>
                <a:lnTo>
                  <a:pt x="2443839" y="183985"/>
                </a:lnTo>
                <a:lnTo>
                  <a:pt x="2471614" y="183985"/>
                </a:lnTo>
                <a:lnTo>
                  <a:pt x="2499379" y="183985"/>
                </a:lnTo>
                <a:lnTo>
                  <a:pt x="2527154" y="183985"/>
                </a:lnTo>
                <a:lnTo>
                  <a:pt x="2554929" y="183985"/>
                </a:lnTo>
                <a:lnTo>
                  <a:pt x="2582694" y="183985"/>
                </a:lnTo>
                <a:lnTo>
                  <a:pt x="2610469" y="183985"/>
                </a:lnTo>
                <a:lnTo>
                  <a:pt x="2638235" y="183985"/>
                </a:lnTo>
                <a:lnTo>
                  <a:pt x="2666009" y="183985"/>
                </a:lnTo>
                <a:lnTo>
                  <a:pt x="2693775" y="183985"/>
                </a:lnTo>
                <a:lnTo>
                  <a:pt x="2721550" y="183985"/>
                </a:lnTo>
                <a:lnTo>
                  <a:pt x="2749325" y="183985"/>
                </a:lnTo>
                <a:lnTo>
                  <a:pt x="2775833" y="176174"/>
                </a:lnTo>
                <a:lnTo>
                  <a:pt x="2802179" y="167421"/>
                </a:lnTo>
                <a:lnTo>
                  <a:pt x="2828534" y="158667"/>
                </a:lnTo>
                <a:lnTo>
                  <a:pt x="2854890" y="149914"/>
                </a:lnTo>
                <a:lnTo>
                  <a:pt x="2881246" y="141151"/>
                </a:lnTo>
                <a:lnTo>
                  <a:pt x="2907602" y="132398"/>
                </a:lnTo>
                <a:lnTo>
                  <a:pt x="2933957" y="123644"/>
                </a:lnTo>
                <a:lnTo>
                  <a:pt x="2960313" y="114891"/>
                </a:lnTo>
                <a:lnTo>
                  <a:pt x="2986669" y="106128"/>
                </a:lnTo>
                <a:lnTo>
                  <a:pt x="3013024" y="97374"/>
                </a:lnTo>
                <a:lnTo>
                  <a:pt x="3039370" y="88621"/>
                </a:lnTo>
                <a:lnTo>
                  <a:pt x="3065726" y="79867"/>
                </a:lnTo>
                <a:lnTo>
                  <a:pt x="3092082" y="71114"/>
                </a:lnTo>
                <a:lnTo>
                  <a:pt x="3118437" y="62351"/>
                </a:lnTo>
                <a:lnTo>
                  <a:pt x="3144793" y="53597"/>
                </a:lnTo>
                <a:lnTo>
                  <a:pt x="3171149" y="44844"/>
                </a:lnTo>
                <a:lnTo>
                  <a:pt x="3197504" y="36090"/>
                </a:lnTo>
                <a:lnTo>
                  <a:pt x="3223860" y="27337"/>
                </a:lnTo>
                <a:lnTo>
                  <a:pt x="3250216" y="18574"/>
                </a:lnTo>
                <a:lnTo>
                  <a:pt x="3276562" y="9820"/>
                </a:lnTo>
                <a:lnTo>
                  <a:pt x="3302918" y="1067"/>
                </a:lnTo>
                <a:lnTo>
                  <a:pt x="3281734" y="0"/>
                </a:lnTo>
                <a:lnTo>
                  <a:pt x="3253969" y="0"/>
                </a:lnTo>
                <a:lnTo>
                  <a:pt x="3226194" y="0"/>
                </a:lnTo>
                <a:lnTo>
                  <a:pt x="3198428" y="0"/>
                </a:lnTo>
                <a:lnTo>
                  <a:pt x="3170653" y="0"/>
                </a:lnTo>
                <a:lnTo>
                  <a:pt x="3142879" y="0"/>
                </a:lnTo>
                <a:lnTo>
                  <a:pt x="3115113" y="0"/>
                </a:lnTo>
                <a:lnTo>
                  <a:pt x="3087338" y="0"/>
                </a:lnTo>
                <a:lnTo>
                  <a:pt x="3059573" y="0"/>
                </a:lnTo>
                <a:lnTo>
                  <a:pt x="3031798" y="0"/>
                </a:lnTo>
                <a:lnTo>
                  <a:pt x="3004023" y="0"/>
                </a:lnTo>
                <a:lnTo>
                  <a:pt x="2976258" y="0"/>
                </a:lnTo>
                <a:lnTo>
                  <a:pt x="2948483" y="0"/>
                </a:lnTo>
                <a:lnTo>
                  <a:pt x="2920717" y="0"/>
                </a:lnTo>
                <a:lnTo>
                  <a:pt x="2892943" y="0"/>
                </a:lnTo>
                <a:lnTo>
                  <a:pt x="2865177" y="0"/>
                </a:lnTo>
                <a:lnTo>
                  <a:pt x="2837402" y="0"/>
                </a:lnTo>
                <a:lnTo>
                  <a:pt x="2809627" y="0"/>
                </a:lnTo>
                <a:lnTo>
                  <a:pt x="2781862" y="0"/>
                </a:lnTo>
                <a:lnTo>
                  <a:pt x="2754087" y="0"/>
                </a:lnTo>
                <a:lnTo>
                  <a:pt x="2726322" y="0"/>
                </a:lnTo>
                <a:lnTo>
                  <a:pt x="2698547" y="0"/>
                </a:lnTo>
                <a:lnTo>
                  <a:pt x="2670772" y="0"/>
                </a:lnTo>
                <a:lnTo>
                  <a:pt x="2643007" y="0"/>
                </a:lnTo>
                <a:lnTo>
                  <a:pt x="2615232" y="0"/>
                </a:lnTo>
                <a:lnTo>
                  <a:pt x="2587466" y="0"/>
                </a:lnTo>
                <a:lnTo>
                  <a:pt x="2559691" y="0"/>
                </a:lnTo>
                <a:lnTo>
                  <a:pt x="2531926" y="0"/>
                </a:lnTo>
                <a:lnTo>
                  <a:pt x="2504151" y="0"/>
                </a:lnTo>
                <a:lnTo>
                  <a:pt x="2476376" y="0"/>
                </a:lnTo>
                <a:lnTo>
                  <a:pt x="2448611" y="0"/>
                </a:lnTo>
                <a:lnTo>
                  <a:pt x="2420836" y="0"/>
                </a:lnTo>
                <a:lnTo>
                  <a:pt x="2393071" y="0"/>
                </a:lnTo>
                <a:lnTo>
                  <a:pt x="2365296" y="0"/>
                </a:lnTo>
                <a:lnTo>
                  <a:pt x="2337521" y="0"/>
                </a:lnTo>
                <a:lnTo>
                  <a:pt x="2309755" y="0"/>
                </a:lnTo>
                <a:lnTo>
                  <a:pt x="2281980" y="0"/>
                </a:lnTo>
                <a:lnTo>
                  <a:pt x="2254215" y="0"/>
                </a:lnTo>
                <a:lnTo>
                  <a:pt x="2226440" y="0"/>
                </a:lnTo>
                <a:lnTo>
                  <a:pt x="2198675" y="0"/>
                </a:lnTo>
                <a:lnTo>
                  <a:pt x="2170900" y="0"/>
                </a:lnTo>
                <a:lnTo>
                  <a:pt x="2143125" y="0"/>
                </a:lnTo>
                <a:lnTo>
                  <a:pt x="2115360" y="0"/>
                </a:lnTo>
                <a:lnTo>
                  <a:pt x="2087585" y="0"/>
                </a:lnTo>
                <a:lnTo>
                  <a:pt x="2059819" y="0"/>
                </a:lnTo>
                <a:lnTo>
                  <a:pt x="2032044" y="0"/>
                </a:lnTo>
                <a:lnTo>
                  <a:pt x="2004270" y="0"/>
                </a:lnTo>
                <a:lnTo>
                  <a:pt x="1976504" y="0"/>
                </a:lnTo>
                <a:lnTo>
                  <a:pt x="1948729" y="0"/>
                </a:lnTo>
                <a:lnTo>
                  <a:pt x="1920964" y="0"/>
                </a:lnTo>
                <a:lnTo>
                  <a:pt x="1893189" y="0"/>
                </a:lnTo>
                <a:lnTo>
                  <a:pt x="1865424" y="0"/>
                </a:lnTo>
                <a:lnTo>
                  <a:pt x="1837649" y="0"/>
                </a:lnTo>
                <a:lnTo>
                  <a:pt x="1809874" y="0"/>
                </a:lnTo>
                <a:lnTo>
                  <a:pt x="1782108" y="0"/>
                </a:lnTo>
                <a:lnTo>
                  <a:pt x="1754334" y="0"/>
                </a:lnTo>
                <a:lnTo>
                  <a:pt x="1726568" y="0"/>
                </a:lnTo>
                <a:lnTo>
                  <a:pt x="1698793" y="0"/>
                </a:lnTo>
                <a:lnTo>
                  <a:pt x="1671018" y="0"/>
                </a:lnTo>
                <a:lnTo>
                  <a:pt x="1643253" y="0"/>
                </a:lnTo>
                <a:lnTo>
                  <a:pt x="1615478" y="0"/>
                </a:lnTo>
                <a:lnTo>
                  <a:pt x="1587713" y="0"/>
                </a:lnTo>
                <a:lnTo>
                  <a:pt x="1559938" y="0"/>
                </a:lnTo>
                <a:lnTo>
                  <a:pt x="1532172" y="0"/>
                </a:lnTo>
                <a:lnTo>
                  <a:pt x="1504398" y="0"/>
                </a:lnTo>
                <a:lnTo>
                  <a:pt x="1476623" y="0"/>
                </a:lnTo>
                <a:lnTo>
                  <a:pt x="1448857" y="0"/>
                </a:lnTo>
                <a:lnTo>
                  <a:pt x="1421082" y="0"/>
                </a:lnTo>
                <a:lnTo>
                  <a:pt x="1393317" y="0"/>
                </a:lnTo>
                <a:lnTo>
                  <a:pt x="1365542" y="0"/>
                </a:lnTo>
                <a:lnTo>
                  <a:pt x="1337777" y="0"/>
                </a:lnTo>
                <a:lnTo>
                  <a:pt x="1310002" y="0"/>
                </a:lnTo>
                <a:lnTo>
                  <a:pt x="1282227" y="0"/>
                </a:lnTo>
                <a:lnTo>
                  <a:pt x="1254462" y="0"/>
                </a:lnTo>
                <a:lnTo>
                  <a:pt x="1226687" y="0"/>
                </a:lnTo>
                <a:lnTo>
                  <a:pt x="1198921" y="0"/>
                </a:lnTo>
                <a:lnTo>
                  <a:pt x="1171146" y="0"/>
                </a:lnTo>
                <a:lnTo>
                  <a:pt x="1143371" y="0"/>
                </a:lnTo>
                <a:lnTo>
                  <a:pt x="1115606" y="0"/>
                </a:lnTo>
                <a:lnTo>
                  <a:pt x="1087831" y="0"/>
                </a:lnTo>
                <a:lnTo>
                  <a:pt x="1060066" y="0"/>
                </a:lnTo>
                <a:lnTo>
                  <a:pt x="1032291" y="0"/>
                </a:lnTo>
                <a:lnTo>
                  <a:pt x="1004526" y="0"/>
                </a:lnTo>
                <a:lnTo>
                  <a:pt x="976751" y="0"/>
                </a:lnTo>
                <a:lnTo>
                  <a:pt x="948976" y="0"/>
                </a:lnTo>
                <a:lnTo>
                  <a:pt x="921210" y="0"/>
                </a:lnTo>
                <a:lnTo>
                  <a:pt x="893435" y="0"/>
                </a:lnTo>
                <a:lnTo>
                  <a:pt x="865670" y="0"/>
                </a:lnTo>
                <a:lnTo>
                  <a:pt x="837895" y="0"/>
                </a:lnTo>
                <a:lnTo>
                  <a:pt x="810120" y="0"/>
                </a:lnTo>
                <a:lnTo>
                  <a:pt x="782355" y="0"/>
                </a:lnTo>
                <a:lnTo>
                  <a:pt x="754580" y="0"/>
                </a:lnTo>
                <a:lnTo>
                  <a:pt x="726815" y="0"/>
                </a:lnTo>
                <a:lnTo>
                  <a:pt x="699821" y="6220"/>
                </a:lnTo>
                <a:lnTo>
                  <a:pt x="672903" y="13059"/>
                </a:lnTo>
                <a:lnTo>
                  <a:pt x="645985" y="19898"/>
                </a:lnTo>
                <a:lnTo>
                  <a:pt x="619068" y="26727"/>
                </a:lnTo>
                <a:lnTo>
                  <a:pt x="592150" y="33566"/>
                </a:lnTo>
                <a:lnTo>
                  <a:pt x="565242" y="40405"/>
                </a:lnTo>
                <a:lnTo>
                  <a:pt x="538324" y="47244"/>
                </a:lnTo>
                <a:lnTo>
                  <a:pt x="511407" y="54083"/>
                </a:lnTo>
                <a:lnTo>
                  <a:pt x="484489" y="60912"/>
                </a:lnTo>
                <a:lnTo>
                  <a:pt x="457571" y="67751"/>
                </a:lnTo>
                <a:lnTo>
                  <a:pt x="430654" y="74590"/>
                </a:lnTo>
                <a:lnTo>
                  <a:pt x="403746" y="81429"/>
                </a:lnTo>
                <a:lnTo>
                  <a:pt x="376828" y="88268"/>
                </a:lnTo>
                <a:lnTo>
                  <a:pt x="349910" y="95098"/>
                </a:lnTo>
                <a:lnTo>
                  <a:pt x="322993" y="101937"/>
                </a:lnTo>
                <a:lnTo>
                  <a:pt x="296075" y="108776"/>
                </a:lnTo>
                <a:lnTo>
                  <a:pt x="269157" y="115614"/>
                </a:lnTo>
                <a:lnTo>
                  <a:pt x="242249" y="122453"/>
                </a:lnTo>
                <a:lnTo>
                  <a:pt x="215332" y="129283"/>
                </a:lnTo>
                <a:lnTo>
                  <a:pt x="188414" y="136122"/>
                </a:lnTo>
                <a:lnTo>
                  <a:pt x="161496" y="142961"/>
                </a:lnTo>
                <a:lnTo>
                  <a:pt x="134579" y="149800"/>
                </a:lnTo>
                <a:lnTo>
                  <a:pt x="107661" y="156639"/>
                </a:lnTo>
                <a:lnTo>
                  <a:pt x="80753" y="163478"/>
                </a:lnTo>
                <a:lnTo>
                  <a:pt x="53835" y="170307"/>
                </a:lnTo>
                <a:lnTo>
                  <a:pt x="26918" y="177146"/>
                </a:lnTo>
                <a:lnTo>
                  <a:pt x="0" y="18398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6383A26D-8E43-4C3A-A110-5164F0C1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5772" y="4813297"/>
            <a:ext cx="3025331" cy="183985"/>
          </a:xfrm>
          <a:custGeom xmlns:a="http://schemas.openxmlformats.org/drawingml/2006/main">
            <a:pathLst>
              <a:path w="3025331" h="183985">
                <a:moveTo>
                  <a:pt x="0" y="183985"/>
                </a:moveTo>
                <a:lnTo>
                  <a:pt x="18974" y="183985"/>
                </a:lnTo>
                <a:lnTo>
                  <a:pt x="37948" y="183985"/>
                </a:lnTo>
                <a:lnTo>
                  <a:pt x="56921" y="183985"/>
                </a:lnTo>
                <a:lnTo>
                  <a:pt x="75895" y="183985"/>
                </a:lnTo>
                <a:lnTo>
                  <a:pt x="94869" y="183985"/>
                </a:lnTo>
                <a:lnTo>
                  <a:pt x="113833" y="183985"/>
                </a:lnTo>
                <a:lnTo>
                  <a:pt x="132807" y="183985"/>
                </a:lnTo>
                <a:lnTo>
                  <a:pt x="151781" y="183985"/>
                </a:lnTo>
                <a:lnTo>
                  <a:pt x="170755" y="183985"/>
                </a:lnTo>
                <a:lnTo>
                  <a:pt x="189728" y="183985"/>
                </a:lnTo>
                <a:lnTo>
                  <a:pt x="208702" y="183985"/>
                </a:lnTo>
                <a:lnTo>
                  <a:pt x="227676" y="183985"/>
                </a:lnTo>
                <a:lnTo>
                  <a:pt x="246650" y="183985"/>
                </a:lnTo>
                <a:lnTo>
                  <a:pt x="265624" y="183985"/>
                </a:lnTo>
                <a:lnTo>
                  <a:pt x="284597" y="183985"/>
                </a:lnTo>
                <a:lnTo>
                  <a:pt x="303571" y="183985"/>
                </a:lnTo>
                <a:lnTo>
                  <a:pt x="322536" y="183985"/>
                </a:lnTo>
                <a:lnTo>
                  <a:pt x="341509" y="183985"/>
                </a:lnTo>
                <a:lnTo>
                  <a:pt x="360483" y="183985"/>
                </a:lnTo>
                <a:lnTo>
                  <a:pt x="379457" y="183985"/>
                </a:lnTo>
                <a:lnTo>
                  <a:pt x="398431" y="183985"/>
                </a:lnTo>
                <a:lnTo>
                  <a:pt x="417405" y="183985"/>
                </a:lnTo>
                <a:lnTo>
                  <a:pt x="436378" y="183985"/>
                </a:lnTo>
                <a:lnTo>
                  <a:pt x="455352" y="183985"/>
                </a:lnTo>
                <a:lnTo>
                  <a:pt x="474326" y="183985"/>
                </a:lnTo>
                <a:lnTo>
                  <a:pt x="493300" y="183985"/>
                </a:lnTo>
                <a:lnTo>
                  <a:pt x="512274" y="183985"/>
                </a:lnTo>
                <a:lnTo>
                  <a:pt x="531238" y="183985"/>
                </a:lnTo>
                <a:lnTo>
                  <a:pt x="550212" y="183985"/>
                </a:lnTo>
                <a:lnTo>
                  <a:pt x="569185" y="183985"/>
                </a:lnTo>
                <a:lnTo>
                  <a:pt x="588159" y="183985"/>
                </a:lnTo>
                <a:lnTo>
                  <a:pt x="607133" y="183985"/>
                </a:lnTo>
                <a:lnTo>
                  <a:pt x="626107" y="183985"/>
                </a:lnTo>
                <a:lnTo>
                  <a:pt x="645081" y="183985"/>
                </a:lnTo>
                <a:lnTo>
                  <a:pt x="664054" y="183985"/>
                </a:lnTo>
                <a:lnTo>
                  <a:pt x="683028" y="183985"/>
                </a:lnTo>
                <a:lnTo>
                  <a:pt x="702002" y="183985"/>
                </a:lnTo>
                <a:lnTo>
                  <a:pt x="720976" y="183985"/>
                </a:lnTo>
                <a:lnTo>
                  <a:pt x="739940" y="183985"/>
                </a:lnTo>
                <a:lnTo>
                  <a:pt x="758914" y="183985"/>
                </a:lnTo>
                <a:lnTo>
                  <a:pt x="777888" y="183985"/>
                </a:lnTo>
                <a:lnTo>
                  <a:pt x="796862" y="183985"/>
                </a:lnTo>
                <a:lnTo>
                  <a:pt x="815835" y="183985"/>
                </a:lnTo>
                <a:lnTo>
                  <a:pt x="834809" y="183985"/>
                </a:lnTo>
                <a:lnTo>
                  <a:pt x="853783" y="183985"/>
                </a:lnTo>
                <a:lnTo>
                  <a:pt x="872757" y="183985"/>
                </a:lnTo>
                <a:lnTo>
                  <a:pt x="891731" y="183985"/>
                </a:lnTo>
                <a:lnTo>
                  <a:pt x="910704" y="183985"/>
                </a:lnTo>
                <a:lnTo>
                  <a:pt x="929678" y="183985"/>
                </a:lnTo>
                <a:lnTo>
                  <a:pt x="948642" y="183985"/>
                </a:lnTo>
                <a:lnTo>
                  <a:pt x="967616" y="183985"/>
                </a:lnTo>
                <a:lnTo>
                  <a:pt x="986590" y="183985"/>
                </a:lnTo>
                <a:lnTo>
                  <a:pt x="1005564" y="183985"/>
                </a:lnTo>
                <a:lnTo>
                  <a:pt x="1024538" y="183985"/>
                </a:lnTo>
                <a:lnTo>
                  <a:pt x="1043511" y="183985"/>
                </a:lnTo>
                <a:lnTo>
                  <a:pt x="1062485" y="183985"/>
                </a:lnTo>
                <a:lnTo>
                  <a:pt x="1081459" y="183985"/>
                </a:lnTo>
                <a:lnTo>
                  <a:pt x="1100433" y="183985"/>
                </a:lnTo>
                <a:lnTo>
                  <a:pt x="1119407" y="183985"/>
                </a:lnTo>
                <a:lnTo>
                  <a:pt x="1138380" y="183985"/>
                </a:lnTo>
                <a:lnTo>
                  <a:pt x="1157354" y="183985"/>
                </a:lnTo>
                <a:lnTo>
                  <a:pt x="1176318" y="183985"/>
                </a:lnTo>
                <a:lnTo>
                  <a:pt x="1195292" y="183985"/>
                </a:lnTo>
                <a:lnTo>
                  <a:pt x="1214266" y="183985"/>
                </a:lnTo>
                <a:lnTo>
                  <a:pt x="1233240" y="183985"/>
                </a:lnTo>
                <a:lnTo>
                  <a:pt x="1252214" y="183985"/>
                </a:lnTo>
                <a:lnTo>
                  <a:pt x="1271187" y="183985"/>
                </a:lnTo>
                <a:lnTo>
                  <a:pt x="1290161" y="183985"/>
                </a:lnTo>
                <a:lnTo>
                  <a:pt x="1309135" y="183985"/>
                </a:lnTo>
                <a:lnTo>
                  <a:pt x="1328109" y="183985"/>
                </a:lnTo>
                <a:lnTo>
                  <a:pt x="1347083" y="183985"/>
                </a:lnTo>
                <a:lnTo>
                  <a:pt x="1366056" y="183985"/>
                </a:lnTo>
                <a:lnTo>
                  <a:pt x="1385021" y="183985"/>
                </a:lnTo>
                <a:lnTo>
                  <a:pt x="1403995" y="183985"/>
                </a:lnTo>
                <a:lnTo>
                  <a:pt x="1422968" y="183985"/>
                </a:lnTo>
                <a:lnTo>
                  <a:pt x="1441942" y="183985"/>
                </a:lnTo>
                <a:lnTo>
                  <a:pt x="1460916" y="183985"/>
                </a:lnTo>
                <a:lnTo>
                  <a:pt x="1479890" y="183985"/>
                </a:lnTo>
                <a:lnTo>
                  <a:pt x="1498864" y="183985"/>
                </a:lnTo>
                <a:lnTo>
                  <a:pt x="1517837" y="183985"/>
                </a:lnTo>
                <a:lnTo>
                  <a:pt x="1536811" y="183985"/>
                </a:lnTo>
                <a:lnTo>
                  <a:pt x="1555785" y="183985"/>
                </a:lnTo>
                <a:lnTo>
                  <a:pt x="1574759" y="183985"/>
                </a:lnTo>
                <a:lnTo>
                  <a:pt x="1593723" y="183985"/>
                </a:lnTo>
                <a:lnTo>
                  <a:pt x="1612697" y="183985"/>
                </a:lnTo>
                <a:lnTo>
                  <a:pt x="1631671" y="183985"/>
                </a:lnTo>
                <a:lnTo>
                  <a:pt x="1650644" y="183985"/>
                </a:lnTo>
                <a:lnTo>
                  <a:pt x="1669618" y="183985"/>
                </a:lnTo>
                <a:lnTo>
                  <a:pt x="1688592" y="183985"/>
                </a:lnTo>
                <a:lnTo>
                  <a:pt x="1707566" y="183985"/>
                </a:lnTo>
                <a:lnTo>
                  <a:pt x="1726540" y="183985"/>
                </a:lnTo>
                <a:lnTo>
                  <a:pt x="1745513" y="183985"/>
                </a:lnTo>
                <a:lnTo>
                  <a:pt x="1764487" y="183985"/>
                </a:lnTo>
                <a:lnTo>
                  <a:pt x="1783461" y="183985"/>
                </a:lnTo>
                <a:lnTo>
                  <a:pt x="1802425" y="183985"/>
                </a:lnTo>
                <a:lnTo>
                  <a:pt x="1821399" y="183985"/>
                </a:lnTo>
                <a:lnTo>
                  <a:pt x="1840373" y="183985"/>
                </a:lnTo>
                <a:lnTo>
                  <a:pt x="1859347" y="183985"/>
                </a:lnTo>
                <a:lnTo>
                  <a:pt x="1878320" y="183985"/>
                </a:lnTo>
                <a:lnTo>
                  <a:pt x="1897294" y="183985"/>
                </a:lnTo>
                <a:lnTo>
                  <a:pt x="1916268" y="183985"/>
                </a:lnTo>
                <a:lnTo>
                  <a:pt x="1935242" y="183985"/>
                </a:lnTo>
                <a:lnTo>
                  <a:pt x="1954216" y="183985"/>
                </a:lnTo>
                <a:lnTo>
                  <a:pt x="1973189" y="183985"/>
                </a:lnTo>
                <a:lnTo>
                  <a:pt x="1992163" y="183985"/>
                </a:lnTo>
                <a:lnTo>
                  <a:pt x="2011128" y="183985"/>
                </a:lnTo>
                <a:lnTo>
                  <a:pt x="2030101" y="183985"/>
                </a:lnTo>
                <a:lnTo>
                  <a:pt x="2049075" y="183985"/>
                </a:lnTo>
                <a:lnTo>
                  <a:pt x="2068049" y="183985"/>
                </a:lnTo>
                <a:lnTo>
                  <a:pt x="2087023" y="183985"/>
                </a:lnTo>
                <a:lnTo>
                  <a:pt x="2105997" y="183985"/>
                </a:lnTo>
                <a:lnTo>
                  <a:pt x="2124970" y="183985"/>
                </a:lnTo>
                <a:lnTo>
                  <a:pt x="2143944" y="183985"/>
                </a:lnTo>
                <a:lnTo>
                  <a:pt x="2162918" y="183985"/>
                </a:lnTo>
                <a:lnTo>
                  <a:pt x="2181892" y="183985"/>
                </a:lnTo>
                <a:lnTo>
                  <a:pt x="2200866" y="183985"/>
                </a:lnTo>
                <a:lnTo>
                  <a:pt x="2219830" y="183985"/>
                </a:lnTo>
                <a:lnTo>
                  <a:pt x="2238804" y="183985"/>
                </a:lnTo>
                <a:lnTo>
                  <a:pt x="2257777" y="183985"/>
                </a:lnTo>
                <a:lnTo>
                  <a:pt x="2276751" y="183985"/>
                </a:lnTo>
                <a:lnTo>
                  <a:pt x="2295725" y="183985"/>
                </a:lnTo>
                <a:lnTo>
                  <a:pt x="2314699" y="183985"/>
                </a:lnTo>
                <a:lnTo>
                  <a:pt x="2333673" y="183985"/>
                </a:lnTo>
                <a:lnTo>
                  <a:pt x="2352646" y="183985"/>
                </a:lnTo>
                <a:lnTo>
                  <a:pt x="2371620" y="183985"/>
                </a:lnTo>
                <a:lnTo>
                  <a:pt x="2390594" y="183985"/>
                </a:lnTo>
                <a:lnTo>
                  <a:pt x="2409568" y="183985"/>
                </a:lnTo>
                <a:lnTo>
                  <a:pt x="2428542" y="183985"/>
                </a:lnTo>
                <a:lnTo>
                  <a:pt x="2447506" y="183985"/>
                </a:lnTo>
                <a:lnTo>
                  <a:pt x="2466289" y="182775"/>
                </a:lnTo>
                <a:lnTo>
                  <a:pt x="2484320" y="176879"/>
                </a:lnTo>
                <a:lnTo>
                  <a:pt x="2502360" y="170983"/>
                </a:lnTo>
                <a:lnTo>
                  <a:pt x="2520391" y="165087"/>
                </a:lnTo>
                <a:lnTo>
                  <a:pt x="2538422" y="159191"/>
                </a:lnTo>
                <a:lnTo>
                  <a:pt x="2556462" y="153295"/>
                </a:lnTo>
                <a:lnTo>
                  <a:pt x="2574493" y="147399"/>
                </a:lnTo>
                <a:lnTo>
                  <a:pt x="2592524" y="141503"/>
                </a:lnTo>
                <a:lnTo>
                  <a:pt x="2610555" y="135607"/>
                </a:lnTo>
                <a:lnTo>
                  <a:pt x="2628595" y="129711"/>
                </a:lnTo>
                <a:lnTo>
                  <a:pt x="2646626" y="123815"/>
                </a:lnTo>
                <a:lnTo>
                  <a:pt x="2664657" y="117920"/>
                </a:lnTo>
                <a:lnTo>
                  <a:pt x="2682697" y="112024"/>
                </a:lnTo>
                <a:lnTo>
                  <a:pt x="2700728" y="106128"/>
                </a:lnTo>
                <a:lnTo>
                  <a:pt x="2718759" y="100232"/>
                </a:lnTo>
                <a:lnTo>
                  <a:pt x="2736790" y="94336"/>
                </a:lnTo>
                <a:lnTo>
                  <a:pt x="2754830" y="88440"/>
                </a:lnTo>
                <a:lnTo>
                  <a:pt x="2772861" y="82544"/>
                </a:lnTo>
                <a:lnTo>
                  <a:pt x="2790892" y="76648"/>
                </a:lnTo>
                <a:lnTo>
                  <a:pt x="2808932" y="70752"/>
                </a:lnTo>
                <a:lnTo>
                  <a:pt x="2826963" y="64856"/>
                </a:lnTo>
                <a:lnTo>
                  <a:pt x="2844994" y="58960"/>
                </a:lnTo>
                <a:lnTo>
                  <a:pt x="2863025" y="53064"/>
                </a:lnTo>
                <a:lnTo>
                  <a:pt x="2881065" y="47168"/>
                </a:lnTo>
                <a:lnTo>
                  <a:pt x="2899096" y="41272"/>
                </a:lnTo>
                <a:lnTo>
                  <a:pt x="2917127" y="35376"/>
                </a:lnTo>
                <a:lnTo>
                  <a:pt x="2935167" y="29480"/>
                </a:lnTo>
                <a:lnTo>
                  <a:pt x="2953198" y="23584"/>
                </a:lnTo>
                <a:lnTo>
                  <a:pt x="2971229" y="17688"/>
                </a:lnTo>
                <a:lnTo>
                  <a:pt x="2989259" y="11792"/>
                </a:lnTo>
                <a:lnTo>
                  <a:pt x="3007300" y="5896"/>
                </a:lnTo>
                <a:lnTo>
                  <a:pt x="3025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64A8F937-DBE5-4C6D-A7BF-76D75DC7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1156" y="4813297"/>
            <a:ext cx="23099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E67C1F65-BD9E-4F16-BEE0-D1EC586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5556" y="3802418"/>
            <a:ext cx="383324" cy="654234"/>
          </a:xfrm>
          <a:custGeom xmlns:a="http://schemas.openxmlformats.org/drawingml/2006/main">
            <a:pathLst>
              <a:path w="383324" h="654234">
                <a:moveTo>
                  <a:pt x="0" y="654234"/>
                </a:moveTo>
                <a:lnTo>
                  <a:pt x="0" y="635251"/>
                </a:lnTo>
                <a:lnTo>
                  <a:pt x="0" y="616268"/>
                </a:lnTo>
                <a:lnTo>
                  <a:pt x="0" y="597284"/>
                </a:lnTo>
                <a:lnTo>
                  <a:pt x="0" y="578301"/>
                </a:lnTo>
                <a:lnTo>
                  <a:pt x="0" y="559318"/>
                </a:lnTo>
                <a:lnTo>
                  <a:pt x="0" y="540334"/>
                </a:lnTo>
                <a:lnTo>
                  <a:pt x="0" y="521341"/>
                </a:lnTo>
                <a:lnTo>
                  <a:pt x="0" y="502358"/>
                </a:lnTo>
                <a:lnTo>
                  <a:pt x="0" y="483375"/>
                </a:lnTo>
                <a:lnTo>
                  <a:pt x="0" y="464391"/>
                </a:lnTo>
                <a:lnTo>
                  <a:pt x="0" y="445408"/>
                </a:lnTo>
                <a:lnTo>
                  <a:pt x="0" y="426425"/>
                </a:lnTo>
                <a:lnTo>
                  <a:pt x="0" y="407441"/>
                </a:lnTo>
                <a:lnTo>
                  <a:pt x="0" y="388449"/>
                </a:lnTo>
                <a:lnTo>
                  <a:pt x="0" y="369465"/>
                </a:lnTo>
                <a:lnTo>
                  <a:pt x="0" y="350482"/>
                </a:lnTo>
                <a:lnTo>
                  <a:pt x="0" y="331499"/>
                </a:lnTo>
                <a:lnTo>
                  <a:pt x="0" y="312515"/>
                </a:lnTo>
                <a:lnTo>
                  <a:pt x="0" y="293532"/>
                </a:lnTo>
                <a:lnTo>
                  <a:pt x="0" y="274549"/>
                </a:lnTo>
                <a:lnTo>
                  <a:pt x="0" y="255556"/>
                </a:lnTo>
                <a:lnTo>
                  <a:pt x="0" y="236572"/>
                </a:lnTo>
                <a:lnTo>
                  <a:pt x="0" y="217589"/>
                </a:lnTo>
                <a:lnTo>
                  <a:pt x="0" y="198606"/>
                </a:lnTo>
                <a:lnTo>
                  <a:pt x="0" y="179622"/>
                </a:lnTo>
                <a:lnTo>
                  <a:pt x="0" y="160639"/>
                </a:lnTo>
                <a:lnTo>
                  <a:pt x="0" y="141656"/>
                </a:lnTo>
                <a:lnTo>
                  <a:pt x="0" y="122672"/>
                </a:lnTo>
                <a:lnTo>
                  <a:pt x="9487" y="110709"/>
                </a:lnTo>
                <a:lnTo>
                  <a:pt x="27642" y="105175"/>
                </a:lnTo>
                <a:lnTo>
                  <a:pt x="45806" y="99641"/>
                </a:lnTo>
                <a:lnTo>
                  <a:pt x="63960" y="94097"/>
                </a:lnTo>
                <a:lnTo>
                  <a:pt x="82125" y="88563"/>
                </a:lnTo>
                <a:lnTo>
                  <a:pt x="100279" y="83029"/>
                </a:lnTo>
                <a:lnTo>
                  <a:pt x="118443" y="77495"/>
                </a:lnTo>
                <a:lnTo>
                  <a:pt x="136598" y="71961"/>
                </a:lnTo>
                <a:lnTo>
                  <a:pt x="154762" y="66427"/>
                </a:lnTo>
                <a:lnTo>
                  <a:pt x="172917" y="60893"/>
                </a:lnTo>
                <a:lnTo>
                  <a:pt x="191081" y="55350"/>
                </a:lnTo>
                <a:lnTo>
                  <a:pt x="209245" y="49816"/>
                </a:lnTo>
                <a:lnTo>
                  <a:pt x="227400" y="44282"/>
                </a:lnTo>
                <a:lnTo>
                  <a:pt x="245564" y="38748"/>
                </a:lnTo>
                <a:lnTo>
                  <a:pt x="263719" y="33214"/>
                </a:lnTo>
                <a:lnTo>
                  <a:pt x="281883" y="27680"/>
                </a:lnTo>
                <a:lnTo>
                  <a:pt x="300038" y="22146"/>
                </a:lnTo>
                <a:lnTo>
                  <a:pt x="318202" y="16602"/>
                </a:lnTo>
                <a:lnTo>
                  <a:pt x="336356" y="11068"/>
                </a:lnTo>
                <a:lnTo>
                  <a:pt x="354521" y="5534"/>
                </a:lnTo>
                <a:lnTo>
                  <a:pt x="372675" y="0"/>
                </a:lnTo>
                <a:lnTo>
                  <a:pt x="383324" y="4610"/>
                </a:lnTo>
                <a:lnTo>
                  <a:pt x="383324" y="23593"/>
                </a:lnTo>
                <a:lnTo>
                  <a:pt x="383324" y="42577"/>
                </a:lnTo>
                <a:lnTo>
                  <a:pt x="383324" y="61560"/>
                </a:lnTo>
                <a:lnTo>
                  <a:pt x="383324" y="80553"/>
                </a:lnTo>
                <a:lnTo>
                  <a:pt x="383324" y="99536"/>
                </a:lnTo>
                <a:lnTo>
                  <a:pt x="383324" y="118520"/>
                </a:lnTo>
                <a:lnTo>
                  <a:pt x="383324" y="137503"/>
                </a:lnTo>
                <a:lnTo>
                  <a:pt x="383324" y="156486"/>
                </a:lnTo>
                <a:lnTo>
                  <a:pt x="383324" y="175470"/>
                </a:lnTo>
                <a:lnTo>
                  <a:pt x="383324" y="194453"/>
                </a:lnTo>
                <a:lnTo>
                  <a:pt x="383324" y="213436"/>
                </a:lnTo>
                <a:lnTo>
                  <a:pt x="383324" y="232429"/>
                </a:lnTo>
                <a:lnTo>
                  <a:pt x="383324" y="251412"/>
                </a:lnTo>
                <a:lnTo>
                  <a:pt x="383324" y="270396"/>
                </a:lnTo>
                <a:lnTo>
                  <a:pt x="383324" y="289379"/>
                </a:lnTo>
                <a:lnTo>
                  <a:pt x="383324" y="308362"/>
                </a:lnTo>
                <a:lnTo>
                  <a:pt x="383324" y="327346"/>
                </a:lnTo>
                <a:lnTo>
                  <a:pt x="383324" y="346329"/>
                </a:lnTo>
                <a:lnTo>
                  <a:pt x="383324" y="365322"/>
                </a:lnTo>
                <a:lnTo>
                  <a:pt x="383324" y="384305"/>
                </a:lnTo>
                <a:lnTo>
                  <a:pt x="383324" y="403289"/>
                </a:lnTo>
                <a:lnTo>
                  <a:pt x="383324" y="422272"/>
                </a:lnTo>
                <a:lnTo>
                  <a:pt x="383324" y="441255"/>
                </a:lnTo>
                <a:lnTo>
                  <a:pt x="383324" y="460238"/>
                </a:lnTo>
                <a:lnTo>
                  <a:pt x="383324" y="479222"/>
                </a:lnTo>
                <a:lnTo>
                  <a:pt x="383324" y="498205"/>
                </a:lnTo>
                <a:lnTo>
                  <a:pt x="371265" y="508968"/>
                </a:lnTo>
                <a:lnTo>
                  <a:pt x="353587" y="515884"/>
                </a:lnTo>
                <a:lnTo>
                  <a:pt x="335909" y="522799"/>
                </a:lnTo>
                <a:lnTo>
                  <a:pt x="318230" y="529714"/>
                </a:lnTo>
                <a:lnTo>
                  <a:pt x="300552" y="536639"/>
                </a:lnTo>
                <a:lnTo>
                  <a:pt x="282873" y="543554"/>
                </a:lnTo>
                <a:lnTo>
                  <a:pt x="265195" y="550469"/>
                </a:lnTo>
                <a:lnTo>
                  <a:pt x="247507" y="557393"/>
                </a:lnTo>
                <a:lnTo>
                  <a:pt x="229829" y="564309"/>
                </a:lnTo>
                <a:lnTo>
                  <a:pt x="212150" y="571224"/>
                </a:lnTo>
                <a:lnTo>
                  <a:pt x="194472" y="578139"/>
                </a:lnTo>
                <a:lnTo>
                  <a:pt x="176794" y="585064"/>
                </a:lnTo>
                <a:lnTo>
                  <a:pt x="159115" y="591979"/>
                </a:lnTo>
                <a:lnTo>
                  <a:pt x="141437" y="598894"/>
                </a:lnTo>
                <a:lnTo>
                  <a:pt x="123758" y="605809"/>
                </a:lnTo>
                <a:lnTo>
                  <a:pt x="106080" y="612734"/>
                </a:lnTo>
                <a:lnTo>
                  <a:pt x="88402" y="619649"/>
                </a:lnTo>
                <a:lnTo>
                  <a:pt x="70714" y="626564"/>
                </a:lnTo>
                <a:lnTo>
                  <a:pt x="53035" y="633489"/>
                </a:lnTo>
                <a:lnTo>
                  <a:pt x="35357" y="640404"/>
                </a:lnTo>
                <a:lnTo>
                  <a:pt x="17678" y="647319"/>
                </a:lnTo>
                <a:lnTo>
                  <a:pt x="0" y="65423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4D45B924-B129-4F46-946F-62BCA78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3240" y="4306662"/>
            <a:ext cx="3131753" cy="149990"/>
          </a:xfrm>
          <a:custGeom xmlns:a="http://schemas.openxmlformats.org/drawingml/2006/main">
            <a:pathLst>
              <a:path w="3131753" h="149990">
                <a:moveTo>
                  <a:pt x="0" y="149990"/>
                </a:moveTo>
                <a:lnTo>
                  <a:pt x="26327" y="149990"/>
                </a:lnTo>
                <a:lnTo>
                  <a:pt x="52664" y="149990"/>
                </a:lnTo>
                <a:lnTo>
                  <a:pt x="78991" y="149990"/>
                </a:lnTo>
                <a:lnTo>
                  <a:pt x="105327" y="149990"/>
                </a:lnTo>
                <a:lnTo>
                  <a:pt x="131655" y="149990"/>
                </a:lnTo>
                <a:lnTo>
                  <a:pt x="157991" y="149990"/>
                </a:lnTo>
                <a:lnTo>
                  <a:pt x="184318" y="149990"/>
                </a:lnTo>
                <a:lnTo>
                  <a:pt x="210655" y="149990"/>
                </a:lnTo>
                <a:lnTo>
                  <a:pt x="236982" y="149990"/>
                </a:lnTo>
                <a:lnTo>
                  <a:pt x="263309" y="149990"/>
                </a:lnTo>
                <a:lnTo>
                  <a:pt x="289646" y="149990"/>
                </a:lnTo>
                <a:lnTo>
                  <a:pt x="315973" y="149990"/>
                </a:lnTo>
                <a:lnTo>
                  <a:pt x="342309" y="149990"/>
                </a:lnTo>
                <a:lnTo>
                  <a:pt x="368637" y="149990"/>
                </a:lnTo>
                <a:lnTo>
                  <a:pt x="394973" y="149990"/>
                </a:lnTo>
                <a:lnTo>
                  <a:pt x="421300" y="149990"/>
                </a:lnTo>
                <a:lnTo>
                  <a:pt x="447637" y="149990"/>
                </a:lnTo>
                <a:lnTo>
                  <a:pt x="473964" y="149990"/>
                </a:lnTo>
                <a:lnTo>
                  <a:pt x="500301" y="149990"/>
                </a:lnTo>
                <a:lnTo>
                  <a:pt x="526628" y="149990"/>
                </a:lnTo>
                <a:lnTo>
                  <a:pt x="552955" y="149990"/>
                </a:lnTo>
                <a:lnTo>
                  <a:pt x="579291" y="149990"/>
                </a:lnTo>
                <a:lnTo>
                  <a:pt x="605619" y="149990"/>
                </a:lnTo>
                <a:lnTo>
                  <a:pt x="631955" y="149990"/>
                </a:lnTo>
                <a:lnTo>
                  <a:pt x="658282" y="149990"/>
                </a:lnTo>
                <a:lnTo>
                  <a:pt x="684619" y="149990"/>
                </a:lnTo>
                <a:lnTo>
                  <a:pt x="710946" y="149990"/>
                </a:lnTo>
                <a:lnTo>
                  <a:pt x="737283" y="149990"/>
                </a:lnTo>
                <a:lnTo>
                  <a:pt x="763610" y="149990"/>
                </a:lnTo>
                <a:lnTo>
                  <a:pt x="789937" y="149990"/>
                </a:lnTo>
                <a:lnTo>
                  <a:pt x="816273" y="149990"/>
                </a:lnTo>
                <a:lnTo>
                  <a:pt x="842601" y="149990"/>
                </a:lnTo>
                <a:lnTo>
                  <a:pt x="868937" y="149990"/>
                </a:lnTo>
                <a:lnTo>
                  <a:pt x="895264" y="149990"/>
                </a:lnTo>
                <a:lnTo>
                  <a:pt x="921601" y="149990"/>
                </a:lnTo>
                <a:lnTo>
                  <a:pt x="947928" y="149990"/>
                </a:lnTo>
                <a:lnTo>
                  <a:pt x="974265" y="149990"/>
                </a:lnTo>
                <a:lnTo>
                  <a:pt x="1000592" y="149990"/>
                </a:lnTo>
                <a:lnTo>
                  <a:pt x="1026928" y="149990"/>
                </a:lnTo>
                <a:lnTo>
                  <a:pt x="1053255" y="149990"/>
                </a:lnTo>
                <a:lnTo>
                  <a:pt x="1079583" y="149990"/>
                </a:lnTo>
                <a:lnTo>
                  <a:pt x="1105919" y="149990"/>
                </a:lnTo>
                <a:lnTo>
                  <a:pt x="1132246" y="149990"/>
                </a:lnTo>
                <a:lnTo>
                  <a:pt x="1158583" y="149990"/>
                </a:lnTo>
                <a:lnTo>
                  <a:pt x="1184910" y="149990"/>
                </a:lnTo>
                <a:lnTo>
                  <a:pt x="1211247" y="149990"/>
                </a:lnTo>
                <a:lnTo>
                  <a:pt x="1237574" y="149990"/>
                </a:lnTo>
                <a:lnTo>
                  <a:pt x="1263910" y="149990"/>
                </a:lnTo>
                <a:lnTo>
                  <a:pt x="1290237" y="149990"/>
                </a:lnTo>
                <a:lnTo>
                  <a:pt x="1316565" y="149990"/>
                </a:lnTo>
                <a:lnTo>
                  <a:pt x="1342901" y="149990"/>
                </a:lnTo>
                <a:lnTo>
                  <a:pt x="1369228" y="149990"/>
                </a:lnTo>
                <a:lnTo>
                  <a:pt x="1395565" y="149990"/>
                </a:lnTo>
                <a:lnTo>
                  <a:pt x="1421892" y="149990"/>
                </a:lnTo>
                <a:lnTo>
                  <a:pt x="1448229" y="149990"/>
                </a:lnTo>
                <a:lnTo>
                  <a:pt x="1474556" y="149990"/>
                </a:lnTo>
                <a:lnTo>
                  <a:pt x="1500892" y="149990"/>
                </a:lnTo>
                <a:lnTo>
                  <a:pt x="1527219" y="149990"/>
                </a:lnTo>
                <a:lnTo>
                  <a:pt x="1553556" y="149990"/>
                </a:lnTo>
                <a:lnTo>
                  <a:pt x="1579883" y="149990"/>
                </a:lnTo>
                <a:lnTo>
                  <a:pt x="1606210" y="149990"/>
                </a:lnTo>
                <a:lnTo>
                  <a:pt x="1632547" y="149990"/>
                </a:lnTo>
                <a:lnTo>
                  <a:pt x="1658874" y="149990"/>
                </a:lnTo>
                <a:lnTo>
                  <a:pt x="1685211" y="149990"/>
                </a:lnTo>
                <a:lnTo>
                  <a:pt x="1711538" y="149990"/>
                </a:lnTo>
                <a:lnTo>
                  <a:pt x="1737874" y="149990"/>
                </a:lnTo>
                <a:lnTo>
                  <a:pt x="1764201" y="149990"/>
                </a:lnTo>
                <a:lnTo>
                  <a:pt x="1790538" y="149990"/>
                </a:lnTo>
                <a:lnTo>
                  <a:pt x="1816865" y="149990"/>
                </a:lnTo>
                <a:lnTo>
                  <a:pt x="1843192" y="149990"/>
                </a:lnTo>
                <a:lnTo>
                  <a:pt x="1869529" y="149990"/>
                </a:lnTo>
                <a:lnTo>
                  <a:pt x="1895856" y="149990"/>
                </a:lnTo>
                <a:lnTo>
                  <a:pt x="1922193" y="149990"/>
                </a:lnTo>
                <a:lnTo>
                  <a:pt x="1948520" y="149990"/>
                </a:lnTo>
                <a:lnTo>
                  <a:pt x="1974856" y="149990"/>
                </a:lnTo>
                <a:lnTo>
                  <a:pt x="2001183" y="149990"/>
                </a:lnTo>
                <a:lnTo>
                  <a:pt x="2027520" y="149990"/>
                </a:lnTo>
                <a:lnTo>
                  <a:pt x="2053847" y="149990"/>
                </a:lnTo>
                <a:lnTo>
                  <a:pt x="2080184" y="149990"/>
                </a:lnTo>
                <a:lnTo>
                  <a:pt x="2106511" y="149990"/>
                </a:lnTo>
                <a:lnTo>
                  <a:pt x="2132838" y="149990"/>
                </a:lnTo>
                <a:lnTo>
                  <a:pt x="2159175" y="149990"/>
                </a:lnTo>
                <a:lnTo>
                  <a:pt x="2185502" y="149990"/>
                </a:lnTo>
                <a:lnTo>
                  <a:pt x="2211838" y="149990"/>
                </a:lnTo>
                <a:lnTo>
                  <a:pt x="2238165" y="149990"/>
                </a:lnTo>
                <a:lnTo>
                  <a:pt x="2264502" y="149990"/>
                </a:lnTo>
                <a:lnTo>
                  <a:pt x="2290829" y="149990"/>
                </a:lnTo>
                <a:lnTo>
                  <a:pt x="2317166" y="149990"/>
                </a:lnTo>
                <a:lnTo>
                  <a:pt x="2343493" y="149990"/>
                </a:lnTo>
                <a:lnTo>
                  <a:pt x="2369820" y="149990"/>
                </a:lnTo>
                <a:lnTo>
                  <a:pt x="2396157" y="149990"/>
                </a:lnTo>
                <a:lnTo>
                  <a:pt x="2422484" y="149990"/>
                </a:lnTo>
                <a:lnTo>
                  <a:pt x="2448820" y="149990"/>
                </a:lnTo>
                <a:lnTo>
                  <a:pt x="2475147" y="149990"/>
                </a:lnTo>
                <a:lnTo>
                  <a:pt x="2501484" y="149990"/>
                </a:lnTo>
                <a:lnTo>
                  <a:pt x="2527811" y="149990"/>
                </a:lnTo>
                <a:lnTo>
                  <a:pt x="2554148" y="149990"/>
                </a:lnTo>
                <a:lnTo>
                  <a:pt x="2580475" y="149990"/>
                </a:lnTo>
                <a:lnTo>
                  <a:pt x="2606812" y="149990"/>
                </a:lnTo>
                <a:lnTo>
                  <a:pt x="2633139" y="149990"/>
                </a:lnTo>
                <a:lnTo>
                  <a:pt x="2659466" y="149990"/>
                </a:lnTo>
                <a:lnTo>
                  <a:pt x="2685802" y="149990"/>
                </a:lnTo>
                <a:lnTo>
                  <a:pt x="2712129" y="149990"/>
                </a:lnTo>
                <a:lnTo>
                  <a:pt x="2738466" y="149990"/>
                </a:lnTo>
                <a:lnTo>
                  <a:pt x="2763936" y="145447"/>
                </a:lnTo>
                <a:lnTo>
                  <a:pt x="2788463" y="135846"/>
                </a:lnTo>
                <a:lnTo>
                  <a:pt x="2812980" y="126254"/>
                </a:lnTo>
                <a:lnTo>
                  <a:pt x="2837498" y="116662"/>
                </a:lnTo>
                <a:lnTo>
                  <a:pt x="2862024" y="107061"/>
                </a:lnTo>
                <a:lnTo>
                  <a:pt x="2886542" y="97469"/>
                </a:lnTo>
                <a:lnTo>
                  <a:pt x="2911059" y="87878"/>
                </a:lnTo>
                <a:lnTo>
                  <a:pt x="2935586" y="78276"/>
                </a:lnTo>
                <a:lnTo>
                  <a:pt x="2960103" y="68685"/>
                </a:lnTo>
                <a:lnTo>
                  <a:pt x="2984630" y="59093"/>
                </a:lnTo>
                <a:lnTo>
                  <a:pt x="3009148" y="49492"/>
                </a:lnTo>
                <a:lnTo>
                  <a:pt x="3033665" y="39900"/>
                </a:lnTo>
                <a:lnTo>
                  <a:pt x="3058192" y="30309"/>
                </a:lnTo>
                <a:lnTo>
                  <a:pt x="3082709" y="20707"/>
                </a:lnTo>
                <a:lnTo>
                  <a:pt x="3107236" y="11116"/>
                </a:lnTo>
                <a:lnTo>
                  <a:pt x="3131753" y="1524"/>
                </a:lnTo>
                <a:lnTo>
                  <a:pt x="3113484" y="0"/>
                </a:lnTo>
                <a:lnTo>
                  <a:pt x="3087148" y="0"/>
                </a:lnTo>
                <a:lnTo>
                  <a:pt x="3060821" y="0"/>
                </a:lnTo>
                <a:lnTo>
                  <a:pt x="3034484" y="0"/>
                </a:lnTo>
                <a:lnTo>
                  <a:pt x="3008157" y="0"/>
                </a:lnTo>
                <a:lnTo>
                  <a:pt x="2981830" y="0"/>
                </a:lnTo>
                <a:lnTo>
                  <a:pt x="2955493" y="0"/>
                </a:lnTo>
                <a:lnTo>
                  <a:pt x="2929166" y="0"/>
                </a:lnTo>
                <a:lnTo>
                  <a:pt x="2902829" y="0"/>
                </a:lnTo>
                <a:lnTo>
                  <a:pt x="2876502" y="0"/>
                </a:lnTo>
                <a:lnTo>
                  <a:pt x="2850166" y="0"/>
                </a:lnTo>
                <a:lnTo>
                  <a:pt x="2823839" y="0"/>
                </a:lnTo>
                <a:lnTo>
                  <a:pt x="2797502" y="0"/>
                </a:lnTo>
                <a:lnTo>
                  <a:pt x="2771175" y="0"/>
                </a:lnTo>
                <a:lnTo>
                  <a:pt x="2744848" y="0"/>
                </a:lnTo>
                <a:lnTo>
                  <a:pt x="2718511" y="0"/>
                </a:lnTo>
                <a:lnTo>
                  <a:pt x="2692184" y="0"/>
                </a:lnTo>
                <a:lnTo>
                  <a:pt x="2665847" y="0"/>
                </a:lnTo>
                <a:lnTo>
                  <a:pt x="2639520" y="0"/>
                </a:lnTo>
                <a:lnTo>
                  <a:pt x="2613184" y="0"/>
                </a:lnTo>
                <a:lnTo>
                  <a:pt x="2586857" y="0"/>
                </a:lnTo>
                <a:lnTo>
                  <a:pt x="2560520" y="0"/>
                </a:lnTo>
                <a:lnTo>
                  <a:pt x="2534193" y="0"/>
                </a:lnTo>
                <a:lnTo>
                  <a:pt x="2507856" y="0"/>
                </a:lnTo>
                <a:lnTo>
                  <a:pt x="2481529" y="0"/>
                </a:lnTo>
                <a:lnTo>
                  <a:pt x="2455202" y="0"/>
                </a:lnTo>
                <a:lnTo>
                  <a:pt x="2428865" y="0"/>
                </a:lnTo>
                <a:lnTo>
                  <a:pt x="2402538" y="0"/>
                </a:lnTo>
                <a:lnTo>
                  <a:pt x="2376202" y="0"/>
                </a:lnTo>
                <a:lnTo>
                  <a:pt x="2349875" y="0"/>
                </a:lnTo>
                <a:lnTo>
                  <a:pt x="2323538" y="0"/>
                </a:lnTo>
                <a:lnTo>
                  <a:pt x="2297211" y="0"/>
                </a:lnTo>
                <a:lnTo>
                  <a:pt x="2270874" y="0"/>
                </a:lnTo>
                <a:lnTo>
                  <a:pt x="2244547" y="0"/>
                </a:lnTo>
                <a:lnTo>
                  <a:pt x="2218211" y="0"/>
                </a:lnTo>
                <a:lnTo>
                  <a:pt x="2191883" y="0"/>
                </a:lnTo>
                <a:lnTo>
                  <a:pt x="2165556" y="0"/>
                </a:lnTo>
                <a:lnTo>
                  <a:pt x="2139220" y="0"/>
                </a:lnTo>
                <a:lnTo>
                  <a:pt x="2112893" y="0"/>
                </a:lnTo>
                <a:lnTo>
                  <a:pt x="2086556" y="0"/>
                </a:lnTo>
                <a:lnTo>
                  <a:pt x="2060229" y="0"/>
                </a:lnTo>
                <a:lnTo>
                  <a:pt x="2033892" y="0"/>
                </a:lnTo>
                <a:lnTo>
                  <a:pt x="2007565" y="0"/>
                </a:lnTo>
                <a:lnTo>
                  <a:pt x="1981229" y="0"/>
                </a:lnTo>
                <a:lnTo>
                  <a:pt x="1954901" y="0"/>
                </a:lnTo>
                <a:lnTo>
                  <a:pt x="1928574" y="0"/>
                </a:lnTo>
                <a:lnTo>
                  <a:pt x="1902238" y="0"/>
                </a:lnTo>
                <a:lnTo>
                  <a:pt x="1875911" y="0"/>
                </a:lnTo>
                <a:lnTo>
                  <a:pt x="1849574" y="0"/>
                </a:lnTo>
                <a:lnTo>
                  <a:pt x="1823247" y="0"/>
                </a:lnTo>
                <a:lnTo>
                  <a:pt x="1796910" y="0"/>
                </a:lnTo>
                <a:lnTo>
                  <a:pt x="1770583" y="0"/>
                </a:lnTo>
                <a:lnTo>
                  <a:pt x="1744247" y="0"/>
                </a:lnTo>
                <a:lnTo>
                  <a:pt x="1717919" y="0"/>
                </a:lnTo>
                <a:lnTo>
                  <a:pt x="1691592" y="0"/>
                </a:lnTo>
                <a:lnTo>
                  <a:pt x="1665256" y="0"/>
                </a:lnTo>
                <a:lnTo>
                  <a:pt x="1638929" y="0"/>
                </a:lnTo>
                <a:lnTo>
                  <a:pt x="1612592" y="0"/>
                </a:lnTo>
                <a:lnTo>
                  <a:pt x="1586265" y="0"/>
                </a:lnTo>
                <a:lnTo>
                  <a:pt x="1559928" y="0"/>
                </a:lnTo>
                <a:lnTo>
                  <a:pt x="1533601" y="0"/>
                </a:lnTo>
                <a:lnTo>
                  <a:pt x="1507265" y="0"/>
                </a:lnTo>
                <a:lnTo>
                  <a:pt x="1480937" y="0"/>
                </a:lnTo>
                <a:lnTo>
                  <a:pt x="1454601" y="0"/>
                </a:lnTo>
                <a:lnTo>
                  <a:pt x="1428274" y="0"/>
                </a:lnTo>
                <a:lnTo>
                  <a:pt x="1401947" y="0"/>
                </a:lnTo>
                <a:lnTo>
                  <a:pt x="1375610" y="0"/>
                </a:lnTo>
                <a:lnTo>
                  <a:pt x="1349283" y="0"/>
                </a:lnTo>
                <a:lnTo>
                  <a:pt x="1322946" y="0"/>
                </a:lnTo>
                <a:lnTo>
                  <a:pt x="1296619" y="0"/>
                </a:lnTo>
                <a:lnTo>
                  <a:pt x="1270283" y="0"/>
                </a:lnTo>
                <a:lnTo>
                  <a:pt x="1243955" y="0"/>
                </a:lnTo>
                <a:lnTo>
                  <a:pt x="1217619" y="0"/>
                </a:lnTo>
                <a:lnTo>
                  <a:pt x="1191292" y="0"/>
                </a:lnTo>
                <a:lnTo>
                  <a:pt x="1164965" y="0"/>
                </a:lnTo>
                <a:lnTo>
                  <a:pt x="1138628" y="0"/>
                </a:lnTo>
                <a:lnTo>
                  <a:pt x="1112301" y="0"/>
                </a:lnTo>
                <a:lnTo>
                  <a:pt x="1085964" y="0"/>
                </a:lnTo>
                <a:lnTo>
                  <a:pt x="1059637" y="0"/>
                </a:lnTo>
                <a:lnTo>
                  <a:pt x="1033301" y="0"/>
                </a:lnTo>
                <a:lnTo>
                  <a:pt x="1006973" y="0"/>
                </a:lnTo>
                <a:lnTo>
                  <a:pt x="980637" y="0"/>
                </a:lnTo>
                <a:lnTo>
                  <a:pt x="954310" y="0"/>
                </a:lnTo>
                <a:lnTo>
                  <a:pt x="927973" y="0"/>
                </a:lnTo>
                <a:lnTo>
                  <a:pt x="901646" y="0"/>
                </a:lnTo>
                <a:lnTo>
                  <a:pt x="875319" y="0"/>
                </a:lnTo>
                <a:lnTo>
                  <a:pt x="848982" y="0"/>
                </a:lnTo>
                <a:lnTo>
                  <a:pt x="822655" y="0"/>
                </a:lnTo>
                <a:lnTo>
                  <a:pt x="796319" y="0"/>
                </a:lnTo>
                <a:lnTo>
                  <a:pt x="769991" y="0"/>
                </a:lnTo>
                <a:lnTo>
                  <a:pt x="743655" y="0"/>
                </a:lnTo>
                <a:lnTo>
                  <a:pt x="717328" y="0"/>
                </a:lnTo>
                <a:lnTo>
                  <a:pt x="690991" y="0"/>
                </a:lnTo>
                <a:lnTo>
                  <a:pt x="664664" y="0"/>
                </a:lnTo>
                <a:lnTo>
                  <a:pt x="638337" y="0"/>
                </a:lnTo>
                <a:lnTo>
                  <a:pt x="612000" y="0"/>
                </a:lnTo>
                <a:lnTo>
                  <a:pt x="585673" y="0"/>
                </a:lnTo>
                <a:lnTo>
                  <a:pt x="559337" y="0"/>
                </a:lnTo>
                <a:lnTo>
                  <a:pt x="533733" y="5439"/>
                </a:lnTo>
                <a:lnTo>
                  <a:pt x="508311" y="12316"/>
                </a:lnTo>
                <a:lnTo>
                  <a:pt x="482898" y="19202"/>
                </a:lnTo>
                <a:lnTo>
                  <a:pt x="457486" y="26089"/>
                </a:lnTo>
                <a:lnTo>
                  <a:pt x="432064" y="32966"/>
                </a:lnTo>
                <a:lnTo>
                  <a:pt x="406651" y="39853"/>
                </a:lnTo>
                <a:lnTo>
                  <a:pt x="381238" y="46739"/>
                </a:lnTo>
                <a:lnTo>
                  <a:pt x="355816" y="53626"/>
                </a:lnTo>
                <a:lnTo>
                  <a:pt x="330403" y="60503"/>
                </a:lnTo>
                <a:lnTo>
                  <a:pt x="304991" y="67389"/>
                </a:lnTo>
                <a:lnTo>
                  <a:pt x="279568" y="74276"/>
                </a:lnTo>
                <a:lnTo>
                  <a:pt x="254156" y="81153"/>
                </a:lnTo>
                <a:lnTo>
                  <a:pt x="228743" y="88040"/>
                </a:lnTo>
                <a:lnTo>
                  <a:pt x="203330" y="94926"/>
                </a:lnTo>
                <a:lnTo>
                  <a:pt x="177908" y="101803"/>
                </a:lnTo>
                <a:lnTo>
                  <a:pt x="152495" y="108690"/>
                </a:lnTo>
                <a:lnTo>
                  <a:pt x="127083" y="115576"/>
                </a:lnTo>
                <a:lnTo>
                  <a:pt x="101660" y="122453"/>
                </a:lnTo>
                <a:lnTo>
                  <a:pt x="76248" y="129340"/>
                </a:lnTo>
                <a:lnTo>
                  <a:pt x="50835" y="136227"/>
                </a:lnTo>
                <a:lnTo>
                  <a:pt x="25413" y="143104"/>
                </a:lnTo>
                <a:lnTo>
                  <a:pt x="0" y="14999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84364A1-DDE5-49C3-82FD-2614739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8097" y="4306662"/>
            <a:ext cx="2854833" cy="149990"/>
          </a:xfrm>
          <a:custGeom xmlns:a="http://schemas.openxmlformats.org/drawingml/2006/main">
            <a:pathLst>
              <a:path w="2854833" h="149990">
                <a:moveTo>
                  <a:pt x="0" y="149990"/>
                </a:moveTo>
                <a:lnTo>
                  <a:pt x="18964" y="149990"/>
                </a:lnTo>
                <a:lnTo>
                  <a:pt x="37929" y="149990"/>
                </a:lnTo>
                <a:lnTo>
                  <a:pt x="56893" y="149990"/>
                </a:lnTo>
                <a:lnTo>
                  <a:pt x="75857" y="149990"/>
                </a:lnTo>
                <a:lnTo>
                  <a:pt x="94821" y="149990"/>
                </a:lnTo>
                <a:lnTo>
                  <a:pt x="113786" y="149990"/>
                </a:lnTo>
                <a:lnTo>
                  <a:pt x="132750" y="149990"/>
                </a:lnTo>
                <a:lnTo>
                  <a:pt x="151714" y="149990"/>
                </a:lnTo>
                <a:lnTo>
                  <a:pt x="170678" y="149990"/>
                </a:lnTo>
                <a:lnTo>
                  <a:pt x="189643" y="149990"/>
                </a:lnTo>
                <a:lnTo>
                  <a:pt x="208607" y="149990"/>
                </a:lnTo>
                <a:lnTo>
                  <a:pt x="227571" y="149990"/>
                </a:lnTo>
                <a:lnTo>
                  <a:pt x="246536" y="149990"/>
                </a:lnTo>
                <a:lnTo>
                  <a:pt x="265500" y="149990"/>
                </a:lnTo>
                <a:lnTo>
                  <a:pt x="284464" y="149990"/>
                </a:lnTo>
                <a:lnTo>
                  <a:pt x="303428" y="149990"/>
                </a:lnTo>
                <a:lnTo>
                  <a:pt x="322393" y="149990"/>
                </a:lnTo>
                <a:lnTo>
                  <a:pt x="341357" y="149990"/>
                </a:lnTo>
                <a:lnTo>
                  <a:pt x="360321" y="149990"/>
                </a:lnTo>
                <a:lnTo>
                  <a:pt x="379286" y="149990"/>
                </a:lnTo>
                <a:lnTo>
                  <a:pt x="398240" y="149990"/>
                </a:lnTo>
                <a:lnTo>
                  <a:pt x="417205" y="149990"/>
                </a:lnTo>
                <a:lnTo>
                  <a:pt x="436169" y="149990"/>
                </a:lnTo>
                <a:lnTo>
                  <a:pt x="455133" y="149990"/>
                </a:lnTo>
                <a:lnTo>
                  <a:pt x="474097" y="149990"/>
                </a:lnTo>
                <a:lnTo>
                  <a:pt x="493062" y="149990"/>
                </a:lnTo>
                <a:lnTo>
                  <a:pt x="512026" y="149990"/>
                </a:lnTo>
                <a:lnTo>
                  <a:pt x="530990" y="149990"/>
                </a:lnTo>
                <a:lnTo>
                  <a:pt x="549954" y="149990"/>
                </a:lnTo>
                <a:lnTo>
                  <a:pt x="568919" y="149990"/>
                </a:lnTo>
                <a:lnTo>
                  <a:pt x="587883" y="149990"/>
                </a:lnTo>
                <a:lnTo>
                  <a:pt x="606847" y="149990"/>
                </a:lnTo>
                <a:lnTo>
                  <a:pt x="625812" y="149990"/>
                </a:lnTo>
                <a:lnTo>
                  <a:pt x="644776" y="149990"/>
                </a:lnTo>
                <a:lnTo>
                  <a:pt x="663740" y="149990"/>
                </a:lnTo>
                <a:lnTo>
                  <a:pt x="682704" y="149990"/>
                </a:lnTo>
                <a:lnTo>
                  <a:pt x="701669" y="149990"/>
                </a:lnTo>
                <a:lnTo>
                  <a:pt x="720633" y="149990"/>
                </a:lnTo>
                <a:lnTo>
                  <a:pt x="739597" y="149990"/>
                </a:lnTo>
                <a:lnTo>
                  <a:pt x="758561" y="149990"/>
                </a:lnTo>
                <a:lnTo>
                  <a:pt x="777526" y="149990"/>
                </a:lnTo>
                <a:lnTo>
                  <a:pt x="796490" y="149990"/>
                </a:lnTo>
                <a:lnTo>
                  <a:pt x="815454" y="149990"/>
                </a:lnTo>
                <a:lnTo>
                  <a:pt x="834419" y="149990"/>
                </a:lnTo>
                <a:lnTo>
                  <a:pt x="853383" y="149990"/>
                </a:lnTo>
                <a:lnTo>
                  <a:pt x="872347" y="149990"/>
                </a:lnTo>
                <a:lnTo>
                  <a:pt x="891311" y="149990"/>
                </a:lnTo>
                <a:lnTo>
                  <a:pt x="910276" y="149990"/>
                </a:lnTo>
                <a:lnTo>
                  <a:pt x="929240" y="149990"/>
                </a:lnTo>
                <a:lnTo>
                  <a:pt x="948204" y="149990"/>
                </a:lnTo>
                <a:lnTo>
                  <a:pt x="967169" y="149990"/>
                </a:lnTo>
                <a:lnTo>
                  <a:pt x="986133" y="149990"/>
                </a:lnTo>
                <a:lnTo>
                  <a:pt x="1005097" y="149990"/>
                </a:lnTo>
                <a:lnTo>
                  <a:pt x="1024061" y="149990"/>
                </a:lnTo>
                <a:lnTo>
                  <a:pt x="1043026" y="149990"/>
                </a:lnTo>
                <a:lnTo>
                  <a:pt x="1061990" y="149990"/>
                </a:lnTo>
                <a:lnTo>
                  <a:pt x="1080954" y="149990"/>
                </a:lnTo>
                <a:lnTo>
                  <a:pt x="1099918" y="149990"/>
                </a:lnTo>
                <a:lnTo>
                  <a:pt x="1118883" y="149990"/>
                </a:lnTo>
                <a:lnTo>
                  <a:pt x="1137837" y="149990"/>
                </a:lnTo>
                <a:lnTo>
                  <a:pt x="1156802" y="149990"/>
                </a:lnTo>
                <a:lnTo>
                  <a:pt x="1175766" y="149990"/>
                </a:lnTo>
                <a:lnTo>
                  <a:pt x="1194730" y="149990"/>
                </a:lnTo>
                <a:lnTo>
                  <a:pt x="1213695" y="149990"/>
                </a:lnTo>
                <a:lnTo>
                  <a:pt x="1232659" y="149990"/>
                </a:lnTo>
                <a:lnTo>
                  <a:pt x="1251623" y="149990"/>
                </a:lnTo>
                <a:lnTo>
                  <a:pt x="1270587" y="149990"/>
                </a:lnTo>
                <a:lnTo>
                  <a:pt x="1289552" y="149990"/>
                </a:lnTo>
                <a:lnTo>
                  <a:pt x="1308516" y="149990"/>
                </a:lnTo>
                <a:lnTo>
                  <a:pt x="1327480" y="149990"/>
                </a:lnTo>
                <a:lnTo>
                  <a:pt x="1346444" y="149990"/>
                </a:lnTo>
                <a:lnTo>
                  <a:pt x="1365409" y="149990"/>
                </a:lnTo>
                <a:lnTo>
                  <a:pt x="1384373" y="149990"/>
                </a:lnTo>
                <a:lnTo>
                  <a:pt x="1403337" y="149990"/>
                </a:lnTo>
                <a:lnTo>
                  <a:pt x="1422302" y="149990"/>
                </a:lnTo>
                <a:lnTo>
                  <a:pt x="1441266" y="149990"/>
                </a:lnTo>
                <a:lnTo>
                  <a:pt x="1460230" y="149990"/>
                </a:lnTo>
                <a:lnTo>
                  <a:pt x="1479194" y="149990"/>
                </a:lnTo>
                <a:lnTo>
                  <a:pt x="1498159" y="149990"/>
                </a:lnTo>
                <a:lnTo>
                  <a:pt x="1517123" y="149990"/>
                </a:lnTo>
                <a:lnTo>
                  <a:pt x="1536087" y="149990"/>
                </a:lnTo>
                <a:lnTo>
                  <a:pt x="1555052" y="149990"/>
                </a:lnTo>
                <a:lnTo>
                  <a:pt x="1574016" y="149990"/>
                </a:lnTo>
                <a:lnTo>
                  <a:pt x="1592980" y="149990"/>
                </a:lnTo>
                <a:lnTo>
                  <a:pt x="1611944" y="149990"/>
                </a:lnTo>
                <a:lnTo>
                  <a:pt x="1630909" y="149990"/>
                </a:lnTo>
                <a:lnTo>
                  <a:pt x="1649873" y="149990"/>
                </a:lnTo>
                <a:lnTo>
                  <a:pt x="1668837" y="149990"/>
                </a:lnTo>
                <a:lnTo>
                  <a:pt x="1687801" y="149990"/>
                </a:lnTo>
                <a:lnTo>
                  <a:pt x="1706766" y="149990"/>
                </a:lnTo>
                <a:lnTo>
                  <a:pt x="1725730" y="149990"/>
                </a:lnTo>
                <a:lnTo>
                  <a:pt x="1744694" y="149990"/>
                </a:lnTo>
                <a:lnTo>
                  <a:pt x="1763659" y="149990"/>
                </a:lnTo>
                <a:lnTo>
                  <a:pt x="1782623" y="149990"/>
                </a:lnTo>
                <a:lnTo>
                  <a:pt x="1801587" y="149990"/>
                </a:lnTo>
                <a:lnTo>
                  <a:pt x="1820551" y="149990"/>
                </a:lnTo>
                <a:lnTo>
                  <a:pt x="1839516" y="149990"/>
                </a:lnTo>
                <a:lnTo>
                  <a:pt x="1858480" y="149990"/>
                </a:lnTo>
                <a:lnTo>
                  <a:pt x="1877444" y="149990"/>
                </a:lnTo>
                <a:lnTo>
                  <a:pt x="1896399" y="149990"/>
                </a:lnTo>
                <a:lnTo>
                  <a:pt x="1915363" y="149990"/>
                </a:lnTo>
                <a:lnTo>
                  <a:pt x="1934327" y="149990"/>
                </a:lnTo>
                <a:lnTo>
                  <a:pt x="1953292" y="149990"/>
                </a:lnTo>
                <a:lnTo>
                  <a:pt x="1972256" y="149990"/>
                </a:lnTo>
                <a:lnTo>
                  <a:pt x="1991220" y="149990"/>
                </a:lnTo>
                <a:lnTo>
                  <a:pt x="2010185" y="149990"/>
                </a:lnTo>
                <a:lnTo>
                  <a:pt x="2029149" y="149990"/>
                </a:lnTo>
                <a:lnTo>
                  <a:pt x="2048113" y="149990"/>
                </a:lnTo>
                <a:lnTo>
                  <a:pt x="2067077" y="149990"/>
                </a:lnTo>
                <a:lnTo>
                  <a:pt x="2086042" y="149990"/>
                </a:lnTo>
                <a:lnTo>
                  <a:pt x="2105006" y="149990"/>
                </a:lnTo>
                <a:lnTo>
                  <a:pt x="2123970" y="149990"/>
                </a:lnTo>
                <a:lnTo>
                  <a:pt x="2142935" y="149990"/>
                </a:lnTo>
                <a:lnTo>
                  <a:pt x="2161899" y="149990"/>
                </a:lnTo>
                <a:lnTo>
                  <a:pt x="2180863" y="149990"/>
                </a:lnTo>
                <a:lnTo>
                  <a:pt x="2199827" y="149990"/>
                </a:lnTo>
                <a:lnTo>
                  <a:pt x="2218792" y="149990"/>
                </a:lnTo>
                <a:lnTo>
                  <a:pt x="2237756" y="149990"/>
                </a:lnTo>
                <a:lnTo>
                  <a:pt x="2256720" y="149990"/>
                </a:lnTo>
                <a:lnTo>
                  <a:pt x="2275684" y="149990"/>
                </a:lnTo>
                <a:lnTo>
                  <a:pt x="2294649" y="149990"/>
                </a:lnTo>
                <a:lnTo>
                  <a:pt x="2313613" y="149990"/>
                </a:lnTo>
                <a:lnTo>
                  <a:pt x="2332577" y="149990"/>
                </a:lnTo>
                <a:lnTo>
                  <a:pt x="2351542" y="149990"/>
                </a:lnTo>
                <a:lnTo>
                  <a:pt x="2370506" y="149990"/>
                </a:lnTo>
                <a:lnTo>
                  <a:pt x="2389470" y="149990"/>
                </a:lnTo>
                <a:lnTo>
                  <a:pt x="2408434" y="149990"/>
                </a:lnTo>
                <a:lnTo>
                  <a:pt x="2427399" y="149990"/>
                </a:lnTo>
                <a:lnTo>
                  <a:pt x="2446363" y="149990"/>
                </a:lnTo>
                <a:lnTo>
                  <a:pt x="2465146" y="149019"/>
                </a:lnTo>
                <a:lnTo>
                  <a:pt x="2482863" y="142246"/>
                </a:lnTo>
                <a:lnTo>
                  <a:pt x="2500570" y="135474"/>
                </a:lnTo>
                <a:lnTo>
                  <a:pt x="2518286" y="128702"/>
                </a:lnTo>
                <a:lnTo>
                  <a:pt x="2535993" y="121920"/>
                </a:lnTo>
                <a:lnTo>
                  <a:pt x="2553710" y="115148"/>
                </a:lnTo>
                <a:lnTo>
                  <a:pt x="2571426" y="108375"/>
                </a:lnTo>
                <a:lnTo>
                  <a:pt x="2589133" y="101603"/>
                </a:lnTo>
                <a:lnTo>
                  <a:pt x="2606850" y="94831"/>
                </a:lnTo>
                <a:lnTo>
                  <a:pt x="2624566" y="88059"/>
                </a:lnTo>
                <a:lnTo>
                  <a:pt x="2642273" y="81286"/>
                </a:lnTo>
                <a:lnTo>
                  <a:pt x="2659990" y="74505"/>
                </a:lnTo>
                <a:lnTo>
                  <a:pt x="2677706" y="67732"/>
                </a:lnTo>
                <a:lnTo>
                  <a:pt x="2695413" y="60960"/>
                </a:lnTo>
                <a:lnTo>
                  <a:pt x="2713130" y="54188"/>
                </a:lnTo>
                <a:lnTo>
                  <a:pt x="2730846" y="47415"/>
                </a:lnTo>
                <a:lnTo>
                  <a:pt x="2748553" y="40643"/>
                </a:lnTo>
                <a:lnTo>
                  <a:pt x="2766270" y="33871"/>
                </a:lnTo>
                <a:lnTo>
                  <a:pt x="2783977" y="27099"/>
                </a:lnTo>
                <a:lnTo>
                  <a:pt x="2801693" y="20317"/>
                </a:lnTo>
                <a:lnTo>
                  <a:pt x="2819410" y="13545"/>
                </a:lnTo>
                <a:lnTo>
                  <a:pt x="2837117" y="6772"/>
                </a:lnTo>
                <a:lnTo>
                  <a:pt x="2854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23958C0-8488-48FE-9BC2-A7BD6824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2993" y="4306662"/>
            <a:ext cx="23099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0E6EE7DE-43F4-445B-A1B2-C4BB54FD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7881" y="3803837"/>
            <a:ext cx="212836" cy="264462"/>
          </a:xfrm>
          <a:custGeom xmlns:a="http://schemas.openxmlformats.org/drawingml/2006/main">
            <a:pathLst>
              <a:path w="212836" h="264462">
                <a:moveTo>
                  <a:pt x="0" y="112176"/>
                </a:moveTo>
                <a:lnTo>
                  <a:pt x="0" y="131207"/>
                </a:lnTo>
                <a:lnTo>
                  <a:pt x="0" y="150247"/>
                </a:lnTo>
                <a:lnTo>
                  <a:pt x="0" y="169278"/>
                </a:lnTo>
                <a:lnTo>
                  <a:pt x="0" y="188319"/>
                </a:lnTo>
                <a:lnTo>
                  <a:pt x="0" y="207350"/>
                </a:lnTo>
                <a:lnTo>
                  <a:pt x="0" y="226390"/>
                </a:lnTo>
                <a:lnTo>
                  <a:pt x="0" y="245431"/>
                </a:lnTo>
                <a:lnTo>
                  <a:pt x="0" y="264462"/>
                </a:lnTo>
                <a:lnTo>
                  <a:pt x="12592" y="262223"/>
                </a:lnTo>
                <a:lnTo>
                  <a:pt x="29280" y="253060"/>
                </a:lnTo>
                <a:lnTo>
                  <a:pt x="45968" y="243897"/>
                </a:lnTo>
                <a:lnTo>
                  <a:pt x="62655" y="234734"/>
                </a:lnTo>
                <a:lnTo>
                  <a:pt x="79334" y="225581"/>
                </a:lnTo>
                <a:lnTo>
                  <a:pt x="96022" y="216418"/>
                </a:lnTo>
                <a:lnTo>
                  <a:pt x="112709" y="207254"/>
                </a:lnTo>
                <a:lnTo>
                  <a:pt x="129397" y="198091"/>
                </a:lnTo>
                <a:lnTo>
                  <a:pt x="146085" y="188928"/>
                </a:lnTo>
                <a:lnTo>
                  <a:pt x="162773" y="179775"/>
                </a:lnTo>
                <a:lnTo>
                  <a:pt x="179461" y="170612"/>
                </a:lnTo>
                <a:lnTo>
                  <a:pt x="196148" y="161449"/>
                </a:lnTo>
                <a:lnTo>
                  <a:pt x="212827" y="152286"/>
                </a:lnTo>
                <a:lnTo>
                  <a:pt x="212836" y="133255"/>
                </a:lnTo>
                <a:lnTo>
                  <a:pt x="212836" y="114214"/>
                </a:lnTo>
                <a:lnTo>
                  <a:pt x="212836" y="95183"/>
                </a:lnTo>
                <a:lnTo>
                  <a:pt x="212836" y="76143"/>
                </a:lnTo>
                <a:lnTo>
                  <a:pt x="212836" y="57112"/>
                </a:lnTo>
                <a:lnTo>
                  <a:pt x="212836" y="38071"/>
                </a:lnTo>
                <a:lnTo>
                  <a:pt x="212836" y="19040"/>
                </a:lnTo>
                <a:lnTo>
                  <a:pt x="212836" y="0"/>
                </a:lnTo>
                <a:lnTo>
                  <a:pt x="200244" y="2238"/>
                </a:lnTo>
                <a:lnTo>
                  <a:pt x="183556" y="11401"/>
                </a:lnTo>
                <a:lnTo>
                  <a:pt x="166868" y="20564"/>
                </a:lnTo>
                <a:lnTo>
                  <a:pt x="150181" y="29728"/>
                </a:lnTo>
                <a:lnTo>
                  <a:pt x="133493" y="38891"/>
                </a:lnTo>
                <a:lnTo>
                  <a:pt x="116805" y="48044"/>
                </a:lnTo>
                <a:lnTo>
                  <a:pt x="100117" y="57207"/>
                </a:lnTo>
                <a:lnTo>
                  <a:pt x="83439" y="66370"/>
                </a:lnTo>
                <a:lnTo>
                  <a:pt x="66751" y="75533"/>
                </a:lnTo>
                <a:lnTo>
                  <a:pt x="50063" y="84687"/>
                </a:lnTo>
                <a:lnTo>
                  <a:pt x="33376" y="93850"/>
                </a:lnTo>
                <a:lnTo>
                  <a:pt x="16688" y="103013"/>
                </a:lnTo>
                <a:lnTo>
                  <a:pt x="0" y="11217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166098FA-0230-4467-9689-2AD83B54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5556" y="3799170"/>
            <a:ext cx="2959665" cy="116843"/>
          </a:xfrm>
          <a:custGeom xmlns:a="http://schemas.openxmlformats.org/drawingml/2006/main">
            <a:pathLst>
              <a:path w="2959665" h="116843">
                <a:moveTo>
                  <a:pt x="0" y="116843"/>
                </a:moveTo>
                <a:lnTo>
                  <a:pt x="24908" y="116843"/>
                </a:lnTo>
                <a:lnTo>
                  <a:pt x="49816" y="116843"/>
                </a:lnTo>
                <a:lnTo>
                  <a:pt x="74724" y="116843"/>
                </a:lnTo>
                <a:lnTo>
                  <a:pt x="99632" y="116843"/>
                </a:lnTo>
                <a:lnTo>
                  <a:pt x="124539" y="116843"/>
                </a:lnTo>
                <a:lnTo>
                  <a:pt x="149447" y="116843"/>
                </a:lnTo>
                <a:lnTo>
                  <a:pt x="174346" y="116843"/>
                </a:lnTo>
                <a:lnTo>
                  <a:pt x="199253" y="116843"/>
                </a:lnTo>
                <a:lnTo>
                  <a:pt x="224161" y="116843"/>
                </a:lnTo>
                <a:lnTo>
                  <a:pt x="249069" y="116843"/>
                </a:lnTo>
                <a:lnTo>
                  <a:pt x="273977" y="116843"/>
                </a:lnTo>
                <a:lnTo>
                  <a:pt x="298885" y="116843"/>
                </a:lnTo>
                <a:lnTo>
                  <a:pt x="323793" y="116843"/>
                </a:lnTo>
                <a:lnTo>
                  <a:pt x="348701" y="116843"/>
                </a:lnTo>
                <a:lnTo>
                  <a:pt x="373609" y="116843"/>
                </a:lnTo>
                <a:lnTo>
                  <a:pt x="398516" y="116843"/>
                </a:lnTo>
                <a:lnTo>
                  <a:pt x="423424" y="116843"/>
                </a:lnTo>
                <a:lnTo>
                  <a:pt x="448323" y="116843"/>
                </a:lnTo>
                <a:lnTo>
                  <a:pt x="473231" y="116843"/>
                </a:lnTo>
                <a:lnTo>
                  <a:pt x="498138" y="116843"/>
                </a:lnTo>
                <a:lnTo>
                  <a:pt x="523046" y="116843"/>
                </a:lnTo>
                <a:lnTo>
                  <a:pt x="547954" y="116843"/>
                </a:lnTo>
                <a:lnTo>
                  <a:pt x="572862" y="116843"/>
                </a:lnTo>
                <a:lnTo>
                  <a:pt x="597770" y="116843"/>
                </a:lnTo>
                <a:lnTo>
                  <a:pt x="622678" y="116843"/>
                </a:lnTo>
                <a:lnTo>
                  <a:pt x="647586" y="116843"/>
                </a:lnTo>
                <a:lnTo>
                  <a:pt x="672494" y="116843"/>
                </a:lnTo>
                <a:lnTo>
                  <a:pt x="697401" y="116843"/>
                </a:lnTo>
                <a:lnTo>
                  <a:pt x="722309" y="116843"/>
                </a:lnTo>
                <a:lnTo>
                  <a:pt x="747217" y="116843"/>
                </a:lnTo>
                <a:lnTo>
                  <a:pt x="772116" y="116843"/>
                </a:lnTo>
                <a:lnTo>
                  <a:pt x="797023" y="116843"/>
                </a:lnTo>
                <a:lnTo>
                  <a:pt x="821931" y="116843"/>
                </a:lnTo>
                <a:lnTo>
                  <a:pt x="846839" y="116843"/>
                </a:lnTo>
                <a:lnTo>
                  <a:pt x="871747" y="116843"/>
                </a:lnTo>
                <a:lnTo>
                  <a:pt x="896655" y="116843"/>
                </a:lnTo>
                <a:lnTo>
                  <a:pt x="921563" y="116843"/>
                </a:lnTo>
                <a:lnTo>
                  <a:pt x="946471" y="116843"/>
                </a:lnTo>
                <a:lnTo>
                  <a:pt x="971379" y="116843"/>
                </a:lnTo>
                <a:lnTo>
                  <a:pt x="996286" y="116843"/>
                </a:lnTo>
                <a:lnTo>
                  <a:pt x="1021194" y="116843"/>
                </a:lnTo>
                <a:lnTo>
                  <a:pt x="1046093" y="116843"/>
                </a:lnTo>
                <a:lnTo>
                  <a:pt x="1071001" y="116843"/>
                </a:lnTo>
                <a:lnTo>
                  <a:pt x="1095908" y="116843"/>
                </a:lnTo>
                <a:lnTo>
                  <a:pt x="1120816" y="116843"/>
                </a:lnTo>
                <a:lnTo>
                  <a:pt x="1145724" y="116843"/>
                </a:lnTo>
                <a:lnTo>
                  <a:pt x="1170632" y="116843"/>
                </a:lnTo>
                <a:lnTo>
                  <a:pt x="1195540" y="116843"/>
                </a:lnTo>
                <a:lnTo>
                  <a:pt x="1220448" y="116843"/>
                </a:lnTo>
                <a:lnTo>
                  <a:pt x="1245356" y="116843"/>
                </a:lnTo>
                <a:lnTo>
                  <a:pt x="1270264" y="116843"/>
                </a:lnTo>
                <a:lnTo>
                  <a:pt x="1295171" y="116843"/>
                </a:lnTo>
                <a:lnTo>
                  <a:pt x="1320079" y="116843"/>
                </a:lnTo>
                <a:lnTo>
                  <a:pt x="1344987" y="116843"/>
                </a:lnTo>
                <a:lnTo>
                  <a:pt x="1369886" y="116843"/>
                </a:lnTo>
                <a:lnTo>
                  <a:pt x="1394793" y="116843"/>
                </a:lnTo>
                <a:lnTo>
                  <a:pt x="1419701" y="116843"/>
                </a:lnTo>
                <a:lnTo>
                  <a:pt x="1444609" y="116843"/>
                </a:lnTo>
                <a:lnTo>
                  <a:pt x="1469517" y="116843"/>
                </a:lnTo>
                <a:lnTo>
                  <a:pt x="1494425" y="116843"/>
                </a:lnTo>
                <a:lnTo>
                  <a:pt x="1519333" y="116843"/>
                </a:lnTo>
                <a:lnTo>
                  <a:pt x="1544241" y="116843"/>
                </a:lnTo>
                <a:lnTo>
                  <a:pt x="1569149" y="116843"/>
                </a:lnTo>
                <a:lnTo>
                  <a:pt x="1594056" y="116843"/>
                </a:lnTo>
                <a:lnTo>
                  <a:pt x="1618964" y="116843"/>
                </a:lnTo>
                <a:lnTo>
                  <a:pt x="1643863" y="116843"/>
                </a:lnTo>
                <a:lnTo>
                  <a:pt x="1668770" y="116843"/>
                </a:lnTo>
                <a:lnTo>
                  <a:pt x="1693678" y="116843"/>
                </a:lnTo>
                <a:lnTo>
                  <a:pt x="1718586" y="116843"/>
                </a:lnTo>
                <a:lnTo>
                  <a:pt x="1743494" y="116843"/>
                </a:lnTo>
                <a:lnTo>
                  <a:pt x="1768402" y="116843"/>
                </a:lnTo>
                <a:lnTo>
                  <a:pt x="1793310" y="116843"/>
                </a:lnTo>
                <a:lnTo>
                  <a:pt x="1818218" y="116843"/>
                </a:lnTo>
                <a:lnTo>
                  <a:pt x="1843126" y="116843"/>
                </a:lnTo>
                <a:lnTo>
                  <a:pt x="1868033" y="116843"/>
                </a:lnTo>
                <a:lnTo>
                  <a:pt x="1892941" y="116843"/>
                </a:lnTo>
                <a:lnTo>
                  <a:pt x="1917849" y="116843"/>
                </a:lnTo>
                <a:lnTo>
                  <a:pt x="1942748" y="116843"/>
                </a:lnTo>
                <a:lnTo>
                  <a:pt x="1967655" y="116843"/>
                </a:lnTo>
                <a:lnTo>
                  <a:pt x="1992563" y="116843"/>
                </a:lnTo>
                <a:lnTo>
                  <a:pt x="2017471" y="116843"/>
                </a:lnTo>
                <a:lnTo>
                  <a:pt x="2042379" y="116843"/>
                </a:lnTo>
                <a:lnTo>
                  <a:pt x="2067287" y="116843"/>
                </a:lnTo>
                <a:lnTo>
                  <a:pt x="2092195" y="116843"/>
                </a:lnTo>
                <a:lnTo>
                  <a:pt x="2117103" y="116843"/>
                </a:lnTo>
                <a:lnTo>
                  <a:pt x="2142011" y="116843"/>
                </a:lnTo>
                <a:lnTo>
                  <a:pt x="2166918" y="116843"/>
                </a:lnTo>
                <a:lnTo>
                  <a:pt x="2191826" y="116843"/>
                </a:lnTo>
                <a:lnTo>
                  <a:pt x="2216734" y="116843"/>
                </a:lnTo>
                <a:lnTo>
                  <a:pt x="2241633" y="116843"/>
                </a:lnTo>
                <a:lnTo>
                  <a:pt x="2266540" y="116843"/>
                </a:lnTo>
                <a:lnTo>
                  <a:pt x="2291448" y="116843"/>
                </a:lnTo>
                <a:lnTo>
                  <a:pt x="2316356" y="116843"/>
                </a:lnTo>
                <a:lnTo>
                  <a:pt x="2341264" y="116843"/>
                </a:lnTo>
                <a:lnTo>
                  <a:pt x="2366172" y="116843"/>
                </a:lnTo>
                <a:lnTo>
                  <a:pt x="2391080" y="116843"/>
                </a:lnTo>
                <a:lnTo>
                  <a:pt x="2415988" y="116843"/>
                </a:lnTo>
                <a:lnTo>
                  <a:pt x="2440896" y="116843"/>
                </a:lnTo>
                <a:lnTo>
                  <a:pt x="2465803" y="116843"/>
                </a:lnTo>
                <a:lnTo>
                  <a:pt x="2490711" y="116843"/>
                </a:lnTo>
                <a:lnTo>
                  <a:pt x="2515619" y="116843"/>
                </a:lnTo>
                <a:lnTo>
                  <a:pt x="2540518" y="116843"/>
                </a:lnTo>
                <a:lnTo>
                  <a:pt x="2565425" y="116843"/>
                </a:lnTo>
                <a:lnTo>
                  <a:pt x="2590333" y="116843"/>
                </a:lnTo>
                <a:lnTo>
                  <a:pt x="2615241" y="116843"/>
                </a:lnTo>
                <a:lnTo>
                  <a:pt x="2640149" y="116843"/>
                </a:lnTo>
                <a:lnTo>
                  <a:pt x="2665057" y="116843"/>
                </a:lnTo>
                <a:lnTo>
                  <a:pt x="2689965" y="116843"/>
                </a:lnTo>
                <a:lnTo>
                  <a:pt x="2714873" y="116843"/>
                </a:lnTo>
                <a:lnTo>
                  <a:pt x="2739781" y="116843"/>
                </a:lnTo>
                <a:lnTo>
                  <a:pt x="2763164" y="110890"/>
                </a:lnTo>
                <a:lnTo>
                  <a:pt x="2784996" y="98908"/>
                </a:lnTo>
                <a:lnTo>
                  <a:pt x="2806827" y="86925"/>
                </a:lnTo>
                <a:lnTo>
                  <a:pt x="2828658" y="74933"/>
                </a:lnTo>
                <a:lnTo>
                  <a:pt x="2850490" y="62951"/>
                </a:lnTo>
                <a:lnTo>
                  <a:pt x="2872330" y="50968"/>
                </a:lnTo>
                <a:lnTo>
                  <a:pt x="2894162" y="38976"/>
                </a:lnTo>
                <a:lnTo>
                  <a:pt x="2915993" y="26994"/>
                </a:lnTo>
                <a:lnTo>
                  <a:pt x="2937824" y="15002"/>
                </a:lnTo>
                <a:lnTo>
                  <a:pt x="2959665" y="3019"/>
                </a:lnTo>
                <a:lnTo>
                  <a:pt x="2946530" y="0"/>
                </a:lnTo>
                <a:lnTo>
                  <a:pt x="2921622" y="0"/>
                </a:lnTo>
                <a:lnTo>
                  <a:pt x="2896714" y="0"/>
                </a:lnTo>
                <a:lnTo>
                  <a:pt x="2871807" y="0"/>
                </a:lnTo>
                <a:lnTo>
                  <a:pt x="2846899" y="0"/>
                </a:lnTo>
                <a:lnTo>
                  <a:pt x="2821991" y="0"/>
                </a:lnTo>
                <a:lnTo>
                  <a:pt x="2797092" y="0"/>
                </a:lnTo>
                <a:lnTo>
                  <a:pt x="2772185" y="0"/>
                </a:lnTo>
                <a:lnTo>
                  <a:pt x="2747277" y="0"/>
                </a:lnTo>
                <a:lnTo>
                  <a:pt x="2722369" y="0"/>
                </a:lnTo>
                <a:lnTo>
                  <a:pt x="2697461" y="0"/>
                </a:lnTo>
                <a:lnTo>
                  <a:pt x="2672553" y="0"/>
                </a:lnTo>
                <a:lnTo>
                  <a:pt x="2647645" y="0"/>
                </a:lnTo>
                <a:lnTo>
                  <a:pt x="2622737" y="0"/>
                </a:lnTo>
                <a:lnTo>
                  <a:pt x="2597829" y="0"/>
                </a:lnTo>
                <a:lnTo>
                  <a:pt x="2572922" y="0"/>
                </a:lnTo>
                <a:lnTo>
                  <a:pt x="2548014" y="0"/>
                </a:lnTo>
                <a:lnTo>
                  <a:pt x="2523106" y="0"/>
                </a:lnTo>
                <a:lnTo>
                  <a:pt x="2498207" y="0"/>
                </a:lnTo>
                <a:lnTo>
                  <a:pt x="2473300" y="0"/>
                </a:lnTo>
                <a:lnTo>
                  <a:pt x="2448392" y="0"/>
                </a:lnTo>
                <a:lnTo>
                  <a:pt x="2423484" y="0"/>
                </a:lnTo>
                <a:lnTo>
                  <a:pt x="2398576" y="0"/>
                </a:lnTo>
                <a:lnTo>
                  <a:pt x="2373668" y="0"/>
                </a:lnTo>
                <a:lnTo>
                  <a:pt x="2348760" y="0"/>
                </a:lnTo>
                <a:lnTo>
                  <a:pt x="2323852" y="0"/>
                </a:lnTo>
                <a:lnTo>
                  <a:pt x="2298944" y="0"/>
                </a:lnTo>
                <a:lnTo>
                  <a:pt x="2274037" y="0"/>
                </a:lnTo>
                <a:lnTo>
                  <a:pt x="2249129" y="0"/>
                </a:lnTo>
                <a:lnTo>
                  <a:pt x="2224221" y="0"/>
                </a:lnTo>
                <a:lnTo>
                  <a:pt x="2199313" y="0"/>
                </a:lnTo>
                <a:lnTo>
                  <a:pt x="2174415" y="0"/>
                </a:lnTo>
                <a:lnTo>
                  <a:pt x="2149507" y="0"/>
                </a:lnTo>
                <a:lnTo>
                  <a:pt x="2124599" y="0"/>
                </a:lnTo>
                <a:lnTo>
                  <a:pt x="2099691" y="0"/>
                </a:lnTo>
                <a:lnTo>
                  <a:pt x="2074783" y="0"/>
                </a:lnTo>
                <a:lnTo>
                  <a:pt x="2049875" y="0"/>
                </a:lnTo>
                <a:lnTo>
                  <a:pt x="2024967" y="0"/>
                </a:lnTo>
                <a:lnTo>
                  <a:pt x="2000060" y="0"/>
                </a:lnTo>
                <a:lnTo>
                  <a:pt x="1975152" y="0"/>
                </a:lnTo>
                <a:lnTo>
                  <a:pt x="1950244" y="0"/>
                </a:lnTo>
                <a:lnTo>
                  <a:pt x="1925336" y="0"/>
                </a:lnTo>
                <a:lnTo>
                  <a:pt x="1900428" y="0"/>
                </a:lnTo>
                <a:lnTo>
                  <a:pt x="1875530" y="0"/>
                </a:lnTo>
                <a:lnTo>
                  <a:pt x="1850622" y="0"/>
                </a:lnTo>
                <a:lnTo>
                  <a:pt x="1825714" y="0"/>
                </a:lnTo>
                <a:lnTo>
                  <a:pt x="1800806" y="0"/>
                </a:lnTo>
                <a:lnTo>
                  <a:pt x="1775898" y="0"/>
                </a:lnTo>
                <a:lnTo>
                  <a:pt x="1750990" y="0"/>
                </a:lnTo>
                <a:lnTo>
                  <a:pt x="1726082" y="0"/>
                </a:lnTo>
                <a:lnTo>
                  <a:pt x="1701175" y="0"/>
                </a:lnTo>
                <a:lnTo>
                  <a:pt x="1676267" y="0"/>
                </a:lnTo>
                <a:lnTo>
                  <a:pt x="1651359" y="0"/>
                </a:lnTo>
                <a:lnTo>
                  <a:pt x="1626451" y="0"/>
                </a:lnTo>
                <a:lnTo>
                  <a:pt x="1601543" y="0"/>
                </a:lnTo>
                <a:lnTo>
                  <a:pt x="1576645" y="0"/>
                </a:lnTo>
                <a:lnTo>
                  <a:pt x="1551737" y="0"/>
                </a:lnTo>
                <a:lnTo>
                  <a:pt x="1526829" y="0"/>
                </a:lnTo>
                <a:lnTo>
                  <a:pt x="1501921" y="0"/>
                </a:lnTo>
                <a:lnTo>
                  <a:pt x="1477013" y="0"/>
                </a:lnTo>
                <a:lnTo>
                  <a:pt x="1452105" y="0"/>
                </a:lnTo>
                <a:lnTo>
                  <a:pt x="1427197" y="0"/>
                </a:lnTo>
                <a:lnTo>
                  <a:pt x="1402290" y="0"/>
                </a:lnTo>
                <a:lnTo>
                  <a:pt x="1377382" y="0"/>
                </a:lnTo>
                <a:lnTo>
                  <a:pt x="1352474" y="0"/>
                </a:lnTo>
                <a:lnTo>
                  <a:pt x="1327566" y="0"/>
                </a:lnTo>
                <a:lnTo>
                  <a:pt x="1302668" y="0"/>
                </a:lnTo>
                <a:lnTo>
                  <a:pt x="1277760" y="0"/>
                </a:lnTo>
                <a:lnTo>
                  <a:pt x="1252852" y="0"/>
                </a:lnTo>
                <a:lnTo>
                  <a:pt x="1227944" y="0"/>
                </a:lnTo>
                <a:lnTo>
                  <a:pt x="1203036" y="0"/>
                </a:lnTo>
                <a:lnTo>
                  <a:pt x="1178128" y="0"/>
                </a:lnTo>
                <a:lnTo>
                  <a:pt x="1153220" y="0"/>
                </a:lnTo>
                <a:lnTo>
                  <a:pt x="1128312" y="0"/>
                </a:lnTo>
                <a:lnTo>
                  <a:pt x="1103405" y="0"/>
                </a:lnTo>
                <a:lnTo>
                  <a:pt x="1078497" y="0"/>
                </a:lnTo>
                <a:lnTo>
                  <a:pt x="1053589" y="0"/>
                </a:lnTo>
                <a:lnTo>
                  <a:pt x="1028681" y="0"/>
                </a:lnTo>
                <a:lnTo>
                  <a:pt x="1003773" y="0"/>
                </a:lnTo>
                <a:lnTo>
                  <a:pt x="978875" y="0"/>
                </a:lnTo>
                <a:lnTo>
                  <a:pt x="953967" y="0"/>
                </a:lnTo>
                <a:lnTo>
                  <a:pt x="929059" y="0"/>
                </a:lnTo>
                <a:lnTo>
                  <a:pt x="904151" y="0"/>
                </a:lnTo>
                <a:lnTo>
                  <a:pt x="879243" y="0"/>
                </a:lnTo>
                <a:lnTo>
                  <a:pt x="854335" y="0"/>
                </a:lnTo>
                <a:lnTo>
                  <a:pt x="829427" y="0"/>
                </a:lnTo>
                <a:lnTo>
                  <a:pt x="804520" y="0"/>
                </a:lnTo>
                <a:lnTo>
                  <a:pt x="779612" y="0"/>
                </a:lnTo>
                <a:lnTo>
                  <a:pt x="754704" y="0"/>
                </a:lnTo>
                <a:lnTo>
                  <a:pt x="729796" y="0"/>
                </a:lnTo>
                <a:lnTo>
                  <a:pt x="704898" y="0"/>
                </a:lnTo>
                <a:lnTo>
                  <a:pt x="679990" y="0"/>
                </a:lnTo>
                <a:lnTo>
                  <a:pt x="655082" y="0"/>
                </a:lnTo>
                <a:lnTo>
                  <a:pt x="630174" y="0"/>
                </a:lnTo>
                <a:lnTo>
                  <a:pt x="605266" y="0"/>
                </a:lnTo>
                <a:lnTo>
                  <a:pt x="580358" y="0"/>
                </a:lnTo>
                <a:lnTo>
                  <a:pt x="555450" y="0"/>
                </a:lnTo>
                <a:lnTo>
                  <a:pt x="530543" y="0"/>
                </a:lnTo>
                <a:lnTo>
                  <a:pt x="505635" y="0"/>
                </a:lnTo>
                <a:lnTo>
                  <a:pt x="480727" y="0"/>
                </a:lnTo>
                <a:lnTo>
                  <a:pt x="455819" y="0"/>
                </a:lnTo>
                <a:lnTo>
                  <a:pt x="430911" y="0"/>
                </a:lnTo>
                <a:lnTo>
                  <a:pt x="406003" y="0"/>
                </a:lnTo>
                <a:lnTo>
                  <a:pt x="381200" y="648"/>
                </a:lnTo>
                <a:lnTo>
                  <a:pt x="357368" y="7906"/>
                </a:lnTo>
                <a:lnTo>
                  <a:pt x="333546" y="15173"/>
                </a:lnTo>
                <a:lnTo>
                  <a:pt x="309724" y="22431"/>
                </a:lnTo>
                <a:lnTo>
                  <a:pt x="285902" y="29699"/>
                </a:lnTo>
                <a:lnTo>
                  <a:pt x="262071" y="36957"/>
                </a:lnTo>
                <a:lnTo>
                  <a:pt x="238249" y="44225"/>
                </a:lnTo>
                <a:lnTo>
                  <a:pt x="214427" y="51483"/>
                </a:lnTo>
                <a:lnTo>
                  <a:pt x="190595" y="58750"/>
                </a:lnTo>
                <a:lnTo>
                  <a:pt x="166773" y="66008"/>
                </a:lnTo>
                <a:lnTo>
                  <a:pt x="142951" y="73266"/>
                </a:lnTo>
                <a:lnTo>
                  <a:pt x="119120" y="80534"/>
                </a:lnTo>
                <a:lnTo>
                  <a:pt x="95298" y="87792"/>
                </a:lnTo>
                <a:lnTo>
                  <a:pt x="71476" y="95060"/>
                </a:lnTo>
                <a:lnTo>
                  <a:pt x="47654" y="102318"/>
                </a:lnTo>
                <a:lnTo>
                  <a:pt x="23822" y="109585"/>
                </a:lnTo>
                <a:lnTo>
                  <a:pt x="0" y="11684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908E798A-F950-4E66-BC45-91C0BF1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422" y="3799170"/>
            <a:ext cx="2684345" cy="116843"/>
          </a:xfrm>
          <a:custGeom xmlns:a="http://schemas.openxmlformats.org/drawingml/2006/main">
            <a:pathLst>
              <a:path w="2684345" h="116843">
                <a:moveTo>
                  <a:pt x="0" y="116843"/>
                </a:moveTo>
                <a:lnTo>
                  <a:pt x="18974" y="116843"/>
                </a:lnTo>
                <a:lnTo>
                  <a:pt x="37948" y="116843"/>
                </a:lnTo>
                <a:lnTo>
                  <a:pt x="56921" y="116843"/>
                </a:lnTo>
                <a:lnTo>
                  <a:pt x="75895" y="116843"/>
                </a:lnTo>
                <a:lnTo>
                  <a:pt x="94869" y="116843"/>
                </a:lnTo>
                <a:lnTo>
                  <a:pt x="113843" y="116843"/>
                </a:lnTo>
                <a:lnTo>
                  <a:pt x="132817" y="116843"/>
                </a:lnTo>
                <a:lnTo>
                  <a:pt x="151790" y="116843"/>
                </a:lnTo>
                <a:lnTo>
                  <a:pt x="170764" y="116843"/>
                </a:lnTo>
                <a:lnTo>
                  <a:pt x="189738" y="116843"/>
                </a:lnTo>
                <a:lnTo>
                  <a:pt x="208712" y="116843"/>
                </a:lnTo>
                <a:lnTo>
                  <a:pt x="227686" y="116843"/>
                </a:lnTo>
                <a:lnTo>
                  <a:pt x="246659" y="116843"/>
                </a:lnTo>
                <a:lnTo>
                  <a:pt x="265633" y="116843"/>
                </a:lnTo>
                <a:lnTo>
                  <a:pt x="284607" y="116843"/>
                </a:lnTo>
                <a:lnTo>
                  <a:pt x="303581" y="116843"/>
                </a:lnTo>
                <a:lnTo>
                  <a:pt x="322555" y="116843"/>
                </a:lnTo>
                <a:lnTo>
                  <a:pt x="341528" y="116843"/>
                </a:lnTo>
                <a:lnTo>
                  <a:pt x="360502" y="116843"/>
                </a:lnTo>
                <a:lnTo>
                  <a:pt x="379476" y="116843"/>
                </a:lnTo>
                <a:lnTo>
                  <a:pt x="398450" y="116843"/>
                </a:lnTo>
                <a:lnTo>
                  <a:pt x="417424" y="116843"/>
                </a:lnTo>
                <a:lnTo>
                  <a:pt x="436397" y="116843"/>
                </a:lnTo>
                <a:lnTo>
                  <a:pt x="455371" y="116843"/>
                </a:lnTo>
                <a:lnTo>
                  <a:pt x="474345" y="116843"/>
                </a:lnTo>
                <a:lnTo>
                  <a:pt x="493319" y="116843"/>
                </a:lnTo>
                <a:lnTo>
                  <a:pt x="512293" y="116843"/>
                </a:lnTo>
                <a:lnTo>
                  <a:pt x="531266" y="116843"/>
                </a:lnTo>
                <a:lnTo>
                  <a:pt x="550240" y="116843"/>
                </a:lnTo>
                <a:lnTo>
                  <a:pt x="569214" y="116843"/>
                </a:lnTo>
                <a:lnTo>
                  <a:pt x="588188" y="116843"/>
                </a:lnTo>
                <a:lnTo>
                  <a:pt x="607162" y="116843"/>
                </a:lnTo>
                <a:lnTo>
                  <a:pt x="626135" y="116843"/>
                </a:lnTo>
                <a:lnTo>
                  <a:pt x="645109" y="116843"/>
                </a:lnTo>
                <a:lnTo>
                  <a:pt x="664083" y="116843"/>
                </a:lnTo>
                <a:lnTo>
                  <a:pt x="683057" y="116843"/>
                </a:lnTo>
                <a:lnTo>
                  <a:pt x="702031" y="116843"/>
                </a:lnTo>
                <a:lnTo>
                  <a:pt x="721004" y="116843"/>
                </a:lnTo>
                <a:lnTo>
                  <a:pt x="739978" y="116843"/>
                </a:lnTo>
                <a:lnTo>
                  <a:pt x="758952" y="116843"/>
                </a:lnTo>
                <a:lnTo>
                  <a:pt x="777926" y="116843"/>
                </a:lnTo>
                <a:lnTo>
                  <a:pt x="796900" y="116843"/>
                </a:lnTo>
                <a:lnTo>
                  <a:pt x="815873" y="116843"/>
                </a:lnTo>
                <a:lnTo>
                  <a:pt x="834847" y="116843"/>
                </a:lnTo>
                <a:lnTo>
                  <a:pt x="853821" y="116843"/>
                </a:lnTo>
                <a:lnTo>
                  <a:pt x="872795" y="116843"/>
                </a:lnTo>
                <a:lnTo>
                  <a:pt x="891769" y="116843"/>
                </a:lnTo>
                <a:lnTo>
                  <a:pt x="910742" y="116843"/>
                </a:lnTo>
                <a:lnTo>
                  <a:pt x="929716" y="116843"/>
                </a:lnTo>
                <a:lnTo>
                  <a:pt x="948690" y="116843"/>
                </a:lnTo>
                <a:lnTo>
                  <a:pt x="967664" y="116843"/>
                </a:lnTo>
                <a:lnTo>
                  <a:pt x="986638" y="116843"/>
                </a:lnTo>
                <a:lnTo>
                  <a:pt x="1005611" y="116843"/>
                </a:lnTo>
                <a:lnTo>
                  <a:pt x="1024585" y="116843"/>
                </a:lnTo>
                <a:lnTo>
                  <a:pt x="1043559" y="116843"/>
                </a:lnTo>
                <a:lnTo>
                  <a:pt x="1062533" y="116843"/>
                </a:lnTo>
                <a:lnTo>
                  <a:pt x="1081507" y="116843"/>
                </a:lnTo>
                <a:lnTo>
                  <a:pt x="1100480" y="116843"/>
                </a:lnTo>
                <a:lnTo>
                  <a:pt x="1119454" y="116843"/>
                </a:lnTo>
                <a:lnTo>
                  <a:pt x="1138428" y="116843"/>
                </a:lnTo>
                <a:lnTo>
                  <a:pt x="1157402" y="116843"/>
                </a:lnTo>
                <a:lnTo>
                  <a:pt x="1176376" y="116843"/>
                </a:lnTo>
                <a:lnTo>
                  <a:pt x="1195349" y="116843"/>
                </a:lnTo>
                <a:lnTo>
                  <a:pt x="1214323" y="116843"/>
                </a:lnTo>
                <a:lnTo>
                  <a:pt x="1233297" y="116843"/>
                </a:lnTo>
                <a:lnTo>
                  <a:pt x="1252271" y="116843"/>
                </a:lnTo>
                <a:lnTo>
                  <a:pt x="1271245" y="116843"/>
                </a:lnTo>
                <a:lnTo>
                  <a:pt x="1290218" y="116843"/>
                </a:lnTo>
                <a:lnTo>
                  <a:pt x="1309192" y="116843"/>
                </a:lnTo>
                <a:lnTo>
                  <a:pt x="1328166" y="116843"/>
                </a:lnTo>
                <a:lnTo>
                  <a:pt x="1347140" y="116843"/>
                </a:lnTo>
                <a:lnTo>
                  <a:pt x="1366114" y="116843"/>
                </a:lnTo>
                <a:lnTo>
                  <a:pt x="1385087" y="116843"/>
                </a:lnTo>
                <a:lnTo>
                  <a:pt x="1404061" y="116843"/>
                </a:lnTo>
                <a:lnTo>
                  <a:pt x="1423035" y="116843"/>
                </a:lnTo>
                <a:lnTo>
                  <a:pt x="1442009" y="116843"/>
                </a:lnTo>
                <a:lnTo>
                  <a:pt x="1460983" y="116843"/>
                </a:lnTo>
                <a:lnTo>
                  <a:pt x="1479956" y="116843"/>
                </a:lnTo>
                <a:lnTo>
                  <a:pt x="1498930" y="116843"/>
                </a:lnTo>
                <a:lnTo>
                  <a:pt x="1517904" y="116843"/>
                </a:lnTo>
                <a:lnTo>
                  <a:pt x="1536878" y="116843"/>
                </a:lnTo>
                <a:lnTo>
                  <a:pt x="1555852" y="116843"/>
                </a:lnTo>
                <a:lnTo>
                  <a:pt x="1574825" y="116843"/>
                </a:lnTo>
                <a:lnTo>
                  <a:pt x="1593799" y="116843"/>
                </a:lnTo>
                <a:lnTo>
                  <a:pt x="1612773" y="116843"/>
                </a:lnTo>
                <a:lnTo>
                  <a:pt x="1631747" y="116843"/>
                </a:lnTo>
                <a:lnTo>
                  <a:pt x="1650721" y="116843"/>
                </a:lnTo>
                <a:lnTo>
                  <a:pt x="1669685" y="116843"/>
                </a:lnTo>
                <a:lnTo>
                  <a:pt x="1688668" y="116843"/>
                </a:lnTo>
                <a:lnTo>
                  <a:pt x="1707632" y="116843"/>
                </a:lnTo>
                <a:lnTo>
                  <a:pt x="1726616" y="116843"/>
                </a:lnTo>
                <a:lnTo>
                  <a:pt x="1745580" y="116843"/>
                </a:lnTo>
                <a:lnTo>
                  <a:pt x="1764554" y="116843"/>
                </a:lnTo>
                <a:lnTo>
                  <a:pt x="1783528" y="116843"/>
                </a:lnTo>
                <a:lnTo>
                  <a:pt x="1802501" y="116843"/>
                </a:lnTo>
                <a:lnTo>
                  <a:pt x="1821485" y="116843"/>
                </a:lnTo>
                <a:lnTo>
                  <a:pt x="1840449" y="116843"/>
                </a:lnTo>
                <a:lnTo>
                  <a:pt x="1859423" y="116843"/>
                </a:lnTo>
                <a:lnTo>
                  <a:pt x="1878397" y="116843"/>
                </a:lnTo>
                <a:lnTo>
                  <a:pt x="1897370" y="116843"/>
                </a:lnTo>
                <a:lnTo>
                  <a:pt x="1916344" y="116843"/>
                </a:lnTo>
                <a:lnTo>
                  <a:pt x="1935318" y="116843"/>
                </a:lnTo>
                <a:lnTo>
                  <a:pt x="1954292" y="116843"/>
                </a:lnTo>
                <a:lnTo>
                  <a:pt x="1973266" y="116843"/>
                </a:lnTo>
                <a:lnTo>
                  <a:pt x="1992239" y="116843"/>
                </a:lnTo>
                <a:lnTo>
                  <a:pt x="2011213" y="116843"/>
                </a:lnTo>
                <a:lnTo>
                  <a:pt x="2030187" y="116843"/>
                </a:lnTo>
                <a:lnTo>
                  <a:pt x="2049161" y="116843"/>
                </a:lnTo>
                <a:lnTo>
                  <a:pt x="2068135" y="116843"/>
                </a:lnTo>
                <a:lnTo>
                  <a:pt x="2087108" y="116843"/>
                </a:lnTo>
                <a:lnTo>
                  <a:pt x="2106082" y="116843"/>
                </a:lnTo>
                <a:lnTo>
                  <a:pt x="2125056" y="116843"/>
                </a:lnTo>
                <a:lnTo>
                  <a:pt x="2144030" y="116843"/>
                </a:lnTo>
                <a:lnTo>
                  <a:pt x="2163004" y="116843"/>
                </a:lnTo>
                <a:lnTo>
                  <a:pt x="2181977" y="116843"/>
                </a:lnTo>
                <a:lnTo>
                  <a:pt x="2200951" y="116843"/>
                </a:lnTo>
                <a:lnTo>
                  <a:pt x="2219925" y="116843"/>
                </a:lnTo>
                <a:lnTo>
                  <a:pt x="2238899" y="116843"/>
                </a:lnTo>
                <a:lnTo>
                  <a:pt x="2257873" y="116843"/>
                </a:lnTo>
                <a:lnTo>
                  <a:pt x="2276846" y="116843"/>
                </a:lnTo>
                <a:lnTo>
                  <a:pt x="2295820" y="116843"/>
                </a:lnTo>
                <a:lnTo>
                  <a:pt x="2314794" y="116843"/>
                </a:lnTo>
                <a:lnTo>
                  <a:pt x="2333768" y="116843"/>
                </a:lnTo>
                <a:lnTo>
                  <a:pt x="2352742" y="116843"/>
                </a:lnTo>
                <a:lnTo>
                  <a:pt x="2371715" y="116843"/>
                </a:lnTo>
                <a:lnTo>
                  <a:pt x="2390689" y="116843"/>
                </a:lnTo>
                <a:lnTo>
                  <a:pt x="2409663" y="116843"/>
                </a:lnTo>
                <a:lnTo>
                  <a:pt x="2428637" y="116843"/>
                </a:lnTo>
                <a:lnTo>
                  <a:pt x="2447611" y="116843"/>
                </a:lnTo>
                <a:lnTo>
                  <a:pt x="2466127" y="114986"/>
                </a:lnTo>
                <a:lnTo>
                  <a:pt x="2482910" y="106137"/>
                </a:lnTo>
                <a:lnTo>
                  <a:pt x="2499703" y="97298"/>
                </a:lnTo>
                <a:lnTo>
                  <a:pt x="2516486" y="88449"/>
                </a:lnTo>
                <a:lnTo>
                  <a:pt x="2533269" y="79610"/>
                </a:lnTo>
                <a:lnTo>
                  <a:pt x="2550062" y="70761"/>
                </a:lnTo>
                <a:lnTo>
                  <a:pt x="2566845" y="61913"/>
                </a:lnTo>
                <a:lnTo>
                  <a:pt x="2583628" y="53073"/>
                </a:lnTo>
                <a:lnTo>
                  <a:pt x="2600411" y="44225"/>
                </a:lnTo>
                <a:lnTo>
                  <a:pt x="2617203" y="35376"/>
                </a:lnTo>
                <a:lnTo>
                  <a:pt x="2633986" y="26537"/>
                </a:lnTo>
                <a:lnTo>
                  <a:pt x="2650769" y="17688"/>
                </a:lnTo>
                <a:lnTo>
                  <a:pt x="2667562" y="8849"/>
                </a:lnTo>
                <a:lnTo>
                  <a:pt x="2684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2133E645-F91D-467A-9E71-4E6856C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4821" y="3799170"/>
            <a:ext cx="23099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C2010463-060B-43E9-8E37-1F889151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41558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9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273AC684-BFB6-4C58-A49B-194E9A4D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66367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3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BF2391F-FAB5-446D-A35C-1CEDE429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1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F583CB3C-4960-4346-B9B4-6EA1AF5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89170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2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976D1EE1-A34F-4483-8610-3454801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413980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2F66C629-2A26-4A39-A2A1-3EB87CE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4714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F9B34458-8B9D-48DA-932E-A695FD6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36783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5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20ED9DA5-2EF4-4C72-85F8-0F945E51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61592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3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74CFF08-2DD3-49E7-A8B8-ABE1577E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7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178FA346-DDE4-493E-8D11-1B53035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84395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8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20DAB945-247C-4582-842F-9C77EDA0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309205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39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9EAE527F-6CBB-455F-83C3-F31712EA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6074AF94-52E3-4195-A440-D759011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17207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1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C05159A8-DFB4-4068-A265-B030C3AE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412432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831833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2026-09-08T06:31:44.4430000Z</dcterms:created>
  <dcterms:modified xsi:type="dcterms:W3CDTF">2026-09-08T06:31:44.4430000Z</dcterms:modified>
</coreProperties>
</file>