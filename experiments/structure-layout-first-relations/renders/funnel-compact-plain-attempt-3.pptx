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e1d0c780d646ed" /><Relationship Type="http://schemas.openxmlformats.org/officeDocument/2006/relationships/extended-properties" Target="/docProps/app.xml" Id="R7782ac1332e6424c" /><Relationship Type="http://schemas.openxmlformats.org/officeDocument/2006/relationships/officeDocument" Target="/ppt/presentation.xml" Id="Rc269eae63f52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d0173224274186"/>
  </p:sldMasterIdLst>
  <p:notesMasterIdLst>
    <p:notesMasterId xmlns:r="http://schemas.openxmlformats.org/officeDocument/2006/relationships" r:id="R3bcf90ab6f214fae"/>
  </p:notesMasterIdLst>
  <p:sldIdLst>
    <p:sldId xmlns:r="http://schemas.openxmlformats.org/officeDocument/2006/relationships" id="256" r:id="R12758e4ccd5c44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7867d003a4a9f" /><Relationship Type="http://schemas.openxmlformats.org/officeDocument/2006/relationships/slideMaster" Target="/ppt/slideMasters/slideMaster1.xml" Id="Rc7d0173224274186" /><Relationship Type="http://schemas.openxmlformats.org/officeDocument/2006/relationships/notesMaster" Target="/ppt/notesMasters/notesMaster1.xml" Id="R3bcf90ab6f214fae" /><Relationship Type="http://schemas.openxmlformats.org/officeDocument/2006/relationships/presProps" Target="/ppt/presProps.xml" Id="R2aa22e1c0d064f02" /><Relationship Type="http://schemas.openxmlformats.org/officeDocument/2006/relationships/tableStyles" Target="/ppt/tableStyles.xml" Id="R545ae15e54764554" /><Relationship Type="http://schemas.openxmlformats.org/officeDocument/2006/relationships/slide" Target="/ppt/slides/slide1.xml" Id="R12758e4ccd5c44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e4813f219f43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0010b77d804a76" /><Relationship Type="http://schemas.openxmlformats.org/officeDocument/2006/relationships/notesMaster" Target="/ppt/notesMasters/notesMaster1.xml" Id="Rf1e4cfd71df744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ba5a43c2540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4dcda19214a02" /><Relationship Type="http://schemas.openxmlformats.org/officeDocument/2006/relationships/slideLayout" Target="/ppt/slideLayouts/slideLayout1.xml" Id="R5a846af89ac5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846af89ac5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cb5f556246af" /><Relationship Type="http://schemas.openxmlformats.org/officeDocument/2006/relationships/image" Target="/ppt/media/image.png" Id="Rbb69d810dc224f61" /><Relationship Type="http://schemas.openxmlformats.org/officeDocument/2006/relationships/image" Target="/ppt/media/image.svg" Id="R7ad520234a5e42a0" /><Relationship Type="http://schemas.openxmlformats.org/officeDocument/2006/relationships/image" Target="/ppt/media/image2.png" Id="Rb095e6aa13f4481f" /><Relationship Type="http://schemas.openxmlformats.org/officeDocument/2006/relationships/image" Target="/ppt/media/image2.svg" Id="R502397b84f2047b0" /><Relationship Type="http://schemas.openxmlformats.org/officeDocument/2006/relationships/image" Target="/ppt/media/image3.png" Id="R2c00e652c1444acf" /><Relationship Type="http://schemas.openxmlformats.org/officeDocument/2006/relationships/image" Target="/ppt/media/image3.svg" Id="R32710da8b6ee406c" /><Relationship Type="http://schemas.openxmlformats.org/officeDocument/2006/relationships/notesSlide" Target="/ppt/notesSlides/notesSlide1.xml" Id="R5df689b16f614c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paper">
            <a:extLst xmlns:a="http://schemas.openxmlformats.org/drawingml/2006/main">
              <a:ext uri="{FF2B5EF4-FFF2-40B4-BE49-F238E27FC236}">
                <a16:creationId xmlns:a16="http://schemas.microsoft.com/office/drawing/2014/main" id="{E08B3648-C27D-4987-A903-5D4FFEED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52758314-7B6B-4022-A014-609DBB0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B7D99C9-8710-4AAC-99ED-14DD39C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需求收敛：先验证，再承诺交付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6F4D0B8-E813-436F-A300-60596A5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B0D4415F-04D0-4396-97F2-DA4EB58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交付承诺应建立在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验证与投入确认之后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C6883AF3-FE49-4DF9-9E6A-E9164DDA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来自访谈、工单和使用记录的反馈，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先说明问题，再逐层核对。</a:t>
            </a:r>
          </a:p>
        </p:txBody>
      </p:sp>
      <p:sp>
        <p:nvSpPr>
          <p:cNvPr id="7" name="plain-2-module">
            <a:extLst xmlns:a="http://schemas.openxmlformats.org/drawingml/2006/main">
              <a:ext uri="{FF2B5EF4-FFF2-40B4-BE49-F238E27FC236}">
                <a16:creationId xmlns:a16="http://schemas.microsoft.com/office/drawing/2014/main" id="{963D14AE-BCC8-4078-B071-8F1CFF15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进入下一层的条件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CA79B492-3D3C-4C28-8185-6E562FA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原始反馈可追溯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516B6B77-00F7-47CC-9382-58DB2CA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04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问题能够复现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1C02E08F-B124-40A2-B4D1-45BE69DA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试验支持预期价值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C6B55316-4E7D-46EF-9390-2A0119A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05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人员与时间可落实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082D0FD3-7C6A-49E0-9569-62A7F0FE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C9D21E-6431-4056-9F76-F1A75B0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plain-layer-0">
            <a:extLst xmlns:a="http://schemas.openxmlformats.org/drawingml/2006/main">
              <a:ext uri="{FF2B5EF4-FFF2-40B4-BE49-F238E27FC236}">
                <a16:creationId xmlns:a16="http://schemas.microsoft.com/office/drawing/2014/main" id="{8E3B1482-2C4A-49BF-9C1F-69C4235B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737266"/>
            <a:ext cx="2476500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lain-layer-1">
            <a:extLst xmlns:a="http://schemas.openxmlformats.org/drawingml/2006/main">
              <a:ext uri="{FF2B5EF4-FFF2-40B4-BE49-F238E27FC236}">
                <a16:creationId xmlns:a16="http://schemas.microsoft.com/office/drawing/2014/main" id="{9854F1CC-3212-4924-89E3-5CCF4D08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424" y="3337341"/>
            <a:ext cx="1972151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plain-layer-2">
            <a:extLst xmlns:a="http://schemas.openxmlformats.org/drawingml/2006/main">
              <a:ext uri="{FF2B5EF4-FFF2-40B4-BE49-F238E27FC236}">
                <a16:creationId xmlns:a16="http://schemas.microsoft.com/office/drawing/2014/main" id="{04AF7D2A-F597-4783-A47C-E63C7BF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2439" y="3937416"/>
            <a:ext cx="1586122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plain-layer-3">
            <a:extLst xmlns:a="http://schemas.openxmlformats.org/drawingml/2006/main">
              <a:ext uri="{FF2B5EF4-FFF2-40B4-BE49-F238E27FC236}">
                <a16:creationId xmlns:a16="http://schemas.microsoft.com/office/drawing/2014/main" id="{4D37653F-25AB-4C1E-9943-E8C06D30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8032" y="4537491"/>
            <a:ext cx="1234935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plain-layer-4">
            <a:extLst xmlns:a="http://schemas.openxmlformats.org/drawingml/2006/main">
              <a:ext uri="{FF2B5EF4-FFF2-40B4-BE49-F238E27FC236}">
                <a16:creationId xmlns:a16="http://schemas.microsoft.com/office/drawing/2014/main" id="{897A04F0-F7EB-479E-A5F5-CF7FA6D9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186" y="5137566"/>
            <a:ext cx="904618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826B4960-E6C2-462B-BE73-E07F939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530" y="2857500"/>
            <a:ext cx="21099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收集反馈</a:t>
            </a:r>
          </a:p>
        </p:txBody>
      </p:sp>
      <p:sp>
        <p:nvSpPr>
          <p:cNvPr id="20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D25E77A5-3942-459C-97CE-1FE21CEA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101" y="3457575"/>
            <a:ext cx="16647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确认问题</a:t>
            </a:r>
          </a:p>
        </p:txBody>
      </p:sp>
      <p:sp>
        <p:nvSpPr>
          <p:cNvPr id="21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B514903C-F53B-4EC8-A2FD-C69D53CD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429" y="4057650"/>
            <a:ext cx="12961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验证价值</a:t>
            </a:r>
          </a:p>
        </p:txBody>
      </p:sp>
      <p:sp>
        <p:nvSpPr>
          <p:cNvPr id="22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EA5DD7BB-F177-4E1B-9410-291E0CA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7764" y="4657725"/>
            <a:ext cx="9554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核对投入</a:t>
            </a:r>
          </a:p>
        </p:txBody>
      </p:sp>
      <p:sp>
        <p:nvSpPr>
          <p:cNvPr id="23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4795BD00-61A8-434A-8F72-EF7220C8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52578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明确交付</a:t>
            </a:r>
          </a:p>
        </p:txBody>
      </p:sp>
      <p:sp>
        <p:nvSpPr>
          <p:cNvPr id="24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C7950570-BEE6-431D-BF7B-D4CC9D3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0028" y="202629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9d810dc224f61">
            <a:extLst>
              <a:ext uri="{96DAC541-7B7A-43D3-8B79-37D633B846F1}">
                <asvg:svgBlip xmlns:asvg="http://schemas.microsoft.com/office/drawing/2016/SVG/main" r:embed="R7ad520234a5e42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73853" y="21501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E5B103A-6E3B-418F-A6B4-19E46FB6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182329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5e6aa13f4481f">
            <a:extLst>
              <a:ext uri="{96DAC541-7B7A-43D3-8B79-37D633B846F1}">
                <asvg:svgBlip xmlns:asvg="http://schemas.microsoft.com/office/drawing/2016/SVG/main" r:embed="R502397b84f2047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194712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42BCD036-4B75-4879-8900-4CF8E90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2679" y="198938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0e652c1444acf">
            <a:extLst>
              <a:ext uri="{96DAC541-7B7A-43D3-8B79-37D633B846F1}">
                <asvg:svgBlip xmlns:asvg="http://schemas.microsoft.com/office/drawing/2016/SVG/main" r:embed="R32710da8b6ee40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6504" y="211320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6ECD5031-F4F5-4AF1-8F90-2270116E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338" y="3000375"/>
            <a:ext cx="14310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1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8B61DCCB-78A4-47FD-9882-6CDB14FF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743" y="3600450"/>
            <a:ext cx="16536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2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12E6F7C8-2F73-4CC9-9196-C0CBFA2E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439" y="4200525"/>
            <a:ext cx="18379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25B30980-1AB1-49AA-B680-C69F021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063" y="4800600"/>
            <a:ext cx="2008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4">
            <a:extLst xmlns:a="http://schemas.openxmlformats.org/drawingml/2006/main">
              <a:ext uri="{FF2B5EF4-FFF2-40B4-BE49-F238E27FC236}">
                <a16:creationId xmlns:a16="http://schemas.microsoft.com/office/drawing/2014/main" id="{1B414DEE-D08C-4B8E-9644-7E7D1257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581" y="5400675"/>
            <a:ext cx="21697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262494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2026-09-08T06:35:50.1730000Z</dcterms:created>
  <dcterms:modified xsi:type="dcterms:W3CDTF">2026-09-08T06:35:50.1730000Z</dcterms:modified>
</coreProperties>
</file>