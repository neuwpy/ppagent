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326b25f8bb47b9" /><Relationship Type="http://schemas.openxmlformats.org/officeDocument/2006/relationships/extended-properties" Target="/docProps/app.xml" Id="Rbae28c9abcfe4667" /><Relationship Type="http://schemas.openxmlformats.org/officeDocument/2006/relationships/officeDocument" Target="/ppt/presentation.xml" Id="R6e67648ba2904b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bdb383210d4682"/>
  </p:sldMasterIdLst>
  <p:notesMasterIdLst>
    <p:notesMasterId xmlns:r="http://schemas.openxmlformats.org/officeDocument/2006/relationships" r:id="R35853084e60042d8"/>
  </p:notesMasterIdLst>
  <p:sldIdLst>
    <p:sldId xmlns:r="http://schemas.openxmlformats.org/officeDocument/2006/relationships" id="256" r:id="Rc0d7d6efa6d540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bca005f8e6482e" /><Relationship Type="http://schemas.openxmlformats.org/officeDocument/2006/relationships/slideMaster" Target="/ppt/slideMasters/slideMaster1.xml" Id="R20bdb383210d4682" /><Relationship Type="http://schemas.openxmlformats.org/officeDocument/2006/relationships/notesMaster" Target="/ppt/notesMasters/notesMaster1.xml" Id="R35853084e60042d8" /><Relationship Type="http://schemas.openxmlformats.org/officeDocument/2006/relationships/presProps" Target="/ppt/presProps.xml" Id="R02b63a74dace4ed7" /><Relationship Type="http://schemas.openxmlformats.org/officeDocument/2006/relationships/tableStyles" Target="/ppt/tableStyles.xml" Id="R5c7698f1be6c4db6" /><Relationship Type="http://schemas.openxmlformats.org/officeDocument/2006/relationships/slide" Target="/ppt/slides/slide1.xml" Id="Rc0d7d6efa6d540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cbe624f4064a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e9d32b82f84bc1" /><Relationship Type="http://schemas.openxmlformats.org/officeDocument/2006/relationships/notesMaster" Target="/ppt/notesMasters/notesMaster1.xml" Id="Rb87fc8babfff4c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49458e7a8742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93753aa2564ee0" /><Relationship Type="http://schemas.openxmlformats.org/officeDocument/2006/relationships/slideLayout" Target="/ppt/slideLayouts/slideLayout1.xml" Id="Rd34cc7aa96dd41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4cc7aa96dd41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0aa4392fe427f" /><Relationship Type="http://schemas.openxmlformats.org/officeDocument/2006/relationships/notesSlide" Target="/ppt/notesSlides/notesSlide1.xml" Id="R0ea15d174c3f4a4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age-paper">
            <a:extLst xmlns:a="http://schemas.openxmlformats.org/drawingml/2006/main">
              <a:ext uri="{FF2B5EF4-FFF2-40B4-BE49-F238E27FC236}">
                <a16:creationId xmlns:a16="http://schemas.microsoft.com/office/drawing/2014/main" id="{CD8072F0-C103-4857-BDB3-4B0B35DE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B61CDAF4-2DEE-4288-B042-A8D870D9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1B85C6FB-67B2-4E01-9977-4BF2E42E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848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设备维护：从形成记录走向计划维护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7A0A991D-E4B8-46E5-8622-5E7226A9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4770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module">
            <a:extLst xmlns:a="http://schemas.openxmlformats.org/drawingml/2006/main">
              <a:ext uri="{FF2B5EF4-FFF2-40B4-BE49-F238E27FC236}">
                <a16:creationId xmlns:a16="http://schemas.microsoft.com/office/drawing/2014/main" id="{C7E8C47A-668E-4626-9504-01EEBDF0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43075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下一步：按周期检查，落实责任</a:t>
            </a:r>
          </a:p>
        </p:txBody>
      </p:sp>
      <p:sp>
        <p:nvSpPr>
          <p:cNvPr id="6" name="plain-1-body">
            <a:extLst xmlns:a="http://schemas.openxmlformats.org/drawingml/2006/main">
              <a:ext uri="{FF2B5EF4-FFF2-40B4-BE49-F238E27FC236}">
                <a16:creationId xmlns:a16="http://schemas.microsoft.com/office/drawing/2014/main" id="{D6F826EE-34B9-43A9-843F-C47FAECD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在故障原因与处理过程可查的基础上，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将维护工作推进到计划维护。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2560668-85D5-4852-B37E-9E7A043D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8" name="plain-progression">
            <a:extLst xmlns:a="http://schemas.openxmlformats.org/drawingml/2006/main">
              <a:ext uri="{FF2B5EF4-FFF2-40B4-BE49-F238E27FC236}">
                <a16:creationId xmlns:a16="http://schemas.microsoft.com/office/drawing/2014/main" id="{FFCAFA8F-CAF0-418B-8558-8424AE4D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90775" y="3857625"/>
            <a:ext cx="7143750" cy="1571625"/>
          </a:xfrm>
          <a:custGeom xmlns:a="http://schemas.openxmlformats.org/drawingml/2006/main">
            <a:pathLst>
              <a:path w="7143750" h="1571625">
                <a:moveTo>
                  <a:pt x="0" y="1571625"/>
                </a:moveTo>
                <a:lnTo>
                  <a:pt x="29766" y="1565081"/>
                </a:lnTo>
                <a:lnTo>
                  <a:pt x="59531" y="1558528"/>
                </a:lnTo>
                <a:lnTo>
                  <a:pt x="89297" y="1551984"/>
                </a:lnTo>
                <a:lnTo>
                  <a:pt x="119063" y="1545431"/>
                </a:lnTo>
                <a:lnTo>
                  <a:pt x="148828" y="1538888"/>
                </a:lnTo>
                <a:lnTo>
                  <a:pt x="178594" y="1532334"/>
                </a:lnTo>
                <a:lnTo>
                  <a:pt x="208359" y="1525791"/>
                </a:lnTo>
                <a:lnTo>
                  <a:pt x="238125" y="1519238"/>
                </a:lnTo>
                <a:lnTo>
                  <a:pt x="267891" y="1512694"/>
                </a:lnTo>
                <a:lnTo>
                  <a:pt x="297656" y="1506141"/>
                </a:lnTo>
                <a:lnTo>
                  <a:pt x="327422" y="1499597"/>
                </a:lnTo>
                <a:lnTo>
                  <a:pt x="357188" y="1493044"/>
                </a:lnTo>
                <a:lnTo>
                  <a:pt x="386953" y="1486500"/>
                </a:lnTo>
                <a:lnTo>
                  <a:pt x="416719" y="1479947"/>
                </a:lnTo>
                <a:lnTo>
                  <a:pt x="446484" y="1473403"/>
                </a:lnTo>
                <a:lnTo>
                  <a:pt x="476250" y="1466850"/>
                </a:lnTo>
                <a:lnTo>
                  <a:pt x="506016" y="1460306"/>
                </a:lnTo>
                <a:lnTo>
                  <a:pt x="535781" y="1453753"/>
                </a:lnTo>
                <a:lnTo>
                  <a:pt x="565547" y="1447209"/>
                </a:lnTo>
                <a:lnTo>
                  <a:pt x="595313" y="1440656"/>
                </a:lnTo>
                <a:lnTo>
                  <a:pt x="625078" y="1434113"/>
                </a:lnTo>
                <a:lnTo>
                  <a:pt x="654844" y="1427559"/>
                </a:lnTo>
                <a:lnTo>
                  <a:pt x="684609" y="1421016"/>
                </a:lnTo>
                <a:lnTo>
                  <a:pt x="714375" y="1414463"/>
                </a:lnTo>
                <a:lnTo>
                  <a:pt x="744141" y="1407919"/>
                </a:lnTo>
                <a:lnTo>
                  <a:pt x="773906" y="1401366"/>
                </a:lnTo>
                <a:lnTo>
                  <a:pt x="803672" y="1394822"/>
                </a:lnTo>
                <a:lnTo>
                  <a:pt x="833438" y="1388269"/>
                </a:lnTo>
                <a:lnTo>
                  <a:pt x="863203" y="1381725"/>
                </a:lnTo>
                <a:lnTo>
                  <a:pt x="892969" y="1375172"/>
                </a:lnTo>
                <a:lnTo>
                  <a:pt x="922734" y="1368628"/>
                </a:lnTo>
                <a:lnTo>
                  <a:pt x="952500" y="1362075"/>
                </a:lnTo>
                <a:lnTo>
                  <a:pt x="982266" y="1355531"/>
                </a:lnTo>
                <a:lnTo>
                  <a:pt x="1012031" y="1348978"/>
                </a:lnTo>
                <a:lnTo>
                  <a:pt x="1041797" y="1342434"/>
                </a:lnTo>
                <a:lnTo>
                  <a:pt x="1071563" y="1335881"/>
                </a:lnTo>
                <a:lnTo>
                  <a:pt x="1101328" y="1329338"/>
                </a:lnTo>
                <a:lnTo>
                  <a:pt x="1131094" y="1322784"/>
                </a:lnTo>
                <a:lnTo>
                  <a:pt x="1160859" y="1316241"/>
                </a:lnTo>
                <a:lnTo>
                  <a:pt x="1190625" y="1309688"/>
                </a:lnTo>
                <a:lnTo>
                  <a:pt x="1220391" y="1303144"/>
                </a:lnTo>
                <a:lnTo>
                  <a:pt x="1250156" y="1296591"/>
                </a:lnTo>
                <a:lnTo>
                  <a:pt x="1279922" y="1290047"/>
                </a:lnTo>
                <a:lnTo>
                  <a:pt x="1309688" y="1283494"/>
                </a:lnTo>
                <a:lnTo>
                  <a:pt x="1339453" y="1276950"/>
                </a:lnTo>
                <a:lnTo>
                  <a:pt x="1369219" y="1270397"/>
                </a:lnTo>
                <a:lnTo>
                  <a:pt x="1398984" y="1263853"/>
                </a:lnTo>
                <a:lnTo>
                  <a:pt x="1428750" y="1257300"/>
                </a:lnTo>
                <a:lnTo>
                  <a:pt x="1458516" y="1250756"/>
                </a:lnTo>
                <a:lnTo>
                  <a:pt x="1488281" y="1244203"/>
                </a:lnTo>
                <a:lnTo>
                  <a:pt x="1518047" y="1237659"/>
                </a:lnTo>
                <a:lnTo>
                  <a:pt x="1547813" y="1231106"/>
                </a:lnTo>
                <a:lnTo>
                  <a:pt x="1577578" y="1224563"/>
                </a:lnTo>
                <a:lnTo>
                  <a:pt x="1607344" y="1218009"/>
                </a:lnTo>
                <a:lnTo>
                  <a:pt x="1637109" y="1211466"/>
                </a:lnTo>
                <a:lnTo>
                  <a:pt x="1666875" y="1204913"/>
                </a:lnTo>
                <a:lnTo>
                  <a:pt x="1696641" y="1198369"/>
                </a:lnTo>
                <a:lnTo>
                  <a:pt x="1726406" y="1191816"/>
                </a:lnTo>
                <a:lnTo>
                  <a:pt x="1756172" y="1185272"/>
                </a:lnTo>
                <a:lnTo>
                  <a:pt x="1785938" y="1178719"/>
                </a:lnTo>
                <a:lnTo>
                  <a:pt x="1815703" y="1172175"/>
                </a:lnTo>
                <a:lnTo>
                  <a:pt x="1845469" y="1165622"/>
                </a:lnTo>
                <a:lnTo>
                  <a:pt x="1875234" y="1159078"/>
                </a:lnTo>
                <a:lnTo>
                  <a:pt x="1905000" y="1152525"/>
                </a:lnTo>
                <a:lnTo>
                  <a:pt x="1934766" y="1145981"/>
                </a:lnTo>
                <a:lnTo>
                  <a:pt x="1964531" y="1139428"/>
                </a:lnTo>
                <a:lnTo>
                  <a:pt x="1994297" y="1132884"/>
                </a:lnTo>
                <a:lnTo>
                  <a:pt x="2024063" y="1126331"/>
                </a:lnTo>
                <a:lnTo>
                  <a:pt x="2053828" y="1119788"/>
                </a:lnTo>
                <a:lnTo>
                  <a:pt x="2083594" y="1113234"/>
                </a:lnTo>
                <a:lnTo>
                  <a:pt x="2113359" y="1106691"/>
                </a:lnTo>
                <a:lnTo>
                  <a:pt x="2143125" y="1100138"/>
                </a:lnTo>
                <a:lnTo>
                  <a:pt x="2172891" y="1093594"/>
                </a:lnTo>
                <a:lnTo>
                  <a:pt x="2202656" y="1087041"/>
                </a:lnTo>
                <a:lnTo>
                  <a:pt x="2232422" y="1080497"/>
                </a:lnTo>
                <a:lnTo>
                  <a:pt x="2262188" y="1073944"/>
                </a:lnTo>
                <a:lnTo>
                  <a:pt x="2291953" y="1067400"/>
                </a:lnTo>
                <a:lnTo>
                  <a:pt x="2321719" y="1060847"/>
                </a:lnTo>
                <a:lnTo>
                  <a:pt x="2351484" y="1054303"/>
                </a:lnTo>
                <a:lnTo>
                  <a:pt x="2381250" y="1047750"/>
                </a:lnTo>
                <a:lnTo>
                  <a:pt x="2411016" y="1041206"/>
                </a:lnTo>
                <a:lnTo>
                  <a:pt x="2440781" y="1034653"/>
                </a:lnTo>
                <a:lnTo>
                  <a:pt x="2470547" y="1028109"/>
                </a:lnTo>
                <a:lnTo>
                  <a:pt x="2500313" y="1021556"/>
                </a:lnTo>
                <a:lnTo>
                  <a:pt x="2530078" y="1015013"/>
                </a:lnTo>
                <a:lnTo>
                  <a:pt x="2559844" y="1008459"/>
                </a:lnTo>
                <a:lnTo>
                  <a:pt x="2589609" y="1001916"/>
                </a:lnTo>
                <a:lnTo>
                  <a:pt x="2619375" y="995363"/>
                </a:lnTo>
                <a:lnTo>
                  <a:pt x="2649141" y="988819"/>
                </a:lnTo>
                <a:lnTo>
                  <a:pt x="2678906" y="982266"/>
                </a:lnTo>
                <a:lnTo>
                  <a:pt x="2708672" y="975722"/>
                </a:lnTo>
                <a:lnTo>
                  <a:pt x="2738438" y="969169"/>
                </a:lnTo>
                <a:lnTo>
                  <a:pt x="2768203" y="962625"/>
                </a:lnTo>
                <a:lnTo>
                  <a:pt x="2797969" y="956072"/>
                </a:lnTo>
                <a:lnTo>
                  <a:pt x="2827734" y="949528"/>
                </a:lnTo>
                <a:lnTo>
                  <a:pt x="2857500" y="942975"/>
                </a:lnTo>
                <a:lnTo>
                  <a:pt x="2887266" y="936431"/>
                </a:lnTo>
                <a:lnTo>
                  <a:pt x="2917031" y="929878"/>
                </a:lnTo>
                <a:lnTo>
                  <a:pt x="2946797" y="923334"/>
                </a:lnTo>
                <a:lnTo>
                  <a:pt x="2976563" y="916781"/>
                </a:lnTo>
                <a:lnTo>
                  <a:pt x="3006328" y="910238"/>
                </a:lnTo>
                <a:lnTo>
                  <a:pt x="3036094" y="903684"/>
                </a:lnTo>
                <a:lnTo>
                  <a:pt x="3065859" y="897141"/>
                </a:lnTo>
                <a:lnTo>
                  <a:pt x="3095625" y="890588"/>
                </a:lnTo>
                <a:lnTo>
                  <a:pt x="3125391" y="884044"/>
                </a:lnTo>
                <a:lnTo>
                  <a:pt x="3155156" y="877491"/>
                </a:lnTo>
                <a:lnTo>
                  <a:pt x="3184922" y="870947"/>
                </a:lnTo>
                <a:lnTo>
                  <a:pt x="3214688" y="864394"/>
                </a:lnTo>
                <a:lnTo>
                  <a:pt x="3244453" y="857850"/>
                </a:lnTo>
                <a:lnTo>
                  <a:pt x="3274219" y="851297"/>
                </a:lnTo>
                <a:lnTo>
                  <a:pt x="3303984" y="844753"/>
                </a:lnTo>
                <a:lnTo>
                  <a:pt x="3333750" y="838200"/>
                </a:lnTo>
                <a:lnTo>
                  <a:pt x="3363516" y="831656"/>
                </a:lnTo>
                <a:lnTo>
                  <a:pt x="3393281" y="825103"/>
                </a:lnTo>
                <a:lnTo>
                  <a:pt x="3423047" y="818559"/>
                </a:lnTo>
                <a:lnTo>
                  <a:pt x="3452813" y="812006"/>
                </a:lnTo>
                <a:lnTo>
                  <a:pt x="3482578" y="805463"/>
                </a:lnTo>
                <a:lnTo>
                  <a:pt x="3512344" y="798909"/>
                </a:lnTo>
                <a:lnTo>
                  <a:pt x="3542109" y="792366"/>
                </a:lnTo>
                <a:lnTo>
                  <a:pt x="3571875" y="785813"/>
                </a:lnTo>
                <a:lnTo>
                  <a:pt x="3601641" y="779269"/>
                </a:lnTo>
                <a:lnTo>
                  <a:pt x="3631406" y="772716"/>
                </a:lnTo>
                <a:lnTo>
                  <a:pt x="3661172" y="766172"/>
                </a:lnTo>
                <a:lnTo>
                  <a:pt x="3690938" y="759619"/>
                </a:lnTo>
                <a:lnTo>
                  <a:pt x="3720703" y="753075"/>
                </a:lnTo>
                <a:lnTo>
                  <a:pt x="3750469" y="746522"/>
                </a:lnTo>
                <a:lnTo>
                  <a:pt x="3780234" y="739978"/>
                </a:lnTo>
                <a:lnTo>
                  <a:pt x="3810000" y="733425"/>
                </a:lnTo>
                <a:lnTo>
                  <a:pt x="3839766" y="726881"/>
                </a:lnTo>
                <a:lnTo>
                  <a:pt x="3869531" y="720328"/>
                </a:lnTo>
                <a:lnTo>
                  <a:pt x="3899297" y="713784"/>
                </a:lnTo>
                <a:lnTo>
                  <a:pt x="3929063" y="707231"/>
                </a:lnTo>
                <a:lnTo>
                  <a:pt x="3958828" y="700688"/>
                </a:lnTo>
                <a:lnTo>
                  <a:pt x="3988594" y="694134"/>
                </a:lnTo>
                <a:lnTo>
                  <a:pt x="4018359" y="687591"/>
                </a:lnTo>
                <a:lnTo>
                  <a:pt x="4048125" y="681038"/>
                </a:lnTo>
                <a:lnTo>
                  <a:pt x="4077891" y="674494"/>
                </a:lnTo>
                <a:lnTo>
                  <a:pt x="4107656" y="667941"/>
                </a:lnTo>
                <a:lnTo>
                  <a:pt x="4137422" y="661397"/>
                </a:lnTo>
                <a:lnTo>
                  <a:pt x="4167188" y="654844"/>
                </a:lnTo>
                <a:lnTo>
                  <a:pt x="4196953" y="648300"/>
                </a:lnTo>
                <a:lnTo>
                  <a:pt x="4226719" y="641747"/>
                </a:lnTo>
                <a:lnTo>
                  <a:pt x="4256484" y="635203"/>
                </a:lnTo>
                <a:lnTo>
                  <a:pt x="4286250" y="628650"/>
                </a:lnTo>
                <a:lnTo>
                  <a:pt x="4316016" y="622106"/>
                </a:lnTo>
                <a:lnTo>
                  <a:pt x="4345781" y="615553"/>
                </a:lnTo>
                <a:lnTo>
                  <a:pt x="4375547" y="609009"/>
                </a:lnTo>
                <a:lnTo>
                  <a:pt x="4405313" y="602456"/>
                </a:lnTo>
                <a:lnTo>
                  <a:pt x="4435078" y="595913"/>
                </a:lnTo>
                <a:lnTo>
                  <a:pt x="4464844" y="589359"/>
                </a:lnTo>
                <a:lnTo>
                  <a:pt x="4494609" y="582816"/>
                </a:lnTo>
                <a:lnTo>
                  <a:pt x="4524375" y="576263"/>
                </a:lnTo>
                <a:lnTo>
                  <a:pt x="4554141" y="569719"/>
                </a:lnTo>
                <a:lnTo>
                  <a:pt x="4583906" y="563166"/>
                </a:lnTo>
                <a:lnTo>
                  <a:pt x="4613672" y="556622"/>
                </a:lnTo>
                <a:lnTo>
                  <a:pt x="4643438" y="550069"/>
                </a:lnTo>
                <a:lnTo>
                  <a:pt x="4673203" y="543525"/>
                </a:lnTo>
                <a:lnTo>
                  <a:pt x="4702969" y="536972"/>
                </a:lnTo>
                <a:lnTo>
                  <a:pt x="4732734" y="530428"/>
                </a:lnTo>
                <a:lnTo>
                  <a:pt x="4762500" y="523875"/>
                </a:lnTo>
                <a:lnTo>
                  <a:pt x="4792266" y="517331"/>
                </a:lnTo>
                <a:lnTo>
                  <a:pt x="4822031" y="510778"/>
                </a:lnTo>
                <a:lnTo>
                  <a:pt x="4851797" y="504234"/>
                </a:lnTo>
                <a:lnTo>
                  <a:pt x="4881563" y="497681"/>
                </a:lnTo>
                <a:lnTo>
                  <a:pt x="4911328" y="491138"/>
                </a:lnTo>
                <a:lnTo>
                  <a:pt x="4941094" y="484584"/>
                </a:lnTo>
                <a:lnTo>
                  <a:pt x="4970859" y="478041"/>
                </a:lnTo>
                <a:lnTo>
                  <a:pt x="5000625" y="471488"/>
                </a:lnTo>
                <a:lnTo>
                  <a:pt x="5030391" y="464944"/>
                </a:lnTo>
                <a:lnTo>
                  <a:pt x="5060156" y="458391"/>
                </a:lnTo>
                <a:lnTo>
                  <a:pt x="5089922" y="451847"/>
                </a:lnTo>
                <a:lnTo>
                  <a:pt x="5119688" y="445294"/>
                </a:lnTo>
                <a:lnTo>
                  <a:pt x="5149453" y="438750"/>
                </a:lnTo>
                <a:lnTo>
                  <a:pt x="5179219" y="432197"/>
                </a:lnTo>
                <a:lnTo>
                  <a:pt x="5208984" y="425653"/>
                </a:lnTo>
                <a:lnTo>
                  <a:pt x="5238750" y="419100"/>
                </a:lnTo>
                <a:lnTo>
                  <a:pt x="5268516" y="412556"/>
                </a:lnTo>
                <a:lnTo>
                  <a:pt x="5298281" y="406003"/>
                </a:lnTo>
                <a:lnTo>
                  <a:pt x="5328047" y="399459"/>
                </a:lnTo>
                <a:lnTo>
                  <a:pt x="5357813" y="392906"/>
                </a:lnTo>
                <a:lnTo>
                  <a:pt x="5387578" y="386363"/>
                </a:lnTo>
                <a:lnTo>
                  <a:pt x="5417344" y="379809"/>
                </a:lnTo>
                <a:lnTo>
                  <a:pt x="5447109" y="373266"/>
                </a:lnTo>
                <a:lnTo>
                  <a:pt x="5476875" y="366713"/>
                </a:lnTo>
                <a:lnTo>
                  <a:pt x="5506641" y="360169"/>
                </a:lnTo>
                <a:lnTo>
                  <a:pt x="5536406" y="353616"/>
                </a:lnTo>
                <a:lnTo>
                  <a:pt x="5566172" y="347072"/>
                </a:lnTo>
                <a:lnTo>
                  <a:pt x="5595938" y="340519"/>
                </a:lnTo>
                <a:lnTo>
                  <a:pt x="5625703" y="333975"/>
                </a:lnTo>
                <a:lnTo>
                  <a:pt x="5655469" y="327422"/>
                </a:lnTo>
                <a:lnTo>
                  <a:pt x="5685234" y="320878"/>
                </a:lnTo>
                <a:lnTo>
                  <a:pt x="5715000" y="314325"/>
                </a:lnTo>
                <a:lnTo>
                  <a:pt x="5744766" y="307781"/>
                </a:lnTo>
                <a:lnTo>
                  <a:pt x="5774531" y="301228"/>
                </a:lnTo>
                <a:lnTo>
                  <a:pt x="5804297" y="294684"/>
                </a:lnTo>
                <a:lnTo>
                  <a:pt x="5834063" y="288131"/>
                </a:lnTo>
                <a:lnTo>
                  <a:pt x="5863828" y="281588"/>
                </a:lnTo>
                <a:lnTo>
                  <a:pt x="5893594" y="275034"/>
                </a:lnTo>
                <a:lnTo>
                  <a:pt x="5923359" y="268491"/>
                </a:lnTo>
                <a:lnTo>
                  <a:pt x="5953125" y="261938"/>
                </a:lnTo>
                <a:lnTo>
                  <a:pt x="5982891" y="255394"/>
                </a:lnTo>
                <a:lnTo>
                  <a:pt x="6012656" y="248841"/>
                </a:lnTo>
                <a:lnTo>
                  <a:pt x="6042422" y="242297"/>
                </a:lnTo>
                <a:lnTo>
                  <a:pt x="6072188" y="235744"/>
                </a:lnTo>
                <a:lnTo>
                  <a:pt x="6101953" y="229200"/>
                </a:lnTo>
                <a:lnTo>
                  <a:pt x="6131719" y="222647"/>
                </a:lnTo>
                <a:lnTo>
                  <a:pt x="6161484" y="216103"/>
                </a:lnTo>
                <a:lnTo>
                  <a:pt x="6191250" y="209550"/>
                </a:lnTo>
                <a:lnTo>
                  <a:pt x="6221016" y="203006"/>
                </a:lnTo>
                <a:lnTo>
                  <a:pt x="6250781" y="196453"/>
                </a:lnTo>
                <a:lnTo>
                  <a:pt x="6280547" y="189909"/>
                </a:lnTo>
                <a:lnTo>
                  <a:pt x="6310313" y="183356"/>
                </a:lnTo>
                <a:lnTo>
                  <a:pt x="6340078" y="176813"/>
                </a:lnTo>
                <a:lnTo>
                  <a:pt x="6369844" y="170259"/>
                </a:lnTo>
                <a:lnTo>
                  <a:pt x="6399609" y="163716"/>
                </a:lnTo>
                <a:lnTo>
                  <a:pt x="6429375" y="157163"/>
                </a:lnTo>
                <a:lnTo>
                  <a:pt x="6459141" y="150619"/>
                </a:lnTo>
                <a:lnTo>
                  <a:pt x="6488906" y="144066"/>
                </a:lnTo>
                <a:lnTo>
                  <a:pt x="6518672" y="137522"/>
                </a:lnTo>
                <a:lnTo>
                  <a:pt x="6548438" y="130969"/>
                </a:lnTo>
                <a:lnTo>
                  <a:pt x="6578203" y="124425"/>
                </a:lnTo>
                <a:lnTo>
                  <a:pt x="6607969" y="117872"/>
                </a:lnTo>
                <a:lnTo>
                  <a:pt x="6637734" y="111328"/>
                </a:lnTo>
                <a:lnTo>
                  <a:pt x="6667500" y="104775"/>
                </a:lnTo>
                <a:lnTo>
                  <a:pt x="6697266" y="98231"/>
                </a:lnTo>
                <a:lnTo>
                  <a:pt x="6727031" y="91678"/>
                </a:lnTo>
                <a:lnTo>
                  <a:pt x="6756797" y="85134"/>
                </a:lnTo>
                <a:lnTo>
                  <a:pt x="6786563" y="78581"/>
                </a:lnTo>
                <a:lnTo>
                  <a:pt x="6816328" y="72038"/>
                </a:lnTo>
                <a:lnTo>
                  <a:pt x="6846094" y="65484"/>
                </a:lnTo>
                <a:lnTo>
                  <a:pt x="6875859" y="58941"/>
                </a:lnTo>
                <a:lnTo>
                  <a:pt x="6905625" y="52388"/>
                </a:lnTo>
                <a:lnTo>
                  <a:pt x="6935391" y="45844"/>
                </a:lnTo>
                <a:lnTo>
                  <a:pt x="6965156" y="39291"/>
                </a:lnTo>
                <a:lnTo>
                  <a:pt x="6994922" y="32747"/>
                </a:lnTo>
                <a:lnTo>
                  <a:pt x="7024688" y="26194"/>
                </a:lnTo>
                <a:lnTo>
                  <a:pt x="7054453" y="19650"/>
                </a:lnTo>
                <a:lnTo>
                  <a:pt x="7084219" y="13097"/>
                </a:lnTo>
                <a:lnTo>
                  <a:pt x="7113984" y="6553"/>
                </a:lnTo>
                <a:lnTo>
                  <a:pt x="7143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5837B"/>
            </a:solidFill>
            <a:prstDash val="solid"/>
          </a:ln>
        </p:spPr>
      </p:sp>
      <p:sp>
        <p:nvSpPr>
          <p:cNvPr id="9" name="plain-level-0">
            <a:extLst xmlns:a="http://schemas.openxmlformats.org/drawingml/2006/main">
              <a:ext uri="{FF2B5EF4-FFF2-40B4-BE49-F238E27FC236}">
                <a16:creationId xmlns:a16="http://schemas.microsoft.com/office/drawing/2014/main" id="{21EEFD02-49BB-402B-BB91-102328B4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4048125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plain-level-1">
            <a:extLst xmlns:a="http://schemas.openxmlformats.org/drawingml/2006/main">
              <a:ext uri="{FF2B5EF4-FFF2-40B4-BE49-F238E27FC236}">
                <a16:creationId xmlns:a16="http://schemas.microsoft.com/office/drawing/2014/main" id="{60B6D71A-D7F4-4AA3-8911-8905185A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4775" y="352425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plain-level-2">
            <a:extLst xmlns:a="http://schemas.openxmlformats.org/drawingml/2006/main">
              <a:ext uri="{FF2B5EF4-FFF2-40B4-BE49-F238E27FC236}">
                <a16:creationId xmlns:a16="http://schemas.microsoft.com/office/drawing/2014/main" id="{CB1468AC-E771-4E1D-AE24-1C8AAD0C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6025" y="3000375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plain-level-3">
            <a:extLst xmlns:a="http://schemas.openxmlformats.org/drawingml/2006/main">
              <a:ext uri="{FF2B5EF4-FFF2-40B4-BE49-F238E27FC236}">
                <a16:creationId xmlns:a16="http://schemas.microsoft.com/office/drawing/2014/main" id="{CC4BD7C9-8CEC-4528-B233-9884BD6D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7275" y="247650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level-1-text-heading">
            <a:extLst xmlns:a="http://schemas.openxmlformats.org/drawingml/2006/main">
              <a:ext uri="{FF2B5EF4-FFF2-40B4-BE49-F238E27FC236}">
                <a16:creationId xmlns:a16="http://schemas.microsoft.com/office/drawing/2014/main" id="{251F99F0-E154-4AC6-80BB-64DD71E8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350" y="4415580"/>
            <a:ext cx="14668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被动处理</a:t>
            </a:r>
          </a:p>
        </p:txBody>
      </p:sp>
      <p:sp>
        <p:nvSpPr>
          <p:cNvPr id="14" name="level-1-text-body">
            <a:extLst xmlns:a="http://schemas.openxmlformats.org/drawingml/2006/main">
              <a:ext uri="{FF2B5EF4-FFF2-40B4-BE49-F238E27FC236}">
                <a16:creationId xmlns:a16="http://schemas.microsoft.com/office/drawing/2014/main" id="{B8F6D050-D7CD-4BFE-8F1E-971A6E6B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350" y="4663678"/>
            <a:ext cx="14668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故障后临时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组织抢修</a:t>
            </a:r>
          </a:p>
        </p:txBody>
      </p:sp>
      <p:sp>
        <p:nvSpPr>
          <p:cNvPr id="15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DFD346F3-EA9D-41C4-BFB5-F1EEFC1E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275" y="52387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6" name="level-2-text-heading">
            <a:extLst xmlns:a="http://schemas.openxmlformats.org/drawingml/2006/main">
              <a:ext uri="{FF2B5EF4-FFF2-40B4-BE49-F238E27FC236}">
                <a16:creationId xmlns:a16="http://schemas.microsoft.com/office/drawing/2014/main" id="{5D1E5505-4912-462E-80C5-5A8032C3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8600" y="3891705"/>
            <a:ext cx="14668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形成记录</a:t>
            </a:r>
          </a:p>
        </p:txBody>
      </p:sp>
      <p:sp>
        <p:nvSpPr>
          <p:cNvPr id="17" name="level-2-text-body">
            <a:extLst xmlns:a="http://schemas.openxmlformats.org/drawingml/2006/main">
              <a:ext uri="{FF2B5EF4-FFF2-40B4-BE49-F238E27FC236}">
                <a16:creationId xmlns:a16="http://schemas.microsoft.com/office/drawing/2014/main" id="{A15C36C8-AD22-42F8-97AF-96AE71D9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8600" y="4139803"/>
            <a:ext cx="14668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故障原因与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处理过程可查</a:t>
            </a:r>
          </a:p>
        </p:txBody>
      </p:sp>
      <p:sp>
        <p:nvSpPr>
          <p:cNvPr id="18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4FA72E25-FCE7-4303-9AFA-6C0F3A8D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1525" y="47148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9" name="level-3-text-heading">
            <a:extLst xmlns:a="http://schemas.openxmlformats.org/drawingml/2006/main">
              <a:ext uri="{FF2B5EF4-FFF2-40B4-BE49-F238E27FC236}">
                <a16:creationId xmlns:a16="http://schemas.microsoft.com/office/drawing/2014/main" id="{CBC37BB9-1DFB-41DC-88CF-D1A8D9CB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3367830"/>
            <a:ext cx="14668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计划维护</a:t>
            </a:r>
          </a:p>
        </p:txBody>
      </p:sp>
      <p:sp>
        <p:nvSpPr>
          <p:cNvPr id="20" name="level-3-text-body">
            <a:extLst xmlns:a="http://schemas.openxmlformats.org/drawingml/2006/main">
              <a:ext uri="{FF2B5EF4-FFF2-40B4-BE49-F238E27FC236}">
                <a16:creationId xmlns:a16="http://schemas.microsoft.com/office/drawing/2014/main" id="{7F3F92AF-8357-4BBC-8BC6-D14C4367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3615928"/>
            <a:ext cx="14668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按周期检查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并落实责任</a:t>
            </a:r>
          </a:p>
        </p:txBody>
      </p:sp>
      <p:sp>
        <p:nvSpPr>
          <p:cNvPr id="21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6212CBB9-2051-4C8C-A366-F3CEAB01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2775" y="4191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2" name="level-4-text-heading">
            <a:extLst xmlns:a="http://schemas.openxmlformats.org/drawingml/2006/main">
              <a:ext uri="{FF2B5EF4-FFF2-40B4-BE49-F238E27FC236}">
                <a16:creationId xmlns:a16="http://schemas.microsoft.com/office/drawing/2014/main" id="{54B30734-4AE9-4ECB-A084-0A258AEC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1100" y="2843955"/>
            <a:ext cx="1466850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持续改善</a:t>
            </a:r>
          </a:p>
        </p:txBody>
      </p:sp>
      <p:sp>
        <p:nvSpPr>
          <p:cNvPr id="23" name="level-4-text-body">
            <a:extLst xmlns:a="http://schemas.openxmlformats.org/drawingml/2006/main">
              <a:ext uri="{FF2B5EF4-FFF2-40B4-BE49-F238E27FC236}">
                <a16:creationId xmlns:a16="http://schemas.microsoft.com/office/drawing/2014/main" id="{B63BEA38-CC8F-4AEB-AF19-A42D2269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1100" y="3092053"/>
            <a:ext cx="1466850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用复盘减少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重复故障</a:t>
            </a:r>
          </a:p>
        </p:txBody>
      </p:sp>
      <p:sp>
        <p:nvSpPr>
          <p:cNvPr id="24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2FE9B794-4B18-4632-9B0F-0F5F50E1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4025" y="3667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5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1FF65FD5-4BE4-4878-84B4-EFD0224C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5172075"/>
            <a:ext cx="4572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当前</a:t>
            </a:r>
          </a:p>
        </p:txBody>
      </p:sp>
      <p:sp>
        <p:nvSpPr>
          <p:cNvPr id="26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E2D36F4B-D1CD-4E17-BF3A-BDB65DA0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8300" y="4124325"/>
            <a:ext cx="4572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3512129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2026-09-08T06:34:09.3150000Z</dcterms:created>
  <dcterms:modified xsi:type="dcterms:W3CDTF">2026-09-08T06:34:09.3150000Z</dcterms:modified>
</coreProperties>
</file>