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51f8f3de2948a9" /><Relationship Type="http://schemas.openxmlformats.org/officeDocument/2006/relationships/extended-properties" Target="/docProps/app.xml" Id="Rf2a0cd33e6a14355" /><Relationship Type="http://schemas.openxmlformats.org/officeDocument/2006/relationships/officeDocument" Target="/ppt/presentation.xml" Id="R5d202733db9e4e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0ccbb7b2ab44a6"/>
  </p:sldMasterIdLst>
  <p:notesMasterIdLst>
    <p:notesMasterId xmlns:r="http://schemas.openxmlformats.org/officeDocument/2006/relationships" r:id="Rdf36271d8f894307"/>
  </p:notesMasterIdLst>
  <p:sldIdLst>
    <p:sldId xmlns:r="http://schemas.openxmlformats.org/officeDocument/2006/relationships" id="256" r:id="Reb544f6e48334c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b17891092d43bf" /><Relationship Type="http://schemas.openxmlformats.org/officeDocument/2006/relationships/slideMaster" Target="/ppt/slideMasters/slideMaster1.xml" Id="R850ccbb7b2ab44a6" /><Relationship Type="http://schemas.openxmlformats.org/officeDocument/2006/relationships/notesMaster" Target="/ppt/notesMasters/notesMaster1.xml" Id="Rdf36271d8f894307" /><Relationship Type="http://schemas.openxmlformats.org/officeDocument/2006/relationships/presProps" Target="/ppt/presProps.xml" Id="Rc9533130ae834322" /><Relationship Type="http://schemas.openxmlformats.org/officeDocument/2006/relationships/tableStyles" Target="/ppt/tableStyles.xml" Id="Rb18c6a97d9aa4d58" /><Relationship Type="http://schemas.openxmlformats.org/officeDocument/2006/relationships/slide" Target="/ppt/slides/slide1.xml" Id="Reb544f6e48334c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0314de7cce45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218a7ece31406a" /><Relationship Type="http://schemas.openxmlformats.org/officeDocument/2006/relationships/notesMaster" Target="/ppt/notesMasters/notesMaster1.xml" Id="R5d118ab6e8334c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7d6102087c4d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ec59dac7db4f7f" /><Relationship Type="http://schemas.openxmlformats.org/officeDocument/2006/relationships/slideLayout" Target="/ppt/slideLayouts/slideLayout1.xml" Id="R2132c3c0d3ae48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32c3c0d3ae48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4c1336db94d61" /><Relationship Type="http://schemas.openxmlformats.org/officeDocument/2006/relationships/image" Target="/ppt/media/image.png" Id="Rff192c6c25794e1f" /><Relationship Type="http://schemas.openxmlformats.org/officeDocument/2006/relationships/image" Target="/ppt/media/image.svg" Id="R3a18781f21094577" /><Relationship Type="http://schemas.openxmlformats.org/officeDocument/2006/relationships/image" Target="/ppt/media/image2.png" Id="R781b6f305a604705" /><Relationship Type="http://schemas.openxmlformats.org/officeDocument/2006/relationships/image" Target="/ppt/media/image2.svg" Id="R147b641d90e749f1" /><Relationship Type="http://schemas.openxmlformats.org/officeDocument/2006/relationships/image" Target="/ppt/media/image3.png" Id="R63c0eef170a949bb" /><Relationship Type="http://schemas.openxmlformats.org/officeDocument/2006/relationships/image" Target="/ppt/media/image3.svg" Id="Rb627ae737d3c4952" /><Relationship Type="http://schemas.openxmlformats.org/officeDocument/2006/relationships/notesSlide" Target="/ppt/notesSlides/notesSlide1.xml" Id="R64abc8403bcb435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age-paper">
            <a:extLst xmlns:a="http://schemas.openxmlformats.org/drawingml/2006/main">
              <a:ext uri="{FF2B5EF4-FFF2-40B4-BE49-F238E27FC236}">
                <a16:creationId xmlns:a16="http://schemas.microsoft.com/office/drawing/2014/main" id="{013EE091-FF7C-4494-BBF5-AA5DB116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683685E5-51BD-4E9F-BBE7-A07FDE1D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30BF82E3-66D7-4D36-A800-DDAED738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需求收敛：先验证，再承诺交付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97274C78-B09F-4405-9285-7BD61619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477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EDC84D03-E0EA-4DF4-A478-FC84D703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交付承诺应建立在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验证与投入确认之后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207B6FC4-82F5-4C4F-A8D5-FD180E1A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来自访谈、工单和使用记录的反馈，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先说明问题，再逐层核对。</a:t>
            </a:r>
          </a:p>
        </p:txBody>
      </p:sp>
      <p:sp>
        <p:nvSpPr>
          <p:cNvPr id="7" name="plain-2-module">
            <a:extLst xmlns:a="http://schemas.openxmlformats.org/drawingml/2006/main">
              <a:ext uri="{FF2B5EF4-FFF2-40B4-BE49-F238E27FC236}">
                <a16:creationId xmlns:a16="http://schemas.microsoft.com/office/drawing/2014/main" id="{20E8430D-D05B-4CA3-82B1-FA7149B7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0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进入下一层的条件</a:t>
            </a:r>
          </a:p>
        </p:txBody>
      </p:sp>
      <p:sp>
        <p:nvSpPr>
          <p:cNvPr id="8" name="plain-3-body">
            <a:extLst xmlns:a="http://schemas.openxmlformats.org/drawingml/2006/main">
              <a:ext uri="{FF2B5EF4-FFF2-40B4-BE49-F238E27FC236}">
                <a16:creationId xmlns:a16="http://schemas.microsoft.com/office/drawing/2014/main" id="{E0ABC31F-FDB0-4522-899D-703A5505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原始反馈可追溯</a:t>
            </a:r>
          </a:p>
        </p:txBody>
      </p:sp>
      <p:sp>
        <p:nvSpPr>
          <p:cNvPr id="9" name="plain-4-body">
            <a:extLst xmlns:a="http://schemas.openxmlformats.org/drawingml/2006/main">
              <a:ext uri="{FF2B5EF4-FFF2-40B4-BE49-F238E27FC236}">
                <a16:creationId xmlns:a16="http://schemas.microsoft.com/office/drawing/2014/main" id="{B2AC4382-B526-4378-9F00-A7D006C6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0042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问题能够复现</a:t>
            </a:r>
          </a:p>
        </p:txBody>
      </p:sp>
      <p:sp>
        <p:nvSpPr>
          <p:cNvPr id="10" name="plain-5-body">
            <a:extLst xmlns:a="http://schemas.openxmlformats.org/drawingml/2006/main">
              <a:ext uri="{FF2B5EF4-FFF2-40B4-BE49-F238E27FC236}">
                <a16:creationId xmlns:a16="http://schemas.microsoft.com/office/drawing/2014/main" id="{82D9B460-1E3A-4C9F-9A91-15CF7920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005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试验支持预期价值</a:t>
            </a:r>
          </a:p>
        </p:txBody>
      </p:sp>
      <p:sp>
        <p:nvSpPr>
          <p:cNvPr id="11" name="plain-6-body">
            <a:extLst xmlns:a="http://schemas.openxmlformats.org/drawingml/2006/main">
              <a:ext uri="{FF2B5EF4-FFF2-40B4-BE49-F238E27FC236}">
                <a16:creationId xmlns:a16="http://schemas.microsoft.com/office/drawing/2014/main" id="{B4DD95B4-2B16-402C-8411-D06EB2FF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0057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人员与时间可落实</a:t>
            </a:r>
          </a:p>
        </p:txBody>
      </p:sp>
      <p:sp>
        <p:nvSpPr>
          <p:cNvPr id="12" name="plain-7-body">
            <a:extLst xmlns:a="http://schemas.openxmlformats.org/drawingml/2006/main">
              <a:ext uri="{FF2B5EF4-FFF2-40B4-BE49-F238E27FC236}">
                <a16:creationId xmlns:a16="http://schemas.microsoft.com/office/drawing/2014/main" id="{6654613D-2211-444B-9920-E5C9F373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0065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责任人与范围明确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4563F6-6FD7-4FA5-87F9-5306EBFC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4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1A358EC1-463C-4AE9-A67F-F41E5356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76720">
            <a:off x="3985184" y="2162251"/>
            <a:ext cx="3840632" cy="37257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52E9556E-4280-4F56-B9A5-97BD23E0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2737266"/>
            <a:ext cx="2473376" cy="506473"/>
          </a:xfrm>
          <a:custGeom xmlns:a="http://schemas.openxmlformats.org/drawingml/2006/main">
            <a:pathLst>
              <a:path w="2473376" h="506473">
                <a:moveTo>
                  <a:pt x="0" y="0"/>
                </a:moveTo>
                <a:lnTo>
                  <a:pt x="13526" y="23984"/>
                </a:lnTo>
                <a:lnTo>
                  <a:pt x="27041" y="47958"/>
                </a:lnTo>
                <a:lnTo>
                  <a:pt x="40567" y="71942"/>
                </a:lnTo>
                <a:lnTo>
                  <a:pt x="54083" y="95926"/>
                </a:lnTo>
                <a:lnTo>
                  <a:pt x="67608" y="119910"/>
                </a:lnTo>
                <a:lnTo>
                  <a:pt x="81134" y="143885"/>
                </a:lnTo>
                <a:lnTo>
                  <a:pt x="94650" y="167869"/>
                </a:lnTo>
                <a:lnTo>
                  <a:pt x="108175" y="191853"/>
                </a:lnTo>
                <a:lnTo>
                  <a:pt x="121691" y="215827"/>
                </a:lnTo>
                <a:lnTo>
                  <a:pt x="135217" y="239811"/>
                </a:lnTo>
                <a:lnTo>
                  <a:pt x="148742" y="263795"/>
                </a:lnTo>
                <a:lnTo>
                  <a:pt x="162258" y="287769"/>
                </a:lnTo>
                <a:lnTo>
                  <a:pt x="175784" y="311753"/>
                </a:lnTo>
                <a:lnTo>
                  <a:pt x="189300" y="335737"/>
                </a:lnTo>
                <a:lnTo>
                  <a:pt x="202825" y="359721"/>
                </a:lnTo>
                <a:lnTo>
                  <a:pt x="216351" y="383696"/>
                </a:lnTo>
                <a:lnTo>
                  <a:pt x="229867" y="407680"/>
                </a:lnTo>
                <a:lnTo>
                  <a:pt x="243392" y="431663"/>
                </a:lnTo>
                <a:lnTo>
                  <a:pt x="257518" y="454238"/>
                </a:lnTo>
                <a:lnTo>
                  <a:pt x="278682" y="462391"/>
                </a:lnTo>
                <a:lnTo>
                  <a:pt x="300419" y="467297"/>
                </a:lnTo>
                <a:lnTo>
                  <a:pt x="322278" y="471059"/>
                </a:lnTo>
                <a:lnTo>
                  <a:pt x="344186" y="474155"/>
                </a:lnTo>
                <a:lnTo>
                  <a:pt x="366122" y="476822"/>
                </a:lnTo>
                <a:lnTo>
                  <a:pt x="388087" y="479165"/>
                </a:lnTo>
                <a:lnTo>
                  <a:pt x="410061" y="481270"/>
                </a:lnTo>
                <a:lnTo>
                  <a:pt x="432044" y="483175"/>
                </a:lnTo>
                <a:lnTo>
                  <a:pt x="454028" y="484918"/>
                </a:lnTo>
                <a:lnTo>
                  <a:pt x="476021" y="486527"/>
                </a:lnTo>
                <a:lnTo>
                  <a:pt x="498024" y="488013"/>
                </a:lnTo>
                <a:lnTo>
                  <a:pt x="520027" y="489395"/>
                </a:lnTo>
                <a:lnTo>
                  <a:pt x="542030" y="490680"/>
                </a:lnTo>
                <a:lnTo>
                  <a:pt x="564042" y="491881"/>
                </a:lnTo>
                <a:lnTo>
                  <a:pt x="586054" y="493004"/>
                </a:lnTo>
                <a:lnTo>
                  <a:pt x="608066" y="494052"/>
                </a:lnTo>
                <a:lnTo>
                  <a:pt x="630079" y="495052"/>
                </a:lnTo>
                <a:lnTo>
                  <a:pt x="652091" y="495986"/>
                </a:lnTo>
                <a:lnTo>
                  <a:pt x="674113" y="496853"/>
                </a:lnTo>
                <a:lnTo>
                  <a:pt x="696125" y="497681"/>
                </a:lnTo>
                <a:lnTo>
                  <a:pt x="718147" y="498453"/>
                </a:lnTo>
                <a:lnTo>
                  <a:pt x="740169" y="499177"/>
                </a:lnTo>
                <a:lnTo>
                  <a:pt x="762181" y="499862"/>
                </a:lnTo>
                <a:lnTo>
                  <a:pt x="784203" y="500510"/>
                </a:lnTo>
                <a:lnTo>
                  <a:pt x="806225" y="501110"/>
                </a:lnTo>
                <a:lnTo>
                  <a:pt x="828246" y="501682"/>
                </a:lnTo>
                <a:lnTo>
                  <a:pt x="850268" y="502196"/>
                </a:lnTo>
                <a:lnTo>
                  <a:pt x="872290" y="502701"/>
                </a:lnTo>
                <a:lnTo>
                  <a:pt x="894321" y="503149"/>
                </a:lnTo>
                <a:lnTo>
                  <a:pt x="916343" y="503587"/>
                </a:lnTo>
                <a:lnTo>
                  <a:pt x="938365" y="503968"/>
                </a:lnTo>
                <a:lnTo>
                  <a:pt x="960387" y="504339"/>
                </a:lnTo>
                <a:lnTo>
                  <a:pt x="982418" y="504663"/>
                </a:lnTo>
                <a:lnTo>
                  <a:pt x="1004440" y="504977"/>
                </a:lnTo>
                <a:lnTo>
                  <a:pt x="1026462" y="505244"/>
                </a:lnTo>
                <a:lnTo>
                  <a:pt x="1048483" y="505492"/>
                </a:lnTo>
                <a:lnTo>
                  <a:pt x="1070515" y="505701"/>
                </a:lnTo>
                <a:lnTo>
                  <a:pt x="1092537" y="505901"/>
                </a:lnTo>
                <a:lnTo>
                  <a:pt x="1114568" y="506054"/>
                </a:lnTo>
                <a:lnTo>
                  <a:pt x="1136590" y="506197"/>
                </a:lnTo>
                <a:lnTo>
                  <a:pt x="1158611" y="506301"/>
                </a:lnTo>
                <a:lnTo>
                  <a:pt x="1180643" y="506387"/>
                </a:lnTo>
                <a:lnTo>
                  <a:pt x="1202665" y="506444"/>
                </a:lnTo>
                <a:lnTo>
                  <a:pt x="1224696" y="506473"/>
                </a:lnTo>
                <a:lnTo>
                  <a:pt x="1246718" y="506473"/>
                </a:lnTo>
                <a:lnTo>
                  <a:pt x="1268740" y="506444"/>
                </a:lnTo>
                <a:lnTo>
                  <a:pt x="1290771" y="506406"/>
                </a:lnTo>
                <a:lnTo>
                  <a:pt x="1312793" y="506320"/>
                </a:lnTo>
                <a:lnTo>
                  <a:pt x="1334824" y="506225"/>
                </a:lnTo>
                <a:lnTo>
                  <a:pt x="1356846" y="506092"/>
                </a:lnTo>
                <a:lnTo>
                  <a:pt x="1378868" y="505949"/>
                </a:lnTo>
                <a:lnTo>
                  <a:pt x="1400899" y="505749"/>
                </a:lnTo>
                <a:lnTo>
                  <a:pt x="1422921" y="505549"/>
                </a:lnTo>
                <a:lnTo>
                  <a:pt x="1444943" y="505301"/>
                </a:lnTo>
                <a:lnTo>
                  <a:pt x="1466974" y="505044"/>
                </a:lnTo>
                <a:lnTo>
                  <a:pt x="1488996" y="504739"/>
                </a:lnTo>
                <a:lnTo>
                  <a:pt x="1511017" y="504425"/>
                </a:lnTo>
                <a:lnTo>
                  <a:pt x="1533039" y="504053"/>
                </a:lnTo>
                <a:lnTo>
                  <a:pt x="1555071" y="503682"/>
                </a:lnTo>
                <a:lnTo>
                  <a:pt x="1577092" y="503244"/>
                </a:lnTo>
                <a:lnTo>
                  <a:pt x="1599114" y="502806"/>
                </a:lnTo>
                <a:lnTo>
                  <a:pt x="1621136" y="502310"/>
                </a:lnTo>
                <a:lnTo>
                  <a:pt x="1643158" y="501806"/>
                </a:lnTo>
                <a:lnTo>
                  <a:pt x="1665180" y="501253"/>
                </a:lnTo>
                <a:lnTo>
                  <a:pt x="1687201" y="500653"/>
                </a:lnTo>
                <a:lnTo>
                  <a:pt x="1709223" y="500015"/>
                </a:lnTo>
                <a:lnTo>
                  <a:pt x="1731245" y="499339"/>
                </a:lnTo>
                <a:lnTo>
                  <a:pt x="1753267" y="498624"/>
                </a:lnTo>
                <a:lnTo>
                  <a:pt x="1775279" y="497862"/>
                </a:lnTo>
                <a:lnTo>
                  <a:pt x="1797301" y="497053"/>
                </a:lnTo>
                <a:lnTo>
                  <a:pt x="1819313" y="496186"/>
                </a:lnTo>
                <a:lnTo>
                  <a:pt x="1841335" y="495271"/>
                </a:lnTo>
                <a:lnTo>
                  <a:pt x="1863347" y="494300"/>
                </a:lnTo>
                <a:lnTo>
                  <a:pt x="1885359" y="493252"/>
                </a:lnTo>
                <a:lnTo>
                  <a:pt x="1907372" y="492147"/>
                </a:lnTo>
                <a:lnTo>
                  <a:pt x="1929384" y="490966"/>
                </a:lnTo>
                <a:lnTo>
                  <a:pt x="1951387" y="489699"/>
                </a:lnTo>
                <a:lnTo>
                  <a:pt x="1973390" y="488337"/>
                </a:lnTo>
                <a:lnTo>
                  <a:pt x="1995392" y="486880"/>
                </a:lnTo>
                <a:lnTo>
                  <a:pt x="2017385" y="485308"/>
                </a:lnTo>
                <a:lnTo>
                  <a:pt x="2039379" y="483594"/>
                </a:lnTo>
                <a:lnTo>
                  <a:pt x="2061362" y="481727"/>
                </a:lnTo>
                <a:lnTo>
                  <a:pt x="2083337" y="479679"/>
                </a:lnTo>
                <a:lnTo>
                  <a:pt x="2105301" y="477383"/>
                </a:lnTo>
                <a:lnTo>
                  <a:pt x="2127247" y="474802"/>
                </a:lnTo>
                <a:lnTo>
                  <a:pt x="2149164" y="471821"/>
                </a:lnTo>
                <a:lnTo>
                  <a:pt x="2171033" y="468249"/>
                </a:lnTo>
                <a:lnTo>
                  <a:pt x="2192807" y="463687"/>
                </a:lnTo>
                <a:lnTo>
                  <a:pt x="2214239" y="456771"/>
                </a:lnTo>
                <a:lnTo>
                  <a:pt x="2229983" y="437207"/>
                </a:lnTo>
                <a:lnTo>
                  <a:pt x="2243509" y="413223"/>
                </a:lnTo>
                <a:lnTo>
                  <a:pt x="2257025" y="389239"/>
                </a:lnTo>
                <a:lnTo>
                  <a:pt x="2270550" y="365265"/>
                </a:lnTo>
                <a:lnTo>
                  <a:pt x="2284066" y="341281"/>
                </a:lnTo>
                <a:lnTo>
                  <a:pt x="2297592" y="317297"/>
                </a:lnTo>
                <a:lnTo>
                  <a:pt x="2311117" y="293322"/>
                </a:lnTo>
                <a:lnTo>
                  <a:pt x="2324633" y="269338"/>
                </a:lnTo>
                <a:lnTo>
                  <a:pt x="2338159" y="245354"/>
                </a:lnTo>
                <a:lnTo>
                  <a:pt x="2351675" y="221380"/>
                </a:lnTo>
                <a:lnTo>
                  <a:pt x="2365200" y="197396"/>
                </a:lnTo>
                <a:lnTo>
                  <a:pt x="2378726" y="173412"/>
                </a:lnTo>
                <a:lnTo>
                  <a:pt x="2392242" y="149428"/>
                </a:lnTo>
                <a:lnTo>
                  <a:pt x="2405767" y="125454"/>
                </a:lnTo>
                <a:lnTo>
                  <a:pt x="2419283" y="101470"/>
                </a:lnTo>
                <a:lnTo>
                  <a:pt x="2432809" y="77486"/>
                </a:lnTo>
                <a:lnTo>
                  <a:pt x="2446334" y="53511"/>
                </a:lnTo>
                <a:lnTo>
                  <a:pt x="2459850" y="29528"/>
                </a:lnTo>
                <a:lnTo>
                  <a:pt x="2473376" y="5544"/>
                </a:lnTo>
                <a:lnTo>
                  <a:pt x="2462003" y="10144"/>
                </a:lnTo>
                <a:lnTo>
                  <a:pt x="2440353" y="15716"/>
                </a:lnTo>
                <a:lnTo>
                  <a:pt x="2418512" y="19612"/>
                </a:lnTo>
                <a:lnTo>
                  <a:pt x="2396604" y="22736"/>
                </a:lnTo>
                <a:lnTo>
                  <a:pt x="2374668" y="25394"/>
                </a:lnTo>
                <a:lnTo>
                  <a:pt x="2352704" y="27708"/>
                </a:lnTo>
                <a:lnTo>
                  <a:pt x="2330729" y="29775"/>
                </a:lnTo>
                <a:lnTo>
                  <a:pt x="2308746" y="31642"/>
                </a:lnTo>
                <a:lnTo>
                  <a:pt x="2286752" y="33357"/>
                </a:lnTo>
                <a:lnTo>
                  <a:pt x="2264759" y="34947"/>
                </a:lnTo>
                <a:lnTo>
                  <a:pt x="2242757" y="36405"/>
                </a:lnTo>
                <a:lnTo>
                  <a:pt x="2220754" y="37776"/>
                </a:lnTo>
                <a:lnTo>
                  <a:pt x="2198751" y="39053"/>
                </a:lnTo>
                <a:lnTo>
                  <a:pt x="2176739" y="40262"/>
                </a:lnTo>
                <a:lnTo>
                  <a:pt x="2154726" y="41396"/>
                </a:lnTo>
                <a:lnTo>
                  <a:pt x="2132714" y="42462"/>
                </a:lnTo>
                <a:lnTo>
                  <a:pt x="2110702" y="43482"/>
                </a:lnTo>
                <a:lnTo>
                  <a:pt x="2088690" y="44434"/>
                </a:lnTo>
                <a:lnTo>
                  <a:pt x="2066677" y="45349"/>
                </a:lnTo>
                <a:lnTo>
                  <a:pt x="2044656" y="46206"/>
                </a:lnTo>
                <a:lnTo>
                  <a:pt x="2022643" y="47034"/>
                </a:lnTo>
                <a:lnTo>
                  <a:pt x="2000621" y="47815"/>
                </a:lnTo>
                <a:lnTo>
                  <a:pt x="1978600" y="48558"/>
                </a:lnTo>
                <a:lnTo>
                  <a:pt x="1956578" y="49263"/>
                </a:lnTo>
                <a:lnTo>
                  <a:pt x="1934566" y="49930"/>
                </a:lnTo>
                <a:lnTo>
                  <a:pt x="1912544" y="50578"/>
                </a:lnTo>
                <a:lnTo>
                  <a:pt x="1890522" y="51178"/>
                </a:lnTo>
                <a:lnTo>
                  <a:pt x="1868500" y="51759"/>
                </a:lnTo>
                <a:lnTo>
                  <a:pt x="1846478" y="52321"/>
                </a:lnTo>
                <a:lnTo>
                  <a:pt x="1824457" y="52845"/>
                </a:lnTo>
                <a:lnTo>
                  <a:pt x="1802435" y="53359"/>
                </a:lnTo>
                <a:lnTo>
                  <a:pt x="1780403" y="53816"/>
                </a:lnTo>
                <a:lnTo>
                  <a:pt x="1758382" y="54273"/>
                </a:lnTo>
                <a:lnTo>
                  <a:pt x="1736360" y="54712"/>
                </a:lnTo>
                <a:lnTo>
                  <a:pt x="1714338" y="55112"/>
                </a:lnTo>
                <a:lnTo>
                  <a:pt x="1692316" y="55512"/>
                </a:lnTo>
                <a:lnTo>
                  <a:pt x="1670285" y="55855"/>
                </a:lnTo>
                <a:lnTo>
                  <a:pt x="1648263" y="56207"/>
                </a:lnTo>
                <a:lnTo>
                  <a:pt x="1626241" y="56531"/>
                </a:lnTo>
                <a:lnTo>
                  <a:pt x="1604220" y="56826"/>
                </a:lnTo>
                <a:lnTo>
                  <a:pt x="1582188" y="57121"/>
                </a:lnTo>
                <a:lnTo>
                  <a:pt x="1560166" y="57369"/>
                </a:lnTo>
                <a:lnTo>
                  <a:pt x="1538145" y="57617"/>
                </a:lnTo>
                <a:lnTo>
                  <a:pt x="1516113" y="57845"/>
                </a:lnTo>
                <a:lnTo>
                  <a:pt x="1494092" y="58045"/>
                </a:lnTo>
                <a:lnTo>
                  <a:pt x="1472070" y="58245"/>
                </a:lnTo>
                <a:lnTo>
                  <a:pt x="1450038" y="58407"/>
                </a:lnTo>
                <a:lnTo>
                  <a:pt x="1428017" y="58569"/>
                </a:lnTo>
                <a:lnTo>
                  <a:pt x="1405985" y="58712"/>
                </a:lnTo>
                <a:lnTo>
                  <a:pt x="1383963" y="58817"/>
                </a:lnTo>
                <a:lnTo>
                  <a:pt x="1361942" y="58931"/>
                </a:lnTo>
                <a:lnTo>
                  <a:pt x="1339910" y="59007"/>
                </a:lnTo>
                <a:lnTo>
                  <a:pt x="1317889" y="59074"/>
                </a:lnTo>
                <a:lnTo>
                  <a:pt x="1295857" y="59141"/>
                </a:lnTo>
                <a:lnTo>
                  <a:pt x="1273835" y="59160"/>
                </a:lnTo>
                <a:lnTo>
                  <a:pt x="1251814" y="59188"/>
                </a:lnTo>
                <a:lnTo>
                  <a:pt x="1229782" y="59188"/>
                </a:lnTo>
                <a:lnTo>
                  <a:pt x="1207760" y="59169"/>
                </a:lnTo>
                <a:lnTo>
                  <a:pt x="1185729" y="59150"/>
                </a:lnTo>
                <a:lnTo>
                  <a:pt x="1163707" y="59093"/>
                </a:lnTo>
                <a:lnTo>
                  <a:pt x="1141686" y="59026"/>
                </a:lnTo>
                <a:lnTo>
                  <a:pt x="1119654" y="58960"/>
                </a:lnTo>
                <a:lnTo>
                  <a:pt x="1097632" y="58845"/>
                </a:lnTo>
                <a:lnTo>
                  <a:pt x="1075601" y="58731"/>
                </a:lnTo>
                <a:lnTo>
                  <a:pt x="1053579" y="58598"/>
                </a:lnTo>
                <a:lnTo>
                  <a:pt x="1031558" y="58445"/>
                </a:lnTo>
                <a:lnTo>
                  <a:pt x="1009526" y="58293"/>
                </a:lnTo>
                <a:lnTo>
                  <a:pt x="987504" y="58093"/>
                </a:lnTo>
                <a:lnTo>
                  <a:pt x="965483" y="57893"/>
                </a:lnTo>
                <a:lnTo>
                  <a:pt x="943451" y="57674"/>
                </a:lnTo>
                <a:lnTo>
                  <a:pt x="921429" y="57426"/>
                </a:lnTo>
                <a:lnTo>
                  <a:pt x="899408" y="57179"/>
                </a:lnTo>
                <a:lnTo>
                  <a:pt x="877376" y="56893"/>
                </a:lnTo>
                <a:lnTo>
                  <a:pt x="855355" y="56598"/>
                </a:lnTo>
                <a:lnTo>
                  <a:pt x="833333" y="56283"/>
                </a:lnTo>
                <a:lnTo>
                  <a:pt x="811311" y="55940"/>
                </a:lnTo>
                <a:lnTo>
                  <a:pt x="789280" y="55588"/>
                </a:lnTo>
                <a:lnTo>
                  <a:pt x="767258" y="55207"/>
                </a:lnTo>
                <a:lnTo>
                  <a:pt x="745236" y="54797"/>
                </a:lnTo>
                <a:lnTo>
                  <a:pt x="723214" y="54388"/>
                </a:lnTo>
                <a:lnTo>
                  <a:pt x="701183" y="53931"/>
                </a:lnTo>
                <a:lnTo>
                  <a:pt x="679161" y="53473"/>
                </a:lnTo>
                <a:lnTo>
                  <a:pt x="657139" y="52959"/>
                </a:lnTo>
                <a:lnTo>
                  <a:pt x="635117" y="52445"/>
                </a:lnTo>
                <a:lnTo>
                  <a:pt x="613096" y="51902"/>
                </a:lnTo>
                <a:lnTo>
                  <a:pt x="591074" y="51330"/>
                </a:lnTo>
                <a:lnTo>
                  <a:pt x="569052" y="50721"/>
                </a:lnTo>
                <a:lnTo>
                  <a:pt x="547030" y="50092"/>
                </a:lnTo>
                <a:lnTo>
                  <a:pt x="525008" y="49425"/>
                </a:lnTo>
                <a:lnTo>
                  <a:pt x="502996" y="48720"/>
                </a:lnTo>
                <a:lnTo>
                  <a:pt x="480974" y="47987"/>
                </a:lnTo>
                <a:lnTo>
                  <a:pt x="458953" y="47215"/>
                </a:lnTo>
                <a:lnTo>
                  <a:pt x="436940" y="46396"/>
                </a:lnTo>
                <a:lnTo>
                  <a:pt x="414919" y="45549"/>
                </a:lnTo>
                <a:lnTo>
                  <a:pt x="392906" y="44644"/>
                </a:lnTo>
                <a:lnTo>
                  <a:pt x="370884" y="43701"/>
                </a:lnTo>
                <a:lnTo>
                  <a:pt x="348872" y="42701"/>
                </a:lnTo>
                <a:lnTo>
                  <a:pt x="326860" y="41643"/>
                </a:lnTo>
                <a:lnTo>
                  <a:pt x="304848" y="40529"/>
                </a:lnTo>
                <a:lnTo>
                  <a:pt x="282845" y="39338"/>
                </a:lnTo>
                <a:lnTo>
                  <a:pt x="260833" y="38081"/>
                </a:lnTo>
                <a:lnTo>
                  <a:pt x="238830" y="36728"/>
                </a:lnTo>
                <a:lnTo>
                  <a:pt x="216837" y="35290"/>
                </a:lnTo>
                <a:lnTo>
                  <a:pt x="194834" y="33738"/>
                </a:lnTo>
                <a:lnTo>
                  <a:pt x="172841" y="32052"/>
                </a:lnTo>
                <a:lnTo>
                  <a:pt x="150857" y="30223"/>
                </a:lnTo>
                <a:lnTo>
                  <a:pt x="128883" y="28204"/>
                </a:lnTo>
                <a:lnTo>
                  <a:pt x="106918" y="25956"/>
                </a:lnTo>
                <a:lnTo>
                  <a:pt x="84973" y="23393"/>
                </a:lnTo>
                <a:lnTo>
                  <a:pt x="63046" y="20393"/>
                </a:lnTo>
                <a:lnTo>
                  <a:pt x="41186" y="16707"/>
                </a:lnTo>
                <a:lnTo>
                  <a:pt x="19469" y="11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49342117-597D-4C82-9E48-B7AF8046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2653065"/>
            <a:ext cx="2476500" cy="16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67184853-64A3-48F4-9073-71AC84F5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9453" y="3337341"/>
            <a:ext cx="1969732" cy="506482"/>
          </a:xfrm>
          <a:custGeom xmlns:a="http://schemas.openxmlformats.org/drawingml/2006/main">
            <a:pathLst>
              <a:path w="1969732" h="506482">
                <a:moveTo>
                  <a:pt x="0" y="0"/>
                </a:moveTo>
                <a:lnTo>
                  <a:pt x="9230" y="21393"/>
                </a:lnTo>
                <a:lnTo>
                  <a:pt x="18459" y="42786"/>
                </a:lnTo>
                <a:lnTo>
                  <a:pt x="27689" y="64179"/>
                </a:lnTo>
                <a:lnTo>
                  <a:pt x="36919" y="85573"/>
                </a:lnTo>
                <a:lnTo>
                  <a:pt x="46149" y="106966"/>
                </a:lnTo>
                <a:lnTo>
                  <a:pt x="55378" y="128359"/>
                </a:lnTo>
                <a:lnTo>
                  <a:pt x="64608" y="149752"/>
                </a:lnTo>
                <a:lnTo>
                  <a:pt x="73838" y="171145"/>
                </a:lnTo>
                <a:lnTo>
                  <a:pt x="83068" y="192538"/>
                </a:lnTo>
                <a:lnTo>
                  <a:pt x="92297" y="213932"/>
                </a:lnTo>
                <a:lnTo>
                  <a:pt x="101527" y="235325"/>
                </a:lnTo>
                <a:lnTo>
                  <a:pt x="110757" y="256718"/>
                </a:lnTo>
                <a:lnTo>
                  <a:pt x="119986" y="278111"/>
                </a:lnTo>
                <a:lnTo>
                  <a:pt x="129216" y="299504"/>
                </a:lnTo>
                <a:lnTo>
                  <a:pt x="138446" y="320897"/>
                </a:lnTo>
                <a:lnTo>
                  <a:pt x="147666" y="342290"/>
                </a:lnTo>
                <a:lnTo>
                  <a:pt x="156896" y="363684"/>
                </a:lnTo>
                <a:lnTo>
                  <a:pt x="166126" y="385077"/>
                </a:lnTo>
                <a:lnTo>
                  <a:pt x="175355" y="406470"/>
                </a:lnTo>
                <a:lnTo>
                  <a:pt x="184585" y="427863"/>
                </a:lnTo>
                <a:lnTo>
                  <a:pt x="193386" y="449485"/>
                </a:lnTo>
                <a:lnTo>
                  <a:pt x="209179" y="460553"/>
                </a:lnTo>
                <a:lnTo>
                  <a:pt x="226771" y="466058"/>
                </a:lnTo>
                <a:lnTo>
                  <a:pt x="244573" y="470116"/>
                </a:lnTo>
                <a:lnTo>
                  <a:pt x="262471" y="473412"/>
                </a:lnTo>
                <a:lnTo>
                  <a:pt x="280397" y="476221"/>
                </a:lnTo>
                <a:lnTo>
                  <a:pt x="298361" y="478669"/>
                </a:lnTo>
                <a:lnTo>
                  <a:pt x="316335" y="480860"/>
                </a:lnTo>
                <a:lnTo>
                  <a:pt x="334328" y="482832"/>
                </a:lnTo>
                <a:lnTo>
                  <a:pt x="352330" y="484642"/>
                </a:lnTo>
                <a:lnTo>
                  <a:pt x="370342" y="486289"/>
                </a:lnTo>
                <a:lnTo>
                  <a:pt x="388353" y="487823"/>
                </a:lnTo>
                <a:lnTo>
                  <a:pt x="406375" y="489242"/>
                </a:lnTo>
                <a:lnTo>
                  <a:pt x="424396" y="490557"/>
                </a:lnTo>
                <a:lnTo>
                  <a:pt x="442427" y="491795"/>
                </a:lnTo>
                <a:lnTo>
                  <a:pt x="460458" y="492938"/>
                </a:lnTo>
                <a:lnTo>
                  <a:pt x="478488" y="494014"/>
                </a:lnTo>
                <a:lnTo>
                  <a:pt x="496519" y="495033"/>
                </a:lnTo>
                <a:lnTo>
                  <a:pt x="514560" y="495976"/>
                </a:lnTo>
                <a:lnTo>
                  <a:pt x="532590" y="496872"/>
                </a:lnTo>
                <a:lnTo>
                  <a:pt x="550631" y="497700"/>
                </a:lnTo>
                <a:lnTo>
                  <a:pt x="568671" y="498491"/>
                </a:lnTo>
                <a:lnTo>
                  <a:pt x="586711" y="499234"/>
                </a:lnTo>
                <a:lnTo>
                  <a:pt x="604752" y="499929"/>
                </a:lnTo>
                <a:lnTo>
                  <a:pt x="622792" y="500577"/>
                </a:lnTo>
                <a:lnTo>
                  <a:pt x="640842" y="501186"/>
                </a:lnTo>
                <a:lnTo>
                  <a:pt x="658882" y="501758"/>
                </a:lnTo>
                <a:lnTo>
                  <a:pt x="676923" y="502291"/>
                </a:lnTo>
                <a:lnTo>
                  <a:pt x="694973" y="502787"/>
                </a:lnTo>
                <a:lnTo>
                  <a:pt x="713022" y="503234"/>
                </a:lnTo>
                <a:lnTo>
                  <a:pt x="731063" y="503672"/>
                </a:lnTo>
                <a:lnTo>
                  <a:pt x="749113" y="504053"/>
                </a:lnTo>
                <a:lnTo>
                  <a:pt x="767153" y="504434"/>
                </a:lnTo>
                <a:lnTo>
                  <a:pt x="785203" y="504749"/>
                </a:lnTo>
                <a:lnTo>
                  <a:pt x="803253" y="505063"/>
                </a:lnTo>
                <a:lnTo>
                  <a:pt x="821303" y="505320"/>
                </a:lnTo>
                <a:lnTo>
                  <a:pt x="839343" y="505577"/>
                </a:lnTo>
                <a:lnTo>
                  <a:pt x="857393" y="505778"/>
                </a:lnTo>
                <a:lnTo>
                  <a:pt x="875443" y="505968"/>
                </a:lnTo>
                <a:lnTo>
                  <a:pt x="893493" y="506111"/>
                </a:lnTo>
                <a:lnTo>
                  <a:pt x="911543" y="506254"/>
                </a:lnTo>
                <a:lnTo>
                  <a:pt x="929592" y="506339"/>
                </a:lnTo>
                <a:lnTo>
                  <a:pt x="947633" y="506425"/>
                </a:lnTo>
                <a:lnTo>
                  <a:pt x="965683" y="506454"/>
                </a:lnTo>
                <a:lnTo>
                  <a:pt x="983732" y="506482"/>
                </a:lnTo>
                <a:lnTo>
                  <a:pt x="1001782" y="506463"/>
                </a:lnTo>
                <a:lnTo>
                  <a:pt x="1019832" y="506435"/>
                </a:lnTo>
                <a:lnTo>
                  <a:pt x="1037882" y="506359"/>
                </a:lnTo>
                <a:lnTo>
                  <a:pt x="1055932" y="506273"/>
                </a:lnTo>
                <a:lnTo>
                  <a:pt x="1073982" y="506149"/>
                </a:lnTo>
                <a:lnTo>
                  <a:pt x="1092022" y="506006"/>
                </a:lnTo>
                <a:lnTo>
                  <a:pt x="1110072" y="505825"/>
                </a:lnTo>
                <a:lnTo>
                  <a:pt x="1128122" y="505625"/>
                </a:lnTo>
                <a:lnTo>
                  <a:pt x="1146172" y="505387"/>
                </a:lnTo>
                <a:lnTo>
                  <a:pt x="1164222" y="505130"/>
                </a:lnTo>
                <a:lnTo>
                  <a:pt x="1182262" y="504844"/>
                </a:lnTo>
                <a:lnTo>
                  <a:pt x="1200312" y="504520"/>
                </a:lnTo>
                <a:lnTo>
                  <a:pt x="1218362" y="504158"/>
                </a:lnTo>
                <a:lnTo>
                  <a:pt x="1236402" y="503777"/>
                </a:lnTo>
                <a:lnTo>
                  <a:pt x="1254452" y="503349"/>
                </a:lnTo>
                <a:lnTo>
                  <a:pt x="1272502" y="502901"/>
                </a:lnTo>
                <a:lnTo>
                  <a:pt x="1290542" y="502425"/>
                </a:lnTo>
                <a:lnTo>
                  <a:pt x="1308592" y="501901"/>
                </a:lnTo>
                <a:lnTo>
                  <a:pt x="1326632" y="501339"/>
                </a:lnTo>
                <a:lnTo>
                  <a:pt x="1344673" y="500739"/>
                </a:lnTo>
                <a:lnTo>
                  <a:pt x="1362723" y="500101"/>
                </a:lnTo>
                <a:lnTo>
                  <a:pt x="1380763" y="499415"/>
                </a:lnTo>
                <a:lnTo>
                  <a:pt x="1398803" y="498691"/>
                </a:lnTo>
                <a:lnTo>
                  <a:pt x="1416844" y="497910"/>
                </a:lnTo>
                <a:lnTo>
                  <a:pt x="1434884" y="497091"/>
                </a:lnTo>
                <a:lnTo>
                  <a:pt x="1452915" y="496214"/>
                </a:lnTo>
                <a:lnTo>
                  <a:pt x="1470955" y="495281"/>
                </a:lnTo>
                <a:lnTo>
                  <a:pt x="1488986" y="494281"/>
                </a:lnTo>
                <a:lnTo>
                  <a:pt x="1507017" y="493224"/>
                </a:lnTo>
                <a:lnTo>
                  <a:pt x="1525048" y="492090"/>
                </a:lnTo>
                <a:lnTo>
                  <a:pt x="1543079" y="490880"/>
                </a:lnTo>
                <a:lnTo>
                  <a:pt x="1561100" y="489585"/>
                </a:lnTo>
                <a:lnTo>
                  <a:pt x="1579121" y="488194"/>
                </a:lnTo>
                <a:lnTo>
                  <a:pt x="1597142" y="486699"/>
                </a:lnTo>
                <a:lnTo>
                  <a:pt x="1615145" y="485080"/>
                </a:lnTo>
                <a:lnTo>
                  <a:pt x="1633157" y="483318"/>
                </a:lnTo>
                <a:lnTo>
                  <a:pt x="1651149" y="481384"/>
                </a:lnTo>
                <a:lnTo>
                  <a:pt x="1669132" y="479260"/>
                </a:lnTo>
                <a:lnTo>
                  <a:pt x="1687097" y="476879"/>
                </a:lnTo>
                <a:lnTo>
                  <a:pt x="1705032" y="474174"/>
                </a:lnTo>
                <a:lnTo>
                  <a:pt x="1722939" y="471021"/>
                </a:lnTo>
                <a:lnTo>
                  <a:pt x="1740770" y="467201"/>
                </a:lnTo>
                <a:lnTo>
                  <a:pt x="1758448" y="462182"/>
                </a:lnTo>
                <a:lnTo>
                  <a:pt x="1775384" y="453809"/>
                </a:lnTo>
                <a:lnTo>
                  <a:pt x="1785147" y="433349"/>
                </a:lnTo>
                <a:lnTo>
                  <a:pt x="1794377" y="411956"/>
                </a:lnTo>
                <a:lnTo>
                  <a:pt x="1803606" y="390563"/>
                </a:lnTo>
                <a:lnTo>
                  <a:pt x="1812827" y="369170"/>
                </a:lnTo>
                <a:lnTo>
                  <a:pt x="1822056" y="347777"/>
                </a:lnTo>
                <a:lnTo>
                  <a:pt x="1831286" y="326384"/>
                </a:lnTo>
                <a:lnTo>
                  <a:pt x="1840516" y="304991"/>
                </a:lnTo>
                <a:lnTo>
                  <a:pt x="1849745" y="283597"/>
                </a:lnTo>
                <a:lnTo>
                  <a:pt x="1858975" y="262204"/>
                </a:lnTo>
                <a:lnTo>
                  <a:pt x="1868205" y="240811"/>
                </a:lnTo>
                <a:lnTo>
                  <a:pt x="1877435" y="219418"/>
                </a:lnTo>
                <a:lnTo>
                  <a:pt x="1886664" y="198025"/>
                </a:lnTo>
                <a:lnTo>
                  <a:pt x="1895894" y="176632"/>
                </a:lnTo>
                <a:lnTo>
                  <a:pt x="1905124" y="155238"/>
                </a:lnTo>
                <a:lnTo>
                  <a:pt x="1914354" y="133845"/>
                </a:lnTo>
                <a:lnTo>
                  <a:pt x="1923583" y="112452"/>
                </a:lnTo>
                <a:lnTo>
                  <a:pt x="1932813" y="91059"/>
                </a:lnTo>
                <a:lnTo>
                  <a:pt x="1942043" y="69666"/>
                </a:lnTo>
                <a:lnTo>
                  <a:pt x="1951272" y="48273"/>
                </a:lnTo>
                <a:lnTo>
                  <a:pt x="1960502" y="26880"/>
                </a:lnTo>
                <a:lnTo>
                  <a:pt x="1969732" y="5486"/>
                </a:lnTo>
                <a:lnTo>
                  <a:pt x="1961417" y="9763"/>
                </a:lnTo>
                <a:lnTo>
                  <a:pt x="1943881" y="15564"/>
                </a:lnTo>
                <a:lnTo>
                  <a:pt x="1926069" y="19583"/>
                </a:lnTo>
                <a:lnTo>
                  <a:pt x="1908172" y="22793"/>
                </a:lnTo>
                <a:lnTo>
                  <a:pt x="1890227" y="25498"/>
                </a:lnTo>
                <a:lnTo>
                  <a:pt x="1872263" y="27861"/>
                </a:lnTo>
                <a:lnTo>
                  <a:pt x="1854279" y="29975"/>
                </a:lnTo>
                <a:lnTo>
                  <a:pt x="1836287" y="31880"/>
                </a:lnTo>
                <a:lnTo>
                  <a:pt x="1818275" y="33614"/>
                </a:lnTo>
                <a:lnTo>
                  <a:pt x="1800263" y="35214"/>
                </a:lnTo>
                <a:lnTo>
                  <a:pt x="1782251" y="36700"/>
                </a:lnTo>
                <a:lnTo>
                  <a:pt x="1764230" y="38090"/>
                </a:lnTo>
                <a:lnTo>
                  <a:pt x="1746209" y="39386"/>
                </a:lnTo>
                <a:lnTo>
                  <a:pt x="1728178" y="40605"/>
                </a:lnTo>
                <a:lnTo>
                  <a:pt x="1710147" y="41748"/>
                </a:lnTo>
                <a:lnTo>
                  <a:pt x="1692116" y="42824"/>
                </a:lnTo>
                <a:lnTo>
                  <a:pt x="1674085" y="43844"/>
                </a:lnTo>
                <a:lnTo>
                  <a:pt x="1656045" y="44815"/>
                </a:lnTo>
                <a:lnTo>
                  <a:pt x="1638014" y="45730"/>
                </a:lnTo>
                <a:lnTo>
                  <a:pt x="1619974" y="46596"/>
                </a:lnTo>
                <a:lnTo>
                  <a:pt x="1601934" y="47425"/>
                </a:lnTo>
                <a:lnTo>
                  <a:pt x="1583893" y="48206"/>
                </a:lnTo>
                <a:lnTo>
                  <a:pt x="1565853" y="48949"/>
                </a:lnTo>
                <a:lnTo>
                  <a:pt x="1547813" y="49663"/>
                </a:lnTo>
                <a:lnTo>
                  <a:pt x="1529772" y="50330"/>
                </a:lnTo>
                <a:lnTo>
                  <a:pt x="1511732" y="50978"/>
                </a:lnTo>
                <a:lnTo>
                  <a:pt x="1493682" y="51587"/>
                </a:lnTo>
                <a:lnTo>
                  <a:pt x="1475642" y="52168"/>
                </a:lnTo>
                <a:lnTo>
                  <a:pt x="1457601" y="52711"/>
                </a:lnTo>
                <a:lnTo>
                  <a:pt x="1439551" y="53235"/>
                </a:lnTo>
                <a:lnTo>
                  <a:pt x="1421511" y="53721"/>
                </a:lnTo>
                <a:lnTo>
                  <a:pt x="1403461" y="54197"/>
                </a:lnTo>
                <a:lnTo>
                  <a:pt x="1385411" y="54645"/>
                </a:lnTo>
                <a:lnTo>
                  <a:pt x="1367371" y="55055"/>
                </a:lnTo>
                <a:lnTo>
                  <a:pt x="1349321" y="55474"/>
                </a:lnTo>
                <a:lnTo>
                  <a:pt x="1331281" y="55836"/>
                </a:lnTo>
                <a:lnTo>
                  <a:pt x="1313231" y="56188"/>
                </a:lnTo>
                <a:lnTo>
                  <a:pt x="1295181" y="56521"/>
                </a:lnTo>
                <a:lnTo>
                  <a:pt x="1277131" y="56826"/>
                </a:lnTo>
                <a:lnTo>
                  <a:pt x="1259091" y="57131"/>
                </a:lnTo>
                <a:lnTo>
                  <a:pt x="1241041" y="57388"/>
                </a:lnTo>
                <a:lnTo>
                  <a:pt x="1222991" y="57645"/>
                </a:lnTo>
                <a:lnTo>
                  <a:pt x="1204941" y="57874"/>
                </a:lnTo>
                <a:lnTo>
                  <a:pt x="1186901" y="58083"/>
                </a:lnTo>
                <a:lnTo>
                  <a:pt x="1168851" y="58283"/>
                </a:lnTo>
                <a:lnTo>
                  <a:pt x="1150801" y="58445"/>
                </a:lnTo>
                <a:lnTo>
                  <a:pt x="1132751" y="58607"/>
                </a:lnTo>
                <a:lnTo>
                  <a:pt x="1114701" y="58741"/>
                </a:lnTo>
                <a:lnTo>
                  <a:pt x="1096651" y="58855"/>
                </a:lnTo>
                <a:lnTo>
                  <a:pt x="1078611" y="58969"/>
                </a:lnTo>
                <a:lnTo>
                  <a:pt x="1060561" y="59036"/>
                </a:lnTo>
                <a:lnTo>
                  <a:pt x="1042511" y="59103"/>
                </a:lnTo>
                <a:lnTo>
                  <a:pt x="1024461" y="59150"/>
                </a:lnTo>
                <a:lnTo>
                  <a:pt x="1006412" y="59179"/>
                </a:lnTo>
                <a:lnTo>
                  <a:pt x="988362" y="59198"/>
                </a:lnTo>
                <a:lnTo>
                  <a:pt x="970312" y="59179"/>
                </a:lnTo>
                <a:lnTo>
                  <a:pt x="952262" y="59160"/>
                </a:lnTo>
                <a:lnTo>
                  <a:pt x="934222" y="59122"/>
                </a:lnTo>
                <a:lnTo>
                  <a:pt x="916172" y="59055"/>
                </a:lnTo>
                <a:lnTo>
                  <a:pt x="898122" y="58988"/>
                </a:lnTo>
                <a:lnTo>
                  <a:pt x="880072" y="58884"/>
                </a:lnTo>
                <a:lnTo>
                  <a:pt x="862022" y="58769"/>
                </a:lnTo>
                <a:lnTo>
                  <a:pt x="843972" y="58645"/>
                </a:lnTo>
                <a:lnTo>
                  <a:pt x="825922" y="58484"/>
                </a:lnTo>
                <a:lnTo>
                  <a:pt x="807882" y="58322"/>
                </a:lnTo>
                <a:lnTo>
                  <a:pt x="789832" y="58131"/>
                </a:lnTo>
                <a:lnTo>
                  <a:pt x="771782" y="57922"/>
                </a:lnTo>
                <a:lnTo>
                  <a:pt x="753732" y="57712"/>
                </a:lnTo>
                <a:lnTo>
                  <a:pt x="735682" y="57455"/>
                </a:lnTo>
                <a:lnTo>
                  <a:pt x="717642" y="57198"/>
                </a:lnTo>
                <a:lnTo>
                  <a:pt x="699592" y="56912"/>
                </a:lnTo>
                <a:lnTo>
                  <a:pt x="681542" y="56607"/>
                </a:lnTo>
                <a:lnTo>
                  <a:pt x="663492" y="56283"/>
                </a:lnTo>
                <a:lnTo>
                  <a:pt x="645452" y="55921"/>
                </a:lnTo>
                <a:lnTo>
                  <a:pt x="627402" y="55569"/>
                </a:lnTo>
                <a:lnTo>
                  <a:pt x="609352" y="55169"/>
                </a:lnTo>
                <a:lnTo>
                  <a:pt x="591312" y="54750"/>
                </a:lnTo>
                <a:lnTo>
                  <a:pt x="573262" y="54312"/>
                </a:lnTo>
                <a:lnTo>
                  <a:pt x="555222" y="53845"/>
                </a:lnTo>
                <a:lnTo>
                  <a:pt x="537172" y="53369"/>
                </a:lnTo>
                <a:lnTo>
                  <a:pt x="519132" y="52854"/>
                </a:lnTo>
                <a:lnTo>
                  <a:pt x="501082" y="52311"/>
                </a:lnTo>
                <a:lnTo>
                  <a:pt x="483041" y="51740"/>
                </a:lnTo>
                <a:lnTo>
                  <a:pt x="465001" y="51130"/>
                </a:lnTo>
                <a:lnTo>
                  <a:pt x="446951" y="50502"/>
                </a:lnTo>
                <a:lnTo>
                  <a:pt x="428911" y="49835"/>
                </a:lnTo>
                <a:lnTo>
                  <a:pt x="410870" y="49139"/>
                </a:lnTo>
                <a:lnTo>
                  <a:pt x="392830" y="48397"/>
                </a:lnTo>
                <a:lnTo>
                  <a:pt x="374790" y="47625"/>
                </a:lnTo>
                <a:lnTo>
                  <a:pt x="356749" y="46815"/>
                </a:lnTo>
                <a:lnTo>
                  <a:pt x="338709" y="45958"/>
                </a:lnTo>
                <a:lnTo>
                  <a:pt x="320678" y="45053"/>
                </a:lnTo>
                <a:lnTo>
                  <a:pt x="302638" y="44101"/>
                </a:lnTo>
                <a:lnTo>
                  <a:pt x="284607" y="43091"/>
                </a:lnTo>
                <a:lnTo>
                  <a:pt x="266576" y="42024"/>
                </a:lnTo>
                <a:lnTo>
                  <a:pt x="248545" y="40900"/>
                </a:lnTo>
                <a:lnTo>
                  <a:pt x="230515" y="39700"/>
                </a:lnTo>
                <a:lnTo>
                  <a:pt x="212493" y="38433"/>
                </a:lnTo>
                <a:lnTo>
                  <a:pt x="194472" y="37071"/>
                </a:lnTo>
                <a:lnTo>
                  <a:pt x="176451" y="35604"/>
                </a:lnTo>
                <a:lnTo>
                  <a:pt x="158439" y="34033"/>
                </a:lnTo>
                <a:lnTo>
                  <a:pt x="140437" y="32337"/>
                </a:lnTo>
                <a:lnTo>
                  <a:pt x="122434" y="30480"/>
                </a:lnTo>
                <a:lnTo>
                  <a:pt x="104451" y="28423"/>
                </a:lnTo>
                <a:lnTo>
                  <a:pt x="86477" y="26137"/>
                </a:lnTo>
                <a:lnTo>
                  <a:pt x="68523" y="23527"/>
                </a:lnTo>
                <a:lnTo>
                  <a:pt x="50616" y="20469"/>
                </a:lnTo>
                <a:lnTo>
                  <a:pt x="32776" y="16707"/>
                </a:lnTo>
                <a:lnTo>
                  <a:pt x="15126" y="115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6EC53510-9E88-43AA-B592-C2F81378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9424" y="3253140"/>
            <a:ext cx="1972151" cy="16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B1260F6E-8F8F-464D-9018-6469515B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2420" y="3937416"/>
            <a:ext cx="1586084" cy="506482"/>
          </a:xfrm>
          <a:custGeom xmlns:a="http://schemas.openxmlformats.org/drawingml/2006/main">
            <a:pathLst>
              <a:path w="1586084" h="506482">
                <a:moveTo>
                  <a:pt x="0" y="0"/>
                </a:moveTo>
                <a:lnTo>
                  <a:pt x="7106" y="18098"/>
                </a:lnTo>
                <a:lnTo>
                  <a:pt x="14211" y="36195"/>
                </a:lnTo>
                <a:lnTo>
                  <a:pt x="21317" y="54283"/>
                </a:lnTo>
                <a:lnTo>
                  <a:pt x="28423" y="72380"/>
                </a:lnTo>
                <a:lnTo>
                  <a:pt x="35528" y="90478"/>
                </a:lnTo>
                <a:lnTo>
                  <a:pt x="42634" y="108575"/>
                </a:lnTo>
                <a:lnTo>
                  <a:pt x="49740" y="126663"/>
                </a:lnTo>
                <a:lnTo>
                  <a:pt x="56845" y="144761"/>
                </a:lnTo>
                <a:lnTo>
                  <a:pt x="63951" y="162858"/>
                </a:lnTo>
                <a:lnTo>
                  <a:pt x="71057" y="180956"/>
                </a:lnTo>
                <a:lnTo>
                  <a:pt x="78162" y="199044"/>
                </a:lnTo>
                <a:lnTo>
                  <a:pt x="85258" y="217141"/>
                </a:lnTo>
                <a:lnTo>
                  <a:pt x="92364" y="235239"/>
                </a:lnTo>
                <a:lnTo>
                  <a:pt x="99470" y="253336"/>
                </a:lnTo>
                <a:lnTo>
                  <a:pt x="106575" y="271424"/>
                </a:lnTo>
                <a:lnTo>
                  <a:pt x="113681" y="289522"/>
                </a:lnTo>
                <a:lnTo>
                  <a:pt x="120787" y="307619"/>
                </a:lnTo>
                <a:lnTo>
                  <a:pt x="127892" y="325717"/>
                </a:lnTo>
                <a:lnTo>
                  <a:pt x="134998" y="343805"/>
                </a:lnTo>
                <a:lnTo>
                  <a:pt x="142103" y="361902"/>
                </a:lnTo>
                <a:lnTo>
                  <a:pt x="149209" y="380000"/>
                </a:lnTo>
                <a:lnTo>
                  <a:pt x="156315" y="398097"/>
                </a:lnTo>
                <a:lnTo>
                  <a:pt x="163420" y="416185"/>
                </a:lnTo>
                <a:lnTo>
                  <a:pt x="170526" y="434283"/>
                </a:lnTo>
                <a:lnTo>
                  <a:pt x="177394" y="452380"/>
                </a:lnTo>
                <a:lnTo>
                  <a:pt x="190576" y="461667"/>
                </a:lnTo>
                <a:lnTo>
                  <a:pt x="204978" y="467039"/>
                </a:lnTo>
                <a:lnTo>
                  <a:pt x="219599" y="471078"/>
                </a:lnTo>
                <a:lnTo>
                  <a:pt x="234325" y="474383"/>
                </a:lnTo>
                <a:lnTo>
                  <a:pt x="249107" y="477203"/>
                </a:lnTo>
                <a:lnTo>
                  <a:pt x="263919" y="479679"/>
                </a:lnTo>
                <a:lnTo>
                  <a:pt x="278749" y="481889"/>
                </a:lnTo>
                <a:lnTo>
                  <a:pt x="293599" y="483870"/>
                </a:lnTo>
                <a:lnTo>
                  <a:pt x="308467" y="485689"/>
                </a:lnTo>
                <a:lnTo>
                  <a:pt x="323336" y="487356"/>
                </a:lnTo>
                <a:lnTo>
                  <a:pt x="338214" y="488890"/>
                </a:lnTo>
                <a:lnTo>
                  <a:pt x="353092" y="490309"/>
                </a:lnTo>
                <a:lnTo>
                  <a:pt x="367989" y="491633"/>
                </a:lnTo>
                <a:lnTo>
                  <a:pt x="382876" y="492862"/>
                </a:lnTo>
                <a:lnTo>
                  <a:pt x="397774" y="494005"/>
                </a:lnTo>
                <a:lnTo>
                  <a:pt x="412671" y="495081"/>
                </a:lnTo>
                <a:lnTo>
                  <a:pt x="427577" y="496081"/>
                </a:lnTo>
                <a:lnTo>
                  <a:pt x="442484" y="497015"/>
                </a:lnTo>
                <a:lnTo>
                  <a:pt x="457391" y="497891"/>
                </a:lnTo>
                <a:lnTo>
                  <a:pt x="472297" y="498719"/>
                </a:lnTo>
                <a:lnTo>
                  <a:pt x="487204" y="499491"/>
                </a:lnTo>
                <a:lnTo>
                  <a:pt x="502110" y="500205"/>
                </a:lnTo>
                <a:lnTo>
                  <a:pt x="517027" y="500872"/>
                </a:lnTo>
                <a:lnTo>
                  <a:pt x="531943" y="501501"/>
                </a:lnTo>
                <a:lnTo>
                  <a:pt x="546849" y="502082"/>
                </a:lnTo>
                <a:lnTo>
                  <a:pt x="561765" y="502625"/>
                </a:lnTo>
                <a:lnTo>
                  <a:pt x="576682" y="503130"/>
                </a:lnTo>
                <a:lnTo>
                  <a:pt x="591598" y="503587"/>
                </a:lnTo>
                <a:lnTo>
                  <a:pt x="606514" y="504015"/>
                </a:lnTo>
                <a:lnTo>
                  <a:pt x="621430" y="504406"/>
                </a:lnTo>
                <a:lnTo>
                  <a:pt x="636346" y="504758"/>
                </a:lnTo>
                <a:lnTo>
                  <a:pt x="651272" y="505073"/>
                </a:lnTo>
                <a:lnTo>
                  <a:pt x="666188" y="505358"/>
                </a:lnTo>
                <a:lnTo>
                  <a:pt x="681104" y="505606"/>
                </a:lnTo>
                <a:lnTo>
                  <a:pt x="696020" y="505816"/>
                </a:lnTo>
                <a:lnTo>
                  <a:pt x="710946" y="506016"/>
                </a:lnTo>
                <a:lnTo>
                  <a:pt x="725862" y="506168"/>
                </a:lnTo>
                <a:lnTo>
                  <a:pt x="740778" y="506292"/>
                </a:lnTo>
                <a:lnTo>
                  <a:pt x="755704" y="506378"/>
                </a:lnTo>
                <a:lnTo>
                  <a:pt x="770620" y="506444"/>
                </a:lnTo>
                <a:lnTo>
                  <a:pt x="785536" y="506482"/>
                </a:lnTo>
                <a:lnTo>
                  <a:pt x="800462" y="506482"/>
                </a:lnTo>
                <a:lnTo>
                  <a:pt x="815378" y="506444"/>
                </a:lnTo>
                <a:lnTo>
                  <a:pt x="830294" y="506378"/>
                </a:lnTo>
                <a:lnTo>
                  <a:pt x="845220" y="506292"/>
                </a:lnTo>
                <a:lnTo>
                  <a:pt x="860136" y="506168"/>
                </a:lnTo>
                <a:lnTo>
                  <a:pt x="875062" y="506016"/>
                </a:lnTo>
                <a:lnTo>
                  <a:pt x="889978" y="505835"/>
                </a:lnTo>
                <a:lnTo>
                  <a:pt x="904894" y="505616"/>
                </a:lnTo>
                <a:lnTo>
                  <a:pt x="919810" y="505358"/>
                </a:lnTo>
                <a:lnTo>
                  <a:pt x="934736" y="505073"/>
                </a:lnTo>
                <a:lnTo>
                  <a:pt x="949652" y="504758"/>
                </a:lnTo>
                <a:lnTo>
                  <a:pt x="964568" y="504406"/>
                </a:lnTo>
                <a:lnTo>
                  <a:pt x="979484" y="504015"/>
                </a:lnTo>
                <a:lnTo>
                  <a:pt x="994400" y="503596"/>
                </a:lnTo>
                <a:lnTo>
                  <a:pt x="1009317" y="503130"/>
                </a:lnTo>
                <a:lnTo>
                  <a:pt x="1024233" y="502634"/>
                </a:lnTo>
                <a:lnTo>
                  <a:pt x="1039149" y="502091"/>
                </a:lnTo>
                <a:lnTo>
                  <a:pt x="1054065" y="501510"/>
                </a:lnTo>
                <a:lnTo>
                  <a:pt x="1068972" y="500882"/>
                </a:lnTo>
                <a:lnTo>
                  <a:pt x="1083888" y="500215"/>
                </a:lnTo>
                <a:lnTo>
                  <a:pt x="1098794" y="499501"/>
                </a:lnTo>
                <a:lnTo>
                  <a:pt x="1113701" y="498729"/>
                </a:lnTo>
                <a:lnTo>
                  <a:pt x="1128617" y="497900"/>
                </a:lnTo>
                <a:lnTo>
                  <a:pt x="1143524" y="497024"/>
                </a:lnTo>
                <a:lnTo>
                  <a:pt x="1158421" y="496091"/>
                </a:lnTo>
                <a:lnTo>
                  <a:pt x="1173328" y="495090"/>
                </a:lnTo>
                <a:lnTo>
                  <a:pt x="1188225" y="494014"/>
                </a:lnTo>
                <a:lnTo>
                  <a:pt x="1203122" y="492871"/>
                </a:lnTo>
                <a:lnTo>
                  <a:pt x="1218019" y="491652"/>
                </a:lnTo>
                <a:lnTo>
                  <a:pt x="1232906" y="490328"/>
                </a:lnTo>
                <a:lnTo>
                  <a:pt x="1247785" y="488909"/>
                </a:lnTo>
                <a:lnTo>
                  <a:pt x="1262663" y="487375"/>
                </a:lnTo>
                <a:lnTo>
                  <a:pt x="1277541" y="485708"/>
                </a:lnTo>
                <a:lnTo>
                  <a:pt x="1292400" y="483889"/>
                </a:lnTo>
                <a:lnTo>
                  <a:pt x="1307249" y="481908"/>
                </a:lnTo>
                <a:lnTo>
                  <a:pt x="1322080" y="479708"/>
                </a:lnTo>
                <a:lnTo>
                  <a:pt x="1336891" y="477231"/>
                </a:lnTo>
                <a:lnTo>
                  <a:pt x="1351674" y="474412"/>
                </a:lnTo>
                <a:lnTo>
                  <a:pt x="1366399" y="471116"/>
                </a:lnTo>
                <a:lnTo>
                  <a:pt x="1381030" y="467087"/>
                </a:lnTo>
                <a:lnTo>
                  <a:pt x="1395432" y="461734"/>
                </a:lnTo>
                <a:lnTo>
                  <a:pt x="1408652" y="452542"/>
                </a:lnTo>
                <a:lnTo>
                  <a:pt x="1415558" y="434483"/>
                </a:lnTo>
                <a:lnTo>
                  <a:pt x="1422664" y="416395"/>
                </a:lnTo>
                <a:lnTo>
                  <a:pt x="1429769" y="398297"/>
                </a:lnTo>
                <a:lnTo>
                  <a:pt x="1436875" y="380200"/>
                </a:lnTo>
                <a:lnTo>
                  <a:pt x="1443980" y="362102"/>
                </a:lnTo>
                <a:lnTo>
                  <a:pt x="1451086" y="344014"/>
                </a:lnTo>
                <a:lnTo>
                  <a:pt x="1458192" y="325917"/>
                </a:lnTo>
                <a:lnTo>
                  <a:pt x="1465297" y="307819"/>
                </a:lnTo>
                <a:lnTo>
                  <a:pt x="1472403" y="289722"/>
                </a:lnTo>
                <a:lnTo>
                  <a:pt x="1479509" y="271634"/>
                </a:lnTo>
                <a:lnTo>
                  <a:pt x="1486614" y="253536"/>
                </a:lnTo>
                <a:lnTo>
                  <a:pt x="1493720" y="235439"/>
                </a:lnTo>
                <a:lnTo>
                  <a:pt x="1500826" y="217341"/>
                </a:lnTo>
                <a:lnTo>
                  <a:pt x="1507931" y="199253"/>
                </a:lnTo>
                <a:lnTo>
                  <a:pt x="1515037" y="181156"/>
                </a:lnTo>
                <a:lnTo>
                  <a:pt x="1522143" y="163058"/>
                </a:lnTo>
                <a:lnTo>
                  <a:pt x="1529248" y="144961"/>
                </a:lnTo>
                <a:lnTo>
                  <a:pt x="1536354" y="126863"/>
                </a:lnTo>
                <a:lnTo>
                  <a:pt x="1543460" y="108776"/>
                </a:lnTo>
                <a:lnTo>
                  <a:pt x="1550556" y="90678"/>
                </a:lnTo>
                <a:lnTo>
                  <a:pt x="1557661" y="72581"/>
                </a:lnTo>
                <a:lnTo>
                  <a:pt x="1564767" y="54483"/>
                </a:lnTo>
                <a:lnTo>
                  <a:pt x="1571873" y="36395"/>
                </a:lnTo>
                <a:lnTo>
                  <a:pt x="1578978" y="18298"/>
                </a:lnTo>
                <a:lnTo>
                  <a:pt x="1586084" y="200"/>
                </a:lnTo>
                <a:lnTo>
                  <a:pt x="1574692" y="11230"/>
                </a:lnTo>
                <a:lnTo>
                  <a:pt x="1560290" y="16564"/>
                </a:lnTo>
                <a:lnTo>
                  <a:pt x="1545641" y="20422"/>
                </a:lnTo>
                <a:lnTo>
                  <a:pt x="1530887" y="23555"/>
                </a:lnTo>
                <a:lnTo>
                  <a:pt x="1516094" y="26222"/>
                </a:lnTo>
                <a:lnTo>
                  <a:pt x="1501273" y="28556"/>
                </a:lnTo>
                <a:lnTo>
                  <a:pt x="1486433" y="30642"/>
                </a:lnTo>
                <a:lnTo>
                  <a:pt x="1471574" y="32537"/>
                </a:lnTo>
                <a:lnTo>
                  <a:pt x="1456706" y="34261"/>
                </a:lnTo>
                <a:lnTo>
                  <a:pt x="1441837" y="35862"/>
                </a:lnTo>
                <a:lnTo>
                  <a:pt x="1426950" y="37338"/>
                </a:lnTo>
                <a:lnTo>
                  <a:pt x="1412062" y="38719"/>
                </a:lnTo>
                <a:lnTo>
                  <a:pt x="1397175" y="40005"/>
                </a:lnTo>
                <a:lnTo>
                  <a:pt x="1382278" y="41215"/>
                </a:lnTo>
                <a:lnTo>
                  <a:pt x="1367390" y="42358"/>
                </a:lnTo>
                <a:lnTo>
                  <a:pt x="1352483" y="43434"/>
                </a:lnTo>
                <a:lnTo>
                  <a:pt x="1337586" y="44444"/>
                </a:lnTo>
                <a:lnTo>
                  <a:pt x="1322680" y="45406"/>
                </a:lnTo>
                <a:lnTo>
                  <a:pt x="1307773" y="46311"/>
                </a:lnTo>
                <a:lnTo>
                  <a:pt x="1292866" y="47177"/>
                </a:lnTo>
                <a:lnTo>
                  <a:pt x="1277960" y="47996"/>
                </a:lnTo>
                <a:lnTo>
                  <a:pt x="1263053" y="48768"/>
                </a:lnTo>
                <a:lnTo>
                  <a:pt x="1248137" y="49511"/>
                </a:lnTo>
                <a:lnTo>
                  <a:pt x="1233230" y="50206"/>
                </a:lnTo>
                <a:lnTo>
                  <a:pt x="1218314" y="50873"/>
                </a:lnTo>
                <a:lnTo>
                  <a:pt x="1203408" y="51502"/>
                </a:lnTo>
                <a:lnTo>
                  <a:pt x="1188491" y="52102"/>
                </a:lnTo>
                <a:lnTo>
                  <a:pt x="1173575" y="52673"/>
                </a:lnTo>
                <a:lnTo>
                  <a:pt x="1158669" y="53207"/>
                </a:lnTo>
                <a:lnTo>
                  <a:pt x="1143752" y="53721"/>
                </a:lnTo>
                <a:lnTo>
                  <a:pt x="1128836" y="54207"/>
                </a:lnTo>
                <a:lnTo>
                  <a:pt x="1113920" y="54664"/>
                </a:lnTo>
                <a:lnTo>
                  <a:pt x="1099004" y="55093"/>
                </a:lnTo>
                <a:lnTo>
                  <a:pt x="1084088" y="55502"/>
                </a:lnTo>
                <a:lnTo>
                  <a:pt x="1069162" y="55874"/>
                </a:lnTo>
                <a:lnTo>
                  <a:pt x="1054246" y="56245"/>
                </a:lnTo>
                <a:lnTo>
                  <a:pt x="1039330" y="56579"/>
                </a:lnTo>
                <a:lnTo>
                  <a:pt x="1024414" y="56902"/>
                </a:lnTo>
                <a:lnTo>
                  <a:pt x="1009498" y="57188"/>
                </a:lnTo>
                <a:lnTo>
                  <a:pt x="994581" y="57455"/>
                </a:lnTo>
                <a:lnTo>
                  <a:pt x="979656" y="57712"/>
                </a:lnTo>
                <a:lnTo>
                  <a:pt x="964740" y="57941"/>
                </a:lnTo>
                <a:lnTo>
                  <a:pt x="949823" y="58150"/>
                </a:lnTo>
                <a:lnTo>
                  <a:pt x="934898" y="58341"/>
                </a:lnTo>
                <a:lnTo>
                  <a:pt x="919982" y="58503"/>
                </a:lnTo>
                <a:lnTo>
                  <a:pt x="905066" y="58674"/>
                </a:lnTo>
                <a:lnTo>
                  <a:pt x="890140" y="58788"/>
                </a:lnTo>
                <a:lnTo>
                  <a:pt x="875224" y="58903"/>
                </a:lnTo>
                <a:lnTo>
                  <a:pt x="860308" y="58998"/>
                </a:lnTo>
                <a:lnTo>
                  <a:pt x="845382" y="59074"/>
                </a:lnTo>
                <a:lnTo>
                  <a:pt x="830466" y="59141"/>
                </a:lnTo>
                <a:lnTo>
                  <a:pt x="815550" y="59169"/>
                </a:lnTo>
                <a:lnTo>
                  <a:pt x="800624" y="59188"/>
                </a:lnTo>
                <a:lnTo>
                  <a:pt x="785708" y="59188"/>
                </a:lnTo>
                <a:lnTo>
                  <a:pt x="770782" y="59169"/>
                </a:lnTo>
                <a:lnTo>
                  <a:pt x="755866" y="59141"/>
                </a:lnTo>
                <a:lnTo>
                  <a:pt x="740950" y="59074"/>
                </a:lnTo>
                <a:lnTo>
                  <a:pt x="726024" y="58998"/>
                </a:lnTo>
                <a:lnTo>
                  <a:pt x="711108" y="58912"/>
                </a:lnTo>
                <a:lnTo>
                  <a:pt x="696192" y="58788"/>
                </a:lnTo>
                <a:lnTo>
                  <a:pt x="681266" y="58674"/>
                </a:lnTo>
                <a:lnTo>
                  <a:pt x="666350" y="58512"/>
                </a:lnTo>
                <a:lnTo>
                  <a:pt x="651434" y="58341"/>
                </a:lnTo>
                <a:lnTo>
                  <a:pt x="636508" y="58150"/>
                </a:lnTo>
                <a:lnTo>
                  <a:pt x="621592" y="57941"/>
                </a:lnTo>
                <a:lnTo>
                  <a:pt x="606676" y="57721"/>
                </a:lnTo>
                <a:lnTo>
                  <a:pt x="591760" y="57455"/>
                </a:lnTo>
                <a:lnTo>
                  <a:pt x="576834" y="57188"/>
                </a:lnTo>
                <a:lnTo>
                  <a:pt x="561918" y="56902"/>
                </a:lnTo>
                <a:lnTo>
                  <a:pt x="547002" y="56588"/>
                </a:lnTo>
                <a:lnTo>
                  <a:pt x="532086" y="56245"/>
                </a:lnTo>
                <a:lnTo>
                  <a:pt x="517169" y="55874"/>
                </a:lnTo>
                <a:lnTo>
                  <a:pt x="502244" y="55512"/>
                </a:lnTo>
                <a:lnTo>
                  <a:pt x="487328" y="55102"/>
                </a:lnTo>
                <a:lnTo>
                  <a:pt x="472411" y="54664"/>
                </a:lnTo>
                <a:lnTo>
                  <a:pt x="457495" y="54207"/>
                </a:lnTo>
                <a:lnTo>
                  <a:pt x="442579" y="53721"/>
                </a:lnTo>
                <a:lnTo>
                  <a:pt x="427663" y="53216"/>
                </a:lnTo>
                <a:lnTo>
                  <a:pt x="412756" y="52673"/>
                </a:lnTo>
                <a:lnTo>
                  <a:pt x="397840" y="52111"/>
                </a:lnTo>
                <a:lnTo>
                  <a:pt x="382924" y="51511"/>
                </a:lnTo>
                <a:lnTo>
                  <a:pt x="368017" y="50883"/>
                </a:lnTo>
                <a:lnTo>
                  <a:pt x="353101" y="50216"/>
                </a:lnTo>
                <a:lnTo>
                  <a:pt x="338185" y="49511"/>
                </a:lnTo>
                <a:lnTo>
                  <a:pt x="323279" y="48778"/>
                </a:lnTo>
                <a:lnTo>
                  <a:pt x="308372" y="48006"/>
                </a:lnTo>
                <a:lnTo>
                  <a:pt x="293465" y="47187"/>
                </a:lnTo>
                <a:lnTo>
                  <a:pt x="278559" y="46320"/>
                </a:lnTo>
                <a:lnTo>
                  <a:pt x="263652" y="45415"/>
                </a:lnTo>
                <a:lnTo>
                  <a:pt x="248745" y="44463"/>
                </a:lnTo>
                <a:lnTo>
                  <a:pt x="233848" y="43444"/>
                </a:lnTo>
                <a:lnTo>
                  <a:pt x="218942" y="42367"/>
                </a:lnTo>
                <a:lnTo>
                  <a:pt x="204045" y="41234"/>
                </a:lnTo>
                <a:lnTo>
                  <a:pt x="189157" y="40024"/>
                </a:lnTo>
                <a:lnTo>
                  <a:pt x="174269" y="38729"/>
                </a:lnTo>
                <a:lnTo>
                  <a:pt x="159382" y="37357"/>
                </a:lnTo>
                <a:lnTo>
                  <a:pt x="144494" y="35881"/>
                </a:lnTo>
                <a:lnTo>
                  <a:pt x="129626" y="34280"/>
                </a:lnTo>
                <a:lnTo>
                  <a:pt x="114757" y="32556"/>
                </a:lnTo>
                <a:lnTo>
                  <a:pt x="99898" y="30671"/>
                </a:lnTo>
                <a:lnTo>
                  <a:pt x="85058" y="28585"/>
                </a:lnTo>
                <a:lnTo>
                  <a:pt x="70237" y="26251"/>
                </a:lnTo>
                <a:lnTo>
                  <a:pt x="55436" y="23584"/>
                </a:lnTo>
                <a:lnTo>
                  <a:pt x="40691" y="20460"/>
                </a:lnTo>
                <a:lnTo>
                  <a:pt x="26041" y="16612"/>
                </a:lnTo>
                <a:lnTo>
                  <a:pt x="11630" y="113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7E4D3CAB-855A-4AAA-9119-DE1E9425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2439" y="3853215"/>
            <a:ext cx="1586122" cy="16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5BE64E6A-2B75-4A46-A9A8-4B1856C4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8051" y="4537481"/>
            <a:ext cx="1231821" cy="506482"/>
          </a:xfrm>
          <a:custGeom xmlns:a="http://schemas.openxmlformats.org/drawingml/2006/main">
            <a:pathLst>
              <a:path w="1231821" h="506482">
                <a:moveTo>
                  <a:pt x="0" y="0"/>
                </a:moveTo>
                <a:lnTo>
                  <a:pt x="6048" y="16393"/>
                </a:lnTo>
                <a:lnTo>
                  <a:pt x="12106" y="32785"/>
                </a:lnTo>
                <a:lnTo>
                  <a:pt x="18155" y="49178"/>
                </a:lnTo>
                <a:lnTo>
                  <a:pt x="24203" y="65570"/>
                </a:lnTo>
                <a:lnTo>
                  <a:pt x="30261" y="81963"/>
                </a:lnTo>
                <a:lnTo>
                  <a:pt x="36309" y="98355"/>
                </a:lnTo>
                <a:lnTo>
                  <a:pt x="42358" y="114748"/>
                </a:lnTo>
                <a:lnTo>
                  <a:pt x="48416" y="131140"/>
                </a:lnTo>
                <a:lnTo>
                  <a:pt x="54464" y="147542"/>
                </a:lnTo>
                <a:lnTo>
                  <a:pt x="60522" y="163935"/>
                </a:lnTo>
                <a:lnTo>
                  <a:pt x="66570" y="180327"/>
                </a:lnTo>
                <a:lnTo>
                  <a:pt x="72619" y="196720"/>
                </a:lnTo>
                <a:lnTo>
                  <a:pt x="78677" y="213112"/>
                </a:lnTo>
                <a:lnTo>
                  <a:pt x="84725" y="229505"/>
                </a:lnTo>
                <a:lnTo>
                  <a:pt x="90773" y="245897"/>
                </a:lnTo>
                <a:lnTo>
                  <a:pt x="96831" y="262290"/>
                </a:lnTo>
                <a:lnTo>
                  <a:pt x="102880" y="278682"/>
                </a:lnTo>
                <a:lnTo>
                  <a:pt x="108928" y="295075"/>
                </a:lnTo>
                <a:lnTo>
                  <a:pt x="114986" y="311468"/>
                </a:lnTo>
                <a:lnTo>
                  <a:pt x="121034" y="327860"/>
                </a:lnTo>
                <a:lnTo>
                  <a:pt x="127083" y="344253"/>
                </a:lnTo>
                <a:lnTo>
                  <a:pt x="133140" y="360645"/>
                </a:lnTo>
                <a:lnTo>
                  <a:pt x="139189" y="377038"/>
                </a:lnTo>
                <a:lnTo>
                  <a:pt x="145237" y="393430"/>
                </a:lnTo>
                <a:lnTo>
                  <a:pt x="151295" y="409823"/>
                </a:lnTo>
                <a:lnTo>
                  <a:pt x="157343" y="426225"/>
                </a:lnTo>
                <a:lnTo>
                  <a:pt x="163401" y="442617"/>
                </a:lnTo>
                <a:lnTo>
                  <a:pt x="170507" y="457505"/>
                </a:lnTo>
                <a:lnTo>
                  <a:pt x="182585" y="465211"/>
                </a:lnTo>
                <a:lnTo>
                  <a:pt x="195367" y="470402"/>
                </a:lnTo>
                <a:lnTo>
                  <a:pt x="208378" y="474450"/>
                </a:lnTo>
                <a:lnTo>
                  <a:pt x="221494" y="477812"/>
                </a:lnTo>
                <a:lnTo>
                  <a:pt x="234667" y="480698"/>
                </a:lnTo>
                <a:lnTo>
                  <a:pt x="247879" y="483232"/>
                </a:lnTo>
                <a:lnTo>
                  <a:pt x="261109" y="485480"/>
                </a:lnTo>
                <a:lnTo>
                  <a:pt x="274368" y="487509"/>
                </a:lnTo>
                <a:lnTo>
                  <a:pt x="287636" y="489347"/>
                </a:lnTo>
                <a:lnTo>
                  <a:pt x="300923" y="491023"/>
                </a:lnTo>
                <a:lnTo>
                  <a:pt x="314211" y="492566"/>
                </a:lnTo>
                <a:lnTo>
                  <a:pt x="327508" y="493967"/>
                </a:lnTo>
                <a:lnTo>
                  <a:pt x="340814" y="495271"/>
                </a:lnTo>
                <a:lnTo>
                  <a:pt x="354120" y="496462"/>
                </a:lnTo>
                <a:lnTo>
                  <a:pt x="367436" y="497576"/>
                </a:lnTo>
                <a:lnTo>
                  <a:pt x="380752" y="498596"/>
                </a:lnTo>
                <a:lnTo>
                  <a:pt x="394068" y="499539"/>
                </a:lnTo>
                <a:lnTo>
                  <a:pt x="407394" y="500396"/>
                </a:lnTo>
                <a:lnTo>
                  <a:pt x="420719" y="501196"/>
                </a:lnTo>
                <a:lnTo>
                  <a:pt x="434045" y="501929"/>
                </a:lnTo>
                <a:lnTo>
                  <a:pt x="447370" y="502596"/>
                </a:lnTo>
                <a:lnTo>
                  <a:pt x="460705" y="503206"/>
                </a:lnTo>
                <a:lnTo>
                  <a:pt x="474031" y="503758"/>
                </a:lnTo>
                <a:lnTo>
                  <a:pt x="487366" y="504254"/>
                </a:lnTo>
                <a:lnTo>
                  <a:pt x="500701" y="504692"/>
                </a:lnTo>
                <a:lnTo>
                  <a:pt x="514036" y="505082"/>
                </a:lnTo>
                <a:lnTo>
                  <a:pt x="527371" y="505425"/>
                </a:lnTo>
                <a:lnTo>
                  <a:pt x="540706" y="505720"/>
                </a:lnTo>
                <a:lnTo>
                  <a:pt x="554041" y="505968"/>
                </a:lnTo>
                <a:lnTo>
                  <a:pt x="567376" y="506159"/>
                </a:lnTo>
                <a:lnTo>
                  <a:pt x="580711" y="506311"/>
                </a:lnTo>
                <a:lnTo>
                  <a:pt x="594046" y="506416"/>
                </a:lnTo>
                <a:lnTo>
                  <a:pt x="607390" y="506473"/>
                </a:lnTo>
                <a:lnTo>
                  <a:pt x="620725" y="506482"/>
                </a:lnTo>
                <a:lnTo>
                  <a:pt x="634060" y="506444"/>
                </a:lnTo>
                <a:lnTo>
                  <a:pt x="647395" y="506368"/>
                </a:lnTo>
                <a:lnTo>
                  <a:pt x="660730" y="506244"/>
                </a:lnTo>
                <a:lnTo>
                  <a:pt x="674075" y="506073"/>
                </a:lnTo>
                <a:lnTo>
                  <a:pt x="687410" y="505844"/>
                </a:lnTo>
                <a:lnTo>
                  <a:pt x="700745" y="505587"/>
                </a:lnTo>
                <a:lnTo>
                  <a:pt x="714080" y="505263"/>
                </a:lnTo>
                <a:lnTo>
                  <a:pt x="727415" y="504901"/>
                </a:lnTo>
                <a:lnTo>
                  <a:pt x="740750" y="504482"/>
                </a:lnTo>
                <a:lnTo>
                  <a:pt x="754075" y="504015"/>
                </a:lnTo>
                <a:lnTo>
                  <a:pt x="767410" y="503492"/>
                </a:lnTo>
                <a:lnTo>
                  <a:pt x="780745" y="502910"/>
                </a:lnTo>
                <a:lnTo>
                  <a:pt x="794071" y="502272"/>
                </a:lnTo>
                <a:lnTo>
                  <a:pt x="807396" y="501577"/>
                </a:lnTo>
                <a:lnTo>
                  <a:pt x="820722" y="500815"/>
                </a:lnTo>
                <a:lnTo>
                  <a:pt x="834047" y="499986"/>
                </a:lnTo>
                <a:lnTo>
                  <a:pt x="847373" y="499081"/>
                </a:lnTo>
                <a:lnTo>
                  <a:pt x="860689" y="498100"/>
                </a:lnTo>
                <a:lnTo>
                  <a:pt x="874004" y="497043"/>
                </a:lnTo>
                <a:lnTo>
                  <a:pt x="887311" y="495891"/>
                </a:lnTo>
                <a:lnTo>
                  <a:pt x="900617" y="494643"/>
                </a:lnTo>
                <a:lnTo>
                  <a:pt x="913924" y="493290"/>
                </a:lnTo>
                <a:lnTo>
                  <a:pt x="927211" y="491823"/>
                </a:lnTo>
                <a:lnTo>
                  <a:pt x="940499" y="490214"/>
                </a:lnTo>
                <a:lnTo>
                  <a:pt x="953776" y="488461"/>
                </a:lnTo>
                <a:lnTo>
                  <a:pt x="967045" y="486537"/>
                </a:lnTo>
                <a:lnTo>
                  <a:pt x="980294" y="484403"/>
                </a:lnTo>
                <a:lnTo>
                  <a:pt x="993515" y="482022"/>
                </a:lnTo>
                <a:lnTo>
                  <a:pt x="1006707" y="479336"/>
                </a:lnTo>
                <a:lnTo>
                  <a:pt x="1019851" y="476231"/>
                </a:lnTo>
                <a:lnTo>
                  <a:pt x="1032920" y="472573"/>
                </a:lnTo>
                <a:lnTo>
                  <a:pt x="1045845" y="468049"/>
                </a:lnTo>
                <a:lnTo>
                  <a:pt x="1058418" y="461924"/>
                </a:lnTo>
                <a:lnTo>
                  <a:pt x="1069010" y="451228"/>
                </a:lnTo>
                <a:lnTo>
                  <a:pt x="1074477" y="434569"/>
                </a:lnTo>
                <a:lnTo>
                  <a:pt x="1080526" y="418176"/>
                </a:lnTo>
                <a:lnTo>
                  <a:pt x="1086583" y="401784"/>
                </a:lnTo>
                <a:lnTo>
                  <a:pt x="1092632" y="385391"/>
                </a:lnTo>
                <a:lnTo>
                  <a:pt x="1098680" y="368999"/>
                </a:lnTo>
                <a:lnTo>
                  <a:pt x="1104738" y="352606"/>
                </a:lnTo>
                <a:lnTo>
                  <a:pt x="1110786" y="336213"/>
                </a:lnTo>
                <a:lnTo>
                  <a:pt x="1116835" y="319821"/>
                </a:lnTo>
                <a:lnTo>
                  <a:pt x="1122893" y="303428"/>
                </a:lnTo>
                <a:lnTo>
                  <a:pt x="1128941" y="287036"/>
                </a:lnTo>
                <a:lnTo>
                  <a:pt x="1134989" y="270643"/>
                </a:lnTo>
                <a:lnTo>
                  <a:pt x="1141047" y="254251"/>
                </a:lnTo>
                <a:lnTo>
                  <a:pt x="1147096" y="237858"/>
                </a:lnTo>
                <a:lnTo>
                  <a:pt x="1153144" y="221456"/>
                </a:lnTo>
                <a:lnTo>
                  <a:pt x="1159202" y="205064"/>
                </a:lnTo>
                <a:lnTo>
                  <a:pt x="1165250" y="188671"/>
                </a:lnTo>
                <a:lnTo>
                  <a:pt x="1171308" y="172279"/>
                </a:lnTo>
                <a:lnTo>
                  <a:pt x="1177357" y="155886"/>
                </a:lnTo>
                <a:lnTo>
                  <a:pt x="1183405" y="139494"/>
                </a:lnTo>
                <a:lnTo>
                  <a:pt x="1189463" y="123101"/>
                </a:lnTo>
                <a:lnTo>
                  <a:pt x="1195511" y="106709"/>
                </a:lnTo>
                <a:lnTo>
                  <a:pt x="1201560" y="90316"/>
                </a:lnTo>
                <a:lnTo>
                  <a:pt x="1207618" y="73924"/>
                </a:lnTo>
                <a:lnTo>
                  <a:pt x="1213666" y="57531"/>
                </a:lnTo>
                <a:lnTo>
                  <a:pt x="1219714" y="41138"/>
                </a:lnTo>
                <a:lnTo>
                  <a:pt x="1225772" y="24746"/>
                </a:lnTo>
                <a:lnTo>
                  <a:pt x="1231821" y="8353"/>
                </a:lnTo>
                <a:lnTo>
                  <a:pt x="1231354" y="7182"/>
                </a:lnTo>
                <a:lnTo>
                  <a:pt x="1219238" y="14707"/>
                </a:lnTo>
                <a:lnTo>
                  <a:pt x="1206360" y="19498"/>
                </a:lnTo>
                <a:lnTo>
                  <a:pt x="1193302" y="23193"/>
                </a:lnTo>
                <a:lnTo>
                  <a:pt x="1180148" y="26260"/>
                </a:lnTo>
                <a:lnTo>
                  <a:pt x="1166946" y="28908"/>
                </a:lnTo>
                <a:lnTo>
                  <a:pt x="1153716" y="31242"/>
                </a:lnTo>
                <a:lnTo>
                  <a:pt x="1140466" y="33338"/>
                </a:lnTo>
                <a:lnTo>
                  <a:pt x="1127208" y="35233"/>
                </a:lnTo>
                <a:lnTo>
                  <a:pt x="1113930" y="36967"/>
                </a:lnTo>
                <a:lnTo>
                  <a:pt x="1100642" y="38567"/>
                </a:lnTo>
                <a:lnTo>
                  <a:pt x="1087345" y="40053"/>
                </a:lnTo>
                <a:lnTo>
                  <a:pt x="1074049" y="41434"/>
                </a:lnTo>
                <a:lnTo>
                  <a:pt x="1060742" y="42720"/>
                </a:lnTo>
                <a:lnTo>
                  <a:pt x="1047436" y="43920"/>
                </a:lnTo>
                <a:lnTo>
                  <a:pt x="1034120" y="45053"/>
                </a:lnTo>
                <a:lnTo>
                  <a:pt x="1020804" y="46111"/>
                </a:lnTo>
                <a:lnTo>
                  <a:pt x="1007488" y="47111"/>
                </a:lnTo>
                <a:lnTo>
                  <a:pt x="994172" y="48044"/>
                </a:lnTo>
                <a:lnTo>
                  <a:pt x="980846" y="48930"/>
                </a:lnTo>
                <a:lnTo>
                  <a:pt x="967521" y="49759"/>
                </a:lnTo>
                <a:lnTo>
                  <a:pt x="954195" y="50549"/>
                </a:lnTo>
                <a:lnTo>
                  <a:pt x="940870" y="51292"/>
                </a:lnTo>
                <a:lnTo>
                  <a:pt x="927545" y="51987"/>
                </a:lnTo>
                <a:lnTo>
                  <a:pt x="914219" y="52645"/>
                </a:lnTo>
                <a:lnTo>
                  <a:pt x="900884" y="53264"/>
                </a:lnTo>
                <a:lnTo>
                  <a:pt x="887559" y="53845"/>
                </a:lnTo>
                <a:lnTo>
                  <a:pt x="874224" y="54388"/>
                </a:lnTo>
                <a:lnTo>
                  <a:pt x="860889" y="54902"/>
                </a:lnTo>
                <a:lnTo>
                  <a:pt x="847563" y="55378"/>
                </a:lnTo>
                <a:lnTo>
                  <a:pt x="834228" y="55826"/>
                </a:lnTo>
                <a:lnTo>
                  <a:pt x="820893" y="56245"/>
                </a:lnTo>
                <a:lnTo>
                  <a:pt x="807558" y="56626"/>
                </a:lnTo>
                <a:lnTo>
                  <a:pt x="794223" y="56988"/>
                </a:lnTo>
                <a:lnTo>
                  <a:pt x="780888" y="57312"/>
                </a:lnTo>
                <a:lnTo>
                  <a:pt x="767553" y="57617"/>
                </a:lnTo>
                <a:lnTo>
                  <a:pt x="754218" y="57883"/>
                </a:lnTo>
                <a:lnTo>
                  <a:pt x="740883" y="58131"/>
                </a:lnTo>
                <a:lnTo>
                  <a:pt x="727548" y="58350"/>
                </a:lnTo>
                <a:lnTo>
                  <a:pt x="714204" y="58531"/>
                </a:lnTo>
                <a:lnTo>
                  <a:pt x="700869" y="58712"/>
                </a:lnTo>
                <a:lnTo>
                  <a:pt x="687534" y="58855"/>
                </a:lnTo>
                <a:lnTo>
                  <a:pt x="674199" y="58979"/>
                </a:lnTo>
                <a:lnTo>
                  <a:pt x="660864" y="59055"/>
                </a:lnTo>
                <a:lnTo>
                  <a:pt x="647519" y="59131"/>
                </a:lnTo>
                <a:lnTo>
                  <a:pt x="634184" y="59179"/>
                </a:lnTo>
                <a:lnTo>
                  <a:pt x="620849" y="59198"/>
                </a:lnTo>
                <a:lnTo>
                  <a:pt x="607514" y="59188"/>
                </a:lnTo>
                <a:lnTo>
                  <a:pt x="594179" y="59160"/>
                </a:lnTo>
                <a:lnTo>
                  <a:pt x="580835" y="59093"/>
                </a:lnTo>
                <a:lnTo>
                  <a:pt x="567500" y="59017"/>
                </a:lnTo>
                <a:lnTo>
                  <a:pt x="554165" y="58922"/>
                </a:lnTo>
                <a:lnTo>
                  <a:pt x="540830" y="58788"/>
                </a:lnTo>
                <a:lnTo>
                  <a:pt x="527495" y="58636"/>
                </a:lnTo>
                <a:lnTo>
                  <a:pt x="514150" y="58455"/>
                </a:lnTo>
                <a:lnTo>
                  <a:pt x="500815" y="58245"/>
                </a:lnTo>
                <a:lnTo>
                  <a:pt x="487480" y="58017"/>
                </a:lnTo>
                <a:lnTo>
                  <a:pt x="474145" y="57760"/>
                </a:lnTo>
                <a:lnTo>
                  <a:pt x="460810" y="57474"/>
                </a:lnTo>
                <a:lnTo>
                  <a:pt x="447475" y="57160"/>
                </a:lnTo>
                <a:lnTo>
                  <a:pt x="434140" y="56817"/>
                </a:lnTo>
                <a:lnTo>
                  <a:pt x="420805" y="56445"/>
                </a:lnTo>
                <a:lnTo>
                  <a:pt x="407470" y="56045"/>
                </a:lnTo>
                <a:lnTo>
                  <a:pt x="394135" y="55607"/>
                </a:lnTo>
                <a:lnTo>
                  <a:pt x="380800" y="55150"/>
                </a:lnTo>
                <a:lnTo>
                  <a:pt x="367475" y="54654"/>
                </a:lnTo>
                <a:lnTo>
                  <a:pt x="354140" y="54131"/>
                </a:lnTo>
                <a:lnTo>
                  <a:pt x="340814" y="53559"/>
                </a:lnTo>
                <a:lnTo>
                  <a:pt x="327479" y="52959"/>
                </a:lnTo>
                <a:lnTo>
                  <a:pt x="314154" y="52330"/>
                </a:lnTo>
                <a:lnTo>
                  <a:pt x="300819" y="51654"/>
                </a:lnTo>
                <a:lnTo>
                  <a:pt x="287493" y="50930"/>
                </a:lnTo>
                <a:lnTo>
                  <a:pt x="274168" y="50168"/>
                </a:lnTo>
                <a:lnTo>
                  <a:pt x="260842" y="49359"/>
                </a:lnTo>
                <a:lnTo>
                  <a:pt x="247526" y="48501"/>
                </a:lnTo>
                <a:lnTo>
                  <a:pt x="234201" y="47587"/>
                </a:lnTo>
                <a:lnTo>
                  <a:pt x="220885" y="46625"/>
                </a:lnTo>
                <a:lnTo>
                  <a:pt x="207569" y="45596"/>
                </a:lnTo>
                <a:lnTo>
                  <a:pt x="194253" y="44510"/>
                </a:lnTo>
                <a:lnTo>
                  <a:pt x="180946" y="43339"/>
                </a:lnTo>
                <a:lnTo>
                  <a:pt x="167630" y="42101"/>
                </a:lnTo>
                <a:lnTo>
                  <a:pt x="154334" y="40767"/>
                </a:lnTo>
                <a:lnTo>
                  <a:pt x="141037" y="39338"/>
                </a:lnTo>
                <a:lnTo>
                  <a:pt x="127749" y="37795"/>
                </a:lnTo>
                <a:lnTo>
                  <a:pt x="114462" y="36138"/>
                </a:lnTo>
                <a:lnTo>
                  <a:pt x="101194" y="34328"/>
                </a:lnTo>
                <a:lnTo>
                  <a:pt x="87935" y="32337"/>
                </a:lnTo>
                <a:lnTo>
                  <a:pt x="74695" y="30128"/>
                </a:lnTo>
                <a:lnTo>
                  <a:pt x="61474" y="27661"/>
                </a:lnTo>
                <a:lnTo>
                  <a:pt x="48301" y="24822"/>
                </a:lnTo>
                <a:lnTo>
                  <a:pt x="35185" y="21479"/>
                </a:lnTo>
                <a:lnTo>
                  <a:pt x="22193" y="17336"/>
                </a:lnTo>
                <a:lnTo>
                  <a:pt x="9535" y="115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35169D6E-07CB-4423-BCAF-B5A9D9B5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8032" y="4453290"/>
            <a:ext cx="1234935" cy="16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3" name="simple-step-body-4">
            <a:extLst xmlns:a="http://schemas.openxmlformats.org/drawingml/2006/main">
              <a:ext uri="{FF2B5EF4-FFF2-40B4-BE49-F238E27FC236}">
                <a16:creationId xmlns:a16="http://schemas.microsoft.com/office/drawing/2014/main" id="{2ECBDC9B-7DB0-4F9A-96C7-8E87302F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3167" y="5137556"/>
            <a:ext cx="904542" cy="506482"/>
          </a:xfrm>
          <a:custGeom xmlns:a="http://schemas.openxmlformats.org/drawingml/2006/main">
            <a:pathLst>
              <a:path w="904542" h="506482">
                <a:moveTo>
                  <a:pt x="0" y="0"/>
                </a:moveTo>
                <a:lnTo>
                  <a:pt x="5820" y="16507"/>
                </a:lnTo>
                <a:lnTo>
                  <a:pt x="11649" y="33014"/>
                </a:lnTo>
                <a:lnTo>
                  <a:pt x="17469" y="49520"/>
                </a:lnTo>
                <a:lnTo>
                  <a:pt x="23298" y="66027"/>
                </a:lnTo>
                <a:lnTo>
                  <a:pt x="29118" y="82534"/>
                </a:lnTo>
                <a:lnTo>
                  <a:pt x="34947" y="99041"/>
                </a:lnTo>
                <a:lnTo>
                  <a:pt x="40767" y="115538"/>
                </a:lnTo>
                <a:lnTo>
                  <a:pt x="46596" y="132045"/>
                </a:lnTo>
                <a:lnTo>
                  <a:pt x="52416" y="148552"/>
                </a:lnTo>
                <a:lnTo>
                  <a:pt x="58245" y="165059"/>
                </a:lnTo>
                <a:lnTo>
                  <a:pt x="64065" y="181566"/>
                </a:lnTo>
                <a:lnTo>
                  <a:pt x="69894" y="198072"/>
                </a:lnTo>
                <a:lnTo>
                  <a:pt x="75714" y="214579"/>
                </a:lnTo>
                <a:lnTo>
                  <a:pt x="81544" y="231086"/>
                </a:lnTo>
                <a:lnTo>
                  <a:pt x="87363" y="247593"/>
                </a:lnTo>
                <a:lnTo>
                  <a:pt x="93193" y="264100"/>
                </a:lnTo>
                <a:lnTo>
                  <a:pt x="99012" y="280607"/>
                </a:lnTo>
                <a:lnTo>
                  <a:pt x="104832" y="297113"/>
                </a:lnTo>
                <a:lnTo>
                  <a:pt x="110661" y="313611"/>
                </a:lnTo>
                <a:lnTo>
                  <a:pt x="116481" y="330117"/>
                </a:lnTo>
                <a:lnTo>
                  <a:pt x="122311" y="346624"/>
                </a:lnTo>
                <a:lnTo>
                  <a:pt x="128130" y="363131"/>
                </a:lnTo>
                <a:lnTo>
                  <a:pt x="133960" y="379638"/>
                </a:lnTo>
                <a:lnTo>
                  <a:pt x="139779" y="396145"/>
                </a:lnTo>
                <a:lnTo>
                  <a:pt x="145609" y="412652"/>
                </a:lnTo>
                <a:lnTo>
                  <a:pt x="151428" y="429158"/>
                </a:lnTo>
                <a:lnTo>
                  <a:pt x="157258" y="445665"/>
                </a:lnTo>
                <a:lnTo>
                  <a:pt x="164040" y="460753"/>
                </a:lnTo>
                <a:lnTo>
                  <a:pt x="175727" y="469421"/>
                </a:lnTo>
                <a:lnTo>
                  <a:pt x="188300" y="475421"/>
                </a:lnTo>
                <a:lnTo>
                  <a:pt x="201168" y="480079"/>
                </a:lnTo>
                <a:lnTo>
                  <a:pt x="214189" y="483908"/>
                </a:lnTo>
                <a:lnTo>
                  <a:pt x="227286" y="487137"/>
                </a:lnTo>
                <a:lnTo>
                  <a:pt x="240449" y="489918"/>
                </a:lnTo>
                <a:lnTo>
                  <a:pt x="253641" y="492347"/>
                </a:lnTo>
                <a:lnTo>
                  <a:pt x="266852" y="494481"/>
                </a:lnTo>
                <a:lnTo>
                  <a:pt x="280092" y="496357"/>
                </a:lnTo>
                <a:lnTo>
                  <a:pt x="293351" y="498034"/>
                </a:lnTo>
                <a:lnTo>
                  <a:pt x="306610" y="499510"/>
                </a:lnTo>
                <a:lnTo>
                  <a:pt x="319888" y="500805"/>
                </a:lnTo>
                <a:lnTo>
                  <a:pt x="333175" y="501948"/>
                </a:lnTo>
                <a:lnTo>
                  <a:pt x="346462" y="502939"/>
                </a:lnTo>
                <a:lnTo>
                  <a:pt x="359759" y="503806"/>
                </a:lnTo>
                <a:lnTo>
                  <a:pt x="373056" y="504530"/>
                </a:lnTo>
                <a:lnTo>
                  <a:pt x="386353" y="505139"/>
                </a:lnTo>
                <a:lnTo>
                  <a:pt x="399659" y="505635"/>
                </a:lnTo>
                <a:lnTo>
                  <a:pt x="412966" y="506006"/>
                </a:lnTo>
                <a:lnTo>
                  <a:pt x="426272" y="506273"/>
                </a:lnTo>
                <a:lnTo>
                  <a:pt x="439588" y="506435"/>
                </a:lnTo>
                <a:lnTo>
                  <a:pt x="452895" y="506482"/>
                </a:lnTo>
                <a:lnTo>
                  <a:pt x="466201" y="506425"/>
                </a:lnTo>
                <a:lnTo>
                  <a:pt x="479508" y="506263"/>
                </a:lnTo>
                <a:lnTo>
                  <a:pt x="492824" y="505987"/>
                </a:lnTo>
                <a:lnTo>
                  <a:pt x="506120" y="505597"/>
                </a:lnTo>
                <a:lnTo>
                  <a:pt x="519427" y="505092"/>
                </a:lnTo>
                <a:lnTo>
                  <a:pt x="532733" y="504473"/>
                </a:lnTo>
                <a:lnTo>
                  <a:pt x="546030" y="503739"/>
                </a:lnTo>
                <a:lnTo>
                  <a:pt x="559327" y="502863"/>
                </a:lnTo>
                <a:lnTo>
                  <a:pt x="572614" y="501853"/>
                </a:lnTo>
                <a:lnTo>
                  <a:pt x="585892" y="500701"/>
                </a:lnTo>
                <a:lnTo>
                  <a:pt x="599170" y="499386"/>
                </a:lnTo>
                <a:lnTo>
                  <a:pt x="612438" y="497891"/>
                </a:lnTo>
                <a:lnTo>
                  <a:pt x="625688" y="496214"/>
                </a:lnTo>
                <a:lnTo>
                  <a:pt x="638927" y="494309"/>
                </a:lnTo>
                <a:lnTo>
                  <a:pt x="652139" y="492147"/>
                </a:lnTo>
                <a:lnTo>
                  <a:pt x="665331" y="489699"/>
                </a:lnTo>
                <a:lnTo>
                  <a:pt x="678485" y="486880"/>
                </a:lnTo>
                <a:lnTo>
                  <a:pt x="691582" y="483603"/>
                </a:lnTo>
                <a:lnTo>
                  <a:pt x="704583" y="479727"/>
                </a:lnTo>
                <a:lnTo>
                  <a:pt x="717442" y="474974"/>
                </a:lnTo>
                <a:lnTo>
                  <a:pt x="729967" y="468821"/>
                </a:lnTo>
                <a:lnTo>
                  <a:pt x="741512" y="459791"/>
                </a:lnTo>
                <a:lnTo>
                  <a:pt x="747903" y="444265"/>
                </a:lnTo>
                <a:lnTo>
                  <a:pt x="753723" y="427758"/>
                </a:lnTo>
                <a:lnTo>
                  <a:pt x="759543" y="411251"/>
                </a:lnTo>
                <a:lnTo>
                  <a:pt x="765372" y="394745"/>
                </a:lnTo>
                <a:lnTo>
                  <a:pt x="771192" y="378238"/>
                </a:lnTo>
                <a:lnTo>
                  <a:pt x="777021" y="361731"/>
                </a:lnTo>
                <a:lnTo>
                  <a:pt x="782841" y="345224"/>
                </a:lnTo>
                <a:lnTo>
                  <a:pt x="788670" y="328727"/>
                </a:lnTo>
                <a:lnTo>
                  <a:pt x="794490" y="312220"/>
                </a:lnTo>
                <a:lnTo>
                  <a:pt x="800319" y="295713"/>
                </a:lnTo>
                <a:lnTo>
                  <a:pt x="806139" y="279206"/>
                </a:lnTo>
                <a:lnTo>
                  <a:pt x="811968" y="262700"/>
                </a:lnTo>
                <a:lnTo>
                  <a:pt x="817788" y="246193"/>
                </a:lnTo>
                <a:lnTo>
                  <a:pt x="823617" y="229686"/>
                </a:lnTo>
                <a:lnTo>
                  <a:pt x="829437" y="213179"/>
                </a:lnTo>
                <a:lnTo>
                  <a:pt x="835266" y="196672"/>
                </a:lnTo>
                <a:lnTo>
                  <a:pt x="841086" y="180165"/>
                </a:lnTo>
                <a:lnTo>
                  <a:pt x="846915" y="163659"/>
                </a:lnTo>
                <a:lnTo>
                  <a:pt x="852735" y="147152"/>
                </a:lnTo>
                <a:lnTo>
                  <a:pt x="858555" y="130654"/>
                </a:lnTo>
                <a:lnTo>
                  <a:pt x="864384" y="114148"/>
                </a:lnTo>
                <a:lnTo>
                  <a:pt x="870204" y="97641"/>
                </a:lnTo>
                <a:lnTo>
                  <a:pt x="876033" y="81134"/>
                </a:lnTo>
                <a:lnTo>
                  <a:pt x="881853" y="64627"/>
                </a:lnTo>
                <a:lnTo>
                  <a:pt x="887682" y="48120"/>
                </a:lnTo>
                <a:lnTo>
                  <a:pt x="893502" y="31613"/>
                </a:lnTo>
                <a:lnTo>
                  <a:pt x="899331" y="15107"/>
                </a:lnTo>
                <a:lnTo>
                  <a:pt x="904542" y="1543"/>
                </a:lnTo>
                <a:lnTo>
                  <a:pt x="895007" y="13535"/>
                </a:lnTo>
                <a:lnTo>
                  <a:pt x="882567" y="20003"/>
                </a:lnTo>
                <a:lnTo>
                  <a:pt x="869699" y="24689"/>
                </a:lnTo>
                <a:lnTo>
                  <a:pt x="856679" y="28442"/>
                </a:lnTo>
                <a:lnTo>
                  <a:pt x="843563" y="31604"/>
                </a:lnTo>
                <a:lnTo>
                  <a:pt x="830409" y="34347"/>
                </a:lnTo>
                <a:lnTo>
                  <a:pt x="817216" y="36767"/>
                </a:lnTo>
                <a:lnTo>
                  <a:pt x="803996" y="38929"/>
                </a:lnTo>
                <a:lnTo>
                  <a:pt x="790766" y="40881"/>
                </a:lnTo>
                <a:lnTo>
                  <a:pt x="777516" y="42662"/>
                </a:lnTo>
                <a:lnTo>
                  <a:pt x="764257" y="44282"/>
                </a:lnTo>
                <a:lnTo>
                  <a:pt x="750999" y="45768"/>
                </a:lnTo>
                <a:lnTo>
                  <a:pt x="737721" y="47139"/>
                </a:lnTo>
                <a:lnTo>
                  <a:pt x="724443" y="48397"/>
                </a:lnTo>
                <a:lnTo>
                  <a:pt x="711165" y="49568"/>
                </a:lnTo>
                <a:lnTo>
                  <a:pt x="697878" y="50635"/>
                </a:lnTo>
                <a:lnTo>
                  <a:pt x="684590" y="51626"/>
                </a:lnTo>
                <a:lnTo>
                  <a:pt x="671293" y="52540"/>
                </a:lnTo>
                <a:lnTo>
                  <a:pt x="657997" y="53388"/>
                </a:lnTo>
                <a:lnTo>
                  <a:pt x="644700" y="54159"/>
                </a:lnTo>
                <a:lnTo>
                  <a:pt x="631403" y="54864"/>
                </a:lnTo>
                <a:lnTo>
                  <a:pt x="618106" y="55512"/>
                </a:lnTo>
                <a:lnTo>
                  <a:pt x="604799" y="56102"/>
                </a:lnTo>
                <a:lnTo>
                  <a:pt x="591493" y="56636"/>
                </a:lnTo>
                <a:lnTo>
                  <a:pt x="578187" y="57112"/>
                </a:lnTo>
                <a:lnTo>
                  <a:pt x="564890" y="57541"/>
                </a:lnTo>
                <a:lnTo>
                  <a:pt x="551583" y="57912"/>
                </a:lnTo>
                <a:lnTo>
                  <a:pt x="538267" y="58236"/>
                </a:lnTo>
                <a:lnTo>
                  <a:pt x="524961" y="58512"/>
                </a:lnTo>
                <a:lnTo>
                  <a:pt x="511654" y="58741"/>
                </a:lnTo>
                <a:lnTo>
                  <a:pt x="498348" y="58922"/>
                </a:lnTo>
                <a:lnTo>
                  <a:pt x="485042" y="59065"/>
                </a:lnTo>
                <a:lnTo>
                  <a:pt x="471726" y="59150"/>
                </a:lnTo>
                <a:lnTo>
                  <a:pt x="458419" y="59188"/>
                </a:lnTo>
                <a:lnTo>
                  <a:pt x="445113" y="59188"/>
                </a:lnTo>
                <a:lnTo>
                  <a:pt x="431806" y="59141"/>
                </a:lnTo>
                <a:lnTo>
                  <a:pt x="418490" y="59045"/>
                </a:lnTo>
                <a:lnTo>
                  <a:pt x="405184" y="58912"/>
                </a:lnTo>
                <a:lnTo>
                  <a:pt x="391878" y="58722"/>
                </a:lnTo>
                <a:lnTo>
                  <a:pt x="378571" y="58493"/>
                </a:lnTo>
                <a:lnTo>
                  <a:pt x="365265" y="58207"/>
                </a:lnTo>
                <a:lnTo>
                  <a:pt x="351958" y="57883"/>
                </a:lnTo>
                <a:lnTo>
                  <a:pt x="338652" y="57502"/>
                </a:lnTo>
                <a:lnTo>
                  <a:pt x="325345" y="57074"/>
                </a:lnTo>
                <a:lnTo>
                  <a:pt x="312039" y="56588"/>
                </a:lnTo>
                <a:lnTo>
                  <a:pt x="298733" y="56055"/>
                </a:lnTo>
                <a:lnTo>
                  <a:pt x="285436" y="55464"/>
                </a:lnTo>
                <a:lnTo>
                  <a:pt x="272129" y="54807"/>
                </a:lnTo>
                <a:lnTo>
                  <a:pt x="258832" y="54092"/>
                </a:lnTo>
                <a:lnTo>
                  <a:pt x="245535" y="53311"/>
                </a:lnTo>
                <a:lnTo>
                  <a:pt x="232239" y="52464"/>
                </a:lnTo>
                <a:lnTo>
                  <a:pt x="218951" y="51549"/>
                </a:lnTo>
                <a:lnTo>
                  <a:pt x="205654" y="50549"/>
                </a:lnTo>
                <a:lnTo>
                  <a:pt x="192376" y="49473"/>
                </a:lnTo>
                <a:lnTo>
                  <a:pt x="179089" y="48301"/>
                </a:lnTo>
                <a:lnTo>
                  <a:pt x="165811" y="47034"/>
                </a:lnTo>
                <a:lnTo>
                  <a:pt x="152543" y="45653"/>
                </a:lnTo>
                <a:lnTo>
                  <a:pt x="139275" y="44148"/>
                </a:lnTo>
                <a:lnTo>
                  <a:pt x="126016" y="42520"/>
                </a:lnTo>
                <a:lnTo>
                  <a:pt x="112776" y="40729"/>
                </a:lnTo>
                <a:lnTo>
                  <a:pt x="99546" y="38757"/>
                </a:lnTo>
                <a:lnTo>
                  <a:pt x="86325" y="36576"/>
                </a:lnTo>
                <a:lnTo>
                  <a:pt x="73142" y="34128"/>
                </a:lnTo>
                <a:lnTo>
                  <a:pt x="59979" y="31356"/>
                </a:lnTo>
                <a:lnTo>
                  <a:pt x="46882" y="28156"/>
                </a:lnTo>
                <a:lnTo>
                  <a:pt x="33861" y="24336"/>
                </a:lnTo>
                <a:lnTo>
                  <a:pt x="21012" y="19545"/>
                </a:lnTo>
                <a:lnTo>
                  <a:pt x="8639" y="128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4" name="simple-step-cap-4">
            <a:extLst xmlns:a="http://schemas.openxmlformats.org/drawingml/2006/main">
              <a:ext uri="{FF2B5EF4-FFF2-40B4-BE49-F238E27FC236}">
                <a16:creationId xmlns:a16="http://schemas.microsoft.com/office/drawing/2014/main" id="{6607F890-B2A6-4DC5-B4A0-8FEAA023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3186" y="5053365"/>
            <a:ext cx="904618" cy="16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5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1C05D5E1-2C31-4405-B723-18979330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1610" y="2700338"/>
            <a:ext cx="1287780" cy="2992450"/>
          </a:xfrm>
          <a:custGeom xmlns:a="http://schemas.openxmlformats.org/drawingml/2006/main">
            <a:pathLst>
              <a:path w="1287780" h="2992450">
                <a:moveTo>
                  <a:pt x="0" y="0"/>
                </a:moveTo>
                <a:lnTo>
                  <a:pt x="114" y="37452"/>
                </a:lnTo>
                <a:lnTo>
                  <a:pt x="8277" y="73190"/>
                </a:lnTo>
                <a:lnTo>
                  <a:pt x="16440" y="108937"/>
                </a:lnTo>
                <a:lnTo>
                  <a:pt x="24603" y="144675"/>
                </a:lnTo>
                <a:lnTo>
                  <a:pt x="32766" y="180423"/>
                </a:lnTo>
                <a:lnTo>
                  <a:pt x="40919" y="216160"/>
                </a:lnTo>
                <a:lnTo>
                  <a:pt x="49082" y="251908"/>
                </a:lnTo>
                <a:lnTo>
                  <a:pt x="57245" y="287655"/>
                </a:lnTo>
                <a:lnTo>
                  <a:pt x="65408" y="323393"/>
                </a:lnTo>
                <a:lnTo>
                  <a:pt x="73562" y="359140"/>
                </a:lnTo>
                <a:lnTo>
                  <a:pt x="81725" y="394878"/>
                </a:lnTo>
                <a:lnTo>
                  <a:pt x="89887" y="430625"/>
                </a:lnTo>
                <a:lnTo>
                  <a:pt x="98050" y="466363"/>
                </a:lnTo>
                <a:lnTo>
                  <a:pt x="106204" y="502110"/>
                </a:lnTo>
                <a:lnTo>
                  <a:pt x="114367" y="537858"/>
                </a:lnTo>
                <a:lnTo>
                  <a:pt x="122120" y="573757"/>
                </a:lnTo>
                <a:lnTo>
                  <a:pt x="128864" y="610057"/>
                </a:lnTo>
                <a:lnTo>
                  <a:pt x="135484" y="646405"/>
                </a:lnTo>
                <a:lnTo>
                  <a:pt x="141751" y="682866"/>
                </a:lnTo>
                <a:lnTo>
                  <a:pt x="148009" y="719328"/>
                </a:lnTo>
                <a:lnTo>
                  <a:pt x="154276" y="755790"/>
                </a:lnTo>
                <a:lnTo>
                  <a:pt x="160544" y="792261"/>
                </a:lnTo>
                <a:lnTo>
                  <a:pt x="166811" y="828723"/>
                </a:lnTo>
                <a:lnTo>
                  <a:pt x="173079" y="865184"/>
                </a:lnTo>
                <a:lnTo>
                  <a:pt x="179346" y="901646"/>
                </a:lnTo>
                <a:lnTo>
                  <a:pt x="185604" y="938108"/>
                </a:lnTo>
                <a:lnTo>
                  <a:pt x="191872" y="974579"/>
                </a:lnTo>
                <a:lnTo>
                  <a:pt x="198139" y="1011041"/>
                </a:lnTo>
                <a:lnTo>
                  <a:pt x="204407" y="1047502"/>
                </a:lnTo>
                <a:lnTo>
                  <a:pt x="210674" y="1083964"/>
                </a:lnTo>
                <a:lnTo>
                  <a:pt x="216941" y="1120426"/>
                </a:lnTo>
                <a:lnTo>
                  <a:pt x="223199" y="1156897"/>
                </a:lnTo>
                <a:lnTo>
                  <a:pt x="229191" y="1193444"/>
                </a:lnTo>
                <a:lnTo>
                  <a:pt x="235125" y="1230011"/>
                </a:lnTo>
                <a:lnTo>
                  <a:pt x="240878" y="1266635"/>
                </a:lnTo>
                <a:lnTo>
                  <a:pt x="246593" y="1303268"/>
                </a:lnTo>
                <a:lnTo>
                  <a:pt x="252308" y="1339910"/>
                </a:lnTo>
                <a:lnTo>
                  <a:pt x="258023" y="1376543"/>
                </a:lnTo>
                <a:lnTo>
                  <a:pt x="263738" y="1413177"/>
                </a:lnTo>
                <a:lnTo>
                  <a:pt x="269443" y="1449819"/>
                </a:lnTo>
                <a:lnTo>
                  <a:pt x="275158" y="1486452"/>
                </a:lnTo>
                <a:lnTo>
                  <a:pt x="280873" y="1523086"/>
                </a:lnTo>
                <a:lnTo>
                  <a:pt x="286588" y="1559719"/>
                </a:lnTo>
                <a:lnTo>
                  <a:pt x="292303" y="1596361"/>
                </a:lnTo>
                <a:lnTo>
                  <a:pt x="298009" y="1632995"/>
                </a:lnTo>
                <a:lnTo>
                  <a:pt x="303724" y="1669628"/>
                </a:lnTo>
                <a:lnTo>
                  <a:pt x="309439" y="1706270"/>
                </a:lnTo>
                <a:lnTo>
                  <a:pt x="315154" y="1742904"/>
                </a:lnTo>
                <a:lnTo>
                  <a:pt x="320783" y="1779565"/>
                </a:lnTo>
                <a:lnTo>
                  <a:pt x="326298" y="1816256"/>
                </a:lnTo>
                <a:lnTo>
                  <a:pt x="331756" y="1852965"/>
                </a:lnTo>
                <a:lnTo>
                  <a:pt x="337137" y="1889693"/>
                </a:lnTo>
                <a:lnTo>
                  <a:pt x="342519" y="1926422"/>
                </a:lnTo>
                <a:lnTo>
                  <a:pt x="347910" y="1963160"/>
                </a:lnTo>
                <a:lnTo>
                  <a:pt x="353292" y="1999888"/>
                </a:lnTo>
                <a:lnTo>
                  <a:pt x="358673" y="2036616"/>
                </a:lnTo>
                <a:lnTo>
                  <a:pt x="364055" y="2073354"/>
                </a:lnTo>
                <a:lnTo>
                  <a:pt x="369437" y="2110083"/>
                </a:lnTo>
                <a:lnTo>
                  <a:pt x="374818" y="2146811"/>
                </a:lnTo>
                <a:lnTo>
                  <a:pt x="380200" y="2183540"/>
                </a:lnTo>
                <a:lnTo>
                  <a:pt x="385582" y="2220278"/>
                </a:lnTo>
                <a:lnTo>
                  <a:pt x="390963" y="2257006"/>
                </a:lnTo>
                <a:lnTo>
                  <a:pt x="396345" y="2293734"/>
                </a:lnTo>
                <a:lnTo>
                  <a:pt x="401726" y="2330472"/>
                </a:lnTo>
                <a:lnTo>
                  <a:pt x="407099" y="2367201"/>
                </a:lnTo>
                <a:lnTo>
                  <a:pt x="409127" y="2400300"/>
                </a:lnTo>
                <a:lnTo>
                  <a:pt x="381953" y="2400300"/>
                </a:lnTo>
                <a:lnTo>
                  <a:pt x="354787" y="2400300"/>
                </a:lnTo>
                <a:lnTo>
                  <a:pt x="327622" y="2400300"/>
                </a:lnTo>
                <a:lnTo>
                  <a:pt x="300447" y="2400300"/>
                </a:lnTo>
                <a:lnTo>
                  <a:pt x="273282" y="2400300"/>
                </a:lnTo>
                <a:lnTo>
                  <a:pt x="246116" y="2400300"/>
                </a:lnTo>
                <a:lnTo>
                  <a:pt x="218942" y="2400300"/>
                </a:lnTo>
                <a:lnTo>
                  <a:pt x="213284" y="2412492"/>
                </a:lnTo>
                <a:lnTo>
                  <a:pt x="232591" y="2438857"/>
                </a:lnTo>
                <a:lnTo>
                  <a:pt x="251898" y="2465222"/>
                </a:lnTo>
                <a:lnTo>
                  <a:pt x="271205" y="2491578"/>
                </a:lnTo>
                <a:lnTo>
                  <a:pt x="290522" y="2517943"/>
                </a:lnTo>
                <a:lnTo>
                  <a:pt x="309829" y="2544308"/>
                </a:lnTo>
                <a:lnTo>
                  <a:pt x="329136" y="2570664"/>
                </a:lnTo>
                <a:lnTo>
                  <a:pt x="348444" y="2597029"/>
                </a:lnTo>
                <a:lnTo>
                  <a:pt x="367760" y="2623385"/>
                </a:lnTo>
                <a:lnTo>
                  <a:pt x="387067" y="2649750"/>
                </a:lnTo>
                <a:lnTo>
                  <a:pt x="406375" y="2676115"/>
                </a:lnTo>
                <a:lnTo>
                  <a:pt x="425682" y="2702471"/>
                </a:lnTo>
                <a:lnTo>
                  <a:pt x="444998" y="2728836"/>
                </a:lnTo>
                <a:lnTo>
                  <a:pt x="464306" y="2755202"/>
                </a:lnTo>
                <a:lnTo>
                  <a:pt x="483613" y="2781557"/>
                </a:lnTo>
                <a:lnTo>
                  <a:pt x="502920" y="2807922"/>
                </a:lnTo>
                <a:lnTo>
                  <a:pt x="522237" y="2834288"/>
                </a:lnTo>
                <a:lnTo>
                  <a:pt x="541544" y="2860643"/>
                </a:lnTo>
                <a:lnTo>
                  <a:pt x="560851" y="2887008"/>
                </a:lnTo>
                <a:lnTo>
                  <a:pt x="580158" y="2913364"/>
                </a:lnTo>
                <a:lnTo>
                  <a:pt x="599465" y="2939729"/>
                </a:lnTo>
                <a:lnTo>
                  <a:pt x="618782" y="2966095"/>
                </a:lnTo>
                <a:lnTo>
                  <a:pt x="638089" y="2992450"/>
                </a:lnTo>
                <a:lnTo>
                  <a:pt x="657396" y="2981935"/>
                </a:lnTo>
                <a:lnTo>
                  <a:pt x="676704" y="2955569"/>
                </a:lnTo>
                <a:lnTo>
                  <a:pt x="696020" y="2929204"/>
                </a:lnTo>
                <a:lnTo>
                  <a:pt x="715328" y="2902849"/>
                </a:lnTo>
                <a:lnTo>
                  <a:pt x="734635" y="2876483"/>
                </a:lnTo>
                <a:lnTo>
                  <a:pt x="753951" y="2850118"/>
                </a:lnTo>
                <a:lnTo>
                  <a:pt x="773259" y="2823762"/>
                </a:lnTo>
                <a:lnTo>
                  <a:pt x="792566" y="2797397"/>
                </a:lnTo>
                <a:lnTo>
                  <a:pt x="811873" y="2771042"/>
                </a:lnTo>
                <a:lnTo>
                  <a:pt x="831180" y="2744676"/>
                </a:lnTo>
                <a:lnTo>
                  <a:pt x="850497" y="2718311"/>
                </a:lnTo>
                <a:lnTo>
                  <a:pt x="869804" y="2691956"/>
                </a:lnTo>
                <a:lnTo>
                  <a:pt x="889111" y="2665590"/>
                </a:lnTo>
                <a:lnTo>
                  <a:pt x="908418" y="2639225"/>
                </a:lnTo>
                <a:lnTo>
                  <a:pt x="927735" y="2612869"/>
                </a:lnTo>
                <a:lnTo>
                  <a:pt x="947042" y="2586504"/>
                </a:lnTo>
                <a:lnTo>
                  <a:pt x="966349" y="2560149"/>
                </a:lnTo>
                <a:lnTo>
                  <a:pt x="985657" y="2533783"/>
                </a:lnTo>
                <a:lnTo>
                  <a:pt x="1004973" y="2507418"/>
                </a:lnTo>
                <a:lnTo>
                  <a:pt x="1024280" y="2481062"/>
                </a:lnTo>
                <a:lnTo>
                  <a:pt x="1043588" y="2454697"/>
                </a:lnTo>
                <a:lnTo>
                  <a:pt x="1062895" y="2428332"/>
                </a:lnTo>
                <a:lnTo>
                  <a:pt x="1082211" y="2401976"/>
                </a:lnTo>
                <a:lnTo>
                  <a:pt x="1057989" y="2400300"/>
                </a:lnTo>
                <a:lnTo>
                  <a:pt x="1030824" y="2400300"/>
                </a:lnTo>
                <a:lnTo>
                  <a:pt x="1003659" y="2400300"/>
                </a:lnTo>
                <a:lnTo>
                  <a:pt x="976484" y="2400300"/>
                </a:lnTo>
                <a:lnTo>
                  <a:pt x="949319" y="2400300"/>
                </a:lnTo>
                <a:lnTo>
                  <a:pt x="922153" y="2400300"/>
                </a:lnTo>
                <a:lnTo>
                  <a:pt x="894979" y="2400300"/>
                </a:lnTo>
                <a:lnTo>
                  <a:pt x="877519" y="2389289"/>
                </a:lnTo>
                <a:lnTo>
                  <a:pt x="882825" y="2352542"/>
                </a:lnTo>
                <a:lnTo>
                  <a:pt x="888206" y="2315804"/>
                </a:lnTo>
                <a:lnTo>
                  <a:pt x="893588" y="2279075"/>
                </a:lnTo>
                <a:lnTo>
                  <a:pt x="898970" y="2242347"/>
                </a:lnTo>
                <a:lnTo>
                  <a:pt x="904351" y="2205619"/>
                </a:lnTo>
                <a:lnTo>
                  <a:pt x="909733" y="2168881"/>
                </a:lnTo>
                <a:lnTo>
                  <a:pt x="915114" y="2132152"/>
                </a:lnTo>
                <a:lnTo>
                  <a:pt x="920496" y="2095424"/>
                </a:lnTo>
                <a:lnTo>
                  <a:pt x="925878" y="2058686"/>
                </a:lnTo>
                <a:lnTo>
                  <a:pt x="931259" y="2021957"/>
                </a:lnTo>
                <a:lnTo>
                  <a:pt x="936641" y="1985229"/>
                </a:lnTo>
                <a:lnTo>
                  <a:pt x="942023" y="1948501"/>
                </a:lnTo>
                <a:lnTo>
                  <a:pt x="947404" y="1911763"/>
                </a:lnTo>
                <a:lnTo>
                  <a:pt x="952786" y="1875034"/>
                </a:lnTo>
                <a:lnTo>
                  <a:pt x="958167" y="1838306"/>
                </a:lnTo>
                <a:lnTo>
                  <a:pt x="963682" y="1801606"/>
                </a:lnTo>
                <a:lnTo>
                  <a:pt x="969207" y="1764916"/>
                </a:lnTo>
                <a:lnTo>
                  <a:pt x="974912" y="1728283"/>
                </a:lnTo>
                <a:lnTo>
                  <a:pt x="980627" y="1691640"/>
                </a:lnTo>
                <a:lnTo>
                  <a:pt x="986333" y="1655007"/>
                </a:lnTo>
                <a:lnTo>
                  <a:pt x="992048" y="1618374"/>
                </a:lnTo>
                <a:lnTo>
                  <a:pt x="997763" y="1581741"/>
                </a:lnTo>
                <a:lnTo>
                  <a:pt x="1003478" y="1545098"/>
                </a:lnTo>
                <a:lnTo>
                  <a:pt x="1009193" y="1508465"/>
                </a:lnTo>
                <a:lnTo>
                  <a:pt x="1014898" y="1471832"/>
                </a:lnTo>
                <a:lnTo>
                  <a:pt x="1020613" y="1435189"/>
                </a:lnTo>
                <a:lnTo>
                  <a:pt x="1026328" y="1398556"/>
                </a:lnTo>
                <a:lnTo>
                  <a:pt x="1032043" y="1361923"/>
                </a:lnTo>
                <a:lnTo>
                  <a:pt x="1037758" y="1325289"/>
                </a:lnTo>
                <a:lnTo>
                  <a:pt x="1043464" y="1288647"/>
                </a:lnTo>
                <a:lnTo>
                  <a:pt x="1049179" y="1252014"/>
                </a:lnTo>
                <a:lnTo>
                  <a:pt x="1055027" y="1215419"/>
                </a:lnTo>
                <a:lnTo>
                  <a:pt x="1060952" y="1178852"/>
                </a:lnTo>
                <a:lnTo>
                  <a:pt x="1067076" y="1142343"/>
                </a:lnTo>
                <a:lnTo>
                  <a:pt x="1073344" y="1105872"/>
                </a:lnTo>
                <a:lnTo>
                  <a:pt x="1079611" y="1069410"/>
                </a:lnTo>
                <a:lnTo>
                  <a:pt x="1085879" y="1032948"/>
                </a:lnTo>
                <a:lnTo>
                  <a:pt x="1092146" y="996486"/>
                </a:lnTo>
                <a:lnTo>
                  <a:pt x="1098404" y="960025"/>
                </a:lnTo>
                <a:lnTo>
                  <a:pt x="1104671" y="923554"/>
                </a:lnTo>
                <a:lnTo>
                  <a:pt x="1110939" y="887092"/>
                </a:lnTo>
                <a:lnTo>
                  <a:pt x="1117206" y="850630"/>
                </a:lnTo>
                <a:lnTo>
                  <a:pt x="1123474" y="814168"/>
                </a:lnTo>
                <a:lnTo>
                  <a:pt x="1129741" y="777707"/>
                </a:lnTo>
                <a:lnTo>
                  <a:pt x="1135999" y="741245"/>
                </a:lnTo>
                <a:lnTo>
                  <a:pt x="1142267" y="704774"/>
                </a:lnTo>
                <a:lnTo>
                  <a:pt x="1148534" y="668312"/>
                </a:lnTo>
                <a:lnTo>
                  <a:pt x="1154868" y="631869"/>
                </a:lnTo>
                <a:lnTo>
                  <a:pt x="1161612" y="595570"/>
                </a:lnTo>
                <a:lnTo>
                  <a:pt x="1168508" y="559327"/>
                </a:lnTo>
                <a:lnTo>
                  <a:pt x="1176671" y="523589"/>
                </a:lnTo>
                <a:lnTo>
                  <a:pt x="1184834" y="487842"/>
                </a:lnTo>
                <a:lnTo>
                  <a:pt x="1192987" y="452104"/>
                </a:lnTo>
                <a:lnTo>
                  <a:pt x="1201150" y="416357"/>
                </a:lnTo>
                <a:lnTo>
                  <a:pt x="1209313" y="380619"/>
                </a:lnTo>
                <a:lnTo>
                  <a:pt x="1217476" y="344872"/>
                </a:lnTo>
                <a:lnTo>
                  <a:pt x="1225629" y="309124"/>
                </a:lnTo>
                <a:lnTo>
                  <a:pt x="1233792" y="273387"/>
                </a:lnTo>
                <a:lnTo>
                  <a:pt x="1241955" y="237639"/>
                </a:lnTo>
                <a:lnTo>
                  <a:pt x="1250118" y="201901"/>
                </a:lnTo>
                <a:lnTo>
                  <a:pt x="1258272" y="166154"/>
                </a:lnTo>
                <a:lnTo>
                  <a:pt x="1266434" y="130416"/>
                </a:lnTo>
                <a:lnTo>
                  <a:pt x="1274597" y="94669"/>
                </a:lnTo>
                <a:lnTo>
                  <a:pt x="1282760" y="58922"/>
                </a:lnTo>
                <a:lnTo>
                  <a:pt x="1287780" y="22517"/>
                </a:lnTo>
                <a:lnTo>
                  <a:pt x="1276941" y="0"/>
                </a:lnTo>
                <a:lnTo>
                  <a:pt x="1249766" y="0"/>
                </a:lnTo>
                <a:lnTo>
                  <a:pt x="1222600" y="0"/>
                </a:lnTo>
                <a:lnTo>
                  <a:pt x="1195426" y="0"/>
                </a:lnTo>
                <a:lnTo>
                  <a:pt x="1168260" y="0"/>
                </a:lnTo>
                <a:lnTo>
                  <a:pt x="1141095" y="0"/>
                </a:lnTo>
                <a:lnTo>
                  <a:pt x="1113920" y="0"/>
                </a:lnTo>
                <a:lnTo>
                  <a:pt x="1086755" y="0"/>
                </a:lnTo>
                <a:lnTo>
                  <a:pt x="1059590" y="0"/>
                </a:lnTo>
                <a:lnTo>
                  <a:pt x="1032415" y="0"/>
                </a:lnTo>
                <a:lnTo>
                  <a:pt x="1005249" y="0"/>
                </a:lnTo>
                <a:lnTo>
                  <a:pt x="978075" y="0"/>
                </a:lnTo>
                <a:lnTo>
                  <a:pt x="950909" y="0"/>
                </a:lnTo>
                <a:lnTo>
                  <a:pt x="923744" y="0"/>
                </a:lnTo>
                <a:lnTo>
                  <a:pt x="896569" y="0"/>
                </a:lnTo>
                <a:lnTo>
                  <a:pt x="869404" y="0"/>
                </a:lnTo>
                <a:lnTo>
                  <a:pt x="842239" y="0"/>
                </a:lnTo>
                <a:lnTo>
                  <a:pt x="815064" y="0"/>
                </a:lnTo>
                <a:lnTo>
                  <a:pt x="787898" y="0"/>
                </a:lnTo>
                <a:lnTo>
                  <a:pt x="760733" y="0"/>
                </a:lnTo>
                <a:lnTo>
                  <a:pt x="733558" y="0"/>
                </a:lnTo>
                <a:lnTo>
                  <a:pt x="706393" y="0"/>
                </a:lnTo>
                <a:lnTo>
                  <a:pt x="679218" y="0"/>
                </a:lnTo>
                <a:lnTo>
                  <a:pt x="652053" y="0"/>
                </a:lnTo>
                <a:lnTo>
                  <a:pt x="624888" y="0"/>
                </a:lnTo>
                <a:lnTo>
                  <a:pt x="597713" y="0"/>
                </a:lnTo>
                <a:lnTo>
                  <a:pt x="570548" y="0"/>
                </a:lnTo>
                <a:lnTo>
                  <a:pt x="543373" y="0"/>
                </a:lnTo>
                <a:lnTo>
                  <a:pt x="516207" y="0"/>
                </a:lnTo>
                <a:lnTo>
                  <a:pt x="489042" y="0"/>
                </a:lnTo>
                <a:lnTo>
                  <a:pt x="461867" y="0"/>
                </a:lnTo>
                <a:lnTo>
                  <a:pt x="434702" y="0"/>
                </a:lnTo>
                <a:lnTo>
                  <a:pt x="407537" y="0"/>
                </a:lnTo>
                <a:lnTo>
                  <a:pt x="380362" y="0"/>
                </a:lnTo>
                <a:lnTo>
                  <a:pt x="353197" y="0"/>
                </a:lnTo>
                <a:lnTo>
                  <a:pt x="326031" y="0"/>
                </a:lnTo>
                <a:lnTo>
                  <a:pt x="298856" y="0"/>
                </a:lnTo>
                <a:lnTo>
                  <a:pt x="271691" y="0"/>
                </a:lnTo>
                <a:lnTo>
                  <a:pt x="244516" y="0"/>
                </a:lnTo>
                <a:lnTo>
                  <a:pt x="217351" y="0"/>
                </a:lnTo>
                <a:lnTo>
                  <a:pt x="190186" y="0"/>
                </a:lnTo>
                <a:lnTo>
                  <a:pt x="163011" y="0"/>
                </a:lnTo>
                <a:lnTo>
                  <a:pt x="135846" y="0"/>
                </a:lnTo>
                <a:lnTo>
                  <a:pt x="108671" y="0"/>
                </a:lnTo>
                <a:lnTo>
                  <a:pt x="81505" y="0"/>
                </a:lnTo>
                <a:lnTo>
                  <a:pt x="54340" y="0"/>
                </a:lnTo>
                <a:lnTo>
                  <a:pt x="27165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4ECEA">
                  <a:alpha val="0"/>
                </a:srgbClr>
              </a:gs>
              <a:gs pos="42000">
                <a:srgbClr val="DFC6C1">
                  <a:alpha val="9600"/>
                </a:srgbClr>
              </a:gs>
              <a:gs pos="76000">
                <a:srgbClr val="DFC6C1">
                  <a:alpha val="19200"/>
                </a:srgbClr>
              </a:gs>
              <a:gs pos="100000">
                <a:srgbClr val="C2948B">
                  <a:alpha val="312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6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927C70BE-9870-4F41-903C-CF442967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0530" y="2857500"/>
            <a:ext cx="21099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收集反馈</a:t>
            </a:r>
          </a:p>
        </p:txBody>
      </p:sp>
      <p:sp>
        <p:nvSpPr>
          <p:cNvPr id="27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F8A1E995-4442-4CCA-8A2D-EE000C6C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3101" y="3457575"/>
            <a:ext cx="166478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确认问题</a:t>
            </a:r>
          </a:p>
        </p:txBody>
      </p:sp>
      <p:sp>
        <p:nvSpPr>
          <p:cNvPr id="28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7A6338BE-A122-445B-B1F8-72F0D033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429" y="4057650"/>
            <a:ext cx="12961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验证价值</a:t>
            </a:r>
          </a:p>
        </p:txBody>
      </p:sp>
      <p:sp>
        <p:nvSpPr>
          <p:cNvPr id="29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74769D3C-1097-45F1-9011-B88557DA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7764" y="4657725"/>
            <a:ext cx="95548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核对投入</a:t>
            </a:r>
          </a:p>
        </p:txBody>
      </p:sp>
      <p:sp>
        <p:nvSpPr>
          <p:cNvPr id="30" name="simple-step-title-4">
            <a:extLst xmlns:a="http://schemas.openxmlformats.org/drawingml/2006/main">
              <a:ext uri="{FF2B5EF4-FFF2-40B4-BE49-F238E27FC236}">
                <a16:creationId xmlns:a16="http://schemas.microsoft.com/office/drawing/2014/main" id="{8F4D26F5-191C-41EF-A52A-FCC583EF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52578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明确交付</a:t>
            </a:r>
          </a:p>
        </p:txBody>
      </p:sp>
      <p:sp>
        <p:nvSpPr>
          <p:cNvPr id="31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47567242-BDD3-4300-8F1F-412AE50B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0028" y="2026291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92c6c25794e1f">
            <a:extLst>
              <a:ext uri="{96DAC541-7B7A-43D3-8B79-37D633B846F1}">
                <asvg:svgBlip xmlns:asvg="http://schemas.microsoft.com/office/drawing/2016/SVG/main" r:embed="R3a18781f210945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73853" y="215011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3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3A7EA3BE-E84A-40C7-9BC0-A4FE9E66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182329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b6f305a604705">
            <a:extLst>
              <a:ext uri="{96DAC541-7B7A-43D3-8B79-37D633B846F1}">
                <asvg:svgBlip xmlns:asvg="http://schemas.microsoft.com/office/drawing/2016/SVG/main" r:embed="R147b641d90e749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1947120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35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658299CF-BCEA-4111-87EA-1B919C5E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2679" y="1989382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0eef170a949bb">
            <a:extLst>
              <a:ext uri="{96DAC541-7B7A-43D3-8B79-37D633B846F1}">
                <asvg:svgBlip xmlns:asvg="http://schemas.microsoft.com/office/drawing/2016/SVG/main" r:embed="Rb627ae737d3c49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46504" y="211320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7" name="relationship-line-0">
            <a:extLst xmlns:a="http://schemas.openxmlformats.org/drawingml/2006/main">
              <a:ext uri="{FF2B5EF4-FFF2-40B4-BE49-F238E27FC236}">
                <a16:creationId xmlns:a16="http://schemas.microsoft.com/office/drawing/2014/main" id="{DCF360D3-6D60-4DB9-8B45-A40B6475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338" y="3000375"/>
            <a:ext cx="14310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8" name="relationship-line-1">
            <a:extLst xmlns:a="http://schemas.openxmlformats.org/drawingml/2006/main">
              <a:ext uri="{FF2B5EF4-FFF2-40B4-BE49-F238E27FC236}">
                <a16:creationId xmlns:a16="http://schemas.microsoft.com/office/drawing/2014/main" id="{D985C318-F35E-4B80-90CA-BD621ADF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743" y="3600450"/>
            <a:ext cx="16536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9" name="relationship-line-2">
            <a:extLst xmlns:a="http://schemas.openxmlformats.org/drawingml/2006/main">
              <a:ext uri="{FF2B5EF4-FFF2-40B4-BE49-F238E27FC236}">
                <a16:creationId xmlns:a16="http://schemas.microsoft.com/office/drawing/2014/main" id="{ACEFE0E4-CD2A-4BB9-BF3E-2B58D1BD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439" y="4200525"/>
            <a:ext cx="18379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40" name="relationship-line-3">
            <a:extLst xmlns:a="http://schemas.openxmlformats.org/drawingml/2006/main">
              <a:ext uri="{FF2B5EF4-FFF2-40B4-BE49-F238E27FC236}">
                <a16:creationId xmlns:a16="http://schemas.microsoft.com/office/drawing/2014/main" id="{CC7B747A-9CB9-4261-80F6-41CF92B6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063" y="4800600"/>
            <a:ext cx="20082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41" name="relationship-line-4">
            <a:extLst xmlns:a="http://schemas.openxmlformats.org/drawingml/2006/main">
              <a:ext uri="{FF2B5EF4-FFF2-40B4-BE49-F238E27FC236}">
                <a16:creationId xmlns:a16="http://schemas.microsoft.com/office/drawing/2014/main" id="{BE08FC97-F3DC-4F40-B7BD-F6AB6D72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581" y="5400675"/>
            <a:ext cx="21697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</p:spTree>
    <p:extLst>
      <p:ext uri="{BB962C8B-B14F-4D97-AF65-F5344CB8AC3E}">
        <p14:creationId xmlns:p14="http://schemas.microsoft.com/office/powerpoint/2010/main" val="8409644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2026-09-08T06:35:55.4700000Z</dcterms:created>
  <dcterms:modified xsi:type="dcterms:W3CDTF">2026-09-08T06:35:55.4700000Z</dcterms:modified>
</coreProperties>
</file>