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dc5d36dfe84e45" /><Relationship Type="http://schemas.openxmlformats.org/officeDocument/2006/relationships/extended-properties" Target="/docProps/app.xml" Id="R03c3ec6e2f5747ea" /><Relationship Type="http://schemas.openxmlformats.org/officeDocument/2006/relationships/officeDocument" Target="/ppt/presentation.xml" Id="Rbd2c6a04c1a14b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2276380e2e4c30"/>
  </p:sldMasterIdLst>
  <p:notesMasterIdLst>
    <p:notesMasterId xmlns:r="http://schemas.openxmlformats.org/officeDocument/2006/relationships" r:id="Re5ce6e3b81df4c04"/>
  </p:notesMasterIdLst>
  <p:sldIdLst>
    <p:sldId xmlns:r="http://schemas.openxmlformats.org/officeDocument/2006/relationships" id="256" r:id="Rf83002bb8e1245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3ae67210964603" /><Relationship Type="http://schemas.openxmlformats.org/officeDocument/2006/relationships/slideMaster" Target="/ppt/slideMasters/slideMaster1.xml" Id="R592276380e2e4c30" /><Relationship Type="http://schemas.openxmlformats.org/officeDocument/2006/relationships/notesMaster" Target="/ppt/notesMasters/notesMaster1.xml" Id="Re5ce6e3b81df4c04" /><Relationship Type="http://schemas.openxmlformats.org/officeDocument/2006/relationships/presProps" Target="/ppt/presProps.xml" Id="Rbe045b9646554f7c" /><Relationship Type="http://schemas.openxmlformats.org/officeDocument/2006/relationships/tableStyles" Target="/ppt/tableStyles.xml" Id="R4c488fb310384263" /><Relationship Type="http://schemas.openxmlformats.org/officeDocument/2006/relationships/slide" Target="/ppt/slides/slide1.xml" Id="Rf83002bb8e1245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d7fe804a7f4f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d3439b36824a5b" /><Relationship Type="http://schemas.openxmlformats.org/officeDocument/2006/relationships/notesMaster" Target="/ppt/notesMasters/notesMaster1.xml" Id="R295bda34c4e547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c0d4c49bd945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32e3bcb5914d31" /><Relationship Type="http://schemas.openxmlformats.org/officeDocument/2006/relationships/slideLayout" Target="/ppt/slideLayouts/slideLayout1.xml" Id="R921ef5546f364f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1ef5546f364f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0f97fad0c4a9a" /><Relationship Type="http://schemas.openxmlformats.org/officeDocument/2006/relationships/image" Target="/ppt/media/image.png" Id="Rac0e57deaef6471a" /><Relationship Type="http://schemas.openxmlformats.org/officeDocument/2006/relationships/image" Target="/ppt/media/image.svg" Id="R5ae4ee0097494071" /><Relationship Type="http://schemas.openxmlformats.org/officeDocument/2006/relationships/image" Target="/ppt/media/image2.png" Id="R84689fcdb05e43ab" /><Relationship Type="http://schemas.openxmlformats.org/officeDocument/2006/relationships/image" Target="/ppt/media/image2.svg" Id="R888f266270ba4ddf" /><Relationship Type="http://schemas.openxmlformats.org/officeDocument/2006/relationships/image" Target="/ppt/media/image3.png" Id="Rb553e57954774368" /><Relationship Type="http://schemas.openxmlformats.org/officeDocument/2006/relationships/image" Target="/ppt/media/image3.svg" Id="R11bd72b5ae6f42dd" /><Relationship Type="http://schemas.openxmlformats.org/officeDocument/2006/relationships/notesSlide" Target="/ppt/notesSlides/notesSlide1.xml" Id="Rc3261263c22b4ce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age-paper">
            <a:extLst xmlns:a="http://schemas.openxmlformats.org/drawingml/2006/main">
              <a:ext uri="{FF2B5EF4-FFF2-40B4-BE49-F238E27FC236}">
                <a16:creationId xmlns:a16="http://schemas.microsoft.com/office/drawing/2014/main" id="{98732F7B-E901-4F50-9293-41BF7B82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9BB82F29-7DC8-4B0F-B0AC-D54745D9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040BB783-EB58-4724-9E75-05AC8611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反馈筛选：每一层都有准入依据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9484AAFF-F94D-4B30-AFBC-AC2B04EA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477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A7B78BA5-6A85-40C2-8614-9C696617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1445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反馈来源：访谈、工单、使用记录</a:t>
            </a:r>
          </a:p>
        </p:txBody>
      </p:sp>
      <p:sp>
        <p:nvSpPr>
          <p:cNvPr id="6" name="plain-1-module">
            <a:extLst xmlns:a="http://schemas.openxmlformats.org/drawingml/2006/main">
              <a:ext uri="{FF2B5EF4-FFF2-40B4-BE49-F238E27FC236}">
                <a16:creationId xmlns:a16="http://schemas.microsoft.com/office/drawing/2014/main" id="{C9291DDB-EB0D-40C6-9FD4-699F8661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479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准入依据</a:t>
            </a:r>
          </a:p>
        </p:txBody>
      </p:sp>
      <p:sp>
        <p:nvSpPr>
          <p:cNvPr id="7" name="plain-2-body">
            <a:extLst xmlns:a="http://schemas.openxmlformats.org/drawingml/2006/main">
              <a:ext uri="{FF2B5EF4-FFF2-40B4-BE49-F238E27FC236}">
                <a16:creationId xmlns:a16="http://schemas.microsoft.com/office/drawing/2014/main" id="{E5EE2CD9-558C-408B-901B-1628245C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908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保留原始反馈</a:t>
            </a:r>
          </a:p>
        </p:txBody>
      </p:sp>
      <p:sp>
        <p:nvSpPr>
          <p:cNvPr id="8" name="plain-3-body">
            <a:extLst xmlns:a="http://schemas.openxmlformats.org/drawingml/2006/main">
              <a:ext uri="{FF2B5EF4-FFF2-40B4-BE49-F238E27FC236}">
                <a16:creationId xmlns:a16="http://schemas.microsoft.com/office/drawing/2014/main" id="{89BA2B22-3521-4024-B583-92074FBB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338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问题可重复观察</a:t>
            </a:r>
          </a:p>
        </p:txBody>
      </p:sp>
      <p:sp>
        <p:nvSpPr>
          <p:cNvPr id="9" name="plain-4-body">
            <a:extLst xmlns:a="http://schemas.openxmlformats.org/drawingml/2006/main">
              <a:ext uri="{FF2B5EF4-FFF2-40B4-BE49-F238E27FC236}">
                <a16:creationId xmlns:a16="http://schemas.microsoft.com/office/drawing/2014/main" id="{F9D9ADBE-6135-4B2F-BBF3-080B3F08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767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小样验证有效</a:t>
            </a:r>
          </a:p>
        </p:txBody>
      </p:sp>
      <p:sp>
        <p:nvSpPr>
          <p:cNvPr id="10" name="plain-5-body">
            <a:extLst xmlns:a="http://schemas.openxmlformats.org/drawingml/2006/main">
              <a:ext uri="{FF2B5EF4-FFF2-40B4-BE49-F238E27FC236}">
                <a16:creationId xmlns:a16="http://schemas.microsoft.com/office/drawing/2014/main" id="{1B1BAC22-D944-473A-9284-BA1BF0B9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197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责任人与交付范围明确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6123017-DFCC-47CC-9299-9BE50D0B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2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F5F56D3B-53B3-4B4B-8EAB-D32A349C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96320">
            <a:off x="992791" y="2283857"/>
            <a:ext cx="4415209" cy="369542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2BC69CB8-6F62-4ACB-9B70-750CDA70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2855976"/>
            <a:ext cx="2850071" cy="644671"/>
          </a:xfrm>
          <a:custGeom xmlns:a="http://schemas.openxmlformats.org/drawingml/2006/main">
            <a:pathLst>
              <a:path w="2850071" h="644671">
                <a:moveTo>
                  <a:pt x="0" y="0"/>
                </a:moveTo>
                <a:lnTo>
                  <a:pt x="15269" y="24879"/>
                </a:lnTo>
                <a:lnTo>
                  <a:pt x="30537" y="49759"/>
                </a:lnTo>
                <a:lnTo>
                  <a:pt x="45806" y="74638"/>
                </a:lnTo>
                <a:lnTo>
                  <a:pt x="61074" y="99517"/>
                </a:lnTo>
                <a:lnTo>
                  <a:pt x="76343" y="124397"/>
                </a:lnTo>
                <a:lnTo>
                  <a:pt x="91611" y="149276"/>
                </a:lnTo>
                <a:lnTo>
                  <a:pt x="106880" y="174155"/>
                </a:lnTo>
                <a:lnTo>
                  <a:pt x="122149" y="199034"/>
                </a:lnTo>
                <a:lnTo>
                  <a:pt x="137417" y="223914"/>
                </a:lnTo>
                <a:lnTo>
                  <a:pt x="152686" y="248793"/>
                </a:lnTo>
                <a:lnTo>
                  <a:pt x="167954" y="273672"/>
                </a:lnTo>
                <a:lnTo>
                  <a:pt x="183223" y="298552"/>
                </a:lnTo>
                <a:lnTo>
                  <a:pt x="198491" y="323431"/>
                </a:lnTo>
                <a:lnTo>
                  <a:pt x="213760" y="348310"/>
                </a:lnTo>
                <a:lnTo>
                  <a:pt x="229029" y="373190"/>
                </a:lnTo>
                <a:lnTo>
                  <a:pt x="244297" y="398069"/>
                </a:lnTo>
                <a:lnTo>
                  <a:pt x="259566" y="422948"/>
                </a:lnTo>
                <a:lnTo>
                  <a:pt x="274834" y="447827"/>
                </a:lnTo>
                <a:lnTo>
                  <a:pt x="290103" y="472707"/>
                </a:lnTo>
                <a:lnTo>
                  <a:pt x="305372" y="497586"/>
                </a:lnTo>
                <a:lnTo>
                  <a:pt x="320640" y="522465"/>
                </a:lnTo>
                <a:lnTo>
                  <a:pt x="335909" y="547345"/>
                </a:lnTo>
                <a:lnTo>
                  <a:pt x="350234" y="572719"/>
                </a:lnTo>
                <a:lnTo>
                  <a:pt x="372885" y="586702"/>
                </a:lnTo>
                <a:lnTo>
                  <a:pt x="398135" y="593865"/>
                </a:lnTo>
                <a:lnTo>
                  <a:pt x="423720" y="599132"/>
                </a:lnTo>
                <a:lnTo>
                  <a:pt x="449437" y="603409"/>
                </a:lnTo>
                <a:lnTo>
                  <a:pt x="475231" y="607057"/>
                </a:lnTo>
                <a:lnTo>
                  <a:pt x="501063" y="610238"/>
                </a:lnTo>
                <a:lnTo>
                  <a:pt x="526933" y="613077"/>
                </a:lnTo>
                <a:lnTo>
                  <a:pt x="552812" y="615629"/>
                </a:lnTo>
                <a:lnTo>
                  <a:pt x="578710" y="617953"/>
                </a:lnTo>
                <a:lnTo>
                  <a:pt x="604628" y="620087"/>
                </a:lnTo>
                <a:lnTo>
                  <a:pt x="630545" y="622059"/>
                </a:lnTo>
                <a:lnTo>
                  <a:pt x="656473" y="623868"/>
                </a:lnTo>
                <a:lnTo>
                  <a:pt x="682409" y="625564"/>
                </a:lnTo>
                <a:lnTo>
                  <a:pt x="708355" y="627136"/>
                </a:lnTo>
                <a:lnTo>
                  <a:pt x="734292" y="628602"/>
                </a:lnTo>
                <a:lnTo>
                  <a:pt x="760247" y="629974"/>
                </a:lnTo>
                <a:lnTo>
                  <a:pt x="786194" y="631260"/>
                </a:lnTo>
                <a:lnTo>
                  <a:pt x="812149" y="632450"/>
                </a:lnTo>
                <a:lnTo>
                  <a:pt x="838105" y="633574"/>
                </a:lnTo>
                <a:lnTo>
                  <a:pt x="864070" y="634632"/>
                </a:lnTo>
                <a:lnTo>
                  <a:pt x="890026" y="635613"/>
                </a:lnTo>
                <a:lnTo>
                  <a:pt x="915991" y="636537"/>
                </a:lnTo>
                <a:lnTo>
                  <a:pt x="941956" y="637394"/>
                </a:lnTo>
                <a:lnTo>
                  <a:pt x="967921" y="638204"/>
                </a:lnTo>
                <a:lnTo>
                  <a:pt x="993886" y="638947"/>
                </a:lnTo>
                <a:lnTo>
                  <a:pt x="1019851" y="639642"/>
                </a:lnTo>
                <a:lnTo>
                  <a:pt x="1045826" y="640290"/>
                </a:lnTo>
                <a:lnTo>
                  <a:pt x="1071791" y="640880"/>
                </a:lnTo>
                <a:lnTo>
                  <a:pt x="1097766" y="641433"/>
                </a:lnTo>
                <a:lnTo>
                  <a:pt x="1123731" y="641928"/>
                </a:lnTo>
                <a:lnTo>
                  <a:pt x="1149706" y="642385"/>
                </a:lnTo>
                <a:lnTo>
                  <a:pt x="1175680" y="642804"/>
                </a:lnTo>
                <a:lnTo>
                  <a:pt x="1201655" y="643176"/>
                </a:lnTo>
                <a:lnTo>
                  <a:pt x="1227620" y="643499"/>
                </a:lnTo>
                <a:lnTo>
                  <a:pt x="1253595" y="643785"/>
                </a:lnTo>
                <a:lnTo>
                  <a:pt x="1279569" y="644033"/>
                </a:lnTo>
                <a:lnTo>
                  <a:pt x="1305544" y="644233"/>
                </a:lnTo>
                <a:lnTo>
                  <a:pt x="1331519" y="644395"/>
                </a:lnTo>
                <a:lnTo>
                  <a:pt x="1357493" y="644509"/>
                </a:lnTo>
                <a:lnTo>
                  <a:pt x="1383468" y="644614"/>
                </a:lnTo>
                <a:lnTo>
                  <a:pt x="1409443" y="644662"/>
                </a:lnTo>
                <a:lnTo>
                  <a:pt x="1435418" y="644671"/>
                </a:lnTo>
                <a:lnTo>
                  <a:pt x="1461392" y="644642"/>
                </a:lnTo>
                <a:lnTo>
                  <a:pt x="1487367" y="644566"/>
                </a:lnTo>
                <a:lnTo>
                  <a:pt x="1513342" y="644452"/>
                </a:lnTo>
                <a:lnTo>
                  <a:pt x="1539316" y="644319"/>
                </a:lnTo>
                <a:lnTo>
                  <a:pt x="1565281" y="644128"/>
                </a:lnTo>
                <a:lnTo>
                  <a:pt x="1591256" y="643909"/>
                </a:lnTo>
                <a:lnTo>
                  <a:pt x="1617231" y="643642"/>
                </a:lnTo>
                <a:lnTo>
                  <a:pt x="1643205" y="643328"/>
                </a:lnTo>
                <a:lnTo>
                  <a:pt x="1669180" y="642985"/>
                </a:lnTo>
                <a:lnTo>
                  <a:pt x="1695155" y="642595"/>
                </a:lnTo>
                <a:lnTo>
                  <a:pt x="1721120" y="642156"/>
                </a:lnTo>
                <a:lnTo>
                  <a:pt x="1747095" y="641680"/>
                </a:lnTo>
                <a:lnTo>
                  <a:pt x="1773060" y="641156"/>
                </a:lnTo>
                <a:lnTo>
                  <a:pt x="1799034" y="640585"/>
                </a:lnTo>
                <a:lnTo>
                  <a:pt x="1825000" y="639966"/>
                </a:lnTo>
                <a:lnTo>
                  <a:pt x="1850974" y="639299"/>
                </a:lnTo>
                <a:lnTo>
                  <a:pt x="1876939" y="638575"/>
                </a:lnTo>
                <a:lnTo>
                  <a:pt x="1902905" y="637794"/>
                </a:lnTo>
                <a:lnTo>
                  <a:pt x="1928870" y="636965"/>
                </a:lnTo>
                <a:lnTo>
                  <a:pt x="1954835" y="636070"/>
                </a:lnTo>
                <a:lnTo>
                  <a:pt x="1980790" y="635117"/>
                </a:lnTo>
                <a:lnTo>
                  <a:pt x="2006756" y="634098"/>
                </a:lnTo>
                <a:lnTo>
                  <a:pt x="2032711" y="633012"/>
                </a:lnTo>
                <a:lnTo>
                  <a:pt x="2058667" y="631850"/>
                </a:lnTo>
                <a:lnTo>
                  <a:pt x="2084622" y="630603"/>
                </a:lnTo>
                <a:lnTo>
                  <a:pt x="2110569" y="629279"/>
                </a:lnTo>
                <a:lnTo>
                  <a:pt x="2136515" y="627859"/>
                </a:lnTo>
                <a:lnTo>
                  <a:pt x="2162461" y="626335"/>
                </a:lnTo>
                <a:lnTo>
                  <a:pt x="2188397" y="624716"/>
                </a:lnTo>
                <a:lnTo>
                  <a:pt x="2214334" y="622954"/>
                </a:lnTo>
                <a:lnTo>
                  <a:pt x="2240261" y="621059"/>
                </a:lnTo>
                <a:lnTo>
                  <a:pt x="2266169" y="619011"/>
                </a:lnTo>
                <a:lnTo>
                  <a:pt x="2292077" y="616791"/>
                </a:lnTo>
                <a:lnTo>
                  <a:pt x="2317975" y="614353"/>
                </a:lnTo>
                <a:lnTo>
                  <a:pt x="2343845" y="611657"/>
                </a:lnTo>
                <a:lnTo>
                  <a:pt x="2369696" y="608657"/>
                </a:lnTo>
                <a:lnTo>
                  <a:pt x="2395509" y="605247"/>
                </a:lnTo>
                <a:lnTo>
                  <a:pt x="2421274" y="601313"/>
                </a:lnTo>
                <a:lnTo>
                  <a:pt x="2446934" y="596589"/>
                </a:lnTo>
                <a:lnTo>
                  <a:pt x="2472395" y="590531"/>
                </a:lnTo>
                <a:lnTo>
                  <a:pt x="2497150" y="581358"/>
                </a:lnTo>
                <a:lnTo>
                  <a:pt x="2514162" y="559451"/>
                </a:lnTo>
                <a:lnTo>
                  <a:pt x="2529430" y="534572"/>
                </a:lnTo>
                <a:lnTo>
                  <a:pt x="2544699" y="509692"/>
                </a:lnTo>
                <a:lnTo>
                  <a:pt x="2559968" y="484813"/>
                </a:lnTo>
                <a:lnTo>
                  <a:pt x="2575236" y="459934"/>
                </a:lnTo>
                <a:lnTo>
                  <a:pt x="2590505" y="435054"/>
                </a:lnTo>
                <a:lnTo>
                  <a:pt x="2605773" y="410175"/>
                </a:lnTo>
                <a:lnTo>
                  <a:pt x="2621042" y="385296"/>
                </a:lnTo>
                <a:lnTo>
                  <a:pt x="2636310" y="360416"/>
                </a:lnTo>
                <a:lnTo>
                  <a:pt x="2651579" y="335537"/>
                </a:lnTo>
                <a:lnTo>
                  <a:pt x="2666848" y="310658"/>
                </a:lnTo>
                <a:lnTo>
                  <a:pt x="2682116" y="285779"/>
                </a:lnTo>
                <a:lnTo>
                  <a:pt x="2697385" y="260899"/>
                </a:lnTo>
                <a:lnTo>
                  <a:pt x="2712653" y="236020"/>
                </a:lnTo>
                <a:lnTo>
                  <a:pt x="2727922" y="211141"/>
                </a:lnTo>
                <a:lnTo>
                  <a:pt x="2743190" y="186261"/>
                </a:lnTo>
                <a:lnTo>
                  <a:pt x="2758459" y="161382"/>
                </a:lnTo>
                <a:lnTo>
                  <a:pt x="2773728" y="136503"/>
                </a:lnTo>
                <a:lnTo>
                  <a:pt x="2788996" y="111623"/>
                </a:lnTo>
                <a:lnTo>
                  <a:pt x="2804265" y="86744"/>
                </a:lnTo>
                <a:lnTo>
                  <a:pt x="2819533" y="61865"/>
                </a:lnTo>
                <a:lnTo>
                  <a:pt x="2834802" y="36986"/>
                </a:lnTo>
                <a:lnTo>
                  <a:pt x="2850071" y="12106"/>
                </a:lnTo>
                <a:lnTo>
                  <a:pt x="2847889" y="9858"/>
                </a:lnTo>
                <a:lnTo>
                  <a:pt x="2822953" y="18298"/>
                </a:lnTo>
                <a:lnTo>
                  <a:pt x="2797397" y="23755"/>
                </a:lnTo>
                <a:lnTo>
                  <a:pt x="2771670" y="28023"/>
                </a:lnTo>
                <a:lnTo>
                  <a:pt x="2745877" y="31585"/>
                </a:lnTo>
                <a:lnTo>
                  <a:pt x="2720026" y="34681"/>
                </a:lnTo>
                <a:lnTo>
                  <a:pt x="2694156" y="37424"/>
                </a:lnTo>
                <a:lnTo>
                  <a:pt x="2668267" y="39900"/>
                </a:lnTo>
                <a:lnTo>
                  <a:pt x="2642368" y="42158"/>
                </a:lnTo>
                <a:lnTo>
                  <a:pt x="2616451" y="44234"/>
                </a:lnTo>
                <a:lnTo>
                  <a:pt x="2590524" y="46158"/>
                </a:lnTo>
                <a:lnTo>
                  <a:pt x="2564597" y="47939"/>
                </a:lnTo>
                <a:lnTo>
                  <a:pt x="2538660" y="49616"/>
                </a:lnTo>
                <a:lnTo>
                  <a:pt x="2512724" y="51187"/>
                </a:lnTo>
                <a:lnTo>
                  <a:pt x="2486777" y="52664"/>
                </a:lnTo>
                <a:lnTo>
                  <a:pt x="2460831" y="54064"/>
                </a:lnTo>
                <a:lnTo>
                  <a:pt x="2434876" y="55378"/>
                </a:lnTo>
                <a:lnTo>
                  <a:pt x="2408930" y="56626"/>
                </a:lnTo>
                <a:lnTo>
                  <a:pt x="2382965" y="57798"/>
                </a:lnTo>
                <a:lnTo>
                  <a:pt x="2357009" y="58922"/>
                </a:lnTo>
                <a:lnTo>
                  <a:pt x="2331053" y="59988"/>
                </a:lnTo>
                <a:lnTo>
                  <a:pt x="2305098" y="60998"/>
                </a:lnTo>
                <a:lnTo>
                  <a:pt x="2279132" y="61960"/>
                </a:lnTo>
                <a:lnTo>
                  <a:pt x="2253167" y="62875"/>
                </a:lnTo>
                <a:lnTo>
                  <a:pt x="2227202" y="63741"/>
                </a:lnTo>
                <a:lnTo>
                  <a:pt x="2201237" y="64570"/>
                </a:lnTo>
                <a:lnTo>
                  <a:pt x="2175272" y="65351"/>
                </a:lnTo>
                <a:lnTo>
                  <a:pt x="2149307" y="66104"/>
                </a:lnTo>
                <a:lnTo>
                  <a:pt x="2123342" y="66808"/>
                </a:lnTo>
                <a:lnTo>
                  <a:pt x="2097367" y="67494"/>
                </a:lnTo>
                <a:lnTo>
                  <a:pt x="2071402" y="68132"/>
                </a:lnTo>
                <a:lnTo>
                  <a:pt x="2045437" y="68742"/>
                </a:lnTo>
                <a:lnTo>
                  <a:pt x="2019462" y="69323"/>
                </a:lnTo>
                <a:lnTo>
                  <a:pt x="1993497" y="69866"/>
                </a:lnTo>
                <a:lnTo>
                  <a:pt x="1967522" y="70380"/>
                </a:lnTo>
                <a:lnTo>
                  <a:pt x="1941547" y="70866"/>
                </a:lnTo>
                <a:lnTo>
                  <a:pt x="1915582" y="71314"/>
                </a:lnTo>
                <a:lnTo>
                  <a:pt x="1889608" y="71771"/>
                </a:lnTo>
                <a:lnTo>
                  <a:pt x="1863633" y="72161"/>
                </a:lnTo>
                <a:lnTo>
                  <a:pt x="1837668" y="72542"/>
                </a:lnTo>
                <a:lnTo>
                  <a:pt x="1811693" y="72895"/>
                </a:lnTo>
                <a:lnTo>
                  <a:pt x="1785718" y="73219"/>
                </a:lnTo>
                <a:lnTo>
                  <a:pt x="1759744" y="73543"/>
                </a:lnTo>
                <a:lnTo>
                  <a:pt x="1733769" y="73800"/>
                </a:lnTo>
                <a:lnTo>
                  <a:pt x="1707794" y="74066"/>
                </a:lnTo>
                <a:lnTo>
                  <a:pt x="1681829" y="74295"/>
                </a:lnTo>
                <a:lnTo>
                  <a:pt x="1655855" y="74495"/>
                </a:lnTo>
                <a:lnTo>
                  <a:pt x="1629880" y="74705"/>
                </a:lnTo>
                <a:lnTo>
                  <a:pt x="1603905" y="74847"/>
                </a:lnTo>
                <a:lnTo>
                  <a:pt x="1577931" y="74990"/>
                </a:lnTo>
                <a:lnTo>
                  <a:pt x="1551956" y="75114"/>
                </a:lnTo>
                <a:lnTo>
                  <a:pt x="1525981" y="75200"/>
                </a:lnTo>
                <a:lnTo>
                  <a:pt x="1500007" y="75286"/>
                </a:lnTo>
                <a:lnTo>
                  <a:pt x="1474032" y="75324"/>
                </a:lnTo>
                <a:lnTo>
                  <a:pt x="1448057" y="75352"/>
                </a:lnTo>
                <a:lnTo>
                  <a:pt x="1422083" y="75362"/>
                </a:lnTo>
                <a:lnTo>
                  <a:pt x="1396108" y="75333"/>
                </a:lnTo>
                <a:lnTo>
                  <a:pt x="1370133" y="75305"/>
                </a:lnTo>
                <a:lnTo>
                  <a:pt x="1344158" y="75238"/>
                </a:lnTo>
                <a:lnTo>
                  <a:pt x="1318184" y="75152"/>
                </a:lnTo>
                <a:lnTo>
                  <a:pt x="1292209" y="75057"/>
                </a:lnTo>
                <a:lnTo>
                  <a:pt x="1266234" y="74914"/>
                </a:lnTo>
                <a:lnTo>
                  <a:pt x="1240260" y="74771"/>
                </a:lnTo>
                <a:lnTo>
                  <a:pt x="1214295" y="74600"/>
                </a:lnTo>
                <a:lnTo>
                  <a:pt x="1188320" y="74390"/>
                </a:lnTo>
                <a:lnTo>
                  <a:pt x="1162345" y="74190"/>
                </a:lnTo>
                <a:lnTo>
                  <a:pt x="1136371" y="73933"/>
                </a:lnTo>
                <a:lnTo>
                  <a:pt x="1110396" y="73666"/>
                </a:lnTo>
                <a:lnTo>
                  <a:pt x="1084421" y="73381"/>
                </a:lnTo>
                <a:lnTo>
                  <a:pt x="1058447" y="73057"/>
                </a:lnTo>
                <a:lnTo>
                  <a:pt x="1032472" y="72733"/>
                </a:lnTo>
                <a:lnTo>
                  <a:pt x="1006507" y="72342"/>
                </a:lnTo>
                <a:lnTo>
                  <a:pt x="980532" y="71961"/>
                </a:lnTo>
                <a:lnTo>
                  <a:pt x="954557" y="71542"/>
                </a:lnTo>
                <a:lnTo>
                  <a:pt x="928592" y="71085"/>
                </a:lnTo>
                <a:lnTo>
                  <a:pt x="902618" y="70628"/>
                </a:lnTo>
                <a:lnTo>
                  <a:pt x="876643" y="70104"/>
                </a:lnTo>
                <a:lnTo>
                  <a:pt x="850678" y="69580"/>
                </a:lnTo>
                <a:lnTo>
                  <a:pt x="824703" y="69028"/>
                </a:lnTo>
                <a:lnTo>
                  <a:pt x="798738" y="68428"/>
                </a:lnTo>
                <a:lnTo>
                  <a:pt x="772763" y="67808"/>
                </a:lnTo>
                <a:lnTo>
                  <a:pt x="746798" y="67151"/>
                </a:lnTo>
                <a:lnTo>
                  <a:pt x="720833" y="66456"/>
                </a:lnTo>
                <a:lnTo>
                  <a:pt x="694868" y="65723"/>
                </a:lnTo>
                <a:lnTo>
                  <a:pt x="668903" y="64951"/>
                </a:lnTo>
                <a:lnTo>
                  <a:pt x="642928" y="64141"/>
                </a:lnTo>
                <a:lnTo>
                  <a:pt x="616972" y="63294"/>
                </a:lnTo>
                <a:lnTo>
                  <a:pt x="591007" y="62408"/>
                </a:lnTo>
                <a:lnTo>
                  <a:pt x="565042" y="61465"/>
                </a:lnTo>
                <a:lnTo>
                  <a:pt x="539077" y="60484"/>
                </a:lnTo>
                <a:lnTo>
                  <a:pt x="513121" y="59446"/>
                </a:lnTo>
                <a:lnTo>
                  <a:pt x="487166" y="58350"/>
                </a:lnTo>
                <a:lnTo>
                  <a:pt x="461210" y="57198"/>
                </a:lnTo>
                <a:lnTo>
                  <a:pt x="435254" y="55988"/>
                </a:lnTo>
                <a:lnTo>
                  <a:pt x="409299" y="54702"/>
                </a:lnTo>
                <a:lnTo>
                  <a:pt x="383353" y="53350"/>
                </a:lnTo>
                <a:lnTo>
                  <a:pt x="357407" y="51921"/>
                </a:lnTo>
                <a:lnTo>
                  <a:pt x="331460" y="50397"/>
                </a:lnTo>
                <a:lnTo>
                  <a:pt x="305524" y="48778"/>
                </a:lnTo>
                <a:lnTo>
                  <a:pt x="279597" y="47044"/>
                </a:lnTo>
                <a:lnTo>
                  <a:pt x="253670" y="45187"/>
                </a:lnTo>
                <a:lnTo>
                  <a:pt x="227743" y="43186"/>
                </a:lnTo>
                <a:lnTo>
                  <a:pt x="201835" y="41024"/>
                </a:lnTo>
                <a:lnTo>
                  <a:pt x="175936" y="38662"/>
                </a:lnTo>
                <a:lnTo>
                  <a:pt x="150057" y="36052"/>
                </a:lnTo>
                <a:lnTo>
                  <a:pt x="124196" y="33137"/>
                </a:lnTo>
                <a:lnTo>
                  <a:pt x="98384" y="29823"/>
                </a:lnTo>
                <a:lnTo>
                  <a:pt x="72609" y="25937"/>
                </a:lnTo>
                <a:lnTo>
                  <a:pt x="46958" y="21155"/>
                </a:lnTo>
                <a:lnTo>
                  <a:pt x="21584" y="146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BB8BA0CB-DD6F-4E17-BDA5-F72F43E8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2748810"/>
            <a:ext cx="2857500" cy="2143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5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A487E870-F786-4569-8916-74D99854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1037" y="3598926"/>
            <a:ext cx="2158175" cy="644671"/>
          </a:xfrm>
          <a:custGeom xmlns:a="http://schemas.openxmlformats.org/drawingml/2006/main">
            <a:pathLst>
              <a:path w="2158175" h="644671">
                <a:moveTo>
                  <a:pt x="0" y="0"/>
                </a:moveTo>
                <a:lnTo>
                  <a:pt x="9963" y="21203"/>
                </a:lnTo>
                <a:lnTo>
                  <a:pt x="19926" y="42405"/>
                </a:lnTo>
                <a:lnTo>
                  <a:pt x="29880" y="63608"/>
                </a:lnTo>
                <a:lnTo>
                  <a:pt x="39843" y="84811"/>
                </a:lnTo>
                <a:lnTo>
                  <a:pt x="49806" y="106023"/>
                </a:lnTo>
                <a:lnTo>
                  <a:pt x="59769" y="127225"/>
                </a:lnTo>
                <a:lnTo>
                  <a:pt x="69723" y="148428"/>
                </a:lnTo>
                <a:lnTo>
                  <a:pt x="79686" y="169631"/>
                </a:lnTo>
                <a:lnTo>
                  <a:pt x="89649" y="190833"/>
                </a:lnTo>
                <a:lnTo>
                  <a:pt x="99612" y="212036"/>
                </a:lnTo>
                <a:lnTo>
                  <a:pt x="109576" y="233239"/>
                </a:lnTo>
                <a:lnTo>
                  <a:pt x="119529" y="254441"/>
                </a:lnTo>
                <a:lnTo>
                  <a:pt x="129492" y="275644"/>
                </a:lnTo>
                <a:lnTo>
                  <a:pt x="139456" y="296856"/>
                </a:lnTo>
                <a:lnTo>
                  <a:pt x="149419" y="318059"/>
                </a:lnTo>
                <a:lnTo>
                  <a:pt x="159372" y="339261"/>
                </a:lnTo>
                <a:lnTo>
                  <a:pt x="169335" y="360464"/>
                </a:lnTo>
                <a:lnTo>
                  <a:pt x="179299" y="381667"/>
                </a:lnTo>
                <a:lnTo>
                  <a:pt x="189262" y="402869"/>
                </a:lnTo>
                <a:lnTo>
                  <a:pt x="199225" y="424072"/>
                </a:lnTo>
                <a:lnTo>
                  <a:pt x="209179" y="445275"/>
                </a:lnTo>
                <a:lnTo>
                  <a:pt x="219142" y="466477"/>
                </a:lnTo>
                <a:lnTo>
                  <a:pt x="229105" y="487690"/>
                </a:lnTo>
                <a:lnTo>
                  <a:pt x="239068" y="508892"/>
                </a:lnTo>
                <a:lnTo>
                  <a:pt x="249022" y="530095"/>
                </a:lnTo>
                <a:lnTo>
                  <a:pt x="258985" y="551297"/>
                </a:lnTo>
                <a:lnTo>
                  <a:pt x="268129" y="572843"/>
                </a:lnTo>
                <a:lnTo>
                  <a:pt x="284597" y="586464"/>
                </a:lnTo>
                <a:lnTo>
                  <a:pt x="304105" y="593855"/>
                </a:lnTo>
                <a:lnTo>
                  <a:pt x="324069" y="599303"/>
                </a:lnTo>
                <a:lnTo>
                  <a:pt x="344214" y="603714"/>
                </a:lnTo>
                <a:lnTo>
                  <a:pt x="364465" y="607466"/>
                </a:lnTo>
                <a:lnTo>
                  <a:pt x="384772" y="610733"/>
                </a:lnTo>
                <a:lnTo>
                  <a:pt x="405117" y="613639"/>
                </a:lnTo>
                <a:lnTo>
                  <a:pt x="425491" y="616248"/>
                </a:lnTo>
                <a:lnTo>
                  <a:pt x="445884" y="618630"/>
                </a:lnTo>
                <a:lnTo>
                  <a:pt x="466287" y="620801"/>
                </a:lnTo>
                <a:lnTo>
                  <a:pt x="486718" y="622792"/>
                </a:lnTo>
                <a:lnTo>
                  <a:pt x="507149" y="624650"/>
                </a:lnTo>
                <a:lnTo>
                  <a:pt x="527590" y="626345"/>
                </a:lnTo>
                <a:lnTo>
                  <a:pt x="548040" y="627945"/>
                </a:lnTo>
                <a:lnTo>
                  <a:pt x="568490" y="629422"/>
                </a:lnTo>
                <a:lnTo>
                  <a:pt x="588950" y="630793"/>
                </a:lnTo>
                <a:lnTo>
                  <a:pt x="609410" y="632089"/>
                </a:lnTo>
                <a:lnTo>
                  <a:pt x="629879" y="633289"/>
                </a:lnTo>
                <a:lnTo>
                  <a:pt x="650348" y="634403"/>
                </a:lnTo>
                <a:lnTo>
                  <a:pt x="670827" y="635451"/>
                </a:lnTo>
                <a:lnTo>
                  <a:pt x="691296" y="636432"/>
                </a:lnTo>
                <a:lnTo>
                  <a:pt x="711775" y="637337"/>
                </a:lnTo>
                <a:lnTo>
                  <a:pt x="732253" y="638185"/>
                </a:lnTo>
                <a:lnTo>
                  <a:pt x="752742" y="638966"/>
                </a:lnTo>
                <a:lnTo>
                  <a:pt x="773220" y="639689"/>
                </a:lnTo>
                <a:lnTo>
                  <a:pt x="793709" y="640366"/>
                </a:lnTo>
                <a:lnTo>
                  <a:pt x="814197" y="640975"/>
                </a:lnTo>
                <a:lnTo>
                  <a:pt x="834676" y="641547"/>
                </a:lnTo>
                <a:lnTo>
                  <a:pt x="855164" y="642061"/>
                </a:lnTo>
                <a:lnTo>
                  <a:pt x="875652" y="642518"/>
                </a:lnTo>
                <a:lnTo>
                  <a:pt x="896150" y="642938"/>
                </a:lnTo>
                <a:lnTo>
                  <a:pt x="916638" y="643309"/>
                </a:lnTo>
                <a:lnTo>
                  <a:pt x="937127" y="643633"/>
                </a:lnTo>
                <a:lnTo>
                  <a:pt x="957615" y="643909"/>
                </a:lnTo>
                <a:lnTo>
                  <a:pt x="978113" y="644147"/>
                </a:lnTo>
                <a:lnTo>
                  <a:pt x="998601" y="644338"/>
                </a:lnTo>
                <a:lnTo>
                  <a:pt x="1019089" y="644490"/>
                </a:lnTo>
                <a:lnTo>
                  <a:pt x="1039587" y="644595"/>
                </a:lnTo>
                <a:lnTo>
                  <a:pt x="1060075" y="644652"/>
                </a:lnTo>
                <a:lnTo>
                  <a:pt x="1080573" y="644671"/>
                </a:lnTo>
                <a:lnTo>
                  <a:pt x="1101061" y="644652"/>
                </a:lnTo>
                <a:lnTo>
                  <a:pt x="1121550" y="644585"/>
                </a:lnTo>
                <a:lnTo>
                  <a:pt x="1142048" y="644471"/>
                </a:lnTo>
                <a:lnTo>
                  <a:pt x="1162536" y="644319"/>
                </a:lnTo>
                <a:lnTo>
                  <a:pt x="1183034" y="644119"/>
                </a:lnTo>
                <a:lnTo>
                  <a:pt x="1203522" y="643880"/>
                </a:lnTo>
                <a:lnTo>
                  <a:pt x="1224010" y="643595"/>
                </a:lnTo>
                <a:lnTo>
                  <a:pt x="1244498" y="643271"/>
                </a:lnTo>
                <a:lnTo>
                  <a:pt x="1264996" y="642890"/>
                </a:lnTo>
                <a:lnTo>
                  <a:pt x="1285484" y="642471"/>
                </a:lnTo>
                <a:lnTo>
                  <a:pt x="1305973" y="642004"/>
                </a:lnTo>
                <a:lnTo>
                  <a:pt x="1326461" y="641480"/>
                </a:lnTo>
                <a:lnTo>
                  <a:pt x="1346940" y="640909"/>
                </a:lnTo>
                <a:lnTo>
                  <a:pt x="1367428" y="640280"/>
                </a:lnTo>
                <a:lnTo>
                  <a:pt x="1387916" y="639604"/>
                </a:lnTo>
                <a:lnTo>
                  <a:pt x="1408395" y="638880"/>
                </a:lnTo>
                <a:lnTo>
                  <a:pt x="1428883" y="638089"/>
                </a:lnTo>
                <a:lnTo>
                  <a:pt x="1449362" y="637232"/>
                </a:lnTo>
                <a:lnTo>
                  <a:pt x="1469841" y="636318"/>
                </a:lnTo>
                <a:lnTo>
                  <a:pt x="1490310" y="635337"/>
                </a:lnTo>
                <a:lnTo>
                  <a:pt x="1510789" y="634279"/>
                </a:lnTo>
                <a:lnTo>
                  <a:pt x="1531258" y="633155"/>
                </a:lnTo>
                <a:lnTo>
                  <a:pt x="1551718" y="631936"/>
                </a:lnTo>
                <a:lnTo>
                  <a:pt x="1572187" y="630641"/>
                </a:lnTo>
                <a:lnTo>
                  <a:pt x="1592647" y="629250"/>
                </a:lnTo>
                <a:lnTo>
                  <a:pt x="1613097" y="627755"/>
                </a:lnTo>
                <a:lnTo>
                  <a:pt x="1633547" y="626154"/>
                </a:lnTo>
                <a:lnTo>
                  <a:pt x="1653988" y="624430"/>
                </a:lnTo>
                <a:lnTo>
                  <a:pt x="1674419" y="622564"/>
                </a:lnTo>
                <a:lnTo>
                  <a:pt x="1694840" y="620544"/>
                </a:lnTo>
                <a:lnTo>
                  <a:pt x="1715243" y="618353"/>
                </a:lnTo>
                <a:lnTo>
                  <a:pt x="1735636" y="615953"/>
                </a:lnTo>
                <a:lnTo>
                  <a:pt x="1756010" y="613305"/>
                </a:lnTo>
                <a:lnTo>
                  <a:pt x="1776346" y="610362"/>
                </a:lnTo>
                <a:lnTo>
                  <a:pt x="1796653" y="607047"/>
                </a:lnTo>
                <a:lnTo>
                  <a:pt x="1816884" y="603237"/>
                </a:lnTo>
                <a:lnTo>
                  <a:pt x="1837020" y="598732"/>
                </a:lnTo>
                <a:lnTo>
                  <a:pt x="1856956" y="593122"/>
                </a:lnTo>
                <a:lnTo>
                  <a:pt x="1876349" y="585359"/>
                </a:lnTo>
                <a:lnTo>
                  <a:pt x="1891246" y="570100"/>
                </a:lnTo>
                <a:lnTo>
                  <a:pt x="1900914" y="548802"/>
                </a:lnTo>
                <a:lnTo>
                  <a:pt x="1910877" y="527599"/>
                </a:lnTo>
                <a:lnTo>
                  <a:pt x="1920831" y="506387"/>
                </a:lnTo>
                <a:lnTo>
                  <a:pt x="1930794" y="485184"/>
                </a:lnTo>
                <a:lnTo>
                  <a:pt x="1940757" y="463982"/>
                </a:lnTo>
                <a:lnTo>
                  <a:pt x="1950720" y="442779"/>
                </a:lnTo>
                <a:lnTo>
                  <a:pt x="1960674" y="421577"/>
                </a:lnTo>
                <a:lnTo>
                  <a:pt x="1970637" y="400374"/>
                </a:lnTo>
                <a:lnTo>
                  <a:pt x="1980600" y="379171"/>
                </a:lnTo>
                <a:lnTo>
                  <a:pt x="1990563" y="357969"/>
                </a:lnTo>
                <a:lnTo>
                  <a:pt x="2000526" y="336766"/>
                </a:lnTo>
                <a:lnTo>
                  <a:pt x="2010480" y="315563"/>
                </a:lnTo>
                <a:lnTo>
                  <a:pt x="2020443" y="294351"/>
                </a:lnTo>
                <a:lnTo>
                  <a:pt x="2030406" y="273148"/>
                </a:lnTo>
                <a:lnTo>
                  <a:pt x="2040369" y="251946"/>
                </a:lnTo>
                <a:lnTo>
                  <a:pt x="2050323" y="230743"/>
                </a:lnTo>
                <a:lnTo>
                  <a:pt x="2060286" y="209540"/>
                </a:lnTo>
                <a:lnTo>
                  <a:pt x="2070249" y="188338"/>
                </a:lnTo>
                <a:lnTo>
                  <a:pt x="2080212" y="167135"/>
                </a:lnTo>
                <a:lnTo>
                  <a:pt x="2090166" y="145933"/>
                </a:lnTo>
                <a:lnTo>
                  <a:pt x="2100129" y="124730"/>
                </a:lnTo>
                <a:lnTo>
                  <a:pt x="2110092" y="103518"/>
                </a:lnTo>
                <a:lnTo>
                  <a:pt x="2120055" y="82315"/>
                </a:lnTo>
                <a:lnTo>
                  <a:pt x="2130019" y="61112"/>
                </a:lnTo>
                <a:lnTo>
                  <a:pt x="2139972" y="39910"/>
                </a:lnTo>
                <a:lnTo>
                  <a:pt x="2149935" y="18707"/>
                </a:lnTo>
                <a:lnTo>
                  <a:pt x="2158175" y="2762"/>
                </a:lnTo>
                <a:lnTo>
                  <a:pt x="2141049" y="15183"/>
                </a:lnTo>
                <a:lnTo>
                  <a:pt x="2121322" y="21698"/>
                </a:lnTo>
                <a:lnTo>
                  <a:pt x="2101234" y="26508"/>
                </a:lnTo>
                <a:lnTo>
                  <a:pt x="2081012" y="30442"/>
                </a:lnTo>
                <a:lnTo>
                  <a:pt x="2060724" y="33795"/>
                </a:lnTo>
                <a:lnTo>
                  <a:pt x="2040379" y="36747"/>
                </a:lnTo>
                <a:lnTo>
                  <a:pt x="2020014" y="39386"/>
                </a:lnTo>
                <a:lnTo>
                  <a:pt x="1999621" y="41777"/>
                </a:lnTo>
                <a:lnTo>
                  <a:pt x="1979209" y="43967"/>
                </a:lnTo>
                <a:lnTo>
                  <a:pt x="1958788" y="45996"/>
                </a:lnTo>
                <a:lnTo>
                  <a:pt x="1938357" y="47863"/>
                </a:lnTo>
                <a:lnTo>
                  <a:pt x="1917916" y="49616"/>
                </a:lnTo>
                <a:lnTo>
                  <a:pt x="1897475" y="51254"/>
                </a:lnTo>
                <a:lnTo>
                  <a:pt x="1877025" y="52788"/>
                </a:lnTo>
                <a:lnTo>
                  <a:pt x="1856565" y="54235"/>
                </a:lnTo>
                <a:lnTo>
                  <a:pt x="1836106" y="55588"/>
                </a:lnTo>
                <a:lnTo>
                  <a:pt x="1815646" y="56874"/>
                </a:lnTo>
                <a:lnTo>
                  <a:pt x="1795177" y="58093"/>
                </a:lnTo>
                <a:lnTo>
                  <a:pt x="1774708" y="59246"/>
                </a:lnTo>
                <a:lnTo>
                  <a:pt x="1754238" y="60341"/>
                </a:lnTo>
                <a:lnTo>
                  <a:pt x="1733760" y="61370"/>
                </a:lnTo>
                <a:lnTo>
                  <a:pt x="1713281" y="62351"/>
                </a:lnTo>
                <a:lnTo>
                  <a:pt x="1692812" y="63284"/>
                </a:lnTo>
                <a:lnTo>
                  <a:pt x="1672333" y="64170"/>
                </a:lnTo>
                <a:lnTo>
                  <a:pt x="1651845" y="65018"/>
                </a:lnTo>
                <a:lnTo>
                  <a:pt x="1631366" y="65818"/>
                </a:lnTo>
                <a:lnTo>
                  <a:pt x="1610887" y="66570"/>
                </a:lnTo>
                <a:lnTo>
                  <a:pt x="1590399" y="67294"/>
                </a:lnTo>
                <a:lnTo>
                  <a:pt x="1569920" y="67970"/>
                </a:lnTo>
                <a:lnTo>
                  <a:pt x="1549432" y="68618"/>
                </a:lnTo>
                <a:lnTo>
                  <a:pt x="1528943" y="69228"/>
                </a:lnTo>
                <a:lnTo>
                  <a:pt x="1508455" y="69799"/>
                </a:lnTo>
                <a:lnTo>
                  <a:pt x="1487976" y="70342"/>
                </a:lnTo>
                <a:lnTo>
                  <a:pt x="1467488" y="70856"/>
                </a:lnTo>
                <a:lnTo>
                  <a:pt x="1447000" y="71342"/>
                </a:lnTo>
                <a:lnTo>
                  <a:pt x="1426512" y="71790"/>
                </a:lnTo>
                <a:lnTo>
                  <a:pt x="1406023" y="72209"/>
                </a:lnTo>
                <a:lnTo>
                  <a:pt x="1385526" y="72600"/>
                </a:lnTo>
                <a:lnTo>
                  <a:pt x="1365037" y="72971"/>
                </a:lnTo>
                <a:lnTo>
                  <a:pt x="1344549" y="73304"/>
                </a:lnTo>
                <a:lnTo>
                  <a:pt x="1324061" y="73619"/>
                </a:lnTo>
                <a:lnTo>
                  <a:pt x="1303563" y="73904"/>
                </a:lnTo>
                <a:lnTo>
                  <a:pt x="1283075" y="74162"/>
                </a:lnTo>
                <a:lnTo>
                  <a:pt x="1262586" y="74390"/>
                </a:lnTo>
                <a:lnTo>
                  <a:pt x="1242089" y="74600"/>
                </a:lnTo>
                <a:lnTo>
                  <a:pt x="1221600" y="74781"/>
                </a:lnTo>
                <a:lnTo>
                  <a:pt x="1201112" y="74943"/>
                </a:lnTo>
                <a:lnTo>
                  <a:pt x="1180614" y="75076"/>
                </a:lnTo>
                <a:lnTo>
                  <a:pt x="1160126" y="75162"/>
                </a:lnTo>
                <a:lnTo>
                  <a:pt x="1139628" y="75257"/>
                </a:lnTo>
                <a:lnTo>
                  <a:pt x="1119140" y="75324"/>
                </a:lnTo>
                <a:lnTo>
                  <a:pt x="1098652" y="75352"/>
                </a:lnTo>
                <a:lnTo>
                  <a:pt x="1078154" y="75371"/>
                </a:lnTo>
                <a:lnTo>
                  <a:pt x="1057666" y="75352"/>
                </a:lnTo>
                <a:lnTo>
                  <a:pt x="1037168" y="75314"/>
                </a:lnTo>
                <a:lnTo>
                  <a:pt x="1016679" y="75238"/>
                </a:lnTo>
                <a:lnTo>
                  <a:pt x="996182" y="75152"/>
                </a:lnTo>
                <a:lnTo>
                  <a:pt x="975693" y="75057"/>
                </a:lnTo>
                <a:lnTo>
                  <a:pt x="955205" y="74924"/>
                </a:lnTo>
                <a:lnTo>
                  <a:pt x="934707" y="74762"/>
                </a:lnTo>
                <a:lnTo>
                  <a:pt x="914219" y="74571"/>
                </a:lnTo>
                <a:lnTo>
                  <a:pt x="893731" y="74362"/>
                </a:lnTo>
                <a:lnTo>
                  <a:pt x="873233" y="74133"/>
                </a:lnTo>
                <a:lnTo>
                  <a:pt x="852745" y="73876"/>
                </a:lnTo>
                <a:lnTo>
                  <a:pt x="832256" y="73581"/>
                </a:lnTo>
                <a:lnTo>
                  <a:pt x="811759" y="73266"/>
                </a:lnTo>
                <a:lnTo>
                  <a:pt x="791270" y="72923"/>
                </a:lnTo>
                <a:lnTo>
                  <a:pt x="770782" y="72561"/>
                </a:lnTo>
                <a:lnTo>
                  <a:pt x="750294" y="72161"/>
                </a:lnTo>
                <a:lnTo>
                  <a:pt x="729806" y="71742"/>
                </a:lnTo>
                <a:lnTo>
                  <a:pt x="709317" y="71285"/>
                </a:lnTo>
                <a:lnTo>
                  <a:pt x="688829" y="70799"/>
                </a:lnTo>
                <a:lnTo>
                  <a:pt x="668341" y="70285"/>
                </a:lnTo>
                <a:lnTo>
                  <a:pt x="647852" y="69733"/>
                </a:lnTo>
                <a:lnTo>
                  <a:pt x="627364" y="69152"/>
                </a:lnTo>
                <a:lnTo>
                  <a:pt x="606876" y="68542"/>
                </a:lnTo>
                <a:lnTo>
                  <a:pt x="586397" y="67894"/>
                </a:lnTo>
                <a:lnTo>
                  <a:pt x="565909" y="67208"/>
                </a:lnTo>
                <a:lnTo>
                  <a:pt x="545430" y="66485"/>
                </a:lnTo>
                <a:lnTo>
                  <a:pt x="524942" y="65723"/>
                </a:lnTo>
                <a:lnTo>
                  <a:pt x="504463" y="64922"/>
                </a:lnTo>
                <a:lnTo>
                  <a:pt x="483984" y="64075"/>
                </a:lnTo>
                <a:lnTo>
                  <a:pt x="463506" y="63179"/>
                </a:lnTo>
                <a:lnTo>
                  <a:pt x="443027" y="62246"/>
                </a:lnTo>
                <a:lnTo>
                  <a:pt x="422548" y="61255"/>
                </a:lnTo>
                <a:lnTo>
                  <a:pt x="402079" y="60208"/>
                </a:lnTo>
                <a:lnTo>
                  <a:pt x="381610" y="59112"/>
                </a:lnTo>
                <a:lnTo>
                  <a:pt x="361140" y="57950"/>
                </a:lnTo>
                <a:lnTo>
                  <a:pt x="340671" y="56731"/>
                </a:lnTo>
                <a:lnTo>
                  <a:pt x="320211" y="55436"/>
                </a:lnTo>
                <a:lnTo>
                  <a:pt x="299752" y="54073"/>
                </a:lnTo>
                <a:lnTo>
                  <a:pt x="279292" y="52607"/>
                </a:lnTo>
                <a:lnTo>
                  <a:pt x="258842" y="51064"/>
                </a:lnTo>
                <a:lnTo>
                  <a:pt x="238401" y="49416"/>
                </a:lnTo>
                <a:lnTo>
                  <a:pt x="217961" y="47654"/>
                </a:lnTo>
                <a:lnTo>
                  <a:pt x="197529" y="45768"/>
                </a:lnTo>
                <a:lnTo>
                  <a:pt x="177108" y="43729"/>
                </a:lnTo>
                <a:lnTo>
                  <a:pt x="156705" y="41510"/>
                </a:lnTo>
                <a:lnTo>
                  <a:pt x="136312" y="39091"/>
                </a:lnTo>
                <a:lnTo>
                  <a:pt x="115948" y="36414"/>
                </a:lnTo>
                <a:lnTo>
                  <a:pt x="95612" y="33423"/>
                </a:lnTo>
                <a:lnTo>
                  <a:pt x="75324" y="30004"/>
                </a:lnTo>
                <a:lnTo>
                  <a:pt x="55112" y="26003"/>
                </a:lnTo>
                <a:lnTo>
                  <a:pt x="35052" y="21041"/>
                </a:lnTo>
                <a:lnTo>
                  <a:pt x="15402" y="14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50D58342-D9AD-4604-AFD9-65A95003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1037" y="3491760"/>
            <a:ext cx="2158708" cy="2143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59561EE9-B027-40A9-855F-D4D95E41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8479" y="4341876"/>
            <a:ext cx="1620688" cy="644671"/>
          </a:xfrm>
          <a:custGeom xmlns:a="http://schemas.openxmlformats.org/drawingml/2006/main">
            <a:pathLst>
              <a:path w="1620688" h="644671">
                <a:moveTo>
                  <a:pt x="0" y="0"/>
                </a:moveTo>
                <a:lnTo>
                  <a:pt x="7306" y="17088"/>
                </a:lnTo>
                <a:lnTo>
                  <a:pt x="14611" y="34185"/>
                </a:lnTo>
                <a:lnTo>
                  <a:pt x="21908" y="51273"/>
                </a:lnTo>
                <a:lnTo>
                  <a:pt x="29213" y="68361"/>
                </a:lnTo>
                <a:lnTo>
                  <a:pt x="36519" y="85458"/>
                </a:lnTo>
                <a:lnTo>
                  <a:pt x="43825" y="102546"/>
                </a:lnTo>
                <a:lnTo>
                  <a:pt x="51121" y="119644"/>
                </a:lnTo>
                <a:lnTo>
                  <a:pt x="58426" y="136731"/>
                </a:lnTo>
                <a:lnTo>
                  <a:pt x="65732" y="153819"/>
                </a:lnTo>
                <a:lnTo>
                  <a:pt x="73038" y="170917"/>
                </a:lnTo>
                <a:lnTo>
                  <a:pt x="80334" y="188004"/>
                </a:lnTo>
                <a:lnTo>
                  <a:pt x="87640" y="205092"/>
                </a:lnTo>
                <a:lnTo>
                  <a:pt x="94945" y="222190"/>
                </a:lnTo>
                <a:lnTo>
                  <a:pt x="102251" y="239278"/>
                </a:lnTo>
                <a:lnTo>
                  <a:pt x="109547" y="256365"/>
                </a:lnTo>
                <a:lnTo>
                  <a:pt x="116853" y="273463"/>
                </a:lnTo>
                <a:lnTo>
                  <a:pt x="124158" y="290551"/>
                </a:lnTo>
                <a:lnTo>
                  <a:pt x="131464" y="307648"/>
                </a:lnTo>
                <a:lnTo>
                  <a:pt x="138760" y="324736"/>
                </a:lnTo>
                <a:lnTo>
                  <a:pt x="146066" y="341824"/>
                </a:lnTo>
                <a:lnTo>
                  <a:pt x="153372" y="358921"/>
                </a:lnTo>
                <a:lnTo>
                  <a:pt x="160677" y="376009"/>
                </a:lnTo>
                <a:lnTo>
                  <a:pt x="167973" y="393097"/>
                </a:lnTo>
                <a:lnTo>
                  <a:pt x="175279" y="410194"/>
                </a:lnTo>
                <a:lnTo>
                  <a:pt x="182585" y="427282"/>
                </a:lnTo>
                <a:lnTo>
                  <a:pt x="189890" y="444370"/>
                </a:lnTo>
                <a:lnTo>
                  <a:pt x="197196" y="461467"/>
                </a:lnTo>
                <a:lnTo>
                  <a:pt x="204492" y="478555"/>
                </a:lnTo>
                <a:lnTo>
                  <a:pt x="211798" y="495643"/>
                </a:lnTo>
                <a:lnTo>
                  <a:pt x="219104" y="512740"/>
                </a:lnTo>
                <a:lnTo>
                  <a:pt x="226409" y="529828"/>
                </a:lnTo>
                <a:lnTo>
                  <a:pt x="233705" y="546926"/>
                </a:lnTo>
                <a:lnTo>
                  <a:pt x="241011" y="564013"/>
                </a:lnTo>
                <a:lnTo>
                  <a:pt x="248364" y="580644"/>
                </a:lnTo>
                <a:lnTo>
                  <a:pt x="262128" y="590550"/>
                </a:lnTo>
                <a:lnTo>
                  <a:pt x="277273" y="597265"/>
                </a:lnTo>
                <a:lnTo>
                  <a:pt x="292837" y="602485"/>
                </a:lnTo>
                <a:lnTo>
                  <a:pt x="308591" y="606809"/>
                </a:lnTo>
                <a:lnTo>
                  <a:pt x="324460" y="610524"/>
                </a:lnTo>
                <a:lnTo>
                  <a:pt x="340404" y="613772"/>
                </a:lnTo>
                <a:lnTo>
                  <a:pt x="356397" y="616677"/>
                </a:lnTo>
                <a:lnTo>
                  <a:pt x="372418" y="619277"/>
                </a:lnTo>
                <a:lnTo>
                  <a:pt x="388477" y="621649"/>
                </a:lnTo>
                <a:lnTo>
                  <a:pt x="404555" y="623802"/>
                </a:lnTo>
                <a:lnTo>
                  <a:pt x="420643" y="625793"/>
                </a:lnTo>
                <a:lnTo>
                  <a:pt x="436750" y="627612"/>
                </a:lnTo>
                <a:lnTo>
                  <a:pt x="452857" y="629298"/>
                </a:lnTo>
                <a:lnTo>
                  <a:pt x="468982" y="630850"/>
                </a:lnTo>
                <a:lnTo>
                  <a:pt x="485118" y="632289"/>
                </a:lnTo>
                <a:lnTo>
                  <a:pt x="501253" y="633613"/>
                </a:lnTo>
                <a:lnTo>
                  <a:pt x="517398" y="634851"/>
                </a:lnTo>
                <a:lnTo>
                  <a:pt x="533543" y="635984"/>
                </a:lnTo>
                <a:lnTo>
                  <a:pt x="549697" y="637042"/>
                </a:lnTo>
                <a:lnTo>
                  <a:pt x="565861" y="638013"/>
                </a:lnTo>
                <a:lnTo>
                  <a:pt x="582016" y="638908"/>
                </a:lnTo>
                <a:lnTo>
                  <a:pt x="598180" y="639728"/>
                </a:lnTo>
                <a:lnTo>
                  <a:pt x="614343" y="640471"/>
                </a:lnTo>
                <a:lnTo>
                  <a:pt x="630517" y="641156"/>
                </a:lnTo>
                <a:lnTo>
                  <a:pt x="646681" y="641766"/>
                </a:lnTo>
                <a:lnTo>
                  <a:pt x="662854" y="642318"/>
                </a:lnTo>
                <a:lnTo>
                  <a:pt x="679028" y="642814"/>
                </a:lnTo>
                <a:lnTo>
                  <a:pt x="695201" y="643242"/>
                </a:lnTo>
                <a:lnTo>
                  <a:pt x="711375" y="643614"/>
                </a:lnTo>
                <a:lnTo>
                  <a:pt x="727548" y="643928"/>
                </a:lnTo>
                <a:lnTo>
                  <a:pt x="743722" y="644185"/>
                </a:lnTo>
                <a:lnTo>
                  <a:pt x="759905" y="644395"/>
                </a:lnTo>
                <a:lnTo>
                  <a:pt x="776078" y="644538"/>
                </a:lnTo>
                <a:lnTo>
                  <a:pt x="792251" y="644633"/>
                </a:lnTo>
                <a:lnTo>
                  <a:pt x="808434" y="644671"/>
                </a:lnTo>
                <a:lnTo>
                  <a:pt x="824608" y="644662"/>
                </a:lnTo>
                <a:lnTo>
                  <a:pt x="840791" y="644585"/>
                </a:lnTo>
                <a:lnTo>
                  <a:pt x="856964" y="644462"/>
                </a:lnTo>
                <a:lnTo>
                  <a:pt x="873147" y="644281"/>
                </a:lnTo>
                <a:lnTo>
                  <a:pt x="889321" y="644052"/>
                </a:lnTo>
                <a:lnTo>
                  <a:pt x="905494" y="643757"/>
                </a:lnTo>
                <a:lnTo>
                  <a:pt x="921668" y="643414"/>
                </a:lnTo>
                <a:lnTo>
                  <a:pt x="937841" y="643004"/>
                </a:lnTo>
                <a:lnTo>
                  <a:pt x="954014" y="642537"/>
                </a:lnTo>
                <a:lnTo>
                  <a:pt x="970188" y="642014"/>
                </a:lnTo>
                <a:lnTo>
                  <a:pt x="986361" y="641423"/>
                </a:lnTo>
                <a:lnTo>
                  <a:pt x="1002525" y="640775"/>
                </a:lnTo>
                <a:lnTo>
                  <a:pt x="1018689" y="640051"/>
                </a:lnTo>
                <a:lnTo>
                  <a:pt x="1034853" y="639270"/>
                </a:lnTo>
                <a:lnTo>
                  <a:pt x="1051017" y="638404"/>
                </a:lnTo>
                <a:lnTo>
                  <a:pt x="1067171" y="637470"/>
                </a:lnTo>
                <a:lnTo>
                  <a:pt x="1083326" y="636451"/>
                </a:lnTo>
                <a:lnTo>
                  <a:pt x="1099480" y="635346"/>
                </a:lnTo>
                <a:lnTo>
                  <a:pt x="1115625" y="634165"/>
                </a:lnTo>
                <a:lnTo>
                  <a:pt x="1131770" y="632870"/>
                </a:lnTo>
                <a:lnTo>
                  <a:pt x="1147905" y="631479"/>
                </a:lnTo>
                <a:lnTo>
                  <a:pt x="1164031" y="629974"/>
                </a:lnTo>
                <a:lnTo>
                  <a:pt x="1180148" y="628355"/>
                </a:lnTo>
                <a:lnTo>
                  <a:pt x="1196254" y="626593"/>
                </a:lnTo>
                <a:lnTo>
                  <a:pt x="1212352" y="624688"/>
                </a:lnTo>
                <a:lnTo>
                  <a:pt x="1228439" y="622602"/>
                </a:lnTo>
                <a:lnTo>
                  <a:pt x="1244498" y="620325"/>
                </a:lnTo>
                <a:lnTo>
                  <a:pt x="1260539" y="617830"/>
                </a:lnTo>
                <a:lnTo>
                  <a:pt x="1276550" y="615058"/>
                </a:lnTo>
                <a:lnTo>
                  <a:pt x="1292514" y="611972"/>
                </a:lnTo>
                <a:lnTo>
                  <a:pt x="1308421" y="608467"/>
                </a:lnTo>
                <a:lnTo>
                  <a:pt x="1324232" y="604437"/>
                </a:lnTo>
                <a:lnTo>
                  <a:pt x="1339891" y="599646"/>
                </a:lnTo>
                <a:lnTo>
                  <a:pt x="1355265" y="593693"/>
                </a:lnTo>
                <a:lnTo>
                  <a:pt x="1369876" y="585521"/>
                </a:lnTo>
                <a:lnTo>
                  <a:pt x="1380353" y="571605"/>
                </a:lnTo>
                <a:lnTo>
                  <a:pt x="1386983" y="554279"/>
                </a:lnTo>
                <a:lnTo>
                  <a:pt x="1394279" y="537191"/>
                </a:lnTo>
                <a:lnTo>
                  <a:pt x="1401585" y="520094"/>
                </a:lnTo>
                <a:lnTo>
                  <a:pt x="1408890" y="503006"/>
                </a:lnTo>
                <a:lnTo>
                  <a:pt x="1416196" y="485918"/>
                </a:lnTo>
                <a:lnTo>
                  <a:pt x="1423492" y="468821"/>
                </a:lnTo>
                <a:lnTo>
                  <a:pt x="1430798" y="451733"/>
                </a:lnTo>
                <a:lnTo>
                  <a:pt x="1438104" y="434635"/>
                </a:lnTo>
                <a:lnTo>
                  <a:pt x="1445409" y="417547"/>
                </a:lnTo>
                <a:lnTo>
                  <a:pt x="1452705" y="400460"/>
                </a:lnTo>
                <a:lnTo>
                  <a:pt x="1460011" y="383362"/>
                </a:lnTo>
                <a:lnTo>
                  <a:pt x="1467317" y="366274"/>
                </a:lnTo>
                <a:lnTo>
                  <a:pt x="1474622" y="349186"/>
                </a:lnTo>
                <a:lnTo>
                  <a:pt x="1481919" y="332089"/>
                </a:lnTo>
                <a:lnTo>
                  <a:pt x="1489224" y="315001"/>
                </a:lnTo>
                <a:lnTo>
                  <a:pt x="1496530" y="297913"/>
                </a:lnTo>
                <a:lnTo>
                  <a:pt x="1503836" y="280816"/>
                </a:lnTo>
                <a:lnTo>
                  <a:pt x="1511141" y="263728"/>
                </a:lnTo>
                <a:lnTo>
                  <a:pt x="1518437" y="246640"/>
                </a:lnTo>
                <a:lnTo>
                  <a:pt x="1525743" y="229543"/>
                </a:lnTo>
                <a:lnTo>
                  <a:pt x="1533049" y="212455"/>
                </a:lnTo>
                <a:lnTo>
                  <a:pt x="1540354" y="195358"/>
                </a:lnTo>
                <a:lnTo>
                  <a:pt x="1547651" y="178270"/>
                </a:lnTo>
                <a:lnTo>
                  <a:pt x="1554956" y="161182"/>
                </a:lnTo>
                <a:lnTo>
                  <a:pt x="1562262" y="144085"/>
                </a:lnTo>
                <a:lnTo>
                  <a:pt x="1569568" y="126997"/>
                </a:lnTo>
                <a:lnTo>
                  <a:pt x="1576864" y="109909"/>
                </a:lnTo>
                <a:lnTo>
                  <a:pt x="1584169" y="92812"/>
                </a:lnTo>
                <a:lnTo>
                  <a:pt x="1591475" y="75724"/>
                </a:lnTo>
                <a:lnTo>
                  <a:pt x="1598781" y="58636"/>
                </a:lnTo>
                <a:lnTo>
                  <a:pt x="1606077" y="41539"/>
                </a:lnTo>
                <a:lnTo>
                  <a:pt x="1613383" y="24451"/>
                </a:lnTo>
                <a:lnTo>
                  <a:pt x="1620688" y="7353"/>
                </a:lnTo>
                <a:lnTo>
                  <a:pt x="1619250" y="9049"/>
                </a:lnTo>
                <a:lnTo>
                  <a:pt x="1604991" y="17936"/>
                </a:lnTo>
                <a:lnTo>
                  <a:pt x="1589599" y="23784"/>
                </a:lnTo>
                <a:lnTo>
                  <a:pt x="1573882" y="28327"/>
                </a:lnTo>
                <a:lnTo>
                  <a:pt x="1558023" y="32118"/>
                </a:lnTo>
                <a:lnTo>
                  <a:pt x="1542088" y="35385"/>
                </a:lnTo>
                <a:lnTo>
                  <a:pt x="1526096" y="38281"/>
                </a:lnTo>
                <a:lnTo>
                  <a:pt x="1510065" y="40881"/>
                </a:lnTo>
                <a:lnTo>
                  <a:pt x="1494015" y="43244"/>
                </a:lnTo>
                <a:lnTo>
                  <a:pt x="1477937" y="45415"/>
                </a:lnTo>
                <a:lnTo>
                  <a:pt x="1461849" y="47425"/>
                </a:lnTo>
                <a:lnTo>
                  <a:pt x="1445752" y="49282"/>
                </a:lnTo>
                <a:lnTo>
                  <a:pt x="1429636" y="51006"/>
                </a:lnTo>
                <a:lnTo>
                  <a:pt x="1413520" y="52635"/>
                </a:lnTo>
                <a:lnTo>
                  <a:pt x="1397394" y="54159"/>
                </a:lnTo>
                <a:lnTo>
                  <a:pt x="1381258" y="55578"/>
                </a:lnTo>
                <a:lnTo>
                  <a:pt x="1365123" y="56931"/>
                </a:lnTo>
                <a:lnTo>
                  <a:pt x="1348978" y="58198"/>
                </a:lnTo>
                <a:lnTo>
                  <a:pt x="1332833" y="59398"/>
                </a:lnTo>
                <a:lnTo>
                  <a:pt x="1316679" y="60531"/>
                </a:lnTo>
                <a:lnTo>
                  <a:pt x="1300534" y="61608"/>
                </a:lnTo>
                <a:lnTo>
                  <a:pt x="1284380" y="62627"/>
                </a:lnTo>
                <a:lnTo>
                  <a:pt x="1268216" y="63589"/>
                </a:lnTo>
                <a:lnTo>
                  <a:pt x="1252061" y="64503"/>
                </a:lnTo>
                <a:lnTo>
                  <a:pt x="1235897" y="65361"/>
                </a:lnTo>
                <a:lnTo>
                  <a:pt x="1219733" y="66180"/>
                </a:lnTo>
                <a:lnTo>
                  <a:pt x="1203569" y="66951"/>
                </a:lnTo>
                <a:lnTo>
                  <a:pt x="1187406" y="67685"/>
                </a:lnTo>
                <a:lnTo>
                  <a:pt x="1171242" y="68380"/>
                </a:lnTo>
                <a:lnTo>
                  <a:pt x="1155068" y="69028"/>
                </a:lnTo>
                <a:lnTo>
                  <a:pt x="1138904" y="69647"/>
                </a:lnTo>
                <a:lnTo>
                  <a:pt x="1122731" y="70228"/>
                </a:lnTo>
                <a:lnTo>
                  <a:pt x="1106557" y="70771"/>
                </a:lnTo>
                <a:lnTo>
                  <a:pt x="1090384" y="71285"/>
                </a:lnTo>
                <a:lnTo>
                  <a:pt x="1074220" y="71761"/>
                </a:lnTo>
                <a:lnTo>
                  <a:pt x="1058047" y="72200"/>
                </a:lnTo>
                <a:lnTo>
                  <a:pt x="1041873" y="72609"/>
                </a:lnTo>
                <a:lnTo>
                  <a:pt x="1025690" y="72990"/>
                </a:lnTo>
                <a:lnTo>
                  <a:pt x="1009517" y="73343"/>
                </a:lnTo>
                <a:lnTo>
                  <a:pt x="993343" y="73666"/>
                </a:lnTo>
                <a:lnTo>
                  <a:pt x="977170" y="73962"/>
                </a:lnTo>
                <a:lnTo>
                  <a:pt x="960996" y="74228"/>
                </a:lnTo>
                <a:lnTo>
                  <a:pt x="944813" y="74466"/>
                </a:lnTo>
                <a:lnTo>
                  <a:pt x="928640" y="74666"/>
                </a:lnTo>
                <a:lnTo>
                  <a:pt x="912466" y="74847"/>
                </a:lnTo>
                <a:lnTo>
                  <a:pt x="896283" y="75000"/>
                </a:lnTo>
                <a:lnTo>
                  <a:pt x="880110" y="75124"/>
                </a:lnTo>
                <a:lnTo>
                  <a:pt x="863927" y="75228"/>
                </a:lnTo>
                <a:lnTo>
                  <a:pt x="847754" y="75305"/>
                </a:lnTo>
                <a:lnTo>
                  <a:pt x="831580" y="75352"/>
                </a:lnTo>
                <a:lnTo>
                  <a:pt x="815397" y="75362"/>
                </a:lnTo>
                <a:lnTo>
                  <a:pt x="799224" y="75362"/>
                </a:lnTo>
                <a:lnTo>
                  <a:pt x="783041" y="75324"/>
                </a:lnTo>
                <a:lnTo>
                  <a:pt x="766867" y="75257"/>
                </a:lnTo>
                <a:lnTo>
                  <a:pt x="750684" y="75171"/>
                </a:lnTo>
                <a:lnTo>
                  <a:pt x="734511" y="75067"/>
                </a:lnTo>
                <a:lnTo>
                  <a:pt x="718337" y="74924"/>
                </a:lnTo>
                <a:lnTo>
                  <a:pt x="702154" y="74752"/>
                </a:lnTo>
                <a:lnTo>
                  <a:pt x="685981" y="74552"/>
                </a:lnTo>
                <a:lnTo>
                  <a:pt x="669808" y="74333"/>
                </a:lnTo>
                <a:lnTo>
                  <a:pt x="653625" y="74076"/>
                </a:lnTo>
                <a:lnTo>
                  <a:pt x="637451" y="73800"/>
                </a:lnTo>
                <a:lnTo>
                  <a:pt x="621278" y="73485"/>
                </a:lnTo>
                <a:lnTo>
                  <a:pt x="605104" y="73152"/>
                </a:lnTo>
                <a:lnTo>
                  <a:pt x="588931" y="72781"/>
                </a:lnTo>
                <a:lnTo>
                  <a:pt x="572748" y="72380"/>
                </a:lnTo>
                <a:lnTo>
                  <a:pt x="556574" y="71952"/>
                </a:lnTo>
                <a:lnTo>
                  <a:pt x="540401" y="71485"/>
                </a:lnTo>
                <a:lnTo>
                  <a:pt x="524237" y="70990"/>
                </a:lnTo>
                <a:lnTo>
                  <a:pt x="508064" y="70466"/>
                </a:lnTo>
                <a:lnTo>
                  <a:pt x="491890" y="69904"/>
                </a:lnTo>
                <a:lnTo>
                  <a:pt x="475726" y="69304"/>
                </a:lnTo>
                <a:lnTo>
                  <a:pt x="459553" y="68666"/>
                </a:lnTo>
                <a:lnTo>
                  <a:pt x="443389" y="67989"/>
                </a:lnTo>
                <a:lnTo>
                  <a:pt x="427215" y="67275"/>
                </a:lnTo>
                <a:lnTo>
                  <a:pt x="411051" y="66523"/>
                </a:lnTo>
                <a:lnTo>
                  <a:pt x="394887" y="65723"/>
                </a:lnTo>
                <a:lnTo>
                  <a:pt x="378733" y="64884"/>
                </a:lnTo>
                <a:lnTo>
                  <a:pt x="362569" y="63989"/>
                </a:lnTo>
                <a:lnTo>
                  <a:pt x="346415" y="63046"/>
                </a:lnTo>
                <a:lnTo>
                  <a:pt x="330251" y="62055"/>
                </a:lnTo>
                <a:lnTo>
                  <a:pt x="314106" y="61008"/>
                </a:lnTo>
                <a:lnTo>
                  <a:pt x="297952" y="59903"/>
                </a:lnTo>
                <a:lnTo>
                  <a:pt x="281807" y="58731"/>
                </a:lnTo>
                <a:lnTo>
                  <a:pt x="265662" y="57483"/>
                </a:lnTo>
                <a:lnTo>
                  <a:pt x="249517" y="56169"/>
                </a:lnTo>
                <a:lnTo>
                  <a:pt x="233391" y="54778"/>
                </a:lnTo>
                <a:lnTo>
                  <a:pt x="217256" y="53292"/>
                </a:lnTo>
                <a:lnTo>
                  <a:pt x="201130" y="51721"/>
                </a:lnTo>
                <a:lnTo>
                  <a:pt x="185023" y="50044"/>
                </a:lnTo>
                <a:lnTo>
                  <a:pt x="168916" y="48235"/>
                </a:lnTo>
                <a:lnTo>
                  <a:pt x="152819" y="46301"/>
                </a:lnTo>
                <a:lnTo>
                  <a:pt x="136741" y="44206"/>
                </a:lnTo>
                <a:lnTo>
                  <a:pt x="120672" y="41929"/>
                </a:lnTo>
                <a:lnTo>
                  <a:pt x="104632" y="39434"/>
                </a:lnTo>
                <a:lnTo>
                  <a:pt x="88630" y="36671"/>
                </a:lnTo>
                <a:lnTo>
                  <a:pt x="72666" y="33576"/>
                </a:lnTo>
                <a:lnTo>
                  <a:pt x="56769" y="30032"/>
                </a:lnTo>
                <a:lnTo>
                  <a:pt x="40977" y="25860"/>
                </a:lnTo>
                <a:lnTo>
                  <a:pt x="25403" y="20679"/>
                </a:lnTo>
                <a:lnTo>
                  <a:pt x="10430" y="135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4F657B6B-0497-4BFD-9235-74AE618D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8470" y="4234710"/>
            <a:ext cx="1623860" cy="2143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9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62CFB98F-B8A2-4979-BB68-6DD2789A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1758" y="5084826"/>
            <a:ext cx="1134818" cy="644671"/>
          </a:xfrm>
          <a:custGeom xmlns:a="http://schemas.openxmlformats.org/drawingml/2006/main">
            <a:pathLst>
              <a:path w="1134818" h="644671">
                <a:moveTo>
                  <a:pt x="0" y="0"/>
                </a:moveTo>
                <a:lnTo>
                  <a:pt x="6610" y="16459"/>
                </a:lnTo>
                <a:lnTo>
                  <a:pt x="13230" y="32909"/>
                </a:lnTo>
                <a:lnTo>
                  <a:pt x="19841" y="49368"/>
                </a:lnTo>
                <a:lnTo>
                  <a:pt x="26460" y="65827"/>
                </a:lnTo>
                <a:lnTo>
                  <a:pt x="33071" y="82277"/>
                </a:lnTo>
                <a:lnTo>
                  <a:pt x="39691" y="98736"/>
                </a:lnTo>
                <a:lnTo>
                  <a:pt x="46301" y="115195"/>
                </a:lnTo>
                <a:lnTo>
                  <a:pt x="52921" y="131645"/>
                </a:lnTo>
                <a:lnTo>
                  <a:pt x="59531" y="148104"/>
                </a:lnTo>
                <a:lnTo>
                  <a:pt x="66142" y="164563"/>
                </a:lnTo>
                <a:lnTo>
                  <a:pt x="72761" y="181023"/>
                </a:lnTo>
                <a:lnTo>
                  <a:pt x="79372" y="197472"/>
                </a:lnTo>
                <a:lnTo>
                  <a:pt x="85992" y="213932"/>
                </a:lnTo>
                <a:lnTo>
                  <a:pt x="92602" y="230391"/>
                </a:lnTo>
                <a:lnTo>
                  <a:pt x="99222" y="246840"/>
                </a:lnTo>
                <a:lnTo>
                  <a:pt x="105832" y="263300"/>
                </a:lnTo>
                <a:lnTo>
                  <a:pt x="112443" y="279759"/>
                </a:lnTo>
                <a:lnTo>
                  <a:pt x="119063" y="296208"/>
                </a:lnTo>
                <a:lnTo>
                  <a:pt x="125673" y="312668"/>
                </a:lnTo>
                <a:lnTo>
                  <a:pt x="132293" y="329127"/>
                </a:lnTo>
                <a:lnTo>
                  <a:pt x="138903" y="345577"/>
                </a:lnTo>
                <a:lnTo>
                  <a:pt x="145523" y="362036"/>
                </a:lnTo>
                <a:lnTo>
                  <a:pt x="152133" y="378495"/>
                </a:lnTo>
                <a:lnTo>
                  <a:pt x="158753" y="394945"/>
                </a:lnTo>
                <a:lnTo>
                  <a:pt x="165364" y="411404"/>
                </a:lnTo>
                <a:lnTo>
                  <a:pt x="171974" y="427863"/>
                </a:lnTo>
                <a:lnTo>
                  <a:pt x="178594" y="444322"/>
                </a:lnTo>
                <a:lnTo>
                  <a:pt x="185204" y="460772"/>
                </a:lnTo>
                <a:lnTo>
                  <a:pt x="191824" y="477231"/>
                </a:lnTo>
                <a:lnTo>
                  <a:pt x="198434" y="493690"/>
                </a:lnTo>
                <a:lnTo>
                  <a:pt x="205054" y="510140"/>
                </a:lnTo>
                <a:lnTo>
                  <a:pt x="211665" y="526599"/>
                </a:lnTo>
                <a:lnTo>
                  <a:pt x="218284" y="543058"/>
                </a:lnTo>
                <a:lnTo>
                  <a:pt x="224895" y="559508"/>
                </a:lnTo>
                <a:lnTo>
                  <a:pt x="230029" y="576501"/>
                </a:lnTo>
                <a:lnTo>
                  <a:pt x="239811" y="590293"/>
                </a:lnTo>
                <a:lnTo>
                  <a:pt x="253022" y="599589"/>
                </a:lnTo>
                <a:lnTo>
                  <a:pt x="267233" y="606542"/>
                </a:lnTo>
                <a:lnTo>
                  <a:pt x="281892" y="612124"/>
                </a:lnTo>
                <a:lnTo>
                  <a:pt x="296770" y="616772"/>
                </a:lnTo>
                <a:lnTo>
                  <a:pt x="311791" y="620735"/>
                </a:lnTo>
                <a:lnTo>
                  <a:pt x="326908" y="624173"/>
                </a:lnTo>
                <a:lnTo>
                  <a:pt x="342090" y="627183"/>
                </a:lnTo>
                <a:lnTo>
                  <a:pt x="357321" y="629831"/>
                </a:lnTo>
                <a:lnTo>
                  <a:pt x="372580" y="632184"/>
                </a:lnTo>
                <a:lnTo>
                  <a:pt x="387877" y="634251"/>
                </a:lnTo>
                <a:lnTo>
                  <a:pt x="403193" y="636089"/>
                </a:lnTo>
                <a:lnTo>
                  <a:pt x="418519" y="637708"/>
                </a:lnTo>
                <a:lnTo>
                  <a:pt x="433864" y="639137"/>
                </a:lnTo>
                <a:lnTo>
                  <a:pt x="449228" y="640375"/>
                </a:lnTo>
                <a:lnTo>
                  <a:pt x="464591" y="641442"/>
                </a:lnTo>
                <a:lnTo>
                  <a:pt x="479965" y="642337"/>
                </a:lnTo>
                <a:lnTo>
                  <a:pt x="495348" y="643090"/>
                </a:lnTo>
                <a:lnTo>
                  <a:pt x="510731" y="643690"/>
                </a:lnTo>
                <a:lnTo>
                  <a:pt x="526113" y="644147"/>
                </a:lnTo>
                <a:lnTo>
                  <a:pt x="541506" y="644452"/>
                </a:lnTo>
                <a:lnTo>
                  <a:pt x="556898" y="644633"/>
                </a:lnTo>
                <a:lnTo>
                  <a:pt x="572291" y="644671"/>
                </a:lnTo>
                <a:lnTo>
                  <a:pt x="587683" y="644566"/>
                </a:lnTo>
                <a:lnTo>
                  <a:pt x="603075" y="644328"/>
                </a:lnTo>
                <a:lnTo>
                  <a:pt x="618458" y="643947"/>
                </a:lnTo>
                <a:lnTo>
                  <a:pt x="633851" y="643423"/>
                </a:lnTo>
                <a:lnTo>
                  <a:pt x="649234" y="642757"/>
                </a:lnTo>
                <a:lnTo>
                  <a:pt x="664607" y="641937"/>
                </a:lnTo>
                <a:lnTo>
                  <a:pt x="679980" y="640956"/>
                </a:lnTo>
                <a:lnTo>
                  <a:pt x="695335" y="639804"/>
                </a:lnTo>
                <a:lnTo>
                  <a:pt x="710689" y="638480"/>
                </a:lnTo>
                <a:lnTo>
                  <a:pt x="726034" y="636965"/>
                </a:lnTo>
                <a:lnTo>
                  <a:pt x="741350" y="635251"/>
                </a:lnTo>
                <a:lnTo>
                  <a:pt x="756656" y="633298"/>
                </a:lnTo>
                <a:lnTo>
                  <a:pt x="771935" y="631098"/>
                </a:lnTo>
                <a:lnTo>
                  <a:pt x="787184" y="628621"/>
                </a:lnTo>
                <a:lnTo>
                  <a:pt x="802396" y="625802"/>
                </a:lnTo>
                <a:lnTo>
                  <a:pt x="817550" y="622602"/>
                </a:lnTo>
                <a:lnTo>
                  <a:pt x="832618" y="618935"/>
                </a:lnTo>
                <a:lnTo>
                  <a:pt x="847582" y="614667"/>
                </a:lnTo>
                <a:lnTo>
                  <a:pt x="862374" y="609619"/>
                </a:lnTo>
                <a:lnTo>
                  <a:pt x="876862" y="603456"/>
                </a:lnTo>
                <a:lnTo>
                  <a:pt x="890721" y="595570"/>
                </a:lnTo>
                <a:lnTo>
                  <a:pt x="902875" y="584502"/>
                </a:lnTo>
                <a:lnTo>
                  <a:pt x="908914" y="568166"/>
                </a:lnTo>
                <a:lnTo>
                  <a:pt x="915524" y="551717"/>
                </a:lnTo>
                <a:lnTo>
                  <a:pt x="922134" y="535257"/>
                </a:lnTo>
                <a:lnTo>
                  <a:pt x="928754" y="518798"/>
                </a:lnTo>
                <a:lnTo>
                  <a:pt x="935365" y="502349"/>
                </a:lnTo>
                <a:lnTo>
                  <a:pt x="941984" y="485889"/>
                </a:lnTo>
                <a:lnTo>
                  <a:pt x="948595" y="469430"/>
                </a:lnTo>
                <a:lnTo>
                  <a:pt x="955215" y="452980"/>
                </a:lnTo>
                <a:lnTo>
                  <a:pt x="961825" y="436521"/>
                </a:lnTo>
                <a:lnTo>
                  <a:pt x="968445" y="420062"/>
                </a:lnTo>
                <a:lnTo>
                  <a:pt x="975055" y="403612"/>
                </a:lnTo>
                <a:lnTo>
                  <a:pt x="981666" y="387153"/>
                </a:lnTo>
                <a:lnTo>
                  <a:pt x="988285" y="370694"/>
                </a:lnTo>
                <a:lnTo>
                  <a:pt x="994896" y="354235"/>
                </a:lnTo>
                <a:lnTo>
                  <a:pt x="1001516" y="337785"/>
                </a:lnTo>
                <a:lnTo>
                  <a:pt x="1008126" y="321326"/>
                </a:lnTo>
                <a:lnTo>
                  <a:pt x="1014746" y="304867"/>
                </a:lnTo>
                <a:lnTo>
                  <a:pt x="1021356" y="288417"/>
                </a:lnTo>
                <a:lnTo>
                  <a:pt x="1027976" y="271958"/>
                </a:lnTo>
                <a:lnTo>
                  <a:pt x="1034586" y="255499"/>
                </a:lnTo>
                <a:lnTo>
                  <a:pt x="1041197" y="239049"/>
                </a:lnTo>
                <a:lnTo>
                  <a:pt x="1047817" y="222590"/>
                </a:lnTo>
                <a:lnTo>
                  <a:pt x="1054427" y="206131"/>
                </a:lnTo>
                <a:lnTo>
                  <a:pt x="1061047" y="189681"/>
                </a:lnTo>
                <a:lnTo>
                  <a:pt x="1067657" y="173222"/>
                </a:lnTo>
                <a:lnTo>
                  <a:pt x="1074277" y="156762"/>
                </a:lnTo>
                <a:lnTo>
                  <a:pt x="1080887" y="140313"/>
                </a:lnTo>
                <a:lnTo>
                  <a:pt x="1087498" y="123854"/>
                </a:lnTo>
                <a:lnTo>
                  <a:pt x="1094118" y="107394"/>
                </a:lnTo>
                <a:lnTo>
                  <a:pt x="1100728" y="90935"/>
                </a:lnTo>
                <a:lnTo>
                  <a:pt x="1107348" y="74486"/>
                </a:lnTo>
                <a:lnTo>
                  <a:pt x="1113958" y="58026"/>
                </a:lnTo>
                <a:lnTo>
                  <a:pt x="1120578" y="41567"/>
                </a:lnTo>
                <a:lnTo>
                  <a:pt x="1127189" y="25117"/>
                </a:lnTo>
                <a:lnTo>
                  <a:pt x="1133808" y="8658"/>
                </a:lnTo>
                <a:lnTo>
                  <a:pt x="1134818" y="7963"/>
                </a:lnTo>
                <a:lnTo>
                  <a:pt x="1122626" y="18860"/>
                </a:lnTo>
                <a:lnTo>
                  <a:pt x="1108453" y="25918"/>
                </a:lnTo>
                <a:lnTo>
                  <a:pt x="1093746" y="31299"/>
                </a:lnTo>
                <a:lnTo>
                  <a:pt x="1078821" y="35719"/>
                </a:lnTo>
                <a:lnTo>
                  <a:pt x="1063762" y="39491"/>
                </a:lnTo>
                <a:lnTo>
                  <a:pt x="1048617" y="42796"/>
                </a:lnTo>
                <a:lnTo>
                  <a:pt x="1033424" y="45730"/>
                </a:lnTo>
                <a:lnTo>
                  <a:pt x="1018203" y="48368"/>
                </a:lnTo>
                <a:lnTo>
                  <a:pt x="1002944" y="50768"/>
                </a:lnTo>
                <a:lnTo>
                  <a:pt x="987657" y="52959"/>
                </a:lnTo>
                <a:lnTo>
                  <a:pt x="972360" y="54959"/>
                </a:lnTo>
                <a:lnTo>
                  <a:pt x="957053" y="56817"/>
                </a:lnTo>
                <a:lnTo>
                  <a:pt x="941727" y="58531"/>
                </a:lnTo>
                <a:lnTo>
                  <a:pt x="926392" y="60122"/>
                </a:lnTo>
                <a:lnTo>
                  <a:pt x="911047" y="61589"/>
                </a:lnTo>
                <a:lnTo>
                  <a:pt x="895702" y="62960"/>
                </a:lnTo>
                <a:lnTo>
                  <a:pt x="880348" y="64227"/>
                </a:lnTo>
                <a:lnTo>
                  <a:pt x="864984" y="65408"/>
                </a:lnTo>
                <a:lnTo>
                  <a:pt x="849620" y="66513"/>
                </a:lnTo>
                <a:lnTo>
                  <a:pt x="834247" y="67523"/>
                </a:lnTo>
                <a:lnTo>
                  <a:pt x="818883" y="68466"/>
                </a:lnTo>
                <a:lnTo>
                  <a:pt x="803500" y="69332"/>
                </a:lnTo>
                <a:lnTo>
                  <a:pt x="788127" y="70133"/>
                </a:lnTo>
                <a:lnTo>
                  <a:pt x="772744" y="70876"/>
                </a:lnTo>
                <a:lnTo>
                  <a:pt x="757361" y="71542"/>
                </a:lnTo>
                <a:lnTo>
                  <a:pt x="741978" y="72161"/>
                </a:lnTo>
                <a:lnTo>
                  <a:pt x="726596" y="72723"/>
                </a:lnTo>
                <a:lnTo>
                  <a:pt x="711213" y="73219"/>
                </a:lnTo>
                <a:lnTo>
                  <a:pt x="695820" y="73666"/>
                </a:lnTo>
                <a:lnTo>
                  <a:pt x="680428" y="74057"/>
                </a:lnTo>
                <a:lnTo>
                  <a:pt x="665045" y="74390"/>
                </a:lnTo>
                <a:lnTo>
                  <a:pt x="649653" y="74686"/>
                </a:lnTo>
                <a:lnTo>
                  <a:pt x="634260" y="74924"/>
                </a:lnTo>
                <a:lnTo>
                  <a:pt x="618868" y="75105"/>
                </a:lnTo>
                <a:lnTo>
                  <a:pt x="603475" y="75238"/>
                </a:lnTo>
                <a:lnTo>
                  <a:pt x="588083" y="75324"/>
                </a:lnTo>
                <a:lnTo>
                  <a:pt x="572691" y="75362"/>
                </a:lnTo>
                <a:lnTo>
                  <a:pt x="557298" y="75352"/>
                </a:lnTo>
                <a:lnTo>
                  <a:pt x="541906" y="75295"/>
                </a:lnTo>
                <a:lnTo>
                  <a:pt x="526513" y="75181"/>
                </a:lnTo>
                <a:lnTo>
                  <a:pt x="511121" y="75019"/>
                </a:lnTo>
                <a:lnTo>
                  <a:pt x="495729" y="74809"/>
                </a:lnTo>
                <a:lnTo>
                  <a:pt x="480336" y="74552"/>
                </a:lnTo>
                <a:lnTo>
                  <a:pt x="464953" y="74238"/>
                </a:lnTo>
                <a:lnTo>
                  <a:pt x="449561" y="73876"/>
                </a:lnTo>
                <a:lnTo>
                  <a:pt x="434169" y="73457"/>
                </a:lnTo>
                <a:lnTo>
                  <a:pt x="418786" y="72990"/>
                </a:lnTo>
                <a:lnTo>
                  <a:pt x="403403" y="72466"/>
                </a:lnTo>
                <a:lnTo>
                  <a:pt x="388010" y="71876"/>
                </a:lnTo>
                <a:lnTo>
                  <a:pt x="372628" y="71237"/>
                </a:lnTo>
                <a:lnTo>
                  <a:pt x="357254" y="70533"/>
                </a:lnTo>
                <a:lnTo>
                  <a:pt x="341871" y="69761"/>
                </a:lnTo>
                <a:lnTo>
                  <a:pt x="326498" y="68932"/>
                </a:lnTo>
                <a:lnTo>
                  <a:pt x="311125" y="68028"/>
                </a:lnTo>
                <a:lnTo>
                  <a:pt x="295751" y="67046"/>
                </a:lnTo>
                <a:lnTo>
                  <a:pt x="280387" y="65999"/>
                </a:lnTo>
                <a:lnTo>
                  <a:pt x="265024" y="64865"/>
                </a:lnTo>
                <a:lnTo>
                  <a:pt x="249660" y="63637"/>
                </a:lnTo>
                <a:lnTo>
                  <a:pt x="234315" y="62322"/>
                </a:lnTo>
                <a:lnTo>
                  <a:pt x="218970" y="60912"/>
                </a:lnTo>
                <a:lnTo>
                  <a:pt x="203625" y="59379"/>
                </a:lnTo>
                <a:lnTo>
                  <a:pt x="188300" y="57741"/>
                </a:lnTo>
                <a:lnTo>
                  <a:pt x="172984" y="55959"/>
                </a:lnTo>
                <a:lnTo>
                  <a:pt x="157677" y="54035"/>
                </a:lnTo>
                <a:lnTo>
                  <a:pt x="142380" y="51940"/>
                </a:lnTo>
                <a:lnTo>
                  <a:pt x="127111" y="49654"/>
                </a:lnTo>
                <a:lnTo>
                  <a:pt x="111862" y="47149"/>
                </a:lnTo>
                <a:lnTo>
                  <a:pt x="96650" y="44377"/>
                </a:lnTo>
                <a:lnTo>
                  <a:pt x="81486" y="41281"/>
                </a:lnTo>
                <a:lnTo>
                  <a:pt x="66380" y="37767"/>
                </a:lnTo>
                <a:lnTo>
                  <a:pt x="51368" y="33719"/>
                </a:lnTo>
                <a:lnTo>
                  <a:pt x="36528" y="28899"/>
                </a:lnTo>
                <a:lnTo>
                  <a:pt x="22012" y="22850"/>
                </a:lnTo>
                <a:lnTo>
                  <a:pt x="8392" y="144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0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FFF9D320-430E-4000-AAB3-22D3961F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1758" y="4977660"/>
            <a:ext cx="1137275" cy="2143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4232F262-AC9A-483B-91EF-0E5E1CEE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7450" y="2819400"/>
            <a:ext cx="1485900" cy="2963980"/>
          </a:xfrm>
          <a:custGeom xmlns:a="http://schemas.openxmlformats.org/drawingml/2006/main">
            <a:pathLst>
              <a:path w="1485900" h="2963980">
                <a:moveTo>
                  <a:pt x="0" y="0"/>
                </a:moveTo>
                <a:lnTo>
                  <a:pt x="133" y="37090"/>
                </a:lnTo>
                <a:lnTo>
                  <a:pt x="9163" y="72628"/>
                </a:lnTo>
                <a:lnTo>
                  <a:pt x="18202" y="108175"/>
                </a:lnTo>
                <a:lnTo>
                  <a:pt x="27242" y="143713"/>
                </a:lnTo>
                <a:lnTo>
                  <a:pt x="36271" y="179251"/>
                </a:lnTo>
                <a:lnTo>
                  <a:pt x="45310" y="214789"/>
                </a:lnTo>
                <a:lnTo>
                  <a:pt x="54350" y="250327"/>
                </a:lnTo>
                <a:lnTo>
                  <a:pt x="63379" y="285874"/>
                </a:lnTo>
                <a:lnTo>
                  <a:pt x="72419" y="321412"/>
                </a:lnTo>
                <a:lnTo>
                  <a:pt x="81448" y="356949"/>
                </a:lnTo>
                <a:lnTo>
                  <a:pt x="90488" y="392487"/>
                </a:lnTo>
                <a:lnTo>
                  <a:pt x="99527" y="428034"/>
                </a:lnTo>
                <a:lnTo>
                  <a:pt x="108556" y="463572"/>
                </a:lnTo>
                <a:lnTo>
                  <a:pt x="117596" y="499110"/>
                </a:lnTo>
                <a:lnTo>
                  <a:pt x="126635" y="534648"/>
                </a:lnTo>
                <a:lnTo>
                  <a:pt x="135665" y="570186"/>
                </a:lnTo>
                <a:lnTo>
                  <a:pt x="144704" y="605733"/>
                </a:lnTo>
                <a:lnTo>
                  <a:pt x="153743" y="641271"/>
                </a:lnTo>
                <a:lnTo>
                  <a:pt x="162773" y="676808"/>
                </a:lnTo>
                <a:lnTo>
                  <a:pt x="171545" y="712432"/>
                </a:lnTo>
                <a:lnTo>
                  <a:pt x="179003" y="748484"/>
                </a:lnTo>
                <a:lnTo>
                  <a:pt x="186395" y="784555"/>
                </a:lnTo>
                <a:lnTo>
                  <a:pt x="193348" y="820741"/>
                </a:lnTo>
                <a:lnTo>
                  <a:pt x="200301" y="856936"/>
                </a:lnTo>
                <a:lnTo>
                  <a:pt x="207254" y="893121"/>
                </a:lnTo>
                <a:lnTo>
                  <a:pt x="214198" y="929316"/>
                </a:lnTo>
                <a:lnTo>
                  <a:pt x="221151" y="965511"/>
                </a:lnTo>
                <a:lnTo>
                  <a:pt x="228105" y="1001697"/>
                </a:lnTo>
                <a:lnTo>
                  <a:pt x="235058" y="1037892"/>
                </a:lnTo>
                <a:lnTo>
                  <a:pt x="242011" y="1074077"/>
                </a:lnTo>
                <a:lnTo>
                  <a:pt x="248964" y="1110272"/>
                </a:lnTo>
                <a:lnTo>
                  <a:pt x="255918" y="1146458"/>
                </a:lnTo>
                <a:lnTo>
                  <a:pt x="262871" y="1182653"/>
                </a:lnTo>
                <a:lnTo>
                  <a:pt x="269815" y="1218838"/>
                </a:lnTo>
                <a:lnTo>
                  <a:pt x="276768" y="1255033"/>
                </a:lnTo>
                <a:lnTo>
                  <a:pt x="283721" y="1291228"/>
                </a:lnTo>
                <a:lnTo>
                  <a:pt x="290674" y="1327414"/>
                </a:lnTo>
                <a:lnTo>
                  <a:pt x="297628" y="1363609"/>
                </a:lnTo>
                <a:lnTo>
                  <a:pt x="304581" y="1399794"/>
                </a:lnTo>
                <a:lnTo>
                  <a:pt x="311534" y="1435989"/>
                </a:lnTo>
                <a:lnTo>
                  <a:pt x="318259" y="1472241"/>
                </a:lnTo>
                <a:lnTo>
                  <a:pt x="324841" y="1508522"/>
                </a:lnTo>
                <a:lnTo>
                  <a:pt x="331280" y="1544850"/>
                </a:lnTo>
                <a:lnTo>
                  <a:pt x="337614" y="1581198"/>
                </a:lnTo>
                <a:lnTo>
                  <a:pt x="343948" y="1617545"/>
                </a:lnTo>
                <a:lnTo>
                  <a:pt x="350291" y="1653892"/>
                </a:lnTo>
                <a:lnTo>
                  <a:pt x="356626" y="1690249"/>
                </a:lnTo>
                <a:lnTo>
                  <a:pt x="362960" y="1726597"/>
                </a:lnTo>
                <a:lnTo>
                  <a:pt x="369303" y="1762944"/>
                </a:lnTo>
                <a:lnTo>
                  <a:pt x="375637" y="1799292"/>
                </a:lnTo>
                <a:lnTo>
                  <a:pt x="381972" y="1835639"/>
                </a:lnTo>
                <a:lnTo>
                  <a:pt x="388306" y="1871986"/>
                </a:lnTo>
                <a:lnTo>
                  <a:pt x="394649" y="1908334"/>
                </a:lnTo>
                <a:lnTo>
                  <a:pt x="400983" y="1944691"/>
                </a:lnTo>
                <a:lnTo>
                  <a:pt x="407318" y="1981038"/>
                </a:lnTo>
                <a:lnTo>
                  <a:pt x="413661" y="2017385"/>
                </a:lnTo>
                <a:lnTo>
                  <a:pt x="419995" y="2053733"/>
                </a:lnTo>
                <a:lnTo>
                  <a:pt x="426329" y="2090080"/>
                </a:lnTo>
                <a:lnTo>
                  <a:pt x="432673" y="2126428"/>
                </a:lnTo>
                <a:lnTo>
                  <a:pt x="439007" y="2162775"/>
                </a:lnTo>
                <a:lnTo>
                  <a:pt x="445303" y="2199142"/>
                </a:lnTo>
                <a:lnTo>
                  <a:pt x="451456" y="2235527"/>
                </a:lnTo>
                <a:lnTo>
                  <a:pt x="457591" y="2271932"/>
                </a:lnTo>
                <a:lnTo>
                  <a:pt x="463667" y="2308336"/>
                </a:lnTo>
                <a:lnTo>
                  <a:pt x="469744" y="2344750"/>
                </a:lnTo>
                <a:lnTo>
                  <a:pt x="471992" y="2377440"/>
                </a:lnTo>
                <a:lnTo>
                  <a:pt x="440646" y="2377440"/>
                </a:lnTo>
                <a:lnTo>
                  <a:pt x="409299" y="2377440"/>
                </a:lnTo>
                <a:lnTo>
                  <a:pt x="377952" y="2377440"/>
                </a:lnTo>
                <a:lnTo>
                  <a:pt x="346596" y="2377440"/>
                </a:lnTo>
                <a:lnTo>
                  <a:pt x="315249" y="2377440"/>
                </a:lnTo>
                <a:lnTo>
                  <a:pt x="283902" y="2377440"/>
                </a:lnTo>
                <a:lnTo>
                  <a:pt x="252555" y="2377440"/>
                </a:lnTo>
                <a:lnTo>
                  <a:pt x="246136" y="2389575"/>
                </a:lnTo>
                <a:lnTo>
                  <a:pt x="268415" y="2415683"/>
                </a:lnTo>
                <a:lnTo>
                  <a:pt x="290693" y="2441791"/>
                </a:lnTo>
                <a:lnTo>
                  <a:pt x="312972" y="2467908"/>
                </a:lnTo>
                <a:lnTo>
                  <a:pt x="335251" y="2494016"/>
                </a:lnTo>
                <a:lnTo>
                  <a:pt x="357530" y="2520125"/>
                </a:lnTo>
                <a:lnTo>
                  <a:pt x="379809" y="2546233"/>
                </a:lnTo>
                <a:lnTo>
                  <a:pt x="402088" y="2572341"/>
                </a:lnTo>
                <a:lnTo>
                  <a:pt x="424367" y="2598449"/>
                </a:lnTo>
                <a:lnTo>
                  <a:pt x="446656" y="2624566"/>
                </a:lnTo>
                <a:lnTo>
                  <a:pt x="468935" y="2650674"/>
                </a:lnTo>
                <a:lnTo>
                  <a:pt x="491214" y="2676782"/>
                </a:lnTo>
                <a:lnTo>
                  <a:pt x="513493" y="2702890"/>
                </a:lnTo>
                <a:lnTo>
                  <a:pt x="535772" y="2728998"/>
                </a:lnTo>
                <a:lnTo>
                  <a:pt x="558051" y="2755106"/>
                </a:lnTo>
                <a:lnTo>
                  <a:pt x="580330" y="2781214"/>
                </a:lnTo>
                <a:lnTo>
                  <a:pt x="602609" y="2807332"/>
                </a:lnTo>
                <a:lnTo>
                  <a:pt x="624888" y="2833440"/>
                </a:lnTo>
                <a:lnTo>
                  <a:pt x="647167" y="2859548"/>
                </a:lnTo>
                <a:lnTo>
                  <a:pt x="669446" y="2885656"/>
                </a:lnTo>
                <a:lnTo>
                  <a:pt x="691725" y="2911764"/>
                </a:lnTo>
                <a:lnTo>
                  <a:pt x="714004" y="2937872"/>
                </a:lnTo>
                <a:lnTo>
                  <a:pt x="736283" y="2963980"/>
                </a:lnTo>
                <a:lnTo>
                  <a:pt x="758561" y="2953502"/>
                </a:lnTo>
                <a:lnTo>
                  <a:pt x="780840" y="2927394"/>
                </a:lnTo>
                <a:lnTo>
                  <a:pt x="803119" y="2901286"/>
                </a:lnTo>
                <a:lnTo>
                  <a:pt x="825398" y="2875178"/>
                </a:lnTo>
                <a:lnTo>
                  <a:pt x="847677" y="2849070"/>
                </a:lnTo>
                <a:lnTo>
                  <a:pt x="869956" y="2822962"/>
                </a:lnTo>
                <a:lnTo>
                  <a:pt x="892235" y="2796845"/>
                </a:lnTo>
                <a:lnTo>
                  <a:pt x="914514" y="2770737"/>
                </a:lnTo>
                <a:lnTo>
                  <a:pt x="936793" y="2744629"/>
                </a:lnTo>
                <a:lnTo>
                  <a:pt x="959072" y="2718521"/>
                </a:lnTo>
                <a:lnTo>
                  <a:pt x="981351" y="2692413"/>
                </a:lnTo>
                <a:lnTo>
                  <a:pt x="1003630" y="2666305"/>
                </a:lnTo>
                <a:lnTo>
                  <a:pt x="1025909" y="2640197"/>
                </a:lnTo>
                <a:lnTo>
                  <a:pt x="1048188" y="2614079"/>
                </a:lnTo>
                <a:lnTo>
                  <a:pt x="1070467" y="2587971"/>
                </a:lnTo>
                <a:lnTo>
                  <a:pt x="1092746" y="2561863"/>
                </a:lnTo>
                <a:lnTo>
                  <a:pt x="1115025" y="2535755"/>
                </a:lnTo>
                <a:lnTo>
                  <a:pt x="1137304" y="2509647"/>
                </a:lnTo>
                <a:lnTo>
                  <a:pt x="1159583" y="2483539"/>
                </a:lnTo>
                <a:lnTo>
                  <a:pt x="1181862" y="2457431"/>
                </a:lnTo>
                <a:lnTo>
                  <a:pt x="1204141" y="2431313"/>
                </a:lnTo>
                <a:lnTo>
                  <a:pt x="1226420" y="2405205"/>
                </a:lnTo>
                <a:lnTo>
                  <a:pt x="1248699" y="2379097"/>
                </a:lnTo>
                <a:lnTo>
                  <a:pt x="1220762" y="2377440"/>
                </a:lnTo>
                <a:lnTo>
                  <a:pt x="1189415" y="2377440"/>
                </a:lnTo>
                <a:lnTo>
                  <a:pt x="1158069" y="2377440"/>
                </a:lnTo>
                <a:lnTo>
                  <a:pt x="1126722" y="2377440"/>
                </a:lnTo>
                <a:lnTo>
                  <a:pt x="1095375" y="2377440"/>
                </a:lnTo>
                <a:lnTo>
                  <a:pt x="1064028" y="2377440"/>
                </a:lnTo>
                <a:lnTo>
                  <a:pt x="1032681" y="2377440"/>
                </a:lnTo>
                <a:lnTo>
                  <a:pt x="1012527" y="2366553"/>
                </a:lnTo>
                <a:lnTo>
                  <a:pt x="1018594" y="2330139"/>
                </a:lnTo>
                <a:lnTo>
                  <a:pt x="1024671" y="2293725"/>
                </a:lnTo>
                <a:lnTo>
                  <a:pt x="1030767" y="2257320"/>
                </a:lnTo>
                <a:lnTo>
                  <a:pt x="1036911" y="2220925"/>
                </a:lnTo>
                <a:lnTo>
                  <a:pt x="1043102" y="2184540"/>
                </a:lnTo>
                <a:lnTo>
                  <a:pt x="1049436" y="2148192"/>
                </a:lnTo>
                <a:lnTo>
                  <a:pt x="1055770" y="2111845"/>
                </a:lnTo>
                <a:lnTo>
                  <a:pt x="1062114" y="2075498"/>
                </a:lnTo>
                <a:lnTo>
                  <a:pt x="1068448" y="2039150"/>
                </a:lnTo>
                <a:lnTo>
                  <a:pt x="1074782" y="2002793"/>
                </a:lnTo>
                <a:lnTo>
                  <a:pt x="1081126" y="1966446"/>
                </a:lnTo>
                <a:lnTo>
                  <a:pt x="1087460" y="1930098"/>
                </a:lnTo>
                <a:lnTo>
                  <a:pt x="1093794" y="1893751"/>
                </a:lnTo>
                <a:lnTo>
                  <a:pt x="1100128" y="1857404"/>
                </a:lnTo>
                <a:lnTo>
                  <a:pt x="1106472" y="1821056"/>
                </a:lnTo>
                <a:lnTo>
                  <a:pt x="1112806" y="1784699"/>
                </a:lnTo>
                <a:lnTo>
                  <a:pt x="1119140" y="1748352"/>
                </a:lnTo>
                <a:lnTo>
                  <a:pt x="1125484" y="1712004"/>
                </a:lnTo>
                <a:lnTo>
                  <a:pt x="1131818" y="1675657"/>
                </a:lnTo>
                <a:lnTo>
                  <a:pt x="1138152" y="1639310"/>
                </a:lnTo>
                <a:lnTo>
                  <a:pt x="1144495" y="1602962"/>
                </a:lnTo>
                <a:lnTo>
                  <a:pt x="1150830" y="1566615"/>
                </a:lnTo>
                <a:lnTo>
                  <a:pt x="1157164" y="1530258"/>
                </a:lnTo>
                <a:lnTo>
                  <a:pt x="1163698" y="1493958"/>
                </a:lnTo>
                <a:lnTo>
                  <a:pt x="1170289" y="1457677"/>
                </a:lnTo>
                <a:lnTo>
                  <a:pt x="1177157" y="1421463"/>
                </a:lnTo>
                <a:lnTo>
                  <a:pt x="1184110" y="1385268"/>
                </a:lnTo>
                <a:lnTo>
                  <a:pt x="1191063" y="1349083"/>
                </a:lnTo>
                <a:lnTo>
                  <a:pt x="1198016" y="1312888"/>
                </a:lnTo>
                <a:lnTo>
                  <a:pt x="1204970" y="1276702"/>
                </a:lnTo>
                <a:lnTo>
                  <a:pt x="1211923" y="1240507"/>
                </a:lnTo>
                <a:lnTo>
                  <a:pt x="1218867" y="1204322"/>
                </a:lnTo>
                <a:lnTo>
                  <a:pt x="1225820" y="1168127"/>
                </a:lnTo>
                <a:lnTo>
                  <a:pt x="1232773" y="1131932"/>
                </a:lnTo>
                <a:lnTo>
                  <a:pt x="1239726" y="1095746"/>
                </a:lnTo>
                <a:lnTo>
                  <a:pt x="1246680" y="1059551"/>
                </a:lnTo>
                <a:lnTo>
                  <a:pt x="1253633" y="1023366"/>
                </a:lnTo>
                <a:lnTo>
                  <a:pt x="1260586" y="987171"/>
                </a:lnTo>
                <a:lnTo>
                  <a:pt x="1267539" y="950986"/>
                </a:lnTo>
                <a:lnTo>
                  <a:pt x="1274483" y="914791"/>
                </a:lnTo>
                <a:lnTo>
                  <a:pt x="1281436" y="878605"/>
                </a:lnTo>
                <a:lnTo>
                  <a:pt x="1288390" y="842410"/>
                </a:lnTo>
                <a:lnTo>
                  <a:pt x="1295343" y="806215"/>
                </a:lnTo>
                <a:lnTo>
                  <a:pt x="1302429" y="770068"/>
                </a:lnTo>
                <a:lnTo>
                  <a:pt x="1309888" y="734016"/>
                </a:lnTo>
                <a:lnTo>
                  <a:pt x="1317717" y="698087"/>
                </a:lnTo>
                <a:lnTo>
                  <a:pt x="1326747" y="662549"/>
                </a:lnTo>
                <a:lnTo>
                  <a:pt x="1335786" y="627002"/>
                </a:lnTo>
                <a:lnTo>
                  <a:pt x="1344825" y="591464"/>
                </a:lnTo>
                <a:lnTo>
                  <a:pt x="1353855" y="555927"/>
                </a:lnTo>
                <a:lnTo>
                  <a:pt x="1362894" y="520389"/>
                </a:lnTo>
                <a:lnTo>
                  <a:pt x="1371933" y="484851"/>
                </a:lnTo>
                <a:lnTo>
                  <a:pt x="1380963" y="449304"/>
                </a:lnTo>
                <a:lnTo>
                  <a:pt x="1390002" y="413766"/>
                </a:lnTo>
                <a:lnTo>
                  <a:pt x="1399042" y="378228"/>
                </a:lnTo>
                <a:lnTo>
                  <a:pt x="1408071" y="342690"/>
                </a:lnTo>
                <a:lnTo>
                  <a:pt x="1417110" y="307153"/>
                </a:lnTo>
                <a:lnTo>
                  <a:pt x="1426140" y="271605"/>
                </a:lnTo>
                <a:lnTo>
                  <a:pt x="1435179" y="236068"/>
                </a:lnTo>
                <a:lnTo>
                  <a:pt x="1444219" y="200530"/>
                </a:lnTo>
                <a:lnTo>
                  <a:pt x="1453248" y="164992"/>
                </a:lnTo>
                <a:lnTo>
                  <a:pt x="1462288" y="129445"/>
                </a:lnTo>
                <a:lnTo>
                  <a:pt x="1471327" y="93907"/>
                </a:lnTo>
                <a:lnTo>
                  <a:pt x="1480356" y="58369"/>
                </a:lnTo>
                <a:lnTo>
                  <a:pt x="1485900" y="22222"/>
                </a:lnTo>
                <a:lnTo>
                  <a:pt x="1473317" y="0"/>
                </a:lnTo>
                <a:lnTo>
                  <a:pt x="1441971" y="0"/>
                </a:lnTo>
                <a:lnTo>
                  <a:pt x="1410624" y="0"/>
                </a:lnTo>
                <a:lnTo>
                  <a:pt x="1379277" y="0"/>
                </a:lnTo>
                <a:lnTo>
                  <a:pt x="1347930" y="0"/>
                </a:lnTo>
                <a:lnTo>
                  <a:pt x="1316584" y="0"/>
                </a:lnTo>
                <a:lnTo>
                  <a:pt x="1285237" y="0"/>
                </a:lnTo>
                <a:lnTo>
                  <a:pt x="1253890" y="0"/>
                </a:lnTo>
                <a:lnTo>
                  <a:pt x="1222543" y="0"/>
                </a:lnTo>
                <a:lnTo>
                  <a:pt x="1191197" y="0"/>
                </a:lnTo>
                <a:lnTo>
                  <a:pt x="1159850" y="0"/>
                </a:lnTo>
                <a:lnTo>
                  <a:pt x="1128503" y="0"/>
                </a:lnTo>
                <a:lnTo>
                  <a:pt x="1097156" y="0"/>
                </a:lnTo>
                <a:lnTo>
                  <a:pt x="1065809" y="0"/>
                </a:lnTo>
                <a:lnTo>
                  <a:pt x="1034463" y="0"/>
                </a:lnTo>
                <a:lnTo>
                  <a:pt x="1003116" y="0"/>
                </a:lnTo>
                <a:lnTo>
                  <a:pt x="971760" y="0"/>
                </a:lnTo>
                <a:lnTo>
                  <a:pt x="940413" y="0"/>
                </a:lnTo>
                <a:lnTo>
                  <a:pt x="909066" y="0"/>
                </a:lnTo>
                <a:lnTo>
                  <a:pt x="877719" y="0"/>
                </a:lnTo>
                <a:lnTo>
                  <a:pt x="846372" y="0"/>
                </a:lnTo>
                <a:lnTo>
                  <a:pt x="815026" y="0"/>
                </a:lnTo>
                <a:lnTo>
                  <a:pt x="783679" y="0"/>
                </a:lnTo>
                <a:lnTo>
                  <a:pt x="752332" y="0"/>
                </a:lnTo>
                <a:lnTo>
                  <a:pt x="720985" y="0"/>
                </a:lnTo>
                <a:lnTo>
                  <a:pt x="689639" y="0"/>
                </a:lnTo>
                <a:lnTo>
                  <a:pt x="658292" y="0"/>
                </a:lnTo>
                <a:lnTo>
                  <a:pt x="626945" y="0"/>
                </a:lnTo>
                <a:lnTo>
                  <a:pt x="595598" y="0"/>
                </a:lnTo>
                <a:lnTo>
                  <a:pt x="564251" y="0"/>
                </a:lnTo>
                <a:lnTo>
                  <a:pt x="532905" y="0"/>
                </a:lnTo>
                <a:lnTo>
                  <a:pt x="501558" y="0"/>
                </a:lnTo>
                <a:lnTo>
                  <a:pt x="470211" y="0"/>
                </a:lnTo>
                <a:lnTo>
                  <a:pt x="438864" y="0"/>
                </a:lnTo>
                <a:lnTo>
                  <a:pt x="407518" y="0"/>
                </a:lnTo>
                <a:lnTo>
                  <a:pt x="376171" y="0"/>
                </a:lnTo>
                <a:lnTo>
                  <a:pt x="344824" y="0"/>
                </a:lnTo>
                <a:lnTo>
                  <a:pt x="313468" y="0"/>
                </a:lnTo>
                <a:lnTo>
                  <a:pt x="282121" y="0"/>
                </a:lnTo>
                <a:lnTo>
                  <a:pt x="250774" y="0"/>
                </a:lnTo>
                <a:lnTo>
                  <a:pt x="219427" y="0"/>
                </a:lnTo>
                <a:lnTo>
                  <a:pt x="188081" y="0"/>
                </a:lnTo>
                <a:lnTo>
                  <a:pt x="156734" y="0"/>
                </a:lnTo>
                <a:lnTo>
                  <a:pt x="125387" y="0"/>
                </a:lnTo>
                <a:lnTo>
                  <a:pt x="94040" y="0"/>
                </a:lnTo>
                <a:lnTo>
                  <a:pt x="62694" y="0"/>
                </a:lnTo>
                <a:lnTo>
                  <a:pt x="31347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4ECEA">
                  <a:alpha val="0"/>
                </a:srgbClr>
              </a:gs>
              <a:gs pos="42000">
                <a:srgbClr val="DFC6C1">
                  <a:alpha val="9600"/>
                </a:srgbClr>
              </a:gs>
              <a:gs pos="76000">
                <a:srgbClr val="DFC6C1">
                  <a:alpha val="19200"/>
                </a:srgbClr>
              </a:gs>
              <a:gs pos="100000">
                <a:srgbClr val="C2948B">
                  <a:alpha val="312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22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117F3905-123B-4CE3-A098-AACFADDE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3527" y="3048000"/>
            <a:ext cx="23937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收集线索</a:t>
            </a:r>
          </a:p>
        </p:txBody>
      </p:sp>
      <p:sp>
        <p:nvSpPr>
          <p:cNvPr id="23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70409184-DF95-4D37-8581-B372CC93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1975" y="3790950"/>
            <a:ext cx="177686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核对问题</a:t>
            </a:r>
          </a:p>
        </p:txBody>
      </p:sp>
      <p:sp>
        <p:nvSpPr>
          <p:cNvPr id="24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741D80E3-3ADB-4EC1-856E-48C8E0C7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7283" y="4533900"/>
            <a:ext cx="126623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验证方案</a:t>
            </a:r>
          </a:p>
        </p:txBody>
      </p:sp>
      <p:sp>
        <p:nvSpPr>
          <p:cNvPr id="25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5220BE94-11C1-4D1D-9866-E56CA8B3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527685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纳入发布</a:t>
            </a:r>
          </a:p>
        </p:txBody>
      </p:sp>
      <p:sp>
        <p:nvSpPr>
          <p:cNvPr id="26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AF4ED2D7-AC5B-4916-9A2B-822FCAB8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1666" y="215175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0e57deaef6471a">
            <a:extLst>
              <a:ext uri="{96DAC541-7B7A-43D3-8B79-37D633B846F1}">
                <asvg:svgBlip xmlns:asvg="http://schemas.microsoft.com/office/drawing/2016/SVG/main" r:embed="R5ae4ee00974940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55491" y="227558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8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4DB2FD81-EF3C-4273-8A54-2B225A42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9900" y="1950691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89fcdb05e43ab">
            <a:extLst>
              <a:ext uri="{96DAC541-7B7A-43D3-8B79-37D633B846F1}">
                <asvg:svgBlip xmlns:asvg="http://schemas.microsoft.com/office/drawing/2016/SVG/main" r:embed="R888f266270ba4d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133725" y="2074516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30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B27BE9D5-4828-4145-B2C3-92F6B3A8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0841" y="2115293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3e57954774368">
            <a:extLst>
              <a:ext uri="{96DAC541-7B7A-43D3-8B79-37D633B846F1}">
                <asvg:svgBlip xmlns:asvg="http://schemas.microsoft.com/office/drawing/2016/SVG/main" r:embed="R11bd72b5ae6f42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54666" y="2239118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2" name="relationship-line-0">
            <a:extLst xmlns:a="http://schemas.openxmlformats.org/drawingml/2006/main">
              <a:ext uri="{FF2B5EF4-FFF2-40B4-BE49-F238E27FC236}">
                <a16:creationId xmlns:a16="http://schemas.microsoft.com/office/drawing/2014/main" id="{51FD3D69-0A6A-46C2-AB01-2AC45796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128" y="3190875"/>
            <a:ext cx="19368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3" name="relationship-line-1">
            <a:extLst xmlns:a="http://schemas.openxmlformats.org/drawingml/2006/main">
              <a:ext uri="{FF2B5EF4-FFF2-40B4-BE49-F238E27FC236}">
                <a16:creationId xmlns:a16="http://schemas.microsoft.com/office/drawing/2014/main" id="{E0BEDDBF-3224-4A35-A7D0-549DA080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718" y="3933825"/>
            <a:ext cx="22452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4" name="relationship-line-2">
            <a:extLst xmlns:a="http://schemas.openxmlformats.org/drawingml/2006/main">
              <a:ext uri="{FF2B5EF4-FFF2-40B4-BE49-F238E27FC236}">
                <a16:creationId xmlns:a16="http://schemas.microsoft.com/office/drawing/2014/main" id="{C1CD746E-CC05-4F1E-A222-674C1FB1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360" y="4676775"/>
            <a:ext cx="25005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5" name="relationship-line-3">
            <a:extLst xmlns:a="http://schemas.openxmlformats.org/drawingml/2006/main">
              <a:ext uri="{FF2B5EF4-FFF2-40B4-BE49-F238E27FC236}">
                <a16:creationId xmlns:a16="http://schemas.microsoft.com/office/drawing/2014/main" id="{A72372D5-7732-4F59-B705-E61F6C40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301" y="5419725"/>
            <a:ext cx="273664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</p:spTree>
    <p:extLst>
      <p:ext uri="{BB962C8B-B14F-4D97-AF65-F5344CB8AC3E}">
        <p14:creationId xmlns:p14="http://schemas.microsoft.com/office/powerpoint/2010/main" val="10043319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2026-09-08T06:33:58.2380000Z</dcterms:created>
  <dcterms:modified xsi:type="dcterms:W3CDTF">2026-09-08T06:33:58.2380000Z</dcterms:modified>
</coreProperties>
</file>