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edb6dfacb04d92" /><Relationship Type="http://schemas.openxmlformats.org/officeDocument/2006/relationships/extended-properties" Target="/docProps/app.xml" Id="R751e4fc59b3f4051" /><Relationship Type="http://schemas.openxmlformats.org/officeDocument/2006/relationships/officeDocument" Target="/ppt/presentation.xml" Id="R0506db2d05de4d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394a8de1be4e94"/>
  </p:sldMasterIdLst>
  <p:notesMasterIdLst>
    <p:notesMasterId xmlns:r="http://schemas.openxmlformats.org/officeDocument/2006/relationships" r:id="R4231fdba33644d4b"/>
  </p:notesMasterIdLst>
  <p:sldIdLst>
    <p:sldId xmlns:r="http://schemas.openxmlformats.org/officeDocument/2006/relationships" id="256" r:id="Rab935d4504094595"/>
  </p:sldIdLst>
  <p:sldSz cx="7800975" cy="328041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978fc2fb2e4154" /><Relationship Type="http://schemas.openxmlformats.org/officeDocument/2006/relationships/slideMaster" Target="/ppt/slideMasters/slideMaster1.xml" Id="Re8394a8de1be4e94" /><Relationship Type="http://schemas.openxmlformats.org/officeDocument/2006/relationships/notesMaster" Target="/ppt/notesMasters/notesMaster1.xml" Id="R4231fdba33644d4b" /><Relationship Type="http://schemas.openxmlformats.org/officeDocument/2006/relationships/presProps" Target="/ppt/presProps.xml" Id="Re8dd550a455d425d" /><Relationship Type="http://schemas.openxmlformats.org/officeDocument/2006/relationships/tableStyles" Target="/ppt/tableStyles.xml" Id="R303d5ff3d6a84d0d" /><Relationship Type="http://schemas.openxmlformats.org/officeDocument/2006/relationships/slide" Target="/ppt/slides/slide1.xml" Id="Rab935d45040945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56a1394e2e43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33350" dist="47625" dir="5400000">
              <a:srgbClr val="345B63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9aa9606d8145f5" /><Relationship Type="http://schemas.openxmlformats.org/officeDocument/2006/relationships/notesMaster" Target="/ppt/notesMasters/notesMaster1.xml" Id="R4a24b3ae321d45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e60be97a44c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070d91d7864f1f" /><Relationship Type="http://schemas.openxmlformats.org/officeDocument/2006/relationships/slideLayout" Target="/ppt/slideLayouts/slideLayout1.xml" Id="R319497940ac149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9497940ac149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33350" dist="47625" dir="5400000">
              <a:srgbClr val="345B63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e4b04c23b436c" /><Relationship Type="http://schemas.openxmlformats.org/officeDocument/2006/relationships/notesSlide" Target="/ppt/notesSlides/notesSlide1.xml" Id="R1d9a9e29c50748b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D6104E36-84DE-4A77-B777-48F72FB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046" y="1743070"/>
            <a:ext cx="1202788" cy="866832"/>
          </a:xfrm>
          <a:custGeom xmlns:a="http://schemas.openxmlformats.org/drawingml/2006/main">
            <a:pathLst>
              <a:path w="1202788" h="866832">
                <a:moveTo>
                  <a:pt x="71342" y="120005"/>
                </a:moveTo>
                <a:lnTo>
                  <a:pt x="9021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37" y="111938"/>
                </a:lnTo>
                <a:lnTo>
                  <a:pt x="165716" y="109918"/>
                </a:lnTo>
                <a:lnTo>
                  <a:pt x="184585" y="107899"/>
                </a:lnTo>
                <a:lnTo>
                  <a:pt x="203464" y="105889"/>
                </a:lnTo>
                <a:lnTo>
                  <a:pt x="222342" y="103870"/>
                </a:lnTo>
                <a:lnTo>
                  <a:pt x="241211" y="101851"/>
                </a:lnTo>
                <a:lnTo>
                  <a:pt x="260090" y="99832"/>
                </a:lnTo>
                <a:lnTo>
                  <a:pt x="278968" y="97812"/>
                </a:lnTo>
                <a:lnTo>
                  <a:pt x="297837" y="95793"/>
                </a:lnTo>
                <a:lnTo>
                  <a:pt x="316716" y="93783"/>
                </a:lnTo>
                <a:lnTo>
                  <a:pt x="335585" y="91764"/>
                </a:lnTo>
                <a:lnTo>
                  <a:pt x="354463" y="89745"/>
                </a:lnTo>
                <a:lnTo>
                  <a:pt x="373342" y="87725"/>
                </a:lnTo>
                <a:lnTo>
                  <a:pt x="392211" y="85706"/>
                </a:lnTo>
                <a:lnTo>
                  <a:pt x="411089" y="83687"/>
                </a:lnTo>
                <a:lnTo>
                  <a:pt x="429959" y="81667"/>
                </a:lnTo>
                <a:lnTo>
                  <a:pt x="448837" y="79658"/>
                </a:lnTo>
                <a:lnTo>
                  <a:pt x="467716" y="77638"/>
                </a:lnTo>
                <a:lnTo>
                  <a:pt x="486585" y="75619"/>
                </a:lnTo>
                <a:lnTo>
                  <a:pt x="505463" y="73600"/>
                </a:lnTo>
                <a:lnTo>
                  <a:pt x="524342" y="71580"/>
                </a:lnTo>
                <a:lnTo>
                  <a:pt x="543211" y="69561"/>
                </a:lnTo>
                <a:lnTo>
                  <a:pt x="562089" y="67551"/>
                </a:lnTo>
                <a:lnTo>
                  <a:pt x="580958" y="65532"/>
                </a:lnTo>
                <a:lnTo>
                  <a:pt x="599837" y="63513"/>
                </a:lnTo>
                <a:lnTo>
                  <a:pt x="618715" y="61493"/>
                </a:lnTo>
                <a:lnTo>
                  <a:pt x="637584" y="59474"/>
                </a:lnTo>
                <a:lnTo>
                  <a:pt x="656463" y="57455"/>
                </a:lnTo>
                <a:lnTo>
                  <a:pt x="675332" y="55445"/>
                </a:lnTo>
                <a:lnTo>
                  <a:pt x="694211" y="53426"/>
                </a:lnTo>
                <a:lnTo>
                  <a:pt x="713089" y="51406"/>
                </a:lnTo>
                <a:lnTo>
                  <a:pt x="731958" y="49387"/>
                </a:lnTo>
                <a:lnTo>
                  <a:pt x="750837" y="47368"/>
                </a:lnTo>
                <a:lnTo>
                  <a:pt x="769715" y="45349"/>
                </a:lnTo>
                <a:lnTo>
                  <a:pt x="788584" y="43339"/>
                </a:lnTo>
                <a:lnTo>
                  <a:pt x="807463" y="41319"/>
                </a:lnTo>
                <a:lnTo>
                  <a:pt x="826332" y="39300"/>
                </a:lnTo>
                <a:lnTo>
                  <a:pt x="845210" y="37281"/>
                </a:lnTo>
                <a:lnTo>
                  <a:pt x="864089" y="35262"/>
                </a:lnTo>
                <a:lnTo>
                  <a:pt x="882958" y="33242"/>
                </a:lnTo>
                <a:lnTo>
                  <a:pt x="901837" y="31223"/>
                </a:lnTo>
                <a:lnTo>
                  <a:pt x="920706" y="29213"/>
                </a:lnTo>
                <a:lnTo>
                  <a:pt x="939584" y="27194"/>
                </a:lnTo>
                <a:lnTo>
                  <a:pt x="958463" y="25175"/>
                </a:lnTo>
                <a:lnTo>
                  <a:pt x="977332" y="23155"/>
                </a:lnTo>
                <a:lnTo>
                  <a:pt x="996210" y="21136"/>
                </a:lnTo>
                <a:lnTo>
                  <a:pt x="1015089" y="19117"/>
                </a:lnTo>
                <a:lnTo>
                  <a:pt x="1033958" y="17107"/>
                </a:lnTo>
                <a:lnTo>
                  <a:pt x="1052836" y="15088"/>
                </a:lnTo>
                <a:lnTo>
                  <a:pt x="1071705" y="13068"/>
                </a:lnTo>
                <a:lnTo>
                  <a:pt x="1090584" y="11049"/>
                </a:lnTo>
                <a:lnTo>
                  <a:pt x="1109462" y="9030"/>
                </a:lnTo>
                <a:lnTo>
                  <a:pt x="1128332" y="7010"/>
                </a:lnTo>
                <a:lnTo>
                  <a:pt x="1147210" y="5001"/>
                </a:lnTo>
                <a:lnTo>
                  <a:pt x="1166079" y="2981"/>
                </a:lnTo>
                <a:lnTo>
                  <a:pt x="1184958" y="962"/>
                </a:lnTo>
                <a:lnTo>
                  <a:pt x="1202788" y="0"/>
                </a:lnTo>
                <a:lnTo>
                  <a:pt x="1200960" y="18898"/>
                </a:lnTo>
                <a:lnTo>
                  <a:pt x="1199121" y="37786"/>
                </a:lnTo>
                <a:lnTo>
                  <a:pt x="1197293" y="56683"/>
                </a:lnTo>
                <a:lnTo>
                  <a:pt x="1195464" y="75571"/>
                </a:lnTo>
                <a:lnTo>
                  <a:pt x="1193625" y="94469"/>
                </a:lnTo>
                <a:lnTo>
                  <a:pt x="1191797" y="113367"/>
                </a:lnTo>
                <a:lnTo>
                  <a:pt x="1189968" y="132255"/>
                </a:lnTo>
                <a:lnTo>
                  <a:pt x="1188139" y="151152"/>
                </a:lnTo>
                <a:lnTo>
                  <a:pt x="1186301" y="170040"/>
                </a:lnTo>
                <a:lnTo>
                  <a:pt x="1184472" y="188938"/>
                </a:lnTo>
                <a:lnTo>
                  <a:pt x="1182643" y="207836"/>
                </a:lnTo>
                <a:lnTo>
                  <a:pt x="1180805" y="226724"/>
                </a:lnTo>
                <a:lnTo>
                  <a:pt x="1178976" y="245621"/>
                </a:lnTo>
                <a:lnTo>
                  <a:pt x="1177147" y="264519"/>
                </a:lnTo>
                <a:lnTo>
                  <a:pt x="1175318" y="283407"/>
                </a:lnTo>
                <a:lnTo>
                  <a:pt x="1173480" y="302304"/>
                </a:lnTo>
                <a:lnTo>
                  <a:pt x="1171651" y="321193"/>
                </a:lnTo>
                <a:lnTo>
                  <a:pt x="1169822" y="340090"/>
                </a:lnTo>
                <a:lnTo>
                  <a:pt x="1167984" y="358988"/>
                </a:lnTo>
                <a:lnTo>
                  <a:pt x="1166155" y="377876"/>
                </a:lnTo>
                <a:lnTo>
                  <a:pt x="1164326" y="396773"/>
                </a:lnTo>
                <a:lnTo>
                  <a:pt x="1162488" y="415661"/>
                </a:lnTo>
                <a:lnTo>
                  <a:pt x="1160659" y="434559"/>
                </a:lnTo>
                <a:lnTo>
                  <a:pt x="1158831" y="453457"/>
                </a:lnTo>
                <a:lnTo>
                  <a:pt x="1157002" y="472345"/>
                </a:lnTo>
                <a:lnTo>
                  <a:pt x="1155163" y="491242"/>
                </a:lnTo>
                <a:lnTo>
                  <a:pt x="1153335" y="510130"/>
                </a:lnTo>
                <a:lnTo>
                  <a:pt x="1151506" y="529028"/>
                </a:lnTo>
                <a:lnTo>
                  <a:pt x="1149668" y="547926"/>
                </a:lnTo>
                <a:lnTo>
                  <a:pt x="1147839" y="566814"/>
                </a:lnTo>
                <a:lnTo>
                  <a:pt x="1146010" y="585711"/>
                </a:lnTo>
                <a:lnTo>
                  <a:pt x="1144181" y="604599"/>
                </a:lnTo>
                <a:lnTo>
                  <a:pt x="1142343" y="623497"/>
                </a:lnTo>
                <a:lnTo>
                  <a:pt x="1140514" y="642395"/>
                </a:lnTo>
                <a:lnTo>
                  <a:pt x="1138685" y="661283"/>
                </a:lnTo>
                <a:lnTo>
                  <a:pt x="1136847" y="680180"/>
                </a:lnTo>
                <a:lnTo>
                  <a:pt x="1135018" y="699068"/>
                </a:lnTo>
                <a:lnTo>
                  <a:pt x="1133189" y="717966"/>
                </a:lnTo>
                <a:lnTo>
                  <a:pt x="1131360" y="736864"/>
                </a:lnTo>
                <a:lnTo>
                  <a:pt x="1120531" y="746855"/>
                </a:lnTo>
                <a:lnTo>
                  <a:pt x="1101662" y="748894"/>
                </a:lnTo>
                <a:lnTo>
                  <a:pt x="1082783" y="750922"/>
                </a:lnTo>
                <a:lnTo>
                  <a:pt x="1063914" y="752961"/>
                </a:lnTo>
                <a:lnTo>
                  <a:pt x="1045035" y="754990"/>
                </a:lnTo>
                <a:lnTo>
                  <a:pt x="1026166" y="757028"/>
                </a:lnTo>
                <a:lnTo>
                  <a:pt x="1007297" y="759057"/>
                </a:lnTo>
                <a:lnTo>
                  <a:pt x="988419" y="761095"/>
                </a:lnTo>
                <a:lnTo>
                  <a:pt x="969550" y="763124"/>
                </a:lnTo>
                <a:lnTo>
                  <a:pt x="950671" y="765162"/>
                </a:lnTo>
                <a:lnTo>
                  <a:pt x="931802" y="767191"/>
                </a:lnTo>
                <a:lnTo>
                  <a:pt x="912924" y="769229"/>
                </a:lnTo>
                <a:lnTo>
                  <a:pt x="894055" y="771258"/>
                </a:lnTo>
                <a:lnTo>
                  <a:pt x="875186" y="773297"/>
                </a:lnTo>
                <a:lnTo>
                  <a:pt x="856307" y="775325"/>
                </a:lnTo>
                <a:lnTo>
                  <a:pt x="837438" y="777364"/>
                </a:lnTo>
                <a:lnTo>
                  <a:pt x="818559" y="779393"/>
                </a:lnTo>
                <a:lnTo>
                  <a:pt x="799690" y="781431"/>
                </a:lnTo>
                <a:lnTo>
                  <a:pt x="780812" y="783460"/>
                </a:lnTo>
                <a:lnTo>
                  <a:pt x="761943" y="785498"/>
                </a:lnTo>
                <a:lnTo>
                  <a:pt x="743074" y="787527"/>
                </a:lnTo>
                <a:lnTo>
                  <a:pt x="724195" y="789565"/>
                </a:lnTo>
                <a:lnTo>
                  <a:pt x="705326" y="791594"/>
                </a:lnTo>
                <a:lnTo>
                  <a:pt x="686448" y="793633"/>
                </a:lnTo>
                <a:lnTo>
                  <a:pt x="667579" y="795661"/>
                </a:lnTo>
                <a:lnTo>
                  <a:pt x="648700" y="797690"/>
                </a:lnTo>
                <a:lnTo>
                  <a:pt x="629831" y="799729"/>
                </a:lnTo>
                <a:lnTo>
                  <a:pt x="610953" y="801757"/>
                </a:lnTo>
                <a:lnTo>
                  <a:pt x="592084" y="803796"/>
                </a:lnTo>
                <a:lnTo>
                  <a:pt x="573215" y="805825"/>
                </a:lnTo>
                <a:lnTo>
                  <a:pt x="554336" y="807863"/>
                </a:lnTo>
                <a:lnTo>
                  <a:pt x="535467" y="809892"/>
                </a:lnTo>
                <a:lnTo>
                  <a:pt x="516588" y="811930"/>
                </a:lnTo>
                <a:lnTo>
                  <a:pt x="497719" y="813959"/>
                </a:lnTo>
                <a:lnTo>
                  <a:pt x="478841" y="815997"/>
                </a:lnTo>
                <a:lnTo>
                  <a:pt x="459972" y="818026"/>
                </a:lnTo>
                <a:lnTo>
                  <a:pt x="441103" y="820064"/>
                </a:lnTo>
                <a:lnTo>
                  <a:pt x="422224" y="822093"/>
                </a:lnTo>
                <a:lnTo>
                  <a:pt x="403355" y="824132"/>
                </a:lnTo>
                <a:lnTo>
                  <a:pt x="384477" y="826160"/>
                </a:lnTo>
                <a:lnTo>
                  <a:pt x="365608" y="828199"/>
                </a:lnTo>
                <a:lnTo>
                  <a:pt x="346729" y="830228"/>
                </a:lnTo>
                <a:lnTo>
                  <a:pt x="327860" y="832266"/>
                </a:lnTo>
                <a:lnTo>
                  <a:pt x="308981" y="834295"/>
                </a:lnTo>
                <a:lnTo>
                  <a:pt x="290112" y="836333"/>
                </a:lnTo>
                <a:lnTo>
                  <a:pt x="271243" y="838362"/>
                </a:lnTo>
                <a:lnTo>
                  <a:pt x="252365" y="840400"/>
                </a:lnTo>
                <a:lnTo>
                  <a:pt x="233496" y="842429"/>
                </a:lnTo>
                <a:lnTo>
                  <a:pt x="214617" y="844467"/>
                </a:lnTo>
                <a:lnTo>
                  <a:pt x="195748" y="846496"/>
                </a:lnTo>
                <a:lnTo>
                  <a:pt x="176870" y="848535"/>
                </a:lnTo>
                <a:lnTo>
                  <a:pt x="158001" y="850563"/>
                </a:lnTo>
                <a:lnTo>
                  <a:pt x="139132" y="852602"/>
                </a:lnTo>
                <a:lnTo>
                  <a:pt x="120253" y="854631"/>
                </a:lnTo>
                <a:lnTo>
                  <a:pt x="101384" y="856669"/>
                </a:lnTo>
                <a:lnTo>
                  <a:pt x="82506" y="858698"/>
                </a:lnTo>
                <a:lnTo>
                  <a:pt x="63637" y="860736"/>
                </a:lnTo>
                <a:lnTo>
                  <a:pt x="44758" y="862765"/>
                </a:lnTo>
                <a:lnTo>
                  <a:pt x="25889" y="864803"/>
                </a:lnTo>
                <a:lnTo>
                  <a:pt x="7010" y="866832"/>
                </a:lnTo>
                <a:lnTo>
                  <a:pt x="0" y="856879"/>
                </a:lnTo>
                <a:lnTo>
                  <a:pt x="1829" y="837981"/>
                </a:lnTo>
                <a:lnTo>
                  <a:pt x="3658" y="819093"/>
                </a:lnTo>
                <a:lnTo>
                  <a:pt x="5486" y="800195"/>
                </a:lnTo>
                <a:lnTo>
                  <a:pt x="7315" y="781307"/>
                </a:lnTo>
                <a:lnTo>
                  <a:pt x="9144" y="762410"/>
                </a:lnTo>
                <a:lnTo>
                  <a:pt x="10973" y="743512"/>
                </a:lnTo>
                <a:lnTo>
                  <a:pt x="12802" y="724624"/>
                </a:lnTo>
                <a:lnTo>
                  <a:pt x="14630" y="705726"/>
                </a:lnTo>
                <a:lnTo>
                  <a:pt x="16459" y="686829"/>
                </a:lnTo>
                <a:lnTo>
                  <a:pt x="18288" y="667941"/>
                </a:lnTo>
                <a:lnTo>
                  <a:pt x="20126" y="649043"/>
                </a:lnTo>
                <a:lnTo>
                  <a:pt x="21955" y="630145"/>
                </a:lnTo>
                <a:lnTo>
                  <a:pt x="23784" y="611257"/>
                </a:lnTo>
                <a:lnTo>
                  <a:pt x="25613" y="592360"/>
                </a:lnTo>
                <a:lnTo>
                  <a:pt x="27442" y="573472"/>
                </a:lnTo>
                <a:lnTo>
                  <a:pt x="29270" y="554574"/>
                </a:lnTo>
                <a:lnTo>
                  <a:pt x="31099" y="535676"/>
                </a:lnTo>
                <a:lnTo>
                  <a:pt x="32928" y="516788"/>
                </a:lnTo>
                <a:lnTo>
                  <a:pt x="34757" y="497891"/>
                </a:lnTo>
                <a:lnTo>
                  <a:pt x="36586" y="478993"/>
                </a:lnTo>
                <a:lnTo>
                  <a:pt x="38414" y="460105"/>
                </a:lnTo>
                <a:lnTo>
                  <a:pt x="40243" y="441208"/>
                </a:lnTo>
                <a:lnTo>
                  <a:pt x="42072" y="422319"/>
                </a:lnTo>
                <a:lnTo>
                  <a:pt x="43901" y="403422"/>
                </a:lnTo>
                <a:lnTo>
                  <a:pt x="45730" y="384524"/>
                </a:lnTo>
                <a:lnTo>
                  <a:pt x="47558" y="365636"/>
                </a:lnTo>
                <a:lnTo>
                  <a:pt x="49387" y="346739"/>
                </a:lnTo>
                <a:lnTo>
                  <a:pt x="51216" y="327841"/>
                </a:lnTo>
                <a:lnTo>
                  <a:pt x="53045" y="308953"/>
                </a:lnTo>
                <a:lnTo>
                  <a:pt x="54874" y="290055"/>
                </a:lnTo>
                <a:lnTo>
                  <a:pt x="56702" y="271158"/>
                </a:lnTo>
                <a:lnTo>
                  <a:pt x="58531" y="252270"/>
                </a:lnTo>
                <a:lnTo>
                  <a:pt x="60369" y="233372"/>
                </a:lnTo>
                <a:lnTo>
                  <a:pt x="62198" y="214484"/>
                </a:lnTo>
                <a:lnTo>
                  <a:pt x="64027" y="195586"/>
                </a:lnTo>
                <a:lnTo>
                  <a:pt x="65856" y="176689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05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90F2BAA0-C930-44CC-8836-7F5A7EFB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0350" y="1341982"/>
            <a:ext cx="1202884" cy="866842"/>
          </a:xfrm>
          <a:custGeom xmlns:a="http://schemas.openxmlformats.org/drawingml/2006/main">
            <a:pathLst>
              <a:path w="1202884" h="866842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792" y="110900"/>
                </a:lnTo>
                <a:lnTo>
                  <a:pt x="184671" y="108861"/>
                </a:lnTo>
                <a:lnTo>
                  <a:pt x="203540" y="106832"/>
                </a:lnTo>
                <a:lnTo>
                  <a:pt x="222418" y="104794"/>
                </a:lnTo>
                <a:lnTo>
                  <a:pt x="241287" y="102765"/>
                </a:lnTo>
                <a:lnTo>
                  <a:pt x="260166" y="100727"/>
                </a:lnTo>
                <a:lnTo>
                  <a:pt x="279035" y="98698"/>
                </a:lnTo>
                <a:lnTo>
                  <a:pt x="297913" y="96660"/>
                </a:lnTo>
                <a:lnTo>
                  <a:pt x="316782" y="94631"/>
                </a:lnTo>
                <a:lnTo>
                  <a:pt x="335651" y="92593"/>
                </a:lnTo>
                <a:lnTo>
                  <a:pt x="354530" y="90564"/>
                </a:lnTo>
                <a:lnTo>
                  <a:pt x="373399" y="88525"/>
                </a:lnTo>
                <a:lnTo>
                  <a:pt x="392278" y="86497"/>
                </a:lnTo>
                <a:lnTo>
                  <a:pt x="411147" y="84458"/>
                </a:lnTo>
                <a:lnTo>
                  <a:pt x="430025" y="82429"/>
                </a:lnTo>
                <a:lnTo>
                  <a:pt x="448894" y="80391"/>
                </a:lnTo>
                <a:lnTo>
                  <a:pt x="467763" y="78362"/>
                </a:lnTo>
                <a:lnTo>
                  <a:pt x="486642" y="76324"/>
                </a:lnTo>
                <a:lnTo>
                  <a:pt x="505511" y="74295"/>
                </a:lnTo>
                <a:lnTo>
                  <a:pt x="524389" y="72257"/>
                </a:lnTo>
                <a:lnTo>
                  <a:pt x="543258" y="70228"/>
                </a:lnTo>
                <a:lnTo>
                  <a:pt x="562137" y="68189"/>
                </a:lnTo>
                <a:lnTo>
                  <a:pt x="581006" y="66161"/>
                </a:lnTo>
                <a:lnTo>
                  <a:pt x="599885" y="64122"/>
                </a:lnTo>
                <a:lnTo>
                  <a:pt x="618754" y="62093"/>
                </a:lnTo>
                <a:lnTo>
                  <a:pt x="637623" y="60055"/>
                </a:lnTo>
                <a:lnTo>
                  <a:pt x="656501" y="58026"/>
                </a:lnTo>
                <a:lnTo>
                  <a:pt x="675370" y="55988"/>
                </a:lnTo>
                <a:lnTo>
                  <a:pt x="694249" y="53959"/>
                </a:lnTo>
                <a:lnTo>
                  <a:pt x="713118" y="51921"/>
                </a:lnTo>
                <a:lnTo>
                  <a:pt x="731996" y="49892"/>
                </a:lnTo>
                <a:lnTo>
                  <a:pt x="750865" y="47854"/>
                </a:lnTo>
                <a:lnTo>
                  <a:pt x="769734" y="45825"/>
                </a:lnTo>
                <a:lnTo>
                  <a:pt x="788613" y="43786"/>
                </a:lnTo>
                <a:lnTo>
                  <a:pt x="807482" y="41758"/>
                </a:lnTo>
                <a:lnTo>
                  <a:pt x="826360" y="39729"/>
                </a:lnTo>
                <a:lnTo>
                  <a:pt x="845229" y="37690"/>
                </a:lnTo>
                <a:lnTo>
                  <a:pt x="864108" y="35662"/>
                </a:lnTo>
                <a:lnTo>
                  <a:pt x="882977" y="33623"/>
                </a:lnTo>
                <a:lnTo>
                  <a:pt x="901856" y="31594"/>
                </a:lnTo>
                <a:lnTo>
                  <a:pt x="920725" y="29556"/>
                </a:lnTo>
                <a:lnTo>
                  <a:pt x="939594" y="27527"/>
                </a:lnTo>
                <a:lnTo>
                  <a:pt x="958472" y="25489"/>
                </a:lnTo>
                <a:lnTo>
                  <a:pt x="977341" y="23460"/>
                </a:lnTo>
                <a:lnTo>
                  <a:pt x="996220" y="21422"/>
                </a:lnTo>
                <a:lnTo>
                  <a:pt x="1015089" y="19393"/>
                </a:lnTo>
                <a:lnTo>
                  <a:pt x="1033967" y="17355"/>
                </a:lnTo>
                <a:lnTo>
                  <a:pt x="1052836" y="15326"/>
                </a:lnTo>
                <a:lnTo>
                  <a:pt x="1071705" y="13287"/>
                </a:lnTo>
                <a:lnTo>
                  <a:pt x="1090584" y="11259"/>
                </a:lnTo>
                <a:lnTo>
                  <a:pt x="1109453" y="9220"/>
                </a:lnTo>
                <a:lnTo>
                  <a:pt x="1128332" y="7191"/>
                </a:lnTo>
                <a:lnTo>
                  <a:pt x="1147201" y="5153"/>
                </a:lnTo>
                <a:lnTo>
                  <a:pt x="1166079" y="3124"/>
                </a:lnTo>
                <a:lnTo>
                  <a:pt x="1184948" y="1086"/>
                </a:lnTo>
                <a:lnTo>
                  <a:pt x="1202884" y="0"/>
                </a:lnTo>
                <a:lnTo>
                  <a:pt x="1201055" y="18898"/>
                </a:lnTo>
                <a:lnTo>
                  <a:pt x="1199226" y="37786"/>
                </a:lnTo>
                <a:lnTo>
                  <a:pt x="1197397" y="56683"/>
                </a:lnTo>
                <a:lnTo>
                  <a:pt x="1195568" y="75581"/>
                </a:lnTo>
                <a:lnTo>
                  <a:pt x="1193740" y="94469"/>
                </a:lnTo>
                <a:lnTo>
                  <a:pt x="1191911" y="113367"/>
                </a:lnTo>
                <a:lnTo>
                  <a:pt x="1190082" y="132255"/>
                </a:lnTo>
                <a:lnTo>
                  <a:pt x="1188253" y="151152"/>
                </a:lnTo>
                <a:lnTo>
                  <a:pt x="1186424" y="170050"/>
                </a:lnTo>
                <a:lnTo>
                  <a:pt x="1184596" y="188938"/>
                </a:lnTo>
                <a:lnTo>
                  <a:pt x="1182767" y="207836"/>
                </a:lnTo>
                <a:lnTo>
                  <a:pt x="1180938" y="226733"/>
                </a:lnTo>
                <a:lnTo>
                  <a:pt x="1179109" y="245621"/>
                </a:lnTo>
                <a:lnTo>
                  <a:pt x="1177280" y="264519"/>
                </a:lnTo>
                <a:lnTo>
                  <a:pt x="1175452" y="283407"/>
                </a:lnTo>
                <a:lnTo>
                  <a:pt x="1173623" y="302304"/>
                </a:lnTo>
                <a:lnTo>
                  <a:pt x="1171794" y="321202"/>
                </a:lnTo>
                <a:lnTo>
                  <a:pt x="1169965" y="340090"/>
                </a:lnTo>
                <a:lnTo>
                  <a:pt x="1168127" y="358988"/>
                </a:lnTo>
                <a:lnTo>
                  <a:pt x="1166298" y="377885"/>
                </a:lnTo>
                <a:lnTo>
                  <a:pt x="1164469" y="396773"/>
                </a:lnTo>
                <a:lnTo>
                  <a:pt x="1162641" y="415671"/>
                </a:lnTo>
                <a:lnTo>
                  <a:pt x="1160812" y="434559"/>
                </a:lnTo>
                <a:lnTo>
                  <a:pt x="1158983" y="453457"/>
                </a:lnTo>
                <a:lnTo>
                  <a:pt x="1157154" y="472354"/>
                </a:lnTo>
                <a:lnTo>
                  <a:pt x="1155325" y="491242"/>
                </a:lnTo>
                <a:lnTo>
                  <a:pt x="1153497" y="510140"/>
                </a:lnTo>
                <a:lnTo>
                  <a:pt x="1151668" y="529038"/>
                </a:lnTo>
                <a:lnTo>
                  <a:pt x="1149839" y="547926"/>
                </a:lnTo>
                <a:lnTo>
                  <a:pt x="1148010" y="566823"/>
                </a:lnTo>
                <a:lnTo>
                  <a:pt x="1146181" y="585721"/>
                </a:lnTo>
                <a:lnTo>
                  <a:pt x="1144353" y="604609"/>
                </a:lnTo>
                <a:lnTo>
                  <a:pt x="1142524" y="623506"/>
                </a:lnTo>
                <a:lnTo>
                  <a:pt x="1140695" y="642395"/>
                </a:lnTo>
                <a:lnTo>
                  <a:pt x="1138866" y="661292"/>
                </a:lnTo>
                <a:lnTo>
                  <a:pt x="1137037" y="680190"/>
                </a:lnTo>
                <a:lnTo>
                  <a:pt x="1135209" y="699078"/>
                </a:lnTo>
                <a:lnTo>
                  <a:pt x="1133380" y="717975"/>
                </a:lnTo>
                <a:lnTo>
                  <a:pt x="1131551" y="736873"/>
                </a:lnTo>
                <a:lnTo>
                  <a:pt x="1121664" y="747789"/>
                </a:lnTo>
                <a:lnTo>
                  <a:pt x="1102795" y="749808"/>
                </a:lnTo>
                <a:lnTo>
                  <a:pt x="1083916" y="751827"/>
                </a:lnTo>
                <a:lnTo>
                  <a:pt x="1065038" y="753847"/>
                </a:lnTo>
                <a:lnTo>
                  <a:pt x="1046169" y="755866"/>
                </a:lnTo>
                <a:lnTo>
                  <a:pt x="1027290" y="757885"/>
                </a:lnTo>
                <a:lnTo>
                  <a:pt x="1008421" y="759895"/>
                </a:lnTo>
                <a:lnTo>
                  <a:pt x="989543" y="761914"/>
                </a:lnTo>
                <a:lnTo>
                  <a:pt x="970664" y="763934"/>
                </a:lnTo>
                <a:lnTo>
                  <a:pt x="951795" y="765953"/>
                </a:lnTo>
                <a:lnTo>
                  <a:pt x="932917" y="767972"/>
                </a:lnTo>
                <a:lnTo>
                  <a:pt x="914038" y="769991"/>
                </a:lnTo>
                <a:lnTo>
                  <a:pt x="895169" y="772001"/>
                </a:lnTo>
                <a:lnTo>
                  <a:pt x="876290" y="774021"/>
                </a:lnTo>
                <a:lnTo>
                  <a:pt x="857421" y="776040"/>
                </a:lnTo>
                <a:lnTo>
                  <a:pt x="838543" y="778059"/>
                </a:lnTo>
                <a:lnTo>
                  <a:pt x="819664" y="780078"/>
                </a:lnTo>
                <a:lnTo>
                  <a:pt x="800795" y="782098"/>
                </a:lnTo>
                <a:lnTo>
                  <a:pt x="781917" y="784108"/>
                </a:lnTo>
                <a:lnTo>
                  <a:pt x="763048" y="786127"/>
                </a:lnTo>
                <a:lnTo>
                  <a:pt x="744169" y="788146"/>
                </a:lnTo>
                <a:lnTo>
                  <a:pt x="725291" y="790165"/>
                </a:lnTo>
                <a:lnTo>
                  <a:pt x="706422" y="792185"/>
                </a:lnTo>
                <a:lnTo>
                  <a:pt x="687543" y="794204"/>
                </a:lnTo>
                <a:lnTo>
                  <a:pt x="668665" y="796214"/>
                </a:lnTo>
                <a:lnTo>
                  <a:pt x="649796" y="798233"/>
                </a:lnTo>
                <a:lnTo>
                  <a:pt x="630917" y="800252"/>
                </a:lnTo>
                <a:lnTo>
                  <a:pt x="612048" y="802272"/>
                </a:lnTo>
                <a:lnTo>
                  <a:pt x="593169" y="804291"/>
                </a:lnTo>
                <a:lnTo>
                  <a:pt x="574291" y="806310"/>
                </a:lnTo>
                <a:lnTo>
                  <a:pt x="555422" y="808320"/>
                </a:lnTo>
                <a:lnTo>
                  <a:pt x="536543" y="810339"/>
                </a:lnTo>
                <a:lnTo>
                  <a:pt x="517674" y="812359"/>
                </a:lnTo>
                <a:lnTo>
                  <a:pt x="498796" y="814378"/>
                </a:lnTo>
                <a:lnTo>
                  <a:pt x="479917" y="816397"/>
                </a:lnTo>
                <a:lnTo>
                  <a:pt x="461048" y="818417"/>
                </a:lnTo>
                <a:lnTo>
                  <a:pt x="442170" y="820436"/>
                </a:lnTo>
                <a:lnTo>
                  <a:pt x="423291" y="822446"/>
                </a:lnTo>
                <a:lnTo>
                  <a:pt x="404422" y="824465"/>
                </a:lnTo>
                <a:lnTo>
                  <a:pt x="385543" y="826484"/>
                </a:lnTo>
                <a:lnTo>
                  <a:pt x="366674" y="828504"/>
                </a:lnTo>
                <a:lnTo>
                  <a:pt x="347796" y="830523"/>
                </a:lnTo>
                <a:lnTo>
                  <a:pt x="328917" y="832542"/>
                </a:lnTo>
                <a:lnTo>
                  <a:pt x="310048" y="834552"/>
                </a:lnTo>
                <a:lnTo>
                  <a:pt x="291170" y="836571"/>
                </a:lnTo>
                <a:lnTo>
                  <a:pt x="272301" y="838591"/>
                </a:lnTo>
                <a:lnTo>
                  <a:pt x="253422" y="840610"/>
                </a:lnTo>
                <a:lnTo>
                  <a:pt x="234544" y="842629"/>
                </a:lnTo>
                <a:lnTo>
                  <a:pt x="215675" y="844648"/>
                </a:lnTo>
                <a:lnTo>
                  <a:pt x="196796" y="846658"/>
                </a:lnTo>
                <a:lnTo>
                  <a:pt x="177917" y="848678"/>
                </a:lnTo>
                <a:lnTo>
                  <a:pt x="159048" y="850697"/>
                </a:lnTo>
                <a:lnTo>
                  <a:pt x="140170" y="852716"/>
                </a:lnTo>
                <a:lnTo>
                  <a:pt x="121301" y="854735"/>
                </a:lnTo>
                <a:lnTo>
                  <a:pt x="102422" y="856755"/>
                </a:lnTo>
                <a:lnTo>
                  <a:pt x="83544" y="858764"/>
                </a:lnTo>
                <a:lnTo>
                  <a:pt x="64675" y="860784"/>
                </a:lnTo>
                <a:lnTo>
                  <a:pt x="45796" y="862803"/>
                </a:lnTo>
                <a:lnTo>
                  <a:pt x="26927" y="864822"/>
                </a:lnTo>
                <a:lnTo>
                  <a:pt x="8049" y="866842"/>
                </a:lnTo>
                <a:lnTo>
                  <a:pt x="0" y="857926"/>
                </a:lnTo>
                <a:lnTo>
                  <a:pt x="1829" y="839029"/>
                </a:lnTo>
                <a:lnTo>
                  <a:pt x="3667" y="820141"/>
                </a:lnTo>
                <a:lnTo>
                  <a:pt x="5496" y="801243"/>
                </a:lnTo>
                <a:lnTo>
                  <a:pt x="7325" y="782345"/>
                </a:lnTo>
                <a:lnTo>
                  <a:pt x="9154" y="763457"/>
                </a:lnTo>
                <a:lnTo>
                  <a:pt x="10992" y="744560"/>
                </a:lnTo>
                <a:lnTo>
                  <a:pt x="12821" y="725662"/>
                </a:lnTo>
                <a:lnTo>
                  <a:pt x="14649" y="706774"/>
                </a:lnTo>
                <a:lnTo>
                  <a:pt x="16488" y="687876"/>
                </a:lnTo>
                <a:lnTo>
                  <a:pt x="18317" y="668988"/>
                </a:lnTo>
                <a:lnTo>
                  <a:pt x="20145" y="650091"/>
                </a:lnTo>
                <a:lnTo>
                  <a:pt x="21974" y="631193"/>
                </a:lnTo>
                <a:lnTo>
                  <a:pt x="23813" y="612305"/>
                </a:lnTo>
                <a:lnTo>
                  <a:pt x="25641" y="593408"/>
                </a:lnTo>
                <a:lnTo>
                  <a:pt x="27470" y="574519"/>
                </a:lnTo>
                <a:lnTo>
                  <a:pt x="29308" y="555622"/>
                </a:lnTo>
                <a:lnTo>
                  <a:pt x="31137" y="536724"/>
                </a:lnTo>
                <a:lnTo>
                  <a:pt x="32966" y="517836"/>
                </a:lnTo>
                <a:lnTo>
                  <a:pt x="34795" y="498939"/>
                </a:lnTo>
                <a:lnTo>
                  <a:pt x="36633" y="480050"/>
                </a:lnTo>
                <a:lnTo>
                  <a:pt x="38462" y="461153"/>
                </a:lnTo>
                <a:lnTo>
                  <a:pt x="40291" y="442255"/>
                </a:lnTo>
                <a:lnTo>
                  <a:pt x="42129" y="423367"/>
                </a:lnTo>
                <a:lnTo>
                  <a:pt x="43958" y="404470"/>
                </a:lnTo>
                <a:lnTo>
                  <a:pt x="45787" y="385582"/>
                </a:lnTo>
                <a:lnTo>
                  <a:pt x="47625" y="366684"/>
                </a:lnTo>
                <a:lnTo>
                  <a:pt x="49454" y="347786"/>
                </a:lnTo>
                <a:lnTo>
                  <a:pt x="51283" y="328898"/>
                </a:lnTo>
                <a:lnTo>
                  <a:pt x="53111" y="310001"/>
                </a:lnTo>
                <a:lnTo>
                  <a:pt x="54950" y="291113"/>
                </a:lnTo>
                <a:lnTo>
                  <a:pt x="56779" y="272215"/>
                </a:lnTo>
                <a:lnTo>
                  <a:pt x="58607" y="253317"/>
                </a:lnTo>
                <a:lnTo>
                  <a:pt x="60446" y="234429"/>
                </a:lnTo>
                <a:lnTo>
                  <a:pt x="62274" y="215532"/>
                </a:lnTo>
                <a:lnTo>
                  <a:pt x="64103" y="196634"/>
                </a:lnTo>
                <a:lnTo>
                  <a:pt x="65932" y="177746"/>
                </a:lnTo>
                <a:lnTo>
                  <a:pt x="67770" y="15884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B2666EC5-D2A3-44EC-9477-A2AF46A3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6788" y="942046"/>
            <a:ext cx="1202788" cy="866832"/>
          </a:xfrm>
          <a:custGeom xmlns:a="http://schemas.openxmlformats.org/drawingml/2006/main">
            <a:pathLst>
              <a:path w="1202788" h="866832">
                <a:moveTo>
                  <a:pt x="71342" y="120005"/>
                </a:moveTo>
                <a:lnTo>
                  <a:pt x="9021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37" y="111938"/>
                </a:lnTo>
                <a:lnTo>
                  <a:pt x="165716" y="109918"/>
                </a:lnTo>
                <a:lnTo>
                  <a:pt x="184585" y="107899"/>
                </a:lnTo>
                <a:lnTo>
                  <a:pt x="203464" y="105889"/>
                </a:lnTo>
                <a:lnTo>
                  <a:pt x="222342" y="103870"/>
                </a:lnTo>
                <a:lnTo>
                  <a:pt x="241211" y="101851"/>
                </a:lnTo>
                <a:lnTo>
                  <a:pt x="260090" y="99832"/>
                </a:lnTo>
                <a:lnTo>
                  <a:pt x="278968" y="97812"/>
                </a:lnTo>
                <a:lnTo>
                  <a:pt x="297837" y="95793"/>
                </a:lnTo>
                <a:lnTo>
                  <a:pt x="316716" y="93783"/>
                </a:lnTo>
                <a:lnTo>
                  <a:pt x="335585" y="91764"/>
                </a:lnTo>
                <a:lnTo>
                  <a:pt x="354463" y="89745"/>
                </a:lnTo>
                <a:lnTo>
                  <a:pt x="373342" y="87725"/>
                </a:lnTo>
                <a:lnTo>
                  <a:pt x="392211" y="85706"/>
                </a:lnTo>
                <a:lnTo>
                  <a:pt x="411089" y="83687"/>
                </a:lnTo>
                <a:lnTo>
                  <a:pt x="429959" y="81667"/>
                </a:lnTo>
                <a:lnTo>
                  <a:pt x="448837" y="79658"/>
                </a:lnTo>
                <a:lnTo>
                  <a:pt x="467716" y="77638"/>
                </a:lnTo>
                <a:lnTo>
                  <a:pt x="486585" y="75619"/>
                </a:lnTo>
                <a:lnTo>
                  <a:pt x="505463" y="73600"/>
                </a:lnTo>
                <a:lnTo>
                  <a:pt x="524342" y="71580"/>
                </a:lnTo>
                <a:lnTo>
                  <a:pt x="543211" y="69561"/>
                </a:lnTo>
                <a:lnTo>
                  <a:pt x="562089" y="67551"/>
                </a:lnTo>
                <a:lnTo>
                  <a:pt x="580958" y="65532"/>
                </a:lnTo>
                <a:lnTo>
                  <a:pt x="599837" y="63513"/>
                </a:lnTo>
                <a:lnTo>
                  <a:pt x="618715" y="61493"/>
                </a:lnTo>
                <a:lnTo>
                  <a:pt x="637584" y="59474"/>
                </a:lnTo>
                <a:lnTo>
                  <a:pt x="656463" y="57455"/>
                </a:lnTo>
                <a:lnTo>
                  <a:pt x="675332" y="55445"/>
                </a:lnTo>
                <a:lnTo>
                  <a:pt x="694211" y="53426"/>
                </a:lnTo>
                <a:lnTo>
                  <a:pt x="713089" y="51406"/>
                </a:lnTo>
                <a:lnTo>
                  <a:pt x="731958" y="49387"/>
                </a:lnTo>
                <a:lnTo>
                  <a:pt x="750837" y="47368"/>
                </a:lnTo>
                <a:lnTo>
                  <a:pt x="769715" y="45349"/>
                </a:lnTo>
                <a:lnTo>
                  <a:pt x="788584" y="43339"/>
                </a:lnTo>
                <a:lnTo>
                  <a:pt x="807463" y="41319"/>
                </a:lnTo>
                <a:lnTo>
                  <a:pt x="826332" y="39300"/>
                </a:lnTo>
                <a:lnTo>
                  <a:pt x="845210" y="37281"/>
                </a:lnTo>
                <a:lnTo>
                  <a:pt x="864089" y="35262"/>
                </a:lnTo>
                <a:lnTo>
                  <a:pt x="882958" y="33242"/>
                </a:lnTo>
                <a:lnTo>
                  <a:pt x="901837" y="31223"/>
                </a:lnTo>
                <a:lnTo>
                  <a:pt x="920706" y="29213"/>
                </a:lnTo>
                <a:lnTo>
                  <a:pt x="939584" y="27194"/>
                </a:lnTo>
                <a:lnTo>
                  <a:pt x="958463" y="25175"/>
                </a:lnTo>
                <a:lnTo>
                  <a:pt x="977332" y="23155"/>
                </a:lnTo>
                <a:lnTo>
                  <a:pt x="996210" y="21136"/>
                </a:lnTo>
                <a:lnTo>
                  <a:pt x="1015089" y="19117"/>
                </a:lnTo>
                <a:lnTo>
                  <a:pt x="1033958" y="17107"/>
                </a:lnTo>
                <a:lnTo>
                  <a:pt x="1052836" y="15088"/>
                </a:lnTo>
                <a:lnTo>
                  <a:pt x="1071705" y="13068"/>
                </a:lnTo>
                <a:lnTo>
                  <a:pt x="1090584" y="11049"/>
                </a:lnTo>
                <a:lnTo>
                  <a:pt x="1109462" y="9030"/>
                </a:lnTo>
                <a:lnTo>
                  <a:pt x="1128332" y="7010"/>
                </a:lnTo>
                <a:lnTo>
                  <a:pt x="1147210" y="5001"/>
                </a:lnTo>
                <a:lnTo>
                  <a:pt x="1166079" y="2981"/>
                </a:lnTo>
                <a:lnTo>
                  <a:pt x="1184958" y="962"/>
                </a:lnTo>
                <a:lnTo>
                  <a:pt x="1202788" y="0"/>
                </a:lnTo>
                <a:lnTo>
                  <a:pt x="1200960" y="18898"/>
                </a:lnTo>
                <a:lnTo>
                  <a:pt x="1199121" y="37786"/>
                </a:lnTo>
                <a:lnTo>
                  <a:pt x="1197293" y="56683"/>
                </a:lnTo>
                <a:lnTo>
                  <a:pt x="1195464" y="75571"/>
                </a:lnTo>
                <a:lnTo>
                  <a:pt x="1193625" y="94469"/>
                </a:lnTo>
                <a:lnTo>
                  <a:pt x="1191797" y="113367"/>
                </a:lnTo>
                <a:lnTo>
                  <a:pt x="1189968" y="132255"/>
                </a:lnTo>
                <a:lnTo>
                  <a:pt x="1188139" y="151152"/>
                </a:lnTo>
                <a:lnTo>
                  <a:pt x="1186301" y="170040"/>
                </a:lnTo>
                <a:lnTo>
                  <a:pt x="1184472" y="188938"/>
                </a:lnTo>
                <a:lnTo>
                  <a:pt x="1182643" y="207836"/>
                </a:lnTo>
                <a:lnTo>
                  <a:pt x="1180805" y="226724"/>
                </a:lnTo>
                <a:lnTo>
                  <a:pt x="1178976" y="245621"/>
                </a:lnTo>
                <a:lnTo>
                  <a:pt x="1177147" y="264519"/>
                </a:lnTo>
                <a:lnTo>
                  <a:pt x="1175318" y="283407"/>
                </a:lnTo>
                <a:lnTo>
                  <a:pt x="1173480" y="302304"/>
                </a:lnTo>
                <a:lnTo>
                  <a:pt x="1171651" y="321193"/>
                </a:lnTo>
                <a:lnTo>
                  <a:pt x="1169822" y="340090"/>
                </a:lnTo>
                <a:lnTo>
                  <a:pt x="1167984" y="358988"/>
                </a:lnTo>
                <a:lnTo>
                  <a:pt x="1166155" y="377876"/>
                </a:lnTo>
                <a:lnTo>
                  <a:pt x="1164326" y="396773"/>
                </a:lnTo>
                <a:lnTo>
                  <a:pt x="1162488" y="415661"/>
                </a:lnTo>
                <a:lnTo>
                  <a:pt x="1160659" y="434559"/>
                </a:lnTo>
                <a:lnTo>
                  <a:pt x="1158831" y="453457"/>
                </a:lnTo>
                <a:lnTo>
                  <a:pt x="1157002" y="472345"/>
                </a:lnTo>
                <a:lnTo>
                  <a:pt x="1155163" y="491242"/>
                </a:lnTo>
                <a:lnTo>
                  <a:pt x="1153335" y="510130"/>
                </a:lnTo>
                <a:lnTo>
                  <a:pt x="1151506" y="529028"/>
                </a:lnTo>
                <a:lnTo>
                  <a:pt x="1149668" y="547926"/>
                </a:lnTo>
                <a:lnTo>
                  <a:pt x="1147839" y="566814"/>
                </a:lnTo>
                <a:lnTo>
                  <a:pt x="1146010" y="585711"/>
                </a:lnTo>
                <a:lnTo>
                  <a:pt x="1144181" y="604599"/>
                </a:lnTo>
                <a:lnTo>
                  <a:pt x="1142343" y="623497"/>
                </a:lnTo>
                <a:lnTo>
                  <a:pt x="1140514" y="642395"/>
                </a:lnTo>
                <a:lnTo>
                  <a:pt x="1138685" y="661283"/>
                </a:lnTo>
                <a:lnTo>
                  <a:pt x="1136847" y="680180"/>
                </a:lnTo>
                <a:lnTo>
                  <a:pt x="1135018" y="699068"/>
                </a:lnTo>
                <a:lnTo>
                  <a:pt x="1133189" y="717966"/>
                </a:lnTo>
                <a:lnTo>
                  <a:pt x="1131360" y="736864"/>
                </a:lnTo>
                <a:lnTo>
                  <a:pt x="1120531" y="746855"/>
                </a:lnTo>
                <a:lnTo>
                  <a:pt x="1101662" y="748894"/>
                </a:lnTo>
                <a:lnTo>
                  <a:pt x="1082783" y="750922"/>
                </a:lnTo>
                <a:lnTo>
                  <a:pt x="1063914" y="752961"/>
                </a:lnTo>
                <a:lnTo>
                  <a:pt x="1045045" y="754990"/>
                </a:lnTo>
                <a:lnTo>
                  <a:pt x="1026166" y="757028"/>
                </a:lnTo>
                <a:lnTo>
                  <a:pt x="1007297" y="759057"/>
                </a:lnTo>
                <a:lnTo>
                  <a:pt x="988419" y="761095"/>
                </a:lnTo>
                <a:lnTo>
                  <a:pt x="969550" y="763124"/>
                </a:lnTo>
                <a:lnTo>
                  <a:pt x="950671" y="765162"/>
                </a:lnTo>
                <a:lnTo>
                  <a:pt x="931802" y="767191"/>
                </a:lnTo>
                <a:lnTo>
                  <a:pt x="912924" y="769229"/>
                </a:lnTo>
                <a:lnTo>
                  <a:pt x="894055" y="771258"/>
                </a:lnTo>
                <a:lnTo>
                  <a:pt x="875186" y="773297"/>
                </a:lnTo>
                <a:lnTo>
                  <a:pt x="856307" y="775325"/>
                </a:lnTo>
                <a:lnTo>
                  <a:pt x="837438" y="777364"/>
                </a:lnTo>
                <a:lnTo>
                  <a:pt x="818559" y="779393"/>
                </a:lnTo>
                <a:lnTo>
                  <a:pt x="799690" y="781431"/>
                </a:lnTo>
                <a:lnTo>
                  <a:pt x="780812" y="783460"/>
                </a:lnTo>
                <a:lnTo>
                  <a:pt x="761943" y="785498"/>
                </a:lnTo>
                <a:lnTo>
                  <a:pt x="743064" y="787527"/>
                </a:lnTo>
                <a:lnTo>
                  <a:pt x="724195" y="789565"/>
                </a:lnTo>
                <a:lnTo>
                  <a:pt x="705326" y="791594"/>
                </a:lnTo>
                <a:lnTo>
                  <a:pt x="686448" y="793633"/>
                </a:lnTo>
                <a:lnTo>
                  <a:pt x="667579" y="795661"/>
                </a:lnTo>
                <a:lnTo>
                  <a:pt x="648700" y="797690"/>
                </a:lnTo>
                <a:lnTo>
                  <a:pt x="629831" y="799729"/>
                </a:lnTo>
                <a:lnTo>
                  <a:pt x="610953" y="801757"/>
                </a:lnTo>
                <a:lnTo>
                  <a:pt x="592084" y="803796"/>
                </a:lnTo>
                <a:lnTo>
                  <a:pt x="573215" y="805825"/>
                </a:lnTo>
                <a:lnTo>
                  <a:pt x="554336" y="807863"/>
                </a:lnTo>
                <a:lnTo>
                  <a:pt x="535467" y="809892"/>
                </a:lnTo>
                <a:lnTo>
                  <a:pt x="516588" y="811930"/>
                </a:lnTo>
                <a:lnTo>
                  <a:pt x="497719" y="813959"/>
                </a:lnTo>
                <a:lnTo>
                  <a:pt x="478841" y="815997"/>
                </a:lnTo>
                <a:lnTo>
                  <a:pt x="459972" y="818026"/>
                </a:lnTo>
                <a:lnTo>
                  <a:pt x="441093" y="820064"/>
                </a:lnTo>
                <a:lnTo>
                  <a:pt x="422224" y="822093"/>
                </a:lnTo>
                <a:lnTo>
                  <a:pt x="403355" y="824132"/>
                </a:lnTo>
                <a:lnTo>
                  <a:pt x="384477" y="826160"/>
                </a:lnTo>
                <a:lnTo>
                  <a:pt x="365608" y="828199"/>
                </a:lnTo>
                <a:lnTo>
                  <a:pt x="346729" y="830228"/>
                </a:lnTo>
                <a:lnTo>
                  <a:pt x="327860" y="832266"/>
                </a:lnTo>
                <a:lnTo>
                  <a:pt x="308981" y="834295"/>
                </a:lnTo>
                <a:lnTo>
                  <a:pt x="290112" y="836333"/>
                </a:lnTo>
                <a:lnTo>
                  <a:pt x="271243" y="838362"/>
                </a:lnTo>
                <a:lnTo>
                  <a:pt x="252365" y="840400"/>
                </a:lnTo>
                <a:lnTo>
                  <a:pt x="233496" y="842429"/>
                </a:lnTo>
                <a:lnTo>
                  <a:pt x="214617" y="844467"/>
                </a:lnTo>
                <a:lnTo>
                  <a:pt x="195748" y="846496"/>
                </a:lnTo>
                <a:lnTo>
                  <a:pt x="176870" y="848535"/>
                </a:lnTo>
                <a:lnTo>
                  <a:pt x="158001" y="850563"/>
                </a:lnTo>
                <a:lnTo>
                  <a:pt x="139122" y="852602"/>
                </a:lnTo>
                <a:lnTo>
                  <a:pt x="120253" y="854631"/>
                </a:lnTo>
                <a:lnTo>
                  <a:pt x="101384" y="856669"/>
                </a:lnTo>
                <a:lnTo>
                  <a:pt x="82506" y="858698"/>
                </a:lnTo>
                <a:lnTo>
                  <a:pt x="63637" y="860736"/>
                </a:lnTo>
                <a:lnTo>
                  <a:pt x="44758" y="862765"/>
                </a:lnTo>
                <a:lnTo>
                  <a:pt x="25889" y="864803"/>
                </a:lnTo>
                <a:lnTo>
                  <a:pt x="7010" y="866832"/>
                </a:lnTo>
                <a:lnTo>
                  <a:pt x="0" y="856879"/>
                </a:lnTo>
                <a:lnTo>
                  <a:pt x="1829" y="837981"/>
                </a:lnTo>
                <a:lnTo>
                  <a:pt x="3658" y="819093"/>
                </a:lnTo>
                <a:lnTo>
                  <a:pt x="5486" y="800195"/>
                </a:lnTo>
                <a:lnTo>
                  <a:pt x="7315" y="781307"/>
                </a:lnTo>
                <a:lnTo>
                  <a:pt x="9144" y="762410"/>
                </a:lnTo>
                <a:lnTo>
                  <a:pt x="10973" y="743512"/>
                </a:lnTo>
                <a:lnTo>
                  <a:pt x="12802" y="724624"/>
                </a:lnTo>
                <a:lnTo>
                  <a:pt x="14630" y="705726"/>
                </a:lnTo>
                <a:lnTo>
                  <a:pt x="16459" y="686829"/>
                </a:lnTo>
                <a:lnTo>
                  <a:pt x="18288" y="667941"/>
                </a:lnTo>
                <a:lnTo>
                  <a:pt x="20117" y="649043"/>
                </a:lnTo>
                <a:lnTo>
                  <a:pt x="21955" y="630145"/>
                </a:lnTo>
                <a:lnTo>
                  <a:pt x="23784" y="611257"/>
                </a:lnTo>
                <a:lnTo>
                  <a:pt x="25613" y="592360"/>
                </a:lnTo>
                <a:lnTo>
                  <a:pt x="27442" y="573472"/>
                </a:lnTo>
                <a:lnTo>
                  <a:pt x="29270" y="554574"/>
                </a:lnTo>
                <a:lnTo>
                  <a:pt x="31099" y="535676"/>
                </a:lnTo>
                <a:lnTo>
                  <a:pt x="32928" y="516788"/>
                </a:lnTo>
                <a:lnTo>
                  <a:pt x="34757" y="497891"/>
                </a:lnTo>
                <a:lnTo>
                  <a:pt x="36586" y="478993"/>
                </a:lnTo>
                <a:lnTo>
                  <a:pt x="38414" y="460105"/>
                </a:lnTo>
                <a:lnTo>
                  <a:pt x="40243" y="441208"/>
                </a:lnTo>
                <a:lnTo>
                  <a:pt x="42072" y="422319"/>
                </a:lnTo>
                <a:lnTo>
                  <a:pt x="43901" y="403422"/>
                </a:lnTo>
                <a:lnTo>
                  <a:pt x="45730" y="384524"/>
                </a:lnTo>
                <a:lnTo>
                  <a:pt x="47558" y="365636"/>
                </a:lnTo>
                <a:lnTo>
                  <a:pt x="49387" y="346739"/>
                </a:lnTo>
                <a:lnTo>
                  <a:pt x="51216" y="327841"/>
                </a:lnTo>
                <a:lnTo>
                  <a:pt x="53045" y="308953"/>
                </a:lnTo>
                <a:lnTo>
                  <a:pt x="54874" y="290055"/>
                </a:lnTo>
                <a:lnTo>
                  <a:pt x="56702" y="271158"/>
                </a:lnTo>
                <a:lnTo>
                  <a:pt x="58531" y="252270"/>
                </a:lnTo>
                <a:lnTo>
                  <a:pt x="60369" y="233372"/>
                </a:lnTo>
                <a:lnTo>
                  <a:pt x="62198" y="214484"/>
                </a:lnTo>
                <a:lnTo>
                  <a:pt x="64027" y="195586"/>
                </a:lnTo>
                <a:lnTo>
                  <a:pt x="65856" y="176689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05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DF382D50-DF25-40A1-83DD-8A06346D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2101" y="540691"/>
            <a:ext cx="1202893" cy="867108"/>
          </a:xfrm>
          <a:custGeom xmlns:a="http://schemas.openxmlformats.org/drawingml/2006/main">
            <a:pathLst>
              <a:path w="1202893" h="867108">
                <a:moveTo>
                  <a:pt x="71418" y="121320"/>
                </a:moveTo>
                <a:lnTo>
                  <a:pt x="90287" y="119282"/>
                </a:lnTo>
                <a:lnTo>
                  <a:pt x="109157" y="117253"/>
                </a:lnTo>
                <a:lnTo>
                  <a:pt x="128026" y="115214"/>
                </a:lnTo>
                <a:lnTo>
                  <a:pt x="146895" y="113186"/>
                </a:lnTo>
                <a:lnTo>
                  <a:pt x="165764" y="11114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84"/>
                </a:lnTo>
                <a:lnTo>
                  <a:pt x="278978" y="98955"/>
                </a:lnTo>
                <a:lnTo>
                  <a:pt x="297847" y="96917"/>
                </a:lnTo>
                <a:lnTo>
                  <a:pt x="316706" y="94888"/>
                </a:lnTo>
                <a:lnTo>
                  <a:pt x="335585" y="92859"/>
                </a:lnTo>
                <a:lnTo>
                  <a:pt x="354444" y="90821"/>
                </a:lnTo>
                <a:lnTo>
                  <a:pt x="373323" y="88792"/>
                </a:lnTo>
                <a:lnTo>
                  <a:pt x="392182" y="86754"/>
                </a:lnTo>
                <a:lnTo>
                  <a:pt x="411061" y="84725"/>
                </a:lnTo>
                <a:lnTo>
                  <a:pt x="429920" y="82687"/>
                </a:lnTo>
                <a:lnTo>
                  <a:pt x="448789" y="80658"/>
                </a:lnTo>
                <a:lnTo>
                  <a:pt x="467658" y="78619"/>
                </a:lnTo>
                <a:lnTo>
                  <a:pt x="486527" y="76591"/>
                </a:lnTo>
                <a:lnTo>
                  <a:pt x="505397" y="74562"/>
                </a:lnTo>
                <a:lnTo>
                  <a:pt x="524266" y="72523"/>
                </a:lnTo>
                <a:lnTo>
                  <a:pt x="543135" y="70495"/>
                </a:lnTo>
                <a:lnTo>
                  <a:pt x="562004" y="68456"/>
                </a:lnTo>
                <a:lnTo>
                  <a:pt x="580873" y="66427"/>
                </a:lnTo>
                <a:lnTo>
                  <a:pt x="599742" y="64389"/>
                </a:lnTo>
                <a:lnTo>
                  <a:pt x="618611" y="62360"/>
                </a:lnTo>
                <a:lnTo>
                  <a:pt x="637480" y="60322"/>
                </a:lnTo>
                <a:lnTo>
                  <a:pt x="656349" y="58293"/>
                </a:lnTo>
                <a:lnTo>
                  <a:pt x="675218" y="56264"/>
                </a:lnTo>
                <a:lnTo>
                  <a:pt x="694087" y="54226"/>
                </a:lnTo>
                <a:lnTo>
                  <a:pt x="712956" y="52197"/>
                </a:lnTo>
                <a:lnTo>
                  <a:pt x="731825" y="50159"/>
                </a:lnTo>
                <a:lnTo>
                  <a:pt x="750694" y="48130"/>
                </a:lnTo>
                <a:lnTo>
                  <a:pt x="769563" y="46091"/>
                </a:lnTo>
                <a:lnTo>
                  <a:pt x="788432" y="44063"/>
                </a:lnTo>
                <a:lnTo>
                  <a:pt x="807301" y="42034"/>
                </a:lnTo>
                <a:lnTo>
                  <a:pt x="826170" y="39995"/>
                </a:lnTo>
                <a:lnTo>
                  <a:pt x="845039" y="37967"/>
                </a:lnTo>
                <a:lnTo>
                  <a:pt x="863908" y="35928"/>
                </a:lnTo>
                <a:lnTo>
                  <a:pt x="882777" y="33899"/>
                </a:lnTo>
                <a:lnTo>
                  <a:pt x="901646" y="31861"/>
                </a:lnTo>
                <a:lnTo>
                  <a:pt x="920515" y="29832"/>
                </a:lnTo>
                <a:lnTo>
                  <a:pt x="939384" y="27794"/>
                </a:lnTo>
                <a:lnTo>
                  <a:pt x="958253" y="25765"/>
                </a:lnTo>
                <a:lnTo>
                  <a:pt x="977122" y="23736"/>
                </a:lnTo>
                <a:lnTo>
                  <a:pt x="995991" y="21698"/>
                </a:lnTo>
                <a:lnTo>
                  <a:pt x="1014860" y="19669"/>
                </a:lnTo>
                <a:lnTo>
                  <a:pt x="1033729" y="17631"/>
                </a:lnTo>
                <a:lnTo>
                  <a:pt x="1052598" y="15602"/>
                </a:lnTo>
                <a:lnTo>
                  <a:pt x="1071467" y="13564"/>
                </a:lnTo>
                <a:lnTo>
                  <a:pt x="1090336" y="11535"/>
                </a:lnTo>
                <a:lnTo>
                  <a:pt x="1109205" y="9496"/>
                </a:lnTo>
                <a:lnTo>
                  <a:pt x="1128074" y="7468"/>
                </a:lnTo>
                <a:lnTo>
                  <a:pt x="1146943" y="5439"/>
                </a:lnTo>
                <a:lnTo>
                  <a:pt x="1165812" y="3400"/>
                </a:lnTo>
                <a:lnTo>
                  <a:pt x="1184681" y="1372"/>
                </a:lnTo>
                <a:lnTo>
                  <a:pt x="1202893" y="0"/>
                </a:lnTo>
                <a:lnTo>
                  <a:pt x="1201064" y="18888"/>
                </a:lnTo>
                <a:lnTo>
                  <a:pt x="1199236" y="37776"/>
                </a:lnTo>
                <a:lnTo>
                  <a:pt x="1197407" y="56664"/>
                </a:lnTo>
                <a:lnTo>
                  <a:pt x="1195568" y="75562"/>
                </a:lnTo>
                <a:lnTo>
                  <a:pt x="1193740" y="94450"/>
                </a:lnTo>
                <a:lnTo>
                  <a:pt x="1191911" y="113338"/>
                </a:lnTo>
                <a:lnTo>
                  <a:pt x="1190082" y="132226"/>
                </a:lnTo>
                <a:lnTo>
                  <a:pt x="1188244" y="151114"/>
                </a:lnTo>
                <a:lnTo>
                  <a:pt x="1186415" y="170002"/>
                </a:lnTo>
                <a:lnTo>
                  <a:pt x="1184586" y="188900"/>
                </a:lnTo>
                <a:lnTo>
                  <a:pt x="1182757" y="207788"/>
                </a:lnTo>
                <a:lnTo>
                  <a:pt x="1180919" y="226676"/>
                </a:lnTo>
                <a:lnTo>
                  <a:pt x="1179090" y="245564"/>
                </a:lnTo>
                <a:lnTo>
                  <a:pt x="1177261" y="264452"/>
                </a:lnTo>
                <a:lnTo>
                  <a:pt x="1175433" y="283340"/>
                </a:lnTo>
                <a:lnTo>
                  <a:pt x="1173594" y="302238"/>
                </a:lnTo>
                <a:lnTo>
                  <a:pt x="1171766" y="321126"/>
                </a:lnTo>
                <a:lnTo>
                  <a:pt x="1169937" y="340014"/>
                </a:lnTo>
                <a:lnTo>
                  <a:pt x="1168108" y="358902"/>
                </a:lnTo>
                <a:lnTo>
                  <a:pt x="1166270" y="377790"/>
                </a:lnTo>
                <a:lnTo>
                  <a:pt x="1164441" y="396678"/>
                </a:lnTo>
                <a:lnTo>
                  <a:pt x="1162612" y="415576"/>
                </a:lnTo>
                <a:lnTo>
                  <a:pt x="1160783" y="434464"/>
                </a:lnTo>
                <a:lnTo>
                  <a:pt x="1158945" y="453352"/>
                </a:lnTo>
                <a:lnTo>
                  <a:pt x="1157116" y="472240"/>
                </a:lnTo>
                <a:lnTo>
                  <a:pt x="1155287" y="491128"/>
                </a:lnTo>
                <a:lnTo>
                  <a:pt x="1153458" y="510016"/>
                </a:lnTo>
                <a:lnTo>
                  <a:pt x="1151620" y="528914"/>
                </a:lnTo>
                <a:lnTo>
                  <a:pt x="1149791" y="547802"/>
                </a:lnTo>
                <a:lnTo>
                  <a:pt x="1147963" y="566690"/>
                </a:lnTo>
                <a:lnTo>
                  <a:pt x="1146134" y="585578"/>
                </a:lnTo>
                <a:lnTo>
                  <a:pt x="1144295" y="604466"/>
                </a:lnTo>
                <a:lnTo>
                  <a:pt x="1142467" y="623354"/>
                </a:lnTo>
                <a:lnTo>
                  <a:pt x="1140638" y="642252"/>
                </a:lnTo>
                <a:lnTo>
                  <a:pt x="1138809" y="661140"/>
                </a:lnTo>
                <a:lnTo>
                  <a:pt x="1136971" y="680028"/>
                </a:lnTo>
                <a:lnTo>
                  <a:pt x="1135142" y="698916"/>
                </a:lnTo>
                <a:lnTo>
                  <a:pt x="1133313" y="717804"/>
                </a:lnTo>
                <a:lnTo>
                  <a:pt x="1131484" y="736692"/>
                </a:lnTo>
                <a:lnTo>
                  <a:pt x="1121131" y="747160"/>
                </a:lnTo>
                <a:lnTo>
                  <a:pt x="1102262" y="749189"/>
                </a:lnTo>
                <a:lnTo>
                  <a:pt x="1083393" y="751227"/>
                </a:lnTo>
                <a:lnTo>
                  <a:pt x="1064524" y="753256"/>
                </a:lnTo>
                <a:lnTo>
                  <a:pt x="1045655" y="755285"/>
                </a:lnTo>
                <a:lnTo>
                  <a:pt x="1026785" y="757323"/>
                </a:lnTo>
                <a:lnTo>
                  <a:pt x="1007916" y="759352"/>
                </a:lnTo>
                <a:lnTo>
                  <a:pt x="989047" y="761390"/>
                </a:lnTo>
                <a:lnTo>
                  <a:pt x="970178" y="763419"/>
                </a:lnTo>
                <a:lnTo>
                  <a:pt x="951309" y="765458"/>
                </a:lnTo>
                <a:lnTo>
                  <a:pt x="932440" y="767486"/>
                </a:lnTo>
                <a:lnTo>
                  <a:pt x="913571" y="769515"/>
                </a:lnTo>
                <a:lnTo>
                  <a:pt x="894702" y="771554"/>
                </a:lnTo>
                <a:lnTo>
                  <a:pt x="875833" y="773582"/>
                </a:lnTo>
                <a:lnTo>
                  <a:pt x="856964" y="775621"/>
                </a:lnTo>
                <a:lnTo>
                  <a:pt x="838095" y="777650"/>
                </a:lnTo>
                <a:lnTo>
                  <a:pt x="819226" y="779688"/>
                </a:lnTo>
                <a:lnTo>
                  <a:pt x="800357" y="781717"/>
                </a:lnTo>
                <a:lnTo>
                  <a:pt x="781488" y="783755"/>
                </a:lnTo>
                <a:lnTo>
                  <a:pt x="762619" y="785784"/>
                </a:lnTo>
                <a:lnTo>
                  <a:pt x="743750" y="787813"/>
                </a:lnTo>
                <a:lnTo>
                  <a:pt x="724881" y="789851"/>
                </a:lnTo>
                <a:lnTo>
                  <a:pt x="706012" y="791880"/>
                </a:lnTo>
                <a:lnTo>
                  <a:pt x="687143" y="793918"/>
                </a:lnTo>
                <a:lnTo>
                  <a:pt x="668274" y="795947"/>
                </a:lnTo>
                <a:lnTo>
                  <a:pt x="649405" y="797985"/>
                </a:lnTo>
                <a:lnTo>
                  <a:pt x="630536" y="800014"/>
                </a:lnTo>
                <a:lnTo>
                  <a:pt x="611667" y="802053"/>
                </a:lnTo>
                <a:lnTo>
                  <a:pt x="592798" y="804081"/>
                </a:lnTo>
                <a:lnTo>
                  <a:pt x="573929" y="806110"/>
                </a:lnTo>
                <a:lnTo>
                  <a:pt x="555060" y="808149"/>
                </a:lnTo>
                <a:lnTo>
                  <a:pt x="536191" y="810177"/>
                </a:lnTo>
                <a:lnTo>
                  <a:pt x="517322" y="812216"/>
                </a:lnTo>
                <a:lnTo>
                  <a:pt x="498453" y="814245"/>
                </a:lnTo>
                <a:lnTo>
                  <a:pt x="479584" y="816283"/>
                </a:lnTo>
                <a:lnTo>
                  <a:pt x="460715" y="818312"/>
                </a:lnTo>
                <a:lnTo>
                  <a:pt x="441846" y="820341"/>
                </a:lnTo>
                <a:lnTo>
                  <a:pt x="422977" y="822379"/>
                </a:lnTo>
                <a:lnTo>
                  <a:pt x="404108" y="824408"/>
                </a:lnTo>
                <a:lnTo>
                  <a:pt x="385239" y="826446"/>
                </a:lnTo>
                <a:lnTo>
                  <a:pt x="366370" y="828475"/>
                </a:lnTo>
                <a:lnTo>
                  <a:pt x="347501" y="830513"/>
                </a:lnTo>
                <a:lnTo>
                  <a:pt x="328632" y="832542"/>
                </a:lnTo>
                <a:lnTo>
                  <a:pt x="309763" y="834581"/>
                </a:lnTo>
                <a:lnTo>
                  <a:pt x="290894" y="836609"/>
                </a:lnTo>
                <a:lnTo>
                  <a:pt x="272024" y="838638"/>
                </a:lnTo>
                <a:lnTo>
                  <a:pt x="253155" y="840677"/>
                </a:lnTo>
                <a:lnTo>
                  <a:pt x="234286" y="842705"/>
                </a:lnTo>
                <a:lnTo>
                  <a:pt x="215417" y="844744"/>
                </a:lnTo>
                <a:lnTo>
                  <a:pt x="196548" y="846773"/>
                </a:lnTo>
                <a:lnTo>
                  <a:pt x="177679" y="848811"/>
                </a:lnTo>
                <a:lnTo>
                  <a:pt x="158810" y="850840"/>
                </a:lnTo>
                <a:lnTo>
                  <a:pt x="139941" y="852878"/>
                </a:lnTo>
                <a:lnTo>
                  <a:pt x="121072" y="854907"/>
                </a:lnTo>
                <a:lnTo>
                  <a:pt x="102203" y="856936"/>
                </a:lnTo>
                <a:lnTo>
                  <a:pt x="83334" y="858974"/>
                </a:lnTo>
                <a:lnTo>
                  <a:pt x="64465" y="861003"/>
                </a:lnTo>
                <a:lnTo>
                  <a:pt x="45596" y="863041"/>
                </a:lnTo>
                <a:lnTo>
                  <a:pt x="26727" y="865070"/>
                </a:lnTo>
                <a:lnTo>
                  <a:pt x="7858" y="867108"/>
                </a:lnTo>
                <a:lnTo>
                  <a:pt x="0" y="858012"/>
                </a:lnTo>
                <a:lnTo>
                  <a:pt x="1829" y="839124"/>
                </a:lnTo>
                <a:lnTo>
                  <a:pt x="3667" y="820236"/>
                </a:lnTo>
                <a:lnTo>
                  <a:pt x="5496" y="801348"/>
                </a:lnTo>
                <a:lnTo>
                  <a:pt x="7325" y="782450"/>
                </a:lnTo>
                <a:lnTo>
                  <a:pt x="9154" y="763562"/>
                </a:lnTo>
                <a:lnTo>
                  <a:pt x="10982" y="744674"/>
                </a:lnTo>
                <a:lnTo>
                  <a:pt x="12821" y="725786"/>
                </a:lnTo>
                <a:lnTo>
                  <a:pt x="14649" y="706898"/>
                </a:lnTo>
                <a:lnTo>
                  <a:pt x="16478" y="688010"/>
                </a:lnTo>
                <a:lnTo>
                  <a:pt x="18307" y="669112"/>
                </a:lnTo>
                <a:lnTo>
                  <a:pt x="20145" y="650224"/>
                </a:lnTo>
                <a:lnTo>
                  <a:pt x="21974" y="631336"/>
                </a:lnTo>
                <a:lnTo>
                  <a:pt x="23803" y="612448"/>
                </a:lnTo>
                <a:lnTo>
                  <a:pt x="25632" y="593560"/>
                </a:lnTo>
                <a:lnTo>
                  <a:pt x="27470" y="574672"/>
                </a:lnTo>
                <a:lnTo>
                  <a:pt x="29299" y="555774"/>
                </a:lnTo>
                <a:lnTo>
                  <a:pt x="31128" y="536886"/>
                </a:lnTo>
                <a:lnTo>
                  <a:pt x="32957" y="517998"/>
                </a:lnTo>
                <a:lnTo>
                  <a:pt x="34795" y="499110"/>
                </a:lnTo>
                <a:lnTo>
                  <a:pt x="36624" y="480222"/>
                </a:lnTo>
                <a:lnTo>
                  <a:pt x="38452" y="461334"/>
                </a:lnTo>
                <a:lnTo>
                  <a:pt x="40281" y="442436"/>
                </a:lnTo>
                <a:lnTo>
                  <a:pt x="42120" y="423548"/>
                </a:lnTo>
                <a:lnTo>
                  <a:pt x="43948" y="404660"/>
                </a:lnTo>
                <a:lnTo>
                  <a:pt x="45777" y="385772"/>
                </a:lnTo>
                <a:lnTo>
                  <a:pt x="47606" y="366884"/>
                </a:lnTo>
                <a:lnTo>
                  <a:pt x="49444" y="347996"/>
                </a:lnTo>
                <a:lnTo>
                  <a:pt x="51273" y="329108"/>
                </a:lnTo>
                <a:lnTo>
                  <a:pt x="53102" y="310210"/>
                </a:lnTo>
                <a:lnTo>
                  <a:pt x="54931" y="291322"/>
                </a:lnTo>
                <a:lnTo>
                  <a:pt x="56769" y="272434"/>
                </a:lnTo>
                <a:lnTo>
                  <a:pt x="58598" y="253546"/>
                </a:lnTo>
                <a:lnTo>
                  <a:pt x="60427" y="234658"/>
                </a:lnTo>
                <a:lnTo>
                  <a:pt x="62255" y="215760"/>
                </a:lnTo>
                <a:lnTo>
                  <a:pt x="64094" y="196872"/>
                </a:lnTo>
                <a:lnTo>
                  <a:pt x="65923" y="177984"/>
                </a:lnTo>
                <a:lnTo>
                  <a:pt x="67751" y="159096"/>
                </a:lnTo>
                <a:lnTo>
                  <a:pt x="6958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F0FC4FBE-423B-4FA7-AFDC-4982630B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6965" y="2313856"/>
            <a:ext cx="433378" cy="553136"/>
          </a:xfrm>
          <a:custGeom xmlns:a="http://schemas.openxmlformats.org/drawingml/2006/main">
            <a:pathLst>
              <a:path w="433378" h="553136">
                <a:moveTo>
                  <a:pt x="0" y="553136"/>
                </a:moveTo>
                <a:lnTo>
                  <a:pt x="0" y="534210"/>
                </a:lnTo>
                <a:lnTo>
                  <a:pt x="0" y="515293"/>
                </a:lnTo>
                <a:lnTo>
                  <a:pt x="0" y="496376"/>
                </a:lnTo>
                <a:lnTo>
                  <a:pt x="0" y="477450"/>
                </a:lnTo>
                <a:lnTo>
                  <a:pt x="0" y="458534"/>
                </a:lnTo>
                <a:lnTo>
                  <a:pt x="0" y="439617"/>
                </a:lnTo>
                <a:lnTo>
                  <a:pt x="0" y="420691"/>
                </a:lnTo>
                <a:lnTo>
                  <a:pt x="0" y="401774"/>
                </a:lnTo>
                <a:lnTo>
                  <a:pt x="0" y="382857"/>
                </a:lnTo>
                <a:lnTo>
                  <a:pt x="0" y="363941"/>
                </a:lnTo>
                <a:lnTo>
                  <a:pt x="0" y="345015"/>
                </a:lnTo>
                <a:lnTo>
                  <a:pt x="0" y="326098"/>
                </a:lnTo>
                <a:lnTo>
                  <a:pt x="0" y="307181"/>
                </a:lnTo>
                <a:lnTo>
                  <a:pt x="0" y="288255"/>
                </a:lnTo>
                <a:lnTo>
                  <a:pt x="0" y="269338"/>
                </a:lnTo>
                <a:lnTo>
                  <a:pt x="0" y="250422"/>
                </a:lnTo>
                <a:lnTo>
                  <a:pt x="0" y="231496"/>
                </a:lnTo>
                <a:lnTo>
                  <a:pt x="0" y="212579"/>
                </a:lnTo>
                <a:lnTo>
                  <a:pt x="0" y="193662"/>
                </a:lnTo>
                <a:lnTo>
                  <a:pt x="0" y="174736"/>
                </a:lnTo>
                <a:lnTo>
                  <a:pt x="0" y="155819"/>
                </a:lnTo>
                <a:lnTo>
                  <a:pt x="2724" y="138875"/>
                </a:lnTo>
                <a:lnTo>
                  <a:pt x="20707" y="133026"/>
                </a:lnTo>
                <a:lnTo>
                  <a:pt x="38700" y="127168"/>
                </a:lnTo>
                <a:lnTo>
                  <a:pt x="56693" y="121320"/>
                </a:lnTo>
                <a:lnTo>
                  <a:pt x="74686" y="115462"/>
                </a:lnTo>
                <a:lnTo>
                  <a:pt x="92678" y="109614"/>
                </a:lnTo>
                <a:lnTo>
                  <a:pt x="110671" y="103765"/>
                </a:lnTo>
                <a:lnTo>
                  <a:pt x="128664" y="97907"/>
                </a:lnTo>
                <a:lnTo>
                  <a:pt x="146656" y="92059"/>
                </a:lnTo>
                <a:lnTo>
                  <a:pt x="164649" y="86201"/>
                </a:lnTo>
                <a:lnTo>
                  <a:pt x="182642" y="80353"/>
                </a:lnTo>
                <a:lnTo>
                  <a:pt x="200625" y="74495"/>
                </a:lnTo>
                <a:lnTo>
                  <a:pt x="218618" y="68647"/>
                </a:lnTo>
                <a:lnTo>
                  <a:pt x="236611" y="62798"/>
                </a:lnTo>
                <a:lnTo>
                  <a:pt x="254603" y="56940"/>
                </a:lnTo>
                <a:lnTo>
                  <a:pt x="272596" y="51092"/>
                </a:lnTo>
                <a:lnTo>
                  <a:pt x="290589" y="45234"/>
                </a:lnTo>
                <a:lnTo>
                  <a:pt x="308581" y="39386"/>
                </a:lnTo>
                <a:lnTo>
                  <a:pt x="326574" y="33538"/>
                </a:lnTo>
                <a:lnTo>
                  <a:pt x="344567" y="27680"/>
                </a:lnTo>
                <a:lnTo>
                  <a:pt x="362560" y="21831"/>
                </a:lnTo>
                <a:lnTo>
                  <a:pt x="380552" y="15973"/>
                </a:lnTo>
                <a:lnTo>
                  <a:pt x="398536" y="10125"/>
                </a:lnTo>
                <a:lnTo>
                  <a:pt x="416528" y="4277"/>
                </a:lnTo>
                <a:lnTo>
                  <a:pt x="433378" y="0"/>
                </a:lnTo>
                <a:lnTo>
                  <a:pt x="433378" y="18917"/>
                </a:lnTo>
                <a:lnTo>
                  <a:pt x="433378" y="37843"/>
                </a:lnTo>
                <a:lnTo>
                  <a:pt x="433378" y="56759"/>
                </a:lnTo>
                <a:lnTo>
                  <a:pt x="433378" y="75676"/>
                </a:lnTo>
                <a:lnTo>
                  <a:pt x="433378" y="94602"/>
                </a:lnTo>
                <a:lnTo>
                  <a:pt x="433378" y="113519"/>
                </a:lnTo>
                <a:lnTo>
                  <a:pt x="433378" y="132436"/>
                </a:lnTo>
                <a:lnTo>
                  <a:pt x="433378" y="151362"/>
                </a:lnTo>
                <a:lnTo>
                  <a:pt x="433378" y="170278"/>
                </a:lnTo>
                <a:lnTo>
                  <a:pt x="433378" y="189195"/>
                </a:lnTo>
                <a:lnTo>
                  <a:pt x="433378" y="208121"/>
                </a:lnTo>
                <a:lnTo>
                  <a:pt x="433378" y="227038"/>
                </a:lnTo>
                <a:lnTo>
                  <a:pt x="433378" y="245955"/>
                </a:lnTo>
                <a:lnTo>
                  <a:pt x="433378" y="264881"/>
                </a:lnTo>
                <a:lnTo>
                  <a:pt x="433378" y="283797"/>
                </a:lnTo>
                <a:lnTo>
                  <a:pt x="433378" y="302714"/>
                </a:lnTo>
                <a:lnTo>
                  <a:pt x="433378" y="321631"/>
                </a:lnTo>
                <a:lnTo>
                  <a:pt x="433378" y="340557"/>
                </a:lnTo>
                <a:lnTo>
                  <a:pt x="433378" y="359474"/>
                </a:lnTo>
                <a:lnTo>
                  <a:pt x="433378" y="378390"/>
                </a:lnTo>
                <a:lnTo>
                  <a:pt x="424120" y="390944"/>
                </a:lnTo>
                <a:lnTo>
                  <a:pt x="406451" y="397697"/>
                </a:lnTo>
                <a:lnTo>
                  <a:pt x="388772" y="404460"/>
                </a:lnTo>
                <a:lnTo>
                  <a:pt x="371104" y="411213"/>
                </a:lnTo>
                <a:lnTo>
                  <a:pt x="353435" y="417976"/>
                </a:lnTo>
                <a:lnTo>
                  <a:pt x="335756" y="424729"/>
                </a:lnTo>
                <a:lnTo>
                  <a:pt x="318087" y="431492"/>
                </a:lnTo>
                <a:lnTo>
                  <a:pt x="300419" y="438245"/>
                </a:lnTo>
                <a:lnTo>
                  <a:pt x="282750" y="445008"/>
                </a:lnTo>
                <a:lnTo>
                  <a:pt x="265071" y="451761"/>
                </a:lnTo>
                <a:lnTo>
                  <a:pt x="247402" y="458524"/>
                </a:lnTo>
                <a:lnTo>
                  <a:pt x="229733" y="465277"/>
                </a:lnTo>
                <a:lnTo>
                  <a:pt x="212055" y="472040"/>
                </a:lnTo>
                <a:lnTo>
                  <a:pt x="194386" y="478793"/>
                </a:lnTo>
                <a:lnTo>
                  <a:pt x="176717" y="485556"/>
                </a:lnTo>
                <a:lnTo>
                  <a:pt x="159048" y="492309"/>
                </a:lnTo>
                <a:lnTo>
                  <a:pt x="141370" y="499072"/>
                </a:lnTo>
                <a:lnTo>
                  <a:pt x="123701" y="505825"/>
                </a:lnTo>
                <a:lnTo>
                  <a:pt x="106032" y="512588"/>
                </a:lnTo>
                <a:lnTo>
                  <a:pt x="88354" y="519341"/>
                </a:lnTo>
                <a:lnTo>
                  <a:pt x="70685" y="526104"/>
                </a:lnTo>
                <a:lnTo>
                  <a:pt x="53016" y="532857"/>
                </a:lnTo>
                <a:lnTo>
                  <a:pt x="35347" y="539620"/>
                </a:lnTo>
                <a:lnTo>
                  <a:pt x="17669" y="546373"/>
                </a:lnTo>
                <a:lnTo>
                  <a:pt x="0" y="553136"/>
                </a:lnTo>
              </a:path>
            </a:pathLst>
          </a:custGeom>
          <a:solidFill xmlns:a="http://schemas.openxmlformats.org/drawingml/2006/main">
            <a:srgbClr val="9DB7C7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7E735F1D-A93A-40FE-AC40-5B8FF5C6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140" y="2701257"/>
            <a:ext cx="2077612" cy="165735"/>
          </a:xfrm>
          <a:custGeom xmlns:a="http://schemas.openxmlformats.org/drawingml/2006/main">
            <a:pathLst>
              <a:path w="2077612" h="165735">
                <a:moveTo>
                  <a:pt x="0" y="165735"/>
                </a:moveTo>
                <a:lnTo>
                  <a:pt x="18993" y="165735"/>
                </a:lnTo>
                <a:lnTo>
                  <a:pt x="37986" y="165735"/>
                </a:lnTo>
                <a:lnTo>
                  <a:pt x="56979" y="165735"/>
                </a:lnTo>
                <a:lnTo>
                  <a:pt x="75962" y="165735"/>
                </a:lnTo>
                <a:lnTo>
                  <a:pt x="94955" y="165735"/>
                </a:lnTo>
                <a:lnTo>
                  <a:pt x="113948" y="165735"/>
                </a:lnTo>
                <a:lnTo>
                  <a:pt x="132940" y="165735"/>
                </a:lnTo>
                <a:lnTo>
                  <a:pt x="151933" y="165735"/>
                </a:lnTo>
                <a:lnTo>
                  <a:pt x="170926" y="165735"/>
                </a:lnTo>
                <a:lnTo>
                  <a:pt x="189909" y="165735"/>
                </a:lnTo>
                <a:lnTo>
                  <a:pt x="208902" y="165735"/>
                </a:lnTo>
                <a:lnTo>
                  <a:pt x="227895" y="165735"/>
                </a:lnTo>
                <a:lnTo>
                  <a:pt x="246888" y="165735"/>
                </a:lnTo>
                <a:lnTo>
                  <a:pt x="265881" y="165735"/>
                </a:lnTo>
                <a:lnTo>
                  <a:pt x="284874" y="165735"/>
                </a:lnTo>
                <a:lnTo>
                  <a:pt x="303867" y="165735"/>
                </a:lnTo>
                <a:lnTo>
                  <a:pt x="322850" y="165735"/>
                </a:lnTo>
                <a:lnTo>
                  <a:pt x="341843" y="165735"/>
                </a:lnTo>
                <a:lnTo>
                  <a:pt x="360836" y="165735"/>
                </a:lnTo>
                <a:lnTo>
                  <a:pt x="379828" y="165735"/>
                </a:lnTo>
                <a:lnTo>
                  <a:pt x="398821" y="165735"/>
                </a:lnTo>
                <a:lnTo>
                  <a:pt x="417814" y="165735"/>
                </a:lnTo>
                <a:lnTo>
                  <a:pt x="436797" y="165735"/>
                </a:lnTo>
                <a:lnTo>
                  <a:pt x="455790" y="165735"/>
                </a:lnTo>
                <a:lnTo>
                  <a:pt x="474783" y="165735"/>
                </a:lnTo>
                <a:lnTo>
                  <a:pt x="493776" y="165735"/>
                </a:lnTo>
                <a:lnTo>
                  <a:pt x="512769" y="165735"/>
                </a:lnTo>
                <a:lnTo>
                  <a:pt x="531762" y="165735"/>
                </a:lnTo>
                <a:lnTo>
                  <a:pt x="550745" y="165735"/>
                </a:lnTo>
                <a:lnTo>
                  <a:pt x="569738" y="165735"/>
                </a:lnTo>
                <a:lnTo>
                  <a:pt x="588731" y="165735"/>
                </a:lnTo>
                <a:lnTo>
                  <a:pt x="607724" y="165735"/>
                </a:lnTo>
                <a:lnTo>
                  <a:pt x="626716" y="165735"/>
                </a:lnTo>
                <a:lnTo>
                  <a:pt x="645709" y="165735"/>
                </a:lnTo>
                <a:lnTo>
                  <a:pt x="664702" y="165735"/>
                </a:lnTo>
                <a:lnTo>
                  <a:pt x="683685" y="165735"/>
                </a:lnTo>
                <a:lnTo>
                  <a:pt x="702678" y="165735"/>
                </a:lnTo>
                <a:lnTo>
                  <a:pt x="721671" y="165735"/>
                </a:lnTo>
                <a:lnTo>
                  <a:pt x="740664" y="165735"/>
                </a:lnTo>
                <a:lnTo>
                  <a:pt x="759657" y="165735"/>
                </a:lnTo>
                <a:lnTo>
                  <a:pt x="778650" y="165735"/>
                </a:lnTo>
                <a:lnTo>
                  <a:pt x="797633" y="165735"/>
                </a:lnTo>
                <a:lnTo>
                  <a:pt x="816626" y="165735"/>
                </a:lnTo>
                <a:lnTo>
                  <a:pt x="835619" y="165735"/>
                </a:lnTo>
                <a:lnTo>
                  <a:pt x="854612" y="165735"/>
                </a:lnTo>
                <a:lnTo>
                  <a:pt x="873604" y="165735"/>
                </a:lnTo>
                <a:lnTo>
                  <a:pt x="892597" y="165735"/>
                </a:lnTo>
                <a:lnTo>
                  <a:pt x="911590" y="165735"/>
                </a:lnTo>
                <a:lnTo>
                  <a:pt x="930573" y="165735"/>
                </a:lnTo>
                <a:lnTo>
                  <a:pt x="949566" y="165735"/>
                </a:lnTo>
                <a:lnTo>
                  <a:pt x="968559" y="165735"/>
                </a:lnTo>
                <a:lnTo>
                  <a:pt x="987552" y="165735"/>
                </a:lnTo>
                <a:lnTo>
                  <a:pt x="1006545" y="165735"/>
                </a:lnTo>
                <a:lnTo>
                  <a:pt x="1025538" y="165735"/>
                </a:lnTo>
                <a:lnTo>
                  <a:pt x="1044521" y="165735"/>
                </a:lnTo>
                <a:lnTo>
                  <a:pt x="1063514" y="165735"/>
                </a:lnTo>
                <a:lnTo>
                  <a:pt x="1082507" y="165735"/>
                </a:lnTo>
                <a:lnTo>
                  <a:pt x="1101500" y="165735"/>
                </a:lnTo>
                <a:lnTo>
                  <a:pt x="1120492" y="165735"/>
                </a:lnTo>
                <a:lnTo>
                  <a:pt x="1139485" y="165735"/>
                </a:lnTo>
                <a:lnTo>
                  <a:pt x="1158478" y="165735"/>
                </a:lnTo>
                <a:lnTo>
                  <a:pt x="1177461" y="165735"/>
                </a:lnTo>
                <a:lnTo>
                  <a:pt x="1196454" y="165735"/>
                </a:lnTo>
                <a:lnTo>
                  <a:pt x="1215447" y="165735"/>
                </a:lnTo>
                <a:lnTo>
                  <a:pt x="1234440" y="165735"/>
                </a:lnTo>
                <a:lnTo>
                  <a:pt x="1253433" y="165735"/>
                </a:lnTo>
                <a:lnTo>
                  <a:pt x="1272426" y="165735"/>
                </a:lnTo>
                <a:lnTo>
                  <a:pt x="1291409" y="165735"/>
                </a:lnTo>
                <a:lnTo>
                  <a:pt x="1310402" y="165735"/>
                </a:lnTo>
                <a:lnTo>
                  <a:pt x="1329395" y="165735"/>
                </a:lnTo>
                <a:lnTo>
                  <a:pt x="1348388" y="165735"/>
                </a:lnTo>
                <a:lnTo>
                  <a:pt x="1367380" y="165735"/>
                </a:lnTo>
                <a:lnTo>
                  <a:pt x="1386373" y="165735"/>
                </a:lnTo>
                <a:lnTo>
                  <a:pt x="1405357" y="165735"/>
                </a:lnTo>
                <a:lnTo>
                  <a:pt x="1424349" y="165735"/>
                </a:lnTo>
                <a:lnTo>
                  <a:pt x="1443342" y="165735"/>
                </a:lnTo>
                <a:lnTo>
                  <a:pt x="1462335" y="165735"/>
                </a:lnTo>
                <a:lnTo>
                  <a:pt x="1481328" y="165735"/>
                </a:lnTo>
                <a:lnTo>
                  <a:pt x="1500321" y="165735"/>
                </a:lnTo>
                <a:lnTo>
                  <a:pt x="1519314" y="165735"/>
                </a:lnTo>
                <a:lnTo>
                  <a:pt x="1538297" y="165735"/>
                </a:lnTo>
                <a:lnTo>
                  <a:pt x="1557290" y="165735"/>
                </a:lnTo>
                <a:lnTo>
                  <a:pt x="1576283" y="165735"/>
                </a:lnTo>
                <a:lnTo>
                  <a:pt x="1595276" y="165735"/>
                </a:lnTo>
                <a:lnTo>
                  <a:pt x="1614268" y="165735"/>
                </a:lnTo>
                <a:lnTo>
                  <a:pt x="1633261" y="165735"/>
                </a:lnTo>
                <a:lnTo>
                  <a:pt x="1651892" y="163792"/>
                </a:lnTo>
                <a:lnTo>
                  <a:pt x="1669628" y="157010"/>
                </a:lnTo>
                <a:lnTo>
                  <a:pt x="1687373" y="150228"/>
                </a:lnTo>
                <a:lnTo>
                  <a:pt x="1705108" y="143447"/>
                </a:lnTo>
                <a:lnTo>
                  <a:pt x="1722844" y="136655"/>
                </a:lnTo>
                <a:lnTo>
                  <a:pt x="1740589" y="129873"/>
                </a:lnTo>
                <a:lnTo>
                  <a:pt x="1758325" y="123092"/>
                </a:lnTo>
                <a:lnTo>
                  <a:pt x="1776060" y="116310"/>
                </a:lnTo>
                <a:lnTo>
                  <a:pt x="1793796" y="109528"/>
                </a:lnTo>
                <a:lnTo>
                  <a:pt x="1811541" y="102746"/>
                </a:lnTo>
                <a:lnTo>
                  <a:pt x="1829276" y="95955"/>
                </a:lnTo>
                <a:lnTo>
                  <a:pt x="1847012" y="89173"/>
                </a:lnTo>
                <a:lnTo>
                  <a:pt x="1864757" y="82391"/>
                </a:lnTo>
                <a:lnTo>
                  <a:pt x="1882492" y="75609"/>
                </a:lnTo>
                <a:lnTo>
                  <a:pt x="1900228" y="68828"/>
                </a:lnTo>
                <a:lnTo>
                  <a:pt x="1917973" y="62036"/>
                </a:lnTo>
                <a:lnTo>
                  <a:pt x="1935709" y="55255"/>
                </a:lnTo>
                <a:lnTo>
                  <a:pt x="1953444" y="48473"/>
                </a:lnTo>
                <a:lnTo>
                  <a:pt x="1971189" y="41691"/>
                </a:lnTo>
                <a:lnTo>
                  <a:pt x="1988925" y="34909"/>
                </a:lnTo>
                <a:lnTo>
                  <a:pt x="2006660" y="28127"/>
                </a:lnTo>
                <a:lnTo>
                  <a:pt x="2024405" y="21336"/>
                </a:lnTo>
                <a:lnTo>
                  <a:pt x="2042141" y="14554"/>
                </a:lnTo>
                <a:lnTo>
                  <a:pt x="2059877" y="7772"/>
                </a:lnTo>
                <a:lnTo>
                  <a:pt x="2077612" y="991"/>
                </a:lnTo>
                <a:lnTo>
                  <a:pt x="2063982" y="0"/>
                </a:lnTo>
                <a:lnTo>
                  <a:pt x="2044989" y="0"/>
                </a:lnTo>
                <a:lnTo>
                  <a:pt x="2025996" y="0"/>
                </a:lnTo>
                <a:lnTo>
                  <a:pt x="2007003" y="0"/>
                </a:lnTo>
                <a:lnTo>
                  <a:pt x="1988020" y="0"/>
                </a:lnTo>
                <a:lnTo>
                  <a:pt x="1969027" y="0"/>
                </a:lnTo>
                <a:lnTo>
                  <a:pt x="1950034" y="0"/>
                </a:lnTo>
                <a:lnTo>
                  <a:pt x="1931041" y="0"/>
                </a:lnTo>
                <a:lnTo>
                  <a:pt x="1912049" y="0"/>
                </a:lnTo>
                <a:lnTo>
                  <a:pt x="1893056" y="0"/>
                </a:lnTo>
                <a:lnTo>
                  <a:pt x="1874072" y="0"/>
                </a:lnTo>
                <a:lnTo>
                  <a:pt x="1855079" y="0"/>
                </a:lnTo>
                <a:lnTo>
                  <a:pt x="1836087" y="0"/>
                </a:lnTo>
                <a:lnTo>
                  <a:pt x="1817094" y="0"/>
                </a:lnTo>
                <a:lnTo>
                  <a:pt x="1798101" y="0"/>
                </a:lnTo>
                <a:lnTo>
                  <a:pt x="1779108" y="0"/>
                </a:lnTo>
                <a:lnTo>
                  <a:pt x="1760115" y="0"/>
                </a:lnTo>
                <a:lnTo>
                  <a:pt x="1741132" y="0"/>
                </a:lnTo>
                <a:lnTo>
                  <a:pt x="1722139" y="0"/>
                </a:lnTo>
                <a:lnTo>
                  <a:pt x="1703146" y="0"/>
                </a:lnTo>
                <a:lnTo>
                  <a:pt x="1684153" y="0"/>
                </a:lnTo>
                <a:lnTo>
                  <a:pt x="1665161" y="0"/>
                </a:lnTo>
                <a:lnTo>
                  <a:pt x="1646168" y="0"/>
                </a:lnTo>
                <a:lnTo>
                  <a:pt x="1627184" y="0"/>
                </a:lnTo>
                <a:lnTo>
                  <a:pt x="1608191" y="0"/>
                </a:lnTo>
                <a:lnTo>
                  <a:pt x="1589199" y="0"/>
                </a:lnTo>
                <a:lnTo>
                  <a:pt x="1570206" y="0"/>
                </a:lnTo>
                <a:lnTo>
                  <a:pt x="1551213" y="0"/>
                </a:lnTo>
                <a:lnTo>
                  <a:pt x="1532220" y="0"/>
                </a:lnTo>
                <a:lnTo>
                  <a:pt x="1513237" y="0"/>
                </a:lnTo>
                <a:lnTo>
                  <a:pt x="1494244" y="0"/>
                </a:lnTo>
                <a:lnTo>
                  <a:pt x="1475251" y="0"/>
                </a:lnTo>
                <a:lnTo>
                  <a:pt x="1456258" y="0"/>
                </a:lnTo>
                <a:lnTo>
                  <a:pt x="1437265" y="0"/>
                </a:lnTo>
                <a:lnTo>
                  <a:pt x="1418273" y="0"/>
                </a:lnTo>
                <a:lnTo>
                  <a:pt x="1399280" y="0"/>
                </a:lnTo>
                <a:lnTo>
                  <a:pt x="1380296" y="0"/>
                </a:lnTo>
                <a:lnTo>
                  <a:pt x="1361303" y="0"/>
                </a:lnTo>
                <a:lnTo>
                  <a:pt x="1342311" y="0"/>
                </a:lnTo>
                <a:lnTo>
                  <a:pt x="1323318" y="0"/>
                </a:lnTo>
                <a:lnTo>
                  <a:pt x="1304325" y="0"/>
                </a:lnTo>
                <a:lnTo>
                  <a:pt x="1285332" y="0"/>
                </a:lnTo>
                <a:lnTo>
                  <a:pt x="1266349" y="0"/>
                </a:lnTo>
                <a:lnTo>
                  <a:pt x="1247356" y="0"/>
                </a:lnTo>
                <a:lnTo>
                  <a:pt x="1228363" y="0"/>
                </a:lnTo>
                <a:lnTo>
                  <a:pt x="1209370" y="0"/>
                </a:lnTo>
                <a:lnTo>
                  <a:pt x="1190377" y="0"/>
                </a:lnTo>
                <a:lnTo>
                  <a:pt x="1171385" y="0"/>
                </a:lnTo>
                <a:lnTo>
                  <a:pt x="1152392" y="0"/>
                </a:lnTo>
                <a:lnTo>
                  <a:pt x="1133408" y="0"/>
                </a:lnTo>
                <a:lnTo>
                  <a:pt x="1114415" y="0"/>
                </a:lnTo>
                <a:lnTo>
                  <a:pt x="1095423" y="0"/>
                </a:lnTo>
                <a:lnTo>
                  <a:pt x="1076430" y="0"/>
                </a:lnTo>
                <a:lnTo>
                  <a:pt x="1057437" y="0"/>
                </a:lnTo>
                <a:lnTo>
                  <a:pt x="1038444" y="0"/>
                </a:lnTo>
                <a:lnTo>
                  <a:pt x="1019461" y="0"/>
                </a:lnTo>
                <a:lnTo>
                  <a:pt x="1000468" y="0"/>
                </a:lnTo>
                <a:lnTo>
                  <a:pt x="981475" y="0"/>
                </a:lnTo>
                <a:lnTo>
                  <a:pt x="962482" y="0"/>
                </a:lnTo>
                <a:lnTo>
                  <a:pt x="943489" y="0"/>
                </a:lnTo>
                <a:lnTo>
                  <a:pt x="924497" y="0"/>
                </a:lnTo>
                <a:lnTo>
                  <a:pt x="905504" y="0"/>
                </a:lnTo>
                <a:lnTo>
                  <a:pt x="886520" y="0"/>
                </a:lnTo>
                <a:lnTo>
                  <a:pt x="867527" y="0"/>
                </a:lnTo>
                <a:lnTo>
                  <a:pt x="848535" y="0"/>
                </a:lnTo>
                <a:lnTo>
                  <a:pt x="829542" y="0"/>
                </a:lnTo>
                <a:lnTo>
                  <a:pt x="810549" y="0"/>
                </a:lnTo>
                <a:lnTo>
                  <a:pt x="791556" y="0"/>
                </a:lnTo>
                <a:lnTo>
                  <a:pt x="772573" y="0"/>
                </a:lnTo>
                <a:lnTo>
                  <a:pt x="753580" y="0"/>
                </a:lnTo>
                <a:lnTo>
                  <a:pt x="734587" y="0"/>
                </a:lnTo>
                <a:lnTo>
                  <a:pt x="715594" y="0"/>
                </a:lnTo>
                <a:lnTo>
                  <a:pt x="696601" y="0"/>
                </a:lnTo>
                <a:lnTo>
                  <a:pt x="677609" y="0"/>
                </a:lnTo>
                <a:lnTo>
                  <a:pt x="658625" y="0"/>
                </a:lnTo>
                <a:lnTo>
                  <a:pt x="639632" y="0"/>
                </a:lnTo>
                <a:lnTo>
                  <a:pt x="620639" y="0"/>
                </a:lnTo>
                <a:lnTo>
                  <a:pt x="601647" y="0"/>
                </a:lnTo>
                <a:lnTo>
                  <a:pt x="582654" y="0"/>
                </a:lnTo>
                <a:lnTo>
                  <a:pt x="563661" y="0"/>
                </a:lnTo>
                <a:lnTo>
                  <a:pt x="544668" y="0"/>
                </a:lnTo>
                <a:lnTo>
                  <a:pt x="526113" y="2838"/>
                </a:lnTo>
                <a:lnTo>
                  <a:pt x="507968" y="8458"/>
                </a:lnTo>
                <a:lnTo>
                  <a:pt x="489823" y="14078"/>
                </a:lnTo>
                <a:lnTo>
                  <a:pt x="471688" y="19688"/>
                </a:lnTo>
                <a:lnTo>
                  <a:pt x="453542" y="25308"/>
                </a:lnTo>
                <a:lnTo>
                  <a:pt x="435407" y="30928"/>
                </a:lnTo>
                <a:lnTo>
                  <a:pt x="417262" y="36547"/>
                </a:lnTo>
                <a:lnTo>
                  <a:pt x="399117" y="42158"/>
                </a:lnTo>
                <a:lnTo>
                  <a:pt x="380981" y="47777"/>
                </a:lnTo>
                <a:lnTo>
                  <a:pt x="362836" y="53397"/>
                </a:lnTo>
                <a:lnTo>
                  <a:pt x="344691" y="59007"/>
                </a:lnTo>
                <a:lnTo>
                  <a:pt x="326555" y="64627"/>
                </a:lnTo>
                <a:lnTo>
                  <a:pt x="308410" y="70247"/>
                </a:lnTo>
                <a:lnTo>
                  <a:pt x="290265" y="75857"/>
                </a:lnTo>
                <a:lnTo>
                  <a:pt x="272129" y="81477"/>
                </a:lnTo>
                <a:lnTo>
                  <a:pt x="253984" y="87097"/>
                </a:lnTo>
                <a:lnTo>
                  <a:pt x="235839" y="92707"/>
                </a:lnTo>
                <a:lnTo>
                  <a:pt x="217703" y="98327"/>
                </a:lnTo>
                <a:lnTo>
                  <a:pt x="199558" y="103946"/>
                </a:lnTo>
                <a:lnTo>
                  <a:pt x="181413" y="109566"/>
                </a:lnTo>
                <a:lnTo>
                  <a:pt x="163278" y="115176"/>
                </a:lnTo>
                <a:lnTo>
                  <a:pt x="145132" y="120796"/>
                </a:lnTo>
                <a:lnTo>
                  <a:pt x="126997" y="126416"/>
                </a:lnTo>
                <a:lnTo>
                  <a:pt x="108852" y="132026"/>
                </a:lnTo>
                <a:lnTo>
                  <a:pt x="90707" y="137646"/>
                </a:lnTo>
                <a:lnTo>
                  <a:pt x="72571" y="143266"/>
                </a:lnTo>
                <a:lnTo>
                  <a:pt x="54426" y="148876"/>
                </a:lnTo>
                <a:lnTo>
                  <a:pt x="36281" y="154496"/>
                </a:lnTo>
                <a:lnTo>
                  <a:pt x="18145" y="160115"/>
                </a:lnTo>
                <a:lnTo>
                  <a:pt x="0" y="165735"/>
                </a:lnTo>
              </a:path>
            </a:pathLst>
          </a:custGeom>
          <a:solidFill xmlns:a="http://schemas.openxmlformats.org/drawingml/2006/main">
            <a:srgbClr val="C8D9E3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5CFC7BE5-C609-4C37-AFBA-ED4B9170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818" y="2701257"/>
            <a:ext cx="1912572" cy="165735"/>
          </a:xfrm>
          <a:custGeom xmlns:a="http://schemas.openxmlformats.org/drawingml/2006/main">
            <a:pathLst>
              <a:path w="1912572" h="165735">
                <a:moveTo>
                  <a:pt x="0" y="165735"/>
                </a:moveTo>
                <a:lnTo>
                  <a:pt x="19050" y="165735"/>
                </a:lnTo>
                <a:lnTo>
                  <a:pt x="38090" y="165735"/>
                </a:lnTo>
                <a:lnTo>
                  <a:pt x="57140" y="165735"/>
                </a:lnTo>
                <a:lnTo>
                  <a:pt x="76190" y="165735"/>
                </a:lnTo>
                <a:lnTo>
                  <a:pt x="95231" y="165735"/>
                </a:lnTo>
                <a:lnTo>
                  <a:pt x="114281" y="165735"/>
                </a:lnTo>
                <a:lnTo>
                  <a:pt x="133331" y="165735"/>
                </a:lnTo>
                <a:lnTo>
                  <a:pt x="152381" y="165735"/>
                </a:lnTo>
                <a:lnTo>
                  <a:pt x="171421" y="165735"/>
                </a:lnTo>
                <a:lnTo>
                  <a:pt x="190471" y="165735"/>
                </a:lnTo>
                <a:lnTo>
                  <a:pt x="209521" y="165735"/>
                </a:lnTo>
                <a:lnTo>
                  <a:pt x="228562" y="165735"/>
                </a:lnTo>
                <a:lnTo>
                  <a:pt x="247612" y="165735"/>
                </a:lnTo>
                <a:lnTo>
                  <a:pt x="266662" y="165735"/>
                </a:lnTo>
                <a:lnTo>
                  <a:pt x="285702" y="165735"/>
                </a:lnTo>
                <a:lnTo>
                  <a:pt x="304752" y="165735"/>
                </a:lnTo>
                <a:lnTo>
                  <a:pt x="323802" y="165735"/>
                </a:lnTo>
                <a:lnTo>
                  <a:pt x="342852" y="165735"/>
                </a:lnTo>
                <a:lnTo>
                  <a:pt x="361893" y="165735"/>
                </a:lnTo>
                <a:lnTo>
                  <a:pt x="380943" y="165735"/>
                </a:lnTo>
                <a:lnTo>
                  <a:pt x="399993" y="165735"/>
                </a:lnTo>
                <a:lnTo>
                  <a:pt x="419033" y="165735"/>
                </a:lnTo>
                <a:lnTo>
                  <a:pt x="438083" y="165735"/>
                </a:lnTo>
                <a:lnTo>
                  <a:pt x="457133" y="165735"/>
                </a:lnTo>
                <a:lnTo>
                  <a:pt x="476174" y="165735"/>
                </a:lnTo>
                <a:lnTo>
                  <a:pt x="495224" y="165735"/>
                </a:lnTo>
                <a:lnTo>
                  <a:pt x="514274" y="165735"/>
                </a:lnTo>
                <a:lnTo>
                  <a:pt x="533314" y="165735"/>
                </a:lnTo>
                <a:lnTo>
                  <a:pt x="552364" y="165735"/>
                </a:lnTo>
                <a:lnTo>
                  <a:pt x="571414" y="165735"/>
                </a:lnTo>
                <a:lnTo>
                  <a:pt x="590464" y="165735"/>
                </a:lnTo>
                <a:lnTo>
                  <a:pt x="609505" y="165735"/>
                </a:lnTo>
                <a:lnTo>
                  <a:pt x="628555" y="165735"/>
                </a:lnTo>
                <a:lnTo>
                  <a:pt x="647605" y="165735"/>
                </a:lnTo>
                <a:lnTo>
                  <a:pt x="666645" y="165735"/>
                </a:lnTo>
                <a:lnTo>
                  <a:pt x="685695" y="165735"/>
                </a:lnTo>
                <a:lnTo>
                  <a:pt x="704745" y="165735"/>
                </a:lnTo>
                <a:lnTo>
                  <a:pt x="723786" y="165735"/>
                </a:lnTo>
                <a:lnTo>
                  <a:pt x="742836" y="165735"/>
                </a:lnTo>
                <a:lnTo>
                  <a:pt x="761886" y="165735"/>
                </a:lnTo>
                <a:lnTo>
                  <a:pt x="780926" y="165735"/>
                </a:lnTo>
                <a:lnTo>
                  <a:pt x="799976" y="165735"/>
                </a:lnTo>
                <a:lnTo>
                  <a:pt x="819026" y="165735"/>
                </a:lnTo>
                <a:lnTo>
                  <a:pt x="838076" y="165735"/>
                </a:lnTo>
                <a:lnTo>
                  <a:pt x="857117" y="165735"/>
                </a:lnTo>
                <a:lnTo>
                  <a:pt x="876167" y="165735"/>
                </a:lnTo>
                <a:lnTo>
                  <a:pt x="895217" y="165735"/>
                </a:lnTo>
                <a:lnTo>
                  <a:pt x="914257" y="165735"/>
                </a:lnTo>
                <a:lnTo>
                  <a:pt x="933307" y="165735"/>
                </a:lnTo>
                <a:lnTo>
                  <a:pt x="952357" y="165735"/>
                </a:lnTo>
                <a:lnTo>
                  <a:pt x="971398" y="165735"/>
                </a:lnTo>
                <a:lnTo>
                  <a:pt x="990448" y="165735"/>
                </a:lnTo>
                <a:lnTo>
                  <a:pt x="1009498" y="165735"/>
                </a:lnTo>
                <a:lnTo>
                  <a:pt x="1028548" y="165735"/>
                </a:lnTo>
                <a:lnTo>
                  <a:pt x="1047588" y="165735"/>
                </a:lnTo>
                <a:lnTo>
                  <a:pt x="1066638" y="165735"/>
                </a:lnTo>
                <a:lnTo>
                  <a:pt x="1085688" y="165735"/>
                </a:lnTo>
                <a:lnTo>
                  <a:pt x="1104729" y="165735"/>
                </a:lnTo>
                <a:lnTo>
                  <a:pt x="1123779" y="165735"/>
                </a:lnTo>
                <a:lnTo>
                  <a:pt x="1142829" y="165735"/>
                </a:lnTo>
                <a:lnTo>
                  <a:pt x="1161869" y="165735"/>
                </a:lnTo>
                <a:lnTo>
                  <a:pt x="1180919" y="165735"/>
                </a:lnTo>
                <a:lnTo>
                  <a:pt x="1199969" y="165735"/>
                </a:lnTo>
                <a:lnTo>
                  <a:pt x="1219010" y="165735"/>
                </a:lnTo>
                <a:lnTo>
                  <a:pt x="1238060" y="165735"/>
                </a:lnTo>
                <a:lnTo>
                  <a:pt x="1257110" y="165735"/>
                </a:lnTo>
                <a:lnTo>
                  <a:pt x="1276160" y="165735"/>
                </a:lnTo>
                <a:lnTo>
                  <a:pt x="1295200" y="165735"/>
                </a:lnTo>
                <a:lnTo>
                  <a:pt x="1314250" y="165735"/>
                </a:lnTo>
                <a:lnTo>
                  <a:pt x="1333300" y="165735"/>
                </a:lnTo>
                <a:lnTo>
                  <a:pt x="1352340" y="165735"/>
                </a:lnTo>
                <a:lnTo>
                  <a:pt x="1371390" y="165735"/>
                </a:lnTo>
                <a:lnTo>
                  <a:pt x="1390440" y="165735"/>
                </a:lnTo>
                <a:lnTo>
                  <a:pt x="1409481" y="165735"/>
                </a:lnTo>
                <a:lnTo>
                  <a:pt x="1428531" y="165735"/>
                </a:lnTo>
                <a:lnTo>
                  <a:pt x="1447581" y="165735"/>
                </a:lnTo>
                <a:lnTo>
                  <a:pt x="1466631" y="165735"/>
                </a:lnTo>
                <a:lnTo>
                  <a:pt x="1484890" y="161420"/>
                </a:lnTo>
                <a:lnTo>
                  <a:pt x="1502712" y="154696"/>
                </a:lnTo>
                <a:lnTo>
                  <a:pt x="1520523" y="147971"/>
                </a:lnTo>
                <a:lnTo>
                  <a:pt x="1538345" y="141246"/>
                </a:lnTo>
                <a:lnTo>
                  <a:pt x="1556166" y="134522"/>
                </a:lnTo>
                <a:lnTo>
                  <a:pt x="1573987" y="127797"/>
                </a:lnTo>
                <a:lnTo>
                  <a:pt x="1591808" y="121072"/>
                </a:lnTo>
                <a:lnTo>
                  <a:pt x="1609630" y="114338"/>
                </a:lnTo>
                <a:lnTo>
                  <a:pt x="1627451" y="107613"/>
                </a:lnTo>
                <a:lnTo>
                  <a:pt x="1645272" y="100889"/>
                </a:lnTo>
                <a:lnTo>
                  <a:pt x="1663084" y="94164"/>
                </a:lnTo>
                <a:lnTo>
                  <a:pt x="1680905" y="87440"/>
                </a:lnTo>
                <a:lnTo>
                  <a:pt x="1698727" y="80715"/>
                </a:lnTo>
                <a:lnTo>
                  <a:pt x="1716548" y="73990"/>
                </a:lnTo>
                <a:lnTo>
                  <a:pt x="1734369" y="67256"/>
                </a:lnTo>
                <a:lnTo>
                  <a:pt x="1752190" y="60531"/>
                </a:lnTo>
                <a:lnTo>
                  <a:pt x="1770012" y="53807"/>
                </a:lnTo>
                <a:lnTo>
                  <a:pt x="1787823" y="47082"/>
                </a:lnTo>
                <a:lnTo>
                  <a:pt x="1805645" y="40357"/>
                </a:lnTo>
                <a:lnTo>
                  <a:pt x="1823466" y="33633"/>
                </a:lnTo>
                <a:lnTo>
                  <a:pt x="1841287" y="26908"/>
                </a:lnTo>
                <a:lnTo>
                  <a:pt x="1859109" y="20174"/>
                </a:lnTo>
                <a:lnTo>
                  <a:pt x="1876930" y="13449"/>
                </a:lnTo>
                <a:lnTo>
                  <a:pt x="1894751" y="6725"/>
                </a:lnTo>
                <a:lnTo>
                  <a:pt x="19125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8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AF8C5CCA-F385-4A3F-B8FE-CB65622A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341" y="2701257"/>
            <a:ext cx="13820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9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BD2CFDC4-E9CB-495C-A592-5034568A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3800" y="1927693"/>
            <a:ext cx="331460" cy="525923"/>
          </a:xfrm>
          <a:custGeom xmlns:a="http://schemas.openxmlformats.org/drawingml/2006/main">
            <a:pathLst>
              <a:path w="331460" h="525923">
                <a:moveTo>
                  <a:pt x="0" y="525923"/>
                </a:moveTo>
                <a:lnTo>
                  <a:pt x="0" y="507016"/>
                </a:lnTo>
                <a:lnTo>
                  <a:pt x="0" y="488118"/>
                </a:lnTo>
                <a:lnTo>
                  <a:pt x="0" y="469221"/>
                </a:lnTo>
                <a:lnTo>
                  <a:pt x="0" y="450313"/>
                </a:lnTo>
                <a:lnTo>
                  <a:pt x="0" y="431416"/>
                </a:lnTo>
                <a:lnTo>
                  <a:pt x="0" y="412509"/>
                </a:lnTo>
                <a:lnTo>
                  <a:pt x="0" y="393611"/>
                </a:lnTo>
                <a:lnTo>
                  <a:pt x="0" y="374704"/>
                </a:lnTo>
                <a:lnTo>
                  <a:pt x="0" y="355806"/>
                </a:lnTo>
                <a:lnTo>
                  <a:pt x="0" y="336899"/>
                </a:lnTo>
                <a:lnTo>
                  <a:pt x="0" y="318002"/>
                </a:lnTo>
                <a:lnTo>
                  <a:pt x="0" y="299104"/>
                </a:lnTo>
                <a:lnTo>
                  <a:pt x="0" y="280197"/>
                </a:lnTo>
                <a:lnTo>
                  <a:pt x="0" y="261299"/>
                </a:lnTo>
                <a:lnTo>
                  <a:pt x="0" y="242392"/>
                </a:lnTo>
                <a:lnTo>
                  <a:pt x="0" y="223495"/>
                </a:lnTo>
                <a:lnTo>
                  <a:pt x="0" y="204587"/>
                </a:lnTo>
                <a:lnTo>
                  <a:pt x="0" y="185690"/>
                </a:lnTo>
                <a:lnTo>
                  <a:pt x="0" y="166783"/>
                </a:lnTo>
                <a:lnTo>
                  <a:pt x="0" y="147885"/>
                </a:lnTo>
                <a:lnTo>
                  <a:pt x="0" y="128988"/>
                </a:lnTo>
                <a:lnTo>
                  <a:pt x="2334" y="111738"/>
                </a:lnTo>
                <a:lnTo>
                  <a:pt x="20183" y="105527"/>
                </a:lnTo>
                <a:lnTo>
                  <a:pt x="38033" y="99327"/>
                </a:lnTo>
                <a:lnTo>
                  <a:pt x="55893" y="93116"/>
                </a:lnTo>
                <a:lnTo>
                  <a:pt x="73743" y="86906"/>
                </a:lnTo>
                <a:lnTo>
                  <a:pt x="91592" y="80696"/>
                </a:lnTo>
                <a:lnTo>
                  <a:pt x="109452" y="74495"/>
                </a:lnTo>
                <a:lnTo>
                  <a:pt x="127302" y="68285"/>
                </a:lnTo>
                <a:lnTo>
                  <a:pt x="145161" y="62074"/>
                </a:lnTo>
                <a:lnTo>
                  <a:pt x="163011" y="55874"/>
                </a:lnTo>
                <a:lnTo>
                  <a:pt x="180861" y="49663"/>
                </a:lnTo>
                <a:lnTo>
                  <a:pt x="198720" y="43453"/>
                </a:lnTo>
                <a:lnTo>
                  <a:pt x="216570" y="37243"/>
                </a:lnTo>
                <a:lnTo>
                  <a:pt x="234420" y="31042"/>
                </a:lnTo>
                <a:lnTo>
                  <a:pt x="252279" y="24832"/>
                </a:lnTo>
                <a:lnTo>
                  <a:pt x="270129" y="18621"/>
                </a:lnTo>
                <a:lnTo>
                  <a:pt x="287988" y="12411"/>
                </a:lnTo>
                <a:lnTo>
                  <a:pt x="305838" y="6210"/>
                </a:lnTo>
                <a:lnTo>
                  <a:pt x="323688" y="0"/>
                </a:lnTo>
                <a:lnTo>
                  <a:pt x="331460" y="7972"/>
                </a:lnTo>
                <a:lnTo>
                  <a:pt x="331460" y="26880"/>
                </a:lnTo>
                <a:lnTo>
                  <a:pt x="331460" y="45777"/>
                </a:lnTo>
                <a:lnTo>
                  <a:pt x="331460" y="64684"/>
                </a:lnTo>
                <a:lnTo>
                  <a:pt x="331460" y="83582"/>
                </a:lnTo>
                <a:lnTo>
                  <a:pt x="331460" y="102479"/>
                </a:lnTo>
                <a:lnTo>
                  <a:pt x="331460" y="121387"/>
                </a:lnTo>
                <a:lnTo>
                  <a:pt x="331460" y="140284"/>
                </a:lnTo>
                <a:lnTo>
                  <a:pt x="331460" y="159191"/>
                </a:lnTo>
                <a:lnTo>
                  <a:pt x="331460" y="178089"/>
                </a:lnTo>
                <a:lnTo>
                  <a:pt x="331460" y="196996"/>
                </a:lnTo>
                <a:lnTo>
                  <a:pt x="331460" y="215894"/>
                </a:lnTo>
                <a:lnTo>
                  <a:pt x="331460" y="234801"/>
                </a:lnTo>
                <a:lnTo>
                  <a:pt x="331460" y="253698"/>
                </a:lnTo>
                <a:lnTo>
                  <a:pt x="331460" y="272596"/>
                </a:lnTo>
                <a:lnTo>
                  <a:pt x="331460" y="291503"/>
                </a:lnTo>
                <a:lnTo>
                  <a:pt x="331460" y="310401"/>
                </a:lnTo>
                <a:lnTo>
                  <a:pt x="331460" y="329308"/>
                </a:lnTo>
                <a:lnTo>
                  <a:pt x="331460" y="348205"/>
                </a:lnTo>
                <a:lnTo>
                  <a:pt x="331460" y="367113"/>
                </a:lnTo>
                <a:lnTo>
                  <a:pt x="330489" y="385372"/>
                </a:lnTo>
                <a:lnTo>
                  <a:pt x="313096" y="392763"/>
                </a:lnTo>
                <a:lnTo>
                  <a:pt x="295704" y="400164"/>
                </a:lnTo>
                <a:lnTo>
                  <a:pt x="278311" y="407565"/>
                </a:lnTo>
                <a:lnTo>
                  <a:pt x="260909" y="414957"/>
                </a:lnTo>
                <a:lnTo>
                  <a:pt x="243516" y="422358"/>
                </a:lnTo>
                <a:lnTo>
                  <a:pt x="226123" y="429758"/>
                </a:lnTo>
                <a:lnTo>
                  <a:pt x="208731" y="437150"/>
                </a:lnTo>
                <a:lnTo>
                  <a:pt x="191338" y="444551"/>
                </a:lnTo>
                <a:lnTo>
                  <a:pt x="173946" y="451942"/>
                </a:lnTo>
                <a:lnTo>
                  <a:pt x="156543" y="459343"/>
                </a:lnTo>
                <a:lnTo>
                  <a:pt x="139151" y="466744"/>
                </a:lnTo>
                <a:lnTo>
                  <a:pt x="121758" y="474135"/>
                </a:lnTo>
                <a:lnTo>
                  <a:pt x="104365" y="481536"/>
                </a:lnTo>
                <a:lnTo>
                  <a:pt x="86973" y="488937"/>
                </a:lnTo>
                <a:lnTo>
                  <a:pt x="69580" y="496329"/>
                </a:lnTo>
                <a:lnTo>
                  <a:pt x="52178" y="503730"/>
                </a:lnTo>
                <a:lnTo>
                  <a:pt x="34785" y="511131"/>
                </a:lnTo>
                <a:lnTo>
                  <a:pt x="17393" y="518522"/>
                </a:lnTo>
                <a:lnTo>
                  <a:pt x="0" y="525923"/>
                </a:lnTo>
              </a:path>
            </a:pathLst>
          </a:custGeom>
          <a:solidFill xmlns:a="http://schemas.openxmlformats.org/drawingml/2006/main">
            <a:srgbClr val="84A5B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D5F844F2-F796-4AB5-8C6A-FDC9954E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6965" y="2312646"/>
            <a:ext cx="1971980" cy="140970"/>
          </a:xfrm>
          <a:custGeom xmlns:a="http://schemas.openxmlformats.org/drawingml/2006/main">
            <a:pathLst>
              <a:path w="1971980" h="140970">
                <a:moveTo>
                  <a:pt x="0" y="140970"/>
                </a:moveTo>
                <a:lnTo>
                  <a:pt x="18993" y="140970"/>
                </a:lnTo>
                <a:lnTo>
                  <a:pt x="37986" y="140970"/>
                </a:lnTo>
                <a:lnTo>
                  <a:pt x="56979" y="140970"/>
                </a:lnTo>
                <a:lnTo>
                  <a:pt x="75971" y="140970"/>
                </a:lnTo>
                <a:lnTo>
                  <a:pt x="94964" y="140970"/>
                </a:lnTo>
                <a:lnTo>
                  <a:pt x="113967" y="140970"/>
                </a:lnTo>
                <a:lnTo>
                  <a:pt x="132959" y="140970"/>
                </a:lnTo>
                <a:lnTo>
                  <a:pt x="151952" y="140970"/>
                </a:lnTo>
                <a:lnTo>
                  <a:pt x="170945" y="140970"/>
                </a:lnTo>
                <a:lnTo>
                  <a:pt x="189938" y="140970"/>
                </a:lnTo>
                <a:lnTo>
                  <a:pt x="208931" y="140970"/>
                </a:lnTo>
                <a:lnTo>
                  <a:pt x="227924" y="140970"/>
                </a:lnTo>
                <a:lnTo>
                  <a:pt x="246917" y="140970"/>
                </a:lnTo>
                <a:lnTo>
                  <a:pt x="265909" y="140970"/>
                </a:lnTo>
                <a:lnTo>
                  <a:pt x="284902" y="140970"/>
                </a:lnTo>
                <a:lnTo>
                  <a:pt x="303895" y="140970"/>
                </a:lnTo>
                <a:lnTo>
                  <a:pt x="322888" y="140970"/>
                </a:lnTo>
                <a:lnTo>
                  <a:pt x="341881" y="140970"/>
                </a:lnTo>
                <a:lnTo>
                  <a:pt x="360883" y="140970"/>
                </a:lnTo>
                <a:lnTo>
                  <a:pt x="379876" y="140970"/>
                </a:lnTo>
                <a:lnTo>
                  <a:pt x="398869" y="140970"/>
                </a:lnTo>
                <a:lnTo>
                  <a:pt x="417862" y="140970"/>
                </a:lnTo>
                <a:lnTo>
                  <a:pt x="436855" y="140970"/>
                </a:lnTo>
                <a:lnTo>
                  <a:pt x="455847" y="140970"/>
                </a:lnTo>
                <a:lnTo>
                  <a:pt x="474840" y="140970"/>
                </a:lnTo>
                <a:lnTo>
                  <a:pt x="493833" y="140970"/>
                </a:lnTo>
                <a:lnTo>
                  <a:pt x="512826" y="140970"/>
                </a:lnTo>
                <a:lnTo>
                  <a:pt x="531819" y="140970"/>
                </a:lnTo>
                <a:lnTo>
                  <a:pt x="550812" y="140970"/>
                </a:lnTo>
                <a:lnTo>
                  <a:pt x="569805" y="140970"/>
                </a:lnTo>
                <a:lnTo>
                  <a:pt x="588807" y="140970"/>
                </a:lnTo>
                <a:lnTo>
                  <a:pt x="607800" y="140970"/>
                </a:lnTo>
                <a:lnTo>
                  <a:pt x="626793" y="140970"/>
                </a:lnTo>
                <a:lnTo>
                  <a:pt x="645785" y="140970"/>
                </a:lnTo>
                <a:lnTo>
                  <a:pt x="664778" y="140970"/>
                </a:lnTo>
                <a:lnTo>
                  <a:pt x="683771" y="140970"/>
                </a:lnTo>
                <a:lnTo>
                  <a:pt x="702764" y="140970"/>
                </a:lnTo>
                <a:lnTo>
                  <a:pt x="721757" y="140970"/>
                </a:lnTo>
                <a:lnTo>
                  <a:pt x="740750" y="140970"/>
                </a:lnTo>
                <a:lnTo>
                  <a:pt x="759743" y="140970"/>
                </a:lnTo>
                <a:lnTo>
                  <a:pt x="778735" y="140970"/>
                </a:lnTo>
                <a:lnTo>
                  <a:pt x="797728" y="140970"/>
                </a:lnTo>
                <a:lnTo>
                  <a:pt x="816731" y="140970"/>
                </a:lnTo>
                <a:lnTo>
                  <a:pt x="835724" y="140970"/>
                </a:lnTo>
                <a:lnTo>
                  <a:pt x="854716" y="140970"/>
                </a:lnTo>
                <a:lnTo>
                  <a:pt x="873709" y="140970"/>
                </a:lnTo>
                <a:lnTo>
                  <a:pt x="892702" y="140970"/>
                </a:lnTo>
                <a:lnTo>
                  <a:pt x="911695" y="140970"/>
                </a:lnTo>
                <a:lnTo>
                  <a:pt x="930688" y="140970"/>
                </a:lnTo>
                <a:lnTo>
                  <a:pt x="949681" y="140970"/>
                </a:lnTo>
                <a:lnTo>
                  <a:pt x="968673" y="140970"/>
                </a:lnTo>
                <a:lnTo>
                  <a:pt x="987666" y="140970"/>
                </a:lnTo>
                <a:lnTo>
                  <a:pt x="1006659" y="140970"/>
                </a:lnTo>
                <a:lnTo>
                  <a:pt x="1025652" y="140970"/>
                </a:lnTo>
                <a:lnTo>
                  <a:pt x="1044654" y="140970"/>
                </a:lnTo>
                <a:lnTo>
                  <a:pt x="1063647" y="140970"/>
                </a:lnTo>
                <a:lnTo>
                  <a:pt x="1082640" y="140970"/>
                </a:lnTo>
                <a:lnTo>
                  <a:pt x="1101633" y="140970"/>
                </a:lnTo>
                <a:lnTo>
                  <a:pt x="1120626" y="140970"/>
                </a:lnTo>
                <a:lnTo>
                  <a:pt x="1139619" y="140970"/>
                </a:lnTo>
                <a:lnTo>
                  <a:pt x="1158611" y="140970"/>
                </a:lnTo>
                <a:lnTo>
                  <a:pt x="1177604" y="140970"/>
                </a:lnTo>
                <a:lnTo>
                  <a:pt x="1196597" y="140970"/>
                </a:lnTo>
                <a:lnTo>
                  <a:pt x="1215590" y="140970"/>
                </a:lnTo>
                <a:lnTo>
                  <a:pt x="1234583" y="140970"/>
                </a:lnTo>
                <a:lnTo>
                  <a:pt x="1253576" y="140970"/>
                </a:lnTo>
                <a:lnTo>
                  <a:pt x="1272578" y="140970"/>
                </a:lnTo>
                <a:lnTo>
                  <a:pt x="1291571" y="140970"/>
                </a:lnTo>
                <a:lnTo>
                  <a:pt x="1310564" y="140970"/>
                </a:lnTo>
                <a:lnTo>
                  <a:pt x="1329557" y="140970"/>
                </a:lnTo>
                <a:lnTo>
                  <a:pt x="1348550" y="140970"/>
                </a:lnTo>
                <a:lnTo>
                  <a:pt x="1367542" y="140970"/>
                </a:lnTo>
                <a:lnTo>
                  <a:pt x="1386535" y="140970"/>
                </a:lnTo>
                <a:lnTo>
                  <a:pt x="1405528" y="140970"/>
                </a:lnTo>
                <a:lnTo>
                  <a:pt x="1424521" y="140970"/>
                </a:lnTo>
                <a:lnTo>
                  <a:pt x="1443514" y="140970"/>
                </a:lnTo>
                <a:lnTo>
                  <a:pt x="1462507" y="140970"/>
                </a:lnTo>
                <a:lnTo>
                  <a:pt x="1481499" y="140970"/>
                </a:lnTo>
                <a:lnTo>
                  <a:pt x="1500502" y="140970"/>
                </a:lnTo>
                <a:lnTo>
                  <a:pt x="1519495" y="140970"/>
                </a:lnTo>
                <a:lnTo>
                  <a:pt x="1538488" y="140970"/>
                </a:lnTo>
                <a:lnTo>
                  <a:pt x="1557480" y="140970"/>
                </a:lnTo>
                <a:lnTo>
                  <a:pt x="1576473" y="140970"/>
                </a:lnTo>
                <a:lnTo>
                  <a:pt x="1595466" y="140970"/>
                </a:lnTo>
                <a:lnTo>
                  <a:pt x="1614459" y="140970"/>
                </a:lnTo>
                <a:lnTo>
                  <a:pt x="1633452" y="140970"/>
                </a:lnTo>
                <a:lnTo>
                  <a:pt x="1651997" y="138770"/>
                </a:lnTo>
                <a:lnTo>
                  <a:pt x="1669475" y="131331"/>
                </a:lnTo>
                <a:lnTo>
                  <a:pt x="1686954" y="123901"/>
                </a:lnTo>
                <a:lnTo>
                  <a:pt x="1704432" y="116462"/>
                </a:lnTo>
                <a:lnTo>
                  <a:pt x="1721910" y="109033"/>
                </a:lnTo>
                <a:lnTo>
                  <a:pt x="1739389" y="101603"/>
                </a:lnTo>
                <a:lnTo>
                  <a:pt x="1756867" y="94164"/>
                </a:lnTo>
                <a:lnTo>
                  <a:pt x="1774346" y="86735"/>
                </a:lnTo>
                <a:lnTo>
                  <a:pt x="1791824" y="79296"/>
                </a:lnTo>
                <a:lnTo>
                  <a:pt x="1809302" y="71866"/>
                </a:lnTo>
                <a:lnTo>
                  <a:pt x="1826781" y="64437"/>
                </a:lnTo>
                <a:lnTo>
                  <a:pt x="1844259" y="56998"/>
                </a:lnTo>
                <a:lnTo>
                  <a:pt x="1861737" y="49568"/>
                </a:lnTo>
                <a:lnTo>
                  <a:pt x="1879225" y="42129"/>
                </a:lnTo>
                <a:lnTo>
                  <a:pt x="1896704" y="34700"/>
                </a:lnTo>
                <a:lnTo>
                  <a:pt x="1914182" y="27270"/>
                </a:lnTo>
                <a:lnTo>
                  <a:pt x="1931660" y="19831"/>
                </a:lnTo>
                <a:lnTo>
                  <a:pt x="1949139" y="12402"/>
                </a:lnTo>
                <a:lnTo>
                  <a:pt x="1966617" y="4963"/>
                </a:lnTo>
                <a:lnTo>
                  <a:pt x="1971980" y="0"/>
                </a:lnTo>
                <a:lnTo>
                  <a:pt x="1952987" y="0"/>
                </a:lnTo>
                <a:lnTo>
                  <a:pt x="1933994" y="0"/>
                </a:lnTo>
                <a:lnTo>
                  <a:pt x="1915001" y="0"/>
                </a:lnTo>
                <a:lnTo>
                  <a:pt x="1896008" y="0"/>
                </a:lnTo>
                <a:lnTo>
                  <a:pt x="1877016" y="0"/>
                </a:lnTo>
                <a:lnTo>
                  <a:pt x="1858023" y="0"/>
                </a:lnTo>
                <a:lnTo>
                  <a:pt x="1839030" y="0"/>
                </a:lnTo>
                <a:lnTo>
                  <a:pt x="1820037" y="0"/>
                </a:lnTo>
                <a:lnTo>
                  <a:pt x="1801035" y="0"/>
                </a:lnTo>
                <a:lnTo>
                  <a:pt x="1782042" y="0"/>
                </a:lnTo>
                <a:lnTo>
                  <a:pt x="1763049" y="0"/>
                </a:lnTo>
                <a:lnTo>
                  <a:pt x="1744056" y="0"/>
                </a:lnTo>
                <a:lnTo>
                  <a:pt x="1725063" y="0"/>
                </a:lnTo>
                <a:lnTo>
                  <a:pt x="1706070" y="0"/>
                </a:lnTo>
                <a:lnTo>
                  <a:pt x="1687078" y="0"/>
                </a:lnTo>
                <a:lnTo>
                  <a:pt x="1668085" y="0"/>
                </a:lnTo>
                <a:lnTo>
                  <a:pt x="1649092" y="0"/>
                </a:lnTo>
                <a:lnTo>
                  <a:pt x="1630099" y="0"/>
                </a:lnTo>
                <a:lnTo>
                  <a:pt x="1611106" y="0"/>
                </a:lnTo>
                <a:lnTo>
                  <a:pt x="1592113" y="0"/>
                </a:lnTo>
                <a:lnTo>
                  <a:pt x="1573111" y="0"/>
                </a:lnTo>
                <a:lnTo>
                  <a:pt x="1554118" y="0"/>
                </a:lnTo>
                <a:lnTo>
                  <a:pt x="1535125" y="0"/>
                </a:lnTo>
                <a:lnTo>
                  <a:pt x="1516132" y="0"/>
                </a:lnTo>
                <a:lnTo>
                  <a:pt x="1497140" y="0"/>
                </a:lnTo>
                <a:lnTo>
                  <a:pt x="1478147" y="0"/>
                </a:lnTo>
                <a:lnTo>
                  <a:pt x="1459154" y="0"/>
                </a:lnTo>
                <a:lnTo>
                  <a:pt x="1440161" y="0"/>
                </a:lnTo>
                <a:lnTo>
                  <a:pt x="1421168" y="0"/>
                </a:lnTo>
                <a:lnTo>
                  <a:pt x="1402175" y="0"/>
                </a:lnTo>
                <a:lnTo>
                  <a:pt x="1383182" y="0"/>
                </a:lnTo>
                <a:lnTo>
                  <a:pt x="1364190" y="0"/>
                </a:lnTo>
                <a:lnTo>
                  <a:pt x="1345187" y="0"/>
                </a:lnTo>
                <a:lnTo>
                  <a:pt x="1326194" y="0"/>
                </a:lnTo>
                <a:lnTo>
                  <a:pt x="1307201" y="0"/>
                </a:lnTo>
                <a:lnTo>
                  <a:pt x="1288209" y="0"/>
                </a:lnTo>
                <a:lnTo>
                  <a:pt x="1269216" y="0"/>
                </a:lnTo>
                <a:lnTo>
                  <a:pt x="1250223" y="0"/>
                </a:lnTo>
                <a:lnTo>
                  <a:pt x="1231230" y="0"/>
                </a:lnTo>
                <a:lnTo>
                  <a:pt x="1212237" y="0"/>
                </a:lnTo>
                <a:lnTo>
                  <a:pt x="1193244" y="0"/>
                </a:lnTo>
                <a:lnTo>
                  <a:pt x="1174252" y="0"/>
                </a:lnTo>
                <a:lnTo>
                  <a:pt x="1155259" y="0"/>
                </a:lnTo>
                <a:lnTo>
                  <a:pt x="1136266" y="0"/>
                </a:lnTo>
                <a:lnTo>
                  <a:pt x="1117263" y="0"/>
                </a:lnTo>
                <a:lnTo>
                  <a:pt x="1098271" y="0"/>
                </a:lnTo>
                <a:lnTo>
                  <a:pt x="1079278" y="0"/>
                </a:lnTo>
                <a:lnTo>
                  <a:pt x="1060285" y="0"/>
                </a:lnTo>
                <a:lnTo>
                  <a:pt x="1041292" y="0"/>
                </a:lnTo>
                <a:lnTo>
                  <a:pt x="1022299" y="0"/>
                </a:lnTo>
                <a:lnTo>
                  <a:pt x="1003306" y="0"/>
                </a:lnTo>
                <a:lnTo>
                  <a:pt x="984314" y="0"/>
                </a:lnTo>
                <a:lnTo>
                  <a:pt x="965321" y="0"/>
                </a:lnTo>
                <a:lnTo>
                  <a:pt x="946328" y="0"/>
                </a:lnTo>
                <a:lnTo>
                  <a:pt x="927335" y="0"/>
                </a:lnTo>
                <a:lnTo>
                  <a:pt x="908342" y="0"/>
                </a:lnTo>
                <a:lnTo>
                  <a:pt x="889349" y="0"/>
                </a:lnTo>
                <a:lnTo>
                  <a:pt x="870347" y="0"/>
                </a:lnTo>
                <a:lnTo>
                  <a:pt x="851354" y="0"/>
                </a:lnTo>
                <a:lnTo>
                  <a:pt x="832361" y="0"/>
                </a:lnTo>
                <a:lnTo>
                  <a:pt x="813368" y="0"/>
                </a:lnTo>
                <a:lnTo>
                  <a:pt x="794375" y="0"/>
                </a:lnTo>
                <a:lnTo>
                  <a:pt x="775383" y="0"/>
                </a:lnTo>
                <a:lnTo>
                  <a:pt x="756390" y="0"/>
                </a:lnTo>
                <a:lnTo>
                  <a:pt x="737397" y="0"/>
                </a:lnTo>
                <a:lnTo>
                  <a:pt x="718404" y="0"/>
                </a:lnTo>
                <a:lnTo>
                  <a:pt x="699411" y="0"/>
                </a:lnTo>
                <a:lnTo>
                  <a:pt x="680418" y="0"/>
                </a:lnTo>
                <a:lnTo>
                  <a:pt x="661426" y="0"/>
                </a:lnTo>
                <a:lnTo>
                  <a:pt x="642423" y="0"/>
                </a:lnTo>
                <a:lnTo>
                  <a:pt x="623430" y="0"/>
                </a:lnTo>
                <a:lnTo>
                  <a:pt x="604437" y="0"/>
                </a:lnTo>
                <a:lnTo>
                  <a:pt x="585445" y="0"/>
                </a:lnTo>
                <a:lnTo>
                  <a:pt x="566452" y="0"/>
                </a:lnTo>
                <a:lnTo>
                  <a:pt x="547459" y="0"/>
                </a:lnTo>
                <a:lnTo>
                  <a:pt x="528466" y="0"/>
                </a:lnTo>
                <a:lnTo>
                  <a:pt x="509473" y="0"/>
                </a:lnTo>
                <a:lnTo>
                  <a:pt x="490480" y="0"/>
                </a:lnTo>
                <a:lnTo>
                  <a:pt x="471488" y="0"/>
                </a:lnTo>
                <a:lnTo>
                  <a:pt x="452495" y="0"/>
                </a:lnTo>
                <a:lnTo>
                  <a:pt x="433502" y="0"/>
                </a:lnTo>
                <a:lnTo>
                  <a:pt x="415433" y="5839"/>
                </a:lnTo>
                <a:lnTo>
                  <a:pt x="397364" y="11716"/>
                </a:lnTo>
                <a:lnTo>
                  <a:pt x="379305" y="17593"/>
                </a:lnTo>
                <a:lnTo>
                  <a:pt x="361245" y="23460"/>
                </a:lnTo>
                <a:lnTo>
                  <a:pt x="343176" y="29337"/>
                </a:lnTo>
                <a:lnTo>
                  <a:pt x="325117" y="35214"/>
                </a:lnTo>
                <a:lnTo>
                  <a:pt x="307057" y="41091"/>
                </a:lnTo>
                <a:lnTo>
                  <a:pt x="288998" y="46968"/>
                </a:lnTo>
                <a:lnTo>
                  <a:pt x="270929" y="52835"/>
                </a:lnTo>
                <a:lnTo>
                  <a:pt x="252870" y="58712"/>
                </a:lnTo>
                <a:lnTo>
                  <a:pt x="234810" y="64589"/>
                </a:lnTo>
                <a:lnTo>
                  <a:pt x="216741" y="70466"/>
                </a:lnTo>
                <a:lnTo>
                  <a:pt x="198682" y="76343"/>
                </a:lnTo>
                <a:lnTo>
                  <a:pt x="180623" y="82210"/>
                </a:lnTo>
                <a:lnTo>
                  <a:pt x="162563" y="88087"/>
                </a:lnTo>
                <a:lnTo>
                  <a:pt x="144494" y="93964"/>
                </a:lnTo>
                <a:lnTo>
                  <a:pt x="126435" y="99841"/>
                </a:lnTo>
                <a:lnTo>
                  <a:pt x="108375" y="105718"/>
                </a:lnTo>
                <a:lnTo>
                  <a:pt x="90307" y="111595"/>
                </a:lnTo>
                <a:lnTo>
                  <a:pt x="72247" y="117462"/>
                </a:lnTo>
                <a:lnTo>
                  <a:pt x="54188" y="123339"/>
                </a:lnTo>
                <a:lnTo>
                  <a:pt x="36128" y="129216"/>
                </a:lnTo>
                <a:lnTo>
                  <a:pt x="18059" y="135093"/>
                </a:lnTo>
                <a:lnTo>
                  <a:pt x="0" y="140970"/>
                </a:lnTo>
              </a:path>
            </a:pathLst>
          </a:custGeom>
          <a:solidFill xmlns:a="http://schemas.openxmlformats.org/drawingml/2006/main">
            <a:srgbClr val="ADC6D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1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8BA30886-8324-4BF5-AFAE-C1F72D00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3643" y="2312646"/>
            <a:ext cx="1810655" cy="140970"/>
          </a:xfrm>
          <a:custGeom xmlns:a="http://schemas.openxmlformats.org/drawingml/2006/main">
            <a:pathLst>
              <a:path w="1810655" h="140970">
                <a:moveTo>
                  <a:pt x="0" y="140970"/>
                </a:moveTo>
                <a:lnTo>
                  <a:pt x="18955" y="140970"/>
                </a:lnTo>
                <a:lnTo>
                  <a:pt x="37919" y="140970"/>
                </a:lnTo>
                <a:lnTo>
                  <a:pt x="56874" y="140970"/>
                </a:lnTo>
                <a:lnTo>
                  <a:pt x="75829" y="140970"/>
                </a:lnTo>
                <a:lnTo>
                  <a:pt x="94793" y="140970"/>
                </a:lnTo>
                <a:lnTo>
                  <a:pt x="113748" y="140970"/>
                </a:lnTo>
                <a:lnTo>
                  <a:pt x="132702" y="140970"/>
                </a:lnTo>
                <a:lnTo>
                  <a:pt x="151667" y="140970"/>
                </a:lnTo>
                <a:lnTo>
                  <a:pt x="170621" y="140970"/>
                </a:lnTo>
                <a:lnTo>
                  <a:pt x="189576" y="140970"/>
                </a:lnTo>
                <a:lnTo>
                  <a:pt x="208540" y="140970"/>
                </a:lnTo>
                <a:lnTo>
                  <a:pt x="227495" y="140970"/>
                </a:lnTo>
                <a:lnTo>
                  <a:pt x="246459" y="140970"/>
                </a:lnTo>
                <a:lnTo>
                  <a:pt x="265414" y="140970"/>
                </a:lnTo>
                <a:lnTo>
                  <a:pt x="284369" y="140970"/>
                </a:lnTo>
                <a:lnTo>
                  <a:pt x="303333" y="140970"/>
                </a:lnTo>
                <a:lnTo>
                  <a:pt x="322288" y="140970"/>
                </a:lnTo>
                <a:lnTo>
                  <a:pt x="341243" y="140970"/>
                </a:lnTo>
                <a:lnTo>
                  <a:pt x="360207" y="140970"/>
                </a:lnTo>
                <a:lnTo>
                  <a:pt x="379162" y="140970"/>
                </a:lnTo>
                <a:lnTo>
                  <a:pt x="398116" y="140970"/>
                </a:lnTo>
                <a:lnTo>
                  <a:pt x="417081" y="140970"/>
                </a:lnTo>
                <a:lnTo>
                  <a:pt x="436035" y="140970"/>
                </a:lnTo>
                <a:lnTo>
                  <a:pt x="454990" y="140970"/>
                </a:lnTo>
                <a:lnTo>
                  <a:pt x="473954" y="140970"/>
                </a:lnTo>
                <a:lnTo>
                  <a:pt x="492909" y="140970"/>
                </a:lnTo>
                <a:lnTo>
                  <a:pt x="511864" y="140970"/>
                </a:lnTo>
                <a:lnTo>
                  <a:pt x="530828" y="140970"/>
                </a:lnTo>
                <a:lnTo>
                  <a:pt x="549783" y="140970"/>
                </a:lnTo>
                <a:lnTo>
                  <a:pt x="568747" y="140970"/>
                </a:lnTo>
                <a:lnTo>
                  <a:pt x="587702" y="140970"/>
                </a:lnTo>
                <a:lnTo>
                  <a:pt x="606657" y="140970"/>
                </a:lnTo>
                <a:lnTo>
                  <a:pt x="625621" y="140970"/>
                </a:lnTo>
                <a:lnTo>
                  <a:pt x="644576" y="140970"/>
                </a:lnTo>
                <a:lnTo>
                  <a:pt x="663531" y="140970"/>
                </a:lnTo>
                <a:lnTo>
                  <a:pt x="682495" y="140970"/>
                </a:lnTo>
                <a:lnTo>
                  <a:pt x="701450" y="140970"/>
                </a:lnTo>
                <a:lnTo>
                  <a:pt x="720404" y="140970"/>
                </a:lnTo>
                <a:lnTo>
                  <a:pt x="739369" y="140970"/>
                </a:lnTo>
                <a:lnTo>
                  <a:pt x="758323" y="140970"/>
                </a:lnTo>
                <a:lnTo>
                  <a:pt x="777278" y="140970"/>
                </a:lnTo>
                <a:lnTo>
                  <a:pt x="796242" y="140970"/>
                </a:lnTo>
                <a:lnTo>
                  <a:pt x="815197" y="140970"/>
                </a:lnTo>
                <a:lnTo>
                  <a:pt x="834152" y="140970"/>
                </a:lnTo>
                <a:lnTo>
                  <a:pt x="853116" y="140970"/>
                </a:lnTo>
                <a:lnTo>
                  <a:pt x="872071" y="140970"/>
                </a:lnTo>
                <a:lnTo>
                  <a:pt x="891026" y="140970"/>
                </a:lnTo>
                <a:lnTo>
                  <a:pt x="909990" y="140970"/>
                </a:lnTo>
                <a:lnTo>
                  <a:pt x="928945" y="140970"/>
                </a:lnTo>
                <a:lnTo>
                  <a:pt x="947909" y="140970"/>
                </a:lnTo>
                <a:lnTo>
                  <a:pt x="966864" y="140970"/>
                </a:lnTo>
                <a:lnTo>
                  <a:pt x="985818" y="140970"/>
                </a:lnTo>
                <a:lnTo>
                  <a:pt x="1004783" y="140970"/>
                </a:lnTo>
                <a:lnTo>
                  <a:pt x="1023737" y="140970"/>
                </a:lnTo>
                <a:lnTo>
                  <a:pt x="1042692" y="140970"/>
                </a:lnTo>
                <a:lnTo>
                  <a:pt x="1061657" y="140970"/>
                </a:lnTo>
                <a:lnTo>
                  <a:pt x="1080611" y="140970"/>
                </a:lnTo>
                <a:lnTo>
                  <a:pt x="1099566" y="140970"/>
                </a:lnTo>
                <a:lnTo>
                  <a:pt x="1118530" y="140970"/>
                </a:lnTo>
                <a:lnTo>
                  <a:pt x="1137485" y="140970"/>
                </a:lnTo>
                <a:lnTo>
                  <a:pt x="1156440" y="140970"/>
                </a:lnTo>
                <a:lnTo>
                  <a:pt x="1175404" y="140970"/>
                </a:lnTo>
                <a:lnTo>
                  <a:pt x="1194359" y="140970"/>
                </a:lnTo>
                <a:lnTo>
                  <a:pt x="1213314" y="140970"/>
                </a:lnTo>
                <a:lnTo>
                  <a:pt x="1232278" y="140970"/>
                </a:lnTo>
                <a:lnTo>
                  <a:pt x="1251233" y="140970"/>
                </a:lnTo>
                <a:lnTo>
                  <a:pt x="1270187" y="140970"/>
                </a:lnTo>
                <a:lnTo>
                  <a:pt x="1289152" y="140970"/>
                </a:lnTo>
                <a:lnTo>
                  <a:pt x="1308106" y="140970"/>
                </a:lnTo>
                <a:lnTo>
                  <a:pt x="1327071" y="140970"/>
                </a:lnTo>
                <a:lnTo>
                  <a:pt x="1346025" y="140970"/>
                </a:lnTo>
                <a:lnTo>
                  <a:pt x="1364980" y="140970"/>
                </a:lnTo>
                <a:lnTo>
                  <a:pt x="1383944" y="140970"/>
                </a:lnTo>
                <a:lnTo>
                  <a:pt x="1402899" y="140970"/>
                </a:lnTo>
                <a:lnTo>
                  <a:pt x="1421854" y="140970"/>
                </a:lnTo>
                <a:lnTo>
                  <a:pt x="1440818" y="140970"/>
                </a:lnTo>
                <a:lnTo>
                  <a:pt x="1459773" y="140970"/>
                </a:lnTo>
                <a:lnTo>
                  <a:pt x="1478328" y="138941"/>
                </a:lnTo>
                <a:lnTo>
                  <a:pt x="1495816" y="131626"/>
                </a:lnTo>
                <a:lnTo>
                  <a:pt x="1513303" y="124311"/>
                </a:lnTo>
                <a:lnTo>
                  <a:pt x="1530801" y="117005"/>
                </a:lnTo>
                <a:lnTo>
                  <a:pt x="1548289" y="109690"/>
                </a:lnTo>
                <a:lnTo>
                  <a:pt x="1565777" y="102375"/>
                </a:lnTo>
                <a:lnTo>
                  <a:pt x="1583274" y="95060"/>
                </a:lnTo>
                <a:lnTo>
                  <a:pt x="1600762" y="87754"/>
                </a:lnTo>
                <a:lnTo>
                  <a:pt x="1618250" y="80439"/>
                </a:lnTo>
                <a:lnTo>
                  <a:pt x="1635747" y="73123"/>
                </a:lnTo>
                <a:lnTo>
                  <a:pt x="1653235" y="65818"/>
                </a:lnTo>
                <a:lnTo>
                  <a:pt x="1670723" y="58503"/>
                </a:lnTo>
                <a:lnTo>
                  <a:pt x="1688221" y="51187"/>
                </a:lnTo>
                <a:lnTo>
                  <a:pt x="1705708" y="43872"/>
                </a:lnTo>
                <a:lnTo>
                  <a:pt x="1723196" y="36566"/>
                </a:lnTo>
                <a:lnTo>
                  <a:pt x="1740694" y="29251"/>
                </a:lnTo>
                <a:lnTo>
                  <a:pt x="1758182" y="21936"/>
                </a:lnTo>
                <a:lnTo>
                  <a:pt x="1775670" y="14621"/>
                </a:lnTo>
                <a:lnTo>
                  <a:pt x="1793167" y="7315"/>
                </a:lnTo>
                <a:lnTo>
                  <a:pt x="18106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2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500D2B5B-98A9-4717-A868-3D6D1DD9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2258" y="2312646"/>
            <a:ext cx="13820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3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1FDB7138-533D-4E22-8BF5-D035994F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0624" y="1539159"/>
            <a:ext cx="229543" cy="501082"/>
          </a:xfrm>
          <a:custGeom xmlns:a="http://schemas.openxmlformats.org/drawingml/2006/main">
            <a:pathLst>
              <a:path w="229543" h="501082">
                <a:moveTo>
                  <a:pt x="0" y="501082"/>
                </a:moveTo>
                <a:lnTo>
                  <a:pt x="0" y="482175"/>
                </a:lnTo>
                <a:lnTo>
                  <a:pt x="0" y="463277"/>
                </a:lnTo>
                <a:lnTo>
                  <a:pt x="0" y="444370"/>
                </a:lnTo>
                <a:lnTo>
                  <a:pt x="0" y="425472"/>
                </a:lnTo>
                <a:lnTo>
                  <a:pt x="0" y="406565"/>
                </a:lnTo>
                <a:lnTo>
                  <a:pt x="0" y="387668"/>
                </a:lnTo>
                <a:lnTo>
                  <a:pt x="0" y="368760"/>
                </a:lnTo>
                <a:lnTo>
                  <a:pt x="0" y="349863"/>
                </a:lnTo>
                <a:lnTo>
                  <a:pt x="0" y="330956"/>
                </a:lnTo>
                <a:lnTo>
                  <a:pt x="0" y="312058"/>
                </a:lnTo>
                <a:lnTo>
                  <a:pt x="0" y="293151"/>
                </a:lnTo>
                <a:lnTo>
                  <a:pt x="0" y="274253"/>
                </a:lnTo>
                <a:lnTo>
                  <a:pt x="0" y="255346"/>
                </a:lnTo>
                <a:lnTo>
                  <a:pt x="0" y="236449"/>
                </a:lnTo>
                <a:lnTo>
                  <a:pt x="0" y="217541"/>
                </a:lnTo>
                <a:lnTo>
                  <a:pt x="0" y="198644"/>
                </a:lnTo>
                <a:lnTo>
                  <a:pt x="0" y="179737"/>
                </a:lnTo>
                <a:lnTo>
                  <a:pt x="0" y="160839"/>
                </a:lnTo>
                <a:lnTo>
                  <a:pt x="0" y="141932"/>
                </a:lnTo>
                <a:lnTo>
                  <a:pt x="0" y="123034"/>
                </a:lnTo>
                <a:lnTo>
                  <a:pt x="0" y="104127"/>
                </a:lnTo>
                <a:lnTo>
                  <a:pt x="2315" y="86801"/>
                </a:lnTo>
                <a:lnTo>
                  <a:pt x="19926" y="79934"/>
                </a:lnTo>
                <a:lnTo>
                  <a:pt x="37529" y="73066"/>
                </a:lnTo>
                <a:lnTo>
                  <a:pt x="55140" y="66199"/>
                </a:lnTo>
                <a:lnTo>
                  <a:pt x="72752" y="59331"/>
                </a:lnTo>
                <a:lnTo>
                  <a:pt x="90364" y="52464"/>
                </a:lnTo>
                <a:lnTo>
                  <a:pt x="107975" y="45596"/>
                </a:lnTo>
                <a:lnTo>
                  <a:pt x="125587" y="38729"/>
                </a:lnTo>
                <a:lnTo>
                  <a:pt x="143199" y="31852"/>
                </a:lnTo>
                <a:lnTo>
                  <a:pt x="160801" y="24984"/>
                </a:lnTo>
                <a:lnTo>
                  <a:pt x="178413" y="18117"/>
                </a:lnTo>
                <a:lnTo>
                  <a:pt x="196024" y="11249"/>
                </a:lnTo>
                <a:lnTo>
                  <a:pt x="213636" y="4382"/>
                </a:lnTo>
                <a:lnTo>
                  <a:pt x="229543" y="0"/>
                </a:lnTo>
                <a:lnTo>
                  <a:pt x="229543" y="18907"/>
                </a:lnTo>
                <a:lnTo>
                  <a:pt x="229543" y="37805"/>
                </a:lnTo>
                <a:lnTo>
                  <a:pt x="229543" y="56712"/>
                </a:lnTo>
                <a:lnTo>
                  <a:pt x="229543" y="75609"/>
                </a:lnTo>
                <a:lnTo>
                  <a:pt x="229543" y="94517"/>
                </a:lnTo>
                <a:lnTo>
                  <a:pt x="229543" y="113414"/>
                </a:lnTo>
                <a:lnTo>
                  <a:pt x="229543" y="132321"/>
                </a:lnTo>
                <a:lnTo>
                  <a:pt x="229543" y="151219"/>
                </a:lnTo>
                <a:lnTo>
                  <a:pt x="229543" y="170126"/>
                </a:lnTo>
                <a:lnTo>
                  <a:pt x="229543" y="189024"/>
                </a:lnTo>
                <a:lnTo>
                  <a:pt x="229543" y="207931"/>
                </a:lnTo>
                <a:lnTo>
                  <a:pt x="229543" y="226828"/>
                </a:lnTo>
                <a:lnTo>
                  <a:pt x="229543" y="245735"/>
                </a:lnTo>
                <a:lnTo>
                  <a:pt x="229543" y="264633"/>
                </a:lnTo>
                <a:lnTo>
                  <a:pt x="229543" y="283540"/>
                </a:lnTo>
                <a:lnTo>
                  <a:pt x="229543" y="302438"/>
                </a:lnTo>
                <a:lnTo>
                  <a:pt x="229543" y="321345"/>
                </a:lnTo>
                <a:lnTo>
                  <a:pt x="229543" y="340243"/>
                </a:lnTo>
                <a:lnTo>
                  <a:pt x="229543" y="359150"/>
                </a:lnTo>
                <a:lnTo>
                  <a:pt x="229543" y="378047"/>
                </a:lnTo>
                <a:lnTo>
                  <a:pt x="219608" y="390820"/>
                </a:lnTo>
                <a:lnTo>
                  <a:pt x="202711" y="399307"/>
                </a:lnTo>
                <a:lnTo>
                  <a:pt x="185823" y="407784"/>
                </a:lnTo>
                <a:lnTo>
                  <a:pt x="168926" y="416262"/>
                </a:lnTo>
                <a:lnTo>
                  <a:pt x="152038" y="424748"/>
                </a:lnTo>
                <a:lnTo>
                  <a:pt x="135141" y="433226"/>
                </a:lnTo>
                <a:lnTo>
                  <a:pt x="118253" y="441712"/>
                </a:lnTo>
                <a:lnTo>
                  <a:pt x="101356" y="450190"/>
                </a:lnTo>
                <a:lnTo>
                  <a:pt x="84468" y="458676"/>
                </a:lnTo>
                <a:lnTo>
                  <a:pt x="67570" y="467154"/>
                </a:lnTo>
                <a:lnTo>
                  <a:pt x="50683" y="475640"/>
                </a:lnTo>
                <a:lnTo>
                  <a:pt x="33785" y="484118"/>
                </a:lnTo>
                <a:lnTo>
                  <a:pt x="16897" y="492595"/>
                </a:lnTo>
                <a:lnTo>
                  <a:pt x="0" y="501082"/>
                </a:lnTo>
              </a:path>
            </a:pathLst>
          </a:custGeom>
          <a:solidFill xmlns:a="http://schemas.openxmlformats.org/drawingml/2006/main">
            <a:srgbClr val="6B91AA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4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978C4C5B-C8C4-4EC1-8671-A091BF57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3800" y="1924998"/>
            <a:ext cx="1872872" cy="115253"/>
          </a:xfrm>
          <a:custGeom xmlns:a="http://schemas.openxmlformats.org/drawingml/2006/main">
            <a:pathLst>
              <a:path w="1872872" h="115253">
                <a:moveTo>
                  <a:pt x="0" y="115253"/>
                </a:moveTo>
                <a:lnTo>
                  <a:pt x="18993" y="115253"/>
                </a:lnTo>
                <a:lnTo>
                  <a:pt x="37995" y="115253"/>
                </a:lnTo>
                <a:lnTo>
                  <a:pt x="56998" y="115253"/>
                </a:lnTo>
                <a:lnTo>
                  <a:pt x="75990" y="115253"/>
                </a:lnTo>
                <a:lnTo>
                  <a:pt x="94983" y="115253"/>
                </a:lnTo>
                <a:lnTo>
                  <a:pt x="113986" y="115253"/>
                </a:lnTo>
                <a:lnTo>
                  <a:pt x="132988" y="115253"/>
                </a:lnTo>
                <a:lnTo>
                  <a:pt x="151981" y="115253"/>
                </a:lnTo>
                <a:lnTo>
                  <a:pt x="170974" y="115253"/>
                </a:lnTo>
                <a:lnTo>
                  <a:pt x="189976" y="115253"/>
                </a:lnTo>
                <a:lnTo>
                  <a:pt x="208969" y="115253"/>
                </a:lnTo>
                <a:lnTo>
                  <a:pt x="227971" y="115253"/>
                </a:lnTo>
                <a:lnTo>
                  <a:pt x="246964" y="115253"/>
                </a:lnTo>
                <a:lnTo>
                  <a:pt x="265967" y="115253"/>
                </a:lnTo>
                <a:lnTo>
                  <a:pt x="284959" y="115253"/>
                </a:lnTo>
                <a:lnTo>
                  <a:pt x="303962" y="115253"/>
                </a:lnTo>
                <a:lnTo>
                  <a:pt x="322955" y="115253"/>
                </a:lnTo>
                <a:lnTo>
                  <a:pt x="341957" y="115253"/>
                </a:lnTo>
                <a:lnTo>
                  <a:pt x="360950" y="115253"/>
                </a:lnTo>
                <a:lnTo>
                  <a:pt x="379952" y="115253"/>
                </a:lnTo>
                <a:lnTo>
                  <a:pt x="398945" y="115253"/>
                </a:lnTo>
                <a:lnTo>
                  <a:pt x="417947" y="115253"/>
                </a:lnTo>
                <a:lnTo>
                  <a:pt x="436940" y="115253"/>
                </a:lnTo>
                <a:lnTo>
                  <a:pt x="455943" y="115253"/>
                </a:lnTo>
                <a:lnTo>
                  <a:pt x="474936" y="115253"/>
                </a:lnTo>
                <a:lnTo>
                  <a:pt x="493938" y="115253"/>
                </a:lnTo>
                <a:lnTo>
                  <a:pt x="512931" y="115253"/>
                </a:lnTo>
                <a:lnTo>
                  <a:pt x="531933" y="115253"/>
                </a:lnTo>
                <a:lnTo>
                  <a:pt x="550926" y="115253"/>
                </a:lnTo>
                <a:lnTo>
                  <a:pt x="569928" y="115253"/>
                </a:lnTo>
                <a:lnTo>
                  <a:pt x="588921" y="115253"/>
                </a:lnTo>
                <a:lnTo>
                  <a:pt x="607924" y="115253"/>
                </a:lnTo>
                <a:lnTo>
                  <a:pt x="626916" y="115253"/>
                </a:lnTo>
                <a:lnTo>
                  <a:pt x="645919" y="115253"/>
                </a:lnTo>
                <a:lnTo>
                  <a:pt x="664912" y="115253"/>
                </a:lnTo>
                <a:lnTo>
                  <a:pt x="683914" y="115253"/>
                </a:lnTo>
                <a:lnTo>
                  <a:pt x="702907" y="115253"/>
                </a:lnTo>
                <a:lnTo>
                  <a:pt x="721909" y="115253"/>
                </a:lnTo>
                <a:lnTo>
                  <a:pt x="740902" y="115253"/>
                </a:lnTo>
                <a:lnTo>
                  <a:pt x="759905" y="115253"/>
                </a:lnTo>
                <a:lnTo>
                  <a:pt x="778897" y="115253"/>
                </a:lnTo>
                <a:lnTo>
                  <a:pt x="797900" y="115253"/>
                </a:lnTo>
                <a:lnTo>
                  <a:pt x="816893" y="115253"/>
                </a:lnTo>
                <a:lnTo>
                  <a:pt x="835895" y="115253"/>
                </a:lnTo>
                <a:lnTo>
                  <a:pt x="854888" y="115253"/>
                </a:lnTo>
                <a:lnTo>
                  <a:pt x="873890" y="115253"/>
                </a:lnTo>
                <a:lnTo>
                  <a:pt x="892883" y="115253"/>
                </a:lnTo>
                <a:lnTo>
                  <a:pt x="911885" y="115253"/>
                </a:lnTo>
                <a:lnTo>
                  <a:pt x="930878" y="115253"/>
                </a:lnTo>
                <a:lnTo>
                  <a:pt x="949881" y="115253"/>
                </a:lnTo>
                <a:lnTo>
                  <a:pt x="968873" y="115253"/>
                </a:lnTo>
                <a:lnTo>
                  <a:pt x="987876" y="115253"/>
                </a:lnTo>
                <a:lnTo>
                  <a:pt x="1006869" y="115253"/>
                </a:lnTo>
                <a:lnTo>
                  <a:pt x="1025871" y="115253"/>
                </a:lnTo>
                <a:lnTo>
                  <a:pt x="1044864" y="115253"/>
                </a:lnTo>
                <a:lnTo>
                  <a:pt x="1063866" y="115253"/>
                </a:lnTo>
                <a:lnTo>
                  <a:pt x="1082859" y="115253"/>
                </a:lnTo>
                <a:lnTo>
                  <a:pt x="1101862" y="115253"/>
                </a:lnTo>
                <a:lnTo>
                  <a:pt x="1120854" y="115253"/>
                </a:lnTo>
                <a:lnTo>
                  <a:pt x="1139857" y="115253"/>
                </a:lnTo>
                <a:lnTo>
                  <a:pt x="1158850" y="115253"/>
                </a:lnTo>
                <a:lnTo>
                  <a:pt x="1177852" y="115253"/>
                </a:lnTo>
                <a:lnTo>
                  <a:pt x="1196845" y="115253"/>
                </a:lnTo>
                <a:lnTo>
                  <a:pt x="1215847" y="115253"/>
                </a:lnTo>
                <a:lnTo>
                  <a:pt x="1234840" y="115253"/>
                </a:lnTo>
                <a:lnTo>
                  <a:pt x="1253842" y="115253"/>
                </a:lnTo>
                <a:lnTo>
                  <a:pt x="1272835" y="115253"/>
                </a:lnTo>
                <a:lnTo>
                  <a:pt x="1291838" y="115253"/>
                </a:lnTo>
                <a:lnTo>
                  <a:pt x="1310831" y="115253"/>
                </a:lnTo>
                <a:lnTo>
                  <a:pt x="1329833" y="115253"/>
                </a:lnTo>
                <a:lnTo>
                  <a:pt x="1348826" y="115253"/>
                </a:lnTo>
                <a:lnTo>
                  <a:pt x="1367828" y="115253"/>
                </a:lnTo>
                <a:lnTo>
                  <a:pt x="1386821" y="115253"/>
                </a:lnTo>
                <a:lnTo>
                  <a:pt x="1405823" y="115253"/>
                </a:lnTo>
                <a:lnTo>
                  <a:pt x="1424816" y="115253"/>
                </a:lnTo>
                <a:lnTo>
                  <a:pt x="1443819" y="115253"/>
                </a:lnTo>
                <a:lnTo>
                  <a:pt x="1462811" y="115253"/>
                </a:lnTo>
                <a:lnTo>
                  <a:pt x="1481814" y="115253"/>
                </a:lnTo>
                <a:lnTo>
                  <a:pt x="1500807" y="115253"/>
                </a:lnTo>
                <a:lnTo>
                  <a:pt x="1519809" y="115253"/>
                </a:lnTo>
                <a:lnTo>
                  <a:pt x="1538802" y="115253"/>
                </a:lnTo>
                <a:lnTo>
                  <a:pt x="1557804" y="115253"/>
                </a:lnTo>
                <a:lnTo>
                  <a:pt x="1576797" y="115253"/>
                </a:lnTo>
                <a:lnTo>
                  <a:pt x="1595799" y="115253"/>
                </a:lnTo>
                <a:lnTo>
                  <a:pt x="1614792" y="115253"/>
                </a:lnTo>
                <a:lnTo>
                  <a:pt x="1633795" y="115253"/>
                </a:lnTo>
                <a:lnTo>
                  <a:pt x="1652159" y="112576"/>
                </a:lnTo>
                <a:lnTo>
                  <a:pt x="1669132" y="104051"/>
                </a:lnTo>
                <a:lnTo>
                  <a:pt x="1686116" y="95526"/>
                </a:lnTo>
                <a:lnTo>
                  <a:pt x="1703089" y="87001"/>
                </a:lnTo>
                <a:lnTo>
                  <a:pt x="1720072" y="78476"/>
                </a:lnTo>
                <a:lnTo>
                  <a:pt x="1737046" y="69952"/>
                </a:lnTo>
                <a:lnTo>
                  <a:pt x="1754029" y="61427"/>
                </a:lnTo>
                <a:lnTo>
                  <a:pt x="1771002" y="52902"/>
                </a:lnTo>
                <a:lnTo>
                  <a:pt x="1787976" y="44377"/>
                </a:lnTo>
                <a:lnTo>
                  <a:pt x="1804959" y="35852"/>
                </a:lnTo>
                <a:lnTo>
                  <a:pt x="1821932" y="27337"/>
                </a:lnTo>
                <a:lnTo>
                  <a:pt x="1838916" y="18812"/>
                </a:lnTo>
                <a:lnTo>
                  <a:pt x="1855889" y="10287"/>
                </a:lnTo>
                <a:lnTo>
                  <a:pt x="1872872" y="1762"/>
                </a:lnTo>
                <a:lnTo>
                  <a:pt x="1861299" y="0"/>
                </a:lnTo>
                <a:lnTo>
                  <a:pt x="1842297" y="0"/>
                </a:lnTo>
                <a:lnTo>
                  <a:pt x="1823304" y="0"/>
                </a:lnTo>
                <a:lnTo>
                  <a:pt x="1804302" y="0"/>
                </a:lnTo>
                <a:lnTo>
                  <a:pt x="1785309" y="0"/>
                </a:lnTo>
                <a:lnTo>
                  <a:pt x="1766306" y="0"/>
                </a:lnTo>
                <a:lnTo>
                  <a:pt x="1747314" y="0"/>
                </a:lnTo>
                <a:lnTo>
                  <a:pt x="1728311" y="0"/>
                </a:lnTo>
                <a:lnTo>
                  <a:pt x="1709318" y="0"/>
                </a:lnTo>
                <a:lnTo>
                  <a:pt x="1690316" y="0"/>
                </a:lnTo>
                <a:lnTo>
                  <a:pt x="1671323" y="0"/>
                </a:lnTo>
                <a:lnTo>
                  <a:pt x="1652321" y="0"/>
                </a:lnTo>
                <a:lnTo>
                  <a:pt x="1633328" y="0"/>
                </a:lnTo>
                <a:lnTo>
                  <a:pt x="1614326" y="0"/>
                </a:lnTo>
                <a:lnTo>
                  <a:pt x="1595333" y="0"/>
                </a:lnTo>
                <a:lnTo>
                  <a:pt x="1576330" y="0"/>
                </a:lnTo>
                <a:lnTo>
                  <a:pt x="1557338" y="0"/>
                </a:lnTo>
                <a:lnTo>
                  <a:pt x="1538335" y="0"/>
                </a:lnTo>
                <a:lnTo>
                  <a:pt x="1519342" y="0"/>
                </a:lnTo>
                <a:lnTo>
                  <a:pt x="1500340" y="0"/>
                </a:lnTo>
                <a:lnTo>
                  <a:pt x="1481347" y="0"/>
                </a:lnTo>
                <a:lnTo>
                  <a:pt x="1462345" y="0"/>
                </a:lnTo>
                <a:lnTo>
                  <a:pt x="1443352" y="0"/>
                </a:lnTo>
                <a:lnTo>
                  <a:pt x="1424349" y="0"/>
                </a:lnTo>
                <a:lnTo>
                  <a:pt x="1405357" y="0"/>
                </a:lnTo>
                <a:lnTo>
                  <a:pt x="1386354" y="0"/>
                </a:lnTo>
                <a:lnTo>
                  <a:pt x="1367361" y="0"/>
                </a:lnTo>
                <a:lnTo>
                  <a:pt x="1348359" y="0"/>
                </a:lnTo>
                <a:lnTo>
                  <a:pt x="1329366" y="0"/>
                </a:lnTo>
                <a:lnTo>
                  <a:pt x="1310364" y="0"/>
                </a:lnTo>
                <a:lnTo>
                  <a:pt x="1291371" y="0"/>
                </a:lnTo>
                <a:lnTo>
                  <a:pt x="1272369" y="0"/>
                </a:lnTo>
                <a:lnTo>
                  <a:pt x="1253376" y="0"/>
                </a:lnTo>
                <a:lnTo>
                  <a:pt x="1234373" y="0"/>
                </a:lnTo>
                <a:lnTo>
                  <a:pt x="1215380" y="0"/>
                </a:lnTo>
                <a:lnTo>
                  <a:pt x="1196378" y="0"/>
                </a:lnTo>
                <a:lnTo>
                  <a:pt x="1177385" y="0"/>
                </a:lnTo>
                <a:lnTo>
                  <a:pt x="1158383" y="0"/>
                </a:lnTo>
                <a:lnTo>
                  <a:pt x="1139390" y="0"/>
                </a:lnTo>
                <a:lnTo>
                  <a:pt x="1120388" y="0"/>
                </a:lnTo>
                <a:lnTo>
                  <a:pt x="1101395" y="0"/>
                </a:lnTo>
                <a:lnTo>
                  <a:pt x="1082392" y="0"/>
                </a:lnTo>
                <a:lnTo>
                  <a:pt x="1063400" y="0"/>
                </a:lnTo>
                <a:lnTo>
                  <a:pt x="1044397" y="0"/>
                </a:lnTo>
                <a:lnTo>
                  <a:pt x="1025404" y="0"/>
                </a:lnTo>
                <a:lnTo>
                  <a:pt x="1006402" y="0"/>
                </a:lnTo>
                <a:lnTo>
                  <a:pt x="987409" y="0"/>
                </a:lnTo>
                <a:lnTo>
                  <a:pt x="968407" y="0"/>
                </a:lnTo>
                <a:lnTo>
                  <a:pt x="949414" y="0"/>
                </a:lnTo>
                <a:lnTo>
                  <a:pt x="930412" y="0"/>
                </a:lnTo>
                <a:lnTo>
                  <a:pt x="911419" y="0"/>
                </a:lnTo>
                <a:lnTo>
                  <a:pt x="892416" y="0"/>
                </a:lnTo>
                <a:lnTo>
                  <a:pt x="873423" y="0"/>
                </a:lnTo>
                <a:lnTo>
                  <a:pt x="854421" y="0"/>
                </a:lnTo>
                <a:lnTo>
                  <a:pt x="835428" y="0"/>
                </a:lnTo>
                <a:lnTo>
                  <a:pt x="816426" y="0"/>
                </a:lnTo>
                <a:lnTo>
                  <a:pt x="797433" y="0"/>
                </a:lnTo>
                <a:lnTo>
                  <a:pt x="778431" y="0"/>
                </a:lnTo>
                <a:lnTo>
                  <a:pt x="759438" y="0"/>
                </a:lnTo>
                <a:lnTo>
                  <a:pt x="740435" y="0"/>
                </a:lnTo>
                <a:lnTo>
                  <a:pt x="721443" y="0"/>
                </a:lnTo>
                <a:lnTo>
                  <a:pt x="702440" y="0"/>
                </a:lnTo>
                <a:lnTo>
                  <a:pt x="683447" y="0"/>
                </a:lnTo>
                <a:lnTo>
                  <a:pt x="664445" y="0"/>
                </a:lnTo>
                <a:lnTo>
                  <a:pt x="645452" y="0"/>
                </a:lnTo>
                <a:lnTo>
                  <a:pt x="626450" y="0"/>
                </a:lnTo>
                <a:lnTo>
                  <a:pt x="607457" y="0"/>
                </a:lnTo>
                <a:lnTo>
                  <a:pt x="588455" y="0"/>
                </a:lnTo>
                <a:lnTo>
                  <a:pt x="569462" y="0"/>
                </a:lnTo>
                <a:lnTo>
                  <a:pt x="550459" y="0"/>
                </a:lnTo>
                <a:lnTo>
                  <a:pt x="531466" y="0"/>
                </a:lnTo>
                <a:lnTo>
                  <a:pt x="512464" y="0"/>
                </a:lnTo>
                <a:lnTo>
                  <a:pt x="493471" y="0"/>
                </a:lnTo>
                <a:lnTo>
                  <a:pt x="474469" y="0"/>
                </a:lnTo>
                <a:lnTo>
                  <a:pt x="455476" y="0"/>
                </a:lnTo>
                <a:lnTo>
                  <a:pt x="436474" y="0"/>
                </a:lnTo>
                <a:lnTo>
                  <a:pt x="417481" y="0"/>
                </a:lnTo>
                <a:lnTo>
                  <a:pt x="398478" y="0"/>
                </a:lnTo>
                <a:lnTo>
                  <a:pt x="379486" y="0"/>
                </a:lnTo>
                <a:lnTo>
                  <a:pt x="360483" y="0"/>
                </a:lnTo>
                <a:lnTo>
                  <a:pt x="341490" y="0"/>
                </a:lnTo>
                <a:lnTo>
                  <a:pt x="322993" y="2943"/>
                </a:lnTo>
                <a:lnTo>
                  <a:pt x="305048" y="9182"/>
                </a:lnTo>
                <a:lnTo>
                  <a:pt x="287103" y="15421"/>
                </a:lnTo>
                <a:lnTo>
                  <a:pt x="269157" y="21660"/>
                </a:lnTo>
                <a:lnTo>
                  <a:pt x="251212" y="27899"/>
                </a:lnTo>
                <a:lnTo>
                  <a:pt x="233267" y="34138"/>
                </a:lnTo>
                <a:lnTo>
                  <a:pt x="215322" y="40376"/>
                </a:lnTo>
                <a:lnTo>
                  <a:pt x="197387" y="46615"/>
                </a:lnTo>
                <a:lnTo>
                  <a:pt x="179441" y="52854"/>
                </a:lnTo>
                <a:lnTo>
                  <a:pt x="161496" y="59093"/>
                </a:lnTo>
                <a:lnTo>
                  <a:pt x="143551" y="65332"/>
                </a:lnTo>
                <a:lnTo>
                  <a:pt x="125606" y="71580"/>
                </a:lnTo>
                <a:lnTo>
                  <a:pt x="107661" y="77819"/>
                </a:lnTo>
                <a:lnTo>
                  <a:pt x="89716" y="84058"/>
                </a:lnTo>
                <a:lnTo>
                  <a:pt x="71771" y="90297"/>
                </a:lnTo>
                <a:lnTo>
                  <a:pt x="53835" y="96536"/>
                </a:lnTo>
                <a:lnTo>
                  <a:pt x="35890" y="102775"/>
                </a:lnTo>
                <a:lnTo>
                  <a:pt x="17945" y="109014"/>
                </a:lnTo>
                <a:lnTo>
                  <a:pt x="0" y="115253"/>
                </a:lnTo>
              </a:path>
            </a:pathLst>
          </a:custGeom>
          <a:solidFill xmlns:a="http://schemas.openxmlformats.org/drawingml/2006/main">
            <a:srgbClr val="91B1C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5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30F67500-6199-47FB-A6E3-84560C9B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0468" y="1924998"/>
            <a:ext cx="1708737" cy="115253"/>
          </a:xfrm>
          <a:custGeom xmlns:a="http://schemas.openxmlformats.org/drawingml/2006/main">
            <a:pathLst>
              <a:path w="1708737" h="115253">
                <a:moveTo>
                  <a:pt x="0" y="115253"/>
                </a:moveTo>
                <a:lnTo>
                  <a:pt x="18860" y="115253"/>
                </a:lnTo>
                <a:lnTo>
                  <a:pt x="37729" y="115253"/>
                </a:lnTo>
                <a:lnTo>
                  <a:pt x="56588" y="115253"/>
                </a:lnTo>
                <a:lnTo>
                  <a:pt x="75457" y="115253"/>
                </a:lnTo>
                <a:lnTo>
                  <a:pt x="94317" y="115253"/>
                </a:lnTo>
                <a:lnTo>
                  <a:pt x="113186" y="115253"/>
                </a:lnTo>
                <a:lnTo>
                  <a:pt x="132045" y="115253"/>
                </a:lnTo>
                <a:lnTo>
                  <a:pt x="150905" y="115253"/>
                </a:lnTo>
                <a:lnTo>
                  <a:pt x="169774" y="115253"/>
                </a:lnTo>
                <a:lnTo>
                  <a:pt x="188633" y="115253"/>
                </a:lnTo>
                <a:lnTo>
                  <a:pt x="207502" y="115253"/>
                </a:lnTo>
                <a:lnTo>
                  <a:pt x="226362" y="115253"/>
                </a:lnTo>
                <a:lnTo>
                  <a:pt x="245231" y="115253"/>
                </a:lnTo>
                <a:lnTo>
                  <a:pt x="264090" y="115253"/>
                </a:lnTo>
                <a:lnTo>
                  <a:pt x="282950" y="115253"/>
                </a:lnTo>
                <a:lnTo>
                  <a:pt x="301819" y="115253"/>
                </a:lnTo>
                <a:lnTo>
                  <a:pt x="320678" y="115253"/>
                </a:lnTo>
                <a:lnTo>
                  <a:pt x="339547" y="115253"/>
                </a:lnTo>
                <a:lnTo>
                  <a:pt x="358407" y="115253"/>
                </a:lnTo>
                <a:lnTo>
                  <a:pt x="377276" y="115253"/>
                </a:lnTo>
                <a:lnTo>
                  <a:pt x="396135" y="115253"/>
                </a:lnTo>
                <a:lnTo>
                  <a:pt x="414995" y="115253"/>
                </a:lnTo>
                <a:lnTo>
                  <a:pt x="433864" y="115253"/>
                </a:lnTo>
                <a:lnTo>
                  <a:pt x="452723" y="115253"/>
                </a:lnTo>
                <a:lnTo>
                  <a:pt x="471592" y="115253"/>
                </a:lnTo>
                <a:lnTo>
                  <a:pt x="490452" y="115253"/>
                </a:lnTo>
                <a:lnTo>
                  <a:pt x="509321" y="115253"/>
                </a:lnTo>
                <a:lnTo>
                  <a:pt x="528180" y="115253"/>
                </a:lnTo>
                <a:lnTo>
                  <a:pt x="547040" y="115253"/>
                </a:lnTo>
                <a:lnTo>
                  <a:pt x="565909" y="115253"/>
                </a:lnTo>
                <a:lnTo>
                  <a:pt x="584768" y="115253"/>
                </a:lnTo>
                <a:lnTo>
                  <a:pt x="603637" y="115253"/>
                </a:lnTo>
                <a:lnTo>
                  <a:pt x="622497" y="115253"/>
                </a:lnTo>
                <a:lnTo>
                  <a:pt x="641366" y="115253"/>
                </a:lnTo>
                <a:lnTo>
                  <a:pt x="660225" y="115253"/>
                </a:lnTo>
                <a:lnTo>
                  <a:pt x="679085" y="115253"/>
                </a:lnTo>
                <a:lnTo>
                  <a:pt x="697954" y="115253"/>
                </a:lnTo>
                <a:lnTo>
                  <a:pt x="716813" y="115253"/>
                </a:lnTo>
                <a:lnTo>
                  <a:pt x="735682" y="115253"/>
                </a:lnTo>
                <a:lnTo>
                  <a:pt x="754542" y="115253"/>
                </a:lnTo>
                <a:lnTo>
                  <a:pt x="773411" y="115253"/>
                </a:lnTo>
                <a:lnTo>
                  <a:pt x="792270" y="115253"/>
                </a:lnTo>
                <a:lnTo>
                  <a:pt x="811130" y="115253"/>
                </a:lnTo>
                <a:lnTo>
                  <a:pt x="829999" y="115253"/>
                </a:lnTo>
                <a:lnTo>
                  <a:pt x="848858" y="115253"/>
                </a:lnTo>
                <a:lnTo>
                  <a:pt x="867728" y="115253"/>
                </a:lnTo>
                <a:lnTo>
                  <a:pt x="886587" y="115253"/>
                </a:lnTo>
                <a:lnTo>
                  <a:pt x="905456" y="115253"/>
                </a:lnTo>
                <a:lnTo>
                  <a:pt x="924316" y="115253"/>
                </a:lnTo>
                <a:lnTo>
                  <a:pt x="943185" y="115253"/>
                </a:lnTo>
                <a:lnTo>
                  <a:pt x="962044" y="115253"/>
                </a:lnTo>
                <a:lnTo>
                  <a:pt x="980904" y="115253"/>
                </a:lnTo>
                <a:lnTo>
                  <a:pt x="999773" y="115253"/>
                </a:lnTo>
                <a:lnTo>
                  <a:pt x="1018632" y="115253"/>
                </a:lnTo>
                <a:lnTo>
                  <a:pt x="1037501" y="115253"/>
                </a:lnTo>
                <a:lnTo>
                  <a:pt x="1056361" y="115253"/>
                </a:lnTo>
                <a:lnTo>
                  <a:pt x="1075230" y="115253"/>
                </a:lnTo>
                <a:lnTo>
                  <a:pt x="1094089" y="115253"/>
                </a:lnTo>
                <a:lnTo>
                  <a:pt x="1112949" y="115253"/>
                </a:lnTo>
                <a:lnTo>
                  <a:pt x="1131818" y="115253"/>
                </a:lnTo>
                <a:lnTo>
                  <a:pt x="1150677" y="115253"/>
                </a:lnTo>
                <a:lnTo>
                  <a:pt x="1169546" y="115253"/>
                </a:lnTo>
                <a:lnTo>
                  <a:pt x="1188406" y="115253"/>
                </a:lnTo>
                <a:lnTo>
                  <a:pt x="1207275" y="115253"/>
                </a:lnTo>
                <a:lnTo>
                  <a:pt x="1226134" y="115253"/>
                </a:lnTo>
                <a:lnTo>
                  <a:pt x="1244994" y="115253"/>
                </a:lnTo>
                <a:lnTo>
                  <a:pt x="1263863" y="115253"/>
                </a:lnTo>
                <a:lnTo>
                  <a:pt x="1282722" y="115253"/>
                </a:lnTo>
                <a:lnTo>
                  <a:pt x="1301591" y="115253"/>
                </a:lnTo>
                <a:lnTo>
                  <a:pt x="1320451" y="115253"/>
                </a:lnTo>
                <a:lnTo>
                  <a:pt x="1339310" y="115253"/>
                </a:lnTo>
                <a:lnTo>
                  <a:pt x="1358179" y="115253"/>
                </a:lnTo>
                <a:lnTo>
                  <a:pt x="1377039" y="115253"/>
                </a:lnTo>
                <a:lnTo>
                  <a:pt x="1395908" y="115253"/>
                </a:lnTo>
                <a:lnTo>
                  <a:pt x="1414767" y="115253"/>
                </a:lnTo>
                <a:lnTo>
                  <a:pt x="1433636" y="115253"/>
                </a:lnTo>
                <a:lnTo>
                  <a:pt x="1452496" y="115253"/>
                </a:lnTo>
                <a:lnTo>
                  <a:pt x="1471365" y="115253"/>
                </a:lnTo>
                <a:lnTo>
                  <a:pt x="1488519" y="107880"/>
                </a:lnTo>
                <a:lnTo>
                  <a:pt x="1505455" y="99584"/>
                </a:lnTo>
                <a:lnTo>
                  <a:pt x="1522400" y="91288"/>
                </a:lnTo>
                <a:lnTo>
                  <a:pt x="1539335" y="82982"/>
                </a:lnTo>
                <a:lnTo>
                  <a:pt x="1556280" y="74686"/>
                </a:lnTo>
                <a:lnTo>
                  <a:pt x="1573216" y="66389"/>
                </a:lnTo>
                <a:lnTo>
                  <a:pt x="1590161" y="58093"/>
                </a:lnTo>
                <a:lnTo>
                  <a:pt x="1607096" y="49787"/>
                </a:lnTo>
                <a:lnTo>
                  <a:pt x="1624041" y="41491"/>
                </a:lnTo>
                <a:lnTo>
                  <a:pt x="1640977" y="33195"/>
                </a:lnTo>
                <a:lnTo>
                  <a:pt x="1657922" y="24898"/>
                </a:lnTo>
                <a:lnTo>
                  <a:pt x="1674857" y="16593"/>
                </a:lnTo>
                <a:lnTo>
                  <a:pt x="1691802" y="8296"/>
                </a:lnTo>
                <a:lnTo>
                  <a:pt x="17087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6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E734D8B4-A5F3-4DDF-8C42-1EEBE98F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6223" y="1924998"/>
            <a:ext cx="13829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7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4B1DD25F-34A0-4DFA-BCA3-FCA4080D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7449" y="1537740"/>
            <a:ext cx="127635" cy="208740"/>
          </a:xfrm>
          <a:custGeom xmlns:a="http://schemas.openxmlformats.org/drawingml/2006/main">
            <a:pathLst>
              <a:path w="127635" h="208740">
                <a:moveTo>
                  <a:pt x="0" y="89125"/>
                </a:moveTo>
                <a:lnTo>
                  <a:pt x="0" y="106375"/>
                </a:lnTo>
                <a:lnTo>
                  <a:pt x="0" y="123615"/>
                </a:lnTo>
                <a:lnTo>
                  <a:pt x="0" y="140865"/>
                </a:lnTo>
                <a:lnTo>
                  <a:pt x="0" y="158105"/>
                </a:lnTo>
                <a:lnTo>
                  <a:pt x="0" y="175355"/>
                </a:lnTo>
                <a:lnTo>
                  <a:pt x="0" y="192596"/>
                </a:lnTo>
                <a:lnTo>
                  <a:pt x="572" y="208740"/>
                </a:lnTo>
                <a:lnTo>
                  <a:pt x="14688" y="198834"/>
                </a:lnTo>
                <a:lnTo>
                  <a:pt x="28813" y="188928"/>
                </a:lnTo>
                <a:lnTo>
                  <a:pt x="42929" y="179032"/>
                </a:lnTo>
                <a:lnTo>
                  <a:pt x="57045" y="169126"/>
                </a:lnTo>
                <a:lnTo>
                  <a:pt x="71161" y="159220"/>
                </a:lnTo>
                <a:lnTo>
                  <a:pt x="85277" y="149323"/>
                </a:lnTo>
                <a:lnTo>
                  <a:pt x="99393" y="139417"/>
                </a:lnTo>
                <a:lnTo>
                  <a:pt x="113509" y="129511"/>
                </a:lnTo>
                <a:lnTo>
                  <a:pt x="127635" y="119605"/>
                </a:lnTo>
                <a:lnTo>
                  <a:pt x="127635" y="102365"/>
                </a:lnTo>
                <a:lnTo>
                  <a:pt x="127635" y="85115"/>
                </a:lnTo>
                <a:lnTo>
                  <a:pt x="127635" y="67875"/>
                </a:lnTo>
                <a:lnTo>
                  <a:pt x="127635" y="50635"/>
                </a:lnTo>
                <a:lnTo>
                  <a:pt x="127635" y="33385"/>
                </a:lnTo>
                <a:lnTo>
                  <a:pt x="127635" y="16145"/>
                </a:lnTo>
                <a:lnTo>
                  <a:pt x="127054" y="0"/>
                </a:lnTo>
                <a:lnTo>
                  <a:pt x="112938" y="9906"/>
                </a:lnTo>
                <a:lnTo>
                  <a:pt x="98822" y="19802"/>
                </a:lnTo>
                <a:lnTo>
                  <a:pt x="84706" y="29708"/>
                </a:lnTo>
                <a:lnTo>
                  <a:pt x="70590" y="39614"/>
                </a:lnTo>
                <a:lnTo>
                  <a:pt x="56474" y="49520"/>
                </a:lnTo>
                <a:lnTo>
                  <a:pt x="42348" y="59417"/>
                </a:lnTo>
                <a:lnTo>
                  <a:pt x="28232" y="69323"/>
                </a:lnTo>
                <a:lnTo>
                  <a:pt x="14116" y="79229"/>
                </a:lnTo>
                <a:lnTo>
                  <a:pt x="0" y="89125"/>
                </a:lnTo>
              </a:path>
            </a:pathLst>
          </a:custGeom>
          <a:solidFill xmlns:a="http://schemas.openxmlformats.org/drawingml/2006/main">
            <a:srgbClr val="537B9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8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FDEB7ED5-7ECF-422E-AFF3-935250E6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0624" y="1537340"/>
            <a:ext cx="1770669" cy="89535"/>
          </a:xfrm>
          <a:custGeom xmlns:a="http://schemas.openxmlformats.org/drawingml/2006/main">
            <a:pathLst>
              <a:path w="1770669" h="89535">
                <a:moveTo>
                  <a:pt x="0" y="89535"/>
                </a:moveTo>
                <a:lnTo>
                  <a:pt x="19012" y="89535"/>
                </a:lnTo>
                <a:lnTo>
                  <a:pt x="38033" y="89535"/>
                </a:lnTo>
                <a:lnTo>
                  <a:pt x="57045" y="89535"/>
                </a:lnTo>
                <a:lnTo>
                  <a:pt x="76067" y="89535"/>
                </a:lnTo>
                <a:lnTo>
                  <a:pt x="95079" y="89535"/>
                </a:lnTo>
                <a:lnTo>
                  <a:pt x="114100" y="89535"/>
                </a:lnTo>
                <a:lnTo>
                  <a:pt x="133112" y="89535"/>
                </a:lnTo>
                <a:lnTo>
                  <a:pt x="152124" y="89535"/>
                </a:lnTo>
                <a:lnTo>
                  <a:pt x="171145" y="89535"/>
                </a:lnTo>
                <a:lnTo>
                  <a:pt x="190157" y="89535"/>
                </a:lnTo>
                <a:lnTo>
                  <a:pt x="209179" y="89535"/>
                </a:lnTo>
                <a:lnTo>
                  <a:pt x="228190" y="89535"/>
                </a:lnTo>
                <a:lnTo>
                  <a:pt x="247212" y="89535"/>
                </a:lnTo>
                <a:lnTo>
                  <a:pt x="266224" y="89535"/>
                </a:lnTo>
                <a:lnTo>
                  <a:pt x="285245" y="89535"/>
                </a:lnTo>
                <a:lnTo>
                  <a:pt x="304257" y="89535"/>
                </a:lnTo>
                <a:lnTo>
                  <a:pt x="323269" y="89535"/>
                </a:lnTo>
                <a:lnTo>
                  <a:pt x="342290" y="89535"/>
                </a:lnTo>
                <a:lnTo>
                  <a:pt x="361302" y="89535"/>
                </a:lnTo>
                <a:lnTo>
                  <a:pt x="380324" y="89535"/>
                </a:lnTo>
                <a:lnTo>
                  <a:pt x="399336" y="89535"/>
                </a:lnTo>
                <a:lnTo>
                  <a:pt x="418357" y="89535"/>
                </a:lnTo>
                <a:lnTo>
                  <a:pt x="437369" y="89535"/>
                </a:lnTo>
                <a:lnTo>
                  <a:pt x="456381" y="89535"/>
                </a:lnTo>
                <a:lnTo>
                  <a:pt x="475402" y="89535"/>
                </a:lnTo>
                <a:lnTo>
                  <a:pt x="494414" y="89535"/>
                </a:lnTo>
                <a:lnTo>
                  <a:pt x="513436" y="89535"/>
                </a:lnTo>
                <a:lnTo>
                  <a:pt x="532448" y="89535"/>
                </a:lnTo>
                <a:lnTo>
                  <a:pt x="551469" y="89535"/>
                </a:lnTo>
                <a:lnTo>
                  <a:pt x="570481" y="89535"/>
                </a:lnTo>
                <a:lnTo>
                  <a:pt x="589493" y="89535"/>
                </a:lnTo>
                <a:lnTo>
                  <a:pt x="608514" y="89535"/>
                </a:lnTo>
                <a:lnTo>
                  <a:pt x="627526" y="89535"/>
                </a:lnTo>
                <a:lnTo>
                  <a:pt x="646547" y="89535"/>
                </a:lnTo>
                <a:lnTo>
                  <a:pt x="665559" y="89535"/>
                </a:lnTo>
                <a:lnTo>
                  <a:pt x="684581" y="89535"/>
                </a:lnTo>
                <a:lnTo>
                  <a:pt x="703593" y="89535"/>
                </a:lnTo>
                <a:lnTo>
                  <a:pt x="722614" y="89535"/>
                </a:lnTo>
                <a:lnTo>
                  <a:pt x="741626" y="89535"/>
                </a:lnTo>
                <a:lnTo>
                  <a:pt x="760638" y="89535"/>
                </a:lnTo>
                <a:lnTo>
                  <a:pt x="779659" y="89535"/>
                </a:lnTo>
                <a:lnTo>
                  <a:pt x="798671" y="89535"/>
                </a:lnTo>
                <a:lnTo>
                  <a:pt x="817693" y="89535"/>
                </a:lnTo>
                <a:lnTo>
                  <a:pt x="836705" y="89535"/>
                </a:lnTo>
                <a:lnTo>
                  <a:pt x="855726" y="89535"/>
                </a:lnTo>
                <a:lnTo>
                  <a:pt x="874738" y="89535"/>
                </a:lnTo>
                <a:lnTo>
                  <a:pt x="893750" y="89535"/>
                </a:lnTo>
                <a:lnTo>
                  <a:pt x="912771" y="89535"/>
                </a:lnTo>
                <a:lnTo>
                  <a:pt x="931783" y="89535"/>
                </a:lnTo>
                <a:lnTo>
                  <a:pt x="950805" y="89535"/>
                </a:lnTo>
                <a:lnTo>
                  <a:pt x="969816" y="89535"/>
                </a:lnTo>
                <a:lnTo>
                  <a:pt x="988838" y="89535"/>
                </a:lnTo>
                <a:lnTo>
                  <a:pt x="1007850" y="89535"/>
                </a:lnTo>
                <a:lnTo>
                  <a:pt x="1026862" y="89535"/>
                </a:lnTo>
                <a:lnTo>
                  <a:pt x="1045883" y="89535"/>
                </a:lnTo>
                <a:lnTo>
                  <a:pt x="1064895" y="89535"/>
                </a:lnTo>
                <a:lnTo>
                  <a:pt x="1083916" y="89535"/>
                </a:lnTo>
                <a:lnTo>
                  <a:pt x="1102928" y="89535"/>
                </a:lnTo>
                <a:lnTo>
                  <a:pt x="1121950" y="89535"/>
                </a:lnTo>
                <a:lnTo>
                  <a:pt x="1140962" y="89535"/>
                </a:lnTo>
                <a:lnTo>
                  <a:pt x="1159983" y="89535"/>
                </a:lnTo>
                <a:lnTo>
                  <a:pt x="1178995" y="89535"/>
                </a:lnTo>
                <a:lnTo>
                  <a:pt x="1198007" y="89535"/>
                </a:lnTo>
                <a:lnTo>
                  <a:pt x="1217028" y="89535"/>
                </a:lnTo>
                <a:lnTo>
                  <a:pt x="1236040" y="89535"/>
                </a:lnTo>
                <a:lnTo>
                  <a:pt x="1255062" y="89535"/>
                </a:lnTo>
                <a:lnTo>
                  <a:pt x="1274074" y="89535"/>
                </a:lnTo>
                <a:lnTo>
                  <a:pt x="1293095" y="89535"/>
                </a:lnTo>
                <a:lnTo>
                  <a:pt x="1312107" y="89535"/>
                </a:lnTo>
                <a:lnTo>
                  <a:pt x="1331119" y="89535"/>
                </a:lnTo>
                <a:lnTo>
                  <a:pt x="1350140" y="89535"/>
                </a:lnTo>
                <a:lnTo>
                  <a:pt x="1369152" y="89535"/>
                </a:lnTo>
                <a:lnTo>
                  <a:pt x="1388174" y="89535"/>
                </a:lnTo>
                <a:lnTo>
                  <a:pt x="1407185" y="89535"/>
                </a:lnTo>
                <a:lnTo>
                  <a:pt x="1426207" y="89535"/>
                </a:lnTo>
                <a:lnTo>
                  <a:pt x="1445219" y="89535"/>
                </a:lnTo>
                <a:lnTo>
                  <a:pt x="1464240" y="89535"/>
                </a:lnTo>
                <a:lnTo>
                  <a:pt x="1483252" y="89535"/>
                </a:lnTo>
                <a:lnTo>
                  <a:pt x="1502264" y="89535"/>
                </a:lnTo>
                <a:lnTo>
                  <a:pt x="1521285" y="89535"/>
                </a:lnTo>
                <a:lnTo>
                  <a:pt x="1540297" y="89535"/>
                </a:lnTo>
                <a:lnTo>
                  <a:pt x="1559319" y="89535"/>
                </a:lnTo>
                <a:lnTo>
                  <a:pt x="1578331" y="89535"/>
                </a:lnTo>
                <a:lnTo>
                  <a:pt x="1597352" y="89535"/>
                </a:lnTo>
                <a:lnTo>
                  <a:pt x="1616364" y="89535"/>
                </a:lnTo>
                <a:lnTo>
                  <a:pt x="1635376" y="89535"/>
                </a:lnTo>
                <a:lnTo>
                  <a:pt x="1653026" y="85182"/>
                </a:lnTo>
                <a:lnTo>
                  <a:pt x="1668590" y="74266"/>
                </a:lnTo>
                <a:lnTo>
                  <a:pt x="1684163" y="63341"/>
                </a:lnTo>
                <a:lnTo>
                  <a:pt x="1699727" y="52426"/>
                </a:lnTo>
                <a:lnTo>
                  <a:pt x="1715291" y="41500"/>
                </a:lnTo>
                <a:lnTo>
                  <a:pt x="1730864" y="30585"/>
                </a:lnTo>
                <a:lnTo>
                  <a:pt x="1746428" y="19660"/>
                </a:lnTo>
                <a:lnTo>
                  <a:pt x="1762001" y="8744"/>
                </a:lnTo>
                <a:lnTo>
                  <a:pt x="1770669" y="0"/>
                </a:lnTo>
                <a:lnTo>
                  <a:pt x="1751648" y="0"/>
                </a:lnTo>
                <a:lnTo>
                  <a:pt x="1732636" y="0"/>
                </a:lnTo>
                <a:lnTo>
                  <a:pt x="1713614" y="0"/>
                </a:lnTo>
                <a:lnTo>
                  <a:pt x="1694602" y="0"/>
                </a:lnTo>
                <a:lnTo>
                  <a:pt x="1675581" y="0"/>
                </a:lnTo>
                <a:lnTo>
                  <a:pt x="1656569" y="0"/>
                </a:lnTo>
                <a:lnTo>
                  <a:pt x="1637557" y="0"/>
                </a:lnTo>
                <a:lnTo>
                  <a:pt x="1618536" y="0"/>
                </a:lnTo>
                <a:lnTo>
                  <a:pt x="1599524" y="0"/>
                </a:lnTo>
                <a:lnTo>
                  <a:pt x="1580502" y="0"/>
                </a:lnTo>
                <a:lnTo>
                  <a:pt x="1561490" y="0"/>
                </a:lnTo>
                <a:lnTo>
                  <a:pt x="1542469" y="0"/>
                </a:lnTo>
                <a:lnTo>
                  <a:pt x="1523457" y="0"/>
                </a:lnTo>
                <a:lnTo>
                  <a:pt x="1504445" y="0"/>
                </a:lnTo>
                <a:lnTo>
                  <a:pt x="1485424" y="0"/>
                </a:lnTo>
                <a:lnTo>
                  <a:pt x="1466412" y="0"/>
                </a:lnTo>
                <a:lnTo>
                  <a:pt x="1447390" y="0"/>
                </a:lnTo>
                <a:lnTo>
                  <a:pt x="1428379" y="0"/>
                </a:lnTo>
                <a:lnTo>
                  <a:pt x="1409357" y="0"/>
                </a:lnTo>
                <a:lnTo>
                  <a:pt x="1390345" y="0"/>
                </a:lnTo>
                <a:lnTo>
                  <a:pt x="1371333" y="0"/>
                </a:lnTo>
                <a:lnTo>
                  <a:pt x="1352312" y="0"/>
                </a:lnTo>
                <a:lnTo>
                  <a:pt x="1333300" y="0"/>
                </a:lnTo>
                <a:lnTo>
                  <a:pt x="1314279" y="0"/>
                </a:lnTo>
                <a:lnTo>
                  <a:pt x="1295267" y="0"/>
                </a:lnTo>
                <a:lnTo>
                  <a:pt x="1276245" y="0"/>
                </a:lnTo>
                <a:lnTo>
                  <a:pt x="1257233" y="0"/>
                </a:lnTo>
                <a:lnTo>
                  <a:pt x="1238212" y="0"/>
                </a:lnTo>
                <a:lnTo>
                  <a:pt x="1219200" y="0"/>
                </a:lnTo>
                <a:lnTo>
                  <a:pt x="1200188" y="0"/>
                </a:lnTo>
                <a:lnTo>
                  <a:pt x="1181167" y="0"/>
                </a:lnTo>
                <a:lnTo>
                  <a:pt x="1162155" y="0"/>
                </a:lnTo>
                <a:lnTo>
                  <a:pt x="1143133" y="0"/>
                </a:lnTo>
                <a:lnTo>
                  <a:pt x="1124121" y="0"/>
                </a:lnTo>
                <a:lnTo>
                  <a:pt x="1105100" y="0"/>
                </a:lnTo>
                <a:lnTo>
                  <a:pt x="1086088" y="0"/>
                </a:lnTo>
                <a:lnTo>
                  <a:pt x="1067076" y="0"/>
                </a:lnTo>
                <a:lnTo>
                  <a:pt x="1048055" y="0"/>
                </a:lnTo>
                <a:lnTo>
                  <a:pt x="1029043" y="0"/>
                </a:lnTo>
                <a:lnTo>
                  <a:pt x="1010021" y="0"/>
                </a:lnTo>
                <a:lnTo>
                  <a:pt x="991010" y="0"/>
                </a:lnTo>
                <a:lnTo>
                  <a:pt x="971988" y="0"/>
                </a:lnTo>
                <a:lnTo>
                  <a:pt x="952976" y="0"/>
                </a:lnTo>
                <a:lnTo>
                  <a:pt x="933955" y="0"/>
                </a:lnTo>
                <a:lnTo>
                  <a:pt x="914943" y="0"/>
                </a:lnTo>
                <a:lnTo>
                  <a:pt x="895931" y="0"/>
                </a:lnTo>
                <a:lnTo>
                  <a:pt x="876910" y="0"/>
                </a:lnTo>
                <a:lnTo>
                  <a:pt x="857898" y="0"/>
                </a:lnTo>
                <a:lnTo>
                  <a:pt x="838876" y="0"/>
                </a:lnTo>
                <a:lnTo>
                  <a:pt x="819864" y="0"/>
                </a:lnTo>
                <a:lnTo>
                  <a:pt x="800843" y="0"/>
                </a:lnTo>
                <a:lnTo>
                  <a:pt x="781831" y="0"/>
                </a:lnTo>
                <a:lnTo>
                  <a:pt x="762819" y="0"/>
                </a:lnTo>
                <a:lnTo>
                  <a:pt x="743798" y="0"/>
                </a:lnTo>
                <a:lnTo>
                  <a:pt x="724786" y="0"/>
                </a:lnTo>
                <a:lnTo>
                  <a:pt x="705764" y="0"/>
                </a:lnTo>
                <a:lnTo>
                  <a:pt x="686753" y="0"/>
                </a:lnTo>
                <a:lnTo>
                  <a:pt x="667731" y="0"/>
                </a:lnTo>
                <a:lnTo>
                  <a:pt x="648719" y="0"/>
                </a:lnTo>
                <a:lnTo>
                  <a:pt x="629707" y="0"/>
                </a:lnTo>
                <a:lnTo>
                  <a:pt x="610686" y="0"/>
                </a:lnTo>
                <a:lnTo>
                  <a:pt x="591674" y="0"/>
                </a:lnTo>
                <a:lnTo>
                  <a:pt x="572653" y="0"/>
                </a:lnTo>
                <a:lnTo>
                  <a:pt x="553641" y="0"/>
                </a:lnTo>
                <a:lnTo>
                  <a:pt x="534619" y="0"/>
                </a:lnTo>
                <a:lnTo>
                  <a:pt x="515607" y="0"/>
                </a:lnTo>
                <a:lnTo>
                  <a:pt x="496586" y="0"/>
                </a:lnTo>
                <a:lnTo>
                  <a:pt x="477574" y="0"/>
                </a:lnTo>
                <a:lnTo>
                  <a:pt x="458562" y="0"/>
                </a:lnTo>
                <a:lnTo>
                  <a:pt x="439541" y="0"/>
                </a:lnTo>
                <a:lnTo>
                  <a:pt x="420529" y="0"/>
                </a:lnTo>
                <a:lnTo>
                  <a:pt x="401507" y="0"/>
                </a:lnTo>
                <a:lnTo>
                  <a:pt x="382495" y="0"/>
                </a:lnTo>
                <a:lnTo>
                  <a:pt x="363474" y="0"/>
                </a:lnTo>
                <a:lnTo>
                  <a:pt x="344462" y="0"/>
                </a:lnTo>
                <a:lnTo>
                  <a:pt x="325450" y="0"/>
                </a:lnTo>
                <a:lnTo>
                  <a:pt x="306429" y="0"/>
                </a:lnTo>
                <a:lnTo>
                  <a:pt x="287417" y="0"/>
                </a:lnTo>
                <a:lnTo>
                  <a:pt x="268395" y="0"/>
                </a:lnTo>
                <a:lnTo>
                  <a:pt x="249384" y="0"/>
                </a:lnTo>
                <a:lnTo>
                  <a:pt x="230362" y="0"/>
                </a:lnTo>
                <a:lnTo>
                  <a:pt x="212598" y="6610"/>
                </a:lnTo>
                <a:lnTo>
                  <a:pt x="194882" y="13526"/>
                </a:lnTo>
                <a:lnTo>
                  <a:pt x="177165" y="20431"/>
                </a:lnTo>
                <a:lnTo>
                  <a:pt x="159448" y="27346"/>
                </a:lnTo>
                <a:lnTo>
                  <a:pt x="141732" y="34252"/>
                </a:lnTo>
                <a:lnTo>
                  <a:pt x="124016" y="41167"/>
                </a:lnTo>
                <a:lnTo>
                  <a:pt x="106299" y="48073"/>
                </a:lnTo>
                <a:lnTo>
                  <a:pt x="88583" y="54978"/>
                </a:lnTo>
                <a:lnTo>
                  <a:pt x="70866" y="61893"/>
                </a:lnTo>
                <a:lnTo>
                  <a:pt x="53150" y="68799"/>
                </a:lnTo>
                <a:lnTo>
                  <a:pt x="35433" y="75714"/>
                </a:lnTo>
                <a:lnTo>
                  <a:pt x="17717" y="82620"/>
                </a:lnTo>
                <a:lnTo>
                  <a:pt x="0" y="89535"/>
                </a:lnTo>
              </a:path>
            </a:pathLst>
          </a:custGeom>
          <a:solidFill xmlns:a="http://schemas.openxmlformats.org/drawingml/2006/main">
            <a:srgbClr val="7398B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CA260470-F5E5-4452-AF65-B993D04D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7302" y="1537340"/>
            <a:ext cx="1605867" cy="89535"/>
          </a:xfrm>
          <a:custGeom xmlns:a="http://schemas.openxmlformats.org/drawingml/2006/main">
            <a:pathLst>
              <a:path w="1605867" h="89535">
                <a:moveTo>
                  <a:pt x="0" y="89535"/>
                </a:moveTo>
                <a:lnTo>
                  <a:pt x="18993" y="89535"/>
                </a:lnTo>
                <a:lnTo>
                  <a:pt x="37986" y="89535"/>
                </a:lnTo>
                <a:lnTo>
                  <a:pt x="56979" y="89535"/>
                </a:lnTo>
                <a:lnTo>
                  <a:pt x="75971" y="89535"/>
                </a:lnTo>
                <a:lnTo>
                  <a:pt x="94964" y="89535"/>
                </a:lnTo>
                <a:lnTo>
                  <a:pt x="113948" y="89535"/>
                </a:lnTo>
                <a:lnTo>
                  <a:pt x="132940" y="89535"/>
                </a:lnTo>
                <a:lnTo>
                  <a:pt x="151933" y="89535"/>
                </a:lnTo>
                <a:lnTo>
                  <a:pt x="170926" y="89535"/>
                </a:lnTo>
                <a:lnTo>
                  <a:pt x="189919" y="89535"/>
                </a:lnTo>
                <a:lnTo>
                  <a:pt x="208912" y="89535"/>
                </a:lnTo>
                <a:lnTo>
                  <a:pt x="227905" y="89535"/>
                </a:lnTo>
                <a:lnTo>
                  <a:pt x="246898" y="89535"/>
                </a:lnTo>
                <a:lnTo>
                  <a:pt x="265890" y="89535"/>
                </a:lnTo>
                <a:lnTo>
                  <a:pt x="284874" y="89535"/>
                </a:lnTo>
                <a:lnTo>
                  <a:pt x="303867" y="89535"/>
                </a:lnTo>
                <a:lnTo>
                  <a:pt x="322859" y="89535"/>
                </a:lnTo>
                <a:lnTo>
                  <a:pt x="341852" y="89535"/>
                </a:lnTo>
                <a:lnTo>
                  <a:pt x="360845" y="89535"/>
                </a:lnTo>
                <a:lnTo>
                  <a:pt x="379838" y="89535"/>
                </a:lnTo>
                <a:lnTo>
                  <a:pt x="398831" y="89535"/>
                </a:lnTo>
                <a:lnTo>
                  <a:pt x="417824" y="89535"/>
                </a:lnTo>
                <a:lnTo>
                  <a:pt x="436817" y="89535"/>
                </a:lnTo>
                <a:lnTo>
                  <a:pt x="455809" y="89535"/>
                </a:lnTo>
                <a:lnTo>
                  <a:pt x="474802" y="89535"/>
                </a:lnTo>
                <a:lnTo>
                  <a:pt x="493786" y="89535"/>
                </a:lnTo>
                <a:lnTo>
                  <a:pt x="512778" y="89535"/>
                </a:lnTo>
                <a:lnTo>
                  <a:pt x="531771" y="89535"/>
                </a:lnTo>
                <a:lnTo>
                  <a:pt x="550764" y="89535"/>
                </a:lnTo>
                <a:lnTo>
                  <a:pt x="569757" y="89535"/>
                </a:lnTo>
                <a:lnTo>
                  <a:pt x="588750" y="89535"/>
                </a:lnTo>
                <a:lnTo>
                  <a:pt x="607743" y="89535"/>
                </a:lnTo>
                <a:lnTo>
                  <a:pt x="626735" y="89535"/>
                </a:lnTo>
                <a:lnTo>
                  <a:pt x="645728" y="89535"/>
                </a:lnTo>
                <a:lnTo>
                  <a:pt x="664712" y="89535"/>
                </a:lnTo>
                <a:lnTo>
                  <a:pt x="683705" y="89535"/>
                </a:lnTo>
                <a:lnTo>
                  <a:pt x="702697" y="89535"/>
                </a:lnTo>
                <a:lnTo>
                  <a:pt x="721690" y="89535"/>
                </a:lnTo>
                <a:lnTo>
                  <a:pt x="740683" y="89535"/>
                </a:lnTo>
                <a:lnTo>
                  <a:pt x="759676" y="89535"/>
                </a:lnTo>
                <a:lnTo>
                  <a:pt x="778669" y="89535"/>
                </a:lnTo>
                <a:lnTo>
                  <a:pt x="797662" y="89535"/>
                </a:lnTo>
                <a:lnTo>
                  <a:pt x="816654" y="89535"/>
                </a:lnTo>
                <a:lnTo>
                  <a:pt x="835647" y="89535"/>
                </a:lnTo>
                <a:lnTo>
                  <a:pt x="854640" y="89535"/>
                </a:lnTo>
                <a:lnTo>
                  <a:pt x="873623" y="89535"/>
                </a:lnTo>
                <a:lnTo>
                  <a:pt x="892616" y="89535"/>
                </a:lnTo>
                <a:lnTo>
                  <a:pt x="911609" y="89535"/>
                </a:lnTo>
                <a:lnTo>
                  <a:pt x="930602" y="89535"/>
                </a:lnTo>
                <a:lnTo>
                  <a:pt x="949595" y="89535"/>
                </a:lnTo>
                <a:lnTo>
                  <a:pt x="968588" y="89535"/>
                </a:lnTo>
                <a:lnTo>
                  <a:pt x="987581" y="89535"/>
                </a:lnTo>
                <a:lnTo>
                  <a:pt x="1006573" y="89535"/>
                </a:lnTo>
                <a:lnTo>
                  <a:pt x="1025566" y="89535"/>
                </a:lnTo>
                <a:lnTo>
                  <a:pt x="1044550" y="89535"/>
                </a:lnTo>
                <a:lnTo>
                  <a:pt x="1063542" y="89535"/>
                </a:lnTo>
                <a:lnTo>
                  <a:pt x="1082535" y="89535"/>
                </a:lnTo>
                <a:lnTo>
                  <a:pt x="1101528" y="89535"/>
                </a:lnTo>
                <a:lnTo>
                  <a:pt x="1120521" y="89535"/>
                </a:lnTo>
                <a:lnTo>
                  <a:pt x="1139514" y="89535"/>
                </a:lnTo>
                <a:lnTo>
                  <a:pt x="1158507" y="89535"/>
                </a:lnTo>
                <a:lnTo>
                  <a:pt x="1177500" y="89535"/>
                </a:lnTo>
                <a:lnTo>
                  <a:pt x="1196492" y="89535"/>
                </a:lnTo>
                <a:lnTo>
                  <a:pt x="1215485" y="89535"/>
                </a:lnTo>
                <a:lnTo>
                  <a:pt x="1234478" y="89535"/>
                </a:lnTo>
                <a:lnTo>
                  <a:pt x="1253461" y="89535"/>
                </a:lnTo>
                <a:lnTo>
                  <a:pt x="1272454" y="89535"/>
                </a:lnTo>
                <a:lnTo>
                  <a:pt x="1291447" y="89535"/>
                </a:lnTo>
                <a:lnTo>
                  <a:pt x="1310440" y="89535"/>
                </a:lnTo>
                <a:lnTo>
                  <a:pt x="1329433" y="89535"/>
                </a:lnTo>
                <a:lnTo>
                  <a:pt x="1348426" y="89535"/>
                </a:lnTo>
                <a:lnTo>
                  <a:pt x="1367419" y="89535"/>
                </a:lnTo>
                <a:lnTo>
                  <a:pt x="1386411" y="89535"/>
                </a:lnTo>
                <a:lnTo>
                  <a:pt x="1405404" y="89535"/>
                </a:lnTo>
                <a:lnTo>
                  <a:pt x="1424397" y="89535"/>
                </a:lnTo>
                <a:lnTo>
                  <a:pt x="1443380" y="89535"/>
                </a:lnTo>
                <a:lnTo>
                  <a:pt x="1462373" y="89535"/>
                </a:lnTo>
                <a:lnTo>
                  <a:pt x="1480014" y="85115"/>
                </a:lnTo>
                <a:lnTo>
                  <a:pt x="1495749" y="74476"/>
                </a:lnTo>
                <a:lnTo>
                  <a:pt x="1511475" y="63837"/>
                </a:lnTo>
                <a:lnTo>
                  <a:pt x="1527210" y="53197"/>
                </a:lnTo>
                <a:lnTo>
                  <a:pt x="1542945" y="42558"/>
                </a:lnTo>
                <a:lnTo>
                  <a:pt x="1558671" y="31918"/>
                </a:lnTo>
                <a:lnTo>
                  <a:pt x="1574406" y="21279"/>
                </a:lnTo>
                <a:lnTo>
                  <a:pt x="1590142" y="10639"/>
                </a:lnTo>
                <a:lnTo>
                  <a:pt x="16058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0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BE32CA88-C4E1-43BC-88DA-786FB74A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1130" y="1537340"/>
            <a:ext cx="13820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l1-text-heading">
            <a:extLst xmlns:a="http://schemas.openxmlformats.org/drawingml/2006/main">
              <a:ext uri="{FF2B5EF4-FFF2-40B4-BE49-F238E27FC236}">
                <a16:creationId xmlns:a16="http://schemas.microsoft.com/office/drawing/2014/main" id="{CB08C834-DC0E-4D2D-9544-A3F665B8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734" y="1846550"/>
            <a:ext cx="1005926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起步</a:t>
            </a:r>
          </a:p>
        </p:txBody>
      </p:sp>
      <p:sp>
        <p:nvSpPr>
          <p:cNvPr id="22" name="l1-text-body">
            <a:extLst xmlns:a="http://schemas.openxmlformats.org/drawingml/2006/main">
              <a:ext uri="{FF2B5EF4-FFF2-40B4-BE49-F238E27FC236}">
                <a16:creationId xmlns:a16="http://schemas.microsoft.com/office/drawing/2014/main" id="{8FC725C5-B6B5-4E80-B776-F899879E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734" y="2083484"/>
            <a:ext cx="1005926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形成可重复的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基础动作</a:t>
            </a:r>
          </a:p>
        </p:txBody>
      </p:sp>
      <p:sp>
        <p:nvSpPr>
          <p:cNvPr id="23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97E3910E-E8F3-4ED2-93C2-1D55F4A7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787" y="262388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l2-text-heading">
            <a:extLst xmlns:a="http://schemas.openxmlformats.org/drawingml/2006/main">
              <a:ext uri="{FF2B5EF4-FFF2-40B4-BE49-F238E27FC236}">
                <a16:creationId xmlns:a16="http://schemas.microsoft.com/office/drawing/2014/main" id="{8FFBCD4B-943E-42AA-BACA-A4E93B1E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8620" y="1445909"/>
            <a:ext cx="1005926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25" name="l2-text-body">
            <a:extLst xmlns:a="http://schemas.openxmlformats.org/drawingml/2006/main">
              <a:ext uri="{FF2B5EF4-FFF2-40B4-BE49-F238E27FC236}">
                <a16:creationId xmlns:a16="http://schemas.microsoft.com/office/drawing/2014/main" id="{55A9FE10-C14D-4B5E-AB41-2346A2E1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8620" y="1682844"/>
            <a:ext cx="1005926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建立统一标准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与职责边界</a:t>
            </a:r>
          </a:p>
        </p:txBody>
      </p:sp>
      <p:sp>
        <p:nvSpPr>
          <p:cNvPr id="26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45497BF5-6BC4-45EC-95AB-297BC544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1520" y="2223387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l3-text-heading">
            <a:extLst xmlns:a="http://schemas.openxmlformats.org/drawingml/2006/main">
              <a:ext uri="{FF2B5EF4-FFF2-40B4-BE49-F238E27FC236}">
                <a16:creationId xmlns:a16="http://schemas.microsoft.com/office/drawing/2014/main" id="{8B7C412F-A58A-4821-A034-91E35D0A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352" y="1045412"/>
            <a:ext cx="1005926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复用</a:t>
            </a:r>
          </a:p>
        </p:txBody>
      </p:sp>
      <p:sp>
        <p:nvSpPr>
          <p:cNvPr id="28" name="l3-text-body">
            <a:extLst xmlns:a="http://schemas.openxmlformats.org/drawingml/2006/main">
              <a:ext uri="{FF2B5EF4-FFF2-40B4-BE49-F238E27FC236}">
                <a16:creationId xmlns:a16="http://schemas.microsoft.com/office/drawing/2014/main" id="{401E8EBA-CD53-4AF2-A508-88872386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352" y="1282346"/>
            <a:ext cx="1005926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把成熟方法沉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淀为共享能力</a:t>
            </a:r>
          </a:p>
        </p:txBody>
      </p:sp>
      <p:sp>
        <p:nvSpPr>
          <p:cNvPr id="29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7B18C32D-03EF-4A2C-A3AD-38A9F90E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405" y="1822737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l4-text-heading">
            <a:extLst xmlns:a="http://schemas.openxmlformats.org/drawingml/2006/main">
              <a:ext uri="{FF2B5EF4-FFF2-40B4-BE49-F238E27FC236}">
                <a16:creationId xmlns:a16="http://schemas.microsoft.com/office/drawing/2014/main" id="{02C8D5EE-DC44-4D10-835D-3D9B50AA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0238" y="644771"/>
            <a:ext cx="1005926" cy="17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31" name="l4-text-body">
            <a:extLst xmlns:a="http://schemas.openxmlformats.org/drawingml/2006/main">
              <a:ext uri="{FF2B5EF4-FFF2-40B4-BE49-F238E27FC236}">
                <a16:creationId xmlns:a16="http://schemas.microsoft.com/office/drawing/2014/main" id="{E5E45FFF-1A66-4376-8B86-0A0D9939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0238" y="881705"/>
            <a:ext cx="1005926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跨角色形成稳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定配合机制</a:t>
            </a:r>
          </a:p>
        </p:txBody>
      </p:sp>
      <p:sp>
        <p:nvSpPr>
          <p:cNvPr id="32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BCB89E17-AB43-4ACB-A142-FCAF0A2A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3138" y="1422249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CCFD7FE5-FBE0-4909-A856-0FBC19B1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645" y="2589062"/>
            <a:ext cx="44172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7899A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34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8FDAD87D-D0AA-48EC-B770-7995CBCC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2263" y="1787914"/>
            <a:ext cx="44172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315F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412287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33350" dist="47625" dir="5400000">
              <a:srgbClr val="345B63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2026-09-07T23:09:13.4490000Z</dcterms:created>
  <dcterms:modified xsi:type="dcterms:W3CDTF">2026-09-07T23:09:13.4490000Z</dcterms:modified>
</coreProperties>
</file>