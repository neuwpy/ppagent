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88712ba7b349dc" /><Relationship Type="http://schemas.openxmlformats.org/officeDocument/2006/relationships/extended-properties" Target="/docProps/app.xml" Id="R723c4403ff9b43bf" /><Relationship Type="http://schemas.openxmlformats.org/officeDocument/2006/relationships/officeDocument" Target="/ppt/presentation.xml" Id="R22fe539bf231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f1b47b78814cf5"/>
  </p:sldMasterIdLst>
  <p:notesMasterIdLst>
    <p:notesMasterId xmlns:r="http://schemas.openxmlformats.org/officeDocument/2006/relationships" r:id="R843f7ba78cc94ea0"/>
  </p:notesMasterIdLst>
  <p:sldIdLst>
    <p:sldId xmlns:r="http://schemas.openxmlformats.org/officeDocument/2006/relationships" id="256" r:id="R8a710c50e28947bf"/>
  </p:sldIdLst>
  <p:sldSz cx="9472613" cy="398335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f9216b8f9845d0" /><Relationship Type="http://schemas.openxmlformats.org/officeDocument/2006/relationships/slideMaster" Target="/ppt/slideMasters/slideMaster1.xml" Id="R7ff1b47b78814cf5" /><Relationship Type="http://schemas.openxmlformats.org/officeDocument/2006/relationships/notesMaster" Target="/ppt/notesMasters/notesMaster1.xml" Id="R843f7ba78cc94ea0" /><Relationship Type="http://schemas.openxmlformats.org/officeDocument/2006/relationships/presProps" Target="/ppt/presProps.xml" Id="R6affbd0afcc64aa5" /><Relationship Type="http://schemas.openxmlformats.org/officeDocument/2006/relationships/tableStyles" Target="/ppt/tableStyles.xml" Id="R48d321133bf14c04" /><Relationship Type="http://schemas.openxmlformats.org/officeDocument/2006/relationships/slide" Target="/ppt/slides/slide1.xml" Id="R8a710c50e28947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488bdc23ae4f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037a613f0044ed" /><Relationship Type="http://schemas.openxmlformats.org/officeDocument/2006/relationships/notesMaster" Target="/ppt/notesMasters/notesMaster1.xml" Id="R82e04f1e660841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fa70192da4f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df3faf43664dee" /><Relationship Type="http://schemas.openxmlformats.org/officeDocument/2006/relationships/slideLayout" Target="/ppt/slideLayouts/slideLayout1.xml" Id="R85b95fabb06645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b95fabb06645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1f728d5b74d12" /><Relationship Type="http://schemas.openxmlformats.org/officeDocument/2006/relationships/image" Target="/ppt/media/image.png" Id="Rd5615e7d9edd4203" /><Relationship Type="http://schemas.openxmlformats.org/officeDocument/2006/relationships/image" Target="/ppt/media/image.svg" Id="Rbc238cc6d7674080" /><Relationship Type="http://schemas.openxmlformats.org/officeDocument/2006/relationships/image" Target="/ppt/media/image2.png" Id="R94877501764140cc" /><Relationship Type="http://schemas.openxmlformats.org/officeDocument/2006/relationships/image" Target="/ppt/media/image2.svg" Id="R26d64dff04444261" /><Relationship Type="http://schemas.openxmlformats.org/officeDocument/2006/relationships/image" Target="/ppt/media/image3.png" Id="Rbc597a2268844307" /><Relationship Type="http://schemas.openxmlformats.org/officeDocument/2006/relationships/image" Target="/ppt/media/image3.svg" Id="R835310b6c1424fd9" /><Relationship Type="http://schemas.openxmlformats.org/officeDocument/2006/relationships/image" Target="/ppt/media/image4.png" Id="Rbc329565d4894b05" /><Relationship Type="http://schemas.openxmlformats.org/officeDocument/2006/relationships/image" Target="/ppt/media/image4.svg" Id="R19f60b11808f4e0d" /><Relationship Type="http://schemas.openxmlformats.org/officeDocument/2006/relationships/notesSlide" Target="/ppt/notesSlides/notesSlide1.xml" Id="R812e7b5fc87f4b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4AF06D7F-1663-4387-9745-1E1C27C7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386" y="1464459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345B63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EE506894-69CD-4C1A-8764-6A7774F0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26724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B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7AD41195-C5DF-4914-814A-0260AA7A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26724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2D88A70D-212D-4C84-8FCC-999731C4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578" y="1503188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7EBEC"/>
          </a:solidFill>
          <a:ln xmlns:a="http://schemas.openxmlformats.org/drawingml/2006/main" w="22860">
            <a:solidFill>
              <a:srgbClr val="B8C6C8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4E45E70B-F172-4604-8160-1E712A05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740" y="1464459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345B63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1468F8C3-1938-40DF-ABDA-32E03A28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26724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B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A27EAD92-E1C6-46F9-AE64-8FA11DB6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26724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D612F71A-3D7E-4149-9425-C8A69FB8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7932" y="1503188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7EBEC"/>
          </a:solidFill>
          <a:ln xmlns:a="http://schemas.openxmlformats.org/drawingml/2006/main" w="22860">
            <a:solidFill>
              <a:srgbClr val="B8C6C8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7F3641E5-4899-4B28-82FD-D94D2DBB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386" y="3310366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345B63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89106AD9-DC7D-40FE-A5D7-7CEA7FEC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072640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B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F223E434-3750-4725-BD1F-650F1862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072640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788A9567-E396-4121-80CB-DFDD35A1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578" y="3349104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7EBEC"/>
          </a:solidFill>
          <a:ln xmlns:a="http://schemas.openxmlformats.org/drawingml/2006/main" w="22860">
            <a:solidFill>
              <a:srgbClr val="B8C6C8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8EEDDB99-148E-4C66-959D-31E95D10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740" y="3310366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345B63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87563B29-AD0C-4967-B56A-4A95E4D4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072640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B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853AEA81-CE90-428D-BF49-387AB166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072640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B6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5C2B0703-3E64-4AA1-B19E-FFE0A039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7932" y="3349104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7EBEC"/>
          </a:solidFill>
          <a:ln xmlns:a="http://schemas.openxmlformats.org/drawingml/2006/main" w="22860">
            <a:solidFill>
              <a:srgbClr val="B8C6C8"/>
            </a:solidFill>
            <a:prstDash val="solid"/>
          </a:ln>
        </p:spPr>
      </p:sp>
      <p:sp>
        <p:nvSpPr>
          <p:cNvPr id="17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E19B419C-9E8C-4ABC-A58B-4EB96C18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9277" y="226724"/>
            <a:ext cx="1932089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18" name="note-body-0">
            <a:extLst xmlns:a="http://schemas.openxmlformats.org/drawingml/2006/main">
              <a:ext uri="{FF2B5EF4-FFF2-40B4-BE49-F238E27FC236}">
                <a16:creationId xmlns:a16="http://schemas.microsoft.com/office/drawing/2014/main" id="{970C1EC5-F8ED-4F50-A124-A8903565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9659" y="623354"/>
            <a:ext cx="2092223" cy="29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7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rPr>
              <a:t>明确目标与关系</a:t>
            </a:r>
          </a:p>
        </p:txBody>
      </p:sp>
      <p:sp>
        <p:nvSpPr>
          <p:cNvPr id="19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7C0D3592-2EE7-4008-AE36-00BE9F43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9631" y="226724"/>
            <a:ext cx="1932089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0" name="note-body-1">
            <a:extLst xmlns:a="http://schemas.openxmlformats.org/drawingml/2006/main">
              <a:ext uri="{FF2B5EF4-FFF2-40B4-BE49-F238E27FC236}">
                <a16:creationId xmlns:a16="http://schemas.microsoft.com/office/drawing/2014/main" id="{FB8B03D3-039D-40AB-B326-9A43D0D2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004" y="623354"/>
            <a:ext cx="2092223" cy="29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7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rPr>
              <a:t>依据清楚可查</a:t>
            </a:r>
          </a:p>
        </p:txBody>
      </p:sp>
      <p:sp>
        <p:nvSpPr>
          <p:cNvPr id="21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03CA9F4E-FEBE-413A-8F74-3C3A3DB6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9277" y="2072640"/>
            <a:ext cx="1932089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22" name="note-body-2">
            <a:extLst xmlns:a="http://schemas.openxmlformats.org/drawingml/2006/main">
              <a:ext uri="{FF2B5EF4-FFF2-40B4-BE49-F238E27FC236}">
                <a16:creationId xmlns:a16="http://schemas.microsoft.com/office/drawing/2014/main" id="{E653E5D7-7E10-4E68-BF47-E8919E07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9659" y="2469261"/>
            <a:ext cx="2092223" cy="29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7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rPr>
              <a:t>结果可以修改</a:t>
            </a:r>
          </a:p>
        </p:txBody>
      </p:sp>
      <p:sp>
        <p:nvSpPr>
          <p:cNvPr id="23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94A4B0C2-0C74-477F-A59A-ACF321A1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9631" y="2072640"/>
            <a:ext cx="1932089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24" name="note-body-3">
            <a:extLst xmlns:a="http://schemas.openxmlformats.org/drawingml/2006/main">
              <a:ext uri="{FF2B5EF4-FFF2-40B4-BE49-F238E27FC236}">
                <a16:creationId xmlns:a16="http://schemas.microsoft.com/office/drawing/2014/main" id="{4D5019D4-E6B4-40A7-9ECD-21306B98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004" y="2469261"/>
            <a:ext cx="2092223" cy="29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7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rPr>
              <a:t>支持后续复用</a:t>
            </a:r>
          </a:p>
        </p:txBody>
      </p:sp>
      <p:sp>
        <p:nvSpPr>
          <p:cNvPr id="25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E5CB0C37-6002-4EDB-9E2E-177DA09E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26724"/>
            <a:ext cx="419100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3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15e7d9edd4203">
            <a:extLst>
              <a:ext uri="{96DAC541-7B7A-43D3-8B79-37D633B846F1}">
                <asvg:svgBlip xmlns:asvg="http://schemas.microsoft.com/office/drawing/2016/SVG/main" r:embed="Rbc238cc6d76740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74952" y="26898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7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1D968BB5-DA88-4F30-AF40-12CD6603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26724"/>
            <a:ext cx="419100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3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77501764140cc">
            <a:extLst>
              <a:ext uri="{96DAC541-7B7A-43D3-8B79-37D633B846F1}">
                <asvg:svgBlip xmlns:asvg="http://schemas.microsoft.com/office/drawing/2016/SVG/main" r:embed="R26d64dff044442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35306" y="26898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D08C9FA6-0FA2-4958-AFB5-8165F239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072640"/>
            <a:ext cx="419100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3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97a2268844307">
            <a:extLst>
              <a:ext uri="{96DAC541-7B7A-43D3-8B79-37D633B846F1}">
                <asvg:svgBlip xmlns:asvg="http://schemas.microsoft.com/office/drawing/2016/SVG/main" r:embed="R835310b6c1424f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74952" y="2114902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1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25B133E2-98F8-4576-AC07-04FDB4A9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072640"/>
            <a:ext cx="419100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3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29565d4894b05">
            <a:extLst>
              <a:ext uri="{96DAC541-7B7A-43D3-8B79-37D633B846F1}">
                <asvg:svgBlip xmlns:asvg="http://schemas.microsoft.com/office/drawing/2016/SVG/main" r:embed="R19f60b11808f4e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35306" y="2114902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87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2026-09-07T23:09:06.4570000Z</dcterms:created>
  <dcterms:modified xsi:type="dcterms:W3CDTF">2026-09-07T23:09:06.4570000Z</dcterms:modified>
</coreProperties>
</file>