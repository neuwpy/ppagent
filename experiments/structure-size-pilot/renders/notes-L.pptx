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3f725465d44b0a" /><Relationship Type="http://schemas.openxmlformats.org/officeDocument/2006/relationships/extended-properties" Target="/docProps/app.xml" Id="R85693cfd7b3d4f85" /><Relationship Type="http://schemas.openxmlformats.org/officeDocument/2006/relationships/officeDocument" Target="/ppt/presentation.xml" Id="Rb45b6e8d1f5648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27a04bd7ae463f"/>
  </p:sldMasterIdLst>
  <p:notesMasterIdLst>
    <p:notesMasterId xmlns:r="http://schemas.openxmlformats.org/officeDocument/2006/relationships" r:id="R1da4ab7b3a304d46"/>
  </p:notesMasterIdLst>
  <p:sldIdLst>
    <p:sldId xmlns:r="http://schemas.openxmlformats.org/officeDocument/2006/relationships" id="256" r:id="R755552d2604b4b7f"/>
  </p:sldIdLst>
  <p:sldSz cx="11144250" cy="4686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cf9ded93cd48ca" /><Relationship Type="http://schemas.openxmlformats.org/officeDocument/2006/relationships/slideMaster" Target="/ppt/slideMasters/slideMaster1.xml" Id="Rf627a04bd7ae463f" /><Relationship Type="http://schemas.openxmlformats.org/officeDocument/2006/relationships/notesMaster" Target="/ppt/notesMasters/notesMaster1.xml" Id="R1da4ab7b3a304d46" /><Relationship Type="http://schemas.openxmlformats.org/officeDocument/2006/relationships/presProps" Target="/ppt/presProps.xml" Id="Rfd158d0a40d74603" /><Relationship Type="http://schemas.openxmlformats.org/officeDocument/2006/relationships/tableStyles" Target="/ppt/tableStyles.xml" Id="R5449836a62d043b4" /><Relationship Type="http://schemas.openxmlformats.org/officeDocument/2006/relationships/slide" Target="/ppt/slides/slide1.xml" Id="R755552d2604b4b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3e369a85d748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18f0497a9e4105" /><Relationship Type="http://schemas.openxmlformats.org/officeDocument/2006/relationships/notesMaster" Target="/ppt/notesMasters/notesMaster1.xml" Id="Ra926debb75934a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6904d5c09b4b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6a26e049524c93" /><Relationship Type="http://schemas.openxmlformats.org/officeDocument/2006/relationships/slideLayout" Target="/ppt/slideLayouts/slideLayout1.xml" Id="Re0a10fa7aa164d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a10fa7aa164d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85da174034c8d" /><Relationship Type="http://schemas.openxmlformats.org/officeDocument/2006/relationships/image" Target="/ppt/media/image.png" Id="R3ab151cad6484353" /><Relationship Type="http://schemas.openxmlformats.org/officeDocument/2006/relationships/image" Target="/ppt/media/image.svg" Id="R83d762a4d50347d4" /><Relationship Type="http://schemas.openxmlformats.org/officeDocument/2006/relationships/image" Target="/ppt/media/image2.png" Id="R9bf54df2d1124b0a" /><Relationship Type="http://schemas.openxmlformats.org/officeDocument/2006/relationships/image" Target="/ppt/media/image2.svg" Id="R2d1177c50caa4482" /><Relationship Type="http://schemas.openxmlformats.org/officeDocument/2006/relationships/image" Target="/ppt/media/image3.png" Id="R288863e59cea43b5" /><Relationship Type="http://schemas.openxmlformats.org/officeDocument/2006/relationships/image" Target="/ppt/media/image3.svg" Id="R9e15324f230a4c42" /><Relationship Type="http://schemas.openxmlformats.org/officeDocument/2006/relationships/image" Target="/ppt/media/image4.png" Id="Rd2e06834fb0b4f67" /><Relationship Type="http://schemas.openxmlformats.org/officeDocument/2006/relationships/image" Target="/ppt/media/image4.svg" Id="Rca6cc3010aef4dcb" /><Relationship Type="http://schemas.openxmlformats.org/officeDocument/2006/relationships/notesSlide" Target="/ppt/notesSlides/notesSlide1.xml" Id="R040f76d1c4a2477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47529E84-C349-4AA6-8260-67A15E9B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532" y="172288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9AABB51D-943C-459F-BED6-13277197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26670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3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CFE791A5-81F3-4D45-B5A5-B5AB4C71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26670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96C8BEB5-7EED-4CEE-A71C-5E13352E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5456" y="176845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46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5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C13E14C1-DA33-459C-BCD2-EA0619EA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982" y="172288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C108D69B-3DCC-49B5-AE88-809D2CC9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26670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7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38E957F0-416D-4915-8991-738B2705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26670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C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FFC551D8-9908-4021-A42A-E941B4EF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5906" y="176845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46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9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3C06FFB3-B26C-4022-93BC-0E3E19F7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532" y="389458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0092D785-2D90-476E-AC39-5428E7E1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243840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1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BB0AF19F-14F5-4852-AA55-F9260874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243840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D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6C862AFB-9564-4B47-AE1C-D8880A29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5456" y="394015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37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3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976F9DB2-1F38-40CA-8F73-FD9AA95C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982" y="389458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C594C42F-1F03-4708-8AAF-3F5580DD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243840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5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2BA4D494-E0B9-4125-B64B-78280A15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243840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178B53B1-A2CA-49B2-8E19-06F0DE9A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5906" y="394015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37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7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4A0EC860-8DC7-4DEE-B025-A667E1F4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9375" y="26670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结构清楚</a:t>
            </a:r>
          </a:p>
        </p:txBody>
      </p:sp>
      <p:sp>
        <p:nvSpPr>
          <p:cNvPr id="18" name="note-body-0">
            <a:extLst xmlns:a="http://schemas.openxmlformats.org/drawingml/2006/main">
              <a:ext uri="{FF2B5EF4-FFF2-40B4-BE49-F238E27FC236}">
                <a16:creationId xmlns:a16="http://schemas.microsoft.com/office/drawing/2014/main" id="{BAB247CF-604C-43D6-A494-BE39DCF7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2675" y="733425"/>
            <a:ext cx="2461317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关系明确，阅读路径稳定</a:t>
            </a:r>
          </a:p>
        </p:txBody>
      </p:sp>
      <p:sp>
        <p:nvSpPr>
          <p:cNvPr id="19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C4C6739C-2BD5-4976-AA50-363C6FFB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9825" y="26670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输出可靠</a:t>
            </a:r>
          </a:p>
        </p:txBody>
      </p:sp>
      <p:sp>
        <p:nvSpPr>
          <p:cNvPr id="20" name="note-body-1">
            <a:extLst xmlns:a="http://schemas.openxmlformats.org/drawingml/2006/main">
              <a:ext uri="{FF2B5EF4-FFF2-40B4-BE49-F238E27FC236}">
                <a16:creationId xmlns:a16="http://schemas.microsoft.com/office/drawing/2014/main" id="{FA6014E6-93FF-491C-B0DB-580ABF73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733425"/>
            <a:ext cx="2461317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结果保持一致，减少随机波动</a:t>
            </a:r>
          </a:p>
        </p:txBody>
      </p:sp>
      <p:sp>
        <p:nvSpPr>
          <p:cNvPr id="21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90F34662-6BBB-4874-BF3D-76C79897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9375" y="243840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原生可编辑</a:t>
            </a:r>
          </a:p>
        </p:txBody>
      </p:sp>
      <p:sp>
        <p:nvSpPr>
          <p:cNvPr id="22" name="note-body-2">
            <a:extLst xmlns:a="http://schemas.openxmlformats.org/drawingml/2006/main">
              <a:ext uri="{FF2B5EF4-FFF2-40B4-BE49-F238E27FC236}">
                <a16:creationId xmlns:a16="http://schemas.microsoft.com/office/drawing/2014/main" id="{AA9261FE-C2DF-4AB6-ADC1-BA0802CC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2675" y="2905125"/>
            <a:ext cx="2461317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文字与形状均可继续修改</a:t>
            </a:r>
          </a:p>
        </p:txBody>
      </p:sp>
      <p:sp>
        <p:nvSpPr>
          <p:cNvPr id="23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970D538F-27B9-4799-B628-A459CB84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9825" y="243840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响应布局</a:t>
            </a:r>
          </a:p>
        </p:txBody>
      </p:sp>
      <p:sp>
        <p:nvSpPr>
          <p:cNvPr id="24" name="note-point-3-0">
            <a:extLst xmlns:a="http://schemas.openxmlformats.org/drawingml/2006/main">
              <a:ext uri="{FF2B5EF4-FFF2-40B4-BE49-F238E27FC236}">
                <a16:creationId xmlns:a16="http://schemas.microsoft.com/office/drawing/2014/main" id="{424C38DA-50C1-470E-B7B1-DA2073EA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2905125"/>
            <a:ext cx="2461317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数量变化时重新求解</a:t>
            </a:r>
          </a:p>
        </p:txBody>
      </p:sp>
      <p:sp>
        <p:nvSpPr>
          <p:cNvPr id="25" name="note-point-3-1">
            <a:extLst xmlns:a="http://schemas.openxmlformats.org/drawingml/2006/main">
              <a:ext uri="{FF2B5EF4-FFF2-40B4-BE49-F238E27FC236}">
                <a16:creationId xmlns:a16="http://schemas.microsoft.com/office/drawing/2014/main" id="{009D311A-6032-4D67-9DD0-6C213112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3198171"/>
            <a:ext cx="2461317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末行始终保持居中</a:t>
            </a:r>
          </a:p>
        </p:txBody>
      </p:sp>
      <p:sp>
        <p:nvSpPr>
          <p:cNvPr id="26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97BFF167-6215-41AC-BA8F-03808303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26670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151cad6484353">
            <a:extLst>
              <a:ext uri="{96DAC541-7B7A-43D3-8B79-37D633B846F1}">
                <asvg:svgBlip xmlns:asvg="http://schemas.microsoft.com/office/drawing/2016/SVG/main" r:embed="R83d762a4d50347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305050" y="3333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8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C5E326E1-2A63-4FD6-B03E-11428C33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26670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54df2d1124b0a">
            <a:extLst>
              <a:ext uri="{96DAC541-7B7A-43D3-8B79-37D633B846F1}">
                <asvg:svgBlip xmlns:asvg="http://schemas.microsoft.com/office/drawing/2016/SVG/main" r:embed="R2d1177c50caa44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0" y="3333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0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D5396B17-8B90-47D7-A18E-5ED1B1B5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243840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863e59cea43b5">
            <a:extLst>
              <a:ext uri="{96DAC541-7B7A-43D3-8B79-37D633B846F1}">
                <asvg:svgBlip xmlns:asvg="http://schemas.microsoft.com/office/drawing/2016/SVG/main" r:embed="R9e15324f230a4c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305050" y="25050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2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77A052B1-15FB-4734-9D4F-63AC1B2B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243840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06834fb0b4f67">
            <a:extLst>
              <a:ext uri="{96DAC541-7B7A-43D3-8B79-37D633B846F1}">
                <asvg:svgBlip xmlns:asvg="http://schemas.microsoft.com/office/drawing/2016/SVG/main" r:embed="Rca6cc3010aef4d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0" y="2505075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10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2026-09-07T23:09:00.7810000Z</dcterms:created>
  <dcterms:modified xsi:type="dcterms:W3CDTF">2026-09-07T23:09:00.7820000Z</dcterms:modified>
</coreProperties>
</file>