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09b62cf2a403b" /><Relationship Type="http://schemas.openxmlformats.org/officeDocument/2006/relationships/extended-properties" Target="/docProps/app.xml" Id="R27f5054307a44bc8" /><Relationship Type="http://schemas.openxmlformats.org/officeDocument/2006/relationships/officeDocument" Target="/ppt/presentation.xml" Id="R927d4b4e073741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562d836d75422b"/>
  </p:sldMasterIdLst>
  <p:notesMasterIdLst>
    <p:notesMasterId xmlns:r="http://schemas.openxmlformats.org/officeDocument/2006/relationships" r:id="R3d147a5e99674bbc"/>
  </p:notesMasterIdLst>
  <p:sldIdLst>
    <p:sldId xmlns:r="http://schemas.openxmlformats.org/officeDocument/2006/relationships" id="256" r:id="Rcd0f642ff40b48d1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71ab29ea7445b" /><Relationship Type="http://schemas.openxmlformats.org/officeDocument/2006/relationships/slideMaster" Target="/ppt/slideMasters/slideMaster1.xml" Id="Rf4562d836d75422b" /><Relationship Type="http://schemas.openxmlformats.org/officeDocument/2006/relationships/notesMaster" Target="/ppt/notesMasters/notesMaster1.xml" Id="R3d147a5e99674bbc" /><Relationship Type="http://schemas.openxmlformats.org/officeDocument/2006/relationships/presProps" Target="/ppt/presProps.xml" Id="Rf810ba6c0a49404a" /><Relationship Type="http://schemas.openxmlformats.org/officeDocument/2006/relationships/tableStyles" Target="/ppt/tableStyles.xml" Id="Rdf302f11aef2434d" /><Relationship Type="http://schemas.openxmlformats.org/officeDocument/2006/relationships/slide" Target="/ppt/slides/slide1.xml" Id="Rcd0f642ff40b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59d990e3f4b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76200" dist="28575" dir="5400000">
              <a:srgbClr val="28454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082613a9a14514" /><Relationship Type="http://schemas.openxmlformats.org/officeDocument/2006/relationships/notesMaster" Target="/ppt/notesMasters/notesMaster1.xml" Id="Rb4fbc6ca824d42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d8dbb14e2e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dae5b503cd4802" /><Relationship Type="http://schemas.openxmlformats.org/officeDocument/2006/relationships/slideLayout" Target="/ppt/slideLayouts/slideLayout1.xml" Id="Rc08eabc1c30c42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8eabc1c30c42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76200" dist="28575" dir="5400000">
              <a:srgbClr val="28454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4ffbf8e60434f" /><Relationship Type="http://schemas.openxmlformats.org/officeDocument/2006/relationships/notesSlide" Target="/ppt/notesSlides/notesSlide1.xml" Id="R6c440e4136304f6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6F6391BA-51B8-421B-BCCE-4A1AD89A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0570" y="2084746"/>
            <a:ext cx="1502340" cy="1084450"/>
          </a:xfrm>
          <a:custGeom xmlns:a="http://schemas.openxmlformats.org/drawingml/2006/main">
            <a:pathLst>
              <a:path w="1502340" h="1084450">
                <a:moveTo>
                  <a:pt x="89202" y="151714"/>
                </a:moveTo>
                <a:lnTo>
                  <a:pt x="108756" y="149609"/>
                </a:lnTo>
                <a:lnTo>
                  <a:pt x="128311" y="147495"/>
                </a:lnTo>
                <a:lnTo>
                  <a:pt x="147876" y="145390"/>
                </a:lnTo>
                <a:lnTo>
                  <a:pt x="167430" y="143285"/>
                </a:lnTo>
                <a:lnTo>
                  <a:pt x="186985" y="141180"/>
                </a:lnTo>
                <a:lnTo>
                  <a:pt x="206540" y="139075"/>
                </a:lnTo>
                <a:lnTo>
                  <a:pt x="226095" y="136960"/>
                </a:lnTo>
                <a:lnTo>
                  <a:pt x="245659" y="134855"/>
                </a:lnTo>
                <a:lnTo>
                  <a:pt x="265214" y="132750"/>
                </a:lnTo>
                <a:lnTo>
                  <a:pt x="284769" y="130645"/>
                </a:lnTo>
                <a:lnTo>
                  <a:pt x="304324" y="128540"/>
                </a:lnTo>
                <a:lnTo>
                  <a:pt x="323879" y="126425"/>
                </a:lnTo>
                <a:lnTo>
                  <a:pt x="343443" y="124320"/>
                </a:lnTo>
                <a:lnTo>
                  <a:pt x="362998" y="122215"/>
                </a:lnTo>
                <a:lnTo>
                  <a:pt x="382553" y="120110"/>
                </a:lnTo>
                <a:lnTo>
                  <a:pt x="402107" y="117996"/>
                </a:lnTo>
                <a:lnTo>
                  <a:pt x="421672" y="115891"/>
                </a:lnTo>
                <a:lnTo>
                  <a:pt x="441227" y="113786"/>
                </a:lnTo>
                <a:lnTo>
                  <a:pt x="460781" y="111681"/>
                </a:lnTo>
                <a:lnTo>
                  <a:pt x="480336" y="109576"/>
                </a:lnTo>
                <a:lnTo>
                  <a:pt x="499891" y="107461"/>
                </a:lnTo>
                <a:lnTo>
                  <a:pt x="519455" y="105356"/>
                </a:lnTo>
                <a:lnTo>
                  <a:pt x="539010" y="103251"/>
                </a:lnTo>
                <a:lnTo>
                  <a:pt x="558565" y="101146"/>
                </a:lnTo>
                <a:lnTo>
                  <a:pt x="578120" y="99031"/>
                </a:lnTo>
                <a:lnTo>
                  <a:pt x="597675" y="96926"/>
                </a:lnTo>
                <a:lnTo>
                  <a:pt x="617239" y="94821"/>
                </a:lnTo>
                <a:lnTo>
                  <a:pt x="636794" y="92716"/>
                </a:lnTo>
                <a:lnTo>
                  <a:pt x="656349" y="90611"/>
                </a:lnTo>
                <a:lnTo>
                  <a:pt x="675904" y="88497"/>
                </a:lnTo>
                <a:lnTo>
                  <a:pt x="695468" y="86392"/>
                </a:lnTo>
                <a:lnTo>
                  <a:pt x="715023" y="84287"/>
                </a:lnTo>
                <a:lnTo>
                  <a:pt x="734578" y="82182"/>
                </a:lnTo>
                <a:lnTo>
                  <a:pt x="754132" y="80067"/>
                </a:lnTo>
                <a:lnTo>
                  <a:pt x="773687" y="77962"/>
                </a:lnTo>
                <a:lnTo>
                  <a:pt x="793252" y="75857"/>
                </a:lnTo>
                <a:lnTo>
                  <a:pt x="812806" y="73752"/>
                </a:lnTo>
                <a:lnTo>
                  <a:pt x="832361" y="71647"/>
                </a:lnTo>
                <a:lnTo>
                  <a:pt x="851916" y="69533"/>
                </a:lnTo>
                <a:lnTo>
                  <a:pt x="871471" y="67427"/>
                </a:lnTo>
                <a:lnTo>
                  <a:pt x="891035" y="65322"/>
                </a:lnTo>
                <a:lnTo>
                  <a:pt x="910590" y="63217"/>
                </a:lnTo>
                <a:lnTo>
                  <a:pt x="930145" y="61103"/>
                </a:lnTo>
                <a:lnTo>
                  <a:pt x="949700" y="58998"/>
                </a:lnTo>
                <a:lnTo>
                  <a:pt x="969254" y="56893"/>
                </a:lnTo>
                <a:lnTo>
                  <a:pt x="988819" y="54788"/>
                </a:lnTo>
                <a:lnTo>
                  <a:pt x="1008374" y="52683"/>
                </a:lnTo>
                <a:lnTo>
                  <a:pt x="1027928" y="50568"/>
                </a:lnTo>
                <a:lnTo>
                  <a:pt x="1047483" y="48463"/>
                </a:lnTo>
                <a:lnTo>
                  <a:pt x="1067048" y="46358"/>
                </a:lnTo>
                <a:lnTo>
                  <a:pt x="1086602" y="44253"/>
                </a:lnTo>
                <a:lnTo>
                  <a:pt x="1106157" y="42139"/>
                </a:lnTo>
                <a:lnTo>
                  <a:pt x="1125712" y="40034"/>
                </a:lnTo>
                <a:lnTo>
                  <a:pt x="1145267" y="37929"/>
                </a:lnTo>
                <a:lnTo>
                  <a:pt x="1164831" y="35824"/>
                </a:lnTo>
                <a:lnTo>
                  <a:pt x="1184386" y="33719"/>
                </a:lnTo>
                <a:lnTo>
                  <a:pt x="1203941" y="31604"/>
                </a:lnTo>
                <a:lnTo>
                  <a:pt x="1223496" y="29499"/>
                </a:lnTo>
                <a:lnTo>
                  <a:pt x="1243051" y="27394"/>
                </a:lnTo>
                <a:lnTo>
                  <a:pt x="1262615" y="25289"/>
                </a:lnTo>
                <a:lnTo>
                  <a:pt x="1282170" y="23174"/>
                </a:lnTo>
                <a:lnTo>
                  <a:pt x="1301725" y="21069"/>
                </a:lnTo>
                <a:lnTo>
                  <a:pt x="1321279" y="18964"/>
                </a:lnTo>
                <a:lnTo>
                  <a:pt x="1340834" y="16859"/>
                </a:lnTo>
                <a:lnTo>
                  <a:pt x="1360399" y="14754"/>
                </a:lnTo>
                <a:lnTo>
                  <a:pt x="1379953" y="12640"/>
                </a:lnTo>
                <a:lnTo>
                  <a:pt x="1399508" y="10535"/>
                </a:lnTo>
                <a:lnTo>
                  <a:pt x="1419063" y="8430"/>
                </a:lnTo>
                <a:lnTo>
                  <a:pt x="1438627" y="6325"/>
                </a:lnTo>
                <a:lnTo>
                  <a:pt x="1458182" y="4210"/>
                </a:lnTo>
                <a:lnTo>
                  <a:pt x="1477737" y="2105"/>
                </a:lnTo>
                <a:lnTo>
                  <a:pt x="1497292" y="0"/>
                </a:lnTo>
                <a:lnTo>
                  <a:pt x="1502340" y="12563"/>
                </a:lnTo>
                <a:lnTo>
                  <a:pt x="1500435" y="32137"/>
                </a:lnTo>
                <a:lnTo>
                  <a:pt x="1498540" y="51721"/>
                </a:lnTo>
                <a:lnTo>
                  <a:pt x="1496644" y="71295"/>
                </a:lnTo>
                <a:lnTo>
                  <a:pt x="1494749" y="90878"/>
                </a:lnTo>
                <a:lnTo>
                  <a:pt x="1492844" y="110452"/>
                </a:lnTo>
                <a:lnTo>
                  <a:pt x="1490948" y="130035"/>
                </a:lnTo>
                <a:lnTo>
                  <a:pt x="1489053" y="149609"/>
                </a:lnTo>
                <a:lnTo>
                  <a:pt x="1487157" y="169193"/>
                </a:lnTo>
                <a:lnTo>
                  <a:pt x="1485252" y="188766"/>
                </a:lnTo>
                <a:lnTo>
                  <a:pt x="1483357" y="208340"/>
                </a:lnTo>
                <a:lnTo>
                  <a:pt x="1481461" y="227924"/>
                </a:lnTo>
                <a:lnTo>
                  <a:pt x="1479566" y="247498"/>
                </a:lnTo>
                <a:lnTo>
                  <a:pt x="1477661" y="267081"/>
                </a:lnTo>
                <a:lnTo>
                  <a:pt x="1475765" y="286655"/>
                </a:lnTo>
                <a:lnTo>
                  <a:pt x="1473870" y="306238"/>
                </a:lnTo>
                <a:lnTo>
                  <a:pt x="1471974" y="325812"/>
                </a:lnTo>
                <a:lnTo>
                  <a:pt x="1470069" y="345396"/>
                </a:lnTo>
                <a:lnTo>
                  <a:pt x="1468174" y="364969"/>
                </a:lnTo>
                <a:lnTo>
                  <a:pt x="1466279" y="384553"/>
                </a:lnTo>
                <a:lnTo>
                  <a:pt x="1464383" y="404127"/>
                </a:lnTo>
                <a:lnTo>
                  <a:pt x="1462478" y="423710"/>
                </a:lnTo>
                <a:lnTo>
                  <a:pt x="1460583" y="443284"/>
                </a:lnTo>
                <a:lnTo>
                  <a:pt x="1458687" y="462858"/>
                </a:lnTo>
                <a:lnTo>
                  <a:pt x="1456792" y="482441"/>
                </a:lnTo>
                <a:lnTo>
                  <a:pt x="1454887" y="502015"/>
                </a:lnTo>
                <a:lnTo>
                  <a:pt x="1452991" y="521599"/>
                </a:lnTo>
                <a:lnTo>
                  <a:pt x="1451096" y="541172"/>
                </a:lnTo>
                <a:lnTo>
                  <a:pt x="1449200" y="560756"/>
                </a:lnTo>
                <a:lnTo>
                  <a:pt x="1447295" y="580330"/>
                </a:lnTo>
                <a:lnTo>
                  <a:pt x="1445400" y="599913"/>
                </a:lnTo>
                <a:lnTo>
                  <a:pt x="1443504" y="619487"/>
                </a:lnTo>
                <a:lnTo>
                  <a:pt x="1441609" y="639070"/>
                </a:lnTo>
                <a:lnTo>
                  <a:pt x="1439704" y="658644"/>
                </a:lnTo>
                <a:lnTo>
                  <a:pt x="1437808" y="678218"/>
                </a:lnTo>
                <a:lnTo>
                  <a:pt x="1435913" y="697802"/>
                </a:lnTo>
                <a:lnTo>
                  <a:pt x="1434017" y="717375"/>
                </a:lnTo>
                <a:lnTo>
                  <a:pt x="1432112" y="736959"/>
                </a:lnTo>
                <a:lnTo>
                  <a:pt x="1430217" y="756533"/>
                </a:lnTo>
                <a:lnTo>
                  <a:pt x="1428321" y="776116"/>
                </a:lnTo>
                <a:lnTo>
                  <a:pt x="1426426" y="795690"/>
                </a:lnTo>
                <a:lnTo>
                  <a:pt x="1424521" y="815273"/>
                </a:lnTo>
                <a:lnTo>
                  <a:pt x="1422625" y="834847"/>
                </a:lnTo>
                <a:lnTo>
                  <a:pt x="1420730" y="854431"/>
                </a:lnTo>
                <a:lnTo>
                  <a:pt x="1418834" y="874004"/>
                </a:lnTo>
                <a:lnTo>
                  <a:pt x="1416929" y="893588"/>
                </a:lnTo>
                <a:lnTo>
                  <a:pt x="1415034" y="913162"/>
                </a:lnTo>
                <a:lnTo>
                  <a:pt x="1413139" y="932736"/>
                </a:lnTo>
                <a:lnTo>
                  <a:pt x="1393584" y="934850"/>
                </a:lnTo>
                <a:lnTo>
                  <a:pt x="1374019" y="936955"/>
                </a:lnTo>
                <a:lnTo>
                  <a:pt x="1354465" y="939060"/>
                </a:lnTo>
                <a:lnTo>
                  <a:pt x="1334910" y="941165"/>
                </a:lnTo>
                <a:lnTo>
                  <a:pt x="1315355" y="943280"/>
                </a:lnTo>
                <a:lnTo>
                  <a:pt x="1295800" y="945385"/>
                </a:lnTo>
                <a:lnTo>
                  <a:pt x="1276236" y="947490"/>
                </a:lnTo>
                <a:lnTo>
                  <a:pt x="1256681" y="949595"/>
                </a:lnTo>
                <a:lnTo>
                  <a:pt x="1237126" y="951700"/>
                </a:lnTo>
                <a:lnTo>
                  <a:pt x="1217571" y="953814"/>
                </a:lnTo>
                <a:lnTo>
                  <a:pt x="1198007" y="955919"/>
                </a:lnTo>
                <a:lnTo>
                  <a:pt x="1178452" y="958025"/>
                </a:lnTo>
                <a:lnTo>
                  <a:pt x="1158897" y="960130"/>
                </a:lnTo>
                <a:lnTo>
                  <a:pt x="1139342" y="962244"/>
                </a:lnTo>
                <a:lnTo>
                  <a:pt x="1119788" y="964349"/>
                </a:lnTo>
                <a:lnTo>
                  <a:pt x="1100223" y="966454"/>
                </a:lnTo>
                <a:lnTo>
                  <a:pt x="1080668" y="968559"/>
                </a:lnTo>
                <a:lnTo>
                  <a:pt x="1061114" y="970664"/>
                </a:lnTo>
                <a:lnTo>
                  <a:pt x="1041559" y="972779"/>
                </a:lnTo>
                <a:lnTo>
                  <a:pt x="1022004" y="974884"/>
                </a:lnTo>
                <a:lnTo>
                  <a:pt x="1002440" y="976989"/>
                </a:lnTo>
                <a:lnTo>
                  <a:pt x="982885" y="979094"/>
                </a:lnTo>
                <a:lnTo>
                  <a:pt x="963330" y="981208"/>
                </a:lnTo>
                <a:lnTo>
                  <a:pt x="943775" y="983313"/>
                </a:lnTo>
                <a:lnTo>
                  <a:pt x="924211" y="985418"/>
                </a:lnTo>
                <a:lnTo>
                  <a:pt x="904656" y="987523"/>
                </a:lnTo>
                <a:lnTo>
                  <a:pt x="885101" y="989628"/>
                </a:lnTo>
                <a:lnTo>
                  <a:pt x="865546" y="991743"/>
                </a:lnTo>
                <a:lnTo>
                  <a:pt x="845991" y="993848"/>
                </a:lnTo>
                <a:lnTo>
                  <a:pt x="826427" y="995953"/>
                </a:lnTo>
                <a:lnTo>
                  <a:pt x="806872" y="998058"/>
                </a:lnTo>
                <a:lnTo>
                  <a:pt x="787317" y="1000173"/>
                </a:lnTo>
                <a:lnTo>
                  <a:pt x="767763" y="1002278"/>
                </a:lnTo>
                <a:lnTo>
                  <a:pt x="748208" y="1004383"/>
                </a:lnTo>
                <a:lnTo>
                  <a:pt x="728643" y="1006488"/>
                </a:lnTo>
                <a:lnTo>
                  <a:pt x="709089" y="1008593"/>
                </a:lnTo>
                <a:lnTo>
                  <a:pt x="689534" y="1010707"/>
                </a:lnTo>
                <a:lnTo>
                  <a:pt x="669979" y="1012812"/>
                </a:lnTo>
                <a:lnTo>
                  <a:pt x="650424" y="1014917"/>
                </a:lnTo>
                <a:lnTo>
                  <a:pt x="630860" y="1017022"/>
                </a:lnTo>
                <a:lnTo>
                  <a:pt x="611305" y="1019137"/>
                </a:lnTo>
                <a:lnTo>
                  <a:pt x="591750" y="1021242"/>
                </a:lnTo>
                <a:lnTo>
                  <a:pt x="572195" y="1023347"/>
                </a:lnTo>
                <a:lnTo>
                  <a:pt x="552631" y="1025452"/>
                </a:lnTo>
                <a:lnTo>
                  <a:pt x="533076" y="1027557"/>
                </a:lnTo>
                <a:lnTo>
                  <a:pt x="513521" y="1029672"/>
                </a:lnTo>
                <a:lnTo>
                  <a:pt x="493967" y="1031777"/>
                </a:lnTo>
                <a:lnTo>
                  <a:pt x="474412" y="1033882"/>
                </a:lnTo>
                <a:lnTo>
                  <a:pt x="454847" y="1035987"/>
                </a:lnTo>
                <a:lnTo>
                  <a:pt x="435293" y="1038101"/>
                </a:lnTo>
                <a:lnTo>
                  <a:pt x="415738" y="1040206"/>
                </a:lnTo>
                <a:lnTo>
                  <a:pt x="396183" y="1042311"/>
                </a:lnTo>
                <a:lnTo>
                  <a:pt x="376628" y="1044416"/>
                </a:lnTo>
                <a:lnTo>
                  <a:pt x="357064" y="1046521"/>
                </a:lnTo>
                <a:lnTo>
                  <a:pt x="337509" y="1048636"/>
                </a:lnTo>
                <a:lnTo>
                  <a:pt x="317954" y="1050741"/>
                </a:lnTo>
                <a:lnTo>
                  <a:pt x="298399" y="1052846"/>
                </a:lnTo>
                <a:lnTo>
                  <a:pt x="278844" y="1054951"/>
                </a:lnTo>
                <a:lnTo>
                  <a:pt x="259280" y="1057065"/>
                </a:lnTo>
                <a:lnTo>
                  <a:pt x="239725" y="1059170"/>
                </a:lnTo>
                <a:lnTo>
                  <a:pt x="220170" y="1061276"/>
                </a:lnTo>
                <a:lnTo>
                  <a:pt x="200616" y="1063381"/>
                </a:lnTo>
                <a:lnTo>
                  <a:pt x="181051" y="1065486"/>
                </a:lnTo>
                <a:lnTo>
                  <a:pt x="161496" y="1067600"/>
                </a:lnTo>
                <a:lnTo>
                  <a:pt x="141942" y="1069705"/>
                </a:lnTo>
                <a:lnTo>
                  <a:pt x="122387" y="1071810"/>
                </a:lnTo>
                <a:lnTo>
                  <a:pt x="102832" y="1073915"/>
                </a:lnTo>
                <a:lnTo>
                  <a:pt x="83268" y="1076030"/>
                </a:lnTo>
                <a:lnTo>
                  <a:pt x="63713" y="1078135"/>
                </a:lnTo>
                <a:lnTo>
                  <a:pt x="44158" y="1080240"/>
                </a:lnTo>
                <a:lnTo>
                  <a:pt x="24603" y="1082345"/>
                </a:lnTo>
                <a:lnTo>
                  <a:pt x="5048" y="1084450"/>
                </a:lnTo>
                <a:lnTo>
                  <a:pt x="0" y="1071896"/>
                </a:lnTo>
                <a:lnTo>
                  <a:pt x="1895" y="1052312"/>
                </a:lnTo>
                <a:lnTo>
                  <a:pt x="3800" y="1032739"/>
                </a:lnTo>
                <a:lnTo>
                  <a:pt x="5696" y="1013155"/>
                </a:lnTo>
                <a:lnTo>
                  <a:pt x="7591" y="993581"/>
                </a:lnTo>
                <a:lnTo>
                  <a:pt x="9487" y="973998"/>
                </a:lnTo>
                <a:lnTo>
                  <a:pt x="11392" y="954424"/>
                </a:lnTo>
                <a:lnTo>
                  <a:pt x="13287" y="934841"/>
                </a:lnTo>
                <a:lnTo>
                  <a:pt x="15183" y="915267"/>
                </a:lnTo>
                <a:lnTo>
                  <a:pt x="17078" y="895683"/>
                </a:lnTo>
                <a:lnTo>
                  <a:pt x="18983" y="876110"/>
                </a:lnTo>
                <a:lnTo>
                  <a:pt x="20879" y="856526"/>
                </a:lnTo>
                <a:lnTo>
                  <a:pt x="22774" y="836952"/>
                </a:lnTo>
                <a:lnTo>
                  <a:pt x="24670" y="817378"/>
                </a:lnTo>
                <a:lnTo>
                  <a:pt x="26575" y="797795"/>
                </a:lnTo>
                <a:lnTo>
                  <a:pt x="28470" y="778221"/>
                </a:lnTo>
                <a:lnTo>
                  <a:pt x="30366" y="758638"/>
                </a:lnTo>
                <a:lnTo>
                  <a:pt x="32261" y="739064"/>
                </a:lnTo>
                <a:lnTo>
                  <a:pt x="34166" y="719480"/>
                </a:lnTo>
                <a:lnTo>
                  <a:pt x="36062" y="699907"/>
                </a:lnTo>
                <a:lnTo>
                  <a:pt x="37957" y="680323"/>
                </a:lnTo>
                <a:lnTo>
                  <a:pt x="39853" y="660749"/>
                </a:lnTo>
                <a:lnTo>
                  <a:pt x="41758" y="641166"/>
                </a:lnTo>
                <a:lnTo>
                  <a:pt x="43653" y="621592"/>
                </a:lnTo>
                <a:lnTo>
                  <a:pt x="45549" y="602018"/>
                </a:lnTo>
                <a:lnTo>
                  <a:pt x="47444" y="582435"/>
                </a:lnTo>
                <a:lnTo>
                  <a:pt x="49349" y="562861"/>
                </a:lnTo>
                <a:lnTo>
                  <a:pt x="51245" y="543277"/>
                </a:lnTo>
                <a:lnTo>
                  <a:pt x="53140" y="523704"/>
                </a:lnTo>
                <a:lnTo>
                  <a:pt x="55035" y="504120"/>
                </a:lnTo>
                <a:lnTo>
                  <a:pt x="56940" y="484546"/>
                </a:lnTo>
                <a:lnTo>
                  <a:pt x="58836" y="464963"/>
                </a:lnTo>
                <a:lnTo>
                  <a:pt x="60731" y="445389"/>
                </a:lnTo>
                <a:lnTo>
                  <a:pt x="62627" y="425806"/>
                </a:lnTo>
                <a:lnTo>
                  <a:pt x="64532" y="406232"/>
                </a:lnTo>
                <a:lnTo>
                  <a:pt x="66427" y="386648"/>
                </a:lnTo>
                <a:lnTo>
                  <a:pt x="68323" y="367074"/>
                </a:lnTo>
                <a:lnTo>
                  <a:pt x="70218" y="347501"/>
                </a:lnTo>
                <a:lnTo>
                  <a:pt x="72123" y="327917"/>
                </a:lnTo>
                <a:lnTo>
                  <a:pt x="74019" y="308343"/>
                </a:lnTo>
                <a:lnTo>
                  <a:pt x="75914" y="288760"/>
                </a:lnTo>
                <a:lnTo>
                  <a:pt x="77810" y="269186"/>
                </a:lnTo>
                <a:lnTo>
                  <a:pt x="79715" y="249603"/>
                </a:lnTo>
                <a:lnTo>
                  <a:pt x="81610" y="230029"/>
                </a:lnTo>
                <a:lnTo>
                  <a:pt x="83506" y="210445"/>
                </a:lnTo>
                <a:lnTo>
                  <a:pt x="85401" y="190871"/>
                </a:lnTo>
                <a:lnTo>
                  <a:pt x="87306" y="171288"/>
                </a:lnTo>
                <a:lnTo>
                  <a:pt x="89202" y="151714"/>
                </a:lnTo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F3DE652E-A48D-4088-85D2-74306C1F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7879" y="1598009"/>
            <a:ext cx="1502331" cy="1084469"/>
          </a:xfrm>
          <a:custGeom xmlns:a="http://schemas.openxmlformats.org/drawingml/2006/main">
            <a:pathLst>
              <a:path w="1502331" h="1084469">
                <a:moveTo>
                  <a:pt x="89221" y="151743"/>
                </a:moveTo>
                <a:lnTo>
                  <a:pt x="108776" y="149638"/>
                </a:lnTo>
                <a:lnTo>
                  <a:pt x="128340" y="147523"/>
                </a:lnTo>
                <a:lnTo>
                  <a:pt x="147895" y="145418"/>
                </a:lnTo>
                <a:lnTo>
                  <a:pt x="167459" y="143313"/>
                </a:lnTo>
                <a:lnTo>
                  <a:pt x="187023" y="141199"/>
                </a:lnTo>
                <a:lnTo>
                  <a:pt x="206578" y="139094"/>
                </a:lnTo>
                <a:lnTo>
                  <a:pt x="226143" y="136989"/>
                </a:lnTo>
                <a:lnTo>
                  <a:pt x="245697" y="134884"/>
                </a:lnTo>
                <a:lnTo>
                  <a:pt x="265262" y="132769"/>
                </a:lnTo>
                <a:lnTo>
                  <a:pt x="284817" y="130664"/>
                </a:lnTo>
                <a:lnTo>
                  <a:pt x="304381" y="128559"/>
                </a:lnTo>
                <a:lnTo>
                  <a:pt x="323945" y="126454"/>
                </a:lnTo>
                <a:lnTo>
                  <a:pt x="343500" y="124339"/>
                </a:lnTo>
                <a:lnTo>
                  <a:pt x="363064" y="122234"/>
                </a:lnTo>
                <a:lnTo>
                  <a:pt x="382619" y="120129"/>
                </a:lnTo>
                <a:lnTo>
                  <a:pt x="402184" y="118024"/>
                </a:lnTo>
                <a:lnTo>
                  <a:pt x="421738" y="115910"/>
                </a:lnTo>
                <a:lnTo>
                  <a:pt x="441303" y="113805"/>
                </a:lnTo>
                <a:lnTo>
                  <a:pt x="460867" y="111700"/>
                </a:lnTo>
                <a:lnTo>
                  <a:pt x="480422" y="109595"/>
                </a:lnTo>
                <a:lnTo>
                  <a:pt x="499986" y="107480"/>
                </a:lnTo>
                <a:lnTo>
                  <a:pt x="519541" y="105375"/>
                </a:lnTo>
                <a:lnTo>
                  <a:pt x="539105" y="103270"/>
                </a:lnTo>
                <a:lnTo>
                  <a:pt x="558670" y="101165"/>
                </a:lnTo>
                <a:lnTo>
                  <a:pt x="578225" y="99050"/>
                </a:lnTo>
                <a:lnTo>
                  <a:pt x="597789" y="96945"/>
                </a:lnTo>
                <a:lnTo>
                  <a:pt x="617344" y="94840"/>
                </a:lnTo>
                <a:lnTo>
                  <a:pt x="636908" y="92726"/>
                </a:lnTo>
                <a:lnTo>
                  <a:pt x="656463" y="90621"/>
                </a:lnTo>
                <a:lnTo>
                  <a:pt x="676027" y="88516"/>
                </a:lnTo>
                <a:lnTo>
                  <a:pt x="695592" y="86411"/>
                </a:lnTo>
                <a:lnTo>
                  <a:pt x="715147" y="84296"/>
                </a:lnTo>
                <a:lnTo>
                  <a:pt x="734711" y="82191"/>
                </a:lnTo>
                <a:lnTo>
                  <a:pt x="754266" y="80086"/>
                </a:lnTo>
                <a:lnTo>
                  <a:pt x="773830" y="77981"/>
                </a:lnTo>
                <a:lnTo>
                  <a:pt x="793385" y="75867"/>
                </a:lnTo>
                <a:lnTo>
                  <a:pt x="812949" y="73762"/>
                </a:lnTo>
                <a:lnTo>
                  <a:pt x="832514" y="71657"/>
                </a:lnTo>
                <a:lnTo>
                  <a:pt x="852068" y="69552"/>
                </a:lnTo>
                <a:lnTo>
                  <a:pt x="871633" y="67437"/>
                </a:lnTo>
                <a:lnTo>
                  <a:pt x="891188" y="65332"/>
                </a:lnTo>
                <a:lnTo>
                  <a:pt x="910752" y="63227"/>
                </a:lnTo>
                <a:lnTo>
                  <a:pt x="930316" y="61122"/>
                </a:lnTo>
                <a:lnTo>
                  <a:pt x="949871" y="59007"/>
                </a:lnTo>
                <a:lnTo>
                  <a:pt x="969435" y="56902"/>
                </a:lnTo>
                <a:lnTo>
                  <a:pt x="988990" y="54797"/>
                </a:lnTo>
                <a:lnTo>
                  <a:pt x="1008555" y="52692"/>
                </a:lnTo>
                <a:lnTo>
                  <a:pt x="1028109" y="50578"/>
                </a:lnTo>
                <a:lnTo>
                  <a:pt x="1047674" y="48473"/>
                </a:lnTo>
                <a:lnTo>
                  <a:pt x="1067238" y="46368"/>
                </a:lnTo>
                <a:lnTo>
                  <a:pt x="1086793" y="44253"/>
                </a:lnTo>
                <a:lnTo>
                  <a:pt x="1106357" y="42148"/>
                </a:lnTo>
                <a:lnTo>
                  <a:pt x="1125912" y="40043"/>
                </a:lnTo>
                <a:lnTo>
                  <a:pt x="1145477" y="37938"/>
                </a:lnTo>
                <a:lnTo>
                  <a:pt x="1165041" y="35824"/>
                </a:lnTo>
                <a:lnTo>
                  <a:pt x="1184596" y="33719"/>
                </a:lnTo>
                <a:lnTo>
                  <a:pt x="1204160" y="31613"/>
                </a:lnTo>
                <a:lnTo>
                  <a:pt x="1223715" y="29508"/>
                </a:lnTo>
                <a:lnTo>
                  <a:pt x="1243279" y="27394"/>
                </a:lnTo>
                <a:lnTo>
                  <a:pt x="1262834" y="25289"/>
                </a:lnTo>
                <a:lnTo>
                  <a:pt x="1282398" y="23184"/>
                </a:lnTo>
                <a:lnTo>
                  <a:pt x="1301963" y="21079"/>
                </a:lnTo>
                <a:lnTo>
                  <a:pt x="1321518" y="18964"/>
                </a:lnTo>
                <a:lnTo>
                  <a:pt x="1341082" y="16859"/>
                </a:lnTo>
                <a:lnTo>
                  <a:pt x="1360637" y="14754"/>
                </a:lnTo>
                <a:lnTo>
                  <a:pt x="1380201" y="12649"/>
                </a:lnTo>
                <a:lnTo>
                  <a:pt x="1399756" y="10535"/>
                </a:lnTo>
                <a:lnTo>
                  <a:pt x="1419320" y="8430"/>
                </a:lnTo>
                <a:lnTo>
                  <a:pt x="1438885" y="6325"/>
                </a:lnTo>
                <a:lnTo>
                  <a:pt x="1458439" y="4220"/>
                </a:lnTo>
                <a:lnTo>
                  <a:pt x="1478004" y="2105"/>
                </a:lnTo>
                <a:lnTo>
                  <a:pt x="1497559" y="0"/>
                </a:lnTo>
                <a:lnTo>
                  <a:pt x="1502331" y="12849"/>
                </a:lnTo>
                <a:lnTo>
                  <a:pt x="1500435" y="32423"/>
                </a:lnTo>
                <a:lnTo>
                  <a:pt x="1498540" y="52007"/>
                </a:lnTo>
                <a:lnTo>
                  <a:pt x="1496644" y="71590"/>
                </a:lnTo>
                <a:lnTo>
                  <a:pt x="1494749" y="91173"/>
                </a:lnTo>
                <a:lnTo>
                  <a:pt x="1492844" y="110757"/>
                </a:lnTo>
                <a:lnTo>
                  <a:pt x="1490948" y="130340"/>
                </a:lnTo>
                <a:lnTo>
                  <a:pt x="1489053" y="149924"/>
                </a:lnTo>
                <a:lnTo>
                  <a:pt x="1487157" y="169497"/>
                </a:lnTo>
                <a:lnTo>
                  <a:pt x="1485262" y="189081"/>
                </a:lnTo>
                <a:lnTo>
                  <a:pt x="1483366" y="208664"/>
                </a:lnTo>
                <a:lnTo>
                  <a:pt x="1481471" y="228248"/>
                </a:lnTo>
                <a:lnTo>
                  <a:pt x="1479575" y="247831"/>
                </a:lnTo>
                <a:lnTo>
                  <a:pt x="1477680" y="267414"/>
                </a:lnTo>
                <a:lnTo>
                  <a:pt x="1475784" y="286998"/>
                </a:lnTo>
                <a:lnTo>
                  <a:pt x="1473889" y="306572"/>
                </a:lnTo>
                <a:lnTo>
                  <a:pt x="1471984" y="326155"/>
                </a:lnTo>
                <a:lnTo>
                  <a:pt x="1470089" y="345738"/>
                </a:lnTo>
                <a:lnTo>
                  <a:pt x="1468193" y="365322"/>
                </a:lnTo>
                <a:lnTo>
                  <a:pt x="1466298" y="384905"/>
                </a:lnTo>
                <a:lnTo>
                  <a:pt x="1464402" y="404489"/>
                </a:lnTo>
                <a:lnTo>
                  <a:pt x="1462507" y="424063"/>
                </a:lnTo>
                <a:lnTo>
                  <a:pt x="1460611" y="443646"/>
                </a:lnTo>
                <a:lnTo>
                  <a:pt x="1458716" y="463229"/>
                </a:lnTo>
                <a:lnTo>
                  <a:pt x="1456820" y="482813"/>
                </a:lnTo>
                <a:lnTo>
                  <a:pt x="1454925" y="502396"/>
                </a:lnTo>
                <a:lnTo>
                  <a:pt x="1453029" y="521980"/>
                </a:lnTo>
                <a:lnTo>
                  <a:pt x="1451134" y="541563"/>
                </a:lnTo>
                <a:lnTo>
                  <a:pt x="1449229" y="561137"/>
                </a:lnTo>
                <a:lnTo>
                  <a:pt x="1447333" y="580720"/>
                </a:lnTo>
                <a:lnTo>
                  <a:pt x="1445438" y="600304"/>
                </a:lnTo>
                <a:lnTo>
                  <a:pt x="1443542" y="619887"/>
                </a:lnTo>
                <a:lnTo>
                  <a:pt x="1441647" y="639470"/>
                </a:lnTo>
                <a:lnTo>
                  <a:pt x="1439751" y="659054"/>
                </a:lnTo>
                <a:lnTo>
                  <a:pt x="1437856" y="678628"/>
                </a:lnTo>
                <a:lnTo>
                  <a:pt x="1435960" y="698211"/>
                </a:lnTo>
                <a:lnTo>
                  <a:pt x="1434065" y="717794"/>
                </a:lnTo>
                <a:lnTo>
                  <a:pt x="1432169" y="737378"/>
                </a:lnTo>
                <a:lnTo>
                  <a:pt x="1430274" y="756961"/>
                </a:lnTo>
                <a:lnTo>
                  <a:pt x="1428369" y="776545"/>
                </a:lnTo>
                <a:lnTo>
                  <a:pt x="1426474" y="796128"/>
                </a:lnTo>
                <a:lnTo>
                  <a:pt x="1424578" y="815702"/>
                </a:lnTo>
                <a:lnTo>
                  <a:pt x="1422683" y="835285"/>
                </a:lnTo>
                <a:lnTo>
                  <a:pt x="1420787" y="854869"/>
                </a:lnTo>
                <a:lnTo>
                  <a:pt x="1418892" y="874452"/>
                </a:lnTo>
                <a:lnTo>
                  <a:pt x="1416996" y="894036"/>
                </a:lnTo>
                <a:lnTo>
                  <a:pt x="1415101" y="913619"/>
                </a:lnTo>
                <a:lnTo>
                  <a:pt x="1413205" y="933193"/>
                </a:lnTo>
                <a:lnTo>
                  <a:pt x="1394108" y="935755"/>
                </a:lnTo>
                <a:lnTo>
                  <a:pt x="1374553" y="937851"/>
                </a:lnTo>
                <a:lnTo>
                  <a:pt x="1354988" y="939946"/>
                </a:lnTo>
                <a:lnTo>
                  <a:pt x="1335424" y="942042"/>
                </a:lnTo>
                <a:lnTo>
                  <a:pt x="1315869" y="944137"/>
                </a:lnTo>
                <a:lnTo>
                  <a:pt x="1296305" y="946233"/>
                </a:lnTo>
                <a:lnTo>
                  <a:pt x="1276741" y="948328"/>
                </a:lnTo>
                <a:lnTo>
                  <a:pt x="1257176" y="950424"/>
                </a:lnTo>
                <a:lnTo>
                  <a:pt x="1237621" y="952519"/>
                </a:lnTo>
                <a:lnTo>
                  <a:pt x="1218057" y="954605"/>
                </a:lnTo>
                <a:lnTo>
                  <a:pt x="1198493" y="956701"/>
                </a:lnTo>
                <a:lnTo>
                  <a:pt x="1178938" y="958796"/>
                </a:lnTo>
                <a:lnTo>
                  <a:pt x="1159373" y="960892"/>
                </a:lnTo>
                <a:lnTo>
                  <a:pt x="1139809" y="962987"/>
                </a:lnTo>
                <a:lnTo>
                  <a:pt x="1120245" y="965083"/>
                </a:lnTo>
                <a:lnTo>
                  <a:pt x="1100690" y="967178"/>
                </a:lnTo>
                <a:lnTo>
                  <a:pt x="1081126" y="969274"/>
                </a:lnTo>
                <a:lnTo>
                  <a:pt x="1061561" y="971369"/>
                </a:lnTo>
                <a:lnTo>
                  <a:pt x="1041997" y="973455"/>
                </a:lnTo>
                <a:lnTo>
                  <a:pt x="1022442" y="975551"/>
                </a:lnTo>
                <a:lnTo>
                  <a:pt x="1002878" y="977646"/>
                </a:lnTo>
                <a:lnTo>
                  <a:pt x="983313" y="979742"/>
                </a:lnTo>
                <a:lnTo>
                  <a:pt x="963749" y="981837"/>
                </a:lnTo>
                <a:lnTo>
                  <a:pt x="944194" y="983933"/>
                </a:lnTo>
                <a:lnTo>
                  <a:pt x="924630" y="986028"/>
                </a:lnTo>
                <a:lnTo>
                  <a:pt x="905066" y="988124"/>
                </a:lnTo>
                <a:lnTo>
                  <a:pt x="885511" y="990219"/>
                </a:lnTo>
                <a:lnTo>
                  <a:pt x="865946" y="992315"/>
                </a:lnTo>
                <a:lnTo>
                  <a:pt x="846382" y="994400"/>
                </a:lnTo>
                <a:lnTo>
                  <a:pt x="826818" y="996496"/>
                </a:lnTo>
                <a:lnTo>
                  <a:pt x="807263" y="998591"/>
                </a:lnTo>
                <a:lnTo>
                  <a:pt x="787698" y="1000687"/>
                </a:lnTo>
                <a:lnTo>
                  <a:pt x="768134" y="1002782"/>
                </a:lnTo>
                <a:lnTo>
                  <a:pt x="748570" y="1004878"/>
                </a:lnTo>
                <a:lnTo>
                  <a:pt x="729015" y="1006973"/>
                </a:lnTo>
                <a:lnTo>
                  <a:pt x="709451" y="1009069"/>
                </a:lnTo>
                <a:lnTo>
                  <a:pt x="689886" y="1011164"/>
                </a:lnTo>
                <a:lnTo>
                  <a:pt x="670331" y="1013250"/>
                </a:lnTo>
                <a:lnTo>
                  <a:pt x="650767" y="1015346"/>
                </a:lnTo>
                <a:lnTo>
                  <a:pt x="631203" y="1017441"/>
                </a:lnTo>
                <a:lnTo>
                  <a:pt x="611638" y="1019537"/>
                </a:lnTo>
                <a:lnTo>
                  <a:pt x="592084" y="1021632"/>
                </a:lnTo>
                <a:lnTo>
                  <a:pt x="572519" y="1023728"/>
                </a:lnTo>
                <a:lnTo>
                  <a:pt x="552955" y="1025823"/>
                </a:lnTo>
                <a:lnTo>
                  <a:pt x="533390" y="1027919"/>
                </a:lnTo>
                <a:lnTo>
                  <a:pt x="513836" y="1030014"/>
                </a:lnTo>
                <a:lnTo>
                  <a:pt x="494271" y="1032100"/>
                </a:lnTo>
                <a:lnTo>
                  <a:pt x="474707" y="1034196"/>
                </a:lnTo>
                <a:lnTo>
                  <a:pt x="455152" y="1036291"/>
                </a:lnTo>
                <a:lnTo>
                  <a:pt x="435588" y="1038387"/>
                </a:lnTo>
                <a:lnTo>
                  <a:pt x="416023" y="1040482"/>
                </a:lnTo>
                <a:lnTo>
                  <a:pt x="396459" y="1042578"/>
                </a:lnTo>
                <a:lnTo>
                  <a:pt x="376904" y="1044673"/>
                </a:lnTo>
                <a:lnTo>
                  <a:pt x="357340" y="1046769"/>
                </a:lnTo>
                <a:lnTo>
                  <a:pt x="337776" y="1048864"/>
                </a:lnTo>
                <a:lnTo>
                  <a:pt x="318221" y="1050960"/>
                </a:lnTo>
                <a:lnTo>
                  <a:pt x="298656" y="1053046"/>
                </a:lnTo>
                <a:lnTo>
                  <a:pt x="279092" y="1055141"/>
                </a:lnTo>
                <a:lnTo>
                  <a:pt x="259528" y="1057237"/>
                </a:lnTo>
                <a:lnTo>
                  <a:pt x="239973" y="1059332"/>
                </a:lnTo>
                <a:lnTo>
                  <a:pt x="220409" y="1061428"/>
                </a:lnTo>
                <a:lnTo>
                  <a:pt x="200844" y="1063523"/>
                </a:lnTo>
                <a:lnTo>
                  <a:pt x="181280" y="1065619"/>
                </a:lnTo>
                <a:lnTo>
                  <a:pt x="161725" y="1067714"/>
                </a:lnTo>
                <a:lnTo>
                  <a:pt x="142161" y="1069810"/>
                </a:lnTo>
                <a:lnTo>
                  <a:pt x="122596" y="1071896"/>
                </a:lnTo>
                <a:lnTo>
                  <a:pt x="103041" y="1073991"/>
                </a:lnTo>
                <a:lnTo>
                  <a:pt x="83477" y="1076087"/>
                </a:lnTo>
                <a:lnTo>
                  <a:pt x="63913" y="1078182"/>
                </a:lnTo>
                <a:lnTo>
                  <a:pt x="44348" y="1080278"/>
                </a:lnTo>
                <a:lnTo>
                  <a:pt x="24794" y="1082373"/>
                </a:lnTo>
                <a:lnTo>
                  <a:pt x="5229" y="1084469"/>
                </a:lnTo>
                <a:lnTo>
                  <a:pt x="0" y="1072086"/>
                </a:lnTo>
                <a:lnTo>
                  <a:pt x="1895" y="1052503"/>
                </a:lnTo>
                <a:lnTo>
                  <a:pt x="3800" y="1032920"/>
                </a:lnTo>
                <a:lnTo>
                  <a:pt x="5696" y="1013336"/>
                </a:lnTo>
                <a:lnTo>
                  <a:pt x="7591" y="993753"/>
                </a:lnTo>
                <a:lnTo>
                  <a:pt x="9487" y="974179"/>
                </a:lnTo>
                <a:lnTo>
                  <a:pt x="11392" y="954596"/>
                </a:lnTo>
                <a:lnTo>
                  <a:pt x="13287" y="935012"/>
                </a:lnTo>
                <a:lnTo>
                  <a:pt x="15183" y="915429"/>
                </a:lnTo>
                <a:lnTo>
                  <a:pt x="17088" y="895845"/>
                </a:lnTo>
                <a:lnTo>
                  <a:pt x="18983" y="876262"/>
                </a:lnTo>
                <a:lnTo>
                  <a:pt x="20879" y="856688"/>
                </a:lnTo>
                <a:lnTo>
                  <a:pt x="22774" y="837105"/>
                </a:lnTo>
                <a:lnTo>
                  <a:pt x="24679" y="817521"/>
                </a:lnTo>
                <a:lnTo>
                  <a:pt x="26575" y="797938"/>
                </a:lnTo>
                <a:lnTo>
                  <a:pt x="28470" y="778354"/>
                </a:lnTo>
                <a:lnTo>
                  <a:pt x="30375" y="758771"/>
                </a:lnTo>
                <a:lnTo>
                  <a:pt x="32271" y="739197"/>
                </a:lnTo>
                <a:lnTo>
                  <a:pt x="34166" y="719614"/>
                </a:lnTo>
                <a:lnTo>
                  <a:pt x="36071" y="700030"/>
                </a:lnTo>
                <a:lnTo>
                  <a:pt x="37967" y="680447"/>
                </a:lnTo>
                <a:lnTo>
                  <a:pt x="39862" y="660864"/>
                </a:lnTo>
                <a:lnTo>
                  <a:pt x="41758" y="641290"/>
                </a:lnTo>
                <a:lnTo>
                  <a:pt x="43663" y="621706"/>
                </a:lnTo>
                <a:lnTo>
                  <a:pt x="45558" y="602123"/>
                </a:lnTo>
                <a:lnTo>
                  <a:pt x="47454" y="582539"/>
                </a:lnTo>
                <a:lnTo>
                  <a:pt x="49359" y="562956"/>
                </a:lnTo>
                <a:lnTo>
                  <a:pt x="51254" y="543373"/>
                </a:lnTo>
                <a:lnTo>
                  <a:pt x="53150" y="523799"/>
                </a:lnTo>
                <a:lnTo>
                  <a:pt x="55045" y="504215"/>
                </a:lnTo>
                <a:lnTo>
                  <a:pt x="56950" y="484632"/>
                </a:lnTo>
                <a:lnTo>
                  <a:pt x="58845" y="465049"/>
                </a:lnTo>
                <a:lnTo>
                  <a:pt x="60741" y="445465"/>
                </a:lnTo>
                <a:lnTo>
                  <a:pt x="62646" y="425882"/>
                </a:lnTo>
                <a:lnTo>
                  <a:pt x="64541" y="406308"/>
                </a:lnTo>
                <a:lnTo>
                  <a:pt x="66437" y="386725"/>
                </a:lnTo>
                <a:lnTo>
                  <a:pt x="68332" y="367141"/>
                </a:lnTo>
                <a:lnTo>
                  <a:pt x="70237" y="347558"/>
                </a:lnTo>
                <a:lnTo>
                  <a:pt x="72133" y="327974"/>
                </a:lnTo>
                <a:lnTo>
                  <a:pt x="74028" y="308391"/>
                </a:lnTo>
                <a:lnTo>
                  <a:pt x="75933" y="288817"/>
                </a:lnTo>
                <a:lnTo>
                  <a:pt x="77829" y="269234"/>
                </a:lnTo>
                <a:lnTo>
                  <a:pt x="79724" y="249650"/>
                </a:lnTo>
                <a:lnTo>
                  <a:pt x="81620" y="230067"/>
                </a:lnTo>
                <a:lnTo>
                  <a:pt x="83525" y="210483"/>
                </a:lnTo>
                <a:lnTo>
                  <a:pt x="85420" y="190900"/>
                </a:lnTo>
                <a:lnTo>
                  <a:pt x="87316" y="171326"/>
                </a:lnTo>
                <a:lnTo>
                  <a:pt x="89221" y="151743"/>
                </a:lnTo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70864134-2A17-4694-9AD1-8E7092A4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6207" y="1112301"/>
            <a:ext cx="1502331" cy="1084478"/>
          </a:xfrm>
          <a:custGeom xmlns:a="http://schemas.openxmlformats.org/drawingml/2006/main">
            <a:pathLst>
              <a:path w="1502331" h="1084478">
                <a:moveTo>
                  <a:pt x="88211" y="150733"/>
                </a:moveTo>
                <a:lnTo>
                  <a:pt x="107775" y="148638"/>
                </a:lnTo>
                <a:lnTo>
                  <a:pt x="127340" y="146542"/>
                </a:lnTo>
                <a:lnTo>
                  <a:pt x="146914" y="144447"/>
                </a:lnTo>
                <a:lnTo>
                  <a:pt x="166478" y="142361"/>
                </a:lnTo>
                <a:lnTo>
                  <a:pt x="186042" y="140265"/>
                </a:lnTo>
                <a:lnTo>
                  <a:pt x="205607" y="138170"/>
                </a:lnTo>
                <a:lnTo>
                  <a:pt x="225171" y="136074"/>
                </a:lnTo>
                <a:lnTo>
                  <a:pt x="244735" y="133979"/>
                </a:lnTo>
                <a:lnTo>
                  <a:pt x="264300" y="131893"/>
                </a:lnTo>
                <a:lnTo>
                  <a:pt x="283864" y="129797"/>
                </a:lnTo>
                <a:lnTo>
                  <a:pt x="303428" y="127702"/>
                </a:lnTo>
                <a:lnTo>
                  <a:pt x="323002" y="125606"/>
                </a:lnTo>
                <a:lnTo>
                  <a:pt x="342567" y="123511"/>
                </a:lnTo>
                <a:lnTo>
                  <a:pt x="362131" y="121425"/>
                </a:lnTo>
                <a:lnTo>
                  <a:pt x="381695" y="119329"/>
                </a:lnTo>
                <a:lnTo>
                  <a:pt x="401260" y="117234"/>
                </a:lnTo>
                <a:lnTo>
                  <a:pt x="420824" y="115138"/>
                </a:lnTo>
                <a:lnTo>
                  <a:pt x="440388" y="113052"/>
                </a:lnTo>
                <a:lnTo>
                  <a:pt x="459953" y="110957"/>
                </a:lnTo>
                <a:lnTo>
                  <a:pt x="479517" y="108861"/>
                </a:lnTo>
                <a:lnTo>
                  <a:pt x="499091" y="106766"/>
                </a:lnTo>
                <a:lnTo>
                  <a:pt x="518655" y="104670"/>
                </a:lnTo>
                <a:lnTo>
                  <a:pt x="538220" y="102584"/>
                </a:lnTo>
                <a:lnTo>
                  <a:pt x="557784" y="100489"/>
                </a:lnTo>
                <a:lnTo>
                  <a:pt x="577348" y="98393"/>
                </a:lnTo>
                <a:lnTo>
                  <a:pt x="596913" y="96298"/>
                </a:lnTo>
                <a:lnTo>
                  <a:pt x="616477" y="94202"/>
                </a:lnTo>
                <a:lnTo>
                  <a:pt x="636041" y="92116"/>
                </a:lnTo>
                <a:lnTo>
                  <a:pt x="655615" y="90021"/>
                </a:lnTo>
                <a:lnTo>
                  <a:pt x="675180" y="87925"/>
                </a:lnTo>
                <a:lnTo>
                  <a:pt x="694744" y="85830"/>
                </a:lnTo>
                <a:lnTo>
                  <a:pt x="714308" y="83744"/>
                </a:lnTo>
                <a:lnTo>
                  <a:pt x="733873" y="81648"/>
                </a:lnTo>
                <a:lnTo>
                  <a:pt x="753437" y="79553"/>
                </a:lnTo>
                <a:lnTo>
                  <a:pt x="773001" y="77457"/>
                </a:lnTo>
                <a:lnTo>
                  <a:pt x="792566" y="75362"/>
                </a:lnTo>
                <a:lnTo>
                  <a:pt x="812130" y="73276"/>
                </a:lnTo>
                <a:lnTo>
                  <a:pt x="831704" y="71180"/>
                </a:lnTo>
                <a:lnTo>
                  <a:pt x="851268" y="69085"/>
                </a:lnTo>
                <a:lnTo>
                  <a:pt x="870833" y="66989"/>
                </a:lnTo>
                <a:lnTo>
                  <a:pt x="890397" y="64894"/>
                </a:lnTo>
                <a:lnTo>
                  <a:pt x="909961" y="62808"/>
                </a:lnTo>
                <a:lnTo>
                  <a:pt x="929526" y="60712"/>
                </a:lnTo>
                <a:lnTo>
                  <a:pt x="949090" y="58617"/>
                </a:lnTo>
                <a:lnTo>
                  <a:pt x="968654" y="56521"/>
                </a:lnTo>
                <a:lnTo>
                  <a:pt x="988219" y="54426"/>
                </a:lnTo>
                <a:lnTo>
                  <a:pt x="1007793" y="52340"/>
                </a:lnTo>
                <a:lnTo>
                  <a:pt x="1027357" y="50244"/>
                </a:lnTo>
                <a:lnTo>
                  <a:pt x="1046921" y="48149"/>
                </a:lnTo>
                <a:lnTo>
                  <a:pt x="1066486" y="46053"/>
                </a:lnTo>
                <a:lnTo>
                  <a:pt x="1086050" y="43967"/>
                </a:lnTo>
                <a:lnTo>
                  <a:pt x="1105614" y="41872"/>
                </a:lnTo>
                <a:lnTo>
                  <a:pt x="1125179" y="39776"/>
                </a:lnTo>
                <a:lnTo>
                  <a:pt x="1144743" y="37681"/>
                </a:lnTo>
                <a:lnTo>
                  <a:pt x="1164307" y="35585"/>
                </a:lnTo>
                <a:lnTo>
                  <a:pt x="1183881" y="33499"/>
                </a:lnTo>
                <a:lnTo>
                  <a:pt x="1203446" y="31404"/>
                </a:lnTo>
                <a:lnTo>
                  <a:pt x="1223010" y="29308"/>
                </a:lnTo>
                <a:lnTo>
                  <a:pt x="1242574" y="27213"/>
                </a:lnTo>
                <a:lnTo>
                  <a:pt x="1262139" y="25117"/>
                </a:lnTo>
                <a:lnTo>
                  <a:pt x="1281703" y="23031"/>
                </a:lnTo>
                <a:lnTo>
                  <a:pt x="1301267" y="20936"/>
                </a:lnTo>
                <a:lnTo>
                  <a:pt x="1320832" y="18840"/>
                </a:lnTo>
                <a:lnTo>
                  <a:pt x="1340406" y="16745"/>
                </a:lnTo>
                <a:lnTo>
                  <a:pt x="1359970" y="14659"/>
                </a:lnTo>
                <a:lnTo>
                  <a:pt x="1379534" y="12563"/>
                </a:lnTo>
                <a:lnTo>
                  <a:pt x="1399099" y="10468"/>
                </a:lnTo>
                <a:lnTo>
                  <a:pt x="1418663" y="8372"/>
                </a:lnTo>
                <a:lnTo>
                  <a:pt x="1438227" y="6277"/>
                </a:lnTo>
                <a:lnTo>
                  <a:pt x="1457792" y="4191"/>
                </a:lnTo>
                <a:lnTo>
                  <a:pt x="1477356" y="2096"/>
                </a:lnTo>
                <a:lnTo>
                  <a:pt x="1496920" y="0"/>
                </a:lnTo>
                <a:lnTo>
                  <a:pt x="1502331" y="12202"/>
                </a:lnTo>
                <a:lnTo>
                  <a:pt x="1500435" y="31794"/>
                </a:lnTo>
                <a:lnTo>
                  <a:pt x="1498540" y="51378"/>
                </a:lnTo>
                <a:lnTo>
                  <a:pt x="1496635" y="70961"/>
                </a:lnTo>
                <a:lnTo>
                  <a:pt x="1494739" y="90545"/>
                </a:lnTo>
                <a:lnTo>
                  <a:pt x="1492844" y="110128"/>
                </a:lnTo>
                <a:lnTo>
                  <a:pt x="1490939" y="129721"/>
                </a:lnTo>
                <a:lnTo>
                  <a:pt x="1489043" y="149304"/>
                </a:lnTo>
                <a:lnTo>
                  <a:pt x="1487148" y="168888"/>
                </a:lnTo>
                <a:lnTo>
                  <a:pt x="1485243" y="188471"/>
                </a:lnTo>
                <a:lnTo>
                  <a:pt x="1483347" y="208055"/>
                </a:lnTo>
                <a:lnTo>
                  <a:pt x="1481452" y="227648"/>
                </a:lnTo>
                <a:lnTo>
                  <a:pt x="1479547" y="247231"/>
                </a:lnTo>
                <a:lnTo>
                  <a:pt x="1477651" y="266814"/>
                </a:lnTo>
                <a:lnTo>
                  <a:pt x="1475756" y="286398"/>
                </a:lnTo>
                <a:lnTo>
                  <a:pt x="1473851" y="305981"/>
                </a:lnTo>
                <a:lnTo>
                  <a:pt x="1471955" y="325574"/>
                </a:lnTo>
                <a:lnTo>
                  <a:pt x="1470060" y="345157"/>
                </a:lnTo>
                <a:lnTo>
                  <a:pt x="1468155" y="364741"/>
                </a:lnTo>
                <a:lnTo>
                  <a:pt x="1466259" y="384324"/>
                </a:lnTo>
                <a:lnTo>
                  <a:pt x="1464364" y="403908"/>
                </a:lnTo>
                <a:lnTo>
                  <a:pt x="1462459" y="423501"/>
                </a:lnTo>
                <a:lnTo>
                  <a:pt x="1460564" y="443084"/>
                </a:lnTo>
                <a:lnTo>
                  <a:pt x="1458668" y="462667"/>
                </a:lnTo>
                <a:lnTo>
                  <a:pt x="1456773" y="482251"/>
                </a:lnTo>
                <a:lnTo>
                  <a:pt x="1454868" y="501834"/>
                </a:lnTo>
                <a:lnTo>
                  <a:pt x="1452972" y="521427"/>
                </a:lnTo>
                <a:lnTo>
                  <a:pt x="1451077" y="541010"/>
                </a:lnTo>
                <a:lnTo>
                  <a:pt x="1449172" y="560594"/>
                </a:lnTo>
                <a:lnTo>
                  <a:pt x="1447276" y="580177"/>
                </a:lnTo>
                <a:lnTo>
                  <a:pt x="1445381" y="599761"/>
                </a:lnTo>
                <a:lnTo>
                  <a:pt x="1443476" y="619354"/>
                </a:lnTo>
                <a:lnTo>
                  <a:pt x="1441580" y="638937"/>
                </a:lnTo>
                <a:lnTo>
                  <a:pt x="1439685" y="658520"/>
                </a:lnTo>
                <a:lnTo>
                  <a:pt x="1437780" y="678104"/>
                </a:lnTo>
                <a:lnTo>
                  <a:pt x="1435884" y="697687"/>
                </a:lnTo>
                <a:lnTo>
                  <a:pt x="1433989" y="717280"/>
                </a:lnTo>
                <a:lnTo>
                  <a:pt x="1432084" y="736864"/>
                </a:lnTo>
                <a:lnTo>
                  <a:pt x="1430188" y="756447"/>
                </a:lnTo>
                <a:lnTo>
                  <a:pt x="1428293" y="776030"/>
                </a:lnTo>
                <a:lnTo>
                  <a:pt x="1426388" y="795614"/>
                </a:lnTo>
                <a:lnTo>
                  <a:pt x="1424492" y="815207"/>
                </a:lnTo>
                <a:lnTo>
                  <a:pt x="1422597" y="834790"/>
                </a:lnTo>
                <a:lnTo>
                  <a:pt x="1420692" y="854373"/>
                </a:lnTo>
                <a:lnTo>
                  <a:pt x="1418796" y="873957"/>
                </a:lnTo>
                <a:lnTo>
                  <a:pt x="1416901" y="893540"/>
                </a:lnTo>
                <a:lnTo>
                  <a:pt x="1414996" y="913133"/>
                </a:lnTo>
                <a:lnTo>
                  <a:pt x="1413100" y="932707"/>
                </a:lnTo>
                <a:lnTo>
                  <a:pt x="1393536" y="934822"/>
                </a:lnTo>
                <a:lnTo>
                  <a:pt x="1373972" y="936927"/>
                </a:lnTo>
                <a:lnTo>
                  <a:pt x="1354407" y="939032"/>
                </a:lnTo>
                <a:lnTo>
                  <a:pt x="1334843" y="941146"/>
                </a:lnTo>
                <a:lnTo>
                  <a:pt x="1315279" y="943251"/>
                </a:lnTo>
                <a:lnTo>
                  <a:pt x="1295714" y="945356"/>
                </a:lnTo>
                <a:lnTo>
                  <a:pt x="1276150" y="947461"/>
                </a:lnTo>
                <a:lnTo>
                  <a:pt x="1256586" y="949576"/>
                </a:lnTo>
                <a:lnTo>
                  <a:pt x="1237021" y="951681"/>
                </a:lnTo>
                <a:lnTo>
                  <a:pt x="1217457" y="953786"/>
                </a:lnTo>
                <a:lnTo>
                  <a:pt x="1197893" y="955900"/>
                </a:lnTo>
                <a:lnTo>
                  <a:pt x="1178328" y="958005"/>
                </a:lnTo>
                <a:lnTo>
                  <a:pt x="1158764" y="960110"/>
                </a:lnTo>
                <a:lnTo>
                  <a:pt x="1139200" y="962225"/>
                </a:lnTo>
                <a:lnTo>
                  <a:pt x="1119635" y="964330"/>
                </a:lnTo>
                <a:lnTo>
                  <a:pt x="1100071" y="966435"/>
                </a:lnTo>
                <a:lnTo>
                  <a:pt x="1080506" y="968540"/>
                </a:lnTo>
                <a:lnTo>
                  <a:pt x="1060942" y="970655"/>
                </a:lnTo>
                <a:lnTo>
                  <a:pt x="1041378" y="972760"/>
                </a:lnTo>
                <a:lnTo>
                  <a:pt x="1021813" y="974865"/>
                </a:lnTo>
                <a:lnTo>
                  <a:pt x="1002249" y="976979"/>
                </a:lnTo>
                <a:lnTo>
                  <a:pt x="982694" y="979084"/>
                </a:lnTo>
                <a:lnTo>
                  <a:pt x="963130" y="981189"/>
                </a:lnTo>
                <a:lnTo>
                  <a:pt x="943566" y="983304"/>
                </a:lnTo>
                <a:lnTo>
                  <a:pt x="924001" y="985409"/>
                </a:lnTo>
                <a:lnTo>
                  <a:pt x="904437" y="987514"/>
                </a:lnTo>
                <a:lnTo>
                  <a:pt x="884873" y="989619"/>
                </a:lnTo>
                <a:lnTo>
                  <a:pt x="865308" y="991733"/>
                </a:lnTo>
                <a:lnTo>
                  <a:pt x="845744" y="993839"/>
                </a:lnTo>
                <a:lnTo>
                  <a:pt x="826179" y="995944"/>
                </a:lnTo>
                <a:lnTo>
                  <a:pt x="806615" y="998058"/>
                </a:lnTo>
                <a:lnTo>
                  <a:pt x="787051" y="1000163"/>
                </a:lnTo>
                <a:lnTo>
                  <a:pt x="767486" y="1002268"/>
                </a:lnTo>
                <a:lnTo>
                  <a:pt x="747922" y="1004383"/>
                </a:lnTo>
                <a:lnTo>
                  <a:pt x="728358" y="1006488"/>
                </a:lnTo>
                <a:lnTo>
                  <a:pt x="708793" y="1008593"/>
                </a:lnTo>
                <a:lnTo>
                  <a:pt x="689229" y="1010698"/>
                </a:lnTo>
                <a:lnTo>
                  <a:pt x="669665" y="1012812"/>
                </a:lnTo>
                <a:lnTo>
                  <a:pt x="650100" y="1014917"/>
                </a:lnTo>
                <a:lnTo>
                  <a:pt x="630536" y="1017022"/>
                </a:lnTo>
                <a:lnTo>
                  <a:pt x="610972" y="1019137"/>
                </a:lnTo>
                <a:lnTo>
                  <a:pt x="591407" y="1021242"/>
                </a:lnTo>
                <a:lnTo>
                  <a:pt x="571852" y="1023347"/>
                </a:lnTo>
                <a:lnTo>
                  <a:pt x="552288" y="1025462"/>
                </a:lnTo>
                <a:lnTo>
                  <a:pt x="532724" y="1027567"/>
                </a:lnTo>
                <a:lnTo>
                  <a:pt x="513159" y="1029672"/>
                </a:lnTo>
                <a:lnTo>
                  <a:pt x="493595" y="1031777"/>
                </a:lnTo>
                <a:lnTo>
                  <a:pt x="474031" y="1033891"/>
                </a:lnTo>
                <a:lnTo>
                  <a:pt x="454466" y="1035996"/>
                </a:lnTo>
                <a:lnTo>
                  <a:pt x="434902" y="1038101"/>
                </a:lnTo>
                <a:lnTo>
                  <a:pt x="415338" y="1040216"/>
                </a:lnTo>
                <a:lnTo>
                  <a:pt x="395773" y="1042321"/>
                </a:lnTo>
                <a:lnTo>
                  <a:pt x="376209" y="1044426"/>
                </a:lnTo>
                <a:lnTo>
                  <a:pt x="356645" y="1046540"/>
                </a:lnTo>
                <a:lnTo>
                  <a:pt x="337080" y="1048645"/>
                </a:lnTo>
                <a:lnTo>
                  <a:pt x="317516" y="1050750"/>
                </a:lnTo>
                <a:lnTo>
                  <a:pt x="297952" y="1052855"/>
                </a:lnTo>
                <a:lnTo>
                  <a:pt x="278387" y="1054970"/>
                </a:lnTo>
                <a:lnTo>
                  <a:pt x="258823" y="1057075"/>
                </a:lnTo>
                <a:lnTo>
                  <a:pt x="239258" y="1059180"/>
                </a:lnTo>
                <a:lnTo>
                  <a:pt x="219694" y="1061295"/>
                </a:lnTo>
                <a:lnTo>
                  <a:pt x="200130" y="1063400"/>
                </a:lnTo>
                <a:lnTo>
                  <a:pt x="180575" y="1065505"/>
                </a:lnTo>
                <a:lnTo>
                  <a:pt x="161011" y="1067619"/>
                </a:lnTo>
                <a:lnTo>
                  <a:pt x="141446" y="1069724"/>
                </a:lnTo>
                <a:lnTo>
                  <a:pt x="121882" y="1071829"/>
                </a:lnTo>
                <a:lnTo>
                  <a:pt x="102318" y="1073934"/>
                </a:lnTo>
                <a:lnTo>
                  <a:pt x="82753" y="1076049"/>
                </a:lnTo>
                <a:lnTo>
                  <a:pt x="63189" y="1078154"/>
                </a:lnTo>
                <a:lnTo>
                  <a:pt x="43625" y="1080259"/>
                </a:lnTo>
                <a:lnTo>
                  <a:pt x="24060" y="1082373"/>
                </a:lnTo>
                <a:lnTo>
                  <a:pt x="4496" y="1084478"/>
                </a:lnTo>
                <a:lnTo>
                  <a:pt x="0" y="1071334"/>
                </a:lnTo>
                <a:lnTo>
                  <a:pt x="1876" y="1051751"/>
                </a:lnTo>
                <a:lnTo>
                  <a:pt x="3753" y="1032167"/>
                </a:lnTo>
                <a:lnTo>
                  <a:pt x="5629" y="1012574"/>
                </a:lnTo>
                <a:lnTo>
                  <a:pt x="7506" y="992991"/>
                </a:lnTo>
                <a:lnTo>
                  <a:pt x="9382" y="973398"/>
                </a:lnTo>
                <a:lnTo>
                  <a:pt x="11259" y="953814"/>
                </a:lnTo>
                <a:lnTo>
                  <a:pt x="13135" y="934231"/>
                </a:lnTo>
                <a:lnTo>
                  <a:pt x="15011" y="914638"/>
                </a:lnTo>
                <a:lnTo>
                  <a:pt x="16888" y="895055"/>
                </a:lnTo>
                <a:lnTo>
                  <a:pt x="18764" y="875462"/>
                </a:lnTo>
                <a:lnTo>
                  <a:pt x="20650" y="855878"/>
                </a:lnTo>
                <a:lnTo>
                  <a:pt x="22527" y="836285"/>
                </a:lnTo>
                <a:lnTo>
                  <a:pt x="24403" y="816702"/>
                </a:lnTo>
                <a:lnTo>
                  <a:pt x="26279" y="797119"/>
                </a:lnTo>
                <a:lnTo>
                  <a:pt x="28156" y="777526"/>
                </a:lnTo>
                <a:lnTo>
                  <a:pt x="30032" y="757942"/>
                </a:lnTo>
                <a:lnTo>
                  <a:pt x="31909" y="738349"/>
                </a:lnTo>
                <a:lnTo>
                  <a:pt x="33785" y="718766"/>
                </a:lnTo>
                <a:lnTo>
                  <a:pt x="35662" y="699173"/>
                </a:lnTo>
                <a:lnTo>
                  <a:pt x="37538" y="679590"/>
                </a:lnTo>
                <a:lnTo>
                  <a:pt x="39414" y="660006"/>
                </a:lnTo>
                <a:lnTo>
                  <a:pt x="41291" y="640413"/>
                </a:lnTo>
                <a:lnTo>
                  <a:pt x="43167" y="620830"/>
                </a:lnTo>
                <a:lnTo>
                  <a:pt x="45044" y="601237"/>
                </a:lnTo>
                <a:lnTo>
                  <a:pt x="46920" y="581654"/>
                </a:lnTo>
                <a:lnTo>
                  <a:pt x="48797" y="562070"/>
                </a:lnTo>
                <a:lnTo>
                  <a:pt x="50673" y="542477"/>
                </a:lnTo>
                <a:lnTo>
                  <a:pt x="52549" y="522894"/>
                </a:lnTo>
                <a:lnTo>
                  <a:pt x="54426" y="503301"/>
                </a:lnTo>
                <a:lnTo>
                  <a:pt x="56302" y="483718"/>
                </a:lnTo>
                <a:lnTo>
                  <a:pt x="58179" y="464125"/>
                </a:lnTo>
                <a:lnTo>
                  <a:pt x="60055" y="444541"/>
                </a:lnTo>
                <a:lnTo>
                  <a:pt x="61941" y="424958"/>
                </a:lnTo>
                <a:lnTo>
                  <a:pt x="63818" y="405365"/>
                </a:lnTo>
                <a:lnTo>
                  <a:pt x="65694" y="385782"/>
                </a:lnTo>
                <a:lnTo>
                  <a:pt x="67570" y="366189"/>
                </a:lnTo>
                <a:lnTo>
                  <a:pt x="69447" y="346605"/>
                </a:lnTo>
                <a:lnTo>
                  <a:pt x="71323" y="327012"/>
                </a:lnTo>
                <a:lnTo>
                  <a:pt x="73200" y="307429"/>
                </a:lnTo>
                <a:lnTo>
                  <a:pt x="75076" y="287846"/>
                </a:lnTo>
                <a:lnTo>
                  <a:pt x="76952" y="268253"/>
                </a:lnTo>
                <a:lnTo>
                  <a:pt x="78829" y="248669"/>
                </a:lnTo>
                <a:lnTo>
                  <a:pt x="80705" y="229076"/>
                </a:lnTo>
                <a:lnTo>
                  <a:pt x="82582" y="209493"/>
                </a:lnTo>
                <a:lnTo>
                  <a:pt x="84458" y="189909"/>
                </a:lnTo>
                <a:lnTo>
                  <a:pt x="86335" y="170317"/>
                </a:lnTo>
                <a:lnTo>
                  <a:pt x="88211" y="150733"/>
                </a:lnTo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899D8D68-776A-421A-AF06-7DB6F4F4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3497" y="625564"/>
            <a:ext cx="1502340" cy="1084450"/>
          </a:xfrm>
          <a:custGeom xmlns:a="http://schemas.openxmlformats.org/drawingml/2006/main">
            <a:pathLst>
              <a:path w="1502340" h="1084450">
                <a:moveTo>
                  <a:pt x="89202" y="151714"/>
                </a:moveTo>
                <a:lnTo>
                  <a:pt x="108756" y="149609"/>
                </a:lnTo>
                <a:lnTo>
                  <a:pt x="128311" y="147504"/>
                </a:lnTo>
                <a:lnTo>
                  <a:pt x="147876" y="145390"/>
                </a:lnTo>
                <a:lnTo>
                  <a:pt x="167430" y="143285"/>
                </a:lnTo>
                <a:lnTo>
                  <a:pt x="186985" y="141180"/>
                </a:lnTo>
                <a:lnTo>
                  <a:pt x="206540" y="139075"/>
                </a:lnTo>
                <a:lnTo>
                  <a:pt x="226095" y="136960"/>
                </a:lnTo>
                <a:lnTo>
                  <a:pt x="245659" y="134855"/>
                </a:lnTo>
                <a:lnTo>
                  <a:pt x="265214" y="132750"/>
                </a:lnTo>
                <a:lnTo>
                  <a:pt x="284769" y="130645"/>
                </a:lnTo>
                <a:lnTo>
                  <a:pt x="304324" y="128540"/>
                </a:lnTo>
                <a:lnTo>
                  <a:pt x="323879" y="126425"/>
                </a:lnTo>
                <a:lnTo>
                  <a:pt x="343443" y="124320"/>
                </a:lnTo>
                <a:lnTo>
                  <a:pt x="362998" y="122215"/>
                </a:lnTo>
                <a:lnTo>
                  <a:pt x="382553" y="120110"/>
                </a:lnTo>
                <a:lnTo>
                  <a:pt x="402107" y="117996"/>
                </a:lnTo>
                <a:lnTo>
                  <a:pt x="421672" y="115891"/>
                </a:lnTo>
                <a:lnTo>
                  <a:pt x="441227" y="113786"/>
                </a:lnTo>
                <a:lnTo>
                  <a:pt x="460781" y="111681"/>
                </a:lnTo>
                <a:lnTo>
                  <a:pt x="480336" y="109576"/>
                </a:lnTo>
                <a:lnTo>
                  <a:pt x="499891" y="107461"/>
                </a:lnTo>
                <a:lnTo>
                  <a:pt x="519455" y="105356"/>
                </a:lnTo>
                <a:lnTo>
                  <a:pt x="539010" y="103251"/>
                </a:lnTo>
                <a:lnTo>
                  <a:pt x="558565" y="101146"/>
                </a:lnTo>
                <a:lnTo>
                  <a:pt x="578120" y="99031"/>
                </a:lnTo>
                <a:lnTo>
                  <a:pt x="597675" y="96926"/>
                </a:lnTo>
                <a:lnTo>
                  <a:pt x="617239" y="94821"/>
                </a:lnTo>
                <a:lnTo>
                  <a:pt x="636794" y="92716"/>
                </a:lnTo>
                <a:lnTo>
                  <a:pt x="656349" y="90611"/>
                </a:lnTo>
                <a:lnTo>
                  <a:pt x="675904" y="88497"/>
                </a:lnTo>
                <a:lnTo>
                  <a:pt x="695468" y="86392"/>
                </a:lnTo>
                <a:lnTo>
                  <a:pt x="715023" y="84287"/>
                </a:lnTo>
                <a:lnTo>
                  <a:pt x="734578" y="82182"/>
                </a:lnTo>
                <a:lnTo>
                  <a:pt x="754132" y="80067"/>
                </a:lnTo>
                <a:lnTo>
                  <a:pt x="773687" y="77962"/>
                </a:lnTo>
                <a:lnTo>
                  <a:pt x="793252" y="75857"/>
                </a:lnTo>
                <a:lnTo>
                  <a:pt x="812806" y="73752"/>
                </a:lnTo>
                <a:lnTo>
                  <a:pt x="832361" y="71647"/>
                </a:lnTo>
                <a:lnTo>
                  <a:pt x="851916" y="69533"/>
                </a:lnTo>
                <a:lnTo>
                  <a:pt x="871471" y="67427"/>
                </a:lnTo>
                <a:lnTo>
                  <a:pt x="891035" y="65322"/>
                </a:lnTo>
                <a:lnTo>
                  <a:pt x="910590" y="63217"/>
                </a:lnTo>
                <a:lnTo>
                  <a:pt x="930145" y="61103"/>
                </a:lnTo>
                <a:lnTo>
                  <a:pt x="949700" y="58998"/>
                </a:lnTo>
                <a:lnTo>
                  <a:pt x="969254" y="56893"/>
                </a:lnTo>
                <a:lnTo>
                  <a:pt x="988819" y="54788"/>
                </a:lnTo>
                <a:lnTo>
                  <a:pt x="1008374" y="52683"/>
                </a:lnTo>
                <a:lnTo>
                  <a:pt x="1027928" y="50568"/>
                </a:lnTo>
                <a:lnTo>
                  <a:pt x="1047483" y="48463"/>
                </a:lnTo>
                <a:lnTo>
                  <a:pt x="1067048" y="46358"/>
                </a:lnTo>
                <a:lnTo>
                  <a:pt x="1086602" y="44253"/>
                </a:lnTo>
                <a:lnTo>
                  <a:pt x="1106157" y="42139"/>
                </a:lnTo>
                <a:lnTo>
                  <a:pt x="1125712" y="40034"/>
                </a:lnTo>
                <a:lnTo>
                  <a:pt x="1145267" y="37929"/>
                </a:lnTo>
                <a:lnTo>
                  <a:pt x="1164831" y="35824"/>
                </a:lnTo>
                <a:lnTo>
                  <a:pt x="1184386" y="33719"/>
                </a:lnTo>
                <a:lnTo>
                  <a:pt x="1203941" y="31604"/>
                </a:lnTo>
                <a:lnTo>
                  <a:pt x="1223496" y="29499"/>
                </a:lnTo>
                <a:lnTo>
                  <a:pt x="1243051" y="27394"/>
                </a:lnTo>
                <a:lnTo>
                  <a:pt x="1262615" y="25289"/>
                </a:lnTo>
                <a:lnTo>
                  <a:pt x="1282170" y="23174"/>
                </a:lnTo>
                <a:lnTo>
                  <a:pt x="1301725" y="21069"/>
                </a:lnTo>
                <a:lnTo>
                  <a:pt x="1321279" y="18964"/>
                </a:lnTo>
                <a:lnTo>
                  <a:pt x="1340844" y="16859"/>
                </a:lnTo>
                <a:lnTo>
                  <a:pt x="1360399" y="14754"/>
                </a:lnTo>
                <a:lnTo>
                  <a:pt x="1379953" y="12640"/>
                </a:lnTo>
                <a:lnTo>
                  <a:pt x="1399508" y="10535"/>
                </a:lnTo>
                <a:lnTo>
                  <a:pt x="1419063" y="8430"/>
                </a:lnTo>
                <a:lnTo>
                  <a:pt x="1438627" y="6325"/>
                </a:lnTo>
                <a:lnTo>
                  <a:pt x="1458182" y="4210"/>
                </a:lnTo>
                <a:lnTo>
                  <a:pt x="1477737" y="2105"/>
                </a:lnTo>
                <a:lnTo>
                  <a:pt x="1497292" y="0"/>
                </a:lnTo>
                <a:lnTo>
                  <a:pt x="1502340" y="12563"/>
                </a:lnTo>
                <a:lnTo>
                  <a:pt x="1500435" y="32137"/>
                </a:lnTo>
                <a:lnTo>
                  <a:pt x="1498540" y="51721"/>
                </a:lnTo>
                <a:lnTo>
                  <a:pt x="1496644" y="71295"/>
                </a:lnTo>
                <a:lnTo>
                  <a:pt x="1494749" y="90878"/>
                </a:lnTo>
                <a:lnTo>
                  <a:pt x="1492844" y="110452"/>
                </a:lnTo>
                <a:lnTo>
                  <a:pt x="1490948" y="130035"/>
                </a:lnTo>
                <a:lnTo>
                  <a:pt x="1489053" y="149609"/>
                </a:lnTo>
                <a:lnTo>
                  <a:pt x="1487157" y="169193"/>
                </a:lnTo>
                <a:lnTo>
                  <a:pt x="1485252" y="188766"/>
                </a:lnTo>
                <a:lnTo>
                  <a:pt x="1483357" y="208340"/>
                </a:lnTo>
                <a:lnTo>
                  <a:pt x="1481461" y="227924"/>
                </a:lnTo>
                <a:lnTo>
                  <a:pt x="1479566" y="247498"/>
                </a:lnTo>
                <a:lnTo>
                  <a:pt x="1477661" y="267081"/>
                </a:lnTo>
                <a:lnTo>
                  <a:pt x="1475765" y="286655"/>
                </a:lnTo>
                <a:lnTo>
                  <a:pt x="1473870" y="306238"/>
                </a:lnTo>
                <a:lnTo>
                  <a:pt x="1471974" y="325812"/>
                </a:lnTo>
                <a:lnTo>
                  <a:pt x="1470069" y="345396"/>
                </a:lnTo>
                <a:lnTo>
                  <a:pt x="1468174" y="364969"/>
                </a:lnTo>
                <a:lnTo>
                  <a:pt x="1466279" y="384553"/>
                </a:lnTo>
                <a:lnTo>
                  <a:pt x="1464383" y="404127"/>
                </a:lnTo>
                <a:lnTo>
                  <a:pt x="1462478" y="423710"/>
                </a:lnTo>
                <a:lnTo>
                  <a:pt x="1460583" y="443284"/>
                </a:lnTo>
                <a:lnTo>
                  <a:pt x="1458687" y="462858"/>
                </a:lnTo>
                <a:lnTo>
                  <a:pt x="1456792" y="482441"/>
                </a:lnTo>
                <a:lnTo>
                  <a:pt x="1454887" y="502015"/>
                </a:lnTo>
                <a:lnTo>
                  <a:pt x="1452991" y="521599"/>
                </a:lnTo>
                <a:lnTo>
                  <a:pt x="1451096" y="541172"/>
                </a:lnTo>
                <a:lnTo>
                  <a:pt x="1449200" y="560756"/>
                </a:lnTo>
                <a:lnTo>
                  <a:pt x="1447295" y="580330"/>
                </a:lnTo>
                <a:lnTo>
                  <a:pt x="1445400" y="599913"/>
                </a:lnTo>
                <a:lnTo>
                  <a:pt x="1443504" y="619487"/>
                </a:lnTo>
                <a:lnTo>
                  <a:pt x="1441609" y="639070"/>
                </a:lnTo>
                <a:lnTo>
                  <a:pt x="1439704" y="658644"/>
                </a:lnTo>
                <a:lnTo>
                  <a:pt x="1437808" y="678228"/>
                </a:lnTo>
                <a:lnTo>
                  <a:pt x="1435913" y="697802"/>
                </a:lnTo>
                <a:lnTo>
                  <a:pt x="1434017" y="717375"/>
                </a:lnTo>
                <a:lnTo>
                  <a:pt x="1432112" y="736959"/>
                </a:lnTo>
                <a:lnTo>
                  <a:pt x="1430217" y="756533"/>
                </a:lnTo>
                <a:lnTo>
                  <a:pt x="1428321" y="776116"/>
                </a:lnTo>
                <a:lnTo>
                  <a:pt x="1426426" y="795690"/>
                </a:lnTo>
                <a:lnTo>
                  <a:pt x="1424521" y="815273"/>
                </a:lnTo>
                <a:lnTo>
                  <a:pt x="1422625" y="834847"/>
                </a:lnTo>
                <a:lnTo>
                  <a:pt x="1420730" y="854431"/>
                </a:lnTo>
                <a:lnTo>
                  <a:pt x="1418834" y="874004"/>
                </a:lnTo>
                <a:lnTo>
                  <a:pt x="1416929" y="893588"/>
                </a:lnTo>
                <a:lnTo>
                  <a:pt x="1415034" y="913162"/>
                </a:lnTo>
                <a:lnTo>
                  <a:pt x="1413139" y="932745"/>
                </a:lnTo>
                <a:lnTo>
                  <a:pt x="1393584" y="934850"/>
                </a:lnTo>
                <a:lnTo>
                  <a:pt x="1374019" y="936955"/>
                </a:lnTo>
                <a:lnTo>
                  <a:pt x="1354465" y="939060"/>
                </a:lnTo>
                <a:lnTo>
                  <a:pt x="1334910" y="941165"/>
                </a:lnTo>
                <a:lnTo>
                  <a:pt x="1315355" y="943280"/>
                </a:lnTo>
                <a:lnTo>
                  <a:pt x="1295800" y="945385"/>
                </a:lnTo>
                <a:lnTo>
                  <a:pt x="1276236" y="947490"/>
                </a:lnTo>
                <a:lnTo>
                  <a:pt x="1256681" y="949595"/>
                </a:lnTo>
                <a:lnTo>
                  <a:pt x="1237126" y="951709"/>
                </a:lnTo>
                <a:lnTo>
                  <a:pt x="1217571" y="953814"/>
                </a:lnTo>
                <a:lnTo>
                  <a:pt x="1198007" y="955919"/>
                </a:lnTo>
                <a:lnTo>
                  <a:pt x="1178452" y="958025"/>
                </a:lnTo>
                <a:lnTo>
                  <a:pt x="1158897" y="960130"/>
                </a:lnTo>
                <a:lnTo>
                  <a:pt x="1139342" y="962244"/>
                </a:lnTo>
                <a:lnTo>
                  <a:pt x="1119788" y="964349"/>
                </a:lnTo>
                <a:lnTo>
                  <a:pt x="1100223" y="966454"/>
                </a:lnTo>
                <a:lnTo>
                  <a:pt x="1080668" y="968559"/>
                </a:lnTo>
                <a:lnTo>
                  <a:pt x="1061114" y="970664"/>
                </a:lnTo>
                <a:lnTo>
                  <a:pt x="1041559" y="972779"/>
                </a:lnTo>
                <a:lnTo>
                  <a:pt x="1022004" y="974884"/>
                </a:lnTo>
                <a:lnTo>
                  <a:pt x="1002440" y="976989"/>
                </a:lnTo>
                <a:lnTo>
                  <a:pt x="982885" y="979094"/>
                </a:lnTo>
                <a:lnTo>
                  <a:pt x="963330" y="981208"/>
                </a:lnTo>
                <a:lnTo>
                  <a:pt x="943775" y="983313"/>
                </a:lnTo>
                <a:lnTo>
                  <a:pt x="924211" y="985418"/>
                </a:lnTo>
                <a:lnTo>
                  <a:pt x="904656" y="987523"/>
                </a:lnTo>
                <a:lnTo>
                  <a:pt x="885101" y="989628"/>
                </a:lnTo>
                <a:lnTo>
                  <a:pt x="865546" y="991743"/>
                </a:lnTo>
                <a:lnTo>
                  <a:pt x="845991" y="993848"/>
                </a:lnTo>
                <a:lnTo>
                  <a:pt x="826427" y="995953"/>
                </a:lnTo>
                <a:lnTo>
                  <a:pt x="806872" y="998058"/>
                </a:lnTo>
                <a:lnTo>
                  <a:pt x="787317" y="1000173"/>
                </a:lnTo>
                <a:lnTo>
                  <a:pt x="767763" y="1002278"/>
                </a:lnTo>
                <a:lnTo>
                  <a:pt x="748208" y="1004383"/>
                </a:lnTo>
                <a:lnTo>
                  <a:pt x="728643" y="1006488"/>
                </a:lnTo>
                <a:lnTo>
                  <a:pt x="709089" y="1008593"/>
                </a:lnTo>
                <a:lnTo>
                  <a:pt x="689534" y="1010707"/>
                </a:lnTo>
                <a:lnTo>
                  <a:pt x="669979" y="1012812"/>
                </a:lnTo>
                <a:lnTo>
                  <a:pt x="650415" y="1014917"/>
                </a:lnTo>
                <a:lnTo>
                  <a:pt x="630860" y="1017022"/>
                </a:lnTo>
                <a:lnTo>
                  <a:pt x="611305" y="1019137"/>
                </a:lnTo>
                <a:lnTo>
                  <a:pt x="591750" y="1021242"/>
                </a:lnTo>
                <a:lnTo>
                  <a:pt x="572195" y="1023347"/>
                </a:lnTo>
                <a:lnTo>
                  <a:pt x="552631" y="1025452"/>
                </a:lnTo>
                <a:lnTo>
                  <a:pt x="533076" y="1027557"/>
                </a:lnTo>
                <a:lnTo>
                  <a:pt x="513521" y="1029672"/>
                </a:lnTo>
                <a:lnTo>
                  <a:pt x="493967" y="1031777"/>
                </a:lnTo>
                <a:lnTo>
                  <a:pt x="474412" y="1033882"/>
                </a:lnTo>
                <a:lnTo>
                  <a:pt x="454847" y="1035987"/>
                </a:lnTo>
                <a:lnTo>
                  <a:pt x="435293" y="1038101"/>
                </a:lnTo>
                <a:lnTo>
                  <a:pt x="415738" y="1040206"/>
                </a:lnTo>
                <a:lnTo>
                  <a:pt x="396183" y="1042311"/>
                </a:lnTo>
                <a:lnTo>
                  <a:pt x="376628" y="1044416"/>
                </a:lnTo>
                <a:lnTo>
                  <a:pt x="357064" y="1046521"/>
                </a:lnTo>
                <a:lnTo>
                  <a:pt x="337509" y="1048636"/>
                </a:lnTo>
                <a:lnTo>
                  <a:pt x="317954" y="1050741"/>
                </a:lnTo>
                <a:lnTo>
                  <a:pt x="298399" y="1052846"/>
                </a:lnTo>
                <a:lnTo>
                  <a:pt x="278844" y="1054951"/>
                </a:lnTo>
                <a:lnTo>
                  <a:pt x="259280" y="1057065"/>
                </a:lnTo>
                <a:lnTo>
                  <a:pt x="239725" y="1059170"/>
                </a:lnTo>
                <a:lnTo>
                  <a:pt x="220170" y="1061276"/>
                </a:lnTo>
                <a:lnTo>
                  <a:pt x="200616" y="1063381"/>
                </a:lnTo>
                <a:lnTo>
                  <a:pt x="181051" y="1065486"/>
                </a:lnTo>
                <a:lnTo>
                  <a:pt x="161496" y="1067600"/>
                </a:lnTo>
                <a:lnTo>
                  <a:pt x="141942" y="1069705"/>
                </a:lnTo>
                <a:lnTo>
                  <a:pt x="122387" y="1071810"/>
                </a:lnTo>
                <a:lnTo>
                  <a:pt x="102832" y="1073915"/>
                </a:lnTo>
                <a:lnTo>
                  <a:pt x="83268" y="1076030"/>
                </a:lnTo>
                <a:lnTo>
                  <a:pt x="63713" y="1078135"/>
                </a:lnTo>
                <a:lnTo>
                  <a:pt x="44158" y="1080240"/>
                </a:lnTo>
                <a:lnTo>
                  <a:pt x="24603" y="1082345"/>
                </a:lnTo>
                <a:lnTo>
                  <a:pt x="5048" y="1084450"/>
                </a:lnTo>
                <a:lnTo>
                  <a:pt x="0" y="1071896"/>
                </a:lnTo>
                <a:lnTo>
                  <a:pt x="1895" y="1052312"/>
                </a:lnTo>
                <a:lnTo>
                  <a:pt x="3800" y="1032739"/>
                </a:lnTo>
                <a:lnTo>
                  <a:pt x="5696" y="1013155"/>
                </a:lnTo>
                <a:lnTo>
                  <a:pt x="7591" y="993581"/>
                </a:lnTo>
                <a:lnTo>
                  <a:pt x="9487" y="973998"/>
                </a:lnTo>
                <a:lnTo>
                  <a:pt x="11392" y="954424"/>
                </a:lnTo>
                <a:lnTo>
                  <a:pt x="13287" y="934841"/>
                </a:lnTo>
                <a:lnTo>
                  <a:pt x="15183" y="915267"/>
                </a:lnTo>
                <a:lnTo>
                  <a:pt x="17078" y="895683"/>
                </a:lnTo>
                <a:lnTo>
                  <a:pt x="18983" y="876110"/>
                </a:lnTo>
                <a:lnTo>
                  <a:pt x="20879" y="856536"/>
                </a:lnTo>
                <a:lnTo>
                  <a:pt x="22774" y="836952"/>
                </a:lnTo>
                <a:lnTo>
                  <a:pt x="24670" y="817378"/>
                </a:lnTo>
                <a:lnTo>
                  <a:pt x="26575" y="797795"/>
                </a:lnTo>
                <a:lnTo>
                  <a:pt x="28470" y="778221"/>
                </a:lnTo>
                <a:lnTo>
                  <a:pt x="30366" y="758638"/>
                </a:lnTo>
                <a:lnTo>
                  <a:pt x="32261" y="739064"/>
                </a:lnTo>
                <a:lnTo>
                  <a:pt x="34166" y="719480"/>
                </a:lnTo>
                <a:lnTo>
                  <a:pt x="36062" y="699907"/>
                </a:lnTo>
                <a:lnTo>
                  <a:pt x="37957" y="680323"/>
                </a:lnTo>
                <a:lnTo>
                  <a:pt x="39853" y="660749"/>
                </a:lnTo>
                <a:lnTo>
                  <a:pt x="41758" y="641166"/>
                </a:lnTo>
                <a:lnTo>
                  <a:pt x="43653" y="621592"/>
                </a:lnTo>
                <a:lnTo>
                  <a:pt x="45549" y="602018"/>
                </a:lnTo>
                <a:lnTo>
                  <a:pt x="47444" y="582435"/>
                </a:lnTo>
                <a:lnTo>
                  <a:pt x="49349" y="562861"/>
                </a:lnTo>
                <a:lnTo>
                  <a:pt x="51245" y="543277"/>
                </a:lnTo>
                <a:lnTo>
                  <a:pt x="53140" y="523704"/>
                </a:lnTo>
                <a:lnTo>
                  <a:pt x="55035" y="504120"/>
                </a:lnTo>
                <a:lnTo>
                  <a:pt x="56940" y="484546"/>
                </a:lnTo>
                <a:lnTo>
                  <a:pt x="58836" y="464963"/>
                </a:lnTo>
                <a:lnTo>
                  <a:pt x="60731" y="445389"/>
                </a:lnTo>
                <a:lnTo>
                  <a:pt x="62627" y="425806"/>
                </a:lnTo>
                <a:lnTo>
                  <a:pt x="64532" y="406232"/>
                </a:lnTo>
                <a:lnTo>
                  <a:pt x="66427" y="386648"/>
                </a:lnTo>
                <a:lnTo>
                  <a:pt x="68323" y="367074"/>
                </a:lnTo>
                <a:lnTo>
                  <a:pt x="70218" y="347501"/>
                </a:lnTo>
                <a:lnTo>
                  <a:pt x="72123" y="327917"/>
                </a:lnTo>
                <a:lnTo>
                  <a:pt x="74019" y="308343"/>
                </a:lnTo>
                <a:lnTo>
                  <a:pt x="75914" y="288760"/>
                </a:lnTo>
                <a:lnTo>
                  <a:pt x="77810" y="269186"/>
                </a:lnTo>
                <a:lnTo>
                  <a:pt x="79715" y="249603"/>
                </a:lnTo>
                <a:lnTo>
                  <a:pt x="81610" y="230029"/>
                </a:lnTo>
                <a:lnTo>
                  <a:pt x="83506" y="210445"/>
                </a:lnTo>
                <a:lnTo>
                  <a:pt x="85401" y="190871"/>
                </a:lnTo>
                <a:lnTo>
                  <a:pt x="87306" y="171288"/>
                </a:lnTo>
                <a:lnTo>
                  <a:pt x="89202" y="151714"/>
                </a:lnTo>
              </a:path>
            </a:pathLst>
          </a:custGeom>
          <a:solidFill xmlns:a="http://schemas.openxmlformats.org/drawingml/2006/main">
            <a:srgbClr val="E7EBEC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844D7BE8-9BC2-491E-8B43-8F418448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562" y="2812123"/>
            <a:ext cx="526713" cy="669217"/>
          </a:xfrm>
          <a:custGeom xmlns:a="http://schemas.openxmlformats.org/drawingml/2006/main">
            <a:pathLst>
              <a:path w="526713" h="669217">
                <a:moveTo>
                  <a:pt x="0" y="669217"/>
                </a:moveTo>
                <a:lnTo>
                  <a:pt x="0" y="650215"/>
                </a:lnTo>
                <a:lnTo>
                  <a:pt x="0" y="631212"/>
                </a:lnTo>
                <a:lnTo>
                  <a:pt x="0" y="612210"/>
                </a:lnTo>
                <a:lnTo>
                  <a:pt x="0" y="593207"/>
                </a:lnTo>
                <a:lnTo>
                  <a:pt x="0" y="574205"/>
                </a:lnTo>
                <a:lnTo>
                  <a:pt x="0" y="555203"/>
                </a:lnTo>
                <a:lnTo>
                  <a:pt x="0" y="536210"/>
                </a:lnTo>
                <a:lnTo>
                  <a:pt x="0" y="517208"/>
                </a:lnTo>
                <a:lnTo>
                  <a:pt x="0" y="498205"/>
                </a:lnTo>
                <a:lnTo>
                  <a:pt x="0" y="479203"/>
                </a:lnTo>
                <a:lnTo>
                  <a:pt x="0" y="460200"/>
                </a:lnTo>
                <a:lnTo>
                  <a:pt x="0" y="441198"/>
                </a:lnTo>
                <a:lnTo>
                  <a:pt x="0" y="422196"/>
                </a:lnTo>
                <a:lnTo>
                  <a:pt x="0" y="403193"/>
                </a:lnTo>
                <a:lnTo>
                  <a:pt x="0" y="384191"/>
                </a:lnTo>
                <a:lnTo>
                  <a:pt x="0" y="365189"/>
                </a:lnTo>
                <a:lnTo>
                  <a:pt x="0" y="346186"/>
                </a:lnTo>
                <a:lnTo>
                  <a:pt x="0" y="327184"/>
                </a:lnTo>
                <a:lnTo>
                  <a:pt x="0" y="308181"/>
                </a:lnTo>
                <a:lnTo>
                  <a:pt x="0" y="289179"/>
                </a:lnTo>
                <a:lnTo>
                  <a:pt x="0" y="270177"/>
                </a:lnTo>
                <a:lnTo>
                  <a:pt x="0" y="251184"/>
                </a:lnTo>
                <a:lnTo>
                  <a:pt x="0" y="232181"/>
                </a:lnTo>
                <a:lnTo>
                  <a:pt x="0" y="213179"/>
                </a:lnTo>
                <a:lnTo>
                  <a:pt x="0" y="194177"/>
                </a:lnTo>
                <a:lnTo>
                  <a:pt x="0" y="175174"/>
                </a:lnTo>
                <a:lnTo>
                  <a:pt x="10554" y="163849"/>
                </a:lnTo>
                <a:lnTo>
                  <a:pt x="28632" y="158001"/>
                </a:lnTo>
                <a:lnTo>
                  <a:pt x="46711" y="152143"/>
                </a:lnTo>
                <a:lnTo>
                  <a:pt x="64789" y="146294"/>
                </a:lnTo>
                <a:lnTo>
                  <a:pt x="82868" y="140446"/>
                </a:lnTo>
                <a:lnTo>
                  <a:pt x="100946" y="134588"/>
                </a:lnTo>
                <a:lnTo>
                  <a:pt x="119024" y="128740"/>
                </a:lnTo>
                <a:lnTo>
                  <a:pt x="137103" y="122882"/>
                </a:lnTo>
                <a:lnTo>
                  <a:pt x="155181" y="117034"/>
                </a:lnTo>
                <a:lnTo>
                  <a:pt x="173260" y="111185"/>
                </a:lnTo>
                <a:lnTo>
                  <a:pt x="191338" y="105327"/>
                </a:lnTo>
                <a:lnTo>
                  <a:pt x="209417" y="99479"/>
                </a:lnTo>
                <a:lnTo>
                  <a:pt x="227495" y="93631"/>
                </a:lnTo>
                <a:lnTo>
                  <a:pt x="245574" y="87773"/>
                </a:lnTo>
                <a:lnTo>
                  <a:pt x="263652" y="81925"/>
                </a:lnTo>
                <a:lnTo>
                  <a:pt x="281730" y="76076"/>
                </a:lnTo>
                <a:lnTo>
                  <a:pt x="299809" y="70218"/>
                </a:lnTo>
                <a:lnTo>
                  <a:pt x="317887" y="64370"/>
                </a:lnTo>
                <a:lnTo>
                  <a:pt x="335966" y="58522"/>
                </a:lnTo>
                <a:lnTo>
                  <a:pt x="354044" y="52664"/>
                </a:lnTo>
                <a:lnTo>
                  <a:pt x="372123" y="46815"/>
                </a:lnTo>
                <a:lnTo>
                  <a:pt x="390201" y="40958"/>
                </a:lnTo>
                <a:lnTo>
                  <a:pt x="408280" y="35109"/>
                </a:lnTo>
                <a:lnTo>
                  <a:pt x="426358" y="29261"/>
                </a:lnTo>
                <a:lnTo>
                  <a:pt x="444436" y="23403"/>
                </a:lnTo>
                <a:lnTo>
                  <a:pt x="462515" y="17555"/>
                </a:lnTo>
                <a:lnTo>
                  <a:pt x="480593" y="11706"/>
                </a:lnTo>
                <a:lnTo>
                  <a:pt x="498672" y="5848"/>
                </a:lnTo>
                <a:lnTo>
                  <a:pt x="516750" y="0"/>
                </a:lnTo>
                <a:lnTo>
                  <a:pt x="526713" y="5296"/>
                </a:lnTo>
                <a:lnTo>
                  <a:pt x="526713" y="24298"/>
                </a:lnTo>
                <a:lnTo>
                  <a:pt x="526713" y="43301"/>
                </a:lnTo>
                <a:lnTo>
                  <a:pt x="526713" y="62303"/>
                </a:lnTo>
                <a:lnTo>
                  <a:pt x="526713" y="81305"/>
                </a:lnTo>
                <a:lnTo>
                  <a:pt x="526713" y="100308"/>
                </a:lnTo>
                <a:lnTo>
                  <a:pt x="526713" y="119310"/>
                </a:lnTo>
                <a:lnTo>
                  <a:pt x="526713" y="138303"/>
                </a:lnTo>
                <a:lnTo>
                  <a:pt x="526713" y="157305"/>
                </a:lnTo>
                <a:lnTo>
                  <a:pt x="526713" y="176308"/>
                </a:lnTo>
                <a:lnTo>
                  <a:pt x="526713" y="195310"/>
                </a:lnTo>
                <a:lnTo>
                  <a:pt x="526713" y="214313"/>
                </a:lnTo>
                <a:lnTo>
                  <a:pt x="526713" y="233315"/>
                </a:lnTo>
                <a:lnTo>
                  <a:pt x="526713" y="252317"/>
                </a:lnTo>
                <a:lnTo>
                  <a:pt x="526713" y="271320"/>
                </a:lnTo>
                <a:lnTo>
                  <a:pt x="526713" y="290322"/>
                </a:lnTo>
                <a:lnTo>
                  <a:pt x="526713" y="309324"/>
                </a:lnTo>
                <a:lnTo>
                  <a:pt x="526713" y="328327"/>
                </a:lnTo>
                <a:lnTo>
                  <a:pt x="526713" y="347329"/>
                </a:lnTo>
                <a:lnTo>
                  <a:pt x="526713" y="366332"/>
                </a:lnTo>
                <a:lnTo>
                  <a:pt x="526713" y="385334"/>
                </a:lnTo>
                <a:lnTo>
                  <a:pt x="526713" y="404336"/>
                </a:lnTo>
                <a:lnTo>
                  <a:pt x="526713" y="423329"/>
                </a:lnTo>
                <a:lnTo>
                  <a:pt x="526713" y="442331"/>
                </a:lnTo>
                <a:lnTo>
                  <a:pt x="526713" y="461334"/>
                </a:lnTo>
                <a:lnTo>
                  <a:pt x="514541" y="471964"/>
                </a:lnTo>
                <a:lnTo>
                  <a:pt x="496795" y="478765"/>
                </a:lnTo>
                <a:lnTo>
                  <a:pt x="479050" y="485565"/>
                </a:lnTo>
                <a:lnTo>
                  <a:pt x="461305" y="492366"/>
                </a:lnTo>
                <a:lnTo>
                  <a:pt x="443570" y="499167"/>
                </a:lnTo>
                <a:lnTo>
                  <a:pt x="425825" y="505968"/>
                </a:lnTo>
                <a:lnTo>
                  <a:pt x="408080" y="512778"/>
                </a:lnTo>
                <a:lnTo>
                  <a:pt x="390334" y="519579"/>
                </a:lnTo>
                <a:lnTo>
                  <a:pt x="372599" y="526380"/>
                </a:lnTo>
                <a:lnTo>
                  <a:pt x="354854" y="533181"/>
                </a:lnTo>
                <a:lnTo>
                  <a:pt x="337109" y="539982"/>
                </a:lnTo>
                <a:lnTo>
                  <a:pt x="319364" y="546783"/>
                </a:lnTo>
                <a:lnTo>
                  <a:pt x="301628" y="553583"/>
                </a:lnTo>
                <a:lnTo>
                  <a:pt x="283883" y="560384"/>
                </a:lnTo>
                <a:lnTo>
                  <a:pt x="266138" y="567185"/>
                </a:lnTo>
                <a:lnTo>
                  <a:pt x="248393" y="573996"/>
                </a:lnTo>
                <a:lnTo>
                  <a:pt x="230657" y="580796"/>
                </a:lnTo>
                <a:lnTo>
                  <a:pt x="212912" y="587597"/>
                </a:lnTo>
                <a:lnTo>
                  <a:pt x="195167" y="594398"/>
                </a:lnTo>
                <a:lnTo>
                  <a:pt x="177422" y="601199"/>
                </a:lnTo>
                <a:lnTo>
                  <a:pt x="159687" y="608000"/>
                </a:lnTo>
                <a:lnTo>
                  <a:pt x="141942" y="614801"/>
                </a:lnTo>
                <a:lnTo>
                  <a:pt x="124196" y="621602"/>
                </a:lnTo>
                <a:lnTo>
                  <a:pt x="106451" y="628402"/>
                </a:lnTo>
                <a:lnTo>
                  <a:pt x="88716" y="635213"/>
                </a:lnTo>
                <a:lnTo>
                  <a:pt x="70971" y="642014"/>
                </a:lnTo>
                <a:lnTo>
                  <a:pt x="53226" y="648814"/>
                </a:lnTo>
                <a:lnTo>
                  <a:pt x="35481" y="655615"/>
                </a:lnTo>
                <a:lnTo>
                  <a:pt x="17745" y="662416"/>
                </a:lnTo>
                <a:lnTo>
                  <a:pt x="0" y="669217"/>
                </a:lnTo>
              </a:path>
            </a:pathLst>
          </a:custGeom>
          <a:solidFill xmlns:a="http://schemas.openxmlformats.org/drawingml/2006/main">
            <a:srgbClr val="799398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6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0CC6A836-CE4D-4CF4-8097-FE9D8BCB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31" y="3279419"/>
            <a:ext cx="2522801" cy="201920"/>
          </a:xfrm>
          <a:custGeom xmlns:a="http://schemas.openxmlformats.org/drawingml/2006/main">
            <a:pathLst>
              <a:path w="2522801" h="201920">
                <a:moveTo>
                  <a:pt x="0" y="201920"/>
                </a:moveTo>
                <a:lnTo>
                  <a:pt x="21336" y="201920"/>
                </a:lnTo>
                <a:lnTo>
                  <a:pt x="42662" y="201920"/>
                </a:lnTo>
                <a:lnTo>
                  <a:pt x="63998" y="201920"/>
                </a:lnTo>
                <a:lnTo>
                  <a:pt x="85334" y="201920"/>
                </a:lnTo>
                <a:lnTo>
                  <a:pt x="106661" y="201920"/>
                </a:lnTo>
                <a:lnTo>
                  <a:pt x="127997" y="201920"/>
                </a:lnTo>
                <a:lnTo>
                  <a:pt x="149333" y="201920"/>
                </a:lnTo>
                <a:lnTo>
                  <a:pt x="170659" y="201920"/>
                </a:lnTo>
                <a:lnTo>
                  <a:pt x="191995" y="201920"/>
                </a:lnTo>
                <a:lnTo>
                  <a:pt x="213331" y="201920"/>
                </a:lnTo>
                <a:lnTo>
                  <a:pt x="234658" y="201920"/>
                </a:lnTo>
                <a:lnTo>
                  <a:pt x="255994" y="201920"/>
                </a:lnTo>
                <a:lnTo>
                  <a:pt x="277330" y="201920"/>
                </a:lnTo>
                <a:lnTo>
                  <a:pt x="298656" y="201920"/>
                </a:lnTo>
                <a:lnTo>
                  <a:pt x="319992" y="201920"/>
                </a:lnTo>
                <a:lnTo>
                  <a:pt x="341328" y="201920"/>
                </a:lnTo>
                <a:lnTo>
                  <a:pt x="362664" y="201920"/>
                </a:lnTo>
                <a:lnTo>
                  <a:pt x="383991" y="201920"/>
                </a:lnTo>
                <a:lnTo>
                  <a:pt x="405327" y="201920"/>
                </a:lnTo>
                <a:lnTo>
                  <a:pt x="426663" y="201920"/>
                </a:lnTo>
                <a:lnTo>
                  <a:pt x="447989" y="201920"/>
                </a:lnTo>
                <a:lnTo>
                  <a:pt x="469325" y="201920"/>
                </a:lnTo>
                <a:lnTo>
                  <a:pt x="490661" y="201920"/>
                </a:lnTo>
                <a:lnTo>
                  <a:pt x="511988" y="201920"/>
                </a:lnTo>
                <a:lnTo>
                  <a:pt x="533324" y="201920"/>
                </a:lnTo>
                <a:lnTo>
                  <a:pt x="554660" y="201920"/>
                </a:lnTo>
                <a:lnTo>
                  <a:pt x="575986" y="201920"/>
                </a:lnTo>
                <a:lnTo>
                  <a:pt x="597322" y="201920"/>
                </a:lnTo>
                <a:lnTo>
                  <a:pt x="618658" y="201920"/>
                </a:lnTo>
                <a:lnTo>
                  <a:pt x="639985" y="201920"/>
                </a:lnTo>
                <a:lnTo>
                  <a:pt x="661321" y="201920"/>
                </a:lnTo>
                <a:lnTo>
                  <a:pt x="682657" y="201920"/>
                </a:lnTo>
                <a:lnTo>
                  <a:pt x="703983" y="201920"/>
                </a:lnTo>
                <a:lnTo>
                  <a:pt x="725319" y="201920"/>
                </a:lnTo>
                <a:lnTo>
                  <a:pt x="746655" y="201920"/>
                </a:lnTo>
                <a:lnTo>
                  <a:pt x="767982" y="201920"/>
                </a:lnTo>
                <a:lnTo>
                  <a:pt x="789318" y="201920"/>
                </a:lnTo>
                <a:lnTo>
                  <a:pt x="810654" y="201920"/>
                </a:lnTo>
                <a:lnTo>
                  <a:pt x="831980" y="201920"/>
                </a:lnTo>
                <a:lnTo>
                  <a:pt x="853316" y="201920"/>
                </a:lnTo>
                <a:lnTo>
                  <a:pt x="874652" y="201920"/>
                </a:lnTo>
                <a:lnTo>
                  <a:pt x="895979" y="201920"/>
                </a:lnTo>
                <a:lnTo>
                  <a:pt x="917315" y="201920"/>
                </a:lnTo>
                <a:lnTo>
                  <a:pt x="938651" y="201920"/>
                </a:lnTo>
                <a:lnTo>
                  <a:pt x="959987" y="201920"/>
                </a:lnTo>
                <a:lnTo>
                  <a:pt x="981313" y="201920"/>
                </a:lnTo>
                <a:lnTo>
                  <a:pt x="1002649" y="201920"/>
                </a:lnTo>
                <a:lnTo>
                  <a:pt x="1023985" y="201920"/>
                </a:lnTo>
                <a:lnTo>
                  <a:pt x="1045312" y="201920"/>
                </a:lnTo>
                <a:lnTo>
                  <a:pt x="1066648" y="201920"/>
                </a:lnTo>
                <a:lnTo>
                  <a:pt x="1087984" y="201920"/>
                </a:lnTo>
                <a:lnTo>
                  <a:pt x="1109310" y="201920"/>
                </a:lnTo>
                <a:lnTo>
                  <a:pt x="1130646" y="201920"/>
                </a:lnTo>
                <a:lnTo>
                  <a:pt x="1151982" y="201920"/>
                </a:lnTo>
                <a:lnTo>
                  <a:pt x="1173309" y="201920"/>
                </a:lnTo>
                <a:lnTo>
                  <a:pt x="1194645" y="201920"/>
                </a:lnTo>
                <a:lnTo>
                  <a:pt x="1215981" y="201920"/>
                </a:lnTo>
                <a:lnTo>
                  <a:pt x="1237307" y="201920"/>
                </a:lnTo>
                <a:lnTo>
                  <a:pt x="1258643" y="201920"/>
                </a:lnTo>
                <a:lnTo>
                  <a:pt x="1279979" y="201920"/>
                </a:lnTo>
                <a:lnTo>
                  <a:pt x="1301306" y="201920"/>
                </a:lnTo>
                <a:lnTo>
                  <a:pt x="1322642" y="201920"/>
                </a:lnTo>
                <a:lnTo>
                  <a:pt x="1343978" y="201920"/>
                </a:lnTo>
                <a:lnTo>
                  <a:pt x="1365304" y="201920"/>
                </a:lnTo>
                <a:lnTo>
                  <a:pt x="1386640" y="201920"/>
                </a:lnTo>
                <a:lnTo>
                  <a:pt x="1407976" y="201920"/>
                </a:lnTo>
                <a:lnTo>
                  <a:pt x="1429302" y="201920"/>
                </a:lnTo>
                <a:lnTo>
                  <a:pt x="1450638" y="201920"/>
                </a:lnTo>
                <a:lnTo>
                  <a:pt x="1471974" y="201920"/>
                </a:lnTo>
                <a:lnTo>
                  <a:pt x="1493301" y="201920"/>
                </a:lnTo>
                <a:lnTo>
                  <a:pt x="1514637" y="201920"/>
                </a:lnTo>
                <a:lnTo>
                  <a:pt x="1535973" y="201920"/>
                </a:lnTo>
                <a:lnTo>
                  <a:pt x="1557309" y="201920"/>
                </a:lnTo>
                <a:lnTo>
                  <a:pt x="1578635" y="201920"/>
                </a:lnTo>
                <a:lnTo>
                  <a:pt x="1599971" y="201920"/>
                </a:lnTo>
                <a:lnTo>
                  <a:pt x="1621307" y="201920"/>
                </a:lnTo>
                <a:lnTo>
                  <a:pt x="1642634" y="201920"/>
                </a:lnTo>
                <a:lnTo>
                  <a:pt x="1663970" y="201920"/>
                </a:lnTo>
                <a:lnTo>
                  <a:pt x="1685306" y="201920"/>
                </a:lnTo>
                <a:lnTo>
                  <a:pt x="1706632" y="201920"/>
                </a:lnTo>
                <a:lnTo>
                  <a:pt x="1727968" y="201920"/>
                </a:lnTo>
                <a:lnTo>
                  <a:pt x="1749304" y="201920"/>
                </a:lnTo>
                <a:lnTo>
                  <a:pt x="1770631" y="201920"/>
                </a:lnTo>
                <a:lnTo>
                  <a:pt x="1791967" y="201920"/>
                </a:lnTo>
                <a:lnTo>
                  <a:pt x="1813303" y="201920"/>
                </a:lnTo>
                <a:lnTo>
                  <a:pt x="1834629" y="201920"/>
                </a:lnTo>
                <a:lnTo>
                  <a:pt x="1855965" y="201920"/>
                </a:lnTo>
                <a:lnTo>
                  <a:pt x="1877301" y="201920"/>
                </a:lnTo>
                <a:lnTo>
                  <a:pt x="1898628" y="201920"/>
                </a:lnTo>
                <a:lnTo>
                  <a:pt x="1919964" y="201920"/>
                </a:lnTo>
                <a:lnTo>
                  <a:pt x="1941300" y="201920"/>
                </a:lnTo>
                <a:lnTo>
                  <a:pt x="1962626" y="201920"/>
                </a:lnTo>
                <a:lnTo>
                  <a:pt x="1983962" y="201920"/>
                </a:lnTo>
                <a:lnTo>
                  <a:pt x="2004898" y="199758"/>
                </a:lnTo>
                <a:lnTo>
                  <a:pt x="2024815" y="192119"/>
                </a:lnTo>
                <a:lnTo>
                  <a:pt x="2044732" y="184480"/>
                </a:lnTo>
                <a:lnTo>
                  <a:pt x="2064649" y="176851"/>
                </a:lnTo>
                <a:lnTo>
                  <a:pt x="2084575" y="169212"/>
                </a:lnTo>
                <a:lnTo>
                  <a:pt x="2104492" y="161573"/>
                </a:lnTo>
                <a:lnTo>
                  <a:pt x="2124408" y="153934"/>
                </a:lnTo>
                <a:lnTo>
                  <a:pt x="2144335" y="146304"/>
                </a:lnTo>
                <a:lnTo>
                  <a:pt x="2164251" y="138665"/>
                </a:lnTo>
                <a:lnTo>
                  <a:pt x="2184168" y="131026"/>
                </a:lnTo>
                <a:lnTo>
                  <a:pt x="2204085" y="123396"/>
                </a:lnTo>
                <a:lnTo>
                  <a:pt x="2224011" y="115757"/>
                </a:lnTo>
                <a:lnTo>
                  <a:pt x="2243928" y="108118"/>
                </a:lnTo>
                <a:lnTo>
                  <a:pt x="2263845" y="100479"/>
                </a:lnTo>
                <a:lnTo>
                  <a:pt x="2283762" y="92850"/>
                </a:lnTo>
                <a:lnTo>
                  <a:pt x="2303688" y="85211"/>
                </a:lnTo>
                <a:lnTo>
                  <a:pt x="2323605" y="77572"/>
                </a:lnTo>
                <a:lnTo>
                  <a:pt x="2343521" y="69933"/>
                </a:lnTo>
                <a:lnTo>
                  <a:pt x="2363448" y="62303"/>
                </a:lnTo>
                <a:lnTo>
                  <a:pt x="2383365" y="54664"/>
                </a:lnTo>
                <a:lnTo>
                  <a:pt x="2403281" y="47025"/>
                </a:lnTo>
                <a:lnTo>
                  <a:pt x="2423198" y="39395"/>
                </a:lnTo>
                <a:lnTo>
                  <a:pt x="2443124" y="31756"/>
                </a:lnTo>
                <a:lnTo>
                  <a:pt x="2463041" y="24117"/>
                </a:lnTo>
                <a:lnTo>
                  <a:pt x="2482958" y="16478"/>
                </a:lnTo>
                <a:lnTo>
                  <a:pt x="2502875" y="8849"/>
                </a:lnTo>
                <a:lnTo>
                  <a:pt x="2522801" y="1210"/>
                </a:lnTo>
                <a:lnTo>
                  <a:pt x="2507999" y="0"/>
                </a:lnTo>
                <a:lnTo>
                  <a:pt x="2486673" y="0"/>
                </a:lnTo>
                <a:lnTo>
                  <a:pt x="2465337" y="0"/>
                </a:lnTo>
                <a:lnTo>
                  <a:pt x="2444001" y="0"/>
                </a:lnTo>
                <a:lnTo>
                  <a:pt x="2422674" y="0"/>
                </a:lnTo>
                <a:lnTo>
                  <a:pt x="2401338" y="0"/>
                </a:lnTo>
                <a:lnTo>
                  <a:pt x="2380002" y="0"/>
                </a:lnTo>
                <a:lnTo>
                  <a:pt x="2358676" y="0"/>
                </a:lnTo>
                <a:lnTo>
                  <a:pt x="2337340" y="0"/>
                </a:lnTo>
                <a:lnTo>
                  <a:pt x="2316004" y="0"/>
                </a:lnTo>
                <a:lnTo>
                  <a:pt x="2294677" y="0"/>
                </a:lnTo>
                <a:lnTo>
                  <a:pt x="2273341" y="0"/>
                </a:lnTo>
                <a:lnTo>
                  <a:pt x="2252005" y="0"/>
                </a:lnTo>
                <a:lnTo>
                  <a:pt x="2230669" y="0"/>
                </a:lnTo>
                <a:lnTo>
                  <a:pt x="2209343" y="0"/>
                </a:lnTo>
                <a:lnTo>
                  <a:pt x="2188007" y="0"/>
                </a:lnTo>
                <a:lnTo>
                  <a:pt x="2166671" y="0"/>
                </a:lnTo>
                <a:lnTo>
                  <a:pt x="2145344" y="0"/>
                </a:lnTo>
                <a:lnTo>
                  <a:pt x="2124008" y="0"/>
                </a:lnTo>
                <a:lnTo>
                  <a:pt x="2102672" y="0"/>
                </a:lnTo>
                <a:lnTo>
                  <a:pt x="2081346" y="0"/>
                </a:lnTo>
                <a:lnTo>
                  <a:pt x="2060010" y="0"/>
                </a:lnTo>
                <a:lnTo>
                  <a:pt x="2038674" y="0"/>
                </a:lnTo>
                <a:lnTo>
                  <a:pt x="2017347" y="0"/>
                </a:lnTo>
                <a:lnTo>
                  <a:pt x="1996011" y="0"/>
                </a:lnTo>
                <a:lnTo>
                  <a:pt x="1974675" y="0"/>
                </a:lnTo>
                <a:lnTo>
                  <a:pt x="1953349" y="0"/>
                </a:lnTo>
                <a:lnTo>
                  <a:pt x="1932013" y="0"/>
                </a:lnTo>
                <a:lnTo>
                  <a:pt x="1910677" y="0"/>
                </a:lnTo>
                <a:lnTo>
                  <a:pt x="1889350" y="0"/>
                </a:lnTo>
                <a:lnTo>
                  <a:pt x="1868014" y="0"/>
                </a:lnTo>
                <a:lnTo>
                  <a:pt x="1846678" y="0"/>
                </a:lnTo>
                <a:lnTo>
                  <a:pt x="1825352" y="0"/>
                </a:lnTo>
                <a:lnTo>
                  <a:pt x="1804016" y="0"/>
                </a:lnTo>
                <a:lnTo>
                  <a:pt x="1782680" y="0"/>
                </a:lnTo>
                <a:lnTo>
                  <a:pt x="1761353" y="0"/>
                </a:lnTo>
                <a:lnTo>
                  <a:pt x="1740017" y="0"/>
                </a:lnTo>
                <a:lnTo>
                  <a:pt x="1718681" y="0"/>
                </a:lnTo>
                <a:lnTo>
                  <a:pt x="1697355" y="0"/>
                </a:lnTo>
                <a:lnTo>
                  <a:pt x="1676019" y="0"/>
                </a:lnTo>
                <a:lnTo>
                  <a:pt x="1654683" y="0"/>
                </a:lnTo>
                <a:lnTo>
                  <a:pt x="1633347" y="0"/>
                </a:lnTo>
                <a:lnTo>
                  <a:pt x="1612021" y="0"/>
                </a:lnTo>
                <a:lnTo>
                  <a:pt x="1590685" y="0"/>
                </a:lnTo>
                <a:lnTo>
                  <a:pt x="1569349" y="0"/>
                </a:lnTo>
                <a:lnTo>
                  <a:pt x="1548022" y="0"/>
                </a:lnTo>
                <a:lnTo>
                  <a:pt x="1526686" y="0"/>
                </a:lnTo>
                <a:lnTo>
                  <a:pt x="1505350" y="0"/>
                </a:lnTo>
                <a:lnTo>
                  <a:pt x="1484024" y="0"/>
                </a:lnTo>
                <a:lnTo>
                  <a:pt x="1462688" y="0"/>
                </a:lnTo>
                <a:lnTo>
                  <a:pt x="1441352" y="0"/>
                </a:lnTo>
                <a:lnTo>
                  <a:pt x="1420025" y="0"/>
                </a:lnTo>
                <a:lnTo>
                  <a:pt x="1398689" y="0"/>
                </a:lnTo>
                <a:lnTo>
                  <a:pt x="1377353" y="0"/>
                </a:lnTo>
                <a:lnTo>
                  <a:pt x="1356027" y="0"/>
                </a:lnTo>
                <a:lnTo>
                  <a:pt x="1334691" y="0"/>
                </a:lnTo>
                <a:lnTo>
                  <a:pt x="1313355" y="0"/>
                </a:lnTo>
                <a:lnTo>
                  <a:pt x="1292028" y="0"/>
                </a:lnTo>
                <a:lnTo>
                  <a:pt x="1270692" y="0"/>
                </a:lnTo>
                <a:lnTo>
                  <a:pt x="1249356" y="0"/>
                </a:lnTo>
                <a:lnTo>
                  <a:pt x="1228030" y="0"/>
                </a:lnTo>
                <a:lnTo>
                  <a:pt x="1206694" y="0"/>
                </a:lnTo>
                <a:lnTo>
                  <a:pt x="1185358" y="0"/>
                </a:lnTo>
                <a:lnTo>
                  <a:pt x="1164031" y="0"/>
                </a:lnTo>
                <a:lnTo>
                  <a:pt x="1142695" y="0"/>
                </a:lnTo>
                <a:lnTo>
                  <a:pt x="1121359" y="0"/>
                </a:lnTo>
                <a:lnTo>
                  <a:pt x="1100033" y="0"/>
                </a:lnTo>
                <a:lnTo>
                  <a:pt x="1078697" y="0"/>
                </a:lnTo>
                <a:lnTo>
                  <a:pt x="1057361" y="0"/>
                </a:lnTo>
                <a:lnTo>
                  <a:pt x="1036025" y="0"/>
                </a:lnTo>
                <a:lnTo>
                  <a:pt x="1014698" y="0"/>
                </a:lnTo>
                <a:lnTo>
                  <a:pt x="993362" y="0"/>
                </a:lnTo>
                <a:lnTo>
                  <a:pt x="972026" y="0"/>
                </a:lnTo>
                <a:lnTo>
                  <a:pt x="950700" y="0"/>
                </a:lnTo>
                <a:lnTo>
                  <a:pt x="929364" y="0"/>
                </a:lnTo>
                <a:lnTo>
                  <a:pt x="908028" y="0"/>
                </a:lnTo>
                <a:lnTo>
                  <a:pt x="886701" y="0"/>
                </a:lnTo>
                <a:lnTo>
                  <a:pt x="865365" y="0"/>
                </a:lnTo>
                <a:lnTo>
                  <a:pt x="844029" y="0"/>
                </a:lnTo>
                <a:lnTo>
                  <a:pt x="822703" y="0"/>
                </a:lnTo>
                <a:lnTo>
                  <a:pt x="801367" y="0"/>
                </a:lnTo>
                <a:lnTo>
                  <a:pt x="780031" y="0"/>
                </a:lnTo>
                <a:lnTo>
                  <a:pt x="758704" y="0"/>
                </a:lnTo>
                <a:lnTo>
                  <a:pt x="737368" y="0"/>
                </a:lnTo>
                <a:lnTo>
                  <a:pt x="716032" y="0"/>
                </a:lnTo>
                <a:lnTo>
                  <a:pt x="694706" y="0"/>
                </a:lnTo>
                <a:lnTo>
                  <a:pt x="673370" y="0"/>
                </a:lnTo>
                <a:lnTo>
                  <a:pt x="652034" y="0"/>
                </a:lnTo>
                <a:lnTo>
                  <a:pt x="631593" y="5877"/>
                </a:lnTo>
                <a:lnTo>
                  <a:pt x="611219" y="12202"/>
                </a:lnTo>
                <a:lnTo>
                  <a:pt x="590845" y="18526"/>
                </a:lnTo>
                <a:lnTo>
                  <a:pt x="570471" y="24851"/>
                </a:lnTo>
                <a:lnTo>
                  <a:pt x="550097" y="31175"/>
                </a:lnTo>
                <a:lnTo>
                  <a:pt x="529723" y="37500"/>
                </a:lnTo>
                <a:lnTo>
                  <a:pt x="509349" y="43825"/>
                </a:lnTo>
                <a:lnTo>
                  <a:pt x="488975" y="50149"/>
                </a:lnTo>
                <a:lnTo>
                  <a:pt x="468601" y="56474"/>
                </a:lnTo>
                <a:lnTo>
                  <a:pt x="448227" y="62798"/>
                </a:lnTo>
                <a:lnTo>
                  <a:pt x="427853" y="69123"/>
                </a:lnTo>
                <a:lnTo>
                  <a:pt x="407480" y="75448"/>
                </a:lnTo>
                <a:lnTo>
                  <a:pt x="387106" y="81772"/>
                </a:lnTo>
                <a:lnTo>
                  <a:pt x="366732" y="88097"/>
                </a:lnTo>
                <a:lnTo>
                  <a:pt x="346358" y="94412"/>
                </a:lnTo>
                <a:lnTo>
                  <a:pt x="325984" y="100736"/>
                </a:lnTo>
                <a:lnTo>
                  <a:pt x="305610" y="107061"/>
                </a:lnTo>
                <a:lnTo>
                  <a:pt x="285236" y="113386"/>
                </a:lnTo>
                <a:lnTo>
                  <a:pt x="264862" y="119710"/>
                </a:lnTo>
                <a:lnTo>
                  <a:pt x="244488" y="126035"/>
                </a:lnTo>
                <a:lnTo>
                  <a:pt x="224114" y="132359"/>
                </a:lnTo>
                <a:lnTo>
                  <a:pt x="203740" y="138684"/>
                </a:lnTo>
                <a:lnTo>
                  <a:pt x="183366" y="145009"/>
                </a:lnTo>
                <a:lnTo>
                  <a:pt x="162992" y="151333"/>
                </a:lnTo>
                <a:lnTo>
                  <a:pt x="142618" y="157658"/>
                </a:lnTo>
                <a:lnTo>
                  <a:pt x="122244" y="163982"/>
                </a:lnTo>
                <a:lnTo>
                  <a:pt x="101870" y="170307"/>
                </a:lnTo>
                <a:lnTo>
                  <a:pt x="81496" y="176632"/>
                </a:lnTo>
                <a:lnTo>
                  <a:pt x="61122" y="182956"/>
                </a:lnTo>
                <a:lnTo>
                  <a:pt x="40748" y="189281"/>
                </a:lnTo>
                <a:lnTo>
                  <a:pt x="20374" y="195596"/>
                </a:lnTo>
                <a:lnTo>
                  <a:pt x="0" y="201920"/>
                </a:lnTo>
              </a:path>
            </a:pathLst>
          </a:custGeom>
          <a:solidFill xmlns:a="http://schemas.openxmlformats.org/drawingml/2006/main">
            <a:srgbClr val="B8C6C8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7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819D4B50-0214-4C74-A6DD-B4ACB411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096" y="3279419"/>
            <a:ext cx="2323081" cy="201920"/>
          </a:xfrm>
          <a:custGeom xmlns:a="http://schemas.openxmlformats.org/drawingml/2006/main">
            <a:pathLst>
              <a:path w="2323081" h="201920">
                <a:moveTo>
                  <a:pt x="0" y="201920"/>
                </a:moveTo>
                <a:lnTo>
                  <a:pt x="19031" y="201920"/>
                </a:lnTo>
                <a:lnTo>
                  <a:pt x="38062" y="201920"/>
                </a:lnTo>
                <a:lnTo>
                  <a:pt x="57093" y="201920"/>
                </a:lnTo>
                <a:lnTo>
                  <a:pt x="76133" y="201920"/>
                </a:lnTo>
                <a:lnTo>
                  <a:pt x="95164" y="201920"/>
                </a:lnTo>
                <a:lnTo>
                  <a:pt x="114195" y="201920"/>
                </a:lnTo>
                <a:lnTo>
                  <a:pt x="133226" y="201920"/>
                </a:lnTo>
                <a:lnTo>
                  <a:pt x="152257" y="201920"/>
                </a:lnTo>
                <a:lnTo>
                  <a:pt x="171288" y="201920"/>
                </a:lnTo>
                <a:lnTo>
                  <a:pt x="190329" y="201920"/>
                </a:lnTo>
                <a:lnTo>
                  <a:pt x="209360" y="201920"/>
                </a:lnTo>
                <a:lnTo>
                  <a:pt x="228390" y="201920"/>
                </a:lnTo>
                <a:lnTo>
                  <a:pt x="247421" y="201920"/>
                </a:lnTo>
                <a:lnTo>
                  <a:pt x="266452" y="201920"/>
                </a:lnTo>
                <a:lnTo>
                  <a:pt x="285483" y="201920"/>
                </a:lnTo>
                <a:lnTo>
                  <a:pt x="304514" y="201920"/>
                </a:lnTo>
                <a:lnTo>
                  <a:pt x="323555" y="201920"/>
                </a:lnTo>
                <a:lnTo>
                  <a:pt x="342586" y="201920"/>
                </a:lnTo>
                <a:lnTo>
                  <a:pt x="361617" y="201920"/>
                </a:lnTo>
                <a:lnTo>
                  <a:pt x="380648" y="201920"/>
                </a:lnTo>
                <a:lnTo>
                  <a:pt x="399679" y="201920"/>
                </a:lnTo>
                <a:lnTo>
                  <a:pt x="418709" y="201920"/>
                </a:lnTo>
                <a:lnTo>
                  <a:pt x="437750" y="201920"/>
                </a:lnTo>
                <a:lnTo>
                  <a:pt x="456781" y="201920"/>
                </a:lnTo>
                <a:lnTo>
                  <a:pt x="475812" y="201920"/>
                </a:lnTo>
                <a:lnTo>
                  <a:pt x="494843" y="201920"/>
                </a:lnTo>
                <a:lnTo>
                  <a:pt x="513874" y="201920"/>
                </a:lnTo>
                <a:lnTo>
                  <a:pt x="532905" y="201920"/>
                </a:lnTo>
                <a:lnTo>
                  <a:pt x="551936" y="201920"/>
                </a:lnTo>
                <a:lnTo>
                  <a:pt x="570976" y="201920"/>
                </a:lnTo>
                <a:lnTo>
                  <a:pt x="590007" y="201920"/>
                </a:lnTo>
                <a:lnTo>
                  <a:pt x="609038" y="201920"/>
                </a:lnTo>
                <a:lnTo>
                  <a:pt x="628069" y="201920"/>
                </a:lnTo>
                <a:lnTo>
                  <a:pt x="647100" y="201920"/>
                </a:lnTo>
                <a:lnTo>
                  <a:pt x="666131" y="201920"/>
                </a:lnTo>
                <a:lnTo>
                  <a:pt x="685171" y="201920"/>
                </a:lnTo>
                <a:lnTo>
                  <a:pt x="704202" y="201920"/>
                </a:lnTo>
                <a:lnTo>
                  <a:pt x="723233" y="201920"/>
                </a:lnTo>
                <a:lnTo>
                  <a:pt x="742264" y="201920"/>
                </a:lnTo>
                <a:lnTo>
                  <a:pt x="761295" y="201920"/>
                </a:lnTo>
                <a:lnTo>
                  <a:pt x="780326" y="201920"/>
                </a:lnTo>
                <a:lnTo>
                  <a:pt x="799357" y="201920"/>
                </a:lnTo>
                <a:lnTo>
                  <a:pt x="818398" y="201920"/>
                </a:lnTo>
                <a:lnTo>
                  <a:pt x="837428" y="201920"/>
                </a:lnTo>
                <a:lnTo>
                  <a:pt x="856459" y="201920"/>
                </a:lnTo>
                <a:lnTo>
                  <a:pt x="875490" y="201920"/>
                </a:lnTo>
                <a:lnTo>
                  <a:pt x="894521" y="201920"/>
                </a:lnTo>
                <a:lnTo>
                  <a:pt x="913552" y="201920"/>
                </a:lnTo>
                <a:lnTo>
                  <a:pt x="932593" y="201920"/>
                </a:lnTo>
                <a:lnTo>
                  <a:pt x="951624" y="201920"/>
                </a:lnTo>
                <a:lnTo>
                  <a:pt x="970655" y="201920"/>
                </a:lnTo>
                <a:lnTo>
                  <a:pt x="989686" y="201920"/>
                </a:lnTo>
                <a:lnTo>
                  <a:pt x="1008717" y="201920"/>
                </a:lnTo>
                <a:lnTo>
                  <a:pt x="1027748" y="201920"/>
                </a:lnTo>
                <a:lnTo>
                  <a:pt x="1046778" y="201920"/>
                </a:lnTo>
                <a:lnTo>
                  <a:pt x="1065819" y="201920"/>
                </a:lnTo>
                <a:lnTo>
                  <a:pt x="1084850" y="201920"/>
                </a:lnTo>
                <a:lnTo>
                  <a:pt x="1103881" y="201920"/>
                </a:lnTo>
                <a:lnTo>
                  <a:pt x="1122912" y="201920"/>
                </a:lnTo>
                <a:lnTo>
                  <a:pt x="1141943" y="201920"/>
                </a:lnTo>
                <a:lnTo>
                  <a:pt x="1160974" y="201920"/>
                </a:lnTo>
                <a:lnTo>
                  <a:pt x="1180014" y="201920"/>
                </a:lnTo>
                <a:lnTo>
                  <a:pt x="1199045" y="201920"/>
                </a:lnTo>
                <a:lnTo>
                  <a:pt x="1218076" y="201920"/>
                </a:lnTo>
                <a:lnTo>
                  <a:pt x="1237107" y="201920"/>
                </a:lnTo>
                <a:lnTo>
                  <a:pt x="1256138" y="201920"/>
                </a:lnTo>
                <a:lnTo>
                  <a:pt x="1275169" y="201920"/>
                </a:lnTo>
                <a:lnTo>
                  <a:pt x="1294200" y="201920"/>
                </a:lnTo>
                <a:lnTo>
                  <a:pt x="1313240" y="201920"/>
                </a:lnTo>
                <a:lnTo>
                  <a:pt x="1332271" y="201920"/>
                </a:lnTo>
                <a:lnTo>
                  <a:pt x="1351302" y="201920"/>
                </a:lnTo>
                <a:lnTo>
                  <a:pt x="1370333" y="201920"/>
                </a:lnTo>
                <a:lnTo>
                  <a:pt x="1389364" y="201920"/>
                </a:lnTo>
                <a:lnTo>
                  <a:pt x="1408395" y="201920"/>
                </a:lnTo>
                <a:lnTo>
                  <a:pt x="1427436" y="201920"/>
                </a:lnTo>
                <a:lnTo>
                  <a:pt x="1446467" y="201920"/>
                </a:lnTo>
                <a:lnTo>
                  <a:pt x="1465497" y="201920"/>
                </a:lnTo>
                <a:lnTo>
                  <a:pt x="1484528" y="201920"/>
                </a:lnTo>
                <a:lnTo>
                  <a:pt x="1503559" y="201920"/>
                </a:lnTo>
                <a:lnTo>
                  <a:pt x="1522590" y="201920"/>
                </a:lnTo>
                <a:lnTo>
                  <a:pt x="1541621" y="201920"/>
                </a:lnTo>
                <a:lnTo>
                  <a:pt x="1560662" y="201920"/>
                </a:lnTo>
                <a:lnTo>
                  <a:pt x="1579693" y="201920"/>
                </a:lnTo>
                <a:lnTo>
                  <a:pt x="1598724" y="201920"/>
                </a:lnTo>
                <a:lnTo>
                  <a:pt x="1617755" y="201920"/>
                </a:lnTo>
                <a:lnTo>
                  <a:pt x="1636786" y="201920"/>
                </a:lnTo>
                <a:lnTo>
                  <a:pt x="1655816" y="201920"/>
                </a:lnTo>
                <a:lnTo>
                  <a:pt x="1674857" y="201920"/>
                </a:lnTo>
                <a:lnTo>
                  <a:pt x="1693888" y="201920"/>
                </a:lnTo>
                <a:lnTo>
                  <a:pt x="1712919" y="201920"/>
                </a:lnTo>
                <a:lnTo>
                  <a:pt x="1731950" y="201920"/>
                </a:lnTo>
                <a:lnTo>
                  <a:pt x="1750981" y="201920"/>
                </a:lnTo>
                <a:lnTo>
                  <a:pt x="1770012" y="201920"/>
                </a:lnTo>
                <a:lnTo>
                  <a:pt x="1789043" y="201920"/>
                </a:lnTo>
                <a:lnTo>
                  <a:pt x="1806893" y="195415"/>
                </a:lnTo>
                <a:lnTo>
                  <a:pt x="1824685" y="188681"/>
                </a:lnTo>
                <a:lnTo>
                  <a:pt x="1842487" y="181937"/>
                </a:lnTo>
                <a:lnTo>
                  <a:pt x="1860290" y="175203"/>
                </a:lnTo>
                <a:lnTo>
                  <a:pt x="1878092" y="168459"/>
                </a:lnTo>
                <a:lnTo>
                  <a:pt x="1895885" y="161725"/>
                </a:lnTo>
                <a:lnTo>
                  <a:pt x="1913687" y="154981"/>
                </a:lnTo>
                <a:lnTo>
                  <a:pt x="1931489" y="148247"/>
                </a:lnTo>
                <a:lnTo>
                  <a:pt x="1949282" y="141503"/>
                </a:lnTo>
                <a:lnTo>
                  <a:pt x="1967084" y="134769"/>
                </a:lnTo>
                <a:lnTo>
                  <a:pt x="1984886" y="128026"/>
                </a:lnTo>
                <a:lnTo>
                  <a:pt x="2002688" y="121291"/>
                </a:lnTo>
                <a:lnTo>
                  <a:pt x="2020481" y="114557"/>
                </a:lnTo>
                <a:lnTo>
                  <a:pt x="2038283" y="107813"/>
                </a:lnTo>
                <a:lnTo>
                  <a:pt x="2056086" y="101079"/>
                </a:lnTo>
                <a:lnTo>
                  <a:pt x="2073888" y="94336"/>
                </a:lnTo>
                <a:lnTo>
                  <a:pt x="2091680" y="87601"/>
                </a:lnTo>
                <a:lnTo>
                  <a:pt x="2109483" y="80858"/>
                </a:lnTo>
                <a:lnTo>
                  <a:pt x="2127285" y="74124"/>
                </a:lnTo>
                <a:lnTo>
                  <a:pt x="2145078" y="67380"/>
                </a:lnTo>
                <a:lnTo>
                  <a:pt x="2162880" y="60646"/>
                </a:lnTo>
                <a:lnTo>
                  <a:pt x="2180682" y="53912"/>
                </a:lnTo>
                <a:lnTo>
                  <a:pt x="2198484" y="47168"/>
                </a:lnTo>
                <a:lnTo>
                  <a:pt x="2216277" y="40434"/>
                </a:lnTo>
                <a:lnTo>
                  <a:pt x="2234079" y="33690"/>
                </a:lnTo>
                <a:lnTo>
                  <a:pt x="2251881" y="26956"/>
                </a:lnTo>
                <a:lnTo>
                  <a:pt x="2269684" y="20212"/>
                </a:lnTo>
                <a:lnTo>
                  <a:pt x="2287476" y="13478"/>
                </a:lnTo>
                <a:lnTo>
                  <a:pt x="2305279" y="6734"/>
                </a:lnTo>
                <a:lnTo>
                  <a:pt x="2323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8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3EBFE123-6FAC-4F2C-93B5-1CC3D13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6920" y="3279419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9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66528D34-EB5C-4018-A26B-257B26CA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755" y="2337521"/>
            <a:ext cx="402898" cy="641871"/>
          </a:xfrm>
          <a:custGeom xmlns:a="http://schemas.openxmlformats.org/drawingml/2006/main">
            <a:pathLst>
              <a:path w="402898" h="641871">
                <a:moveTo>
                  <a:pt x="0" y="641871"/>
                </a:moveTo>
                <a:lnTo>
                  <a:pt x="0" y="622925"/>
                </a:lnTo>
                <a:lnTo>
                  <a:pt x="0" y="603980"/>
                </a:lnTo>
                <a:lnTo>
                  <a:pt x="0" y="585045"/>
                </a:lnTo>
                <a:lnTo>
                  <a:pt x="0" y="566099"/>
                </a:lnTo>
                <a:lnTo>
                  <a:pt x="0" y="547154"/>
                </a:lnTo>
                <a:lnTo>
                  <a:pt x="0" y="528218"/>
                </a:lnTo>
                <a:lnTo>
                  <a:pt x="0" y="509273"/>
                </a:lnTo>
                <a:lnTo>
                  <a:pt x="0" y="490328"/>
                </a:lnTo>
                <a:lnTo>
                  <a:pt x="0" y="471383"/>
                </a:lnTo>
                <a:lnTo>
                  <a:pt x="0" y="452447"/>
                </a:lnTo>
                <a:lnTo>
                  <a:pt x="0" y="433502"/>
                </a:lnTo>
                <a:lnTo>
                  <a:pt x="0" y="414557"/>
                </a:lnTo>
                <a:lnTo>
                  <a:pt x="0" y="395611"/>
                </a:lnTo>
                <a:lnTo>
                  <a:pt x="0" y="376676"/>
                </a:lnTo>
                <a:lnTo>
                  <a:pt x="0" y="357730"/>
                </a:lnTo>
                <a:lnTo>
                  <a:pt x="0" y="338785"/>
                </a:lnTo>
                <a:lnTo>
                  <a:pt x="0" y="319840"/>
                </a:lnTo>
                <a:lnTo>
                  <a:pt x="0" y="300904"/>
                </a:lnTo>
                <a:lnTo>
                  <a:pt x="0" y="281959"/>
                </a:lnTo>
                <a:lnTo>
                  <a:pt x="0" y="263014"/>
                </a:lnTo>
                <a:lnTo>
                  <a:pt x="0" y="244078"/>
                </a:lnTo>
                <a:lnTo>
                  <a:pt x="0" y="225133"/>
                </a:lnTo>
                <a:lnTo>
                  <a:pt x="0" y="206188"/>
                </a:lnTo>
                <a:lnTo>
                  <a:pt x="0" y="187242"/>
                </a:lnTo>
                <a:lnTo>
                  <a:pt x="0" y="168307"/>
                </a:lnTo>
                <a:lnTo>
                  <a:pt x="0" y="149362"/>
                </a:lnTo>
                <a:lnTo>
                  <a:pt x="8973" y="136798"/>
                </a:lnTo>
                <a:lnTo>
                  <a:pt x="26870" y="130578"/>
                </a:lnTo>
                <a:lnTo>
                  <a:pt x="44758" y="124358"/>
                </a:lnTo>
                <a:lnTo>
                  <a:pt x="62655" y="118148"/>
                </a:lnTo>
                <a:lnTo>
                  <a:pt x="80543" y="111928"/>
                </a:lnTo>
                <a:lnTo>
                  <a:pt x="98441" y="105708"/>
                </a:lnTo>
                <a:lnTo>
                  <a:pt x="116329" y="99489"/>
                </a:lnTo>
                <a:lnTo>
                  <a:pt x="134226" y="93269"/>
                </a:lnTo>
                <a:lnTo>
                  <a:pt x="152114" y="87059"/>
                </a:lnTo>
                <a:lnTo>
                  <a:pt x="170012" y="80839"/>
                </a:lnTo>
                <a:lnTo>
                  <a:pt x="187900" y="74619"/>
                </a:lnTo>
                <a:lnTo>
                  <a:pt x="205797" y="68399"/>
                </a:lnTo>
                <a:lnTo>
                  <a:pt x="223695" y="62179"/>
                </a:lnTo>
                <a:lnTo>
                  <a:pt x="241583" y="55959"/>
                </a:lnTo>
                <a:lnTo>
                  <a:pt x="259480" y="49749"/>
                </a:lnTo>
                <a:lnTo>
                  <a:pt x="277368" y="43529"/>
                </a:lnTo>
                <a:lnTo>
                  <a:pt x="295265" y="37309"/>
                </a:lnTo>
                <a:lnTo>
                  <a:pt x="313153" y="31090"/>
                </a:lnTo>
                <a:lnTo>
                  <a:pt x="331051" y="24870"/>
                </a:lnTo>
                <a:lnTo>
                  <a:pt x="348939" y="18650"/>
                </a:lnTo>
                <a:lnTo>
                  <a:pt x="366836" y="12440"/>
                </a:lnTo>
                <a:lnTo>
                  <a:pt x="384724" y="6220"/>
                </a:lnTo>
                <a:lnTo>
                  <a:pt x="402622" y="0"/>
                </a:lnTo>
                <a:lnTo>
                  <a:pt x="402898" y="18555"/>
                </a:lnTo>
                <a:lnTo>
                  <a:pt x="402898" y="37500"/>
                </a:lnTo>
                <a:lnTo>
                  <a:pt x="402898" y="56445"/>
                </a:lnTo>
                <a:lnTo>
                  <a:pt x="402898" y="75381"/>
                </a:lnTo>
                <a:lnTo>
                  <a:pt x="402898" y="94326"/>
                </a:lnTo>
                <a:lnTo>
                  <a:pt x="402898" y="113271"/>
                </a:lnTo>
                <a:lnTo>
                  <a:pt x="402898" y="132217"/>
                </a:lnTo>
                <a:lnTo>
                  <a:pt x="402898" y="151152"/>
                </a:lnTo>
                <a:lnTo>
                  <a:pt x="402898" y="170097"/>
                </a:lnTo>
                <a:lnTo>
                  <a:pt x="402898" y="189043"/>
                </a:lnTo>
                <a:lnTo>
                  <a:pt x="402898" y="207978"/>
                </a:lnTo>
                <a:lnTo>
                  <a:pt x="402898" y="226924"/>
                </a:lnTo>
                <a:lnTo>
                  <a:pt x="402898" y="245869"/>
                </a:lnTo>
                <a:lnTo>
                  <a:pt x="402898" y="264814"/>
                </a:lnTo>
                <a:lnTo>
                  <a:pt x="402898" y="283750"/>
                </a:lnTo>
                <a:lnTo>
                  <a:pt x="402898" y="302695"/>
                </a:lnTo>
                <a:lnTo>
                  <a:pt x="402898" y="321640"/>
                </a:lnTo>
                <a:lnTo>
                  <a:pt x="402898" y="340585"/>
                </a:lnTo>
                <a:lnTo>
                  <a:pt x="402898" y="359521"/>
                </a:lnTo>
                <a:lnTo>
                  <a:pt x="402898" y="378466"/>
                </a:lnTo>
                <a:lnTo>
                  <a:pt x="402898" y="397412"/>
                </a:lnTo>
                <a:lnTo>
                  <a:pt x="402898" y="416357"/>
                </a:lnTo>
                <a:lnTo>
                  <a:pt x="402898" y="435293"/>
                </a:lnTo>
                <a:lnTo>
                  <a:pt x="402898" y="454238"/>
                </a:lnTo>
                <a:lnTo>
                  <a:pt x="401231" y="472078"/>
                </a:lnTo>
                <a:lnTo>
                  <a:pt x="383791" y="479460"/>
                </a:lnTo>
                <a:lnTo>
                  <a:pt x="366341" y="486842"/>
                </a:lnTo>
                <a:lnTo>
                  <a:pt x="348901" y="494224"/>
                </a:lnTo>
                <a:lnTo>
                  <a:pt x="331451" y="501606"/>
                </a:lnTo>
                <a:lnTo>
                  <a:pt x="314011" y="508987"/>
                </a:lnTo>
                <a:lnTo>
                  <a:pt x="296561" y="516369"/>
                </a:lnTo>
                <a:lnTo>
                  <a:pt x="279121" y="523751"/>
                </a:lnTo>
                <a:lnTo>
                  <a:pt x="261680" y="531133"/>
                </a:lnTo>
                <a:lnTo>
                  <a:pt x="244231" y="538515"/>
                </a:lnTo>
                <a:lnTo>
                  <a:pt x="226781" y="545906"/>
                </a:lnTo>
                <a:lnTo>
                  <a:pt x="209340" y="553288"/>
                </a:lnTo>
                <a:lnTo>
                  <a:pt x="191891" y="560670"/>
                </a:lnTo>
                <a:lnTo>
                  <a:pt x="174450" y="568052"/>
                </a:lnTo>
                <a:lnTo>
                  <a:pt x="157001" y="575434"/>
                </a:lnTo>
                <a:lnTo>
                  <a:pt x="139560" y="582816"/>
                </a:lnTo>
                <a:lnTo>
                  <a:pt x="122111" y="590198"/>
                </a:lnTo>
                <a:lnTo>
                  <a:pt x="104670" y="597579"/>
                </a:lnTo>
                <a:lnTo>
                  <a:pt x="87230" y="604961"/>
                </a:lnTo>
                <a:lnTo>
                  <a:pt x="69780" y="612343"/>
                </a:lnTo>
                <a:lnTo>
                  <a:pt x="52330" y="619725"/>
                </a:lnTo>
                <a:lnTo>
                  <a:pt x="34890" y="627107"/>
                </a:lnTo>
                <a:lnTo>
                  <a:pt x="17440" y="634489"/>
                </a:lnTo>
                <a:lnTo>
                  <a:pt x="0" y="641871"/>
                </a:lnTo>
              </a:path>
            </a:pathLst>
          </a:custGeom>
          <a:solidFill xmlns:a="http://schemas.openxmlformats.org/drawingml/2006/main">
            <a:srgbClr val="799398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7134EFB6-CBE2-49BE-82FD-C3F1357E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6562" y="2808894"/>
            <a:ext cx="2399548" cy="170488"/>
          </a:xfrm>
          <a:custGeom xmlns:a="http://schemas.openxmlformats.org/drawingml/2006/main">
            <a:pathLst>
              <a:path w="2399548" h="170488">
                <a:moveTo>
                  <a:pt x="0" y="170488"/>
                </a:moveTo>
                <a:lnTo>
                  <a:pt x="20279" y="170488"/>
                </a:lnTo>
                <a:lnTo>
                  <a:pt x="40567" y="170488"/>
                </a:lnTo>
                <a:lnTo>
                  <a:pt x="60846" y="170488"/>
                </a:lnTo>
                <a:lnTo>
                  <a:pt x="81124" y="170488"/>
                </a:lnTo>
                <a:lnTo>
                  <a:pt x="101413" y="170488"/>
                </a:lnTo>
                <a:lnTo>
                  <a:pt x="121691" y="170488"/>
                </a:lnTo>
                <a:lnTo>
                  <a:pt x="141970" y="170488"/>
                </a:lnTo>
                <a:lnTo>
                  <a:pt x="162258" y="170488"/>
                </a:lnTo>
                <a:lnTo>
                  <a:pt x="182537" y="170488"/>
                </a:lnTo>
                <a:lnTo>
                  <a:pt x="202816" y="170488"/>
                </a:lnTo>
                <a:lnTo>
                  <a:pt x="223104" y="170488"/>
                </a:lnTo>
                <a:lnTo>
                  <a:pt x="243383" y="170488"/>
                </a:lnTo>
                <a:lnTo>
                  <a:pt x="263662" y="170488"/>
                </a:lnTo>
                <a:lnTo>
                  <a:pt x="283950" y="170488"/>
                </a:lnTo>
                <a:lnTo>
                  <a:pt x="304229" y="170488"/>
                </a:lnTo>
                <a:lnTo>
                  <a:pt x="324507" y="170488"/>
                </a:lnTo>
                <a:lnTo>
                  <a:pt x="344795" y="170488"/>
                </a:lnTo>
                <a:lnTo>
                  <a:pt x="365074" y="170488"/>
                </a:lnTo>
                <a:lnTo>
                  <a:pt x="385353" y="170488"/>
                </a:lnTo>
                <a:lnTo>
                  <a:pt x="405641" y="170488"/>
                </a:lnTo>
                <a:lnTo>
                  <a:pt x="425920" y="170488"/>
                </a:lnTo>
                <a:lnTo>
                  <a:pt x="446199" y="170488"/>
                </a:lnTo>
                <a:lnTo>
                  <a:pt x="466487" y="170488"/>
                </a:lnTo>
                <a:lnTo>
                  <a:pt x="486766" y="170488"/>
                </a:lnTo>
                <a:lnTo>
                  <a:pt x="507044" y="170488"/>
                </a:lnTo>
                <a:lnTo>
                  <a:pt x="527333" y="170488"/>
                </a:lnTo>
                <a:lnTo>
                  <a:pt x="547611" y="170488"/>
                </a:lnTo>
                <a:lnTo>
                  <a:pt x="567890" y="170488"/>
                </a:lnTo>
                <a:lnTo>
                  <a:pt x="588178" y="170488"/>
                </a:lnTo>
                <a:lnTo>
                  <a:pt x="608457" y="170488"/>
                </a:lnTo>
                <a:lnTo>
                  <a:pt x="628736" y="170488"/>
                </a:lnTo>
                <a:lnTo>
                  <a:pt x="649024" y="170488"/>
                </a:lnTo>
                <a:lnTo>
                  <a:pt x="669303" y="170488"/>
                </a:lnTo>
                <a:lnTo>
                  <a:pt x="689581" y="170488"/>
                </a:lnTo>
                <a:lnTo>
                  <a:pt x="709870" y="170488"/>
                </a:lnTo>
                <a:lnTo>
                  <a:pt x="730148" y="170488"/>
                </a:lnTo>
                <a:lnTo>
                  <a:pt x="750427" y="170488"/>
                </a:lnTo>
                <a:lnTo>
                  <a:pt x="770715" y="170488"/>
                </a:lnTo>
                <a:lnTo>
                  <a:pt x="790994" y="170488"/>
                </a:lnTo>
                <a:lnTo>
                  <a:pt x="811282" y="170488"/>
                </a:lnTo>
                <a:lnTo>
                  <a:pt x="831561" y="170488"/>
                </a:lnTo>
                <a:lnTo>
                  <a:pt x="851840" y="170488"/>
                </a:lnTo>
                <a:lnTo>
                  <a:pt x="872128" y="170488"/>
                </a:lnTo>
                <a:lnTo>
                  <a:pt x="892407" y="170488"/>
                </a:lnTo>
                <a:lnTo>
                  <a:pt x="912685" y="170488"/>
                </a:lnTo>
                <a:lnTo>
                  <a:pt x="932974" y="170488"/>
                </a:lnTo>
                <a:lnTo>
                  <a:pt x="953252" y="170488"/>
                </a:lnTo>
                <a:lnTo>
                  <a:pt x="973531" y="170488"/>
                </a:lnTo>
                <a:lnTo>
                  <a:pt x="993819" y="170488"/>
                </a:lnTo>
                <a:lnTo>
                  <a:pt x="1014098" y="170488"/>
                </a:lnTo>
                <a:lnTo>
                  <a:pt x="1034377" y="170488"/>
                </a:lnTo>
                <a:lnTo>
                  <a:pt x="1054665" y="170488"/>
                </a:lnTo>
                <a:lnTo>
                  <a:pt x="1074944" y="170488"/>
                </a:lnTo>
                <a:lnTo>
                  <a:pt x="1095223" y="170488"/>
                </a:lnTo>
                <a:lnTo>
                  <a:pt x="1115511" y="170488"/>
                </a:lnTo>
                <a:lnTo>
                  <a:pt x="1135790" y="170488"/>
                </a:lnTo>
                <a:lnTo>
                  <a:pt x="1156068" y="170488"/>
                </a:lnTo>
                <a:lnTo>
                  <a:pt x="1176357" y="170488"/>
                </a:lnTo>
                <a:lnTo>
                  <a:pt x="1196635" y="170488"/>
                </a:lnTo>
                <a:lnTo>
                  <a:pt x="1216914" y="170488"/>
                </a:lnTo>
                <a:lnTo>
                  <a:pt x="1237202" y="170488"/>
                </a:lnTo>
                <a:lnTo>
                  <a:pt x="1257481" y="170488"/>
                </a:lnTo>
                <a:lnTo>
                  <a:pt x="1277760" y="170488"/>
                </a:lnTo>
                <a:lnTo>
                  <a:pt x="1298048" y="170488"/>
                </a:lnTo>
                <a:lnTo>
                  <a:pt x="1318327" y="170488"/>
                </a:lnTo>
                <a:lnTo>
                  <a:pt x="1338605" y="170488"/>
                </a:lnTo>
                <a:lnTo>
                  <a:pt x="1358894" y="170488"/>
                </a:lnTo>
                <a:lnTo>
                  <a:pt x="1379172" y="170488"/>
                </a:lnTo>
                <a:lnTo>
                  <a:pt x="1399451" y="170488"/>
                </a:lnTo>
                <a:lnTo>
                  <a:pt x="1419739" y="170488"/>
                </a:lnTo>
                <a:lnTo>
                  <a:pt x="1440018" y="170488"/>
                </a:lnTo>
                <a:lnTo>
                  <a:pt x="1460297" y="170488"/>
                </a:lnTo>
                <a:lnTo>
                  <a:pt x="1480585" y="170488"/>
                </a:lnTo>
                <a:lnTo>
                  <a:pt x="1500864" y="170488"/>
                </a:lnTo>
                <a:lnTo>
                  <a:pt x="1521143" y="170488"/>
                </a:lnTo>
                <a:lnTo>
                  <a:pt x="1541431" y="170488"/>
                </a:lnTo>
                <a:lnTo>
                  <a:pt x="1561709" y="170488"/>
                </a:lnTo>
                <a:lnTo>
                  <a:pt x="1581988" y="170488"/>
                </a:lnTo>
                <a:lnTo>
                  <a:pt x="1602276" y="170488"/>
                </a:lnTo>
                <a:lnTo>
                  <a:pt x="1622555" y="170488"/>
                </a:lnTo>
                <a:lnTo>
                  <a:pt x="1642834" y="170488"/>
                </a:lnTo>
                <a:lnTo>
                  <a:pt x="1663122" y="170488"/>
                </a:lnTo>
                <a:lnTo>
                  <a:pt x="1683401" y="170488"/>
                </a:lnTo>
                <a:lnTo>
                  <a:pt x="1703680" y="170488"/>
                </a:lnTo>
                <a:lnTo>
                  <a:pt x="1723968" y="170488"/>
                </a:lnTo>
                <a:lnTo>
                  <a:pt x="1744247" y="170488"/>
                </a:lnTo>
                <a:lnTo>
                  <a:pt x="1764525" y="170488"/>
                </a:lnTo>
                <a:lnTo>
                  <a:pt x="1784814" y="170488"/>
                </a:lnTo>
                <a:lnTo>
                  <a:pt x="1805092" y="170488"/>
                </a:lnTo>
                <a:lnTo>
                  <a:pt x="1825371" y="170488"/>
                </a:lnTo>
                <a:lnTo>
                  <a:pt x="1845659" y="170488"/>
                </a:lnTo>
                <a:lnTo>
                  <a:pt x="1865938" y="170488"/>
                </a:lnTo>
                <a:lnTo>
                  <a:pt x="1886217" y="170488"/>
                </a:lnTo>
                <a:lnTo>
                  <a:pt x="1906505" y="170488"/>
                </a:lnTo>
                <a:lnTo>
                  <a:pt x="1926784" y="170488"/>
                </a:lnTo>
                <a:lnTo>
                  <a:pt x="1947062" y="170488"/>
                </a:lnTo>
                <a:lnTo>
                  <a:pt x="1967351" y="170488"/>
                </a:lnTo>
                <a:lnTo>
                  <a:pt x="1987629" y="170488"/>
                </a:lnTo>
                <a:lnTo>
                  <a:pt x="2007299" y="167488"/>
                </a:lnTo>
                <a:lnTo>
                  <a:pt x="2025977" y="159582"/>
                </a:lnTo>
                <a:lnTo>
                  <a:pt x="2044656" y="151676"/>
                </a:lnTo>
                <a:lnTo>
                  <a:pt x="2063334" y="143770"/>
                </a:lnTo>
                <a:lnTo>
                  <a:pt x="2082013" y="135865"/>
                </a:lnTo>
                <a:lnTo>
                  <a:pt x="2100691" y="127959"/>
                </a:lnTo>
                <a:lnTo>
                  <a:pt x="2119370" y="120063"/>
                </a:lnTo>
                <a:lnTo>
                  <a:pt x="2138048" y="112157"/>
                </a:lnTo>
                <a:lnTo>
                  <a:pt x="2156727" y="104251"/>
                </a:lnTo>
                <a:lnTo>
                  <a:pt x="2175405" y="96345"/>
                </a:lnTo>
                <a:lnTo>
                  <a:pt x="2194084" y="88440"/>
                </a:lnTo>
                <a:lnTo>
                  <a:pt x="2212762" y="80534"/>
                </a:lnTo>
                <a:lnTo>
                  <a:pt x="2231441" y="72638"/>
                </a:lnTo>
                <a:lnTo>
                  <a:pt x="2250119" y="64732"/>
                </a:lnTo>
                <a:lnTo>
                  <a:pt x="2268798" y="56826"/>
                </a:lnTo>
                <a:lnTo>
                  <a:pt x="2287476" y="48920"/>
                </a:lnTo>
                <a:lnTo>
                  <a:pt x="2306155" y="41015"/>
                </a:lnTo>
                <a:lnTo>
                  <a:pt x="2324833" y="33109"/>
                </a:lnTo>
                <a:lnTo>
                  <a:pt x="2343512" y="25213"/>
                </a:lnTo>
                <a:lnTo>
                  <a:pt x="2362190" y="17307"/>
                </a:lnTo>
                <a:lnTo>
                  <a:pt x="2380869" y="9401"/>
                </a:lnTo>
                <a:lnTo>
                  <a:pt x="2399548" y="1495"/>
                </a:lnTo>
                <a:lnTo>
                  <a:pt x="2386641" y="0"/>
                </a:lnTo>
                <a:lnTo>
                  <a:pt x="2366362" y="0"/>
                </a:lnTo>
                <a:lnTo>
                  <a:pt x="2346084" y="0"/>
                </a:lnTo>
                <a:lnTo>
                  <a:pt x="2325795" y="0"/>
                </a:lnTo>
                <a:lnTo>
                  <a:pt x="2305517" y="0"/>
                </a:lnTo>
                <a:lnTo>
                  <a:pt x="2285238" y="0"/>
                </a:lnTo>
                <a:lnTo>
                  <a:pt x="2264950" y="0"/>
                </a:lnTo>
                <a:lnTo>
                  <a:pt x="2244671" y="0"/>
                </a:lnTo>
                <a:lnTo>
                  <a:pt x="2224392" y="0"/>
                </a:lnTo>
                <a:lnTo>
                  <a:pt x="2204104" y="0"/>
                </a:lnTo>
                <a:lnTo>
                  <a:pt x="2183825" y="0"/>
                </a:lnTo>
                <a:lnTo>
                  <a:pt x="2163547" y="0"/>
                </a:lnTo>
                <a:lnTo>
                  <a:pt x="2143258" y="0"/>
                </a:lnTo>
                <a:lnTo>
                  <a:pt x="2122980" y="0"/>
                </a:lnTo>
                <a:lnTo>
                  <a:pt x="2102701" y="0"/>
                </a:lnTo>
                <a:lnTo>
                  <a:pt x="2082413" y="0"/>
                </a:lnTo>
                <a:lnTo>
                  <a:pt x="2062134" y="0"/>
                </a:lnTo>
                <a:lnTo>
                  <a:pt x="2041855" y="0"/>
                </a:lnTo>
                <a:lnTo>
                  <a:pt x="2021567" y="0"/>
                </a:lnTo>
                <a:lnTo>
                  <a:pt x="2001288" y="0"/>
                </a:lnTo>
                <a:lnTo>
                  <a:pt x="1981010" y="0"/>
                </a:lnTo>
                <a:lnTo>
                  <a:pt x="1960721" y="0"/>
                </a:lnTo>
                <a:lnTo>
                  <a:pt x="1940443" y="0"/>
                </a:lnTo>
                <a:lnTo>
                  <a:pt x="1920164" y="0"/>
                </a:lnTo>
                <a:lnTo>
                  <a:pt x="1899876" y="0"/>
                </a:lnTo>
                <a:lnTo>
                  <a:pt x="1879597" y="0"/>
                </a:lnTo>
                <a:lnTo>
                  <a:pt x="1859318" y="0"/>
                </a:lnTo>
                <a:lnTo>
                  <a:pt x="1839030" y="0"/>
                </a:lnTo>
                <a:lnTo>
                  <a:pt x="1818751" y="0"/>
                </a:lnTo>
                <a:lnTo>
                  <a:pt x="1798472" y="0"/>
                </a:lnTo>
                <a:lnTo>
                  <a:pt x="1778184" y="0"/>
                </a:lnTo>
                <a:lnTo>
                  <a:pt x="1757905" y="0"/>
                </a:lnTo>
                <a:lnTo>
                  <a:pt x="1737627" y="0"/>
                </a:lnTo>
                <a:lnTo>
                  <a:pt x="1717338" y="0"/>
                </a:lnTo>
                <a:lnTo>
                  <a:pt x="1697060" y="0"/>
                </a:lnTo>
                <a:lnTo>
                  <a:pt x="1676781" y="0"/>
                </a:lnTo>
                <a:lnTo>
                  <a:pt x="1656493" y="0"/>
                </a:lnTo>
                <a:lnTo>
                  <a:pt x="1636214" y="0"/>
                </a:lnTo>
                <a:lnTo>
                  <a:pt x="1615935" y="0"/>
                </a:lnTo>
                <a:lnTo>
                  <a:pt x="1595647" y="0"/>
                </a:lnTo>
                <a:lnTo>
                  <a:pt x="1575368" y="0"/>
                </a:lnTo>
                <a:lnTo>
                  <a:pt x="1555090" y="0"/>
                </a:lnTo>
                <a:lnTo>
                  <a:pt x="1534801" y="0"/>
                </a:lnTo>
                <a:lnTo>
                  <a:pt x="1514523" y="0"/>
                </a:lnTo>
                <a:lnTo>
                  <a:pt x="1494244" y="0"/>
                </a:lnTo>
                <a:lnTo>
                  <a:pt x="1473956" y="0"/>
                </a:lnTo>
                <a:lnTo>
                  <a:pt x="1453677" y="0"/>
                </a:lnTo>
                <a:lnTo>
                  <a:pt x="1433398" y="0"/>
                </a:lnTo>
                <a:lnTo>
                  <a:pt x="1413110" y="0"/>
                </a:lnTo>
                <a:lnTo>
                  <a:pt x="1392831" y="0"/>
                </a:lnTo>
                <a:lnTo>
                  <a:pt x="1372553" y="0"/>
                </a:lnTo>
                <a:lnTo>
                  <a:pt x="1352264" y="0"/>
                </a:lnTo>
                <a:lnTo>
                  <a:pt x="1331986" y="0"/>
                </a:lnTo>
                <a:lnTo>
                  <a:pt x="1311707" y="0"/>
                </a:lnTo>
                <a:lnTo>
                  <a:pt x="1291419" y="0"/>
                </a:lnTo>
                <a:lnTo>
                  <a:pt x="1271140" y="0"/>
                </a:lnTo>
                <a:lnTo>
                  <a:pt x="1250852" y="0"/>
                </a:lnTo>
                <a:lnTo>
                  <a:pt x="1230573" y="0"/>
                </a:lnTo>
                <a:lnTo>
                  <a:pt x="1210294" y="0"/>
                </a:lnTo>
                <a:lnTo>
                  <a:pt x="1190006" y="0"/>
                </a:lnTo>
                <a:lnTo>
                  <a:pt x="1169727" y="0"/>
                </a:lnTo>
                <a:lnTo>
                  <a:pt x="1149448" y="0"/>
                </a:lnTo>
                <a:lnTo>
                  <a:pt x="1129160" y="0"/>
                </a:lnTo>
                <a:lnTo>
                  <a:pt x="1108881" y="0"/>
                </a:lnTo>
                <a:lnTo>
                  <a:pt x="1088603" y="0"/>
                </a:lnTo>
                <a:lnTo>
                  <a:pt x="1068314" y="0"/>
                </a:lnTo>
                <a:lnTo>
                  <a:pt x="1048036" y="0"/>
                </a:lnTo>
                <a:lnTo>
                  <a:pt x="1027757" y="0"/>
                </a:lnTo>
                <a:lnTo>
                  <a:pt x="1007469" y="0"/>
                </a:lnTo>
                <a:lnTo>
                  <a:pt x="987190" y="0"/>
                </a:lnTo>
                <a:lnTo>
                  <a:pt x="966911" y="0"/>
                </a:lnTo>
                <a:lnTo>
                  <a:pt x="946623" y="0"/>
                </a:lnTo>
                <a:lnTo>
                  <a:pt x="926344" y="0"/>
                </a:lnTo>
                <a:lnTo>
                  <a:pt x="906066" y="0"/>
                </a:lnTo>
                <a:lnTo>
                  <a:pt x="885777" y="0"/>
                </a:lnTo>
                <a:lnTo>
                  <a:pt x="865499" y="0"/>
                </a:lnTo>
                <a:lnTo>
                  <a:pt x="845220" y="0"/>
                </a:lnTo>
                <a:lnTo>
                  <a:pt x="824932" y="0"/>
                </a:lnTo>
                <a:lnTo>
                  <a:pt x="804653" y="0"/>
                </a:lnTo>
                <a:lnTo>
                  <a:pt x="784374" y="0"/>
                </a:lnTo>
                <a:lnTo>
                  <a:pt x="764086" y="0"/>
                </a:lnTo>
                <a:lnTo>
                  <a:pt x="743807" y="0"/>
                </a:lnTo>
                <a:lnTo>
                  <a:pt x="723529" y="0"/>
                </a:lnTo>
                <a:lnTo>
                  <a:pt x="703240" y="0"/>
                </a:lnTo>
                <a:lnTo>
                  <a:pt x="682962" y="0"/>
                </a:lnTo>
                <a:lnTo>
                  <a:pt x="662683" y="0"/>
                </a:lnTo>
                <a:lnTo>
                  <a:pt x="642395" y="0"/>
                </a:lnTo>
                <a:lnTo>
                  <a:pt x="622116" y="0"/>
                </a:lnTo>
                <a:lnTo>
                  <a:pt x="601837" y="0"/>
                </a:lnTo>
                <a:lnTo>
                  <a:pt x="581549" y="0"/>
                </a:lnTo>
                <a:lnTo>
                  <a:pt x="561270" y="0"/>
                </a:lnTo>
                <a:lnTo>
                  <a:pt x="540991" y="0"/>
                </a:lnTo>
                <a:lnTo>
                  <a:pt x="520998" y="1848"/>
                </a:lnTo>
                <a:lnTo>
                  <a:pt x="501701" y="8096"/>
                </a:lnTo>
                <a:lnTo>
                  <a:pt x="482403" y="14345"/>
                </a:lnTo>
                <a:lnTo>
                  <a:pt x="463106" y="20593"/>
                </a:lnTo>
                <a:lnTo>
                  <a:pt x="443817" y="26832"/>
                </a:lnTo>
                <a:lnTo>
                  <a:pt x="424520" y="33080"/>
                </a:lnTo>
                <a:lnTo>
                  <a:pt x="405222" y="39329"/>
                </a:lnTo>
                <a:lnTo>
                  <a:pt x="385924" y="45577"/>
                </a:lnTo>
                <a:lnTo>
                  <a:pt x="366627" y="51816"/>
                </a:lnTo>
                <a:lnTo>
                  <a:pt x="347329" y="58064"/>
                </a:lnTo>
                <a:lnTo>
                  <a:pt x="328031" y="64313"/>
                </a:lnTo>
                <a:lnTo>
                  <a:pt x="308743" y="70561"/>
                </a:lnTo>
                <a:lnTo>
                  <a:pt x="289446" y="76800"/>
                </a:lnTo>
                <a:lnTo>
                  <a:pt x="270148" y="83048"/>
                </a:lnTo>
                <a:lnTo>
                  <a:pt x="250850" y="89297"/>
                </a:lnTo>
                <a:lnTo>
                  <a:pt x="231553" y="95545"/>
                </a:lnTo>
                <a:lnTo>
                  <a:pt x="212255" y="101784"/>
                </a:lnTo>
                <a:lnTo>
                  <a:pt x="192967" y="108033"/>
                </a:lnTo>
                <a:lnTo>
                  <a:pt x="173669" y="114281"/>
                </a:lnTo>
                <a:lnTo>
                  <a:pt x="154372" y="120520"/>
                </a:lnTo>
                <a:lnTo>
                  <a:pt x="135074" y="126768"/>
                </a:lnTo>
                <a:lnTo>
                  <a:pt x="115776" y="133017"/>
                </a:lnTo>
                <a:lnTo>
                  <a:pt x="96479" y="139265"/>
                </a:lnTo>
                <a:lnTo>
                  <a:pt x="77181" y="145504"/>
                </a:lnTo>
                <a:lnTo>
                  <a:pt x="57893" y="151752"/>
                </a:lnTo>
                <a:lnTo>
                  <a:pt x="38595" y="158001"/>
                </a:lnTo>
                <a:lnTo>
                  <a:pt x="19298" y="164249"/>
                </a:lnTo>
                <a:lnTo>
                  <a:pt x="0" y="170488"/>
                </a:lnTo>
              </a:path>
            </a:pathLst>
          </a:custGeom>
          <a:solidFill xmlns:a="http://schemas.openxmlformats.org/drawingml/2006/main">
            <a:srgbClr val="B8C6C8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1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91F27247-400D-4E1C-863F-0246798F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2289" y="2808894"/>
            <a:ext cx="2198303" cy="170488"/>
          </a:xfrm>
          <a:custGeom xmlns:a="http://schemas.openxmlformats.org/drawingml/2006/main">
            <a:pathLst>
              <a:path w="2198303" h="170488">
                <a:moveTo>
                  <a:pt x="0" y="170488"/>
                </a:moveTo>
                <a:lnTo>
                  <a:pt x="18917" y="170488"/>
                </a:lnTo>
                <a:lnTo>
                  <a:pt x="37843" y="170488"/>
                </a:lnTo>
                <a:lnTo>
                  <a:pt x="56759" y="170488"/>
                </a:lnTo>
                <a:lnTo>
                  <a:pt x="75676" y="170488"/>
                </a:lnTo>
                <a:lnTo>
                  <a:pt x="94593" y="170488"/>
                </a:lnTo>
                <a:lnTo>
                  <a:pt x="113519" y="170488"/>
                </a:lnTo>
                <a:lnTo>
                  <a:pt x="132436" y="170488"/>
                </a:lnTo>
                <a:lnTo>
                  <a:pt x="151352" y="170488"/>
                </a:lnTo>
                <a:lnTo>
                  <a:pt x="170269" y="170488"/>
                </a:lnTo>
                <a:lnTo>
                  <a:pt x="189195" y="170488"/>
                </a:lnTo>
                <a:lnTo>
                  <a:pt x="208112" y="170488"/>
                </a:lnTo>
                <a:lnTo>
                  <a:pt x="227028" y="170488"/>
                </a:lnTo>
                <a:lnTo>
                  <a:pt x="245945" y="170488"/>
                </a:lnTo>
                <a:lnTo>
                  <a:pt x="264871" y="170488"/>
                </a:lnTo>
                <a:lnTo>
                  <a:pt x="283788" y="170488"/>
                </a:lnTo>
                <a:lnTo>
                  <a:pt x="302705" y="170488"/>
                </a:lnTo>
                <a:lnTo>
                  <a:pt x="321621" y="170488"/>
                </a:lnTo>
                <a:lnTo>
                  <a:pt x="340547" y="170488"/>
                </a:lnTo>
                <a:lnTo>
                  <a:pt x="359464" y="170488"/>
                </a:lnTo>
                <a:lnTo>
                  <a:pt x="378381" y="170488"/>
                </a:lnTo>
                <a:lnTo>
                  <a:pt x="397297" y="170488"/>
                </a:lnTo>
                <a:lnTo>
                  <a:pt x="416223" y="170488"/>
                </a:lnTo>
                <a:lnTo>
                  <a:pt x="435140" y="170488"/>
                </a:lnTo>
                <a:lnTo>
                  <a:pt x="454057" y="170488"/>
                </a:lnTo>
                <a:lnTo>
                  <a:pt x="472973" y="170488"/>
                </a:lnTo>
                <a:lnTo>
                  <a:pt x="491900" y="170488"/>
                </a:lnTo>
                <a:lnTo>
                  <a:pt x="510816" y="170488"/>
                </a:lnTo>
                <a:lnTo>
                  <a:pt x="529733" y="170488"/>
                </a:lnTo>
                <a:lnTo>
                  <a:pt x="548650" y="170488"/>
                </a:lnTo>
                <a:lnTo>
                  <a:pt x="567576" y="170488"/>
                </a:lnTo>
                <a:lnTo>
                  <a:pt x="586492" y="170488"/>
                </a:lnTo>
                <a:lnTo>
                  <a:pt x="605409" y="170488"/>
                </a:lnTo>
                <a:lnTo>
                  <a:pt x="624326" y="170488"/>
                </a:lnTo>
                <a:lnTo>
                  <a:pt x="643252" y="170488"/>
                </a:lnTo>
                <a:lnTo>
                  <a:pt x="662168" y="170488"/>
                </a:lnTo>
                <a:lnTo>
                  <a:pt x="681085" y="170488"/>
                </a:lnTo>
                <a:lnTo>
                  <a:pt x="700002" y="170488"/>
                </a:lnTo>
                <a:lnTo>
                  <a:pt x="718928" y="170488"/>
                </a:lnTo>
                <a:lnTo>
                  <a:pt x="737845" y="170488"/>
                </a:lnTo>
                <a:lnTo>
                  <a:pt x="756761" y="170488"/>
                </a:lnTo>
                <a:lnTo>
                  <a:pt x="775678" y="170488"/>
                </a:lnTo>
                <a:lnTo>
                  <a:pt x="794604" y="170488"/>
                </a:lnTo>
                <a:lnTo>
                  <a:pt x="813521" y="170488"/>
                </a:lnTo>
                <a:lnTo>
                  <a:pt x="832437" y="170488"/>
                </a:lnTo>
                <a:lnTo>
                  <a:pt x="851354" y="170488"/>
                </a:lnTo>
                <a:lnTo>
                  <a:pt x="870280" y="170488"/>
                </a:lnTo>
                <a:lnTo>
                  <a:pt x="889197" y="170488"/>
                </a:lnTo>
                <a:lnTo>
                  <a:pt x="908114" y="170488"/>
                </a:lnTo>
                <a:lnTo>
                  <a:pt x="927030" y="170488"/>
                </a:lnTo>
                <a:lnTo>
                  <a:pt x="945956" y="170488"/>
                </a:lnTo>
                <a:lnTo>
                  <a:pt x="964873" y="170488"/>
                </a:lnTo>
                <a:lnTo>
                  <a:pt x="983790" y="170488"/>
                </a:lnTo>
                <a:lnTo>
                  <a:pt x="1002706" y="170488"/>
                </a:lnTo>
                <a:lnTo>
                  <a:pt x="1021632" y="170488"/>
                </a:lnTo>
                <a:lnTo>
                  <a:pt x="1040549" y="170488"/>
                </a:lnTo>
                <a:lnTo>
                  <a:pt x="1059466" y="170488"/>
                </a:lnTo>
                <a:lnTo>
                  <a:pt x="1078382" y="170488"/>
                </a:lnTo>
                <a:lnTo>
                  <a:pt x="1097309" y="170488"/>
                </a:lnTo>
                <a:lnTo>
                  <a:pt x="1116225" y="170488"/>
                </a:lnTo>
                <a:lnTo>
                  <a:pt x="1135142" y="170488"/>
                </a:lnTo>
                <a:lnTo>
                  <a:pt x="1154059" y="170488"/>
                </a:lnTo>
                <a:lnTo>
                  <a:pt x="1172985" y="170488"/>
                </a:lnTo>
                <a:lnTo>
                  <a:pt x="1191901" y="170488"/>
                </a:lnTo>
                <a:lnTo>
                  <a:pt x="1210818" y="170488"/>
                </a:lnTo>
                <a:lnTo>
                  <a:pt x="1229735" y="170488"/>
                </a:lnTo>
                <a:lnTo>
                  <a:pt x="1248661" y="170488"/>
                </a:lnTo>
                <a:lnTo>
                  <a:pt x="1267577" y="170488"/>
                </a:lnTo>
                <a:lnTo>
                  <a:pt x="1286494" y="170488"/>
                </a:lnTo>
                <a:lnTo>
                  <a:pt x="1305411" y="170488"/>
                </a:lnTo>
                <a:lnTo>
                  <a:pt x="1324337" y="170488"/>
                </a:lnTo>
                <a:lnTo>
                  <a:pt x="1343254" y="170488"/>
                </a:lnTo>
                <a:lnTo>
                  <a:pt x="1362170" y="170488"/>
                </a:lnTo>
                <a:lnTo>
                  <a:pt x="1381087" y="170488"/>
                </a:lnTo>
                <a:lnTo>
                  <a:pt x="1400013" y="170488"/>
                </a:lnTo>
                <a:lnTo>
                  <a:pt x="1418930" y="170488"/>
                </a:lnTo>
                <a:lnTo>
                  <a:pt x="1437846" y="170488"/>
                </a:lnTo>
                <a:lnTo>
                  <a:pt x="1456763" y="170488"/>
                </a:lnTo>
                <a:lnTo>
                  <a:pt x="1475689" y="170488"/>
                </a:lnTo>
                <a:lnTo>
                  <a:pt x="1494606" y="170488"/>
                </a:lnTo>
                <a:lnTo>
                  <a:pt x="1513523" y="170488"/>
                </a:lnTo>
                <a:lnTo>
                  <a:pt x="1532439" y="170488"/>
                </a:lnTo>
                <a:lnTo>
                  <a:pt x="1551365" y="170488"/>
                </a:lnTo>
                <a:lnTo>
                  <a:pt x="1570282" y="170488"/>
                </a:lnTo>
                <a:lnTo>
                  <a:pt x="1589199" y="170488"/>
                </a:lnTo>
                <a:lnTo>
                  <a:pt x="1608115" y="170488"/>
                </a:lnTo>
                <a:lnTo>
                  <a:pt x="1627041" y="170488"/>
                </a:lnTo>
                <a:lnTo>
                  <a:pt x="1645958" y="170488"/>
                </a:lnTo>
                <a:lnTo>
                  <a:pt x="1664875" y="170488"/>
                </a:lnTo>
                <a:lnTo>
                  <a:pt x="1683791" y="170488"/>
                </a:lnTo>
                <a:lnTo>
                  <a:pt x="1702718" y="170488"/>
                </a:lnTo>
                <a:lnTo>
                  <a:pt x="1721634" y="170488"/>
                </a:lnTo>
                <a:lnTo>
                  <a:pt x="1740551" y="170488"/>
                </a:lnTo>
                <a:lnTo>
                  <a:pt x="1759468" y="170488"/>
                </a:lnTo>
                <a:lnTo>
                  <a:pt x="1778394" y="170488"/>
                </a:lnTo>
                <a:lnTo>
                  <a:pt x="1796720" y="167564"/>
                </a:lnTo>
                <a:lnTo>
                  <a:pt x="1814179" y="160277"/>
                </a:lnTo>
                <a:lnTo>
                  <a:pt x="1831638" y="152991"/>
                </a:lnTo>
                <a:lnTo>
                  <a:pt x="1849098" y="145704"/>
                </a:lnTo>
                <a:lnTo>
                  <a:pt x="1866567" y="138417"/>
                </a:lnTo>
                <a:lnTo>
                  <a:pt x="1884026" y="131131"/>
                </a:lnTo>
                <a:lnTo>
                  <a:pt x="1901485" y="123844"/>
                </a:lnTo>
                <a:lnTo>
                  <a:pt x="1918945" y="116567"/>
                </a:lnTo>
                <a:lnTo>
                  <a:pt x="1936404" y="109280"/>
                </a:lnTo>
                <a:lnTo>
                  <a:pt x="1953863" y="101994"/>
                </a:lnTo>
                <a:lnTo>
                  <a:pt x="1971323" y="94707"/>
                </a:lnTo>
                <a:lnTo>
                  <a:pt x="1988782" y="87420"/>
                </a:lnTo>
                <a:lnTo>
                  <a:pt x="2006241" y="80134"/>
                </a:lnTo>
                <a:lnTo>
                  <a:pt x="2023701" y="72857"/>
                </a:lnTo>
                <a:lnTo>
                  <a:pt x="2041160" y="65570"/>
                </a:lnTo>
                <a:lnTo>
                  <a:pt x="2058619" y="58283"/>
                </a:lnTo>
                <a:lnTo>
                  <a:pt x="2076088" y="50997"/>
                </a:lnTo>
                <a:lnTo>
                  <a:pt x="2093547" y="43710"/>
                </a:lnTo>
                <a:lnTo>
                  <a:pt x="2111007" y="36424"/>
                </a:lnTo>
                <a:lnTo>
                  <a:pt x="2128466" y="29137"/>
                </a:lnTo>
                <a:lnTo>
                  <a:pt x="2145925" y="21860"/>
                </a:lnTo>
                <a:lnTo>
                  <a:pt x="2163385" y="14573"/>
                </a:lnTo>
                <a:lnTo>
                  <a:pt x="2180844" y="7287"/>
                </a:lnTo>
                <a:lnTo>
                  <a:pt x="21983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A042B88A-B0A0-447D-BF35-E9171624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2335" y="2808894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F145B2F8-9E17-4374-8910-8D10DC5D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947" y="1870291"/>
            <a:ext cx="278120" cy="607152"/>
          </a:xfrm>
          <a:custGeom xmlns:a="http://schemas.openxmlformats.org/drawingml/2006/main">
            <a:pathLst>
              <a:path w="278120" h="607152">
                <a:moveTo>
                  <a:pt x="0" y="607152"/>
                </a:moveTo>
                <a:lnTo>
                  <a:pt x="0" y="588312"/>
                </a:lnTo>
                <a:lnTo>
                  <a:pt x="0" y="569471"/>
                </a:lnTo>
                <a:lnTo>
                  <a:pt x="0" y="550631"/>
                </a:lnTo>
                <a:lnTo>
                  <a:pt x="0" y="531800"/>
                </a:lnTo>
                <a:lnTo>
                  <a:pt x="0" y="512959"/>
                </a:lnTo>
                <a:lnTo>
                  <a:pt x="0" y="494119"/>
                </a:lnTo>
                <a:lnTo>
                  <a:pt x="0" y="475278"/>
                </a:lnTo>
                <a:lnTo>
                  <a:pt x="0" y="456438"/>
                </a:lnTo>
                <a:lnTo>
                  <a:pt x="0" y="437607"/>
                </a:lnTo>
                <a:lnTo>
                  <a:pt x="0" y="418767"/>
                </a:lnTo>
                <a:lnTo>
                  <a:pt x="0" y="399926"/>
                </a:lnTo>
                <a:lnTo>
                  <a:pt x="0" y="381086"/>
                </a:lnTo>
                <a:lnTo>
                  <a:pt x="0" y="362255"/>
                </a:lnTo>
                <a:lnTo>
                  <a:pt x="0" y="343414"/>
                </a:lnTo>
                <a:lnTo>
                  <a:pt x="0" y="324574"/>
                </a:lnTo>
                <a:lnTo>
                  <a:pt x="0" y="305733"/>
                </a:lnTo>
                <a:lnTo>
                  <a:pt x="0" y="286893"/>
                </a:lnTo>
                <a:lnTo>
                  <a:pt x="0" y="268062"/>
                </a:lnTo>
                <a:lnTo>
                  <a:pt x="0" y="249222"/>
                </a:lnTo>
                <a:lnTo>
                  <a:pt x="0" y="230381"/>
                </a:lnTo>
                <a:lnTo>
                  <a:pt x="0" y="211541"/>
                </a:lnTo>
                <a:lnTo>
                  <a:pt x="0" y="192710"/>
                </a:lnTo>
                <a:lnTo>
                  <a:pt x="0" y="173869"/>
                </a:lnTo>
                <a:lnTo>
                  <a:pt x="0" y="155029"/>
                </a:lnTo>
                <a:lnTo>
                  <a:pt x="0" y="136188"/>
                </a:lnTo>
                <a:lnTo>
                  <a:pt x="0" y="117348"/>
                </a:lnTo>
                <a:lnTo>
                  <a:pt x="6220" y="102765"/>
                </a:lnTo>
                <a:lnTo>
                  <a:pt x="23774" y="95917"/>
                </a:lnTo>
                <a:lnTo>
                  <a:pt x="41319" y="89068"/>
                </a:lnTo>
                <a:lnTo>
                  <a:pt x="58865" y="82210"/>
                </a:lnTo>
                <a:lnTo>
                  <a:pt x="76419" y="75362"/>
                </a:lnTo>
                <a:lnTo>
                  <a:pt x="93964" y="68513"/>
                </a:lnTo>
                <a:lnTo>
                  <a:pt x="111509" y="61655"/>
                </a:lnTo>
                <a:lnTo>
                  <a:pt x="129064" y="54807"/>
                </a:lnTo>
                <a:lnTo>
                  <a:pt x="146609" y="47958"/>
                </a:lnTo>
                <a:lnTo>
                  <a:pt x="164163" y="41110"/>
                </a:lnTo>
                <a:lnTo>
                  <a:pt x="181708" y="34252"/>
                </a:lnTo>
                <a:lnTo>
                  <a:pt x="199253" y="27403"/>
                </a:lnTo>
                <a:lnTo>
                  <a:pt x="216808" y="20555"/>
                </a:lnTo>
                <a:lnTo>
                  <a:pt x="234353" y="13706"/>
                </a:lnTo>
                <a:lnTo>
                  <a:pt x="251898" y="6848"/>
                </a:lnTo>
                <a:lnTo>
                  <a:pt x="269453" y="0"/>
                </a:lnTo>
                <a:lnTo>
                  <a:pt x="278120" y="6144"/>
                </a:lnTo>
                <a:lnTo>
                  <a:pt x="278120" y="24984"/>
                </a:lnTo>
                <a:lnTo>
                  <a:pt x="278120" y="43815"/>
                </a:lnTo>
                <a:lnTo>
                  <a:pt x="278120" y="62655"/>
                </a:lnTo>
                <a:lnTo>
                  <a:pt x="278120" y="81496"/>
                </a:lnTo>
                <a:lnTo>
                  <a:pt x="278120" y="100336"/>
                </a:lnTo>
                <a:lnTo>
                  <a:pt x="278120" y="119167"/>
                </a:lnTo>
                <a:lnTo>
                  <a:pt x="278120" y="138008"/>
                </a:lnTo>
                <a:lnTo>
                  <a:pt x="278120" y="156848"/>
                </a:lnTo>
                <a:lnTo>
                  <a:pt x="278120" y="175689"/>
                </a:lnTo>
                <a:lnTo>
                  <a:pt x="278120" y="194529"/>
                </a:lnTo>
                <a:lnTo>
                  <a:pt x="278120" y="213360"/>
                </a:lnTo>
                <a:lnTo>
                  <a:pt x="278120" y="232200"/>
                </a:lnTo>
                <a:lnTo>
                  <a:pt x="278120" y="251041"/>
                </a:lnTo>
                <a:lnTo>
                  <a:pt x="278120" y="269881"/>
                </a:lnTo>
                <a:lnTo>
                  <a:pt x="278120" y="288712"/>
                </a:lnTo>
                <a:lnTo>
                  <a:pt x="278120" y="307553"/>
                </a:lnTo>
                <a:lnTo>
                  <a:pt x="278120" y="326393"/>
                </a:lnTo>
                <a:lnTo>
                  <a:pt x="278120" y="345234"/>
                </a:lnTo>
                <a:lnTo>
                  <a:pt x="278120" y="364065"/>
                </a:lnTo>
                <a:lnTo>
                  <a:pt x="278120" y="382905"/>
                </a:lnTo>
                <a:lnTo>
                  <a:pt x="278120" y="401745"/>
                </a:lnTo>
                <a:lnTo>
                  <a:pt x="278120" y="420586"/>
                </a:lnTo>
                <a:lnTo>
                  <a:pt x="278120" y="439426"/>
                </a:lnTo>
                <a:lnTo>
                  <a:pt x="278120" y="458257"/>
                </a:lnTo>
                <a:lnTo>
                  <a:pt x="269224" y="471611"/>
                </a:lnTo>
                <a:lnTo>
                  <a:pt x="252393" y="480089"/>
                </a:lnTo>
                <a:lnTo>
                  <a:pt x="235572" y="488556"/>
                </a:lnTo>
                <a:lnTo>
                  <a:pt x="218742" y="497024"/>
                </a:lnTo>
                <a:lnTo>
                  <a:pt x="201920" y="505501"/>
                </a:lnTo>
                <a:lnTo>
                  <a:pt x="185090" y="513969"/>
                </a:lnTo>
                <a:lnTo>
                  <a:pt x="168259" y="522437"/>
                </a:lnTo>
                <a:lnTo>
                  <a:pt x="151438" y="530914"/>
                </a:lnTo>
                <a:lnTo>
                  <a:pt x="134607" y="539382"/>
                </a:lnTo>
                <a:lnTo>
                  <a:pt x="117786" y="547849"/>
                </a:lnTo>
                <a:lnTo>
                  <a:pt x="100955" y="556327"/>
                </a:lnTo>
                <a:lnTo>
                  <a:pt x="84134" y="564794"/>
                </a:lnTo>
                <a:lnTo>
                  <a:pt x="67304" y="573262"/>
                </a:lnTo>
                <a:lnTo>
                  <a:pt x="50483" y="581739"/>
                </a:lnTo>
                <a:lnTo>
                  <a:pt x="33652" y="590207"/>
                </a:lnTo>
                <a:lnTo>
                  <a:pt x="16831" y="598675"/>
                </a:lnTo>
                <a:lnTo>
                  <a:pt x="0" y="607152"/>
                </a:lnTo>
              </a:path>
            </a:pathLst>
          </a:custGeom>
          <a:solidFill xmlns:a="http://schemas.openxmlformats.org/drawingml/2006/main">
            <a:srgbClr val="345B6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D3E3C94B-1F90-4820-81E7-890A4FA4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755" y="2337425"/>
            <a:ext cx="2274018" cy="140018"/>
          </a:xfrm>
          <a:custGeom xmlns:a="http://schemas.openxmlformats.org/drawingml/2006/main">
            <a:pathLst>
              <a:path w="2274018" h="140018">
                <a:moveTo>
                  <a:pt x="0" y="140018"/>
                </a:moveTo>
                <a:lnTo>
                  <a:pt x="19221" y="140018"/>
                </a:lnTo>
                <a:lnTo>
                  <a:pt x="38443" y="140018"/>
                </a:lnTo>
                <a:lnTo>
                  <a:pt x="57664" y="140018"/>
                </a:lnTo>
                <a:lnTo>
                  <a:pt x="76895" y="140018"/>
                </a:lnTo>
                <a:lnTo>
                  <a:pt x="96117" y="140018"/>
                </a:lnTo>
                <a:lnTo>
                  <a:pt x="115338" y="140018"/>
                </a:lnTo>
                <a:lnTo>
                  <a:pt x="134560" y="140018"/>
                </a:lnTo>
                <a:lnTo>
                  <a:pt x="153781" y="140018"/>
                </a:lnTo>
                <a:lnTo>
                  <a:pt x="173003" y="140018"/>
                </a:lnTo>
                <a:lnTo>
                  <a:pt x="192234" y="140018"/>
                </a:lnTo>
                <a:lnTo>
                  <a:pt x="211455" y="140018"/>
                </a:lnTo>
                <a:lnTo>
                  <a:pt x="230676" y="140018"/>
                </a:lnTo>
                <a:lnTo>
                  <a:pt x="249898" y="140018"/>
                </a:lnTo>
                <a:lnTo>
                  <a:pt x="269119" y="140018"/>
                </a:lnTo>
                <a:lnTo>
                  <a:pt x="288341" y="140018"/>
                </a:lnTo>
                <a:lnTo>
                  <a:pt x="307572" y="140018"/>
                </a:lnTo>
                <a:lnTo>
                  <a:pt x="326793" y="140018"/>
                </a:lnTo>
                <a:lnTo>
                  <a:pt x="346015" y="140018"/>
                </a:lnTo>
                <a:lnTo>
                  <a:pt x="365236" y="140018"/>
                </a:lnTo>
                <a:lnTo>
                  <a:pt x="384458" y="140018"/>
                </a:lnTo>
                <a:lnTo>
                  <a:pt x="403679" y="140018"/>
                </a:lnTo>
                <a:lnTo>
                  <a:pt x="422910" y="140018"/>
                </a:lnTo>
                <a:lnTo>
                  <a:pt x="442131" y="140018"/>
                </a:lnTo>
                <a:lnTo>
                  <a:pt x="461353" y="140018"/>
                </a:lnTo>
                <a:lnTo>
                  <a:pt x="480574" y="140018"/>
                </a:lnTo>
                <a:lnTo>
                  <a:pt x="499796" y="140018"/>
                </a:lnTo>
                <a:lnTo>
                  <a:pt x="519017" y="140018"/>
                </a:lnTo>
                <a:lnTo>
                  <a:pt x="538248" y="140018"/>
                </a:lnTo>
                <a:lnTo>
                  <a:pt x="557470" y="140018"/>
                </a:lnTo>
                <a:lnTo>
                  <a:pt x="576691" y="140018"/>
                </a:lnTo>
                <a:lnTo>
                  <a:pt x="595913" y="140018"/>
                </a:lnTo>
                <a:lnTo>
                  <a:pt x="615134" y="140018"/>
                </a:lnTo>
                <a:lnTo>
                  <a:pt x="634355" y="140018"/>
                </a:lnTo>
                <a:lnTo>
                  <a:pt x="653577" y="140018"/>
                </a:lnTo>
                <a:lnTo>
                  <a:pt x="672808" y="140018"/>
                </a:lnTo>
                <a:lnTo>
                  <a:pt x="692029" y="140018"/>
                </a:lnTo>
                <a:lnTo>
                  <a:pt x="711251" y="140018"/>
                </a:lnTo>
                <a:lnTo>
                  <a:pt x="730472" y="140018"/>
                </a:lnTo>
                <a:lnTo>
                  <a:pt x="749694" y="140018"/>
                </a:lnTo>
                <a:lnTo>
                  <a:pt x="768915" y="140018"/>
                </a:lnTo>
                <a:lnTo>
                  <a:pt x="788146" y="140018"/>
                </a:lnTo>
                <a:lnTo>
                  <a:pt x="807368" y="140018"/>
                </a:lnTo>
                <a:lnTo>
                  <a:pt x="826589" y="140018"/>
                </a:lnTo>
                <a:lnTo>
                  <a:pt x="845810" y="140018"/>
                </a:lnTo>
                <a:lnTo>
                  <a:pt x="865032" y="140018"/>
                </a:lnTo>
                <a:lnTo>
                  <a:pt x="884253" y="140018"/>
                </a:lnTo>
                <a:lnTo>
                  <a:pt x="903484" y="140018"/>
                </a:lnTo>
                <a:lnTo>
                  <a:pt x="922706" y="140018"/>
                </a:lnTo>
                <a:lnTo>
                  <a:pt x="941927" y="140018"/>
                </a:lnTo>
                <a:lnTo>
                  <a:pt x="961149" y="140018"/>
                </a:lnTo>
                <a:lnTo>
                  <a:pt x="980370" y="140018"/>
                </a:lnTo>
                <a:lnTo>
                  <a:pt x="999592" y="140018"/>
                </a:lnTo>
                <a:lnTo>
                  <a:pt x="1018813" y="140018"/>
                </a:lnTo>
                <a:lnTo>
                  <a:pt x="1038044" y="140018"/>
                </a:lnTo>
                <a:lnTo>
                  <a:pt x="1057265" y="140018"/>
                </a:lnTo>
                <a:lnTo>
                  <a:pt x="1076487" y="140018"/>
                </a:lnTo>
                <a:lnTo>
                  <a:pt x="1095708" y="140018"/>
                </a:lnTo>
                <a:lnTo>
                  <a:pt x="1114930" y="140018"/>
                </a:lnTo>
                <a:lnTo>
                  <a:pt x="1134151" y="140018"/>
                </a:lnTo>
                <a:lnTo>
                  <a:pt x="1153382" y="140018"/>
                </a:lnTo>
                <a:lnTo>
                  <a:pt x="1172604" y="140018"/>
                </a:lnTo>
                <a:lnTo>
                  <a:pt x="1191825" y="140018"/>
                </a:lnTo>
                <a:lnTo>
                  <a:pt x="1211047" y="140018"/>
                </a:lnTo>
                <a:lnTo>
                  <a:pt x="1230268" y="140018"/>
                </a:lnTo>
                <a:lnTo>
                  <a:pt x="1249490" y="140018"/>
                </a:lnTo>
                <a:lnTo>
                  <a:pt x="1268720" y="140018"/>
                </a:lnTo>
                <a:lnTo>
                  <a:pt x="1287942" y="140018"/>
                </a:lnTo>
                <a:lnTo>
                  <a:pt x="1307163" y="140018"/>
                </a:lnTo>
                <a:lnTo>
                  <a:pt x="1326385" y="140018"/>
                </a:lnTo>
                <a:lnTo>
                  <a:pt x="1345606" y="140018"/>
                </a:lnTo>
                <a:lnTo>
                  <a:pt x="1364828" y="140018"/>
                </a:lnTo>
                <a:lnTo>
                  <a:pt x="1384059" y="140018"/>
                </a:lnTo>
                <a:lnTo>
                  <a:pt x="1403280" y="140018"/>
                </a:lnTo>
                <a:lnTo>
                  <a:pt x="1422502" y="140018"/>
                </a:lnTo>
                <a:lnTo>
                  <a:pt x="1441723" y="140018"/>
                </a:lnTo>
                <a:lnTo>
                  <a:pt x="1460945" y="140018"/>
                </a:lnTo>
                <a:lnTo>
                  <a:pt x="1480166" y="140018"/>
                </a:lnTo>
                <a:lnTo>
                  <a:pt x="1499387" y="140018"/>
                </a:lnTo>
                <a:lnTo>
                  <a:pt x="1518618" y="140018"/>
                </a:lnTo>
                <a:lnTo>
                  <a:pt x="1537840" y="140018"/>
                </a:lnTo>
                <a:lnTo>
                  <a:pt x="1557061" y="140018"/>
                </a:lnTo>
                <a:lnTo>
                  <a:pt x="1576283" y="140018"/>
                </a:lnTo>
                <a:lnTo>
                  <a:pt x="1595504" y="140018"/>
                </a:lnTo>
                <a:lnTo>
                  <a:pt x="1614726" y="140018"/>
                </a:lnTo>
                <a:lnTo>
                  <a:pt x="1633957" y="140018"/>
                </a:lnTo>
                <a:lnTo>
                  <a:pt x="1653178" y="140018"/>
                </a:lnTo>
                <a:lnTo>
                  <a:pt x="1672400" y="140018"/>
                </a:lnTo>
                <a:lnTo>
                  <a:pt x="1691621" y="140018"/>
                </a:lnTo>
                <a:lnTo>
                  <a:pt x="1710842" y="140018"/>
                </a:lnTo>
                <a:lnTo>
                  <a:pt x="1730064" y="140018"/>
                </a:lnTo>
                <a:lnTo>
                  <a:pt x="1749295" y="140018"/>
                </a:lnTo>
                <a:lnTo>
                  <a:pt x="1768516" y="140018"/>
                </a:lnTo>
                <a:lnTo>
                  <a:pt x="1787738" y="140018"/>
                </a:lnTo>
                <a:lnTo>
                  <a:pt x="1806959" y="140018"/>
                </a:lnTo>
                <a:lnTo>
                  <a:pt x="1826181" y="140018"/>
                </a:lnTo>
                <a:lnTo>
                  <a:pt x="1845402" y="140018"/>
                </a:lnTo>
                <a:lnTo>
                  <a:pt x="1864633" y="140018"/>
                </a:lnTo>
                <a:lnTo>
                  <a:pt x="1883855" y="140018"/>
                </a:lnTo>
                <a:lnTo>
                  <a:pt x="1903076" y="140018"/>
                </a:lnTo>
                <a:lnTo>
                  <a:pt x="1922297" y="140018"/>
                </a:lnTo>
                <a:lnTo>
                  <a:pt x="1941519" y="140018"/>
                </a:lnTo>
                <a:lnTo>
                  <a:pt x="1960740" y="140018"/>
                </a:lnTo>
                <a:lnTo>
                  <a:pt x="1979962" y="140018"/>
                </a:lnTo>
                <a:lnTo>
                  <a:pt x="1999193" y="140018"/>
                </a:lnTo>
                <a:lnTo>
                  <a:pt x="2016462" y="131816"/>
                </a:lnTo>
                <a:lnTo>
                  <a:pt x="2033635" y="123177"/>
                </a:lnTo>
                <a:lnTo>
                  <a:pt x="2050809" y="114529"/>
                </a:lnTo>
                <a:lnTo>
                  <a:pt x="2067973" y="105889"/>
                </a:lnTo>
                <a:lnTo>
                  <a:pt x="2085146" y="97241"/>
                </a:lnTo>
                <a:lnTo>
                  <a:pt x="2102320" y="88602"/>
                </a:lnTo>
                <a:lnTo>
                  <a:pt x="2119484" y="79953"/>
                </a:lnTo>
                <a:lnTo>
                  <a:pt x="2136658" y="71314"/>
                </a:lnTo>
                <a:lnTo>
                  <a:pt x="2153822" y="62665"/>
                </a:lnTo>
                <a:lnTo>
                  <a:pt x="2170995" y="54026"/>
                </a:lnTo>
                <a:lnTo>
                  <a:pt x="2188169" y="45377"/>
                </a:lnTo>
                <a:lnTo>
                  <a:pt x="2205333" y="36738"/>
                </a:lnTo>
                <a:lnTo>
                  <a:pt x="2222506" y="28099"/>
                </a:lnTo>
                <a:lnTo>
                  <a:pt x="2239680" y="19450"/>
                </a:lnTo>
                <a:lnTo>
                  <a:pt x="2256844" y="10811"/>
                </a:lnTo>
                <a:lnTo>
                  <a:pt x="2274018" y="2162"/>
                </a:lnTo>
                <a:lnTo>
                  <a:pt x="2263902" y="0"/>
                </a:lnTo>
                <a:lnTo>
                  <a:pt x="2244681" y="0"/>
                </a:lnTo>
                <a:lnTo>
                  <a:pt x="2225450" y="0"/>
                </a:lnTo>
                <a:lnTo>
                  <a:pt x="2206228" y="0"/>
                </a:lnTo>
                <a:lnTo>
                  <a:pt x="2187007" y="0"/>
                </a:lnTo>
                <a:lnTo>
                  <a:pt x="2167785" y="0"/>
                </a:lnTo>
                <a:lnTo>
                  <a:pt x="2148564" y="0"/>
                </a:lnTo>
                <a:lnTo>
                  <a:pt x="2129342" y="0"/>
                </a:lnTo>
                <a:lnTo>
                  <a:pt x="2110111" y="0"/>
                </a:lnTo>
                <a:lnTo>
                  <a:pt x="2090890" y="0"/>
                </a:lnTo>
                <a:lnTo>
                  <a:pt x="2071668" y="0"/>
                </a:lnTo>
                <a:lnTo>
                  <a:pt x="2052447" y="0"/>
                </a:lnTo>
                <a:lnTo>
                  <a:pt x="2033226" y="0"/>
                </a:lnTo>
                <a:lnTo>
                  <a:pt x="2014004" y="0"/>
                </a:lnTo>
                <a:lnTo>
                  <a:pt x="1994773" y="0"/>
                </a:lnTo>
                <a:lnTo>
                  <a:pt x="1975552" y="0"/>
                </a:lnTo>
                <a:lnTo>
                  <a:pt x="1956330" y="0"/>
                </a:lnTo>
                <a:lnTo>
                  <a:pt x="1937109" y="0"/>
                </a:lnTo>
                <a:lnTo>
                  <a:pt x="1917887" y="0"/>
                </a:lnTo>
                <a:lnTo>
                  <a:pt x="1898666" y="0"/>
                </a:lnTo>
                <a:lnTo>
                  <a:pt x="1879435" y="0"/>
                </a:lnTo>
                <a:lnTo>
                  <a:pt x="1860213" y="0"/>
                </a:lnTo>
                <a:lnTo>
                  <a:pt x="1840992" y="0"/>
                </a:lnTo>
                <a:lnTo>
                  <a:pt x="1821771" y="0"/>
                </a:lnTo>
                <a:lnTo>
                  <a:pt x="1802549" y="0"/>
                </a:lnTo>
                <a:lnTo>
                  <a:pt x="1783328" y="0"/>
                </a:lnTo>
                <a:lnTo>
                  <a:pt x="1764106" y="0"/>
                </a:lnTo>
                <a:lnTo>
                  <a:pt x="1744875" y="0"/>
                </a:lnTo>
                <a:lnTo>
                  <a:pt x="1725654" y="0"/>
                </a:lnTo>
                <a:lnTo>
                  <a:pt x="1706432" y="0"/>
                </a:lnTo>
                <a:lnTo>
                  <a:pt x="1687211" y="0"/>
                </a:lnTo>
                <a:lnTo>
                  <a:pt x="1667989" y="0"/>
                </a:lnTo>
                <a:lnTo>
                  <a:pt x="1648768" y="0"/>
                </a:lnTo>
                <a:lnTo>
                  <a:pt x="1629537" y="0"/>
                </a:lnTo>
                <a:lnTo>
                  <a:pt x="1610316" y="0"/>
                </a:lnTo>
                <a:lnTo>
                  <a:pt x="1591094" y="0"/>
                </a:lnTo>
                <a:lnTo>
                  <a:pt x="1571873" y="0"/>
                </a:lnTo>
                <a:lnTo>
                  <a:pt x="1552651" y="0"/>
                </a:lnTo>
                <a:lnTo>
                  <a:pt x="1533430" y="0"/>
                </a:lnTo>
                <a:lnTo>
                  <a:pt x="1514199" y="0"/>
                </a:lnTo>
                <a:lnTo>
                  <a:pt x="1494977" y="0"/>
                </a:lnTo>
                <a:lnTo>
                  <a:pt x="1475756" y="0"/>
                </a:lnTo>
                <a:lnTo>
                  <a:pt x="1456534" y="0"/>
                </a:lnTo>
                <a:lnTo>
                  <a:pt x="1437313" y="0"/>
                </a:lnTo>
                <a:lnTo>
                  <a:pt x="1418092" y="0"/>
                </a:lnTo>
                <a:lnTo>
                  <a:pt x="1398861" y="0"/>
                </a:lnTo>
                <a:lnTo>
                  <a:pt x="1379639" y="0"/>
                </a:lnTo>
                <a:lnTo>
                  <a:pt x="1360418" y="0"/>
                </a:lnTo>
                <a:lnTo>
                  <a:pt x="1341196" y="0"/>
                </a:lnTo>
                <a:lnTo>
                  <a:pt x="1321975" y="0"/>
                </a:lnTo>
                <a:lnTo>
                  <a:pt x="1302753" y="0"/>
                </a:lnTo>
                <a:lnTo>
                  <a:pt x="1283522" y="0"/>
                </a:lnTo>
                <a:lnTo>
                  <a:pt x="1264301" y="0"/>
                </a:lnTo>
                <a:lnTo>
                  <a:pt x="1245079" y="0"/>
                </a:lnTo>
                <a:lnTo>
                  <a:pt x="1225858" y="0"/>
                </a:lnTo>
                <a:lnTo>
                  <a:pt x="1206637" y="0"/>
                </a:lnTo>
                <a:lnTo>
                  <a:pt x="1187415" y="0"/>
                </a:lnTo>
                <a:lnTo>
                  <a:pt x="1168194" y="0"/>
                </a:lnTo>
                <a:lnTo>
                  <a:pt x="1148963" y="0"/>
                </a:lnTo>
                <a:lnTo>
                  <a:pt x="1129741" y="0"/>
                </a:lnTo>
                <a:lnTo>
                  <a:pt x="1110520" y="0"/>
                </a:lnTo>
                <a:lnTo>
                  <a:pt x="1091298" y="0"/>
                </a:lnTo>
                <a:lnTo>
                  <a:pt x="1072077" y="0"/>
                </a:lnTo>
                <a:lnTo>
                  <a:pt x="1052855" y="0"/>
                </a:lnTo>
                <a:lnTo>
                  <a:pt x="1033624" y="0"/>
                </a:lnTo>
                <a:lnTo>
                  <a:pt x="1014403" y="0"/>
                </a:lnTo>
                <a:lnTo>
                  <a:pt x="995182" y="0"/>
                </a:lnTo>
                <a:lnTo>
                  <a:pt x="975960" y="0"/>
                </a:lnTo>
                <a:lnTo>
                  <a:pt x="956739" y="0"/>
                </a:lnTo>
                <a:lnTo>
                  <a:pt x="937517" y="0"/>
                </a:lnTo>
                <a:lnTo>
                  <a:pt x="918286" y="0"/>
                </a:lnTo>
                <a:lnTo>
                  <a:pt x="899065" y="0"/>
                </a:lnTo>
                <a:lnTo>
                  <a:pt x="879843" y="0"/>
                </a:lnTo>
                <a:lnTo>
                  <a:pt x="860622" y="0"/>
                </a:lnTo>
                <a:lnTo>
                  <a:pt x="841400" y="0"/>
                </a:lnTo>
                <a:lnTo>
                  <a:pt x="822179" y="0"/>
                </a:lnTo>
                <a:lnTo>
                  <a:pt x="802948" y="0"/>
                </a:lnTo>
                <a:lnTo>
                  <a:pt x="783727" y="0"/>
                </a:lnTo>
                <a:lnTo>
                  <a:pt x="764505" y="0"/>
                </a:lnTo>
                <a:lnTo>
                  <a:pt x="745284" y="0"/>
                </a:lnTo>
                <a:lnTo>
                  <a:pt x="726062" y="0"/>
                </a:lnTo>
                <a:lnTo>
                  <a:pt x="706841" y="0"/>
                </a:lnTo>
                <a:lnTo>
                  <a:pt x="687619" y="0"/>
                </a:lnTo>
                <a:lnTo>
                  <a:pt x="668388" y="0"/>
                </a:lnTo>
                <a:lnTo>
                  <a:pt x="649167" y="0"/>
                </a:lnTo>
                <a:lnTo>
                  <a:pt x="629945" y="0"/>
                </a:lnTo>
                <a:lnTo>
                  <a:pt x="610724" y="0"/>
                </a:lnTo>
                <a:lnTo>
                  <a:pt x="591503" y="0"/>
                </a:lnTo>
                <a:lnTo>
                  <a:pt x="572281" y="0"/>
                </a:lnTo>
                <a:lnTo>
                  <a:pt x="553050" y="0"/>
                </a:lnTo>
                <a:lnTo>
                  <a:pt x="533829" y="0"/>
                </a:lnTo>
                <a:lnTo>
                  <a:pt x="514607" y="0"/>
                </a:lnTo>
                <a:lnTo>
                  <a:pt x="495386" y="0"/>
                </a:lnTo>
                <a:lnTo>
                  <a:pt x="476164" y="0"/>
                </a:lnTo>
                <a:lnTo>
                  <a:pt x="456943" y="0"/>
                </a:lnTo>
                <a:lnTo>
                  <a:pt x="437712" y="0"/>
                </a:lnTo>
                <a:lnTo>
                  <a:pt x="418490" y="0"/>
                </a:lnTo>
                <a:lnTo>
                  <a:pt x="399469" y="1191"/>
                </a:lnTo>
                <a:lnTo>
                  <a:pt x="381314" y="7496"/>
                </a:lnTo>
                <a:lnTo>
                  <a:pt x="363160" y="13811"/>
                </a:lnTo>
                <a:lnTo>
                  <a:pt x="344996" y="20117"/>
                </a:lnTo>
                <a:lnTo>
                  <a:pt x="326841" y="26432"/>
                </a:lnTo>
                <a:lnTo>
                  <a:pt x="308686" y="32737"/>
                </a:lnTo>
                <a:lnTo>
                  <a:pt x="290522" y="39053"/>
                </a:lnTo>
                <a:lnTo>
                  <a:pt x="272367" y="45358"/>
                </a:lnTo>
                <a:lnTo>
                  <a:pt x="254213" y="51673"/>
                </a:lnTo>
                <a:lnTo>
                  <a:pt x="236049" y="57979"/>
                </a:lnTo>
                <a:lnTo>
                  <a:pt x="217894" y="64294"/>
                </a:lnTo>
                <a:lnTo>
                  <a:pt x="199739" y="70599"/>
                </a:lnTo>
                <a:lnTo>
                  <a:pt x="181575" y="76914"/>
                </a:lnTo>
                <a:lnTo>
                  <a:pt x="163420" y="83220"/>
                </a:lnTo>
                <a:lnTo>
                  <a:pt x="145266" y="89535"/>
                </a:lnTo>
                <a:lnTo>
                  <a:pt x="127102" y="95841"/>
                </a:lnTo>
                <a:lnTo>
                  <a:pt x="108947" y="102156"/>
                </a:lnTo>
                <a:lnTo>
                  <a:pt x="90792" y="108461"/>
                </a:lnTo>
                <a:lnTo>
                  <a:pt x="72628" y="114776"/>
                </a:lnTo>
                <a:lnTo>
                  <a:pt x="54473" y="121082"/>
                </a:lnTo>
                <a:lnTo>
                  <a:pt x="36319" y="127397"/>
                </a:lnTo>
                <a:lnTo>
                  <a:pt x="18155" y="133702"/>
                </a:lnTo>
                <a:lnTo>
                  <a:pt x="0" y="140018"/>
                </a:lnTo>
              </a:path>
            </a:pathLst>
          </a:custGeom>
          <a:solidFill xmlns:a="http://schemas.openxmlformats.org/drawingml/2006/main">
            <a:srgbClr val="799398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E38BF782-CC7C-474F-AC39-A62D7913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482" y="2337425"/>
            <a:ext cx="2073526" cy="140018"/>
          </a:xfrm>
          <a:custGeom xmlns:a="http://schemas.openxmlformats.org/drawingml/2006/main">
            <a:pathLst>
              <a:path w="2073526" h="140018">
                <a:moveTo>
                  <a:pt x="0" y="140018"/>
                </a:moveTo>
                <a:lnTo>
                  <a:pt x="18974" y="140018"/>
                </a:lnTo>
                <a:lnTo>
                  <a:pt x="37948" y="140018"/>
                </a:lnTo>
                <a:lnTo>
                  <a:pt x="56921" y="140018"/>
                </a:lnTo>
                <a:lnTo>
                  <a:pt x="75895" y="140018"/>
                </a:lnTo>
                <a:lnTo>
                  <a:pt x="94869" y="140018"/>
                </a:lnTo>
                <a:lnTo>
                  <a:pt x="113843" y="140018"/>
                </a:lnTo>
                <a:lnTo>
                  <a:pt x="132817" y="140018"/>
                </a:lnTo>
                <a:lnTo>
                  <a:pt x="151790" y="140018"/>
                </a:lnTo>
                <a:lnTo>
                  <a:pt x="170764" y="140018"/>
                </a:lnTo>
                <a:lnTo>
                  <a:pt x="189738" y="140018"/>
                </a:lnTo>
                <a:lnTo>
                  <a:pt x="208712" y="140018"/>
                </a:lnTo>
                <a:lnTo>
                  <a:pt x="227686" y="140018"/>
                </a:lnTo>
                <a:lnTo>
                  <a:pt x="246659" y="140018"/>
                </a:lnTo>
                <a:lnTo>
                  <a:pt x="265633" y="140018"/>
                </a:lnTo>
                <a:lnTo>
                  <a:pt x="284607" y="140018"/>
                </a:lnTo>
                <a:lnTo>
                  <a:pt x="303581" y="140018"/>
                </a:lnTo>
                <a:lnTo>
                  <a:pt x="322555" y="140018"/>
                </a:lnTo>
                <a:lnTo>
                  <a:pt x="341528" y="140018"/>
                </a:lnTo>
                <a:lnTo>
                  <a:pt x="360502" y="140018"/>
                </a:lnTo>
                <a:lnTo>
                  <a:pt x="379476" y="140018"/>
                </a:lnTo>
                <a:lnTo>
                  <a:pt x="398450" y="140018"/>
                </a:lnTo>
                <a:lnTo>
                  <a:pt x="417424" y="140018"/>
                </a:lnTo>
                <a:lnTo>
                  <a:pt x="436397" y="140018"/>
                </a:lnTo>
                <a:lnTo>
                  <a:pt x="455371" y="140018"/>
                </a:lnTo>
                <a:lnTo>
                  <a:pt x="474345" y="140018"/>
                </a:lnTo>
                <a:lnTo>
                  <a:pt x="493319" y="140018"/>
                </a:lnTo>
                <a:lnTo>
                  <a:pt x="512293" y="140018"/>
                </a:lnTo>
                <a:lnTo>
                  <a:pt x="531266" y="140018"/>
                </a:lnTo>
                <a:lnTo>
                  <a:pt x="550240" y="140018"/>
                </a:lnTo>
                <a:lnTo>
                  <a:pt x="569214" y="140018"/>
                </a:lnTo>
                <a:lnTo>
                  <a:pt x="588188" y="140018"/>
                </a:lnTo>
                <a:lnTo>
                  <a:pt x="607162" y="140018"/>
                </a:lnTo>
                <a:lnTo>
                  <a:pt x="626135" y="140018"/>
                </a:lnTo>
                <a:lnTo>
                  <a:pt x="645109" y="140018"/>
                </a:lnTo>
                <a:lnTo>
                  <a:pt x="664083" y="140018"/>
                </a:lnTo>
                <a:lnTo>
                  <a:pt x="683057" y="140018"/>
                </a:lnTo>
                <a:lnTo>
                  <a:pt x="702031" y="140018"/>
                </a:lnTo>
                <a:lnTo>
                  <a:pt x="721004" y="140018"/>
                </a:lnTo>
                <a:lnTo>
                  <a:pt x="739978" y="140018"/>
                </a:lnTo>
                <a:lnTo>
                  <a:pt x="758952" y="140018"/>
                </a:lnTo>
                <a:lnTo>
                  <a:pt x="777926" y="140018"/>
                </a:lnTo>
                <a:lnTo>
                  <a:pt x="796900" y="140018"/>
                </a:lnTo>
                <a:lnTo>
                  <a:pt x="815873" y="140018"/>
                </a:lnTo>
                <a:lnTo>
                  <a:pt x="834847" y="140018"/>
                </a:lnTo>
                <a:lnTo>
                  <a:pt x="853821" y="140018"/>
                </a:lnTo>
                <a:lnTo>
                  <a:pt x="872795" y="140018"/>
                </a:lnTo>
                <a:lnTo>
                  <a:pt x="891769" y="140018"/>
                </a:lnTo>
                <a:lnTo>
                  <a:pt x="910742" y="140018"/>
                </a:lnTo>
                <a:lnTo>
                  <a:pt x="929716" y="140018"/>
                </a:lnTo>
                <a:lnTo>
                  <a:pt x="948690" y="140018"/>
                </a:lnTo>
                <a:lnTo>
                  <a:pt x="967664" y="140018"/>
                </a:lnTo>
                <a:lnTo>
                  <a:pt x="986638" y="140018"/>
                </a:lnTo>
                <a:lnTo>
                  <a:pt x="1005611" y="140018"/>
                </a:lnTo>
                <a:lnTo>
                  <a:pt x="1024585" y="140018"/>
                </a:lnTo>
                <a:lnTo>
                  <a:pt x="1043559" y="140018"/>
                </a:lnTo>
                <a:lnTo>
                  <a:pt x="1062533" y="140018"/>
                </a:lnTo>
                <a:lnTo>
                  <a:pt x="1081507" y="140018"/>
                </a:lnTo>
                <a:lnTo>
                  <a:pt x="1100480" y="140018"/>
                </a:lnTo>
                <a:lnTo>
                  <a:pt x="1119454" y="140018"/>
                </a:lnTo>
                <a:lnTo>
                  <a:pt x="1138428" y="140018"/>
                </a:lnTo>
                <a:lnTo>
                  <a:pt x="1157402" y="140018"/>
                </a:lnTo>
                <a:lnTo>
                  <a:pt x="1176376" y="140018"/>
                </a:lnTo>
                <a:lnTo>
                  <a:pt x="1195349" y="140018"/>
                </a:lnTo>
                <a:lnTo>
                  <a:pt x="1214323" y="140018"/>
                </a:lnTo>
                <a:lnTo>
                  <a:pt x="1233297" y="140018"/>
                </a:lnTo>
                <a:lnTo>
                  <a:pt x="1252271" y="140018"/>
                </a:lnTo>
                <a:lnTo>
                  <a:pt x="1271245" y="140018"/>
                </a:lnTo>
                <a:lnTo>
                  <a:pt x="1290218" y="140018"/>
                </a:lnTo>
                <a:lnTo>
                  <a:pt x="1309192" y="140018"/>
                </a:lnTo>
                <a:lnTo>
                  <a:pt x="1328166" y="140018"/>
                </a:lnTo>
                <a:lnTo>
                  <a:pt x="1347140" y="140018"/>
                </a:lnTo>
                <a:lnTo>
                  <a:pt x="1366114" y="140018"/>
                </a:lnTo>
                <a:lnTo>
                  <a:pt x="1385087" y="140018"/>
                </a:lnTo>
                <a:lnTo>
                  <a:pt x="1404061" y="140018"/>
                </a:lnTo>
                <a:lnTo>
                  <a:pt x="1423035" y="140018"/>
                </a:lnTo>
                <a:lnTo>
                  <a:pt x="1442009" y="140018"/>
                </a:lnTo>
                <a:lnTo>
                  <a:pt x="1460983" y="140018"/>
                </a:lnTo>
                <a:lnTo>
                  <a:pt x="1479956" y="140018"/>
                </a:lnTo>
                <a:lnTo>
                  <a:pt x="1498930" y="140018"/>
                </a:lnTo>
                <a:lnTo>
                  <a:pt x="1517904" y="140018"/>
                </a:lnTo>
                <a:lnTo>
                  <a:pt x="1536878" y="140018"/>
                </a:lnTo>
                <a:lnTo>
                  <a:pt x="1555852" y="140018"/>
                </a:lnTo>
                <a:lnTo>
                  <a:pt x="1574825" y="140018"/>
                </a:lnTo>
                <a:lnTo>
                  <a:pt x="1593799" y="140018"/>
                </a:lnTo>
                <a:lnTo>
                  <a:pt x="1612773" y="140018"/>
                </a:lnTo>
                <a:lnTo>
                  <a:pt x="1631747" y="140018"/>
                </a:lnTo>
                <a:lnTo>
                  <a:pt x="1650721" y="140018"/>
                </a:lnTo>
                <a:lnTo>
                  <a:pt x="1669694" y="140018"/>
                </a:lnTo>
                <a:lnTo>
                  <a:pt x="1688668" y="140018"/>
                </a:lnTo>
                <a:lnTo>
                  <a:pt x="1707642" y="140018"/>
                </a:lnTo>
                <a:lnTo>
                  <a:pt x="1726616" y="140018"/>
                </a:lnTo>
                <a:lnTo>
                  <a:pt x="1745590" y="140018"/>
                </a:lnTo>
                <a:lnTo>
                  <a:pt x="1764563" y="140018"/>
                </a:lnTo>
                <a:lnTo>
                  <a:pt x="1783537" y="140018"/>
                </a:lnTo>
                <a:lnTo>
                  <a:pt x="1801092" y="133941"/>
                </a:lnTo>
                <a:lnTo>
                  <a:pt x="1818122" y="125568"/>
                </a:lnTo>
                <a:lnTo>
                  <a:pt x="1835153" y="117196"/>
                </a:lnTo>
                <a:lnTo>
                  <a:pt x="1852174" y="108823"/>
                </a:lnTo>
                <a:lnTo>
                  <a:pt x="1869205" y="100451"/>
                </a:lnTo>
                <a:lnTo>
                  <a:pt x="1886236" y="92088"/>
                </a:lnTo>
                <a:lnTo>
                  <a:pt x="1903257" y="83715"/>
                </a:lnTo>
                <a:lnTo>
                  <a:pt x="1920288" y="75343"/>
                </a:lnTo>
                <a:lnTo>
                  <a:pt x="1937309" y="66970"/>
                </a:lnTo>
                <a:lnTo>
                  <a:pt x="1954340" y="58598"/>
                </a:lnTo>
                <a:lnTo>
                  <a:pt x="1971370" y="50225"/>
                </a:lnTo>
                <a:lnTo>
                  <a:pt x="1988391" y="41853"/>
                </a:lnTo>
                <a:lnTo>
                  <a:pt x="2005422" y="33480"/>
                </a:lnTo>
                <a:lnTo>
                  <a:pt x="2022453" y="25117"/>
                </a:lnTo>
                <a:lnTo>
                  <a:pt x="2039474" y="16745"/>
                </a:lnTo>
                <a:lnTo>
                  <a:pt x="2056505" y="8372"/>
                </a:lnTo>
                <a:lnTo>
                  <a:pt x="20735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8C25340-BB1A-408B-BCEF-43012320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7750" y="2337425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DA3E5A89-4AC2-45D7-99AD-79D31589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6178" y="1868567"/>
            <a:ext cx="154305" cy="250974"/>
          </a:xfrm>
          <a:custGeom xmlns:a="http://schemas.openxmlformats.org/drawingml/2006/main">
            <a:pathLst>
              <a:path w="154305" h="250974">
                <a:moveTo>
                  <a:pt x="0" y="106918"/>
                </a:moveTo>
                <a:lnTo>
                  <a:pt x="0" y="125492"/>
                </a:lnTo>
                <a:lnTo>
                  <a:pt x="0" y="144075"/>
                </a:lnTo>
                <a:lnTo>
                  <a:pt x="0" y="162649"/>
                </a:lnTo>
                <a:lnTo>
                  <a:pt x="0" y="181223"/>
                </a:lnTo>
                <a:lnTo>
                  <a:pt x="0" y="199806"/>
                </a:lnTo>
                <a:lnTo>
                  <a:pt x="0" y="218380"/>
                </a:lnTo>
                <a:lnTo>
                  <a:pt x="0" y="236963"/>
                </a:lnTo>
                <a:lnTo>
                  <a:pt x="2372" y="250974"/>
                </a:lnTo>
                <a:lnTo>
                  <a:pt x="17564" y="240287"/>
                </a:lnTo>
                <a:lnTo>
                  <a:pt x="32756" y="229591"/>
                </a:lnTo>
                <a:lnTo>
                  <a:pt x="47949" y="218904"/>
                </a:lnTo>
                <a:lnTo>
                  <a:pt x="63141" y="208207"/>
                </a:lnTo>
                <a:lnTo>
                  <a:pt x="78334" y="197520"/>
                </a:lnTo>
                <a:lnTo>
                  <a:pt x="93526" y="186823"/>
                </a:lnTo>
                <a:lnTo>
                  <a:pt x="108718" y="176136"/>
                </a:lnTo>
                <a:lnTo>
                  <a:pt x="123911" y="165449"/>
                </a:lnTo>
                <a:lnTo>
                  <a:pt x="139103" y="154753"/>
                </a:lnTo>
                <a:lnTo>
                  <a:pt x="154305" y="144066"/>
                </a:lnTo>
                <a:lnTo>
                  <a:pt x="154305" y="125482"/>
                </a:lnTo>
                <a:lnTo>
                  <a:pt x="154305" y="106909"/>
                </a:lnTo>
                <a:lnTo>
                  <a:pt x="154305" y="88325"/>
                </a:lnTo>
                <a:lnTo>
                  <a:pt x="154305" y="69752"/>
                </a:lnTo>
                <a:lnTo>
                  <a:pt x="154305" y="51168"/>
                </a:lnTo>
                <a:lnTo>
                  <a:pt x="154305" y="32595"/>
                </a:lnTo>
                <a:lnTo>
                  <a:pt x="154305" y="14011"/>
                </a:lnTo>
                <a:lnTo>
                  <a:pt x="151933" y="0"/>
                </a:lnTo>
                <a:lnTo>
                  <a:pt x="136741" y="10687"/>
                </a:lnTo>
                <a:lnTo>
                  <a:pt x="121549" y="21384"/>
                </a:lnTo>
                <a:lnTo>
                  <a:pt x="106356" y="32071"/>
                </a:lnTo>
                <a:lnTo>
                  <a:pt x="91164" y="42767"/>
                </a:lnTo>
                <a:lnTo>
                  <a:pt x="75962" y="53454"/>
                </a:lnTo>
                <a:lnTo>
                  <a:pt x="60770" y="64151"/>
                </a:lnTo>
                <a:lnTo>
                  <a:pt x="45577" y="74838"/>
                </a:lnTo>
                <a:lnTo>
                  <a:pt x="30385" y="85535"/>
                </a:lnTo>
                <a:lnTo>
                  <a:pt x="15192" y="96222"/>
                </a:lnTo>
                <a:lnTo>
                  <a:pt x="0" y="106918"/>
                </a:lnTo>
              </a:path>
            </a:pathLst>
          </a:custGeom>
          <a:solidFill xmlns:a="http://schemas.openxmlformats.org/drawingml/2006/main">
            <a:srgbClr val="345B6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DCDAFD42-4029-46B0-9BD5-0F4B5F44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6947" y="1866900"/>
            <a:ext cx="2150983" cy="108585"/>
          </a:xfrm>
          <a:custGeom xmlns:a="http://schemas.openxmlformats.org/drawingml/2006/main">
            <a:pathLst>
              <a:path w="2150983" h="108585">
                <a:moveTo>
                  <a:pt x="0" y="108585"/>
                </a:moveTo>
                <a:lnTo>
                  <a:pt x="19050" y="108585"/>
                </a:lnTo>
                <a:lnTo>
                  <a:pt x="38100" y="108585"/>
                </a:lnTo>
                <a:lnTo>
                  <a:pt x="57140" y="108585"/>
                </a:lnTo>
                <a:lnTo>
                  <a:pt x="76190" y="108585"/>
                </a:lnTo>
                <a:lnTo>
                  <a:pt x="95240" y="108585"/>
                </a:lnTo>
                <a:lnTo>
                  <a:pt x="114281" y="108585"/>
                </a:lnTo>
                <a:lnTo>
                  <a:pt x="133331" y="108585"/>
                </a:lnTo>
                <a:lnTo>
                  <a:pt x="152381" y="108585"/>
                </a:lnTo>
                <a:lnTo>
                  <a:pt x="171431" y="108585"/>
                </a:lnTo>
                <a:lnTo>
                  <a:pt x="190471" y="108585"/>
                </a:lnTo>
                <a:lnTo>
                  <a:pt x="209521" y="108585"/>
                </a:lnTo>
                <a:lnTo>
                  <a:pt x="228571" y="108585"/>
                </a:lnTo>
                <a:lnTo>
                  <a:pt x="247621" y="108585"/>
                </a:lnTo>
                <a:lnTo>
                  <a:pt x="266662" y="108585"/>
                </a:lnTo>
                <a:lnTo>
                  <a:pt x="285712" y="108585"/>
                </a:lnTo>
                <a:lnTo>
                  <a:pt x="304762" y="108585"/>
                </a:lnTo>
                <a:lnTo>
                  <a:pt x="323812" y="108585"/>
                </a:lnTo>
                <a:lnTo>
                  <a:pt x="342852" y="108585"/>
                </a:lnTo>
                <a:lnTo>
                  <a:pt x="361902" y="108585"/>
                </a:lnTo>
                <a:lnTo>
                  <a:pt x="380952" y="108585"/>
                </a:lnTo>
                <a:lnTo>
                  <a:pt x="400002" y="108585"/>
                </a:lnTo>
                <a:lnTo>
                  <a:pt x="419043" y="108585"/>
                </a:lnTo>
                <a:lnTo>
                  <a:pt x="438093" y="108585"/>
                </a:lnTo>
                <a:lnTo>
                  <a:pt x="457143" y="108585"/>
                </a:lnTo>
                <a:lnTo>
                  <a:pt x="476193" y="108585"/>
                </a:lnTo>
                <a:lnTo>
                  <a:pt x="495233" y="108585"/>
                </a:lnTo>
                <a:lnTo>
                  <a:pt x="514283" y="108585"/>
                </a:lnTo>
                <a:lnTo>
                  <a:pt x="533333" y="108585"/>
                </a:lnTo>
                <a:lnTo>
                  <a:pt x="552383" y="108585"/>
                </a:lnTo>
                <a:lnTo>
                  <a:pt x="571424" y="108585"/>
                </a:lnTo>
                <a:lnTo>
                  <a:pt x="590474" y="108585"/>
                </a:lnTo>
                <a:lnTo>
                  <a:pt x="609524" y="108585"/>
                </a:lnTo>
                <a:lnTo>
                  <a:pt x="628574" y="108585"/>
                </a:lnTo>
                <a:lnTo>
                  <a:pt x="647614" y="108585"/>
                </a:lnTo>
                <a:lnTo>
                  <a:pt x="666664" y="108585"/>
                </a:lnTo>
                <a:lnTo>
                  <a:pt x="685714" y="108585"/>
                </a:lnTo>
                <a:lnTo>
                  <a:pt x="704764" y="108585"/>
                </a:lnTo>
                <a:lnTo>
                  <a:pt x="723805" y="108585"/>
                </a:lnTo>
                <a:lnTo>
                  <a:pt x="742855" y="108585"/>
                </a:lnTo>
                <a:lnTo>
                  <a:pt x="761905" y="108585"/>
                </a:lnTo>
                <a:lnTo>
                  <a:pt x="780955" y="108585"/>
                </a:lnTo>
                <a:lnTo>
                  <a:pt x="799995" y="108585"/>
                </a:lnTo>
                <a:lnTo>
                  <a:pt x="819045" y="108585"/>
                </a:lnTo>
                <a:lnTo>
                  <a:pt x="838095" y="108585"/>
                </a:lnTo>
                <a:lnTo>
                  <a:pt x="857145" y="108585"/>
                </a:lnTo>
                <a:lnTo>
                  <a:pt x="876186" y="108585"/>
                </a:lnTo>
                <a:lnTo>
                  <a:pt x="895236" y="108585"/>
                </a:lnTo>
                <a:lnTo>
                  <a:pt x="914286" y="108585"/>
                </a:lnTo>
                <a:lnTo>
                  <a:pt x="933336" y="108585"/>
                </a:lnTo>
                <a:lnTo>
                  <a:pt x="952376" y="108585"/>
                </a:lnTo>
                <a:lnTo>
                  <a:pt x="971426" y="108585"/>
                </a:lnTo>
                <a:lnTo>
                  <a:pt x="990476" y="108585"/>
                </a:lnTo>
                <a:lnTo>
                  <a:pt x="1009526" y="108585"/>
                </a:lnTo>
                <a:lnTo>
                  <a:pt x="1028567" y="108585"/>
                </a:lnTo>
                <a:lnTo>
                  <a:pt x="1047617" y="108585"/>
                </a:lnTo>
                <a:lnTo>
                  <a:pt x="1066667" y="108585"/>
                </a:lnTo>
                <a:lnTo>
                  <a:pt x="1085717" y="108585"/>
                </a:lnTo>
                <a:lnTo>
                  <a:pt x="1104757" y="108585"/>
                </a:lnTo>
                <a:lnTo>
                  <a:pt x="1123807" y="108585"/>
                </a:lnTo>
                <a:lnTo>
                  <a:pt x="1142857" y="108585"/>
                </a:lnTo>
                <a:lnTo>
                  <a:pt x="1161907" y="108585"/>
                </a:lnTo>
                <a:lnTo>
                  <a:pt x="1180948" y="108585"/>
                </a:lnTo>
                <a:lnTo>
                  <a:pt x="1199998" y="108585"/>
                </a:lnTo>
                <a:lnTo>
                  <a:pt x="1219048" y="108585"/>
                </a:lnTo>
                <a:lnTo>
                  <a:pt x="1238088" y="108585"/>
                </a:lnTo>
                <a:lnTo>
                  <a:pt x="1257138" y="108585"/>
                </a:lnTo>
                <a:lnTo>
                  <a:pt x="1276188" y="108585"/>
                </a:lnTo>
                <a:lnTo>
                  <a:pt x="1295238" y="108585"/>
                </a:lnTo>
                <a:lnTo>
                  <a:pt x="1314288" y="108585"/>
                </a:lnTo>
                <a:lnTo>
                  <a:pt x="1333329" y="108585"/>
                </a:lnTo>
                <a:lnTo>
                  <a:pt x="1352379" y="108585"/>
                </a:lnTo>
                <a:lnTo>
                  <a:pt x="1371429" y="108585"/>
                </a:lnTo>
                <a:lnTo>
                  <a:pt x="1390469" y="108585"/>
                </a:lnTo>
                <a:lnTo>
                  <a:pt x="1409519" y="108585"/>
                </a:lnTo>
                <a:lnTo>
                  <a:pt x="1428569" y="108585"/>
                </a:lnTo>
                <a:lnTo>
                  <a:pt x="1447619" y="108585"/>
                </a:lnTo>
                <a:lnTo>
                  <a:pt x="1466660" y="108585"/>
                </a:lnTo>
                <a:lnTo>
                  <a:pt x="1485710" y="108585"/>
                </a:lnTo>
                <a:lnTo>
                  <a:pt x="1504760" y="108585"/>
                </a:lnTo>
                <a:lnTo>
                  <a:pt x="1523810" y="108585"/>
                </a:lnTo>
                <a:lnTo>
                  <a:pt x="1542850" y="108585"/>
                </a:lnTo>
                <a:lnTo>
                  <a:pt x="1561900" y="108585"/>
                </a:lnTo>
                <a:lnTo>
                  <a:pt x="1580950" y="108585"/>
                </a:lnTo>
                <a:lnTo>
                  <a:pt x="1600000" y="108585"/>
                </a:lnTo>
                <a:lnTo>
                  <a:pt x="1619040" y="108585"/>
                </a:lnTo>
                <a:lnTo>
                  <a:pt x="1638090" y="108585"/>
                </a:lnTo>
                <a:lnTo>
                  <a:pt x="1657140" y="108585"/>
                </a:lnTo>
                <a:lnTo>
                  <a:pt x="1676190" y="108585"/>
                </a:lnTo>
                <a:lnTo>
                  <a:pt x="1695231" y="108585"/>
                </a:lnTo>
                <a:lnTo>
                  <a:pt x="1714281" y="108585"/>
                </a:lnTo>
                <a:lnTo>
                  <a:pt x="1733331" y="108585"/>
                </a:lnTo>
                <a:lnTo>
                  <a:pt x="1752381" y="108585"/>
                </a:lnTo>
                <a:lnTo>
                  <a:pt x="1771421" y="108585"/>
                </a:lnTo>
                <a:lnTo>
                  <a:pt x="1790471" y="108585"/>
                </a:lnTo>
                <a:lnTo>
                  <a:pt x="1809521" y="108585"/>
                </a:lnTo>
                <a:lnTo>
                  <a:pt x="1828571" y="108585"/>
                </a:lnTo>
                <a:lnTo>
                  <a:pt x="1847612" y="108585"/>
                </a:lnTo>
                <a:lnTo>
                  <a:pt x="1866662" y="108585"/>
                </a:lnTo>
                <a:lnTo>
                  <a:pt x="1885712" y="108585"/>
                </a:lnTo>
                <a:lnTo>
                  <a:pt x="1904762" y="108585"/>
                </a:lnTo>
                <a:lnTo>
                  <a:pt x="1923802" y="108585"/>
                </a:lnTo>
                <a:lnTo>
                  <a:pt x="1942852" y="108585"/>
                </a:lnTo>
                <a:lnTo>
                  <a:pt x="1961902" y="108585"/>
                </a:lnTo>
                <a:lnTo>
                  <a:pt x="1980952" y="108585"/>
                </a:lnTo>
                <a:lnTo>
                  <a:pt x="1999859" y="108147"/>
                </a:lnTo>
                <a:lnTo>
                  <a:pt x="2015433" y="97184"/>
                </a:lnTo>
                <a:lnTo>
                  <a:pt x="2031016" y="86220"/>
                </a:lnTo>
                <a:lnTo>
                  <a:pt x="2046589" y="75257"/>
                </a:lnTo>
                <a:lnTo>
                  <a:pt x="2062163" y="64294"/>
                </a:lnTo>
                <a:lnTo>
                  <a:pt x="2077745" y="53340"/>
                </a:lnTo>
                <a:lnTo>
                  <a:pt x="2093319" y="42377"/>
                </a:lnTo>
                <a:lnTo>
                  <a:pt x="2108902" y="31413"/>
                </a:lnTo>
                <a:lnTo>
                  <a:pt x="2124475" y="20450"/>
                </a:lnTo>
                <a:lnTo>
                  <a:pt x="2140048" y="9487"/>
                </a:lnTo>
                <a:lnTo>
                  <a:pt x="2150983" y="0"/>
                </a:lnTo>
                <a:lnTo>
                  <a:pt x="2131933" y="0"/>
                </a:lnTo>
                <a:lnTo>
                  <a:pt x="2112883" y="0"/>
                </a:lnTo>
                <a:lnTo>
                  <a:pt x="2093833" y="0"/>
                </a:lnTo>
                <a:lnTo>
                  <a:pt x="2074793" y="0"/>
                </a:lnTo>
                <a:lnTo>
                  <a:pt x="2055743" y="0"/>
                </a:lnTo>
                <a:lnTo>
                  <a:pt x="2036693" y="0"/>
                </a:lnTo>
                <a:lnTo>
                  <a:pt x="2017643" y="0"/>
                </a:lnTo>
                <a:lnTo>
                  <a:pt x="1998602" y="0"/>
                </a:lnTo>
                <a:lnTo>
                  <a:pt x="1979552" y="0"/>
                </a:lnTo>
                <a:lnTo>
                  <a:pt x="1960502" y="0"/>
                </a:lnTo>
                <a:lnTo>
                  <a:pt x="1941452" y="0"/>
                </a:lnTo>
                <a:lnTo>
                  <a:pt x="1922412" y="0"/>
                </a:lnTo>
                <a:lnTo>
                  <a:pt x="1903362" y="0"/>
                </a:lnTo>
                <a:lnTo>
                  <a:pt x="1884312" y="0"/>
                </a:lnTo>
                <a:lnTo>
                  <a:pt x="1865262" y="0"/>
                </a:lnTo>
                <a:lnTo>
                  <a:pt x="1846221" y="0"/>
                </a:lnTo>
                <a:lnTo>
                  <a:pt x="1827171" y="0"/>
                </a:lnTo>
                <a:lnTo>
                  <a:pt x="1808121" y="0"/>
                </a:lnTo>
                <a:lnTo>
                  <a:pt x="1789081" y="0"/>
                </a:lnTo>
                <a:lnTo>
                  <a:pt x="1770031" y="0"/>
                </a:lnTo>
                <a:lnTo>
                  <a:pt x="1750981" y="0"/>
                </a:lnTo>
                <a:lnTo>
                  <a:pt x="1731931" y="0"/>
                </a:lnTo>
                <a:lnTo>
                  <a:pt x="1712890" y="0"/>
                </a:lnTo>
                <a:lnTo>
                  <a:pt x="1693840" y="0"/>
                </a:lnTo>
                <a:lnTo>
                  <a:pt x="1674790" y="0"/>
                </a:lnTo>
                <a:lnTo>
                  <a:pt x="1655740" y="0"/>
                </a:lnTo>
                <a:lnTo>
                  <a:pt x="1636700" y="0"/>
                </a:lnTo>
                <a:lnTo>
                  <a:pt x="1617650" y="0"/>
                </a:lnTo>
                <a:lnTo>
                  <a:pt x="1598600" y="0"/>
                </a:lnTo>
                <a:lnTo>
                  <a:pt x="1579550" y="0"/>
                </a:lnTo>
                <a:lnTo>
                  <a:pt x="1560509" y="0"/>
                </a:lnTo>
                <a:lnTo>
                  <a:pt x="1541459" y="0"/>
                </a:lnTo>
                <a:lnTo>
                  <a:pt x="1522409" y="0"/>
                </a:lnTo>
                <a:lnTo>
                  <a:pt x="1503359" y="0"/>
                </a:lnTo>
                <a:lnTo>
                  <a:pt x="1484319" y="0"/>
                </a:lnTo>
                <a:lnTo>
                  <a:pt x="1465269" y="0"/>
                </a:lnTo>
                <a:lnTo>
                  <a:pt x="1446219" y="0"/>
                </a:lnTo>
                <a:lnTo>
                  <a:pt x="1427169" y="0"/>
                </a:lnTo>
                <a:lnTo>
                  <a:pt x="1408128" y="0"/>
                </a:lnTo>
                <a:lnTo>
                  <a:pt x="1389078" y="0"/>
                </a:lnTo>
                <a:lnTo>
                  <a:pt x="1370028" y="0"/>
                </a:lnTo>
                <a:lnTo>
                  <a:pt x="1350978" y="0"/>
                </a:lnTo>
                <a:lnTo>
                  <a:pt x="1331938" y="0"/>
                </a:lnTo>
                <a:lnTo>
                  <a:pt x="1312888" y="0"/>
                </a:lnTo>
                <a:lnTo>
                  <a:pt x="1293838" y="0"/>
                </a:lnTo>
                <a:lnTo>
                  <a:pt x="1274788" y="0"/>
                </a:lnTo>
                <a:lnTo>
                  <a:pt x="1255747" y="0"/>
                </a:lnTo>
                <a:lnTo>
                  <a:pt x="1236697" y="0"/>
                </a:lnTo>
                <a:lnTo>
                  <a:pt x="1217647" y="0"/>
                </a:lnTo>
                <a:lnTo>
                  <a:pt x="1198597" y="0"/>
                </a:lnTo>
                <a:lnTo>
                  <a:pt x="1179557" y="0"/>
                </a:lnTo>
                <a:lnTo>
                  <a:pt x="1160507" y="0"/>
                </a:lnTo>
                <a:lnTo>
                  <a:pt x="1141457" y="0"/>
                </a:lnTo>
                <a:lnTo>
                  <a:pt x="1122407" y="0"/>
                </a:lnTo>
                <a:lnTo>
                  <a:pt x="1103366" y="0"/>
                </a:lnTo>
                <a:lnTo>
                  <a:pt x="1084316" y="0"/>
                </a:lnTo>
                <a:lnTo>
                  <a:pt x="1065266" y="0"/>
                </a:lnTo>
                <a:lnTo>
                  <a:pt x="1046216" y="0"/>
                </a:lnTo>
                <a:lnTo>
                  <a:pt x="1027176" y="0"/>
                </a:lnTo>
                <a:lnTo>
                  <a:pt x="1008126" y="0"/>
                </a:lnTo>
                <a:lnTo>
                  <a:pt x="989076" y="0"/>
                </a:lnTo>
                <a:lnTo>
                  <a:pt x="970026" y="0"/>
                </a:lnTo>
                <a:lnTo>
                  <a:pt x="950986" y="0"/>
                </a:lnTo>
                <a:lnTo>
                  <a:pt x="931936" y="0"/>
                </a:lnTo>
                <a:lnTo>
                  <a:pt x="912886" y="0"/>
                </a:lnTo>
                <a:lnTo>
                  <a:pt x="893836" y="0"/>
                </a:lnTo>
                <a:lnTo>
                  <a:pt x="874795" y="0"/>
                </a:lnTo>
                <a:lnTo>
                  <a:pt x="855745" y="0"/>
                </a:lnTo>
                <a:lnTo>
                  <a:pt x="836695" y="0"/>
                </a:lnTo>
                <a:lnTo>
                  <a:pt x="817645" y="0"/>
                </a:lnTo>
                <a:lnTo>
                  <a:pt x="798605" y="0"/>
                </a:lnTo>
                <a:lnTo>
                  <a:pt x="779555" y="0"/>
                </a:lnTo>
                <a:lnTo>
                  <a:pt x="760505" y="0"/>
                </a:lnTo>
                <a:lnTo>
                  <a:pt x="741455" y="0"/>
                </a:lnTo>
                <a:lnTo>
                  <a:pt x="722414" y="0"/>
                </a:lnTo>
                <a:lnTo>
                  <a:pt x="703364" y="0"/>
                </a:lnTo>
                <a:lnTo>
                  <a:pt x="684314" y="0"/>
                </a:lnTo>
                <a:lnTo>
                  <a:pt x="665264" y="0"/>
                </a:lnTo>
                <a:lnTo>
                  <a:pt x="646224" y="0"/>
                </a:lnTo>
                <a:lnTo>
                  <a:pt x="627174" y="0"/>
                </a:lnTo>
                <a:lnTo>
                  <a:pt x="608124" y="0"/>
                </a:lnTo>
                <a:lnTo>
                  <a:pt x="589083" y="0"/>
                </a:lnTo>
                <a:lnTo>
                  <a:pt x="570033" y="0"/>
                </a:lnTo>
                <a:lnTo>
                  <a:pt x="550983" y="0"/>
                </a:lnTo>
                <a:lnTo>
                  <a:pt x="531933" y="0"/>
                </a:lnTo>
                <a:lnTo>
                  <a:pt x="512883" y="0"/>
                </a:lnTo>
                <a:lnTo>
                  <a:pt x="493843" y="0"/>
                </a:lnTo>
                <a:lnTo>
                  <a:pt x="474793" y="0"/>
                </a:lnTo>
                <a:lnTo>
                  <a:pt x="455743" y="0"/>
                </a:lnTo>
                <a:lnTo>
                  <a:pt x="436702" y="0"/>
                </a:lnTo>
                <a:lnTo>
                  <a:pt x="417652" y="0"/>
                </a:lnTo>
                <a:lnTo>
                  <a:pt x="398602" y="0"/>
                </a:lnTo>
                <a:lnTo>
                  <a:pt x="379552" y="0"/>
                </a:lnTo>
                <a:lnTo>
                  <a:pt x="360512" y="0"/>
                </a:lnTo>
                <a:lnTo>
                  <a:pt x="341462" y="0"/>
                </a:lnTo>
                <a:lnTo>
                  <a:pt x="322412" y="0"/>
                </a:lnTo>
                <a:lnTo>
                  <a:pt x="303362" y="0"/>
                </a:lnTo>
                <a:lnTo>
                  <a:pt x="284321" y="0"/>
                </a:lnTo>
                <a:lnTo>
                  <a:pt x="266148" y="4677"/>
                </a:lnTo>
                <a:lnTo>
                  <a:pt x="248402" y="11601"/>
                </a:lnTo>
                <a:lnTo>
                  <a:pt x="230667" y="18526"/>
                </a:lnTo>
                <a:lnTo>
                  <a:pt x="212922" y="25460"/>
                </a:lnTo>
                <a:lnTo>
                  <a:pt x="195177" y="32385"/>
                </a:lnTo>
                <a:lnTo>
                  <a:pt x="177432" y="39310"/>
                </a:lnTo>
                <a:lnTo>
                  <a:pt x="159687" y="46234"/>
                </a:lnTo>
                <a:lnTo>
                  <a:pt x="141951" y="53169"/>
                </a:lnTo>
                <a:lnTo>
                  <a:pt x="124206" y="60093"/>
                </a:lnTo>
                <a:lnTo>
                  <a:pt x="106461" y="67018"/>
                </a:lnTo>
                <a:lnTo>
                  <a:pt x="88716" y="73943"/>
                </a:lnTo>
                <a:lnTo>
                  <a:pt x="70971" y="80877"/>
                </a:lnTo>
                <a:lnTo>
                  <a:pt x="53226" y="87801"/>
                </a:lnTo>
                <a:lnTo>
                  <a:pt x="35490" y="94726"/>
                </a:lnTo>
                <a:lnTo>
                  <a:pt x="17745" y="101651"/>
                </a:lnTo>
                <a:lnTo>
                  <a:pt x="0" y="108585"/>
                </a:lnTo>
              </a:path>
            </a:pathLst>
          </a:custGeom>
          <a:solidFill xmlns:a="http://schemas.openxmlformats.org/drawingml/2006/main">
            <a:srgbClr val="345B63"/>
          </a:solidFill>
          <a:ln xmlns:a="http://schemas.openxmlformats.org/drawingml/2006/main" w="24765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ECD0F684-FE59-4346-83D5-781D2D83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1713" y="1866900"/>
            <a:ext cx="1950663" cy="108585"/>
          </a:xfrm>
          <a:custGeom xmlns:a="http://schemas.openxmlformats.org/drawingml/2006/main">
            <a:pathLst>
              <a:path w="1950663" h="108585">
                <a:moveTo>
                  <a:pt x="0" y="108585"/>
                </a:moveTo>
                <a:lnTo>
                  <a:pt x="18888" y="108585"/>
                </a:lnTo>
                <a:lnTo>
                  <a:pt x="37786" y="108585"/>
                </a:lnTo>
                <a:lnTo>
                  <a:pt x="56674" y="108585"/>
                </a:lnTo>
                <a:lnTo>
                  <a:pt x="75571" y="108585"/>
                </a:lnTo>
                <a:lnTo>
                  <a:pt x="94459" y="108585"/>
                </a:lnTo>
                <a:lnTo>
                  <a:pt x="113357" y="108585"/>
                </a:lnTo>
                <a:lnTo>
                  <a:pt x="132245" y="108585"/>
                </a:lnTo>
                <a:lnTo>
                  <a:pt x="151143" y="108585"/>
                </a:lnTo>
                <a:lnTo>
                  <a:pt x="170031" y="108585"/>
                </a:lnTo>
                <a:lnTo>
                  <a:pt x="188919" y="108585"/>
                </a:lnTo>
                <a:lnTo>
                  <a:pt x="207816" y="108585"/>
                </a:lnTo>
                <a:lnTo>
                  <a:pt x="226705" y="108585"/>
                </a:lnTo>
                <a:lnTo>
                  <a:pt x="245602" y="108585"/>
                </a:lnTo>
                <a:lnTo>
                  <a:pt x="264490" y="108585"/>
                </a:lnTo>
                <a:lnTo>
                  <a:pt x="283388" y="108585"/>
                </a:lnTo>
                <a:lnTo>
                  <a:pt x="302276" y="108585"/>
                </a:lnTo>
                <a:lnTo>
                  <a:pt x="321173" y="108585"/>
                </a:lnTo>
                <a:lnTo>
                  <a:pt x="340062" y="108585"/>
                </a:lnTo>
                <a:lnTo>
                  <a:pt x="358959" y="108585"/>
                </a:lnTo>
                <a:lnTo>
                  <a:pt x="377847" y="108585"/>
                </a:lnTo>
                <a:lnTo>
                  <a:pt x="396735" y="108585"/>
                </a:lnTo>
                <a:lnTo>
                  <a:pt x="415633" y="108585"/>
                </a:lnTo>
                <a:lnTo>
                  <a:pt x="434521" y="108585"/>
                </a:lnTo>
                <a:lnTo>
                  <a:pt x="453419" y="108585"/>
                </a:lnTo>
                <a:lnTo>
                  <a:pt x="472307" y="108585"/>
                </a:lnTo>
                <a:lnTo>
                  <a:pt x="491204" y="108585"/>
                </a:lnTo>
                <a:lnTo>
                  <a:pt x="510092" y="108585"/>
                </a:lnTo>
                <a:lnTo>
                  <a:pt x="528990" y="108585"/>
                </a:lnTo>
                <a:lnTo>
                  <a:pt x="547878" y="108585"/>
                </a:lnTo>
                <a:lnTo>
                  <a:pt x="566776" y="108585"/>
                </a:lnTo>
                <a:lnTo>
                  <a:pt x="585664" y="108585"/>
                </a:lnTo>
                <a:lnTo>
                  <a:pt x="604552" y="108585"/>
                </a:lnTo>
                <a:lnTo>
                  <a:pt x="623449" y="108585"/>
                </a:lnTo>
                <a:lnTo>
                  <a:pt x="642337" y="108585"/>
                </a:lnTo>
                <a:lnTo>
                  <a:pt x="661235" y="108585"/>
                </a:lnTo>
                <a:lnTo>
                  <a:pt x="680123" y="108585"/>
                </a:lnTo>
                <a:lnTo>
                  <a:pt x="699021" y="108585"/>
                </a:lnTo>
                <a:lnTo>
                  <a:pt x="717909" y="108585"/>
                </a:lnTo>
                <a:lnTo>
                  <a:pt x="736806" y="108585"/>
                </a:lnTo>
                <a:lnTo>
                  <a:pt x="755694" y="108585"/>
                </a:lnTo>
                <a:lnTo>
                  <a:pt x="774583" y="108585"/>
                </a:lnTo>
                <a:lnTo>
                  <a:pt x="793480" y="108585"/>
                </a:lnTo>
                <a:lnTo>
                  <a:pt x="812368" y="108585"/>
                </a:lnTo>
                <a:lnTo>
                  <a:pt x="831266" y="108585"/>
                </a:lnTo>
                <a:lnTo>
                  <a:pt x="850154" y="108585"/>
                </a:lnTo>
                <a:lnTo>
                  <a:pt x="869051" y="108585"/>
                </a:lnTo>
                <a:lnTo>
                  <a:pt x="887940" y="108585"/>
                </a:lnTo>
                <a:lnTo>
                  <a:pt x="906837" y="108585"/>
                </a:lnTo>
                <a:lnTo>
                  <a:pt x="925725" y="108585"/>
                </a:lnTo>
                <a:lnTo>
                  <a:pt x="944623" y="108585"/>
                </a:lnTo>
                <a:lnTo>
                  <a:pt x="963511" y="108585"/>
                </a:lnTo>
                <a:lnTo>
                  <a:pt x="982399" y="108585"/>
                </a:lnTo>
                <a:lnTo>
                  <a:pt x="1001297" y="108585"/>
                </a:lnTo>
                <a:lnTo>
                  <a:pt x="1020185" y="108585"/>
                </a:lnTo>
                <a:lnTo>
                  <a:pt x="1039082" y="108585"/>
                </a:lnTo>
                <a:lnTo>
                  <a:pt x="1057970" y="108585"/>
                </a:lnTo>
                <a:lnTo>
                  <a:pt x="1076868" y="108585"/>
                </a:lnTo>
                <a:lnTo>
                  <a:pt x="1095756" y="108585"/>
                </a:lnTo>
                <a:lnTo>
                  <a:pt x="1114654" y="108585"/>
                </a:lnTo>
                <a:lnTo>
                  <a:pt x="1133542" y="108585"/>
                </a:lnTo>
                <a:lnTo>
                  <a:pt x="1152430" y="108585"/>
                </a:lnTo>
                <a:lnTo>
                  <a:pt x="1171327" y="108585"/>
                </a:lnTo>
                <a:lnTo>
                  <a:pt x="1190215" y="108585"/>
                </a:lnTo>
                <a:lnTo>
                  <a:pt x="1209113" y="108585"/>
                </a:lnTo>
                <a:lnTo>
                  <a:pt x="1228001" y="108585"/>
                </a:lnTo>
                <a:lnTo>
                  <a:pt x="1246899" y="108585"/>
                </a:lnTo>
                <a:lnTo>
                  <a:pt x="1265787" y="108585"/>
                </a:lnTo>
                <a:lnTo>
                  <a:pt x="1284684" y="108585"/>
                </a:lnTo>
                <a:lnTo>
                  <a:pt x="1303572" y="108585"/>
                </a:lnTo>
                <a:lnTo>
                  <a:pt x="1322461" y="108585"/>
                </a:lnTo>
                <a:lnTo>
                  <a:pt x="1341358" y="108585"/>
                </a:lnTo>
                <a:lnTo>
                  <a:pt x="1360246" y="108585"/>
                </a:lnTo>
                <a:lnTo>
                  <a:pt x="1379144" y="108585"/>
                </a:lnTo>
                <a:lnTo>
                  <a:pt x="1398032" y="108585"/>
                </a:lnTo>
                <a:lnTo>
                  <a:pt x="1416929" y="108585"/>
                </a:lnTo>
                <a:lnTo>
                  <a:pt x="1435818" y="108585"/>
                </a:lnTo>
                <a:lnTo>
                  <a:pt x="1454715" y="108585"/>
                </a:lnTo>
                <a:lnTo>
                  <a:pt x="1473603" y="108585"/>
                </a:lnTo>
                <a:lnTo>
                  <a:pt x="1492501" y="108585"/>
                </a:lnTo>
                <a:lnTo>
                  <a:pt x="1511389" y="108585"/>
                </a:lnTo>
                <a:lnTo>
                  <a:pt x="1530277" y="108585"/>
                </a:lnTo>
                <a:lnTo>
                  <a:pt x="1549175" y="108585"/>
                </a:lnTo>
                <a:lnTo>
                  <a:pt x="1568063" y="108585"/>
                </a:lnTo>
                <a:lnTo>
                  <a:pt x="1586960" y="108585"/>
                </a:lnTo>
                <a:lnTo>
                  <a:pt x="1605848" y="108585"/>
                </a:lnTo>
                <a:lnTo>
                  <a:pt x="1624746" y="108585"/>
                </a:lnTo>
                <a:lnTo>
                  <a:pt x="1643634" y="108585"/>
                </a:lnTo>
                <a:lnTo>
                  <a:pt x="1662532" y="108585"/>
                </a:lnTo>
                <a:lnTo>
                  <a:pt x="1681420" y="108585"/>
                </a:lnTo>
                <a:lnTo>
                  <a:pt x="1700317" y="108585"/>
                </a:lnTo>
                <a:lnTo>
                  <a:pt x="1719205" y="108585"/>
                </a:lnTo>
                <a:lnTo>
                  <a:pt x="1738093" y="108585"/>
                </a:lnTo>
                <a:lnTo>
                  <a:pt x="1756991" y="108585"/>
                </a:lnTo>
                <a:lnTo>
                  <a:pt x="1775879" y="108585"/>
                </a:lnTo>
                <a:lnTo>
                  <a:pt x="1793748" y="105223"/>
                </a:lnTo>
                <a:lnTo>
                  <a:pt x="1809445" y="94698"/>
                </a:lnTo>
                <a:lnTo>
                  <a:pt x="1825133" y="84182"/>
                </a:lnTo>
                <a:lnTo>
                  <a:pt x="1840821" y="73657"/>
                </a:lnTo>
                <a:lnTo>
                  <a:pt x="1856518" y="63132"/>
                </a:lnTo>
                <a:lnTo>
                  <a:pt x="1872205" y="52607"/>
                </a:lnTo>
                <a:lnTo>
                  <a:pt x="1887903" y="42091"/>
                </a:lnTo>
                <a:lnTo>
                  <a:pt x="1903590" y="31566"/>
                </a:lnTo>
                <a:lnTo>
                  <a:pt x="1919278" y="21041"/>
                </a:lnTo>
                <a:lnTo>
                  <a:pt x="1934975" y="10525"/>
                </a:lnTo>
                <a:lnTo>
                  <a:pt x="1950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8B07A4C2-232B-44EF-B482-64676C64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4118" y="1866900"/>
            <a:ext cx="167825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l1-text-heading">
            <a:extLst xmlns:a="http://schemas.openxmlformats.org/drawingml/2006/main">
              <a:ext uri="{FF2B5EF4-FFF2-40B4-BE49-F238E27FC236}">
                <a16:creationId xmlns:a16="http://schemas.microsoft.com/office/drawing/2014/main" id="{D630337F-B384-41C1-9894-8AF93949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671" y="2442772"/>
            <a:ext cx="1257300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rPr>
              <a:t>起步</a:t>
            </a:r>
          </a:p>
        </p:txBody>
      </p:sp>
      <p:sp>
        <p:nvSpPr>
          <p:cNvPr id="22" name="l1-text-body">
            <a:extLst xmlns:a="http://schemas.openxmlformats.org/drawingml/2006/main">
              <a:ext uri="{FF2B5EF4-FFF2-40B4-BE49-F238E27FC236}">
                <a16:creationId xmlns:a16="http://schemas.microsoft.com/office/drawing/2014/main" id="{960F82BA-3BCB-4B3B-AD6F-D39835CF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2671" y="2754716"/>
            <a:ext cx="1257300" cy="2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基础动作</a:t>
            </a:r>
          </a:p>
        </p:txBody>
      </p:sp>
      <p:sp>
        <p:nvSpPr>
          <p:cNvPr id="23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C5D7A76F-78EE-446A-815C-C843E8B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1296" y="3180512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54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l2-text-heading">
            <a:extLst xmlns:a="http://schemas.openxmlformats.org/drawingml/2006/main">
              <a:ext uri="{FF2B5EF4-FFF2-40B4-BE49-F238E27FC236}">
                <a16:creationId xmlns:a16="http://schemas.microsoft.com/office/drawing/2014/main" id="{193C33EF-71A3-4670-B8C2-83345EAF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409" y="1956406"/>
            <a:ext cx="1257300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rPr>
              <a:t>规范</a:t>
            </a:r>
          </a:p>
        </p:txBody>
      </p:sp>
      <p:sp>
        <p:nvSpPr>
          <p:cNvPr id="25" name="l2-text-body">
            <a:extLst xmlns:a="http://schemas.openxmlformats.org/drawingml/2006/main">
              <a:ext uri="{FF2B5EF4-FFF2-40B4-BE49-F238E27FC236}">
                <a16:creationId xmlns:a16="http://schemas.microsoft.com/office/drawing/2014/main" id="{8C825E0C-8DFB-429F-B6EE-A20284C3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0409" y="2268350"/>
            <a:ext cx="1257300" cy="2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统一标准</a:t>
            </a:r>
          </a:p>
        </p:txBody>
      </p:sp>
      <p:sp>
        <p:nvSpPr>
          <p:cNvPr id="26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15A13592-43C7-4E63-8365-6D037F37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9034" y="2693994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54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l3-text-heading">
            <a:extLst xmlns:a="http://schemas.openxmlformats.org/drawingml/2006/main">
              <a:ext uri="{FF2B5EF4-FFF2-40B4-BE49-F238E27FC236}">
                <a16:creationId xmlns:a16="http://schemas.microsoft.com/office/drawing/2014/main" id="{F9484337-4A8D-47AC-9BB1-D2D64DEA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156" y="1470031"/>
            <a:ext cx="1257300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rPr>
              <a:t>复用</a:t>
            </a:r>
          </a:p>
        </p:txBody>
      </p:sp>
      <p:sp>
        <p:nvSpPr>
          <p:cNvPr id="28" name="l3-text-body">
            <a:extLst xmlns:a="http://schemas.openxmlformats.org/drawingml/2006/main">
              <a:ext uri="{FF2B5EF4-FFF2-40B4-BE49-F238E27FC236}">
                <a16:creationId xmlns:a16="http://schemas.microsoft.com/office/drawing/2014/main" id="{3F729FE6-000E-42F0-B639-EF5D8904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8156" y="1781975"/>
            <a:ext cx="1257300" cy="2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共享方法</a:t>
            </a:r>
          </a:p>
        </p:txBody>
      </p:sp>
      <p:sp>
        <p:nvSpPr>
          <p:cNvPr id="29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CF72F9BE-E344-4111-A384-30370CBE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6781" y="2207628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54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l4-text-heading">
            <a:extLst xmlns:a="http://schemas.openxmlformats.org/drawingml/2006/main">
              <a:ext uri="{FF2B5EF4-FFF2-40B4-BE49-F238E27FC236}">
                <a16:creationId xmlns:a16="http://schemas.microsoft.com/office/drawing/2014/main" id="{169D6C55-43EA-4638-A510-B099D9EE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6045" y="983513"/>
            <a:ext cx="1257300" cy="254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8454B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31" name="l4-text-body">
            <a:extLst xmlns:a="http://schemas.openxmlformats.org/drawingml/2006/main">
              <a:ext uri="{FF2B5EF4-FFF2-40B4-BE49-F238E27FC236}">
                <a16:creationId xmlns:a16="http://schemas.microsoft.com/office/drawing/2014/main" id="{F782E9FC-F70D-4169-BE2F-B2AF1EBB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6045" y="1295457"/>
            <a:ext cx="1257300" cy="243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345B63"/>
                </a:solidFill>
                <a:latin typeface="Microsoft YaHei"/>
                <a:ea typeface="Microsoft YaHei"/>
                <a:cs typeface="Microsoft YaHei"/>
              </a:rPr>
              <a:t>稳定配合</a:t>
            </a:r>
          </a:p>
        </p:txBody>
      </p:sp>
      <p:sp>
        <p:nvSpPr>
          <p:cNvPr id="32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A57DC1B5-8DA6-4E03-9D00-A04C230D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4670" y="1721253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54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3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5D0B2926-3AE3-48F3-A7E3-35F7B46F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2834" y="3151194"/>
            <a:ext cx="552450" cy="285750"/>
          </a:xfrm>
          <a:prstGeom xmlns:a="http://schemas.openxmlformats.org/drawingml/2006/main" prst="roundRect">
            <a:avLst>
              <a:gd name="adj" fmla="val 43333"/>
            </a:avLst>
          </a:prstGeom>
          <a:solidFill xmlns:a="http://schemas.openxmlformats.org/drawingml/2006/main">
            <a:srgbClr val="345B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</a:t>
            </a:r>
          </a:p>
        </p:txBody>
      </p:sp>
      <p:sp>
        <p:nvSpPr>
          <p:cNvPr id="34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28AAB910-4752-4CD8-A4D8-2A296056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8470" y="2178453"/>
            <a:ext cx="552450" cy="285750"/>
          </a:xfrm>
          <a:prstGeom xmlns:a="http://schemas.openxmlformats.org/drawingml/2006/main" prst="roundRect">
            <a:avLst>
              <a:gd name="adj" fmla="val 43333"/>
            </a:avLst>
          </a:prstGeom>
          <a:solidFill xmlns:a="http://schemas.openxmlformats.org/drawingml/2006/main">
            <a:srgbClr val="28454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1564000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33350" dist="47625" dir="5400000">
              <a:srgbClr val="345B63">
                <a:alpha val="20000"/>
              </a:srgbClr>
            </a:outerShdw>
          </a:effectLst>
        </a:effectStyle>
        <a:effectStyle>
          <a:effectLst>
            <a:outerShdw blurRad="76200" dist="28575" dir="5400000">
              <a:srgbClr val="244862">
                <a:alpha val="12000"/>
              </a:srgbClr>
            </a:outerShdw>
          </a:effectLst>
        </a:effectStyle>
        <a:effectStyle>
          <a:effectLst>
            <a:outerShdw blurRad="76200" dist="28575" dir="5400000">
              <a:srgbClr val="28454B">
                <a:alpha val="1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2026-09-07T23:09:14.4410000Z</dcterms:created>
  <dcterms:modified xsi:type="dcterms:W3CDTF">2026-09-07T23:09:14.4410000Z</dcterms:modified>
</coreProperties>
</file>