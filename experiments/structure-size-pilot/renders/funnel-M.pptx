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6da56361dc4846" /><Relationship Type="http://schemas.openxmlformats.org/officeDocument/2006/relationships/extended-properties" Target="/docProps/app.xml" Id="R21d3e971407f4f8d" /><Relationship Type="http://schemas.openxmlformats.org/officeDocument/2006/relationships/officeDocument" Target="/ppt/presentation.xml" Id="Rf272e5eecd7c41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4d46c5b5a44ff8"/>
  </p:sldMasterIdLst>
  <p:notesMasterIdLst>
    <p:notesMasterId xmlns:r="http://schemas.openxmlformats.org/officeDocument/2006/relationships" r:id="R20e83d4d5fc54a7d"/>
  </p:notesMasterIdLst>
  <p:sldIdLst>
    <p:sldId xmlns:r="http://schemas.openxmlformats.org/officeDocument/2006/relationships" id="256" r:id="R78e82220fbcc4b1c"/>
  </p:sldIdLst>
  <p:sldSz cx="9472613" cy="398335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7062ca395e46b1" /><Relationship Type="http://schemas.openxmlformats.org/officeDocument/2006/relationships/slideMaster" Target="/ppt/slideMasters/slideMaster1.xml" Id="R754d46c5b5a44ff8" /><Relationship Type="http://schemas.openxmlformats.org/officeDocument/2006/relationships/notesMaster" Target="/ppt/notesMasters/notesMaster1.xml" Id="R20e83d4d5fc54a7d" /><Relationship Type="http://schemas.openxmlformats.org/officeDocument/2006/relationships/presProps" Target="/ppt/presProps.xml" Id="R4c1a08e362414048" /><Relationship Type="http://schemas.openxmlformats.org/officeDocument/2006/relationships/tableStyles" Target="/ppt/tableStyles.xml" Id="R306c97fef0484731" /><Relationship Type="http://schemas.openxmlformats.org/officeDocument/2006/relationships/slide" Target="/ppt/slides/slide1.xml" Id="R78e82220fbcc4b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83fac626ce47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ce6946155a4997" /><Relationship Type="http://schemas.openxmlformats.org/officeDocument/2006/relationships/notesMaster" Target="/ppt/notesMasters/notesMaster1.xml" Id="Rb8123b4c3ff4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f4df25070b42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ec98ac1079426c" /><Relationship Type="http://schemas.openxmlformats.org/officeDocument/2006/relationships/slideLayout" Target="/ppt/slideLayouts/slideLayout1.xml" Id="R6d5704f89b3847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5704f89b3847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f77c3f5b2489e" /><Relationship Type="http://schemas.openxmlformats.org/officeDocument/2006/relationships/image" Target="/ppt/media/image.png" Id="Ra975a802a51a4369" /><Relationship Type="http://schemas.openxmlformats.org/officeDocument/2006/relationships/image" Target="/ppt/media/image.svg" Id="R4d5a8d50d98b443a" /><Relationship Type="http://schemas.openxmlformats.org/officeDocument/2006/relationships/image" Target="/ppt/media/image2.png" Id="R085e60c264c24c57" /><Relationship Type="http://schemas.openxmlformats.org/officeDocument/2006/relationships/image" Target="/ppt/media/image2.svg" Id="Rd36629546abd4791" /><Relationship Type="http://schemas.openxmlformats.org/officeDocument/2006/relationships/image" Target="/ppt/media/image3.png" Id="Rf8ee3085c37a41eb" /><Relationship Type="http://schemas.openxmlformats.org/officeDocument/2006/relationships/image" Target="/ppt/media/image3.svg" Id="Rde71af9aed734639" /><Relationship Type="http://schemas.openxmlformats.org/officeDocument/2006/relationships/image" Target="/ppt/media/image4.png" Id="R6d4f1c2610d64d36" /><Relationship Type="http://schemas.openxmlformats.org/officeDocument/2006/relationships/image" Target="/ppt/media/image4.svg" Id="Rdda1609750294748" /><Relationship Type="http://schemas.openxmlformats.org/officeDocument/2006/relationships/notesSlide" Target="/ppt/notesSlides/notesSlide1.xml" Id="R4b589d4e0bff4a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B1170331-F527-432A-A721-5327FC92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2428942" y="340090"/>
            <a:ext cx="4614729" cy="3278886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D218BDD7-98D4-45A7-A30C-503357C7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48" y="850135"/>
            <a:ext cx="2987735" cy="570786"/>
          </a:xfrm>
          <a:custGeom xmlns:a="http://schemas.openxmlformats.org/drawingml/2006/main">
            <a:pathLst>
              <a:path w="2987735" h="570786">
                <a:moveTo>
                  <a:pt x="0" y="0"/>
                </a:moveTo>
                <a:lnTo>
                  <a:pt x="16002" y="22031"/>
                </a:lnTo>
                <a:lnTo>
                  <a:pt x="32014" y="44053"/>
                </a:lnTo>
                <a:lnTo>
                  <a:pt x="48016" y="66084"/>
                </a:lnTo>
                <a:lnTo>
                  <a:pt x="64027" y="88116"/>
                </a:lnTo>
                <a:lnTo>
                  <a:pt x="80029" y="110138"/>
                </a:lnTo>
                <a:lnTo>
                  <a:pt x="96041" y="132169"/>
                </a:lnTo>
                <a:lnTo>
                  <a:pt x="112043" y="154191"/>
                </a:lnTo>
                <a:lnTo>
                  <a:pt x="128045" y="176222"/>
                </a:lnTo>
                <a:lnTo>
                  <a:pt x="144056" y="198253"/>
                </a:lnTo>
                <a:lnTo>
                  <a:pt x="160058" y="220275"/>
                </a:lnTo>
                <a:lnTo>
                  <a:pt x="176070" y="242306"/>
                </a:lnTo>
                <a:lnTo>
                  <a:pt x="192072" y="264338"/>
                </a:lnTo>
                <a:lnTo>
                  <a:pt x="208083" y="286360"/>
                </a:lnTo>
                <a:lnTo>
                  <a:pt x="224085" y="308391"/>
                </a:lnTo>
                <a:lnTo>
                  <a:pt x="240087" y="330413"/>
                </a:lnTo>
                <a:lnTo>
                  <a:pt x="256099" y="352444"/>
                </a:lnTo>
                <a:lnTo>
                  <a:pt x="272101" y="374475"/>
                </a:lnTo>
                <a:lnTo>
                  <a:pt x="288112" y="396497"/>
                </a:lnTo>
                <a:lnTo>
                  <a:pt x="304114" y="418529"/>
                </a:lnTo>
                <a:lnTo>
                  <a:pt x="320126" y="440560"/>
                </a:lnTo>
                <a:lnTo>
                  <a:pt x="336128" y="462582"/>
                </a:lnTo>
                <a:lnTo>
                  <a:pt x="352130" y="484613"/>
                </a:lnTo>
                <a:lnTo>
                  <a:pt x="367151" y="507082"/>
                </a:lnTo>
                <a:lnTo>
                  <a:pt x="390887" y="519465"/>
                </a:lnTo>
                <a:lnTo>
                  <a:pt x="417366" y="525799"/>
                </a:lnTo>
                <a:lnTo>
                  <a:pt x="444189" y="530466"/>
                </a:lnTo>
                <a:lnTo>
                  <a:pt x="471154" y="534257"/>
                </a:lnTo>
                <a:lnTo>
                  <a:pt x="498186" y="537477"/>
                </a:lnTo>
                <a:lnTo>
                  <a:pt x="525266" y="540296"/>
                </a:lnTo>
                <a:lnTo>
                  <a:pt x="552383" y="542811"/>
                </a:lnTo>
                <a:lnTo>
                  <a:pt x="579520" y="545068"/>
                </a:lnTo>
                <a:lnTo>
                  <a:pt x="606666" y="547135"/>
                </a:lnTo>
                <a:lnTo>
                  <a:pt x="633832" y="549011"/>
                </a:lnTo>
                <a:lnTo>
                  <a:pt x="661006" y="550764"/>
                </a:lnTo>
                <a:lnTo>
                  <a:pt x="688181" y="552364"/>
                </a:lnTo>
                <a:lnTo>
                  <a:pt x="715375" y="553869"/>
                </a:lnTo>
                <a:lnTo>
                  <a:pt x="742569" y="555260"/>
                </a:lnTo>
                <a:lnTo>
                  <a:pt x="769763" y="556555"/>
                </a:lnTo>
                <a:lnTo>
                  <a:pt x="796966" y="557774"/>
                </a:lnTo>
                <a:lnTo>
                  <a:pt x="824170" y="558908"/>
                </a:lnTo>
                <a:lnTo>
                  <a:pt x="851383" y="559965"/>
                </a:lnTo>
                <a:lnTo>
                  <a:pt x="878596" y="560965"/>
                </a:lnTo>
                <a:lnTo>
                  <a:pt x="905808" y="561899"/>
                </a:lnTo>
                <a:lnTo>
                  <a:pt x="933021" y="562766"/>
                </a:lnTo>
                <a:lnTo>
                  <a:pt x="960234" y="563585"/>
                </a:lnTo>
                <a:lnTo>
                  <a:pt x="987457" y="564347"/>
                </a:lnTo>
                <a:lnTo>
                  <a:pt x="1014670" y="565052"/>
                </a:lnTo>
                <a:lnTo>
                  <a:pt x="1041892" y="565718"/>
                </a:lnTo>
                <a:lnTo>
                  <a:pt x="1069115" y="566328"/>
                </a:lnTo>
                <a:lnTo>
                  <a:pt x="1096337" y="566899"/>
                </a:lnTo>
                <a:lnTo>
                  <a:pt x="1123559" y="567433"/>
                </a:lnTo>
                <a:lnTo>
                  <a:pt x="1150791" y="567919"/>
                </a:lnTo>
                <a:lnTo>
                  <a:pt x="1178014" y="568357"/>
                </a:lnTo>
                <a:lnTo>
                  <a:pt x="1205236" y="568766"/>
                </a:lnTo>
                <a:lnTo>
                  <a:pt x="1232468" y="569128"/>
                </a:lnTo>
                <a:lnTo>
                  <a:pt x="1259691" y="569462"/>
                </a:lnTo>
                <a:lnTo>
                  <a:pt x="1286923" y="569747"/>
                </a:lnTo>
                <a:lnTo>
                  <a:pt x="1314145" y="570005"/>
                </a:lnTo>
                <a:lnTo>
                  <a:pt x="1341377" y="570214"/>
                </a:lnTo>
                <a:lnTo>
                  <a:pt x="1368609" y="570395"/>
                </a:lnTo>
                <a:lnTo>
                  <a:pt x="1395832" y="570548"/>
                </a:lnTo>
                <a:lnTo>
                  <a:pt x="1423064" y="570643"/>
                </a:lnTo>
                <a:lnTo>
                  <a:pt x="1450296" y="570738"/>
                </a:lnTo>
                <a:lnTo>
                  <a:pt x="1477518" y="570776"/>
                </a:lnTo>
                <a:lnTo>
                  <a:pt x="1504750" y="570786"/>
                </a:lnTo>
                <a:lnTo>
                  <a:pt x="1531982" y="570757"/>
                </a:lnTo>
                <a:lnTo>
                  <a:pt x="1559204" y="570690"/>
                </a:lnTo>
                <a:lnTo>
                  <a:pt x="1586436" y="570595"/>
                </a:lnTo>
                <a:lnTo>
                  <a:pt x="1613668" y="570471"/>
                </a:lnTo>
                <a:lnTo>
                  <a:pt x="1640891" y="570309"/>
                </a:lnTo>
                <a:lnTo>
                  <a:pt x="1668123" y="570109"/>
                </a:lnTo>
                <a:lnTo>
                  <a:pt x="1695345" y="569871"/>
                </a:lnTo>
                <a:lnTo>
                  <a:pt x="1722577" y="569595"/>
                </a:lnTo>
                <a:lnTo>
                  <a:pt x="1749800" y="569290"/>
                </a:lnTo>
                <a:lnTo>
                  <a:pt x="1777032" y="568947"/>
                </a:lnTo>
                <a:lnTo>
                  <a:pt x="1804254" y="568557"/>
                </a:lnTo>
                <a:lnTo>
                  <a:pt x="1831486" y="568138"/>
                </a:lnTo>
                <a:lnTo>
                  <a:pt x="1858708" y="567671"/>
                </a:lnTo>
                <a:lnTo>
                  <a:pt x="1885931" y="567166"/>
                </a:lnTo>
                <a:lnTo>
                  <a:pt x="1913153" y="566623"/>
                </a:lnTo>
                <a:lnTo>
                  <a:pt x="1940376" y="566023"/>
                </a:lnTo>
                <a:lnTo>
                  <a:pt x="1967598" y="565385"/>
                </a:lnTo>
                <a:lnTo>
                  <a:pt x="1994821" y="564699"/>
                </a:lnTo>
                <a:lnTo>
                  <a:pt x="2022043" y="563956"/>
                </a:lnTo>
                <a:lnTo>
                  <a:pt x="2049256" y="563166"/>
                </a:lnTo>
                <a:lnTo>
                  <a:pt x="2076469" y="562327"/>
                </a:lnTo>
                <a:lnTo>
                  <a:pt x="2103682" y="561432"/>
                </a:lnTo>
                <a:lnTo>
                  <a:pt x="2130895" y="560461"/>
                </a:lnTo>
                <a:lnTo>
                  <a:pt x="2158108" y="559432"/>
                </a:lnTo>
                <a:lnTo>
                  <a:pt x="2185311" y="558327"/>
                </a:lnTo>
                <a:lnTo>
                  <a:pt x="2212515" y="557165"/>
                </a:lnTo>
                <a:lnTo>
                  <a:pt x="2239718" y="555898"/>
                </a:lnTo>
                <a:lnTo>
                  <a:pt x="2266912" y="554555"/>
                </a:lnTo>
                <a:lnTo>
                  <a:pt x="2294106" y="553117"/>
                </a:lnTo>
                <a:lnTo>
                  <a:pt x="2321290" y="551555"/>
                </a:lnTo>
                <a:lnTo>
                  <a:pt x="2348465" y="549878"/>
                </a:lnTo>
                <a:lnTo>
                  <a:pt x="2375630" y="548069"/>
                </a:lnTo>
                <a:lnTo>
                  <a:pt x="2402796" y="546097"/>
                </a:lnTo>
                <a:lnTo>
                  <a:pt x="2429932" y="543944"/>
                </a:lnTo>
                <a:lnTo>
                  <a:pt x="2457059" y="541553"/>
                </a:lnTo>
                <a:lnTo>
                  <a:pt x="2484158" y="538896"/>
                </a:lnTo>
                <a:lnTo>
                  <a:pt x="2511219" y="535886"/>
                </a:lnTo>
                <a:lnTo>
                  <a:pt x="2538222" y="532400"/>
                </a:lnTo>
                <a:lnTo>
                  <a:pt x="2565130" y="528209"/>
                </a:lnTo>
                <a:lnTo>
                  <a:pt x="2591819" y="522856"/>
                </a:lnTo>
                <a:lnTo>
                  <a:pt x="2617775" y="514731"/>
                </a:lnTo>
                <a:lnTo>
                  <a:pt x="2635596" y="495338"/>
                </a:lnTo>
                <a:lnTo>
                  <a:pt x="2651608" y="473307"/>
                </a:lnTo>
                <a:lnTo>
                  <a:pt x="2667610" y="451275"/>
                </a:lnTo>
                <a:lnTo>
                  <a:pt x="2683621" y="429254"/>
                </a:lnTo>
                <a:lnTo>
                  <a:pt x="2699623" y="407222"/>
                </a:lnTo>
                <a:lnTo>
                  <a:pt x="2715625" y="385191"/>
                </a:lnTo>
                <a:lnTo>
                  <a:pt x="2731637" y="363169"/>
                </a:lnTo>
                <a:lnTo>
                  <a:pt x="2747639" y="341138"/>
                </a:lnTo>
                <a:lnTo>
                  <a:pt x="2763650" y="319116"/>
                </a:lnTo>
                <a:lnTo>
                  <a:pt x="2779652" y="297085"/>
                </a:lnTo>
                <a:lnTo>
                  <a:pt x="2795664" y="275053"/>
                </a:lnTo>
                <a:lnTo>
                  <a:pt x="2811666" y="253032"/>
                </a:lnTo>
                <a:lnTo>
                  <a:pt x="2827668" y="231000"/>
                </a:lnTo>
                <a:lnTo>
                  <a:pt x="2843679" y="208969"/>
                </a:lnTo>
                <a:lnTo>
                  <a:pt x="2859681" y="186947"/>
                </a:lnTo>
                <a:lnTo>
                  <a:pt x="2875693" y="164916"/>
                </a:lnTo>
                <a:lnTo>
                  <a:pt x="2891695" y="142885"/>
                </a:lnTo>
                <a:lnTo>
                  <a:pt x="2907706" y="120863"/>
                </a:lnTo>
                <a:lnTo>
                  <a:pt x="2923708" y="98831"/>
                </a:lnTo>
                <a:lnTo>
                  <a:pt x="2939710" y="76810"/>
                </a:lnTo>
                <a:lnTo>
                  <a:pt x="2955722" y="54778"/>
                </a:lnTo>
                <a:lnTo>
                  <a:pt x="2971724" y="32747"/>
                </a:lnTo>
                <a:lnTo>
                  <a:pt x="2987735" y="10725"/>
                </a:lnTo>
                <a:lnTo>
                  <a:pt x="2985449" y="8734"/>
                </a:lnTo>
                <a:lnTo>
                  <a:pt x="2959303" y="16202"/>
                </a:lnTo>
                <a:lnTo>
                  <a:pt x="2932519" y="21031"/>
                </a:lnTo>
                <a:lnTo>
                  <a:pt x="2905554" y="24803"/>
                </a:lnTo>
                <a:lnTo>
                  <a:pt x="2878503" y="27965"/>
                </a:lnTo>
                <a:lnTo>
                  <a:pt x="2851414" y="30709"/>
                </a:lnTo>
                <a:lnTo>
                  <a:pt x="2824296" y="33137"/>
                </a:lnTo>
                <a:lnTo>
                  <a:pt x="2797150" y="35328"/>
                </a:lnTo>
                <a:lnTo>
                  <a:pt x="2769994" y="37328"/>
                </a:lnTo>
                <a:lnTo>
                  <a:pt x="2742829" y="39167"/>
                </a:lnTo>
                <a:lnTo>
                  <a:pt x="2715654" y="40872"/>
                </a:lnTo>
                <a:lnTo>
                  <a:pt x="2688469" y="42453"/>
                </a:lnTo>
                <a:lnTo>
                  <a:pt x="2661285" y="43929"/>
                </a:lnTo>
                <a:lnTo>
                  <a:pt x="2634091" y="45320"/>
                </a:lnTo>
                <a:lnTo>
                  <a:pt x="2606897" y="46634"/>
                </a:lnTo>
                <a:lnTo>
                  <a:pt x="2579694" y="47863"/>
                </a:lnTo>
                <a:lnTo>
                  <a:pt x="2552490" y="49035"/>
                </a:lnTo>
                <a:lnTo>
                  <a:pt x="2525278" y="50130"/>
                </a:lnTo>
                <a:lnTo>
                  <a:pt x="2498074" y="51178"/>
                </a:lnTo>
                <a:lnTo>
                  <a:pt x="2470861" y="52168"/>
                </a:lnTo>
                <a:lnTo>
                  <a:pt x="2443648" y="53111"/>
                </a:lnTo>
                <a:lnTo>
                  <a:pt x="2416435" y="54007"/>
                </a:lnTo>
                <a:lnTo>
                  <a:pt x="2389222" y="54854"/>
                </a:lnTo>
                <a:lnTo>
                  <a:pt x="2362000" y="55664"/>
                </a:lnTo>
                <a:lnTo>
                  <a:pt x="2334787" y="56436"/>
                </a:lnTo>
                <a:lnTo>
                  <a:pt x="2307565" y="57169"/>
                </a:lnTo>
                <a:lnTo>
                  <a:pt x="2280342" y="57864"/>
                </a:lnTo>
                <a:lnTo>
                  <a:pt x="2253120" y="58522"/>
                </a:lnTo>
                <a:lnTo>
                  <a:pt x="2225907" y="59150"/>
                </a:lnTo>
                <a:lnTo>
                  <a:pt x="2198684" y="59750"/>
                </a:lnTo>
                <a:lnTo>
                  <a:pt x="2171452" y="60322"/>
                </a:lnTo>
                <a:lnTo>
                  <a:pt x="2144230" y="60865"/>
                </a:lnTo>
                <a:lnTo>
                  <a:pt x="2117007" y="61379"/>
                </a:lnTo>
                <a:lnTo>
                  <a:pt x="2089785" y="61855"/>
                </a:lnTo>
                <a:lnTo>
                  <a:pt x="2062563" y="62313"/>
                </a:lnTo>
                <a:lnTo>
                  <a:pt x="2035331" y="62741"/>
                </a:lnTo>
                <a:lnTo>
                  <a:pt x="2008108" y="63141"/>
                </a:lnTo>
                <a:lnTo>
                  <a:pt x="1980886" y="63541"/>
                </a:lnTo>
                <a:lnTo>
                  <a:pt x="1953654" y="63884"/>
                </a:lnTo>
                <a:lnTo>
                  <a:pt x="1926431" y="64227"/>
                </a:lnTo>
                <a:lnTo>
                  <a:pt x="1899199" y="64541"/>
                </a:lnTo>
                <a:lnTo>
                  <a:pt x="1871977" y="64827"/>
                </a:lnTo>
                <a:lnTo>
                  <a:pt x="1844745" y="65113"/>
                </a:lnTo>
                <a:lnTo>
                  <a:pt x="1817522" y="65342"/>
                </a:lnTo>
                <a:lnTo>
                  <a:pt x="1790290" y="65580"/>
                </a:lnTo>
                <a:lnTo>
                  <a:pt x="1763058" y="65780"/>
                </a:lnTo>
                <a:lnTo>
                  <a:pt x="1735836" y="65961"/>
                </a:lnTo>
                <a:lnTo>
                  <a:pt x="1708604" y="66142"/>
                </a:lnTo>
                <a:lnTo>
                  <a:pt x="1681372" y="66265"/>
                </a:lnTo>
                <a:lnTo>
                  <a:pt x="1654150" y="66399"/>
                </a:lnTo>
                <a:lnTo>
                  <a:pt x="1626918" y="66504"/>
                </a:lnTo>
                <a:lnTo>
                  <a:pt x="1599686" y="66580"/>
                </a:lnTo>
                <a:lnTo>
                  <a:pt x="1572463" y="66656"/>
                </a:lnTo>
                <a:lnTo>
                  <a:pt x="1545231" y="66685"/>
                </a:lnTo>
                <a:lnTo>
                  <a:pt x="1517999" y="66713"/>
                </a:lnTo>
                <a:lnTo>
                  <a:pt x="1490777" y="66723"/>
                </a:lnTo>
                <a:lnTo>
                  <a:pt x="1463545" y="66704"/>
                </a:lnTo>
                <a:lnTo>
                  <a:pt x="1436313" y="66675"/>
                </a:lnTo>
                <a:lnTo>
                  <a:pt x="1409090" y="66618"/>
                </a:lnTo>
                <a:lnTo>
                  <a:pt x="1381858" y="66542"/>
                </a:lnTo>
                <a:lnTo>
                  <a:pt x="1354626" y="66456"/>
                </a:lnTo>
                <a:lnTo>
                  <a:pt x="1327404" y="66332"/>
                </a:lnTo>
                <a:lnTo>
                  <a:pt x="1300172" y="66199"/>
                </a:lnTo>
                <a:lnTo>
                  <a:pt x="1272940" y="66046"/>
                </a:lnTo>
                <a:lnTo>
                  <a:pt x="1245718" y="65865"/>
                </a:lnTo>
                <a:lnTo>
                  <a:pt x="1218486" y="65694"/>
                </a:lnTo>
                <a:lnTo>
                  <a:pt x="1191263" y="65456"/>
                </a:lnTo>
                <a:lnTo>
                  <a:pt x="1164031" y="65227"/>
                </a:lnTo>
                <a:lnTo>
                  <a:pt x="1136799" y="64970"/>
                </a:lnTo>
                <a:lnTo>
                  <a:pt x="1109577" y="64684"/>
                </a:lnTo>
                <a:lnTo>
                  <a:pt x="1082345" y="64399"/>
                </a:lnTo>
                <a:lnTo>
                  <a:pt x="1055122" y="64056"/>
                </a:lnTo>
                <a:lnTo>
                  <a:pt x="1027890" y="63713"/>
                </a:lnTo>
                <a:lnTo>
                  <a:pt x="1000668" y="63341"/>
                </a:lnTo>
                <a:lnTo>
                  <a:pt x="973445" y="62941"/>
                </a:lnTo>
                <a:lnTo>
                  <a:pt x="946214" y="62532"/>
                </a:lnTo>
                <a:lnTo>
                  <a:pt x="918991" y="62074"/>
                </a:lnTo>
                <a:lnTo>
                  <a:pt x="891769" y="61608"/>
                </a:lnTo>
                <a:lnTo>
                  <a:pt x="864537" y="61112"/>
                </a:lnTo>
                <a:lnTo>
                  <a:pt x="837314" y="60589"/>
                </a:lnTo>
                <a:lnTo>
                  <a:pt x="810092" y="60036"/>
                </a:lnTo>
                <a:lnTo>
                  <a:pt x="782869" y="59455"/>
                </a:lnTo>
                <a:lnTo>
                  <a:pt x="755647" y="58836"/>
                </a:lnTo>
                <a:lnTo>
                  <a:pt x="728424" y="58188"/>
                </a:lnTo>
                <a:lnTo>
                  <a:pt x="701211" y="57512"/>
                </a:lnTo>
                <a:lnTo>
                  <a:pt x="673989" y="56798"/>
                </a:lnTo>
                <a:lnTo>
                  <a:pt x="646767" y="56045"/>
                </a:lnTo>
                <a:lnTo>
                  <a:pt x="619554" y="55255"/>
                </a:lnTo>
                <a:lnTo>
                  <a:pt x="592331" y="54416"/>
                </a:lnTo>
                <a:lnTo>
                  <a:pt x="565118" y="53550"/>
                </a:lnTo>
                <a:lnTo>
                  <a:pt x="537905" y="52626"/>
                </a:lnTo>
                <a:lnTo>
                  <a:pt x="510692" y="51664"/>
                </a:lnTo>
                <a:lnTo>
                  <a:pt x="483489" y="50644"/>
                </a:lnTo>
                <a:lnTo>
                  <a:pt x="456276" y="49568"/>
                </a:lnTo>
                <a:lnTo>
                  <a:pt x="429073" y="48435"/>
                </a:lnTo>
                <a:lnTo>
                  <a:pt x="401869" y="47234"/>
                </a:lnTo>
                <a:lnTo>
                  <a:pt x="374666" y="45968"/>
                </a:lnTo>
                <a:lnTo>
                  <a:pt x="347472" y="44625"/>
                </a:lnTo>
                <a:lnTo>
                  <a:pt x="320288" y="43186"/>
                </a:lnTo>
                <a:lnTo>
                  <a:pt x="293094" y="41653"/>
                </a:lnTo>
                <a:lnTo>
                  <a:pt x="265919" y="40005"/>
                </a:lnTo>
                <a:lnTo>
                  <a:pt x="238744" y="38233"/>
                </a:lnTo>
                <a:lnTo>
                  <a:pt x="211588" y="36319"/>
                </a:lnTo>
                <a:lnTo>
                  <a:pt x="184442" y="34233"/>
                </a:lnTo>
                <a:lnTo>
                  <a:pt x="157305" y="31918"/>
                </a:lnTo>
                <a:lnTo>
                  <a:pt x="130197" y="29347"/>
                </a:lnTo>
                <a:lnTo>
                  <a:pt x="103127" y="26403"/>
                </a:lnTo>
                <a:lnTo>
                  <a:pt x="76124" y="22965"/>
                </a:lnTo>
                <a:lnTo>
                  <a:pt x="49225" y="18736"/>
                </a:lnTo>
                <a:lnTo>
                  <a:pt x="22631" y="129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6066E23C-D308-4F34-A377-6FFADB3B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48" y="755256"/>
            <a:ext cx="2995527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305C69B3-394A-4E22-BC05-65D5442E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4812" y="1507941"/>
            <a:ext cx="2262426" cy="570786"/>
          </a:xfrm>
          <a:custGeom xmlns:a="http://schemas.openxmlformats.org/drawingml/2006/main">
            <a:pathLst>
              <a:path w="2262426" h="570786">
                <a:moveTo>
                  <a:pt x="0" y="0"/>
                </a:moveTo>
                <a:lnTo>
                  <a:pt x="10439" y="18774"/>
                </a:lnTo>
                <a:lnTo>
                  <a:pt x="20888" y="37548"/>
                </a:lnTo>
                <a:lnTo>
                  <a:pt x="31328" y="56321"/>
                </a:lnTo>
                <a:lnTo>
                  <a:pt x="41767" y="75095"/>
                </a:lnTo>
                <a:lnTo>
                  <a:pt x="52207" y="93869"/>
                </a:lnTo>
                <a:lnTo>
                  <a:pt x="62655" y="112643"/>
                </a:lnTo>
                <a:lnTo>
                  <a:pt x="73095" y="131416"/>
                </a:lnTo>
                <a:lnTo>
                  <a:pt x="83534" y="150190"/>
                </a:lnTo>
                <a:lnTo>
                  <a:pt x="93983" y="168964"/>
                </a:lnTo>
                <a:lnTo>
                  <a:pt x="104423" y="187738"/>
                </a:lnTo>
                <a:lnTo>
                  <a:pt x="114862" y="206512"/>
                </a:lnTo>
                <a:lnTo>
                  <a:pt x="125301" y="225285"/>
                </a:lnTo>
                <a:lnTo>
                  <a:pt x="135750" y="244059"/>
                </a:lnTo>
                <a:lnTo>
                  <a:pt x="146190" y="262833"/>
                </a:lnTo>
                <a:lnTo>
                  <a:pt x="156629" y="281607"/>
                </a:lnTo>
                <a:lnTo>
                  <a:pt x="167078" y="300380"/>
                </a:lnTo>
                <a:lnTo>
                  <a:pt x="177517" y="319154"/>
                </a:lnTo>
                <a:lnTo>
                  <a:pt x="187957" y="337928"/>
                </a:lnTo>
                <a:lnTo>
                  <a:pt x="198396" y="356702"/>
                </a:lnTo>
                <a:lnTo>
                  <a:pt x="208845" y="375476"/>
                </a:lnTo>
                <a:lnTo>
                  <a:pt x="219285" y="394249"/>
                </a:lnTo>
                <a:lnTo>
                  <a:pt x="229724" y="413023"/>
                </a:lnTo>
                <a:lnTo>
                  <a:pt x="240173" y="431787"/>
                </a:lnTo>
                <a:lnTo>
                  <a:pt x="250612" y="450561"/>
                </a:lnTo>
                <a:lnTo>
                  <a:pt x="261052" y="469335"/>
                </a:lnTo>
                <a:lnTo>
                  <a:pt x="271501" y="488109"/>
                </a:lnTo>
                <a:lnTo>
                  <a:pt x="281083" y="507187"/>
                </a:lnTo>
                <a:lnTo>
                  <a:pt x="298342" y="519246"/>
                </a:lnTo>
                <a:lnTo>
                  <a:pt x="318792" y="525799"/>
                </a:lnTo>
                <a:lnTo>
                  <a:pt x="339719" y="530619"/>
                </a:lnTo>
                <a:lnTo>
                  <a:pt x="360845" y="534524"/>
                </a:lnTo>
                <a:lnTo>
                  <a:pt x="382067" y="537839"/>
                </a:lnTo>
                <a:lnTo>
                  <a:pt x="403355" y="540734"/>
                </a:lnTo>
                <a:lnTo>
                  <a:pt x="424682" y="543306"/>
                </a:lnTo>
                <a:lnTo>
                  <a:pt x="446037" y="545621"/>
                </a:lnTo>
                <a:lnTo>
                  <a:pt x="467420" y="547726"/>
                </a:lnTo>
                <a:lnTo>
                  <a:pt x="488813" y="549650"/>
                </a:lnTo>
                <a:lnTo>
                  <a:pt x="510226" y="551412"/>
                </a:lnTo>
                <a:lnTo>
                  <a:pt x="531647" y="553050"/>
                </a:lnTo>
                <a:lnTo>
                  <a:pt x="553069" y="554565"/>
                </a:lnTo>
                <a:lnTo>
                  <a:pt x="574510" y="555974"/>
                </a:lnTo>
                <a:lnTo>
                  <a:pt x="595951" y="557279"/>
                </a:lnTo>
                <a:lnTo>
                  <a:pt x="617401" y="558498"/>
                </a:lnTo>
                <a:lnTo>
                  <a:pt x="638851" y="559641"/>
                </a:lnTo>
                <a:lnTo>
                  <a:pt x="660302" y="560708"/>
                </a:lnTo>
                <a:lnTo>
                  <a:pt x="681761" y="561699"/>
                </a:lnTo>
                <a:lnTo>
                  <a:pt x="703231" y="562623"/>
                </a:lnTo>
                <a:lnTo>
                  <a:pt x="724691" y="563489"/>
                </a:lnTo>
                <a:lnTo>
                  <a:pt x="746160" y="564290"/>
                </a:lnTo>
                <a:lnTo>
                  <a:pt x="767629" y="565042"/>
                </a:lnTo>
                <a:lnTo>
                  <a:pt x="789099" y="565737"/>
                </a:lnTo>
                <a:lnTo>
                  <a:pt x="810568" y="566376"/>
                </a:lnTo>
                <a:lnTo>
                  <a:pt x="832047" y="566966"/>
                </a:lnTo>
                <a:lnTo>
                  <a:pt x="853526" y="567519"/>
                </a:lnTo>
                <a:lnTo>
                  <a:pt x="874995" y="568014"/>
                </a:lnTo>
                <a:lnTo>
                  <a:pt x="896474" y="568471"/>
                </a:lnTo>
                <a:lnTo>
                  <a:pt x="917953" y="568881"/>
                </a:lnTo>
                <a:lnTo>
                  <a:pt x="939432" y="569252"/>
                </a:lnTo>
                <a:lnTo>
                  <a:pt x="960911" y="569576"/>
                </a:lnTo>
                <a:lnTo>
                  <a:pt x="982389" y="569862"/>
                </a:lnTo>
                <a:lnTo>
                  <a:pt x="1003868" y="570109"/>
                </a:lnTo>
                <a:lnTo>
                  <a:pt x="1025357" y="570319"/>
                </a:lnTo>
                <a:lnTo>
                  <a:pt x="1046836" y="570490"/>
                </a:lnTo>
                <a:lnTo>
                  <a:pt x="1068314" y="570624"/>
                </a:lnTo>
                <a:lnTo>
                  <a:pt x="1089803" y="570719"/>
                </a:lnTo>
                <a:lnTo>
                  <a:pt x="1111282" y="570776"/>
                </a:lnTo>
                <a:lnTo>
                  <a:pt x="1132761" y="570786"/>
                </a:lnTo>
                <a:lnTo>
                  <a:pt x="1154249" y="570767"/>
                </a:lnTo>
                <a:lnTo>
                  <a:pt x="1175728" y="570709"/>
                </a:lnTo>
                <a:lnTo>
                  <a:pt x="1197207" y="570605"/>
                </a:lnTo>
                <a:lnTo>
                  <a:pt x="1218695" y="570471"/>
                </a:lnTo>
                <a:lnTo>
                  <a:pt x="1240174" y="570300"/>
                </a:lnTo>
                <a:lnTo>
                  <a:pt x="1261653" y="570090"/>
                </a:lnTo>
                <a:lnTo>
                  <a:pt x="1283132" y="569833"/>
                </a:lnTo>
                <a:lnTo>
                  <a:pt x="1304620" y="569547"/>
                </a:lnTo>
                <a:lnTo>
                  <a:pt x="1326099" y="569214"/>
                </a:lnTo>
                <a:lnTo>
                  <a:pt x="1347578" y="568843"/>
                </a:lnTo>
                <a:lnTo>
                  <a:pt x="1369047" y="568423"/>
                </a:lnTo>
                <a:lnTo>
                  <a:pt x="1390526" y="567957"/>
                </a:lnTo>
                <a:lnTo>
                  <a:pt x="1412005" y="567452"/>
                </a:lnTo>
                <a:lnTo>
                  <a:pt x="1433484" y="566899"/>
                </a:lnTo>
                <a:lnTo>
                  <a:pt x="1454953" y="566299"/>
                </a:lnTo>
                <a:lnTo>
                  <a:pt x="1476423" y="565652"/>
                </a:lnTo>
                <a:lnTo>
                  <a:pt x="1497902" y="564956"/>
                </a:lnTo>
                <a:lnTo>
                  <a:pt x="1519371" y="564204"/>
                </a:lnTo>
                <a:lnTo>
                  <a:pt x="1540831" y="563385"/>
                </a:lnTo>
                <a:lnTo>
                  <a:pt x="1562300" y="562518"/>
                </a:lnTo>
                <a:lnTo>
                  <a:pt x="1583760" y="561584"/>
                </a:lnTo>
                <a:lnTo>
                  <a:pt x="1605220" y="560584"/>
                </a:lnTo>
                <a:lnTo>
                  <a:pt x="1626670" y="559508"/>
                </a:lnTo>
                <a:lnTo>
                  <a:pt x="1648130" y="558365"/>
                </a:lnTo>
                <a:lnTo>
                  <a:pt x="1669571" y="557136"/>
                </a:lnTo>
                <a:lnTo>
                  <a:pt x="1691011" y="555812"/>
                </a:lnTo>
                <a:lnTo>
                  <a:pt x="1712452" y="554393"/>
                </a:lnTo>
                <a:lnTo>
                  <a:pt x="1733874" y="552869"/>
                </a:lnTo>
                <a:lnTo>
                  <a:pt x="1755296" y="551212"/>
                </a:lnTo>
                <a:lnTo>
                  <a:pt x="1776708" y="549431"/>
                </a:lnTo>
                <a:lnTo>
                  <a:pt x="1798101" y="547487"/>
                </a:lnTo>
                <a:lnTo>
                  <a:pt x="1819475" y="545363"/>
                </a:lnTo>
                <a:lnTo>
                  <a:pt x="1840830" y="543020"/>
                </a:lnTo>
                <a:lnTo>
                  <a:pt x="1862147" y="540410"/>
                </a:lnTo>
                <a:lnTo>
                  <a:pt x="1883435" y="537477"/>
                </a:lnTo>
                <a:lnTo>
                  <a:pt x="1904648" y="534105"/>
                </a:lnTo>
                <a:lnTo>
                  <a:pt x="1925755" y="530104"/>
                </a:lnTo>
                <a:lnTo>
                  <a:pt x="1946653" y="525142"/>
                </a:lnTo>
                <a:lnTo>
                  <a:pt x="1966989" y="518265"/>
                </a:lnTo>
                <a:lnTo>
                  <a:pt x="1982600" y="504758"/>
                </a:lnTo>
                <a:lnTo>
                  <a:pt x="1992735" y="485899"/>
                </a:lnTo>
                <a:lnTo>
                  <a:pt x="2003174" y="467125"/>
                </a:lnTo>
                <a:lnTo>
                  <a:pt x="2013614" y="448351"/>
                </a:lnTo>
                <a:lnTo>
                  <a:pt x="2024053" y="429578"/>
                </a:lnTo>
                <a:lnTo>
                  <a:pt x="2034502" y="410804"/>
                </a:lnTo>
                <a:lnTo>
                  <a:pt x="2044941" y="392030"/>
                </a:lnTo>
                <a:lnTo>
                  <a:pt x="2055381" y="373256"/>
                </a:lnTo>
                <a:lnTo>
                  <a:pt x="2065830" y="354482"/>
                </a:lnTo>
                <a:lnTo>
                  <a:pt x="2076269" y="335709"/>
                </a:lnTo>
                <a:lnTo>
                  <a:pt x="2086708" y="316935"/>
                </a:lnTo>
                <a:lnTo>
                  <a:pt x="2097148" y="298171"/>
                </a:lnTo>
                <a:lnTo>
                  <a:pt x="2107597" y="279397"/>
                </a:lnTo>
                <a:lnTo>
                  <a:pt x="2118036" y="260623"/>
                </a:lnTo>
                <a:lnTo>
                  <a:pt x="2128476" y="241849"/>
                </a:lnTo>
                <a:lnTo>
                  <a:pt x="2138924" y="223076"/>
                </a:lnTo>
                <a:lnTo>
                  <a:pt x="2149364" y="204302"/>
                </a:lnTo>
                <a:lnTo>
                  <a:pt x="2159803" y="185528"/>
                </a:lnTo>
                <a:lnTo>
                  <a:pt x="2170243" y="166754"/>
                </a:lnTo>
                <a:lnTo>
                  <a:pt x="2180692" y="147980"/>
                </a:lnTo>
                <a:lnTo>
                  <a:pt x="2191131" y="129207"/>
                </a:lnTo>
                <a:lnTo>
                  <a:pt x="2201570" y="110433"/>
                </a:lnTo>
                <a:lnTo>
                  <a:pt x="2212019" y="91659"/>
                </a:lnTo>
                <a:lnTo>
                  <a:pt x="2222459" y="72885"/>
                </a:lnTo>
                <a:lnTo>
                  <a:pt x="2232898" y="54112"/>
                </a:lnTo>
                <a:lnTo>
                  <a:pt x="2243338" y="35338"/>
                </a:lnTo>
                <a:lnTo>
                  <a:pt x="2253786" y="16564"/>
                </a:lnTo>
                <a:lnTo>
                  <a:pt x="2262426" y="2438"/>
                </a:lnTo>
                <a:lnTo>
                  <a:pt x="2244471" y="13440"/>
                </a:lnTo>
                <a:lnTo>
                  <a:pt x="2223783" y="19212"/>
                </a:lnTo>
                <a:lnTo>
                  <a:pt x="2202732" y="23470"/>
                </a:lnTo>
                <a:lnTo>
                  <a:pt x="2181530" y="26946"/>
                </a:lnTo>
                <a:lnTo>
                  <a:pt x="2160260" y="29918"/>
                </a:lnTo>
                <a:lnTo>
                  <a:pt x="2138934" y="32537"/>
                </a:lnTo>
                <a:lnTo>
                  <a:pt x="2117579" y="34871"/>
                </a:lnTo>
                <a:lnTo>
                  <a:pt x="2096205" y="36995"/>
                </a:lnTo>
                <a:lnTo>
                  <a:pt x="2074812" y="38929"/>
                </a:lnTo>
                <a:lnTo>
                  <a:pt x="2053400" y="40729"/>
                </a:lnTo>
                <a:lnTo>
                  <a:pt x="2031987" y="42377"/>
                </a:lnTo>
                <a:lnTo>
                  <a:pt x="2010556" y="43929"/>
                </a:lnTo>
                <a:lnTo>
                  <a:pt x="1989125" y="45377"/>
                </a:lnTo>
                <a:lnTo>
                  <a:pt x="1967684" y="46739"/>
                </a:lnTo>
                <a:lnTo>
                  <a:pt x="1946243" y="48016"/>
                </a:lnTo>
                <a:lnTo>
                  <a:pt x="1924793" y="49216"/>
                </a:lnTo>
                <a:lnTo>
                  <a:pt x="1903343" y="50359"/>
                </a:lnTo>
                <a:lnTo>
                  <a:pt x="1881883" y="51435"/>
                </a:lnTo>
                <a:lnTo>
                  <a:pt x="1860433" y="52454"/>
                </a:lnTo>
                <a:lnTo>
                  <a:pt x="1838963" y="53426"/>
                </a:lnTo>
                <a:lnTo>
                  <a:pt x="1817503" y="54340"/>
                </a:lnTo>
                <a:lnTo>
                  <a:pt x="1796044" y="55207"/>
                </a:lnTo>
                <a:lnTo>
                  <a:pt x="1774574" y="56036"/>
                </a:lnTo>
                <a:lnTo>
                  <a:pt x="1753105" y="56817"/>
                </a:lnTo>
                <a:lnTo>
                  <a:pt x="1731635" y="57560"/>
                </a:lnTo>
                <a:lnTo>
                  <a:pt x="1710166" y="58274"/>
                </a:lnTo>
                <a:lnTo>
                  <a:pt x="1688697" y="58941"/>
                </a:lnTo>
                <a:lnTo>
                  <a:pt x="1667218" y="59579"/>
                </a:lnTo>
                <a:lnTo>
                  <a:pt x="1645749" y="60179"/>
                </a:lnTo>
                <a:lnTo>
                  <a:pt x="1624270" y="60750"/>
                </a:lnTo>
                <a:lnTo>
                  <a:pt x="1602800" y="61293"/>
                </a:lnTo>
                <a:lnTo>
                  <a:pt x="1581321" y="61798"/>
                </a:lnTo>
                <a:lnTo>
                  <a:pt x="1559843" y="62284"/>
                </a:lnTo>
                <a:lnTo>
                  <a:pt x="1538373" y="62732"/>
                </a:lnTo>
                <a:lnTo>
                  <a:pt x="1516894" y="63160"/>
                </a:lnTo>
                <a:lnTo>
                  <a:pt x="1495415" y="63560"/>
                </a:lnTo>
                <a:lnTo>
                  <a:pt x="1473937" y="63932"/>
                </a:lnTo>
                <a:lnTo>
                  <a:pt x="1452458" y="64284"/>
                </a:lnTo>
                <a:lnTo>
                  <a:pt x="1430969" y="64608"/>
                </a:lnTo>
                <a:lnTo>
                  <a:pt x="1409490" y="64903"/>
                </a:lnTo>
                <a:lnTo>
                  <a:pt x="1388012" y="65180"/>
                </a:lnTo>
                <a:lnTo>
                  <a:pt x="1366533" y="65437"/>
                </a:lnTo>
                <a:lnTo>
                  <a:pt x="1345054" y="65665"/>
                </a:lnTo>
                <a:lnTo>
                  <a:pt x="1323575" y="65865"/>
                </a:lnTo>
                <a:lnTo>
                  <a:pt x="1302087" y="66046"/>
                </a:lnTo>
                <a:lnTo>
                  <a:pt x="1280608" y="66208"/>
                </a:lnTo>
                <a:lnTo>
                  <a:pt x="1259129" y="66351"/>
                </a:lnTo>
                <a:lnTo>
                  <a:pt x="1237640" y="66465"/>
                </a:lnTo>
                <a:lnTo>
                  <a:pt x="1216162" y="66551"/>
                </a:lnTo>
                <a:lnTo>
                  <a:pt x="1194683" y="66627"/>
                </a:lnTo>
                <a:lnTo>
                  <a:pt x="1173194" y="66685"/>
                </a:lnTo>
                <a:lnTo>
                  <a:pt x="1151715" y="66723"/>
                </a:lnTo>
                <a:lnTo>
                  <a:pt x="1130237" y="66732"/>
                </a:lnTo>
                <a:lnTo>
                  <a:pt x="1108748" y="66713"/>
                </a:lnTo>
                <a:lnTo>
                  <a:pt x="1087269" y="66685"/>
                </a:lnTo>
                <a:lnTo>
                  <a:pt x="1065790" y="66618"/>
                </a:lnTo>
                <a:lnTo>
                  <a:pt x="1044302" y="66542"/>
                </a:lnTo>
                <a:lnTo>
                  <a:pt x="1022823" y="66456"/>
                </a:lnTo>
                <a:lnTo>
                  <a:pt x="1001344" y="66332"/>
                </a:lnTo>
                <a:lnTo>
                  <a:pt x="979856" y="66189"/>
                </a:lnTo>
                <a:lnTo>
                  <a:pt x="958377" y="66027"/>
                </a:lnTo>
                <a:lnTo>
                  <a:pt x="936898" y="65846"/>
                </a:lnTo>
                <a:lnTo>
                  <a:pt x="915419" y="65637"/>
                </a:lnTo>
                <a:lnTo>
                  <a:pt x="893931" y="65408"/>
                </a:lnTo>
                <a:lnTo>
                  <a:pt x="872452" y="65151"/>
                </a:lnTo>
                <a:lnTo>
                  <a:pt x="850973" y="64875"/>
                </a:lnTo>
                <a:lnTo>
                  <a:pt x="829494" y="64570"/>
                </a:lnTo>
                <a:lnTo>
                  <a:pt x="808015" y="64246"/>
                </a:lnTo>
                <a:lnTo>
                  <a:pt x="786536" y="63894"/>
                </a:lnTo>
                <a:lnTo>
                  <a:pt x="765058" y="63513"/>
                </a:lnTo>
                <a:lnTo>
                  <a:pt x="743579" y="63113"/>
                </a:lnTo>
                <a:lnTo>
                  <a:pt x="722100" y="62684"/>
                </a:lnTo>
                <a:lnTo>
                  <a:pt x="700621" y="62227"/>
                </a:lnTo>
                <a:lnTo>
                  <a:pt x="679142" y="61741"/>
                </a:lnTo>
                <a:lnTo>
                  <a:pt x="657673" y="61227"/>
                </a:lnTo>
                <a:lnTo>
                  <a:pt x="636194" y="60684"/>
                </a:lnTo>
                <a:lnTo>
                  <a:pt x="614715" y="60112"/>
                </a:lnTo>
                <a:lnTo>
                  <a:pt x="593246" y="59503"/>
                </a:lnTo>
                <a:lnTo>
                  <a:pt x="571776" y="58865"/>
                </a:lnTo>
                <a:lnTo>
                  <a:pt x="550297" y="58188"/>
                </a:lnTo>
                <a:lnTo>
                  <a:pt x="528828" y="57483"/>
                </a:lnTo>
                <a:lnTo>
                  <a:pt x="507359" y="56731"/>
                </a:lnTo>
                <a:lnTo>
                  <a:pt x="485889" y="55940"/>
                </a:lnTo>
                <a:lnTo>
                  <a:pt x="464429" y="55112"/>
                </a:lnTo>
                <a:lnTo>
                  <a:pt x="442960" y="54235"/>
                </a:lnTo>
                <a:lnTo>
                  <a:pt x="421500" y="53311"/>
                </a:lnTo>
                <a:lnTo>
                  <a:pt x="400040" y="52340"/>
                </a:lnTo>
                <a:lnTo>
                  <a:pt x="378581" y="51311"/>
                </a:lnTo>
                <a:lnTo>
                  <a:pt x="357130" y="50225"/>
                </a:lnTo>
                <a:lnTo>
                  <a:pt x="335680" y="49082"/>
                </a:lnTo>
                <a:lnTo>
                  <a:pt x="314230" y="47873"/>
                </a:lnTo>
                <a:lnTo>
                  <a:pt x="292789" y="46577"/>
                </a:lnTo>
                <a:lnTo>
                  <a:pt x="271348" y="45206"/>
                </a:lnTo>
                <a:lnTo>
                  <a:pt x="249917" y="43748"/>
                </a:lnTo>
                <a:lnTo>
                  <a:pt x="228486" y="42186"/>
                </a:lnTo>
                <a:lnTo>
                  <a:pt x="207073" y="40519"/>
                </a:lnTo>
                <a:lnTo>
                  <a:pt x="185661" y="38710"/>
                </a:lnTo>
                <a:lnTo>
                  <a:pt x="164268" y="36757"/>
                </a:lnTo>
                <a:lnTo>
                  <a:pt x="142894" y="34604"/>
                </a:lnTo>
                <a:lnTo>
                  <a:pt x="121549" y="32242"/>
                </a:lnTo>
                <a:lnTo>
                  <a:pt x="100232" y="29594"/>
                </a:lnTo>
                <a:lnTo>
                  <a:pt x="78962" y="26565"/>
                </a:lnTo>
                <a:lnTo>
                  <a:pt x="57779" y="23022"/>
                </a:lnTo>
                <a:lnTo>
                  <a:pt x="36747" y="18631"/>
                </a:lnTo>
                <a:lnTo>
                  <a:pt x="16145" y="125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FC115E22-0559-4ABB-9041-C6FDB5A8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4812" y="1413053"/>
            <a:ext cx="2262988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214D12DC-5FF8-4E1C-8769-ADD61465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5171" y="2165737"/>
            <a:ext cx="1698974" cy="570786"/>
          </a:xfrm>
          <a:custGeom xmlns:a="http://schemas.openxmlformats.org/drawingml/2006/main">
            <a:pathLst>
              <a:path w="1698974" h="570786">
                <a:moveTo>
                  <a:pt x="0" y="0"/>
                </a:moveTo>
                <a:lnTo>
                  <a:pt x="7658" y="15135"/>
                </a:lnTo>
                <a:lnTo>
                  <a:pt x="15316" y="30261"/>
                </a:lnTo>
                <a:lnTo>
                  <a:pt x="22965" y="45396"/>
                </a:lnTo>
                <a:lnTo>
                  <a:pt x="30623" y="60531"/>
                </a:lnTo>
                <a:lnTo>
                  <a:pt x="38281" y="75667"/>
                </a:lnTo>
                <a:lnTo>
                  <a:pt x="45939" y="90792"/>
                </a:lnTo>
                <a:lnTo>
                  <a:pt x="53597" y="105928"/>
                </a:lnTo>
                <a:lnTo>
                  <a:pt x="61246" y="121063"/>
                </a:lnTo>
                <a:lnTo>
                  <a:pt x="68904" y="136188"/>
                </a:lnTo>
                <a:lnTo>
                  <a:pt x="76562" y="151324"/>
                </a:lnTo>
                <a:lnTo>
                  <a:pt x="84220" y="166459"/>
                </a:lnTo>
                <a:lnTo>
                  <a:pt x="91878" y="181594"/>
                </a:lnTo>
                <a:lnTo>
                  <a:pt x="99527" y="196720"/>
                </a:lnTo>
                <a:lnTo>
                  <a:pt x="107185" y="211855"/>
                </a:lnTo>
                <a:lnTo>
                  <a:pt x="114843" y="226990"/>
                </a:lnTo>
                <a:lnTo>
                  <a:pt x="122501" y="242116"/>
                </a:lnTo>
                <a:lnTo>
                  <a:pt x="130159" y="257251"/>
                </a:lnTo>
                <a:lnTo>
                  <a:pt x="137808" y="272386"/>
                </a:lnTo>
                <a:lnTo>
                  <a:pt x="145466" y="287512"/>
                </a:lnTo>
                <a:lnTo>
                  <a:pt x="153124" y="302647"/>
                </a:lnTo>
                <a:lnTo>
                  <a:pt x="160782" y="317783"/>
                </a:lnTo>
                <a:lnTo>
                  <a:pt x="168440" y="332918"/>
                </a:lnTo>
                <a:lnTo>
                  <a:pt x="176089" y="348044"/>
                </a:lnTo>
                <a:lnTo>
                  <a:pt x="183747" y="363179"/>
                </a:lnTo>
                <a:lnTo>
                  <a:pt x="191405" y="378314"/>
                </a:lnTo>
                <a:lnTo>
                  <a:pt x="199063" y="393440"/>
                </a:lnTo>
                <a:lnTo>
                  <a:pt x="206712" y="408575"/>
                </a:lnTo>
                <a:lnTo>
                  <a:pt x="214370" y="423710"/>
                </a:lnTo>
                <a:lnTo>
                  <a:pt x="222028" y="438845"/>
                </a:lnTo>
                <a:lnTo>
                  <a:pt x="229686" y="453971"/>
                </a:lnTo>
                <a:lnTo>
                  <a:pt x="237344" y="469106"/>
                </a:lnTo>
                <a:lnTo>
                  <a:pt x="244993" y="484241"/>
                </a:lnTo>
                <a:lnTo>
                  <a:pt x="252651" y="499367"/>
                </a:lnTo>
                <a:lnTo>
                  <a:pt x="260356" y="514093"/>
                </a:lnTo>
                <a:lnTo>
                  <a:pt x="274787" y="522875"/>
                </a:lnTo>
                <a:lnTo>
                  <a:pt x="290665" y="528818"/>
                </a:lnTo>
                <a:lnTo>
                  <a:pt x="306981" y="533438"/>
                </a:lnTo>
                <a:lnTo>
                  <a:pt x="323498" y="537267"/>
                </a:lnTo>
                <a:lnTo>
                  <a:pt x="340138" y="540544"/>
                </a:lnTo>
                <a:lnTo>
                  <a:pt x="356845" y="543430"/>
                </a:lnTo>
                <a:lnTo>
                  <a:pt x="373609" y="545992"/>
                </a:lnTo>
                <a:lnTo>
                  <a:pt x="390411" y="548307"/>
                </a:lnTo>
                <a:lnTo>
                  <a:pt x="407241" y="550402"/>
                </a:lnTo>
                <a:lnTo>
                  <a:pt x="424091" y="552307"/>
                </a:lnTo>
                <a:lnTo>
                  <a:pt x="440960" y="554069"/>
                </a:lnTo>
                <a:lnTo>
                  <a:pt x="457838" y="555679"/>
                </a:lnTo>
                <a:lnTo>
                  <a:pt x="474736" y="557174"/>
                </a:lnTo>
                <a:lnTo>
                  <a:pt x="491642" y="558546"/>
                </a:lnTo>
                <a:lnTo>
                  <a:pt x="508549" y="559822"/>
                </a:lnTo>
                <a:lnTo>
                  <a:pt x="525466" y="560994"/>
                </a:lnTo>
                <a:lnTo>
                  <a:pt x="542392" y="562089"/>
                </a:lnTo>
                <a:lnTo>
                  <a:pt x="559318" y="563099"/>
                </a:lnTo>
                <a:lnTo>
                  <a:pt x="576253" y="564032"/>
                </a:lnTo>
                <a:lnTo>
                  <a:pt x="593188" y="564890"/>
                </a:lnTo>
                <a:lnTo>
                  <a:pt x="610133" y="565680"/>
                </a:lnTo>
                <a:lnTo>
                  <a:pt x="627078" y="566404"/>
                </a:lnTo>
                <a:lnTo>
                  <a:pt x="644023" y="567071"/>
                </a:lnTo>
                <a:lnTo>
                  <a:pt x="660968" y="567671"/>
                </a:lnTo>
                <a:lnTo>
                  <a:pt x="677923" y="568214"/>
                </a:lnTo>
                <a:lnTo>
                  <a:pt x="694868" y="568700"/>
                </a:lnTo>
                <a:lnTo>
                  <a:pt x="711822" y="569138"/>
                </a:lnTo>
                <a:lnTo>
                  <a:pt x="728777" y="569519"/>
                </a:lnTo>
                <a:lnTo>
                  <a:pt x="745731" y="569852"/>
                </a:lnTo>
                <a:lnTo>
                  <a:pt x="762695" y="570128"/>
                </a:lnTo>
                <a:lnTo>
                  <a:pt x="779650" y="570357"/>
                </a:lnTo>
                <a:lnTo>
                  <a:pt x="796604" y="570538"/>
                </a:lnTo>
                <a:lnTo>
                  <a:pt x="813568" y="570671"/>
                </a:lnTo>
                <a:lnTo>
                  <a:pt x="830523" y="570748"/>
                </a:lnTo>
                <a:lnTo>
                  <a:pt x="847487" y="570786"/>
                </a:lnTo>
                <a:lnTo>
                  <a:pt x="864441" y="570776"/>
                </a:lnTo>
                <a:lnTo>
                  <a:pt x="881396" y="570709"/>
                </a:lnTo>
                <a:lnTo>
                  <a:pt x="898360" y="570595"/>
                </a:lnTo>
                <a:lnTo>
                  <a:pt x="915314" y="570443"/>
                </a:lnTo>
                <a:lnTo>
                  <a:pt x="932278" y="570233"/>
                </a:lnTo>
                <a:lnTo>
                  <a:pt x="949233" y="569976"/>
                </a:lnTo>
                <a:lnTo>
                  <a:pt x="966187" y="569671"/>
                </a:lnTo>
                <a:lnTo>
                  <a:pt x="983142" y="569309"/>
                </a:lnTo>
                <a:lnTo>
                  <a:pt x="1000096" y="568900"/>
                </a:lnTo>
                <a:lnTo>
                  <a:pt x="1017051" y="568433"/>
                </a:lnTo>
                <a:lnTo>
                  <a:pt x="1034005" y="567909"/>
                </a:lnTo>
                <a:lnTo>
                  <a:pt x="1050950" y="567338"/>
                </a:lnTo>
                <a:lnTo>
                  <a:pt x="1067895" y="566699"/>
                </a:lnTo>
                <a:lnTo>
                  <a:pt x="1084840" y="566004"/>
                </a:lnTo>
                <a:lnTo>
                  <a:pt x="1101785" y="565233"/>
                </a:lnTo>
                <a:lnTo>
                  <a:pt x="1118721" y="564413"/>
                </a:lnTo>
                <a:lnTo>
                  <a:pt x="1135656" y="563509"/>
                </a:lnTo>
                <a:lnTo>
                  <a:pt x="1152592" y="562537"/>
                </a:lnTo>
                <a:lnTo>
                  <a:pt x="1169518" y="561480"/>
                </a:lnTo>
                <a:lnTo>
                  <a:pt x="1186434" y="560337"/>
                </a:lnTo>
                <a:lnTo>
                  <a:pt x="1203350" y="559108"/>
                </a:lnTo>
                <a:lnTo>
                  <a:pt x="1220257" y="557774"/>
                </a:lnTo>
                <a:lnTo>
                  <a:pt x="1237155" y="556336"/>
                </a:lnTo>
                <a:lnTo>
                  <a:pt x="1254042" y="554774"/>
                </a:lnTo>
                <a:lnTo>
                  <a:pt x="1270911" y="553088"/>
                </a:lnTo>
                <a:lnTo>
                  <a:pt x="1287770" y="551250"/>
                </a:lnTo>
                <a:lnTo>
                  <a:pt x="1304611" y="549231"/>
                </a:lnTo>
                <a:lnTo>
                  <a:pt x="1321422" y="547021"/>
                </a:lnTo>
                <a:lnTo>
                  <a:pt x="1338205" y="544573"/>
                </a:lnTo>
                <a:lnTo>
                  <a:pt x="1354941" y="541830"/>
                </a:lnTo>
                <a:lnTo>
                  <a:pt x="1371619" y="538734"/>
                </a:lnTo>
                <a:lnTo>
                  <a:pt x="1388193" y="535162"/>
                </a:lnTo>
                <a:lnTo>
                  <a:pt x="1404614" y="530924"/>
                </a:lnTo>
                <a:lnTo>
                  <a:pt x="1420730" y="525647"/>
                </a:lnTo>
                <a:lnTo>
                  <a:pt x="1436037" y="518417"/>
                </a:lnTo>
                <a:lnTo>
                  <a:pt x="1447028" y="506092"/>
                </a:lnTo>
                <a:lnTo>
                  <a:pt x="1453972" y="490757"/>
                </a:lnTo>
                <a:lnTo>
                  <a:pt x="1461630" y="475621"/>
                </a:lnTo>
                <a:lnTo>
                  <a:pt x="1469288" y="460486"/>
                </a:lnTo>
                <a:lnTo>
                  <a:pt x="1476947" y="445360"/>
                </a:lnTo>
                <a:lnTo>
                  <a:pt x="1484595" y="430225"/>
                </a:lnTo>
                <a:lnTo>
                  <a:pt x="1492253" y="415090"/>
                </a:lnTo>
                <a:lnTo>
                  <a:pt x="1499911" y="399955"/>
                </a:lnTo>
                <a:lnTo>
                  <a:pt x="1507569" y="384829"/>
                </a:lnTo>
                <a:lnTo>
                  <a:pt x="1515227" y="369694"/>
                </a:lnTo>
                <a:lnTo>
                  <a:pt x="1522876" y="354559"/>
                </a:lnTo>
                <a:lnTo>
                  <a:pt x="1530534" y="339433"/>
                </a:lnTo>
                <a:lnTo>
                  <a:pt x="1538192" y="324298"/>
                </a:lnTo>
                <a:lnTo>
                  <a:pt x="1545850" y="309162"/>
                </a:lnTo>
                <a:lnTo>
                  <a:pt x="1553499" y="294027"/>
                </a:lnTo>
                <a:lnTo>
                  <a:pt x="1561157" y="278902"/>
                </a:lnTo>
                <a:lnTo>
                  <a:pt x="1568815" y="263766"/>
                </a:lnTo>
                <a:lnTo>
                  <a:pt x="1576473" y="248631"/>
                </a:lnTo>
                <a:lnTo>
                  <a:pt x="1584131" y="233505"/>
                </a:lnTo>
                <a:lnTo>
                  <a:pt x="1591789" y="218370"/>
                </a:lnTo>
                <a:lnTo>
                  <a:pt x="1599438" y="203235"/>
                </a:lnTo>
                <a:lnTo>
                  <a:pt x="1607096" y="188100"/>
                </a:lnTo>
                <a:lnTo>
                  <a:pt x="1614754" y="172974"/>
                </a:lnTo>
                <a:lnTo>
                  <a:pt x="1622412" y="157839"/>
                </a:lnTo>
                <a:lnTo>
                  <a:pt x="1630061" y="142704"/>
                </a:lnTo>
                <a:lnTo>
                  <a:pt x="1637719" y="127578"/>
                </a:lnTo>
                <a:lnTo>
                  <a:pt x="1645377" y="112443"/>
                </a:lnTo>
                <a:lnTo>
                  <a:pt x="1653035" y="97307"/>
                </a:lnTo>
                <a:lnTo>
                  <a:pt x="1660693" y="82172"/>
                </a:lnTo>
                <a:lnTo>
                  <a:pt x="1668342" y="67046"/>
                </a:lnTo>
                <a:lnTo>
                  <a:pt x="1676000" y="51911"/>
                </a:lnTo>
                <a:lnTo>
                  <a:pt x="1683658" y="36776"/>
                </a:lnTo>
                <a:lnTo>
                  <a:pt x="1691316" y="21650"/>
                </a:lnTo>
                <a:lnTo>
                  <a:pt x="1698974" y="6515"/>
                </a:lnTo>
                <a:lnTo>
                  <a:pt x="1697469" y="8011"/>
                </a:lnTo>
                <a:lnTo>
                  <a:pt x="1682515" y="15878"/>
                </a:lnTo>
                <a:lnTo>
                  <a:pt x="1666380" y="21060"/>
                </a:lnTo>
                <a:lnTo>
                  <a:pt x="1649901" y="25079"/>
                </a:lnTo>
                <a:lnTo>
                  <a:pt x="1633280" y="28432"/>
                </a:lnTo>
                <a:lnTo>
                  <a:pt x="1616573" y="31328"/>
                </a:lnTo>
                <a:lnTo>
                  <a:pt x="1599809" y="33890"/>
                </a:lnTo>
                <a:lnTo>
                  <a:pt x="1583007" y="36195"/>
                </a:lnTo>
                <a:lnTo>
                  <a:pt x="1566177" y="38290"/>
                </a:lnTo>
                <a:lnTo>
                  <a:pt x="1549327" y="40215"/>
                </a:lnTo>
                <a:lnTo>
                  <a:pt x="1532458" y="41986"/>
                </a:lnTo>
                <a:lnTo>
                  <a:pt x="1515580" y="43634"/>
                </a:lnTo>
                <a:lnTo>
                  <a:pt x="1498692" y="45158"/>
                </a:lnTo>
                <a:lnTo>
                  <a:pt x="1481795" y="46596"/>
                </a:lnTo>
                <a:lnTo>
                  <a:pt x="1464888" y="47949"/>
                </a:lnTo>
                <a:lnTo>
                  <a:pt x="1447981" y="49216"/>
                </a:lnTo>
                <a:lnTo>
                  <a:pt x="1431055" y="50406"/>
                </a:lnTo>
                <a:lnTo>
                  <a:pt x="1414139" y="51530"/>
                </a:lnTo>
                <a:lnTo>
                  <a:pt x="1397213" y="52588"/>
                </a:lnTo>
                <a:lnTo>
                  <a:pt x="1380287" y="53597"/>
                </a:lnTo>
                <a:lnTo>
                  <a:pt x="1363351" y="54550"/>
                </a:lnTo>
                <a:lnTo>
                  <a:pt x="1346416" y="55445"/>
                </a:lnTo>
                <a:lnTo>
                  <a:pt x="1329480" y="56302"/>
                </a:lnTo>
                <a:lnTo>
                  <a:pt x="1312535" y="57112"/>
                </a:lnTo>
                <a:lnTo>
                  <a:pt x="1295600" y="57874"/>
                </a:lnTo>
                <a:lnTo>
                  <a:pt x="1278655" y="58598"/>
                </a:lnTo>
                <a:lnTo>
                  <a:pt x="1261710" y="59284"/>
                </a:lnTo>
                <a:lnTo>
                  <a:pt x="1244765" y="59931"/>
                </a:lnTo>
                <a:lnTo>
                  <a:pt x="1227811" y="60541"/>
                </a:lnTo>
                <a:lnTo>
                  <a:pt x="1210866" y="61122"/>
                </a:lnTo>
                <a:lnTo>
                  <a:pt x="1193911" y="61665"/>
                </a:lnTo>
                <a:lnTo>
                  <a:pt x="1176966" y="62179"/>
                </a:lnTo>
                <a:lnTo>
                  <a:pt x="1160012" y="62655"/>
                </a:lnTo>
                <a:lnTo>
                  <a:pt x="1143057" y="63113"/>
                </a:lnTo>
                <a:lnTo>
                  <a:pt x="1126103" y="63532"/>
                </a:lnTo>
                <a:lnTo>
                  <a:pt x="1109148" y="63922"/>
                </a:lnTo>
                <a:lnTo>
                  <a:pt x="1092194" y="64294"/>
                </a:lnTo>
                <a:lnTo>
                  <a:pt x="1075239" y="64627"/>
                </a:lnTo>
                <a:lnTo>
                  <a:pt x="1058285" y="64941"/>
                </a:lnTo>
                <a:lnTo>
                  <a:pt x="1041321" y="65227"/>
                </a:lnTo>
                <a:lnTo>
                  <a:pt x="1024366" y="65484"/>
                </a:lnTo>
                <a:lnTo>
                  <a:pt x="1007412" y="65723"/>
                </a:lnTo>
                <a:lnTo>
                  <a:pt x="990457" y="65932"/>
                </a:lnTo>
                <a:lnTo>
                  <a:pt x="973493" y="66113"/>
                </a:lnTo>
                <a:lnTo>
                  <a:pt x="956539" y="66275"/>
                </a:lnTo>
                <a:lnTo>
                  <a:pt x="939575" y="66408"/>
                </a:lnTo>
                <a:lnTo>
                  <a:pt x="922620" y="66513"/>
                </a:lnTo>
                <a:lnTo>
                  <a:pt x="905666" y="66608"/>
                </a:lnTo>
                <a:lnTo>
                  <a:pt x="888702" y="66675"/>
                </a:lnTo>
                <a:lnTo>
                  <a:pt x="871747" y="66713"/>
                </a:lnTo>
                <a:lnTo>
                  <a:pt x="854783" y="66732"/>
                </a:lnTo>
                <a:lnTo>
                  <a:pt x="837829" y="66723"/>
                </a:lnTo>
                <a:lnTo>
                  <a:pt x="820865" y="66694"/>
                </a:lnTo>
                <a:lnTo>
                  <a:pt x="803910" y="66637"/>
                </a:lnTo>
                <a:lnTo>
                  <a:pt x="786946" y="66561"/>
                </a:lnTo>
                <a:lnTo>
                  <a:pt x="769991" y="66456"/>
                </a:lnTo>
                <a:lnTo>
                  <a:pt x="753027" y="66332"/>
                </a:lnTo>
                <a:lnTo>
                  <a:pt x="736073" y="66180"/>
                </a:lnTo>
                <a:lnTo>
                  <a:pt x="719118" y="66008"/>
                </a:lnTo>
                <a:lnTo>
                  <a:pt x="702154" y="65808"/>
                </a:lnTo>
                <a:lnTo>
                  <a:pt x="685200" y="65589"/>
                </a:lnTo>
                <a:lnTo>
                  <a:pt x="668245" y="65342"/>
                </a:lnTo>
                <a:lnTo>
                  <a:pt x="651281" y="65065"/>
                </a:lnTo>
                <a:lnTo>
                  <a:pt x="634327" y="64770"/>
                </a:lnTo>
                <a:lnTo>
                  <a:pt x="617372" y="64437"/>
                </a:lnTo>
                <a:lnTo>
                  <a:pt x="600418" y="64084"/>
                </a:lnTo>
                <a:lnTo>
                  <a:pt x="583463" y="63703"/>
                </a:lnTo>
                <a:lnTo>
                  <a:pt x="566509" y="63294"/>
                </a:lnTo>
                <a:lnTo>
                  <a:pt x="549554" y="62855"/>
                </a:lnTo>
                <a:lnTo>
                  <a:pt x="532600" y="62389"/>
                </a:lnTo>
                <a:lnTo>
                  <a:pt x="515655" y="61893"/>
                </a:lnTo>
                <a:lnTo>
                  <a:pt x="498700" y="61360"/>
                </a:lnTo>
                <a:lnTo>
                  <a:pt x="481755" y="60798"/>
                </a:lnTo>
                <a:lnTo>
                  <a:pt x="464801" y="60198"/>
                </a:lnTo>
                <a:lnTo>
                  <a:pt x="447856" y="59569"/>
                </a:lnTo>
                <a:lnTo>
                  <a:pt x="430911" y="58903"/>
                </a:lnTo>
                <a:lnTo>
                  <a:pt x="413966" y="58188"/>
                </a:lnTo>
                <a:lnTo>
                  <a:pt x="397021" y="57445"/>
                </a:lnTo>
                <a:lnTo>
                  <a:pt x="380086" y="56655"/>
                </a:lnTo>
                <a:lnTo>
                  <a:pt x="363141" y="55826"/>
                </a:lnTo>
                <a:lnTo>
                  <a:pt x="346205" y="54940"/>
                </a:lnTo>
                <a:lnTo>
                  <a:pt x="329270" y="54016"/>
                </a:lnTo>
                <a:lnTo>
                  <a:pt x="312344" y="53035"/>
                </a:lnTo>
                <a:lnTo>
                  <a:pt x="295418" y="51997"/>
                </a:lnTo>
                <a:lnTo>
                  <a:pt x="278492" y="50902"/>
                </a:lnTo>
                <a:lnTo>
                  <a:pt x="261576" y="49730"/>
                </a:lnTo>
                <a:lnTo>
                  <a:pt x="244659" y="48501"/>
                </a:lnTo>
                <a:lnTo>
                  <a:pt x="227752" y="47187"/>
                </a:lnTo>
                <a:lnTo>
                  <a:pt x="210845" y="45796"/>
                </a:lnTo>
                <a:lnTo>
                  <a:pt x="193958" y="44310"/>
                </a:lnTo>
                <a:lnTo>
                  <a:pt x="177070" y="42710"/>
                </a:lnTo>
                <a:lnTo>
                  <a:pt x="160201" y="40996"/>
                </a:lnTo>
                <a:lnTo>
                  <a:pt x="143342" y="39138"/>
                </a:lnTo>
                <a:lnTo>
                  <a:pt x="126502" y="37119"/>
                </a:lnTo>
                <a:lnTo>
                  <a:pt x="109690" y="34909"/>
                </a:lnTo>
                <a:lnTo>
                  <a:pt x="92907" y="32471"/>
                </a:lnTo>
                <a:lnTo>
                  <a:pt x="76171" y="29728"/>
                </a:lnTo>
                <a:lnTo>
                  <a:pt x="59512" y="26594"/>
                </a:lnTo>
                <a:lnTo>
                  <a:pt x="42958" y="22898"/>
                </a:lnTo>
                <a:lnTo>
                  <a:pt x="26632" y="18307"/>
                </a:lnTo>
                <a:lnTo>
                  <a:pt x="10935" y="119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CB2BD416-7573-463E-BE36-194E77BA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5162" y="2070859"/>
            <a:ext cx="1702298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C728339C-B498-46DD-955C-BD4B9F02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0194" y="2823543"/>
            <a:ext cx="1189625" cy="570786"/>
          </a:xfrm>
          <a:custGeom xmlns:a="http://schemas.openxmlformats.org/drawingml/2006/main">
            <a:pathLst>
              <a:path w="1189625" h="570786">
                <a:moveTo>
                  <a:pt x="0" y="0"/>
                </a:moveTo>
                <a:lnTo>
                  <a:pt x="6934" y="14573"/>
                </a:lnTo>
                <a:lnTo>
                  <a:pt x="13868" y="29137"/>
                </a:lnTo>
                <a:lnTo>
                  <a:pt x="20803" y="43710"/>
                </a:lnTo>
                <a:lnTo>
                  <a:pt x="27737" y="58283"/>
                </a:lnTo>
                <a:lnTo>
                  <a:pt x="34671" y="72847"/>
                </a:lnTo>
                <a:lnTo>
                  <a:pt x="41605" y="87420"/>
                </a:lnTo>
                <a:lnTo>
                  <a:pt x="48539" y="101994"/>
                </a:lnTo>
                <a:lnTo>
                  <a:pt x="55474" y="116557"/>
                </a:lnTo>
                <a:lnTo>
                  <a:pt x="62408" y="131131"/>
                </a:lnTo>
                <a:lnTo>
                  <a:pt x="69342" y="145704"/>
                </a:lnTo>
                <a:lnTo>
                  <a:pt x="76276" y="160268"/>
                </a:lnTo>
                <a:lnTo>
                  <a:pt x="83210" y="174841"/>
                </a:lnTo>
                <a:lnTo>
                  <a:pt x="90145" y="189414"/>
                </a:lnTo>
                <a:lnTo>
                  <a:pt x="97079" y="203978"/>
                </a:lnTo>
                <a:lnTo>
                  <a:pt x="104013" y="218551"/>
                </a:lnTo>
                <a:lnTo>
                  <a:pt x="110947" y="233124"/>
                </a:lnTo>
                <a:lnTo>
                  <a:pt x="117881" y="247688"/>
                </a:lnTo>
                <a:lnTo>
                  <a:pt x="124816" y="262261"/>
                </a:lnTo>
                <a:lnTo>
                  <a:pt x="131750" y="276835"/>
                </a:lnTo>
                <a:lnTo>
                  <a:pt x="138684" y="291408"/>
                </a:lnTo>
                <a:lnTo>
                  <a:pt x="145618" y="305972"/>
                </a:lnTo>
                <a:lnTo>
                  <a:pt x="152552" y="320545"/>
                </a:lnTo>
                <a:lnTo>
                  <a:pt x="159487" y="335118"/>
                </a:lnTo>
                <a:lnTo>
                  <a:pt x="166421" y="349682"/>
                </a:lnTo>
                <a:lnTo>
                  <a:pt x="173355" y="364255"/>
                </a:lnTo>
                <a:lnTo>
                  <a:pt x="180289" y="378828"/>
                </a:lnTo>
                <a:lnTo>
                  <a:pt x="187223" y="393392"/>
                </a:lnTo>
                <a:lnTo>
                  <a:pt x="194158" y="407965"/>
                </a:lnTo>
                <a:lnTo>
                  <a:pt x="201092" y="422539"/>
                </a:lnTo>
                <a:lnTo>
                  <a:pt x="208026" y="437102"/>
                </a:lnTo>
                <a:lnTo>
                  <a:pt x="214951" y="451676"/>
                </a:lnTo>
                <a:lnTo>
                  <a:pt x="221885" y="466249"/>
                </a:lnTo>
                <a:lnTo>
                  <a:pt x="228819" y="480812"/>
                </a:lnTo>
                <a:lnTo>
                  <a:pt x="235753" y="495386"/>
                </a:lnTo>
                <a:lnTo>
                  <a:pt x="241144" y="510426"/>
                </a:lnTo>
                <a:lnTo>
                  <a:pt x="251393" y="522637"/>
                </a:lnTo>
                <a:lnTo>
                  <a:pt x="265243" y="530866"/>
                </a:lnTo>
                <a:lnTo>
                  <a:pt x="280149" y="537029"/>
                </a:lnTo>
                <a:lnTo>
                  <a:pt x="295504" y="541963"/>
                </a:lnTo>
                <a:lnTo>
                  <a:pt x="311106" y="546078"/>
                </a:lnTo>
                <a:lnTo>
                  <a:pt x="326850" y="549593"/>
                </a:lnTo>
                <a:lnTo>
                  <a:pt x="342700" y="552641"/>
                </a:lnTo>
                <a:lnTo>
                  <a:pt x="358616" y="555298"/>
                </a:lnTo>
                <a:lnTo>
                  <a:pt x="374580" y="557641"/>
                </a:lnTo>
                <a:lnTo>
                  <a:pt x="390582" y="559727"/>
                </a:lnTo>
                <a:lnTo>
                  <a:pt x="406613" y="561565"/>
                </a:lnTo>
                <a:lnTo>
                  <a:pt x="422662" y="563185"/>
                </a:lnTo>
                <a:lnTo>
                  <a:pt x="438741" y="564623"/>
                </a:lnTo>
                <a:lnTo>
                  <a:pt x="454828" y="565880"/>
                </a:lnTo>
                <a:lnTo>
                  <a:pt x="470926" y="566976"/>
                </a:lnTo>
                <a:lnTo>
                  <a:pt x="487032" y="567919"/>
                </a:lnTo>
                <a:lnTo>
                  <a:pt x="503149" y="568719"/>
                </a:lnTo>
                <a:lnTo>
                  <a:pt x="519265" y="569385"/>
                </a:lnTo>
                <a:lnTo>
                  <a:pt x="535400" y="569919"/>
                </a:lnTo>
                <a:lnTo>
                  <a:pt x="551526" y="570319"/>
                </a:lnTo>
                <a:lnTo>
                  <a:pt x="567661" y="570595"/>
                </a:lnTo>
                <a:lnTo>
                  <a:pt x="583797" y="570748"/>
                </a:lnTo>
                <a:lnTo>
                  <a:pt x="599932" y="570786"/>
                </a:lnTo>
                <a:lnTo>
                  <a:pt x="616067" y="570690"/>
                </a:lnTo>
                <a:lnTo>
                  <a:pt x="632203" y="570481"/>
                </a:lnTo>
                <a:lnTo>
                  <a:pt x="648338" y="570147"/>
                </a:lnTo>
                <a:lnTo>
                  <a:pt x="664464" y="569681"/>
                </a:lnTo>
                <a:lnTo>
                  <a:pt x="680590" y="569090"/>
                </a:lnTo>
                <a:lnTo>
                  <a:pt x="696706" y="568366"/>
                </a:lnTo>
                <a:lnTo>
                  <a:pt x="712822" y="567490"/>
                </a:lnTo>
                <a:lnTo>
                  <a:pt x="728929" y="566480"/>
                </a:lnTo>
                <a:lnTo>
                  <a:pt x="745017" y="565309"/>
                </a:lnTo>
                <a:lnTo>
                  <a:pt x="761095" y="563966"/>
                </a:lnTo>
                <a:lnTo>
                  <a:pt x="777164" y="562442"/>
                </a:lnTo>
                <a:lnTo>
                  <a:pt x="793204" y="560718"/>
                </a:lnTo>
                <a:lnTo>
                  <a:pt x="809225" y="558775"/>
                </a:lnTo>
                <a:lnTo>
                  <a:pt x="825208" y="556574"/>
                </a:lnTo>
                <a:lnTo>
                  <a:pt x="841153" y="554079"/>
                </a:lnTo>
                <a:lnTo>
                  <a:pt x="857031" y="551250"/>
                </a:lnTo>
                <a:lnTo>
                  <a:pt x="872842" y="547992"/>
                </a:lnTo>
                <a:lnTo>
                  <a:pt x="888530" y="544220"/>
                </a:lnTo>
                <a:lnTo>
                  <a:pt x="904027" y="539744"/>
                </a:lnTo>
                <a:lnTo>
                  <a:pt x="919210" y="534295"/>
                </a:lnTo>
                <a:lnTo>
                  <a:pt x="933745" y="527314"/>
                </a:lnTo>
                <a:lnTo>
                  <a:pt x="946490" y="517512"/>
                </a:lnTo>
                <a:lnTo>
                  <a:pt x="952814" y="503053"/>
                </a:lnTo>
                <a:lnTo>
                  <a:pt x="959749" y="488480"/>
                </a:lnTo>
                <a:lnTo>
                  <a:pt x="966683" y="473907"/>
                </a:lnTo>
                <a:lnTo>
                  <a:pt x="973617" y="459343"/>
                </a:lnTo>
                <a:lnTo>
                  <a:pt x="980551" y="444770"/>
                </a:lnTo>
                <a:lnTo>
                  <a:pt x="987485" y="430197"/>
                </a:lnTo>
                <a:lnTo>
                  <a:pt x="994420" y="415633"/>
                </a:lnTo>
                <a:lnTo>
                  <a:pt x="1001354" y="401060"/>
                </a:lnTo>
                <a:lnTo>
                  <a:pt x="1008288" y="386486"/>
                </a:lnTo>
                <a:lnTo>
                  <a:pt x="1015222" y="371923"/>
                </a:lnTo>
                <a:lnTo>
                  <a:pt x="1022156" y="357349"/>
                </a:lnTo>
                <a:lnTo>
                  <a:pt x="1029091" y="342776"/>
                </a:lnTo>
                <a:lnTo>
                  <a:pt x="1036025" y="328212"/>
                </a:lnTo>
                <a:lnTo>
                  <a:pt x="1042959" y="313639"/>
                </a:lnTo>
                <a:lnTo>
                  <a:pt x="1049893" y="299066"/>
                </a:lnTo>
                <a:lnTo>
                  <a:pt x="1056827" y="284502"/>
                </a:lnTo>
                <a:lnTo>
                  <a:pt x="1063762" y="269929"/>
                </a:lnTo>
                <a:lnTo>
                  <a:pt x="1070686" y="255356"/>
                </a:lnTo>
                <a:lnTo>
                  <a:pt x="1077620" y="240792"/>
                </a:lnTo>
                <a:lnTo>
                  <a:pt x="1084555" y="226219"/>
                </a:lnTo>
                <a:lnTo>
                  <a:pt x="1091489" y="211646"/>
                </a:lnTo>
                <a:lnTo>
                  <a:pt x="1098423" y="197082"/>
                </a:lnTo>
                <a:lnTo>
                  <a:pt x="1105357" y="182509"/>
                </a:lnTo>
                <a:lnTo>
                  <a:pt x="1112291" y="167935"/>
                </a:lnTo>
                <a:lnTo>
                  <a:pt x="1119226" y="153372"/>
                </a:lnTo>
                <a:lnTo>
                  <a:pt x="1126160" y="138798"/>
                </a:lnTo>
                <a:lnTo>
                  <a:pt x="1133094" y="124225"/>
                </a:lnTo>
                <a:lnTo>
                  <a:pt x="1140028" y="109661"/>
                </a:lnTo>
                <a:lnTo>
                  <a:pt x="1146962" y="95088"/>
                </a:lnTo>
                <a:lnTo>
                  <a:pt x="1153897" y="80515"/>
                </a:lnTo>
                <a:lnTo>
                  <a:pt x="1160831" y="65951"/>
                </a:lnTo>
                <a:lnTo>
                  <a:pt x="1167765" y="51378"/>
                </a:lnTo>
                <a:lnTo>
                  <a:pt x="1174699" y="36805"/>
                </a:lnTo>
                <a:lnTo>
                  <a:pt x="1181633" y="22241"/>
                </a:lnTo>
                <a:lnTo>
                  <a:pt x="1188568" y="7668"/>
                </a:lnTo>
                <a:lnTo>
                  <a:pt x="1189625" y="7049"/>
                </a:lnTo>
                <a:lnTo>
                  <a:pt x="1176852" y="16697"/>
                </a:lnTo>
                <a:lnTo>
                  <a:pt x="1161993" y="22946"/>
                </a:lnTo>
                <a:lnTo>
                  <a:pt x="1146581" y="27708"/>
                </a:lnTo>
                <a:lnTo>
                  <a:pt x="1130922" y="31623"/>
                </a:lnTo>
                <a:lnTo>
                  <a:pt x="1115139" y="34966"/>
                </a:lnTo>
                <a:lnTo>
                  <a:pt x="1099271" y="37890"/>
                </a:lnTo>
                <a:lnTo>
                  <a:pt x="1083345" y="40481"/>
                </a:lnTo>
                <a:lnTo>
                  <a:pt x="1067381" y="42824"/>
                </a:lnTo>
                <a:lnTo>
                  <a:pt x="1051389" y="44948"/>
                </a:lnTo>
                <a:lnTo>
                  <a:pt x="1035368" y="46892"/>
                </a:lnTo>
                <a:lnTo>
                  <a:pt x="1019327" y="48663"/>
                </a:lnTo>
                <a:lnTo>
                  <a:pt x="1003278" y="50302"/>
                </a:lnTo>
                <a:lnTo>
                  <a:pt x="987209" y="51826"/>
                </a:lnTo>
                <a:lnTo>
                  <a:pt x="971140" y="53226"/>
                </a:lnTo>
                <a:lnTo>
                  <a:pt x="955053" y="54531"/>
                </a:lnTo>
                <a:lnTo>
                  <a:pt x="938965" y="55750"/>
                </a:lnTo>
                <a:lnTo>
                  <a:pt x="922868" y="56864"/>
                </a:lnTo>
                <a:lnTo>
                  <a:pt x="906761" y="57912"/>
                </a:lnTo>
                <a:lnTo>
                  <a:pt x="890654" y="58884"/>
                </a:lnTo>
                <a:lnTo>
                  <a:pt x="874547" y="59779"/>
                </a:lnTo>
                <a:lnTo>
                  <a:pt x="858431" y="60617"/>
                </a:lnTo>
                <a:lnTo>
                  <a:pt x="842315" y="61389"/>
                </a:lnTo>
                <a:lnTo>
                  <a:pt x="826199" y="62103"/>
                </a:lnTo>
                <a:lnTo>
                  <a:pt x="810073" y="62751"/>
                </a:lnTo>
                <a:lnTo>
                  <a:pt x="793947" y="63351"/>
                </a:lnTo>
                <a:lnTo>
                  <a:pt x="777821" y="63894"/>
                </a:lnTo>
                <a:lnTo>
                  <a:pt x="761695" y="64389"/>
                </a:lnTo>
                <a:lnTo>
                  <a:pt x="745560" y="64827"/>
                </a:lnTo>
                <a:lnTo>
                  <a:pt x="729434" y="65218"/>
                </a:lnTo>
                <a:lnTo>
                  <a:pt x="713299" y="65570"/>
                </a:lnTo>
                <a:lnTo>
                  <a:pt x="697163" y="65865"/>
                </a:lnTo>
                <a:lnTo>
                  <a:pt x="681028" y="66123"/>
                </a:lnTo>
                <a:lnTo>
                  <a:pt x="664893" y="66332"/>
                </a:lnTo>
                <a:lnTo>
                  <a:pt x="648757" y="66494"/>
                </a:lnTo>
                <a:lnTo>
                  <a:pt x="632622" y="66618"/>
                </a:lnTo>
                <a:lnTo>
                  <a:pt x="616487" y="66694"/>
                </a:lnTo>
                <a:lnTo>
                  <a:pt x="600351" y="66723"/>
                </a:lnTo>
                <a:lnTo>
                  <a:pt x="584216" y="66713"/>
                </a:lnTo>
                <a:lnTo>
                  <a:pt x="568081" y="66665"/>
                </a:lnTo>
                <a:lnTo>
                  <a:pt x="551945" y="66570"/>
                </a:lnTo>
                <a:lnTo>
                  <a:pt x="535810" y="66427"/>
                </a:lnTo>
                <a:lnTo>
                  <a:pt x="519674" y="66237"/>
                </a:lnTo>
                <a:lnTo>
                  <a:pt x="503539" y="66008"/>
                </a:lnTo>
                <a:lnTo>
                  <a:pt x="487413" y="65732"/>
                </a:lnTo>
                <a:lnTo>
                  <a:pt x="471278" y="65418"/>
                </a:lnTo>
                <a:lnTo>
                  <a:pt x="455143" y="65046"/>
                </a:lnTo>
                <a:lnTo>
                  <a:pt x="439017" y="64627"/>
                </a:lnTo>
                <a:lnTo>
                  <a:pt x="422881" y="64160"/>
                </a:lnTo>
                <a:lnTo>
                  <a:pt x="406756" y="63637"/>
                </a:lnTo>
                <a:lnTo>
                  <a:pt x="390630" y="63075"/>
                </a:lnTo>
                <a:lnTo>
                  <a:pt x="374504" y="62446"/>
                </a:lnTo>
                <a:lnTo>
                  <a:pt x="358388" y="61770"/>
                </a:lnTo>
                <a:lnTo>
                  <a:pt x="342262" y="61027"/>
                </a:lnTo>
                <a:lnTo>
                  <a:pt x="326146" y="60236"/>
                </a:lnTo>
                <a:lnTo>
                  <a:pt x="310039" y="59369"/>
                </a:lnTo>
                <a:lnTo>
                  <a:pt x="293932" y="58436"/>
                </a:lnTo>
                <a:lnTo>
                  <a:pt x="277825" y="57426"/>
                </a:lnTo>
                <a:lnTo>
                  <a:pt x="261728" y="56350"/>
                </a:lnTo>
                <a:lnTo>
                  <a:pt x="245631" y="55178"/>
                </a:lnTo>
                <a:lnTo>
                  <a:pt x="229543" y="53931"/>
                </a:lnTo>
                <a:lnTo>
                  <a:pt x="213465" y="52578"/>
                </a:lnTo>
                <a:lnTo>
                  <a:pt x="197396" y="51121"/>
                </a:lnTo>
                <a:lnTo>
                  <a:pt x="181337" y="49540"/>
                </a:lnTo>
                <a:lnTo>
                  <a:pt x="165287" y="47844"/>
                </a:lnTo>
                <a:lnTo>
                  <a:pt x="149257" y="45987"/>
                </a:lnTo>
                <a:lnTo>
                  <a:pt x="133255" y="43967"/>
                </a:lnTo>
                <a:lnTo>
                  <a:pt x="117272" y="41748"/>
                </a:lnTo>
                <a:lnTo>
                  <a:pt x="101317" y="39291"/>
                </a:lnTo>
                <a:lnTo>
                  <a:pt x="85420" y="36547"/>
                </a:lnTo>
                <a:lnTo>
                  <a:pt x="69590" y="33442"/>
                </a:lnTo>
                <a:lnTo>
                  <a:pt x="53854" y="29851"/>
                </a:lnTo>
                <a:lnTo>
                  <a:pt x="38300" y="25584"/>
                </a:lnTo>
                <a:lnTo>
                  <a:pt x="23079" y="20231"/>
                </a:lnTo>
                <a:lnTo>
                  <a:pt x="8801" y="127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AB16F2DB-3A82-466F-A987-8550A217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0203" y="2728655"/>
            <a:ext cx="1192216" cy="18976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25E6C0C8-48E0-4551-94F2-641361B7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7466" y="817750"/>
            <a:ext cx="1557671" cy="2624280"/>
          </a:xfrm>
          <a:custGeom xmlns:a="http://schemas.openxmlformats.org/drawingml/2006/main">
            <a:pathLst>
              <a:path w="1557671" h="2624280">
                <a:moveTo>
                  <a:pt x="0" y="0"/>
                </a:moveTo>
                <a:lnTo>
                  <a:pt x="133" y="32842"/>
                </a:lnTo>
                <a:lnTo>
                  <a:pt x="9611" y="64303"/>
                </a:lnTo>
                <a:lnTo>
                  <a:pt x="19079" y="95774"/>
                </a:lnTo>
                <a:lnTo>
                  <a:pt x="28556" y="127244"/>
                </a:lnTo>
                <a:lnTo>
                  <a:pt x="38024" y="158706"/>
                </a:lnTo>
                <a:lnTo>
                  <a:pt x="47501" y="190176"/>
                </a:lnTo>
                <a:lnTo>
                  <a:pt x="56969" y="221637"/>
                </a:lnTo>
                <a:lnTo>
                  <a:pt x="66446" y="253108"/>
                </a:lnTo>
                <a:lnTo>
                  <a:pt x="75914" y="284578"/>
                </a:lnTo>
                <a:lnTo>
                  <a:pt x="85392" y="316040"/>
                </a:lnTo>
                <a:lnTo>
                  <a:pt x="94859" y="347510"/>
                </a:lnTo>
                <a:lnTo>
                  <a:pt x="104327" y="378971"/>
                </a:lnTo>
                <a:lnTo>
                  <a:pt x="113805" y="410442"/>
                </a:lnTo>
                <a:lnTo>
                  <a:pt x="123273" y="441903"/>
                </a:lnTo>
                <a:lnTo>
                  <a:pt x="132750" y="473373"/>
                </a:lnTo>
                <a:lnTo>
                  <a:pt x="142218" y="504844"/>
                </a:lnTo>
                <a:lnTo>
                  <a:pt x="151695" y="536305"/>
                </a:lnTo>
                <a:lnTo>
                  <a:pt x="161163" y="567776"/>
                </a:lnTo>
                <a:lnTo>
                  <a:pt x="170640" y="599237"/>
                </a:lnTo>
                <a:lnTo>
                  <a:pt x="179832" y="630784"/>
                </a:lnTo>
                <a:lnTo>
                  <a:pt x="187652" y="662702"/>
                </a:lnTo>
                <a:lnTo>
                  <a:pt x="195396" y="694639"/>
                </a:lnTo>
                <a:lnTo>
                  <a:pt x="202682" y="726681"/>
                </a:lnTo>
                <a:lnTo>
                  <a:pt x="209969" y="758723"/>
                </a:lnTo>
                <a:lnTo>
                  <a:pt x="217265" y="790766"/>
                </a:lnTo>
                <a:lnTo>
                  <a:pt x="224552" y="822808"/>
                </a:lnTo>
                <a:lnTo>
                  <a:pt x="231839" y="854850"/>
                </a:lnTo>
                <a:lnTo>
                  <a:pt x="239125" y="886892"/>
                </a:lnTo>
                <a:lnTo>
                  <a:pt x="246412" y="918934"/>
                </a:lnTo>
                <a:lnTo>
                  <a:pt x="253698" y="950976"/>
                </a:lnTo>
                <a:lnTo>
                  <a:pt x="260985" y="983018"/>
                </a:lnTo>
                <a:lnTo>
                  <a:pt x="268272" y="1015070"/>
                </a:lnTo>
                <a:lnTo>
                  <a:pt x="275568" y="1047112"/>
                </a:lnTo>
                <a:lnTo>
                  <a:pt x="282854" y="1079154"/>
                </a:lnTo>
                <a:lnTo>
                  <a:pt x="290141" y="1111196"/>
                </a:lnTo>
                <a:lnTo>
                  <a:pt x="297428" y="1143238"/>
                </a:lnTo>
                <a:lnTo>
                  <a:pt x="304714" y="1175280"/>
                </a:lnTo>
                <a:lnTo>
                  <a:pt x="312001" y="1207322"/>
                </a:lnTo>
                <a:lnTo>
                  <a:pt x="319288" y="1239364"/>
                </a:lnTo>
                <a:lnTo>
                  <a:pt x="326574" y="1271407"/>
                </a:lnTo>
                <a:lnTo>
                  <a:pt x="333623" y="1303506"/>
                </a:lnTo>
                <a:lnTo>
                  <a:pt x="340538" y="1335634"/>
                </a:lnTo>
                <a:lnTo>
                  <a:pt x="347282" y="1367790"/>
                </a:lnTo>
                <a:lnTo>
                  <a:pt x="353920" y="1399975"/>
                </a:lnTo>
                <a:lnTo>
                  <a:pt x="360569" y="1432160"/>
                </a:lnTo>
                <a:lnTo>
                  <a:pt x="367208" y="1464345"/>
                </a:lnTo>
                <a:lnTo>
                  <a:pt x="373847" y="1496530"/>
                </a:lnTo>
                <a:lnTo>
                  <a:pt x="380495" y="1528705"/>
                </a:lnTo>
                <a:lnTo>
                  <a:pt x="387134" y="1560890"/>
                </a:lnTo>
                <a:lnTo>
                  <a:pt x="393783" y="1593075"/>
                </a:lnTo>
                <a:lnTo>
                  <a:pt x="400421" y="1625260"/>
                </a:lnTo>
                <a:lnTo>
                  <a:pt x="407070" y="1657445"/>
                </a:lnTo>
                <a:lnTo>
                  <a:pt x="413709" y="1689621"/>
                </a:lnTo>
                <a:lnTo>
                  <a:pt x="420348" y="1721806"/>
                </a:lnTo>
                <a:lnTo>
                  <a:pt x="426996" y="1753991"/>
                </a:lnTo>
                <a:lnTo>
                  <a:pt x="433635" y="1786176"/>
                </a:lnTo>
                <a:lnTo>
                  <a:pt x="440284" y="1818351"/>
                </a:lnTo>
                <a:lnTo>
                  <a:pt x="446923" y="1850536"/>
                </a:lnTo>
                <a:lnTo>
                  <a:pt x="453571" y="1882721"/>
                </a:lnTo>
                <a:lnTo>
                  <a:pt x="460210" y="1914906"/>
                </a:lnTo>
                <a:lnTo>
                  <a:pt x="466820" y="1947091"/>
                </a:lnTo>
                <a:lnTo>
                  <a:pt x="473259" y="1979314"/>
                </a:lnTo>
                <a:lnTo>
                  <a:pt x="479689" y="2011547"/>
                </a:lnTo>
                <a:lnTo>
                  <a:pt x="486061" y="2043779"/>
                </a:lnTo>
                <a:lnTo>
                  <a:pt x="492433" y="2076021"/>
                </a:lnTo>
                <a:lnTo>
                  <a:pt x="494786" y="2104958"/>
                </a:lnTo>
                <a:lnTo>
                  <a:pt x="461924" y="2104958"/>
                </a:lnTo>
                <a:lnTo>
                  <a:pt x="429063" y="2104958"/>
                </a:lnTo>
                <a:lnTo>
                  <a:pt x="396202" y="2104958"/>
                </a:lnTo>
                <a:lnTo>
                  <a:pt x="363341" y="2104958"/>
                </a:lnTo>
                <a:lnTo>
                  <a:pt x="330479" y="2104958"/>
                </a:lnTo>
                <a:lnTo>
                  <a:pt x="297618" y="2104958"/>
                </a:lnTo>
                <a:lnTo>
                  <a:pt x="264757" y="2104958"/>
                </a:lnTo>
                <a:lnTo>
                  <a:pt x="258032" y="2115712"/>
                </a:lnTo>
                <a:lnTo>
                  <a:pt x="281388" y="2138829"/>
                </a:lnTo>
                <a:lnTo>
                  <a:pt x="304743" y="2161946"/>
                </a:lnTo>
                <a:lnTo>
                  <a:pt x="328098" y="2185054"/>
                </a:lnTo>
                <a:lnTo>
                  <a:pt x="351453" y="2208171"/>
                </a:lnTo>
                <a:lnTo>
                  <a:pt x="374809" y="2231288"/>
                </a:lnTo>
                <a:lnTo>
                  <a:pt x="398164" y="2254406"/>
                </a:lnTo>
                <a:lnTo>
                  <a:pt x="421519" y="2277523"/>
                </a:lnTo>
                <a:lnTo>
                  <a:pt x="444875" y="2300640"/>
                </a:lnTo>
                <a:lnTo>
                  <a:pt x="468230" y="2323757"/>
                </a:lnTo>
                <a:lnTo>
                  <a:pt x="491585" y="2346874"/>
                </a:lnTo>
                <a:lnTo>
                  <a:pt x="514941" y="2369991"/>
                </a:lnTo>
                <a:lnTo>
                  <a:pt x="538296" y="2393109"/>
                </a:lnTo>
                <a:lnTo>
                  <a:pt x="561651" y="2416226"/>
                </a:lnTo>
                <a:lnTo>
                  <a:pt x="585006" y="2439343"/>
                </a:lnTo>
                <a:lnTo>
                  <a:pt x="608362" y="2462460"/>
                </a:lnTo>
                <a:lnTo>
                  <a:pt x="631717" y="2485577"/>
                </a:lnTo>
                <a:lnTo>
                  <a:pt x="655072" y="2508695"/>
                </a:lnTo>
                <a:lnTo>
                  <a:pt x="678428" y="2531812"/>
                </a:lnTo>
                <a:lnTo>
                  <a:pt x="701783" y="2554929"/>
                </a:lnTo>
                <a:lnTo>
                  <a:pt x="725138" y="2578046"/>
                </a:lnTo>
                <a:lnTo>
                  <a:pt x="748494" y="2601163"/>
                </a:lnTo>
                <a:lnTo>
                  <a:pt x="771849" y="2624280"/>
                </a:lnTo>
                <a:lnTo>
                  <a:pt x="795204" y="2615003"/>
                </a:lnTo>
                <a:lnTo>
                  <a:pt x="818559" y="2591886"/>
                </a:lnTo>
                <a:lnTo>
                  <a:pt x="841915" y="2568769"/>
                </a:lnTo>
                <a:lnTo>
                  <a:pt x="865270" y="2545652"/>
                </a:lnTo>
                <a:lnTo>
                  <a:pt x="888625" y="2522534"/>
                </a:lnTo>
                <a:lnTo>
                  <a:pt x="911981" y="2499417"/>
                </a:lnTo>
                <a:lnTo>
                  <a:pt x="935336" y="2476300"/>
                </a:lnTo>
                <a:lnTo>
                  <a:pt x="958691" y="2453183"/>
                </a:lnTo>
                <a:lnTo>
                  <a:pt x="982047" y="2430066"/>
                </a:lnTo>
                <a:lnTo>
                  <a:pt x="1005402" y="2406948"/>
                </a:lnTo>
                <a:lnTo>
                  <a:pt x="1028757" y="2383831"/>
                </a:lnTo>
                <a:lnTo>
                  <a:pt x="1052112" y="2360714"/>
                </a:lnTo>
                <a:lnTo>
                  <a:pt x="1075468" y="2337597"/>
                </a:lnTo>
                <a:lnTo>
                  <a:pt x="1098823" y="2314480"/>
                </a:lnTo>
                <a:lnTo>
                  <a:pt x="1122178" y="2291363"/>
                </a:lnTo>
                <a:lnTo>
                  <a:pt x="1145534" y="2268245"/>
                </a:lnTo>
                <a:lnTo>
                  <a:pt x="1168889" y="2245128"/>
                </a:lnTo>
                <a:lnTo>
                  <a:pt x="1192244" y="2222011"/>
                </a:lnTo>
                <a:lnTo>
                  <a:pt x="1215600" y="2198894"/>
                </a:lnTo>
                <a:lnTo>
                  <a:pt x="1238955" y="2175777"/>
                </a:lnTo>
                <a:lnTo>
                  <a:pt x="1262310" y="2152660"/>
                </a:lnTo>
                <a:lnTo>
                  <a:pt x="1285665" y="2129542"/>
                </a:lnTo>
                <a:lnTo>
                  <a:pt x="1309021" y="2106435"/>
                </a:lnTo>
                <a:lnTo>
                  <a:pt x="1279722" y="2104958"/>
                </a:lnTo>
                <a:lnTo>
                  <a:pt x="1246861" y="2104958"/>
                </a:lnTo>
                <a:lnTo>
                  <a:pt x="1213999" y="2104958"/>
                </a:lnTo>
                <a:lnTo>
                  <a:pt x="1181138" y="2104958"/>
                </a:lnTo>
                <a:lnTo>
                  <a:pt x="1148277" y="2104958"/>
                </a:lnTo>
                <a:lnTo>
                  <a:pt x="1115416" y="2104958"/>
                </a:lnTo>
                <a:lnTo>
                  <a:pt x="1082554" y="2104958"/>
                </a:lnTo>
                <a:lnTo>
                  <a:pt x="1061428" y="2095319"/>
                </a:lnTo>
                <a:lnTo>
                  <a:pt x="1067800" y="2063086"/>
                </a:lnTo>
                <a:lnTo>
                  <a:pt x="1074163" y="2030844"/>
                </a:lnTo>
                <a:lnTo>
                  <a:pt x="1080554" y="1998612"/>
                </a:lnTo>
                <a:lnTo>
                  <a:pt x="1086993" y="1966389"/>
                </a:lnTo>
                <a:lnTo>
                  <a:pt x="1093480" y="1934175"/>
                </a:lnTo>
                <a:lnTo>
                  <a:pt x="1100128" y="1901990"/>
                </a:lnTo>
                <a:lnTo>
                  <a:pt x="1106767" y="1869805"/>
                </a:lnTo>
                <a:lnTo>
                  <a:pt x="1113415" y="1837620"/>
                </a:lnTo>
                <a:lnTo>
                  <a:pt x="1120054" y="1805435"/>
                </a:lnTo>
                <a:lnTo>
                  <a:pt x="1126703" y="1773260"/>
                </a:lnTo>
                <a:lnTo>
                  <a:pt x="1133342" y="1741075"/>
                </a:lnTo>
                <a:lnTo>
                  <a:pt x="1139990" y="1708890"/>
                </a:lnTo>
                <a:lnTo>
                  <a:pt x="1146629" y="1676705"/>
                </a:lnTo>
                <a:lnTo>
                  <a:pt x="1153268" y="1644529"/>
                </a:lnTo>
                <a:lnTo>
                  <a:pt x="1159916" y="1612344"/>
                </a:lnTo>
                <a:lnTo>
                  <a:pt x="1166555" y="1580159"/>
                </a:lnTo>
                <a:lnTo>
                  <a:pt x="1173204" y="1547974"/>
                </a:lnTo>
                <a:lnTo>
                  <a:pt x="1179843" y="1515789"/>
                </a:lnTo>
                <a:lnTo>
                  <a:pt x="1186491" y="1483614"/>
                </a:lnTo>
                <a:lnTo>
                  <a:pt x="1193130" y="1451429"/>
                </a:lnTo>
                <a:lnTo>
                  <a:pt x="1199769" y="1419244"/>
                </a:lnTo>
                <a:lnTo>
                  <a:pt x="1206417" y="1387059"/>
                </a:lnTo>
                <a:lnTo>
                  <a:pt x="1213056" y="1354884"/>
                </a:lnTo>
                <a:lnTo>
                  <a:pt x="1219914" y="1322737"/>
                </a:lnTo>
                <a:lnTo>
                  <a:pt x="1226820" y="1290609"/>
                </a:lnTo>
                <a:lnTo>
                  <a:pt x="1234021" y="1258548"/>
                </a:lnTo>
                <a:lnTo>
                  <a:pt x="1241308" y="1226506"/>
                </a:lnTo>
                <a:lnTo>
                  <a:pt x="1248594" y="1194464"/>
                </a:lnTo>
                <a:lnTo>
                  <a:pt x="1255881" y="1162421"/>
                </a:lnTo>
                <a:lnTo>
                  <a:pt x="1263167" y="1130379"/>
                </a:lnTo>
                <a:lnTo>
                  <a:pt x="1270454" y="1098337"/>
                </a:lnTo>
                <a:lnTo>
                  <a:pt x="1277741" y="1066295"/>
                </a:lnTo>
                <a:lnTo>
                  <a:pt x="1285037" y="1034253"/>
                </a:lnTo>
                <a:lnTo>
                  <a:pt x="1292323" y="1002201"/>
                </a:lnTo>
                <a:lnTo>
                  <a:pt x="1299610" y="970159"/>
                </a:lnTo>
                <a:lnTo>
                  <a:pt x="1306897" y="938117"/>
                </a:lnTo>
                <a:lnTo>
                  <a:pt x="1314183" y="906075"/>
                </a:lnTo>
                <a:lnTo>
                  <a:pt x="1321470" y="874033"/>
                </a:lnTo>
                <a:lnTo>
                  <a:pt x="1328757" y="841991"/>
                </a:lnTo>
                <a:lnTo>
                  <a:pt x="1336043" y="809949"/>
                </a:lnTo>
                <a:lnTo>
                  <a:pt x="1343339" y="777907"/>
                </a:lnTo>
                <a:lnTo>
                  <a:pt x="1350626" y="745865"/>
                </a:lnTo>
                <a:lnTo>
                  <a:pt x="1357913" y="713823"/>
                </a:lnTo>
                <a:lnTo>
                  <a:pt x="1365342" y="681809"/>
                </a:lnTo>
                <a:lnTo>
                  <a:pt x="1373162" y="649891"/>
                </a:lnTo>
                <a:lnTo>
                  <a:pt x="1381363" y="618077"/>
                </a:lnTo>
                <a:lnTo>
                  <a:pt x="1390841" y="586616"/>
                </a:lnTo>
                <a:lnTo>
                  <a:pt x="1400308" y="555146"/>
                </a:lnTo>
                <a:lnTo>
                  <a:pt x="1409776" y="523675"/>
                </a:lnTo>
                <a:lnTo>
                  <a:pt x="1419254" y="492214"/>
                </a:lnTo>
                <a:lnTo>
                  <a:pt x="1428721" y="460743"/>
                </a:lnTo>
                <a:lnTo>
                  <a:pt x="1438199" y="429282"/>
                </a:lnTo>
                <a:lnTo>
                  <a:pt x="1447667" y="397812"/>
                </a:lnTo>
                <a:lnTo>
                  <a:pt x="1457144" y="366351"/>
                </a:lnTo>
                <a:lnTo>
                  <a:pt x="1466612" y="334880"/>
                </a:lnTo>
                <a:lnTo>
                  <a:pt x="1476089" y="303409"/>
                </a:lnTo>
                <a:lnTo>
                  <a:pt x="1485557" y="271948"/>
                </a:lnTo>
                <a:lnTo>
                  <a:pt x="1495034" y="240478"/>
                </a:lnTo>
                <a:lnTo>
                  <a:pt x="1504502" y="209017"/>
                </a:lnTo>
                <a:lnTo>
                  <a:pt x="1513970" y="177546"/>
                </a:lnTo>
                <a:lnTo>
                  <a:pt x="1523448" y="146075"/>
                </a:lnTo>
                <a:lnTo>
                  <a:pt x="1532915" y="114614"/>
                </a:lnTo>
                <a:lnTo>
                  <a:pt x="1542393" y="83144"/>
                </a:lnTo>
                <a:lnTo>
                  <a:pt x="1551861" y="51683"/>
                </a:lnTo>
                <a:lnTo>
                  <a:pt x="1557671" y="19669"/>
                </a:lnTo>
                <a:lnTo>
                  <a:pt x="1544488" y="0"/>
                </a:lnTo>
                <a:lnTo>
                  <a:pt x="1511627" y="0"/>
                </a:lnTo>
                <a:lnTo>
                  <a:pt x="1478766" y="0"/>
                </a:lnTo>
                <a:lnTo>
                  <a:pt x="1445905" y="0"/>
                </a:lnTo>
                <a:lnTo>
                  <a:pt x="1413043" y="0"/>
                </a:lnTo>
                <a:lnTo>
                  <a:pt x="1380182" y="0"/>
                </a:lnTo>
                <a:lnTo>
                  <a:pt x="1347321" y="0"/>
                </a:lnTo>
                <a:lnTo>
                  <a:pt x="1314460" y="0"/>
                </a:lnTo>
                <a:lnTo>
                  <a:pt x="1281598" y="0"/>
                </a:lnTo>
                <a:lnTo>
                  <a:pt x="1248728" y="0"/>
                </a:lnTo>
                <a:lnTo>
                  <a:pt x="1215866" y="0"/>
                </a:lnTo>
                <a:lnTo>
                  <a:pt x="1183005" y="0"/>
                </a:lnTo>
                <a:lnTo>
                  <a:pt x="1150144" y="0"/>
                </a:lnTo>
                <a:lnTo>
                  <a:pt x="1117283" y="0"/>
                </a:lnTo>
                <a:lnTo>
                  <a:pt x="1084421" y="0"/>
                </a:lnTo>
                <a:lnTo>
                  <a:pt x="1051560" y="0"/>
                </a:lnTo>
                <a:lnTo>
                  <a:pt x="1018699" y="0"/>
                </a:lnTo>
                <a:lnTo>
                  <a:pt x="985838" y="0"/>
                </a:lnTo>
                <a:lnTo>
                  <a:pt x="952976" y="0"/>
                </a:lnTo>
                <a:lnTo>
                  <a:pt x="920115" y="0"/>
                </a:lnTo>
                <a:lnTo>
                  <a:pt x="887254" y="0"/>
                </a:lnTo>
                <a:lnTo>
                  <a:pt x="854393" y="0"/>
                </a:lnTo>
                <a:lnTo>
                  <a:pt x="821531" y="0"/>
                </a:lnTo>
                <a:lnTo>
                  <a:pt x="788670" y="0"/>
                </a:lnTo>
                <a:lnTo>
                  <a:pt x="755809" y="0"/>
                </a:lnTo>
                <a:lnTo>
                  <a:pt x="722948" y="0"/>
                </a:lnTo>
                <a:lnTo>
                  <a:pt x="690086" y="0"/>
                </a:lnTo>
                <a:lnTo>
                  <a:pt x="657225" y="0"/>
                </a:lnTo>
                <a:lnTo>
                  <a:pt x="624364" y="0"/>
                </a:lnTo>
                <a:lnTo>
                  <a:pt x="591503" y="0"/>
                </a:lnTo>
                <a:lnTo>
                  <a:pt x="558641" y="0"/>
                </a:lnTo>
                <a:lnTo>
                  <a:pt x="525780" y="0"/>
                </a:lnTo>
                <a:lnTo>
                  <a:pt x="492919" y="0"/>
                </a:lnTo>
                <a:lnTo>
                  <a:pt x="460058" y="0"/>
                </a:lnTo>
                <a:lnTo>
                  <a:pt x="427196" y="0"/>
                </a:lnTo>
                <a:lnTo>
                  <a:pt x="394335" y="0"/>
                </a:lnTo>
                <a:lnTo>
                  <a:pt x="361474" y="0"/>
                </a:lnTo>
                <a:lnTo>
                  <a:pt x="328613" y="0"/>
                </a:lnTo>
                <a:lnTo>
                  <a:pt x="295751" y="0"/>
                </a:lnTo>
                <a:lnTo>
                  <a:pt x="262890" y="0"/>
                </a:lnTo>
                <a:lnTo>
                  <a:pt x="230029" y="0"/>
                </a:lnTo>
                <a:lnTo>
                  <a:pt x="197168" y="0"/>
                </a:lnTo>
                <a:lnTo>
                  <a:pt x="164306" y="0"/>
                </a:lnTo>
                <a:lnTo>
                  <a:pt x="131445" y="0"/>
                </a:lnTo>
                <a:lnTo>
                  <a:pt x="98584" y="0"/>
                </a:lnTo>
                <a:lnTo>
                  <a:pt x="65723" y="0"/>
                </a:lnTo>
                <a:lnTo>
                  <a:pt x="32861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9EBFA">
                  <a:alpha val="0"/>
                </a:srgbClr>
              </a:gs>
              <a:gs pos="42000">
                <a:srgbClr val="B8D8F2">
                  <a:alpha val="16000"/>
                </a:srgbClr>
              </a:gs>
              <a:gs pos="76000">
                <a:srgbClr val="8FC4EE">
                  <a:alpha val="32000"/>
                </a:srgbClr>
              </a:gs>
              <a:gs pos="100000">
                <a:srgbClr val="72B3E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024ED150-352B-4A57-A041-B67115DF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4079" y="882463"/>
            <a:ext cx="2564454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6CDCF520-E6EC-4417-9DA8-886BCBA1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7405" y="1540278"/>
            <a:ext cx="1917802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1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A67289A5-5734-4350-A3DC-6FC14FA2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5077" y="2198103"/>
            <a:ext cx="1382468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1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8B737CAD-29F0-4607-9577-EBBDDF7C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2575" y="2855919"/>
            <a:ext cx="887463" cy="463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  <p:sp>
        <p:nvSpPr>
          <p:cNvPr id="1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0764651E-6594-4706-9682-B7923BFC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8090" y="250984"/>
            <a:ext cx="372370" cy="3723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5a802a51a4369">
            <a:extLst>
              <a:ext uri="{96DAC541-7B7A-43D3-8B79-37D633B846F1}">
                <asvg:svgBlip xmlns:asvg="http://schemas.microsoft.com/office/drawing/2016/SVG/main" r:embed="R4d5a8d50d98b44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38102" y="350996"/>
            <a:ext cx="172345" cy="172345"/>
          </a:xfrm>
          <a:prstGeom xmlns:a="http://schemas.openxmlformats.org/drawingml/2006/main" prst="rect">
            <a:avLst/>
          </a:prstGeom>
        </p:spPr>
      </p:pic>
      <p:sp>
        <p:nvSpPr>
          <p:cNvPr id="1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3BF50504-A824-4788-A04E-DA4C7C66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6987" y="8102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e60c264c24c57">
            <a:extLst>
              <a:ext uri="{96DAC541-7B7A-43D3-8B79-37D633B846F1}">
                <asvg:svgBlip xmlns:asvg="http://schemas.microsoft.com/office/drawing/2016/SVG/main" r:embed="Rd36629546abd479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336999" y="181032"/>
            <a:ext cx="123825" cy="123825"/>
          </a:xfrm>
          <a:prstGeom xmlns:a="http://schemas.openxmlformats.org/drawingml/2006/main" prst="rect">
            <a:avLst/>
          </a:prstGeom>
        </p:spPr>
      </p:pic>
      <p:sp>
        <p:nvSpPr>
          <p:cNvPr id="1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E4C7BA1B-054E-447F-A9A9-339F1AE3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7363" y="40538"/>
            <a:ext cx="372370" cy="3723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e3085c37a41eb">
            <a:extLst>
              <a:ext uri="{96DAC541-7B7A-43D3-8B79-37D633B846F1}">
                <asvg:svgBlip xmlns:asvg="http://schemas.microsoft.com/office/drawing/2016/SVG/main" r:embed="Rde71af9aed7346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87376" y="140551"/>
            <a:ext cx="172345" cy="172345"/>
          </a:xfrm>
          <a:prstGeom xmlns:a="http://schemas.openxmlformats.org/drawingml/2006/main" prst="rect">
            <a:avLst/>
          </a:prstGeom>
        </p:spPr>
      </p:pic>
      <p:sp>
        <p:nvSpPr>
          <p:cNvPr id="21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0C0DDBEC-F132-4A72-B650-38692564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6413" y="210503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f1c2610d64d36">
            <a:extLst>
              <a:ext uri="{96DAC541-7B7A-43D3-8B79-37D633B846F1}">
                <asvg:svgBlip xmlns:asvg="http://schemas.microsoft.com/office/drawing/2016/SVG/main" r:embed="Rdda16097502947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86425" y="310515"/>
            <a:ext cx="123825" cy="123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42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2026-09-07T23:09:08.7390000Z</dcterms:created>
  <dcterms:modified xsi:type="dcterms:W3CDTF">2026-09-07T23:09:08.7390000Z</dcterms:modified>
</coreProperties>
</file>