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08c8cd79ad4022" /><Relationship Type="http://schemas.openxmlformats.org/officeDocument/2006/relationships/extended-properties" Target="/docProps/app.xml" Id="R5f9a802207fe4c44" /><Relationship Type="http://schemas.openxmlformats.org/officeDocument/2006/relationships/officeDocument" Target="/ppt/presentation.xml" Id="Re00941c59eb94a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df4be898fe41e8"/>
  </p:sldMasterIdLst>
  <p:notesMasterIdLst>
    <p:notesMasterId xmlns:r="http://schemas.openxmlformats.org/officeDocument/2006/relationships" r:id="Rf547515b312b4e2f"/>
  </p:notesMasterIdLst>
  <p:sldIdLst>
    <p:sldId xmlns:r="http://schemas.openxmlformats.org/officeDocument/2006/relationships" id="256" r:id="Rd500815727ce4419"/>
  </p:sldIdLst>
  <p:sldSz cx="7800975" cy="328041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b242f3e85b4fae" /><Relationship Type="http://schemas.openxmlformats.org/officeDocument/2006/relationships/slideMaster" Target="/ppt/slideMasters/slideMaster1.xml" Id="R35df4be898fe41e8" /><Relationship Type="http://schemas.openxmlformats.org/officeDocument/2006/relationships/notesMaster" Target="/ppt/notesMasters/notesMaster1.xml" Id="Rf547515b312b4e2f" /><Relationship Type="http://schemas.openxmlformats.org/officeDocument/2006/relationships/presProps" Target="/ppt/presProps.xml" Id="R56d0e398745c4205" /><Relationship Type="http://schemas.openxmlformats.org/officeDocument/2006/relationships/tableStyles" Target="/ppt/tableStyles.xml" Id="R4c2a2d57a697489e" /><Relationship Type="http://schemas.openxmlformats.org/officeDocument/2006/relationships/slide" Target="/ppt/slides/slide1.xml" Id="Rd500815727ce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65b7f959d2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8f7e98afdb4c58" /><Relationship Type="http://schemas.openxmlformats.org/officeDocument/2006/relationships/notesMaster" Target="/ppt/notesMasters/notesMaster1.xml" Id="Rfcccebc102bb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0aba7ab77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ce7202d2554d21" /><Relationship Type="http://schemas.openxmlformats.org/officeDocument/2006/relationships/slideLayout" Target="/ppt/slideLayouts/slideLayout1.xml" Id="Rd5adda89d007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adda89d007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a9e6dbffc48df" /><Relationship Type="http://schemas.openxmlformats.org/officeDocument/2006/relationships/image" Target="/ppt/media/image.png" Id="R38791ee6374d4e7c" /><Relationship Type="http://schemas.openxmlformats.org/officeDocument/2006/relationships/image" Target="/ppt/media/image.svg" Id="R530a12a2160440ca" /><Relationship Type="http://schemas.openxmlformats.org/officeDocument/2006/relationships/image" Target="/ppt/media/image2.png" Id="R5c673ced4ff6453b" /><Relationship Type="http://schemas.openxmlformats.org/officeDocument/2006/relationships/image" Target="/ppt/media/image2.svg" Id="R3316eaf51e3e45b0" /><Relationship Type="http://schemas.openxmlformats.org/officeDocument/2006/relationships/image" Target="/ppt/media/image3.png" Id="Rb4e3b4bf99894729" /><Relationship Type="http://schemas.openxmlformats.org/officeDocument/2006/relationships/image" Target="/ppt/media/image3.svg" Id="R473d1e7475df40c0" /><Relationship Type="http://schemas.openxmlformats.org/officeDocument/2006/relationships/image" Target="/ppt/media/image4.png" Id="Rdf52eb71f8aa4eed" /><Relationship Type="http://schemas.openxmlformats.org/officeDocument/2006/relationships/image" Target="/ppt/media/image4.svg" Id="R5fd9921920fd4a8d" /><Relationship Type="http://schemas.openxmlformats.org/officeDocument/2006/relationships/notesSlide" Target="/ppt/notesSlides/notesSlide1.xml" Id="R2399d9a980064b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B17366F0-3DBC-4792-A208-77F2D052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000298" y="280068"/>
            <a:ext cx="3800370" cy="27002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E46367B9-A399-466D-8265-BAE24D8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38" y="700111"/>
            <a:ext cx="2460488" cy="470059"/>
          </a:xfrm>
          <a:custGeom xmlns:a="http://schemas.openxmlformats.org/drawingml/2006/main">
            <a:pathLst>
              <a:path w="2460488" h="470059">
                <a:moveTo>
                  <a:pt x="0" y="0"/>
                </a:moveTo>
                <a:lnTo>
                  <a:pt x="13183" y="18145"/>
                </a:lnTo>
                <a:lnTo>
                  <a:pt x="26365" y="36281"/>
                </a:lnTo>
                <a:lnTo>
                  <a:pt x="39548" y="54426"/>
                </a:lnTo>
                <a:lnTo>
                  <a:pt x="52730" y="72561"/>
                </a:lnTo>
                <a:lnTo>
                  <a:pt x="65903" y="90707"/>
                </a:lnTo>
                <a:lnTo>
                  <a:pt x="79086" y="108842"/>
                </a:lnTo>
                <a:lnTo>
                  <a:pt x="92269" y="126987"/>
                </a:lnTo>
                <a:lnTo>
                  <a:pt x="105451" y="145123"/>
                </a:lnTo>
                <a:lnTo>
                  <a:pt x="118634" y="163268"/>
                </a:lnTo>
                <a:lnTo>
                  <a:pt x="131816" y="181404"/>
                </a:lnTo>
                <a:lnTo>
                  <a:pt x="144999" y="199549"/>
                </a:lnTo>
                <a:lnTo>
                  <a:pt x="158182" y="217684"/>
                </a:lnTo>
                <a:lnTo>
                  <a:pt x="171364" y="235829"/>
                </a:lnTo>
                <a:lnTo>
                  <a:pt x="184537" y="253965"/>
                </a:lnTo>
                <a:lnTo>
                  <a:pt x="197720" y="272110"/>
                </a:lnTo>
                <a:lnTo>
                  <a:pt x="210903" y="290246"/>
                </a:lnTo>
                <a:lnTo>
                  <a:pt x="224085" y="308391"/>
                </a:lnTo>
                <a:lnTo>
                  <a:pt x="237268" y="326527"/>
                </a:lnTo>
                <a:lnTo>
                  <a:pt x="250450" y="344672"/>
                </a:lnTo>
                <a:lnTo>
                  <a:pt x="263633" y="362807"/>
                </a:lnTo>
                <a:lnTo>
                  <a:pt x="276816" y="380952"/>
                </a:lnTo>
                <a:lnTo>
                  <a:pt x="289989" y="399098"/>
                </a:lnTo>
                <a:lnTo>
                  <a:pt x="302362" y="417595"/>
                </a:lnTo>
                <a:lnTo>
                  <a:pt x="321907" y="427796"/>
                </a:lnTo>
                <a:lnTo>
                  <a:pt x="343710" y="433016"/>
                </a:lnTo>
                <a:lnTo>
                  <a:pt x="365798" y="436855"/>
                </a:lnTo>
                <a:lnTo>
                  <a:pt x="388010" y="439979"/>
                </a:lnTo>
                <a:lnTo>
                  <a:pt x="410270" y="442636"/>
                </a:lnTo>
                <a:lnTo>
                  <a:pt x="432578" y="444951"/>
                </a:lnTo>
                <a:lnTo>
                  <a:pt x="454904" y="447018"/>
                </a:lnTo>
                <a:lnTo>
                  <a:pt x="477250" y="448885"/>
                </a:lnTo>
                <a:lnTo>
                  <a:pt x="499605" y="450580"/>
                </a:lnTo>
                <a:lnTo>
                  <a:pt x="521980" y="452133"/>
                </a:lnTo>
                <a:lnTo>
                  <a:pt x="544354" y="453571"/>
                </a:lnTo>
                <a:lnTo>
                  <a:pt x="566747" y="454895"/>
                </a:lnTo>
                <a:lnTo>
                  <a:pt x="589131" y="456124"/>
                </a:lnTo>
                <a:lnTo>
                  <a:pt x="611524" y="457276"/>
                </a:lnTo>
                <a:lnTo>
                  <a:pt x="633927" y="458343"/>
                </a:lnTo>
                <a:lnTo>
                  <a:pt x="656330" y="459343"/>
                </a:lnTo>
                <a:lnTo>
                  <a:pt x="678732" y="460277"/>
                </a:lnTo>
                <a:lnTo>
                  <a:pt x="701135" y="461153"/>
                </a:lnTo>
                <a:lnTo>
                  <a:pt x="723548" y="461972"/>
                </a:lnTo>
                <a:lnTo>
                  <a:pt x="745960" y="462734"/>
                </a:lnTo>
                <a:lnTo>
                  <a:pt x="768372" y="463458"/>
                </a:lnTo>
                <a:lnTo>
                  <a:pt x="790785" y="464134"/>
                </a:lnTo>
                <a:lnTo>
                  <a:pt x="813197" y="464753"/>
                </a:lnTo>
                <a:lnTo>
                  <a:pt x="835619" y="465344"/>
                </a:lnTo>
                <a:lnTo>
                  <a:pt x="858031" y="465887"/>
                </a:lnTo>
                <a:lnTo>
                  <a:pt x="880453" y="466392"/>
                </a:lnTo>
                <a:lnTo>
                  <a:pt x="902875" y="466858"/>
                </a:lnTo>
                <a:lnTo>
                  <a:pt x="925287" y="467297"/>
                </a:lnTo>
                <a:lnTo>
                  <a:pt x="947709" y="467697"/>
                </a:lnTo>
                <a:lnTo>
                  <a:pt x="970131" y="468059"/>
                </a:lnTo>
                <a:lnTo>
                  <a:pt x="992553" y="468392"/>
                </a:lnTo>
                <a:lnTo>
                  <a:pt x="1014974" y="468697"/>
                </a:lnTo>
                <a:lnTo>
                  <a:pt x="1037396" y="468963"/>
                </a:lnTo>
                <a:lnTo>
                  <a:pt x="1059818" y="469202"/>
                </a:lnTo>
                <a:lnTo>
                  <a:pt x="1082240" y="469411"/>
                </a:lnTo>
                <a:lnTo>
                  <a:pt x="1104662" y="469592"/>
                </a:lnTo>
                <a:lnTo>
                  <a:pt x="1127093" y="469744"/>
                </a:lnTo>
                <a:lnTo>
                  <a:pt x="1149515" y="469859"/>
                </a:lnTo>
                <a:lnTo>
                  <a:pt x="1171937" y="469944"/>
                </a:lnTo>
                <a:lnTo>
                  <a:pt x="1194359" y="470021"/>
                </a:lnTo>
                <a:lnTo>
                  <a:pt x="1216781" y="470049"/>
                </a:lnTo>
                <a:lnTo>
                  <a:pt x="1239212" y="470059"/>
                </a:lnTo>
                <a:lnTo>
                  <a:pt x="1261634" y="470040"/>
                </a:lnTo>
                <a:lnTo>
                  <a:pt x="1284056" y="469983"/>
                </a:lnTo>
                <a:lnTo>
                  <a:pt x="1306478" y="469897"/>
                </a:lnTo>
                <a:lnTo>
                  <a:pt x="1328899" y="469802"/>
                </a:lnTo>
                <a:lnTo>
                  <a:pt x="1351331" y="469668"/>
                </a:lnTo>
                <a:lnTo>
                  <a:pt x="1373753" y="469506"/>
                </a:lnTo>
                <a:lnTo>
                  <a:pt x="1396175" y="469306"/>
                </a:lnTo>
                <a:lnTo>
                  <a:pt x="1418596" y="469087"/>
                </a:lnTo>
                <a:lnTo>
                  <a:pt x="1441018" y="468830"/>
                </a:lnTo>
                <a:lnTo>
                  <a:pt x="1463440" y="468544"/>
                </a:lnTo>
                <a:lnTo>
                  <a:pt x="1485862" y="468230"/>
                </a:lnTo>
                <a:lnTo>
                  <a:pt x="1508284" y="467878"/>
                </a:lnTo>
                <a:lnTo>
                  <a:pt x="1530706" y="467497"/>
                </a:lnTo>
                <a:lnTo>
                  <a:pt x="1553127" y="467077"/>
                </a:lnTo>
                <a:lnTo>
                  <a:pt x="1575540" y="466630"/>
                </a:lnTo>
                <a:lnTo>
                  <a:pt x="1597962" y="466144"/>
                </a:lnTo>
                <a:lnTo>
                  <a:pt x="1620383" y="465611"/>
                </a:lnTo>
                <a:lnTo>
                  <a:pt x="1642796" y="465049"/>
                </a:lnTo>
                <a:lnTo>
                  <a:pt x="1665208" y="464439"/>
                </a:lnTo>
                <a:lnTo>
                  <a:pt x="1687630" y="463791"/>
                </a:lnTo>
                <a:lnTo>
                  <a:pt x="1710042" y="463096"/>
                </a:lnTo>
                <a:lnTo>
                  <a:pt x="1732455" y="462353"/>
                </a:lnTo>
                <a:lnTo>
                  <a:pt x="1754867" y="461562"/>
                </a:lnTo>
                <a:lnTo>
                  <a:pt x="1777270" y="460705"/>
                </a:lnTo>
                <a:lnTo>
                  <a:pt x="1799673" y="459800"/>
                </a:lnTo>
                <a:lnTo>
                  <a:pt x="1822075" y="458838"/>
                </a:lnTo>
                <a:lnTo>
                  <a:pt x="1844478" y="457800"/>
                </a:lnTo>
                <a:lnTo>
                  <a:pt x="1866871" y="456695"/>
                </a:lnTo>
                <a:lnTo>
                  <a:pt x="1889265" y="455505"/>
                </a:lnTo>
                <a:lnTo>
                  <a:pt x="1911658" y="454228"/>
                </a:lnTo>
                <a:lnTo>
                  <a:pt x="1934032" y="452847"/>
                </a:lnTo>
                <a:lnTo>
                  <a:pt x="1956406" y="451352"/>
                </a:lnTo>
                <a:lnTo>
                  <a:pt x="1978771" y="449732"/>
                </a:lnTo>
                <a:lnTo>
                  <a:pt x="2001126" y="447951"/>
                </a:lnTo>
                <a:lnTo>
                  <a:pt x="2023462" y="445989"/>
                </a:lnTo>
                <a:lnTo>
                  <a:pt x="2045780" y="443798"/>
                </a:lnTo>
                <a:lnTo>
                  <a:pt x="2068068" y="441322"/>
                </a:lnTo>
                <a:lnTo>
                  <a:pt x="2090309" y="438445"/>
                </a:lnTo>
                <a:lnTo>
                  <a:pt x="2112464" y="434997"/>
                </a:lnTo>
                <a:lnTo>
                  <a:pt x="2134448" y="430587"/>
                </a:lnTo>
                <a:lnTo>
                  <a:pt x="2155812" y="423891"/>
                </a:lnTo>
                <a:lnTo>
                  <a:pt x="2170500" y="407927"/>
                </a:lnTo>
                <a:lnTo>
                  <a:pt x="2183682" y="389782"/>
                </a:lnTo>
                <a:lnTo>
                  <a:pt x="2196865" y="371646"/>
                </a:lnTo>
                <a:lnTo>
                  <a:pt x="2210048" y="353501"/>
                </a:lnTo>
                <a:lnTo>
                  <a:pt x="2223221" y="335356"/>
                </a:lnTo>
                <a:lnTo>
                  <a:pt x="2236403" y="317221"/>
                </a:lnTo>
                <a:lnTo>
                  <a:pt x="2249586" y="299075"/>
                </a:lnTo>
                <a:lnTo>
                  <a:pt x="2262769" y="280940"/>
                </a:lnTo>
                <a:lnTo>
                  <a:pt x="2275951" y="262795"/>
                </a:lnTo>
                <a:lnTo>
                  <a:pt x="2289134" y="244659"/>
                </a:lnTo>
                <a:lnTo>
                  <a:pt x="2302316" y="226514"/>
                </a:lnTo>
                <a:lnTo>
                  <a:pt x="2315499" y="208378"/>
                </a:lnTo>
                <a:lnTo>
                  <a:pt x="2328672" y="190233"/>
                </a:lnTo>
                <a:lnTo>
                  <a:pt x="2341855" y="172098"/>
                </a:lnTo>
                <a:lnTo>
                  <a:pt x="2355037" y="153953"/>
                </a:lnTo>
                <a:lnTo>
                  <a:pt x="2368220" y="135817"/>
                </a:lnTo>
                <a:lnTo>
                  <a:pt x="2381402" y="117672"/>
                </a:lnTo>
                <a:lnTo>
                  <a:pt x="2394585" y="99536"/>
                </a:lnTo>
                <a:lnTo>
                  <a:pt x="2407768" y="81391"/>
                </a:lnTo>
                <a:lnTo>
                  <a:pt x="2420950" y="63256"/>
                </a:lnTo>
                <a:lnTo>
                  <a:pt x="2434133" y="45110"/>
                </a:lnTo>
                <a:lnTo>
                  <a:pt x="2447306" y="26975"/>
                </a:lnTo>
                <a:lnTo>
                  <a:pt x="2460488" y="8830"/>
                </a:lnTo>
                <a:lnTo>
                  <a:pt x="2458612" y="7191"/>
                </a:lnTo>
                <a:lnTo>
                  <a:pt x="2437086" y="13335"/>
                </a:lnTo>
                <a:lnTo>
                  <a:pt x="2415016" y="17326"/>
                </a:lnTo>
                <a:lnTo>
                  <a:pt x="2392813" y="20431"/>
                </a:lnTo>
                <a:lnTo>
                  <a:pt x="2370544" y="23031"/>
                </a:lnTo>
                <a:lnTo>
                  <a:pt x="2348227" y="25289"/>
                </a:lnTo>
                <a:lnTo>
                  <a:pt x="2325900" y="27289"/>
                </a:lnTo>
                <a:lnTo>
                  <a:pt x="2303545" y="29099"/>
                </a:lnTo>
                <a:lnTo>
                  <a:pt x="2281180" y="30747"/>
                </a:lnTo>
                <a:lnTo>
                  <a:pt x="2258806" y="32252"/>
                </a:lnTo>
                <a:lnTo>
                  <a:pt x="2236432" y="33652"/>
                </a:lnTo>
                <a:lnTo>
                  <a:pt x="2214039" y="34957"/>
                </a:lnTo>
                <a:lnTo>
                  <a:pt x="2191655" y="36176"/>
                </a:lnTo>
                <a:lnTo>
                  <a:pt x="2169262" y="37328"/>
                </a:lnTo>
                <a:lnTo>
                  <a:pt x="2146859" y="38405"/>
                </a:lnTo>
                <a:lnTo>
                  <a:pt x="2124456" y="39424"/>
                </a:lnTo>
                <a:lnTo>
                  <a:pt x="2102053" y="40376"/>
                </a:lnTo>
                <a:lnTo>
                  <a:pt x="2079650" y="41281"/>
                </a:lnTo>
                <a:lnTo>
                  <a:pt x="2057238" y="42148"/>
                </a:lnTo>
                <a:lnTo>
                  <a:pt x="2034835" y="42967"/>
                </a:lnTo>
                <a:lnTo>
                  <a:pt x="2012423" y="43739"/>
                </a:lnTo>
                <a:lnTo>
                  <a:pt x="1990011" y="44472"/>
                </a:lnTo>
                <a:lnTo>
                  <a:pt x="1967598" y="45177"/>
                </a:lnTo>
                <a:lnTo>
                  <a:pt x="1945186" y="45844"/>
                </a:lnTo>
                <a:lnTo>
                  <a:pt x="1922764" y="46472"/>
                </a:lnTo>
                <a:lnTo>
                  <a:pt x="1900352" y="47082"/>
                </a:lnTo>
                <a:lnTo>
                  <a:pt x="1877939" y="47654"/>
                </a:lnTo>
                <a:lnTo>
                  <a:pt x="1855518" y="48196"/>
                </a:lnTo>
                <a:lnTo>
                  <a:pt x="1833105" y="48720"/>
                </a:lnTo>
                <a:lnTo>
                  <a:pt x="1810683" y="49206"/>
                </a:lnTo>
                <a:lnTo>
                  <a:pt x="1788262" y="49682"/>
                </a:lnTo>
                <a:lnTo>
                  <a:pt x="1765840" y="50130"/>
                </a:lnTo>
                <a:lnTo>
                  <a:pt x="1743427" y="50549"/>
                </a:lnTo>
                <a:lnTo>
                  <a:pt x="1721006" y="50940"/>
                </a:lnTo>
                <a:lnTo>
                  <a:pt x="1698584" y="51321"/>
                </a:lnTo>
                <a:lnTo>
                  <a:pt x="1676162" y="51673"/>
                </a:lnTo>
                <a:lnTo>
                  <a:pt x="1653740" y="51997"/>
                </a:lnTo>
                <a:lnTo>
                  <a:pt x="1631318" y="52330"/>
                </a:lnTo>
                <a:lnTo>
                  <a:pt x="1608896" y="52616"/>
                </a:lnTo>
                <a:lnTo>
                  <a:pt x="1586474" y="52892"/>
                </a:lnTo>
                <a:lnTo>
                  <a:pt x="1564053" y="53150"/>
                </a:lnTo>
                <a:lnTo>
                  <a:pt x="1541631" y="53388"/>
                </a:lnTo>
                <a:lnTo>
                  <a:pt x="1519209" y="53626"/>
                </a:lnTo>
                <a:lnTo>
                  <a:pt x="1496787" y="53816"/>
                </a:lnTo>
                <a:lnTo>
                  <a:pt x="1474356" y="54007"/>
                </a:lnTo>
                <a:lnTo>
                  <a:pt x="1451934" y="54169"/>
                </a:lnTo>
                <a:lnTo>
                  <a:pt x="1429512" y="54321"/>
                </a:lnTo>
                <a:lnTo>
                  <a:pt x="1407090" y="54464"/>
                </a:lnTo>
                <a:lnTo>
                  <a:pt x="1384668" y="54578"/>
                </a:lnTo>
                <a:lnTo>
                  <a:pt x="1362246" y="54683"/>
                </a:lnTo>
                <a:lnTo>
                  <a:pt x="1339815" y="54769"/>
                </a:lnTo>
                <a:lnTo>
                  <a:pt x="1317393" y="54826"/>
                </a:lnTo>
                <a:lnTo>
                  <a:pt x="1294971" y="54893"/>
                </a:lnTo>
                <a:lnTo>
                  <a:pt x="1272550" y="54921"/>
                </a:lnTo>
                <a:lnTo>
                  <a:pt x="1250128" y="54940"/>
                </a:lnTo>
                <a:lnTo>
                  <a:pt x="1227696" y="54950"/>
                </a:lnTo>
                <a:lnTo>
                  <a:pt x="1205274" y="54931"/>
                </a:lnTo>
                <a:lnTo>
                  <a:pt x="1182853" y="54912"/>
                </a:lnTo>
                <a:lnTo>
                  <a:pt x="1160431" y="54854"/>
                </a:lnTo>
                <a:lnTo>
                  <a:pt x="1137999" y="54797"/>
                </a:lnTo>
                <a:lnTo>
                  <a:pt x="1115578" y="54731"/>
                </a:lnTo>
                <a:lnTo>
                  <a:pt x="1093156" y="54626"/>
                </a:lnTo>
                <a:lnTo>
                  <a:pt x="1070734" y="54521"/>
                </a:lnTo>
                <a:lnTo>
                  <a:pt x="1048312" y="54388"/>
                </a:lnTo>
                <a:lnTo>
                  <a:pt x="1025890" y="54245"/>
                </a:lnTo>
                <a:lnTo>
                  <a:pt x="1003459" y="54092"/>
                </a:lnTo>
                <a:lnTo>
                  <a:pt x="981037" y="53902"/>
                </a:lnTo>
                <a:lnTo>
                  <a:pt x="958615" y="53711"/>
                </a:lnTo>
                <a:lnTo>
                  <a:pt x="936193" y="53502"/>
                </a:lnTo>
                <a:lnTo>
                  <a:pt x="913771" y="53264"/>
                </a:lnTo>
                <a:lnTo>
                  <a:pt x="891350" y="53035"/>
                </a:lnTo>
                <a:lnTo>
                  <a:pt x="868928" y="52749"/>
                </a:lnTo>
                <a:lnTo>
                  <a:pt x="846506" y="52464"/>
                </a:lnTo>
                <a:lnTo>
                  <a:pt x="824084" y="52159"/>
                </a:lnTo>
                <a:lnTo>
                  <a:pt x="801662" y="51835"/>
                </a:lnTo>
                <a:lnTo>
                  <a:pt x="779240" y="51502"/>
                </a:lnTo>
                <a:lnTo>
                  <a:pt x="756818" y="51121"/>
                </a:lnTo>
                <a:lnTo>
                  <a:pt x="734397" y="50740"/>
                </a:lnTo>
                <a:lnTo>
                  <a:pt x="711975" y="50330"/>
                </a:lnTo>
                <a:lnTo>
                  <a:pt x="689553" y="49901"/>
                </a:lnTo>
                <a:lnTo>
                  <a:pt x="667141" y="49444"/>
                </a:lnTo>
                <a:lnTo>
                  <a:pt x="644719" y="48959"/>
                </a:lnTo>
                <a:lnTo>
                  <a:pt x="622297" y="48454"/>
                </a:lnTo>
                <a:lnTo>
                  <a:pt x="599885" y="47920"/>
                </a:lnTo>
                <a:lnTo>
                  <a:pt x="577463" y="47358"/>
                </a:lnTo>
                <a:lnTo>
                  <a:pt x="555050" y="46768"/>
                </a:lnTo>
                <a:lnTo>
                  <a:pt x="532638" y="46149"/>
                </a:lnTo>
                <a:lnTo>
                  <a:pt x="510216" y="45501"/>
                </a:lnTo>
                <a:lnTo>
                  <a:pt x="487804" y="44815"/>
                </a:lnTo>
                <a:lnTo>
                  <a:pt x="465392" y="44101"/>
                </a:lnTo>
                <a:lnTo>
                  <a:pt x="442979" y="43339"/>
                </a:lnTo>
                <a:lnTo>
                  <a:pt x="420576" y="42548"/>
                </a:lnTo>
                <a:lnTo>
                  <a:pt x="398164" y="41710"/>
                </a:lnTo>
                <a:lnTo>
                  <a:pt x="375761" y="40824"/>
                </a:lnTo>
                <a:lnTo>
                  <a:pt x="353358" y="39891"/>
                </a:lnTo>
                <a:lnTo>
                  <a:pt x="330956" y="38900"/>
                </a:lnTo>
                <a:lnTo>
                  <a:pt x="308553" y="37852"/>
                </a:lnTo>
                <a:lnTo>
                  <a:pt x="286160" y="36747"/>
                </a:lnTo>
                <a:lnTo>
                  <a:pt x="263766" y="35566"/>
                </a:lnTo>
                <a:lnTo>
                  <a:pt x="241373" y="34300"/>
                </a:lnTo>
                <a:lnTo>
                  <a:pt x="218989" y="32947"/>
                </a:lnTo>
                <a:lnTo>
                  <a:pt x="196615" y="31490"/>
                </a:lnTo>
                <a:lnTo>
                  <a:pt x="174250" y="29918"/>
                </a:lnTo>
                <a:lnTo>
                  <a:pt x="151886" y="28194"/>
                </a:lnTo>
                <a:lnTo>
                  <a:pt x="129550" y="26289"/>
                </a:lnTo>
                <a:lnTo>
                  <a:pt x="107223" y="24165"/>
                </a:lnTo>
                <a:lnTo>
                  <a:pt x="84934" y="21746"/>
                </a:lnTo>
                <a:lnTo>
                  <a:pt x="62684" y="18917"/>
                </a:lnTo>
                <a:lnTo>
                  <a:pt x="40538" y="15431"/>
                </a:lnTo>
                <a:lnTo>
                  <a:pt x="18640" y="10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BC4A706D-6A67-46B3-9A67-3837598C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38" y="621968"/>
            <a:ext cx="2466908" cy="156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31FBB9AD-50AD-421E-86B8-B9A7DBE4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8666" y="1241827"/>
            <a:ext cx="1863176" cy="470059"/>
          </a:xfrm>
          <a:custGeom xmlns:a="http://schemas.openxmlformats.org/drawingml/2006/main">
            <a:pathLst>
              <a:path w="1863176" h="470059">
                <a:moveTo>
                  <a:pt x="0" y="0"/>
                </a:moveTo>
                <a:lnTo>
                  <a:pt x="8601" y="15459"/>
                </a:lnTo>
                <a:lnTo>
                  <a:pt x="17202" y="30918"/>
                </a:lnTo>
                <a:lnTo>
                  <a:pt x="25794" y="46377"/>
                </a:lnTo>
                <a:lnTo>
                  <a:pt x="34395" y="61846"/>
                </a:lnTo>
                <a:lnTo>
                  <a:pt x="42996" y="77305"/>
                </a:lnTo>
                <a:lnTo>
                  <a:pt x="51597" y="92764"/>
                </a:lnTo>
                <a:lnTo>
                  <a:pt x="60198" y="108223"/>
                </a:lnTo>
                <a:lnTo>
                  <a:pt x="68799" y="123682"/>
                </a:lnTo>
                <a:lnTo>
                  <a:pt x="77391" y="139141"/>
                </a:lnTo>
                <a:lnTo>
                  <a:pt x="85992" y="154610"/>
                </a:lnTo>
                <a:lnTo>
                  <a:pt x="94593" y="170069"/>
                </a:lnTo>
                <a:lnTo>
                  <a:pt x="103194" y="185528"/>
                </a:lnTo>
                <a:lnTo>
                  <a:pt x="111795" y="200987"/>
                </a:lnTo>
                <a:lnTo>
                  <a:pt x="120396" y="216446"/>
                </a:lnTo>
                <a:lnTo>
                  <a:pt x="128988" y="231905"/>
                </a:lnTo>
                <a:lnTo>
                  <a:pt x="137589" y="247374"/>
                </a:lnTo>
                <a:lnTo>
                  <a:pt x="146190" y="262833"/>
                </a:lnTo>
                <a:lnTo>
                  <a:pt x="154791" y="278292"/>
                </a:lnTo>
                <a:lnTo>
                  <a:pt x="163392" y="293751"/>
                </a:lnTo>
                <a:lnTo>
                  <a:pt x="171993" y="309210"/>
                </a:lnTo>
                <a:lnTo>
                  <a:pt x="180584" y="324669"/>
                </a:lnTo>
                <a:lnTo>
                  <a:pt x="189186" y="340138"/>
                </a:lnTo>
                <a:lnTo>
                  <a:pt x="197787" y="355597"/>
                </a:lnTo>
                <a:lnTo>
                  <a:pt x="206388" y="371056"/>
                </a:lnTo>
                <a:lnTo>
                  <a:pt x="214989" y="386515"/>
                </a:lnTo>
                <a:lnTo>
                  <a:pt x="223590" y="401974"/>
                </a:lnTo>
                <a:lnTo>
                  <a:pt x="231477" y="417681"/>
                </a:lnTo>
                <a:lnTo>
                  <a:pt x="245697" y="427615"/>
                </a:lnTo>
                <a:lnTo>
                  <a:pt x="262538" y="433007"/>
                </a:lnTo>
                <a:lnTo>
                  <a:pt x="279768" y="436978"/>
                </a:lnTo>
                <a:lnTo>
                  <a:pt x="297170" y="440198"/>
                </a:lnTo>
                <a:lnTo>
                  <a:pt x="314649" y="442932"/>
                </a:lnTo>
                <a:lnTo>
                  <a:pt x="332175" y="445313"/>
                </a:lnTo>
                <a:lnTo>
                  <a:pt x="349739" y="447427"/>
                </a:lnTo>
                <a:lnTo>
                  <a:pt x="367332" y="449332"/>
                </a:lnTo>
                <a:lnTo>
                  <a:pt x="384934" y="451066"/>
                </a:lnTo>
                <a:lnTo>
                  <a:pt x="402555" y="452657"/>
                </a:lnTo>
                <a:lnTo>
                  <a:pt x="420186" y="454104"/>
                </a:lnTo>
                <a:lnTo>
                  <a:pt x="437826" y="455457"/>
                </a:lnTo>
                <a:lnTo>
                  <a:pt x="455476" y="456695"/>
                </a:lnTo>
                <a:lnTo>
                  <a:pt x="473126" y="457857"/>
                </a:lnTo>
                <a:lnTo>
                  <a:pt x="490785" y="458943"/>
                </a:lnTo>
                <a:lnTo>
                  <a:pt x="508445" y="459943"/>
                </a:lnTo>
                <a:lnTo>
                  <a:pt x="526113" y="460886"/>
                </a:lnTo>
                <a:lnTo>
                  <a:pt x="543782" y="461762"/>
                </a:lnTo>
                <a:lnTo>
                  <a:pt x="561451" y="462572"/>
                </a:lnTo>
                <a:lnTo>
                  <a:pt x="579130" y="463334"/>
                </a:lnTo>
                <a:lnTo>
                  <a:pt x="596808" y="464048"/>
                </a:lnTo>
                <a:lnTo>
                  <a:pt x="614486" y="464715"/>
                </a:lnTo>
                <a:lnTo>
                  <a:pt x="632165" y="465325"/>
                </a:lnTo>
                <a:lnTo>
                  <a:pt x="649853" y="465896"/>
                </a:lnTo>
                <a:lnTo>
                  <a:pt x="667531" y="466430"/>
                </a:lnTo>
                <a:lnTo>
                  <a:pt x="685219" y="466916"/>
                </a:lnTo>
                <a:lnTo>
                  <a:pt x="702897" y="467363"/>
                </a:lnTo>
                <a:lnTo>
                  <a:pt x="720585" y="467782"/>
                </a:lnTo>
                <a:lnTo>
                  <a:pt x="738273" y="468154"/>
                </a:lnTo>
                <a:lnTo>
                  <a:pt x="755961" y="468497"/>
                </a:lnTo>
                <a:lnTo>
                  <a:pt x="773649" y="468792"/>
                </a:lnTo>
                <a:lnTo>
                  <a:pt x="791337" y="469068"/>
                </a:lnTo>
                <a:lnTo>
                  <a:pt x="809034" y="469306"/>
                </a:lnTo>
                <a:lnTo>
                  <a:pt x="826722" y="469506"/>
                </a:lnTo>
                <a:lnTo>
                  <a:pt x="844410" y="469678"/>
                </a:lnTo>
                <a:lnTo>
                  <a:pt x="862098" y="469821"/>
                </a:lnTo>
                <a:lnTo>
                  <a:pt x="879796" y="469925"/>
                </a:lnTo>
                <a:lnTo>
                  <a:pt x="897484" y="470002"/>
                </a:lnTo>
                <a:lnTo>
                  <a:pt x="915172" y="470049"/>
                </a:lnTo>
                <a:lnTo>
                  <a:pt x="932869" y="470059"/>
                </a:lnTo>
                <a:lnTo>
                  <a:pt x="950557" y="470040"/>
                </a:lnTo>
                <a:lnTo>
                  <a:pt x="968245" y="469992"/>
                </a:lnTo>
                <a:lnTo>
                  <a:pt x="985942" y="469916"/>
                </a:lnTo>
                <a:lnTo>
                  <a:pt x="1003630" y="469802"/>
                </a:lnTo>
                <a:lnTo>
                  <a:pt x="1021318" y="469659"/>
                </a:lnTo>
                <a:lnTo>
                  <a:pt x="1039016" y="469487"/>
                </a:lnTo>
                <a:lnTo>
                  <a:pt x="1056704" y="469278"/>
                </a:lnTo>
                <a:lnTo>
                  <a:pt x="1074391" y="469040"/>
                </a:lnTo>
                <a:lnTo>
                  <a:pt x="1092079" y="468763"/>
                </a:lnTo>
                <a:lnTo>
                  <a:pt x="1109767" y="468459"/>
                </a:lnTo>
                <a:lnTo>
                  <a:pt x="1127455" y="468116"/>
                </a:lnTo>
                <a:lnTo>
                  <a:pt x="1145143" y="467735"/>
                </a:lnTo>
                <a:lnTo>
                  <a:pt x="1162831" y="467316"/>
                </a:lnTo>
                <a:lnTo>
                  <a:pt x="1180519" y="466858"/>
                </a:lnTo>
                <a:lnTo>
                  <a:pt x="1198197" y="466373"/>
                </a:lnTo>
                <a:lnTo>
                  <a:pt x="1215885" y="465839"/>
                </a:lnTo>
                <a:lnTo>
                  <a:pt x="1233564" y="465258"/>
                </a:lnTo>
                <a:lnTo>
                  <a:pt x="1251242" y="464639"/>
                </a:lnTo>
                <a:lnTo>
                  <a:pt x="1268921" y="463972"/>
                </a:lnTo>
                <a:lnTo>
                  <a:pt x="1286599" y="463248"/>
                </a:lnTo>
                <a:lnTo>
                  <a:pt x="1304277" y="462486"/>
                </a:lnTo>
                <a:lnTo>
                  <a:pt x="1321946" y="461658"/>
                </a:lnTo>
                <a:lnTo>
                  <a:pt x="1339615" y="460772"/>
                </a:lnTo>
                <a:lnTo>
                  <a:pt x="1357284" y="459829"/>
                </a:lnTo>
                <a:lnTo>
                  <a:pt x="1374943" y="458819"/>
                </a:lnTo>
                <a:lnTo>
                  <a:pt x="1392603" y="457724"/>
                </a:lnTo>
                <a:lnTo>
                  <a:pt x="1410252" y="456562"/>
                </a:lnTo>
                <a:lnTo>
                  <a:pt x="1427902" y="455305"/>
                </a:lnTo>
                <a:lnTo>
                  <a:pt x="1445543" y="453942"/>
                </a:lnTo>
                <a:lnTo>
                  <a:pt x="1463173" y="452466"/>
                </a:lnTo>
                <a:lnTo>
                  <a:pt x="1480795" y="450875"/>
                </a:lnTo>
                <a:lnTo>
                  <a:pt x="1498397" y="449123"/>
                </a:lnTo>
                <a:lnTo>
                  <a:pt x="1515980" y="447189"/>
                </a:lnTo>
                <a:lnTo>
                  <a:pt x="1533544" y="445046"/>
                </a:lnTo>
                <a:lnTo>
                  <a:pt x="1551061" y="442627"/>
                </a:lnTo>
                <a:lnTo>
                  <a:pt x="1568539" y="439845"/>
                </a:lnTo>
                <a:lnTo>
                  <a:pt x="1585922" y="436559"/>
                </a:lnTo>
                <a:lnTo>
                  <a:pt x="1603124" y="432473"/>
                </a:lnTo>
                <a:lnTo>
                  <a:pt x="1619869" y="426806"/>
                </a:lnTo>
                <a:lnTo>
                  <a:pt x="1632728" y="415690"/>
                </a:lnTo>
                <a:lnTo>
                  <a:pt x="1641072" y="400155"/>
                </a:lnTo>
                <a:lnTo>
                  <a:pt x="1649673" y="384696"/>
                </a:lnTo>
                <a:lnTo>
                  <a:pt x="1658274" y="369237"/>
                </a:lnTo>
                <a:lnTo>
                  <a:pt x="1666875" y="353778"/>
                </a:lnTo>
                <a:lnTo>
                  <a:pt x="1675476" y="338309"/>
                </a:lnTo>
                <a:lnTo>
                  <a:pt x="1684077" y="322850"/>
                </a:lnTo>
                <a:lnTo>
                  <a:pt x="1692669" y="307391"/>
                </a:lnTo>
                <a:lnTo>
                  <a:pt x="1701270" y="291932"/>
                </a:lnTo>
                <a:lnTo>
                  <a:pt x="1709871" y="276473"/>
                </a:lnTo>
                <a:lnTo>
                  <a:pt x="1718472" y="261014"/>
                </a:lnTo>
                <a:lnTo>
                  <a:pt x="1727073" y="245545"/>
                </a:lnTo>
                <a:lnTo>
                  <a:pt x="1735674" y="230086"/>
                </a:lnTo>
                <a:lnTo>
                  <a:pt x="1744266" y="214627"/>
                </a:lnTo>
                <a:lnTo>
                  <a:pt x="1752867" y="199168"/>
                </a:lnTo>
                <a:lnTo>
                  <a:pt x="1761468" y="183709"/>
                </a:lnTo>
                <a:lnTo>
                  <a:pt x="1770069" y="168250"/>
                </a:lnTo>
                <a:lnTo>
                  <a:pt x="1778670" y="152781"/>
                </a:lnTo>
                <a:lnTo>
                  <a:pt x="1787271" y="137322"/>
                </a:lnTo>
                <a:lnTo>
                  <a:pt x="1795863" y="121863"/>
                </a:lnTo>
                <a:lnTo>
                  <a:pt x="1804464" y="106404"/>
                </a:lnTo>
                <a:lnTo>
                  <a:pt x="1813065" y="90945"/>
                </a:lnTo>
                <a:lnTo>
                  <a:pt x="1821666" y="75486"/>
                </a:lnTo>
                <a:lnTo>
                  <a:pt x="1830267" y="60017"/>
                </a:lnTo>
                <a:lnTo>
                  <a:pt x="1838868" y="44558"/>
                </a:lnTo>
                <a:lnTo>
                  <a:pt x="1847459" y="29099"/>
                </a:lnTo>
                <a:lnTo>
                  <a:pt x="1856061" y="13640"/>
                </a:lnTo>
                <a:lnTo>
                  <a:pt x="1863176" y="2010"/>
                </a:lnTo>
                <a:lnTo>
                  <a:pt x="1848393" y="11068"/>
                </a:lnTo>
                <a:lnTo>
                  <a:pt x="1831353" y="15821"/>
                </a:lnTo>
                <a:lnTo>
                  <a:pt x="1814017" y="19326"/>
                </a:lnTo>
                <a:lnTo>
                  <a:pt x="1796558" y="22193"/>
                </a:lnTo>
                <a:lnTo>
                  <a:pt x="1779041" y="24641"/>
                </a:lnTo>
                <a:lnTo>
                  <a:pt x="1761477" y="26794"/>
                </a:lnTo>
                <a:lnTo>
                  <a:pt x="1743894" y="28718"/>
                </a:lnTo>
                <a:lnTo>
                  <a:pt x="1726292" y="30461"/>
                </a:lnTo>
                <a:lnTo>
                  <a:pt x="1708671" y="32061"/>
                </a:lnTo>
                <a:lnTo>
                  <a:pt x="1691040" y="33538"/>
                </a:lnTo>
                <a:lnTo>
                  <a:pt x="1673400" y="34900"/>
                </a:lnTo>
                <a:lnTo>
                  <a:pt x="1655759" y="36176"/>
                </a:lnTo>
                <a:lnTo>
                  <a:pt x="1638110" y="37367"/>
                </a:lnTo>
                <a:lnTo>
                  <a:pt x="1620450" y="38491"/>
                </a:lnTo>
                <a:lnTo>
                  <a:pt x="1602791" y="39548"/>
                </a:lnTo>
                <a:lnTo>
                  <a:pt x="1585131" y="40538"/>
                </a:lnTo>
                <a:lnTo>
                  <a:pt x="1567463" y="41472"/>
                </a:lnTo>
                <a:lnTo>
                  <a:pt x="1549794" y="42358"/>
                </a:lnTo>
                <a:lnTo>
                  <a:pt x="1532125" y="43196"/>
                </a:lnTo>
                <a:lnTo>
                  <a:pt x="1514446" y="43996"/>
                </a:lnTo>
                <a:lnTo>
                  <a:pt x="1496778" y="44748"/>
                </a:lnTo>
                <a:lnTo>
                  <a:pt x="1479099" y="45463"/>
                </a:lnTo>
                <a:lnTo>
                  <a:pt x="1461421" y="46149"/>
                </a:lnTo>
                <a:lnTo>
                  <a:pt x="1443742" y="46796"/>
                </a:lnTo>
                <a:lnTo>
                  <a:pt x="1426054" y="47406"/>
                </a:lnTo>
                <a:lnTo>
                  <a:pt x="1408376" y="47987"/>
                </a:lnTo>
                <a:lnTo>
                  <a:pt x="1390698" y="48539"/>
                </a:lnTo>
                <a:lnTo>
                  <a:pt x="1373010" y="49063"/>
                </a:lnTo>
                <a:lnTo>
                  <a:pt x="1355322" y="49559"/>
                </a:lnTo>
                <a:lnTo>
                  <a:pt x="1337643" y="50035"/>
                </a:lnTo>
                <a:lnTo>
                  <a:pt x="1319955" y="50473"/>
                </a:lnTo>
                <a:lnTo>
                  <a:pt x="1302268" y="50892"/>
                </a:lnTo>
                <a:lnTo>
                  <a:pt x="1284580" y="51292"/>
                </a:lnTo>
                <a:lnTo>
                  <a:pt x="1266892" y="51664"/>
                </a:lnTo>
                <a:lnTo>
                  <a:pt x="1249204" y="52016"/>
                </a:lnTo>
                <a:lnTo>
                  <a:pt x="1231516" y="52349"/>
                </a:lnTo>
                <a:lnTo>
                  <a:pt x="1213828" y="52654"/>
                </a:lnTo>
                <a:lnTo>
                  <a:pt x="1196140" y="52940"/>
                </a:lnTo>
                <a:lnTo>
                  <a:pt x="1178452" y="53207"/>
                </a:lnTo>
                <a:lnTo>
                  <a:pt x="1160764" y="53454"/>
                </a:lnTo>
                <a:lnTo>
                  <a:pt x="1143076" y="53673"/>
                </a:lnTo>
                <a:lnTo>
                  <a:pt x="1125379" y="53883"/>
                </a:lnTo>
                <a:lnTo>
                  <a:pt x="1107691" y="54073"/>
                </a:lnTo>
                <a:lnTo>
                  <a:pt x="1090003" y="54245"/>
                </a:lnTo>
                <a:lnTo>
                  <a:pt x="1072315" y="54397"/>
                </a:lnTo>
                <a:lnTo>
                  <a:pt x="1054618" y="54521"/>
                </a:lnTo>
                <a:lnTo>
                  <a:pt x="1036930" y="54645"/>
                </a:lnTo>
                <a:lnTo>
                  <a:pt x="1019242" y="54740"/>
                </a:lnTo>
                <a:lnTo>
                  <a:pt x="1001544" y="54807"/>
                </a:lnTo>
                <a:lnTo>
                  <a:pt x="983856" y="54874"/>
                </a:lnTo>
                <a:lnTo>
                  <a:pt x="966168" y="54921"/>
                </a:lnTo>
                <a:lnTo>
                  <a:pt x="948471" y="54950"/>
                </a:lnTo>
                <a:lnTo>
                  <a:pt x="930783" y="54959"/>
                </a:lnTo>
                <a:lnTo>
                  <a:pt x="913095" y="54940"/>
                </a:lnTo>
                <a:lnTo>
                  <a:pt x="895398" y="54912"/>
                </a:lnTo>
                <a:lnTo>
                  <a:pt x="877710" y="54864"/>
                </a:lnTo>
                <a:lnTo>
                  <a:pt x="860022" y="54797"/>
                </a:lnTo>
                <a:lnTo>
                  <a:pt x="842324" y="54731"/>
                </a:lnTo>
                <a:lnTo>
                  <a:pt x="824636" y="54626"/>
                </a:lnTo>
                <a:lnTo>
                  <a:pt x="806948" y="54512"/>
                </a:lnTo>
                <a:lnTo>
                  <a:pt x="789251" y="54378"/>
                </a:lnTo>
                <a:lnTo>
                  <a:pt x="771563" y="54226"/>
                </a:lnTo>
                <a:lnTo>
                  <a:pt x="753875" y="54054"/>
                </a:lnTo>
                <a:lnTo>
                  <a:pt x="736187" y="53864"/>
                </a:lnTo>
                <a:lnTo>
                  <a:pt x="718490" y="53654"/>
                </a:lnTo>
                <a:lnTo>
                  <a:pt x="700802" y="53426"/>
                </a:lnTo>
                <a:lnTo>
                  <a:pt x="683114" y="53178"/>
                </a:lnTo>
                <a:lnTo>
                  <a:pt x="665426" y="52902"/>
                </a:lnTo>
                <a:lnTo>
                  <a:pt x="647738" y="52616"/>
                </a:lnTo>
                <a:lnTo>
                  <a:pt x="630050" y="52311"/>
                </a:lnTo>
                <a:lnTo>
                  <a:pt x="612362" y="51978"/>
                </a:lnTo>
                <a:lnTo>
                  <a:pt x="594674" y="51626"/>
                </a:lnTo>
                <a:lnTo>
                  <a:pt x="576986" y="51245"/>
                </a:lnTo>
                <a:lnTo>
                  <a:pt x="559298" y="50844"/>
                </a:lnTo>
                <a:lnTo>
                  <a:pt x="541611" y="50425"/>
                </a:lnTo>
                <a:lnTo>
                  <a:pt x="523923" y="49978"/>
                </a:lnTo>
                <a:lnTo>
                  <a:pt x="506244" y="49501"/>
                </a:lnTo>
                <a:lnTo>
                  <a:pt x="488556" y="49006"/>
                </a:lnTo>
                <a:lnTo>
                  <a:pt x="470868" y="48482"/>
                </a:lnTo>
                <a:lnTo>
                  <a:pt x="453190" y="47920"/>
                </a:lnTo>
                <a:lnTo>
                  <a:pt x="435512" y="47339"/>
                </a:lnTo>
                <a:lnTo>
                  <a:pt x="417824" y="46720"/>
                </a:lnTo>
                <a:lnTo>
                  <a:pt x="400145" y="46072"/>
                </a:lnTo>
                <a:lnTo>
                  <a:pt x="382467" y="45387"/>
                </a:lnTo>
                <a:lnTo>
                  <a:pt x="364798" y="44663"/>
                </a:lnTo>
                <a:lnTo>
                  <a:pt x="347120" y="43901"/>
                </a:lnTo>
                <a:lnTo>
                  <a:pt x="329441" y="43101"/>
                </a:lnTo>
                <a:lnTo>
                  <a:pt x="311772" y="42253"/>
                </a:lnTo>
                <a:lnTo>
                  <a:pt x="294103" y="41367"/>
                </a:lnTo>
                <a:lnTo>
                  <a:pt x="276444" y="40424"/>
                </a:lnTo>
                <a:lnTo>
                  <a:pt x="258775" y="39424"/>
                </a:lnTo>
                <a:lnTo>
                  <a:pt x="241116" y="38357"/>
                </a:lnTo>
                <a:lnTo>
                  <a:pt x="223466" y="37233"/>
                </a:lnTo>
                <a:lnTo>
                  <a:pt x="205816" y="36033"/>
                </a:lnTo>
                <a:lnTo>
                  <a:pt x="188166" y="34747"/>
                </a:lnTo>
                <a:lnTo>
                  <a:pt x="170526" y="33366"/>
                </a:lnTo>
                <a:lnTo>
                  <a:pt x="152905" y="31880"/>
                </a:lnTo>
                <a:lnTo>
                  <a:pt x="135284" y="30270"/>
                </a:lnTo>
                <a:lnTo>
                  <a:pt x="117681" y="28499"/>
                </a:lnTo>
                <a:lnTo>
                  <a:pt x="100098" y="26556"/>
                </a:lnTo>
                <a:lnTo>
                  <a:pt x="82544" y="24365"/>
                </a:lnTo>
                <a:lnTo>
                  <a:pt x="65027" y="21879"/>
                </a:lnTo>
                <a:lnTo>
                  <a:pt x="47577" y="18955"/>
                </a:lnTo>
                <a:lnTo>
                  <a:pt x="30261" y="15345"/>
                </a:lnTo>
                <a:lnTo>
                  <a:pt x="13297" y="103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B9CB7668-FBBB-480C-9D70-A4A3FE18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8666" y="1163693"/>
            <a:ext cx="1863642" cy="156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9F909CCD-213D-4D5F-AAC4-A56EC61B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9552" y="1783551"/>
            <a:ext cx="1399156" cy="470059"/>
          </a:xfrm>
          <a:custGeom xmlns:a="http://schemas.openxmlformats.org/drawingml/2006/main">
            <a:pathLst>
              <a:path w="1399156" h="470059">
                <a:moveTo>
                  <a:pt x="0" y="0"/>
                </a:moveTo>
                <a:lnTo>
                  <a:pt x="6306" y="12459"/>
                </a:lnTo>
                <a:lnTo>
                  <a:pt x="12611" y="24927"/>
                </a:lnTo>
                <a:lnTo>
                  <a:pt x="18917" y="37386"/>
                </a:lnTo>
                <a:lnTo>
                  <a:pt x="25222" y="49844"/>
                </a:lnTo>
                <a:lnTo>
                  <a:pt x="31528" y="62313"/>
                </a:lnTo>
                <a:lnTo>
                  <a:pt x="37833" y="74771"/>
                </a:lnTo>
                <a:lnTo>
                  <a:pt x="44139" y="87230"/>
                </a:lnTo>
                <a:lnTo>
                  <a:pt x="50444" y="99698"/>
                </a:lnTo>
                <a:lnTo>
                  <a:pt x="56750" y="112157"/>
                </a:lnTo>
                <a:lnTo>
                  <a:pt x="63056" y="124625"/>
                </a:lnTo>
                <a:lnTo>
                  <a:pt x="69352" y="137084"/>
                </a:lnTo>
                <a:lnTo>
                  <a:pt x="75657" y="149543"/>
                </a:lnTo>
                <a:lnTo>
                  <a:pt x="81963" y="162011"/>
                </a:lnTo>
                <a:lnTo>
                  <a:pt x="88268" y="174469"/>
                </a:lnTo>
                <a:lnTo>
                  <a:pt x="94574" y="186928"/>
                </a:lnTo>
                <a:lnTo>
                  <a:pt x="100879" y="199396"/>
                </a:lnTo>
                <a:lnTo>
                  <a:pt x="107185" y="211855"/>
                </a:lnTo>
                <a:lnTo>
                  <a:pt x="113490" y="224314"/>
                </a:lnTo>
                <a:lnTo>
                  <a:pt x="119796" y="236782"/>
                </a:lnTo>
                <a:lnTo>
                  <a:pt x="126101" y="249241"/>
                </a:lnTo>
                <a:lnTo>
                  <a:pt x="132407" y="261699"/>
                </a:lnTo>
                <a:lnTo>
                  <a:pt x="138713" y="274168"/>
                </a:lnTo>
                <a:lnTo>
                  <a:pt x="145018" y="286626"/>
                </a:lnTo>
                <a:lnTo>
                  <a:pt x="151324" y="299085"/>
                </a:lnTo>
                <a:lnTo>
                  <a:pt x="157629" y="311553"/>
                </a:lnTo>
                <a:lnTo>
                  <a:pt x="163935" y="324012"/>
                </a:lnTo>
                <a:lnTo>
                  <a:pt x="170240" y="336480"/>
                </a:lnTo>
                <a:lnTo>
                  <a:pt x="176546" y="348939"/>
                </a:lnTo>
                <a:lnTo>
                  <a:pt x="182851" y="361398"/>
                </a:lnTo>
                <a:lnTo>
                  <a:pt x="189157" y="373866"/>
                </a:lnTo>
                <a:lnTo>
                  <a:pt x="195453" y="386324"/>
                </a:lnTo>
                <a:lnTo>
                  <a:pt x="201759" y="398783"/>
                </a:lnTo>
                <a:lnTo>
                  <a:pt x="208064" y="411251"/>
                </a:lnTo>
                <a:lnTo>
                  <a:pt x="214417" y="423377"/>
                </a:lnTo>
                <a:lnTo>
                  <a:pt x="226295" y="430597"/>
                </a:lnTo>
                <a:lnTo>
                  <a:pt x="239373" y="435493"/>
                </a:lnTo>
                <a:lnTo>
                  <a:pt x="252803" y="439303"/>
                </a:lnTo>
                <a:lnTo>
                  <a:pt x="266414" y="442455"/>
                </a:lnTo>
                <a:lnTo>
                  <a:pt x="280111" y="445160"/>
                </a:lnTo>
                <a:lnTo>
                  <a:pt x="293875" y="447532"/>
                </a:lnTo>
                <a:lnTo>
                  <a:pt x="307677" y="449647"/>
                </a:lnTo>
                <a:lnTo>
                  <a:pt x="321516" y="451542"/>
                </a:lnTo>
                <a:lnTo>
                  <a:pt x="335375" y="453276"/>
                </a:lnTo>
                <a:lnTo>
                  <a:pt x="349253" y="454847"/>
                </a:lnTo>
                <a:lnTo>
                  <a:pt x="363141" y="456295"/>
                </a:lnTo>
                <a:lnTo>
                  <a:pt x="377047" y="457619"/>
                </a:lnTo>
                <a:lnTo>
                  <a:pt x="390963" y="458848"/>
                </a:lnTo>
                <a:lnTo>
                  <a:pt x="404879" y="459981"/>
                </a:lnTo>
                <a:lnTo>
                  <a:pt x="418805" y="461029"/>
                </a:lnTo>
                <a:lnTo>
                  <a:pt x="432740" y="462001"/>
                </a:lnTo>
                <a:lnTo>
                  <a:pt x="446675" y="462896"/>
                </a:lnTo>
                <a:lnTo>
                  <a:pt x="460619" y="463725"/>
                </a:lnTo>
                <a:lnTo>
                  <a:pt x="474564" y="464496"/>
                </a:lnTo>
                <a:lnTo>
                  <a:pt x="488509" y="465211"/>
                </a:lnTo>
                <a:lnTo>
                  <a:pt x="502463" y="465858"/>
                </a:lnTo>
                <a:lnTo>
                  <a:pt x="516417" y="466449"/>
                </a:lnTo>
                <a:lnTo>
                  <a:pt x="530371" y="467001"/>
                </a:lnTo>
                <a:lnTo>
                  <a:pt x="544325" y="467497"/>
                </a:lnTo>
                <a:lnTo>
                  <a:pt x="558289" y="467944"/>
                </a:lnTo>
                <a:lnTo>
                  <a:pt x="572252" y="468344"/>
                </a:lnTo>
                <a:lnTo>
                  <a:pt x="586207" y="468706"/>
                </a:lnTo>
                <a:lnTo>
                  <a:pt x="600170" y="469021"/>
                </a:lnTo>
                <a:lnTo>
                  <a:pt x="614134" y="469287"/>
                </a:lnTo>
                <a:lnTo>
                  <a:pt x="628098" y="469516"/>
                </a:lnTo>
                <a:lnTo>
                  <a:pt x="642061" y="469706"/>
                </a:lnTo>
                <a:lnTo>
                  <a:pt x="656034" y="469859"/>
                </a:lnTo>
                <a:lnTo>
                  <a:pt x="669998" y="469964"/>
                </a:lnTo>
                <a:lnTo>
                  <a:pt x="683962" y="470030"/>
                </a:lnTo>
                <a:lnTo>
                  <a:pt x="697925" y="470059"/>
                </a:lnTo>
                <a:lnTo>
                  <a:pt x="711899" y="470049"/>
                </a:lnTo>
                <a:lnTo>
                  <a:pt x="725862" y="470002"/>
                </a:lnTo>
                <a:lnTo>
                  <a:pt x="739826" y="469906"/>
                </a:lnTo>
                <a:lnTo>
                  <a:pt x="753789" y="469773"/>
                </a:lnTo>
                <a:lnTo>
                  <a:pt x="767763" y="469602"/>
                </a:lnTo>
                <a:lnTo>
                  <a:pt x="781726" y="469392"/>
                </a:lnTo>
                <a:lnTo>
                  <a:pt x="795690" y="469144"/>
                </a:lnTo>
                <a:lnTo>
                  <a:pt x="809654" y="468840"/>
                </a:lnTo>
                <a:lnTo>
                  <a:pt x="823608" y="468506"/>
                </a:lnTo>
                <a:lnTo>
                  <a:pt x="837571" y="468125"/>
                </a:lnTo>
                <a:lnTo>
                  <a:pt x="851535" y="467697"/>
                </a:lnTo>
                <a:lnTo>
                  <a:pt x="865489" y="467220"/>
                </a:lnTo>
                <a:lnTo>
                  <a:pt x="879443" y="466696"/>
                </a:lnTo>
                <a:lnTo>
                  <a:pt x="893397" y="466125"/>
                </a:lnTo>
                <a:lnTo>
                  <a:pt x="907352" y="465487"/>
                </a:lnTo>
                <a:lnTo>
                  <a:pt x="921306" y="464810"/>
                </a:lnTo>
                <a:lnTo>
                  <a:pt x="935250" y="464068"/>
                </a:lnTo>
                <a:lnTo>
                  <a:pt x="949195" y="463267"/>
                </a:lnTo>
                <a:lnTo>
                  <a:pt x="963130" y="462401"/>
                </a:lnTo>
                <a:lnTo>
                  <a:pt x="977065" y="461458"/>
                </a:lnTo>
                <a:lnTo>
                  <a:pt x="991000" y="460439"/>
                </a:lnTo>
                <a:lnTo>
                  <a:pt x="1004916" y="459343"/>
                </a:lnTo>
                <a:lnTo>
                  <a:pt x="1018832" y="458162"/>
                </a:lnTo>
                <a:lnTo>
                  <a:pt x="1032739" y="456876"/>
                </a:lnTo>
                <a:lnTo>
                  <a:pt x="1046636" y="455486"/>
                </a:lnTo>
                <a:lnTo>
                  <a:pt x="1060523" y="453971"/>
                </a:lnTo>
                <a:lnTo>
                  <a:pt x="1074391" y="452314"/>
                </a:lnTo>
                <a:lnTo>
                  <a:pt x="1088241" y="450485"/>
                </a:lnTo>
                <a:lnTo>
                  <a:pt x="1102052" y="448466"/>
                </a:lnTo>
                <a:lnTo>
                  <a:pt x="1115844" y="446218"/>
                </a:lnTo>
                <a:lnTo>
                  <a:pt x="1129570" y="443665"/>
                </a:lnTo>
                <a:lnTo>
                  <a:pt x="1143219" y="440722"/>
                </a:lnTo>
                <a:lnTo>
                  <a:pt x="1156745" y="437236"/>
                </a:lnTo>
                <a:lnTo>
                  <a:pt x="1170013" y="432883"/>
                </a:lnTo>
                <a:lnTo>
                  <a:pt x="1182624" y="426930"/>
                </a:lnTo>
                <a:lnTo>
                  <a:pt x="1191673" y="416785"/>
                </a:lnTo>
                <a:lnTo>
                  <a:pt x="1197397" y="404155"/>
                </a:lnTo>
                <a:lnTo>
                  <a:pt x="1203703" y="391687"/>
                </a:lnTo>
                <a:lnTo>
                  <a:pt x="1209999" y="379228"/>
                </a:lnTo>
                <a:lnTo>
                  <a:pt x="1216304" y="366760"/>
                </a:lnTo>
                <a:lnTo>
                  <a:pt x="1222610" y="354301"/>
                </a:lnTo>
                <a:lnTo>
                  <a:pt x="1228916" y="341843"/>
                </a:lnTo>
                <a:lnTo>
                  <a:pt x="1235221" y="329375"/>
                </a:lnTo>
                <a:lnTo>
                  <a:pt x="1241527" y="316916"/>
                </a:lnTo>
                <a:lnTo>
                  <a:pt x="1247832" y="304457"/>
                </a:lnTo>
                <a:lnTo>
                  <a:pt x="1254138" y="291989"/>
                </a:lnTo>
                <a:lnTo>
                  <a:pt x="1260443" y="279530"/>
                </a:lnTo>
                <a:lnTo>
                  <a:pt x="1266749" y="267071"/>
                </a:lnTo>
                <a:lnTo>
                  <a:pt x="1273054" y="254603"/>
                </a:lnTo>
                <a:lnTo>
                  <a:pt x="1279360" y="242145"/>
                </a:lnTo>
                <a:lnTo>
                  <a:pt x="1285665" y="229686"/>
                </a:lnTo>
                <a:lnTo>
                  <a:pt x="1291971" y="217218"/>
                </a:lnTo>
                <a:lnTo>
                  <a:pt x="1298277" y="204759"/>
                </a:lnTo>
                <a:lnTo>
                  <a:pt x="1304582" y="192300"/>
                </a:lnTo>
                <a:lnTo>
                  <a:pt x="1310888" y="179832"/>
                </a:lnTo>
                <a:lnTo>
                  <a:pt x="1317193" y="167373"/>
                </a:lnTo>
                <a:lnTo>
                  <a:pt x="1323499" y="154905"/>
                </a:lnTo>
                <a:lnTo>
                  <a:pt x="1329804" y="142446"/>
                </a:lnTo>
                <a:lnTo>
                  <a:pt x="1336110" y="129988"/>
                </a:lnTo>
                <a:lnTo>
                  <a:pt x="1342406" y="117519"/>
                </a:lnTo>
                <a:lnTo>
                  <a:pt x="1348711" y="105061"/>
                </a:lnTo>
                <a:lnTo>
                  <a:pt x="1355017" y="92602"/>
                </a:lnTo>
                <a:lnTo>
                  <a:pt x="1361323" y="80134"/>
                </a:lnTo>
                <a:lnTo>
                  <a:pt x="1367628" y="67675"/>
                </a:lnTo>
                <a:lnTo>
                  <a:pt x="1373934" y="55216"/>
                </a:lnTo>
                <a:lnTo>
                  <a:pt x="1380239" y="42748"/>
                </a:lnTo>
                <a:lnTo>
                  <a:pt x="1386545" y="30290"/>
                </a:lnTo>
                <a:lnTo>
                  <a:pt x="1392850" y="17831"/>
                </a:lnTo>
                <a:lnTo>
                  <a:pt x="1399156" y="5363"/>
                </a:lnTo>
                <a:lnTo>
                  <a:pt x="1397918" y="6601"/>
                </a:lnTo>
                <a:lnTo>
                  <a:pt x="1385611" y="13078"/>
                </a:lnTo>
                <a:lnTo>
                  <a:pt x="1372314" y="17345"/>
                </a:lnTo>
                <a:lnTo>
                  <a:pt x="1358751" y="20660"/>
                </a:lnTo>
                <a:lnTo>
                  <a:pt x="1345054" y="23422"/>
                </a:lnTo>
                <a:lnTo>
                  <a:pt x="1331300" y="25803"/>
                </a:lnTo>
                <a:lnTo>
                  <a:pt x="1317488" y="27908"/>
                </a:lnTo>
                <a:lnTo>
                  <a:pt x="1303658" y="29813"/>
                </a:lnTo>
                <a:lnTo>
                  <a:pt x="1289799" y="31537"/>
                </a:lnTo>
                <a:lnTo>
                  <a:pt x="1275921" y="33118"/>
                </a:lnTo>
                <a:lnTo>
                  <a:pt x="1262024" y="34576"/>
                </a:lnTo>
                <a:lnTo>
                  <a:pt x="1248127" y="35928"/>
                </a:lnTo>
                <a:lnTo>
                  <a:pt x="1234221" y="37195"/>
                </a:lnTo>
                <a:lnTo>
                  <a:pt x="1220305" y="38376"/>
                </a:lnTo>
                <a:lnTo>
                  <a:pt x="1206379" y="39491"/>
                </a:lnTo>
                <a:lnTo>
                  <a:pt x="1192454" y="40529"/>
                </a:lnTo>
                <a:lnTo>
                  <a:pt x="1178519" y="41510"/>
                </a:lnTo>
                <a:lnTo>
                  <a:pt x="1164584" y="42434"/>
                </a:lnTo>
                <a:lnTo>
                  <a:pt x="1150649" y="43310"/>
                </a:lnTo>
                <a:lnTo>
                  <a:pt x="1136704" y="44139"/>
                </a:lnTo>
                <a:lnTo>
                  <a:pt x="1122759" y="44920"/>
                </a:lnTo>
                <a:lnTo>
                  <a:pt x="1108815" y="45663"/>
                </a:lnTo>
                <a:lnTo>
                  <a:pt x="1094870" y="46368"/>
                </a:lnTo>
                <a:lnTo>
                  <a:pt x="1080916" y="47034"/>
                </a:lnTo>
                <a:lnTo>
                  <a:pt x="1066962" y="47663"/>
                </a:lnTo>
                <a:lnTo>
                  <a:pt x="1053008" y="48254"/>
                </a:lnTo>
                <a:lnTo>
                  <a:pt x="1039054" y="48816"/>
                </a:lnTo>
                <a:lnTo>
                  <a:pt x="1025100" y="49349"/>
                </a:lnTo>
                <a:lnTo>
                  <a:pt x="1011145" y="49854"/>
                </a:lnTo>
                <a:lnTo>
                  <a:pt x="997182" y="50330"/>
                </a:lnTo>
                <a:lnTo>
                  <a:pt x="983228" y="50778"/>
                </a:lnTo>
                <a:lnTo>
                  <a:pt x="969264" y="51206"/>
                </a:lnTo>
                <a:lnTo>
                  <a:pt x="955300" y="51597"/>
                </a:lnTo>
                <a:lnTo>
                  <a:pt x="941346" y="51978"/>
                </a:lnTo>
                <a:lnTo>
                  <a:pt x="927383" y="52321"/>
                </a:lnTo>
                <a:lnTo>
                  <a:pt x="913419" y="52645"/>
                </a:lnTo>
                <a:lnTo>
                  <a:pt x="899455" y="52949"/>
                </a:lnTo>
                <a:lnTo>
                  <a:pt x="885492" y="53226"/>
                </a:lnTo>
                <a:lnTo>
                  <a:pt x="871528" y="53483"/>
                </a:lnTo>
                <a:lnTo>
                  <a:pt x="857564" y="53711"/>
                </a:lnTo>
                <a:lnTo>
                  <a:pt x="843601" y="53931"/>
                </a:lnTo>
                <a:lnTo>
                  <a:pt x="829637" y="54121"/>
                </a:lnTo>
                <a:lnTo>
                  <a:pt x="815673" y="54293"/>
                </a:lnTo>
                <a:lnTo>
                  <a:pt x="801700" y="54445"/>
                </a:lnTo>
                <a:lnTo>
                  <a:pt x="787737" y="54578"/>
                </a:lnTo>
                <a:lnTo>
                  <a:pt x="773773" y="54683"/>
                </a:lnTo>
                <a:lnTo>
                  <a:pt x="759809" y="54778"/>
                </a:lnTo>
                <a:lnTo>
                  <a:pt x="745836" y="54854"/>
                </a:lnTo>
                <a:lnTo>
                  <a:pt x="731872" y="54902"/>
                </a:lnTo>
                <a:lnTo>
                  <a:pt x="717909" y="54940"/>
                </a:lnTo>
                <a:lnTo>
                  <a:pt x="703945" y="54950"/>
                </a:lnTo>
                <a:lnTo>
                  <a:pt x="689972" y="54950"/>
                </a:lnTo>
                <a:lnTo>
                  <a:pt x="676008" y="54921"/>
                </a:lnTo>
                <a:lnTo>
                  <a:pt x="662045" y="54874"/>
                </a:lnTo>
                <a:lnTo>
                  <a:pt x="648081" y="54816"/>
                </a:lnTo>
                <a:lnTo>
                  <a:pt x="634108" y="54731"/>
                </a:lnTo>
                <a:lnTo>
                  <a:pt x="620144" y="54626"/>
                </a:lnTo>
                <a:lnTo>
                  <a:pt x="606181" y="54502"/>
                </a:lnTo>
                <a:lnTo>
                  <a:pt x="592217" y="54359"/>
                </a:lnTo>
                <a:lnTo>
                  <a:pt x="578244" y="54197"/>
                </a:lnTo>
                <a:lnTo>
                  <a:pt x="564280" y="54016"/>
                </a:lnTo>
                <a:lnTo>
                  <a:pt x="550316" y="53807"/>
                </a:lnTo>
                <a:lnTo>
                  <a:pt x="536353" y="53588"/>
                </a:lnTo>
                <a:lnTo>
                  <a:pt x="522389" y="53340"/>
                </a:lnTo>
                <a:lnTo>
                  <a:pt x="508425" y="53064"/>
                </a:lnTo>
                <a:lnTo>
                  <a:pt x="494462" y="52778"/>
                </a:lnTo>
                <a:lnTo>
                  <a:pt x="480498" y="52464"/>
                </a:lnTo>
                <a:lnTo>
                  <a:pt x="466534" y="52121"/>
                </a:lnTo>
                <a:lnTo>
                  <a:pt x="452580" y="51759"/>
                </a:lnTo>
                <a:lnTo>
                  <a:pt x="438617" y="51378"/>
                </a:lnTo>
                <a:lnTo>
                  <a:pt x="424653" y="50968"/>
                </a:lnTo>
                <a:lnTo>
                  <a:pt x="410699" y="50530"/>
                </a:lnTo>
                <a:lnTo>
                  <a:pt x="396735" y="50073"/>
                </a:lnTo>
                <a:lnTo>
                  <a:pt x="382781" y="49578"/>
                </a:lnTo>
                <a:lnTo>
                  <a:pt x="368827" y="49054"/>
                </a:lnTo>
                <a:lnTo>
                  <a:pt x="354863" y="48501"/>
                </a:lnTo>
                <a:lnTo>
                  <a:pt x="340909" y="47920"/>
                </a:lnTo>
                <a:lnTo>
                  <a:pt x="326965" y="47311"/>
                </a:lnTo>
                <a:lnTo>
                  <a:pt x="313011" y="46653"/>
                </a:lnTo>
                <a:lnTo>
                  <a:pt x="299056" y="45977"/>
                </a:lnTo>
                <a:lnTo>
                  <a:pt x="285112" y="45253"/>
                </a:lnTo>
                <a:lnTo>
                  <a:pt x="271167" y="44482"/>
                </a:lnTo>
                <a:lnTo>
                  <a:pt x="257223" y="43682"/>
                </a:lnTo>
                <a:lnTo>
                  <a:pt x="243288" y="42824"/>
                </a:lnTo>
                <a:lnTo>
                  <a:pt x="229343" y="41920"/>
                </a:lnTo>
                <a:lnTo>
                  <a:pt x="215417" y="40958"/>
                </a:lnTo>
                <a:lnTo>
                  <a:pt x="201482" y="39938"/>
                </a:lnTo>
                <a:lnTo>
                  <a:pt x="187557" y="38862"/>
                </a:lnTo>
                <a:lnTo>
                  <a:pt x="173641" y="37709"/>
                </a:lnTo>
                <a:lnTo>
                  <a:pt x="159725" y="36490"/>
                </a:lnTo>
                <a:lnTo>
                  <a:pt x="145828" y="35176"/>
                </a:lnTo>
                <a:lnTo>
                  <a:pt x="131931" y="33757"/>
                </a:lnTo>
                <a:lnTo>
                  <a:pt x="118053" y="32233"/>
                </a:lnTo>
                <a:lnTo>
                  <a:pt x="104184" y="30575"/>
                </a:lnTo>
                <a:lnTo>
                  <a:pt x="90335" y="28756"/>
                </a:lnTo>
                <a:lnTo>
                  <a:pt x="76514" y="26737"/>
                </a:lnTo>
                <a:lnTo>
                  <a:pt x="62732" y="24479"/>
                </a:lnTo>
                <a:lnTo>
                  <a:pt x="49006" y="21898"/>
                </a:lnTo>
                <a:lnTo>
                  <a:pt x="35376" y="18860"/>
                </a:lnTo>
                <a:lnTo>
                  <a:pt x="21936" y="15078"/>
                </a:lnTo>
                <a:lnTo>
                  <a:pt x="9001" y="9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51DA0E44-50E1-4812-982D-25B4D318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9543" y="1705408"/>
            <a:ext cx="1401890" cy="156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DBC5F250-9205-494F-97B8-6621AFA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569" y="2325267"/>
            <a:ext cx="979694" cy="470059"/>
          </a:xfrm>
          <a:custGeom xmlns:a="http://schemas.openxmlformats.org/drawingml/2006/main">
            <a:pathLst>
              <a:path w="979694" h="470059">
                <a:moveTo>
                  <a:pt x="0" y="0"/>
                </a:moveTo>
                <a:lnTo>
                  <a:pt x="5705" y="12002"/>
                </a:lnTo>
                <a:lnTo>
                  <a:pt x="11420" y="23993"/>
                </a:lnTo>
                <a:lnTo>
                  <a:pt x="17135" y="35995"/>
                </a:lnTo>
                <a:lnTo>
                  <a:pt x="22841" y="47996"/>
                </a:lnTo>
                <a:lnTo>
                  <a:pt x="28556" y="59998"/>
                </a:lnTo>
                <a:lnTo>
                  <a:pt x="34261" y="71990"/>
                </a:lnTo>
                <a:lnTo>
                  <a:pt x="39976" y="83991"/>
                </a:lnTo>
                <a:lnTo>
                  <a:pt x="45682" y="95993"/>
                </a:lnTo>
                <a:lnTo>
                  <a:pt x="51397" y="107994"/>
                </a:lnTo>
                <a:lnTo>
                  <a:pt x="57102" y="119986"/>
                </a:lnTo>
                <a:lnTo>
                  <a:pt x="62817" y="131988"/>
                </a:lnTo>
                <a:lnTo>
                  <a:pt x="68523" y="143989"/>
                </a:lnTo>
                <a:lnTo>
                  <a:pt x="74238" y="155991"/>
                </a:lnTo>
                <a:lnTo>
                  <a:pt x="79943" y="167983"/>
                </a:lnTo>
                <a:lnTo>
                  <a:pt x="85658" y="179984"/>
                </a:lnTo>
                <a:lnTo>
                  <a:pt x="91364" y="191986"/>
                </a:lnTo>
                <a:lnTo>
                  <a:pt x="97079" y="203987"/>
                </a:lnTo>
                <a:lnTo>
                  <a:pt x="102784" y="215979"/>
                </a:lnTo>
                <a:lnTo>
                  <a:pt x="108499" y="227981"/>
                </a:lnTo>
                <a:lnTo>
                  <a:pt x="114205" y="239982"/>
                </a:lnTo>
                <a:lnTo>
                  <a:pt x="119920" y="251974"/>
                </a:lnTo>
                <a:lnTo>
                  <a:pt x="125625" y="263976"/>
                </a:lnTo>
                <a:lnTo>
                  <a:pt x="131340" y="275977"/>
                </a:lnTo>
                <a:lnTo>
                  <a:pt x="137046" y="287979"/>
                </a:lnTo>
                <a:lnTo>
                  <a:pt x="142761" y="299971"/>
                </a:lnTo>
                <a:lnTo>
                  <a:pt x="148466" y="311972"/>
                </a:lnTo>
                <a:lnTo>
                  <a:pt x="154181" y="323974"/>
                </a:lnTo>
                <a:lnTo>
                  <a:pt x="159896" y="335975"/>
                </a:lnTo>
                <a:lnTo>
                  <a:pt x="165602" y="347967"/>
                </a:lnTo>
                <a:lnTo>
                  <a:pt x="171317" y="359969"/>
                </a:lnTo>
                <a:lnTo>
                  <a:pt x="177022" y="371970"/>
                </a:lnTo>
                <a:lnTo>
                  <a:pt x="182737" y="383972"/>
                </a:lnTo>
                <a:lnTo>
                  <a:pt x="188443" y="395964"/>
                </a:lnTo>
                <a:lnTo>
                  <a:pt x="194158" y="407965"/>
                </a:lnTo>
                <a:lnTo>
                  <a:pt x="198587" y="420348"/>
                </a:lnTo>
                <a:lnTo>
                  <a:pt x="207026" y="430406"/>
                </a:lnTo>
                <a:lnTo>
                  <a:pt x="218437" y="437188"/>
                </a:lnTo>
                <a:lnTo>
                  <a:pt x="230705" y="442265"/>
                </a:lnTo>
                <a:lnTo>
                  <a:pt x="243354" y="446322"/>
                </a:lnTo>
                <a:lnTo>
                  <a:pt x="256203" y="449713"/>
                </a:lnTo>
                <a:lnTo>
                  <a:pt x="269177" y="452609"/>
                </a:lnTo>
                <a:lnTo>
                  <a:pt x="282226" y="455114"/>
                </a:lnTo>
                <a:lnTo>
                  <a:pt x="295332" y="457305"/>
                </a:lnTo>
                <a:lnTo>
                  <a:pt x="308477" y="459238"/>
                </a:lnTo>
                <a:lnTo>
                  <a:pt x="321659" y="460953"/>
                </a:lnTo>
                <a:lnTo>
                  <a:pt x="334861" y="462467"/>
                </a:lnTo>
                <a:lnTo>
                  <a:pt x="348082" y="463801"/>
                </a:lnTo>
                <a:lnTo>
                  <a:pt x="361312" y="464982"/>
                </a:lnTo>
                <a:lnTo>
                  <a:pt x="374561" y="466020"/>
                </a:lnTo>
                <a:lnTo>
                  <a:pt x="387820" y="466925"/>
                </a:lnTo>
                <a:lnTo>
                  <a:pt x="401088" y="467706"/>
                </a:lnTo>
                <a:lnTo>
                  <a:pt x="414357" y="468363"/>
                </a:lnTo>
                <a:lnTo>
                  <a:pt x="427634" y="468906"/>
                </a:lnTo>
                <a:lnTo>
                  <a:pt x="440912" y="469344"/>
                </a:lnTo>
                <a:lnTo>
                  <a:pt x="454200" y="469678"/>
                </a:lnTo>
                <a:lnTo>
                  <a:pt x="467487" y="469906"/>
                </a:lnTo>
                <a:lnTo>
                  <a:pt x="480774" y="470030"/>
                </a:lnTo>
                <a:lnTo>
                  <a:pt x="494062" y="470059"/>
                </a:lnTo>
                <a:lnTo>
                  <a:pt x="507349" y="469983"/>
                </a:lnTo>
                <a:lnTo>
                  <a:pt x="520636" y="469811"/>
                </a:lnTo>
                <a:lnTo>
                  <a:pt x="533924" y="469535"/>
                </a:lnTo>
                <a:lnTo>
                  <a:pt x="547211" y="469154"/>
                </a:lnTo>
                <a:lnTo>
                  <a:pt x="560489" y="468659"/>
                </a:lnTo>
                <a:lnTo>
                  <a:pt x="573757" y="468068"/>
                </a:lnTo>
                <a:lnTo>
                  <a:pt x="587035" y="467354"/>
                </a:lnTo>
                <a:lnTo>
                  <a:pt x="600294" y="466515"/>
                </a:lnTo>
                <a:lnTo>
                  <a:pt x="613543" y="465544"/>
                </a:lnTo>
                <a:lnTo>
                  <a:pt x="626793" y="464439"/>
                </a:lnTo>
                <a:lnTo>
                  <a:pt x="640013" y="463191"/>
                </a:lnTo>
                <a:lnTo>
                  <a:pt x="653234" y="461772"/>
                </a:lnTo>
                <a:lnTo>
                  <a:pt x="666417" y="460162"/>
                </a:lnTo>
                <a:lnTo>
                  <a:pt x="679590" y="458353"/>
                </a:lnTo>
                <a:lnTo>
                  <a:pt x="692715" y="456305"/>
                </a:lnTo>
                <a:lnTo>
                  <a:pt x="705793" y="453971"/>
                </a:lnTo>
                <a:lnTo>
                  <a:pt x="718814" y="451295"/>
                </a:lnTo>
                <a:lnTo>
                  <a:pt x="731730" y="448180"/>
                </a:lnTo>
                <a:lnTo>
                  <a:pt x="744493" y="444503"/>
                </a:lnTo>
                <a:lnTo>
                  <a:pt x="756999" y="440007"/>
                </a:lnTo>
                <a:lnTo>
                  <a:pt x="768963" y="434254"/>
                </a:lnTo>
                <a:lnTo>
                  <a:pt x="779459" y="426187"/>
                </a:lnTo>
                <a:lnTo>
                  <a:pt x="784670" y="414280"/>
                </a:lnTo>
                <a:lnTo>
                  <a:pt x="790385" y="402279"/>
                </a:lnTo>
                <a:lnTo>
                  <a:pt x="796090" y="390277"/>
                </a:lnTo>
                <a:lnTo>
                  <a:pt x="801805" y="378285"/>
                </a:lnTo>
                <a:lnTo>
                  <a:pt x="807510" y="366284"/>
                </a:lnTo>
                <a:lnTo>
                  <a:pt x="813225" y="354282"/>
                </a:lnTo>
                <a:lnTo>
                  <a:pt x="818931" y="342281"/>
                </a:lnTo>
                <a:lnTo>
                  <a:pt x="824646" y="330289"/>
                </a:lnTo>
                <a:lnTo>
                  <a:pt x="830351" y="318287"/>
                </a:lnTo>
                <a:lnTo>
                  <a:pt x="836066" y="306286"/>
                </a:lnTo>
                <a:lnTo>
                  <a:pt x="841772" y="294294"/>
                </a:lnTo>
                <a:lnTo>
                  <a:pt x="847487" y="282292"/>
                </a:lnTo>
                <a:lnTo>
                  <a:pt x="853192" y="270291"/>
                </a:lnTo>
                <a:lnTo>
                  <a:pt x="858907" y="258289"/>
                </a:lnTo>
                <a:lnTo>
                  <a:pt x="864613" y="246297"/>
                </a:lnTo>
                <a:lnTo>
                  <a:pt x="870328" y="234296"/>
                </a:lnTo>
                <a:lnTo>
                  <a:pt x="876033" y="222294"/>
                </a:lnTo>
                <a:lnTo>
                  <a:pt x="881748" y="210293"/>
                </a:lnTo>
                <a:lnTo>
                  <a:pt x="887454" y="198301"/>
                </a:lnTo>
                <a:lnTo>
                  <a:pt x="893169" y="186299"/>
                </a:lnTo>
                <a:lnTo>
                  <a:pt x="898874" y="174298"/>
                </a:lnTo>
                <a:lnTo>
                  <a:pt x="904589" y="162296"/>
                </a:lnTo>
                <a:lnTo>
                  <a:pt x="910304" y="150305"/>
                </a:lnTo>
                <a:lnTo>
                  <a:pt x="916010" y="138303"/>
                </a:lnTo>
                <a:lnTo>
                  <a:pt x="921725" y="126302"/>
                </a:lnTo>
                <a:lnTo>
                  <a:pt x="927430" y="114300"/>
                </a:lnTo>
                <a:lnTo>
                  <a:pt x="933145" y="102308"/>
                </a:lnTo>
                <a:lnTo>
                  <a:pt x="938851" y="90307"/>
                </a:lnTo>
                <a:lnTo>
                  <a:pt x="944566" y="78305"/>
                </a:lnTo>
                <a:lnTo>
                  <a:pt x="950271" y="66313"/>
                </a:lnTo>
                <a:lnTo>
                  <a:pt x="955986" y="54312"/>
                </a:lnTo>
                <a:lnTo>
                  <a:pt x="961692" y="42310"/>
                </a:lnTo>
                <a:lnTo>
                  <a:pt x="967407" y="30309"/>
                </a:lnTo>
                <a:lnTo>
                  <a:pt x="973112" y="18317"/>
                </a:lnTo>
                <a:lnTo>
                  <a:pt x="978827" y="6315"/>
                </a:lnTo>
                <a:lnTo>
                  <a:pt x="979694" y="5810"/>
                </a:lnTo>
                <a:lnTo>
                  <a:pt x="969178" y="13754"/>
                </a:lnTo>
                <a:lnTo>
                  <a:pt x="956939" y="18898"/>
                </a:lnTo>
                <a:lnTo>
                  <a:pt x="944242" y="22822"/>
                </a:lnTo>
                <a:lnTo>
                  <a:pt x="931355" y="26041"/>
                </a:lnTo>
                <a:lnTo>
                  <a:pt x="918353" y="28794"/>
                </a:lnTo>
                <a:lnTo>
                  <a:pt x="905285" y="31204"/>
                </a:lnTo>
                <a:lnTo>
                  <a:pt x="892169" y="33338"/>
                </a:lnTo>
                <a:lnTo>
                  <a:pt x="879024" y="35271"/>
                </a:lnTo>
                <a:lnTo>
                  <a:pt x="865851" y="37014"/>
                </a:lnTo>
                <a:lnTo>
                  <a:pt x="852659" y="38614"/>
                </a:lnTo>
                <a:lnTo>
                  <a:pt x="839448" y="40072"/>
                </a:lnTo>
                <a:lnTo>
                  <a:pt x="826227" y="41424"/>
                </a:lnTo>
                <a:lnTo>
                  <a:pt x="812997" y="42682"/>
                </a:lnTo>
                <a:lnTo>
                  <a:pt x="799767" y="43834"/>
                </a:lnTo>
                <a:lnTo>
                  <a:pt x="786517" y="44910"/>
                </a:lnTo>
                <a:lnTo>
                  <a:pt x="773268" y="45911"/>
                </a:lnTo>
                <a:lnTo>
                  <a:pt x="760009" y="46834"/>
                </a:lnTo>
                <a:lnTo>
                  <a:pt x="746750" y="47692"/>
                </a:lnTo>
                <a:lnTo>
                  <a:pt x="733482" y="48492"/>
                </a:lnTo>
                <a:lnTo>
                  <a:pt x="720214" y="49235"/>
                </a:lnTo>
                <a:lnTo>
                  <a:pt x="706946" y="49921"/>
                </a:lnTo>
                <a:lnTo>
                  <a:pt x="693677" y="50559"/>
                </a:lnTo>
                <a:lnTo>
                  <a:pt x="680399" y="51140"/>
                </a:lnTo>
                <a:lnTo>
                  <a:pt x="667121" y="51673"/>
                </a:lnTo>
                <a:lnTo>
                  <a:pt x="653844" y="52168"/>
                </a:lnTo>
                <a:lnTo>
                  <a:pt x="640556" y="52616"/>
                </a:lnTo>
                <a:lnTo>
                  <a:pt x="627278" y="53026"/>
                </a:lnTo>
                <a:lnTo>
                  <a:pt x="613991" y="53388"/>
                </a:lnTo>
                <a:lnTo>
                  <a:pt x="600713" y="53711"/>
                </a:lnTo>
                <a:lnTo>
                  <a:pt x="587426" y="53997"/>
                </a:lnTo>
                <a:lnTo>
                  <a:pt x="574138" y="54245"/>
                </a:lnTo>
                <a:lnTo>
                  <a:pt x="560851" y="54454"/>
                </a:lnTo>
                <a:lnTo>
                  <a:pt x="547564" y="54626"/>
                </a:lnTo>
                <a:lnTo>
                  <a:pt x="534276" y="54759"/>
                </a:lnTo>
                <a:lnTo>
                  <a:pt x="520989" y="54864"/>
                </a:lnTo>
                <a:lnTo>
                  <a:pt x="507702" y="54921"/>
                </a:lnTo>
                <a:lnTo>
                  <a:pt x="494414" y="54950"/>
                </a:lnTo>
                <a:lnTo>
                  <a:pt x="481127" y="54940"/>
                </a:lnTo>
                <a:lnTo>
                  <a:pt x="467830" y="54902"/>
                </a:lnTo>
                <a:lnTo>
                  <a:pt x="454543" y="54816"/>
                </a:lnTo>
                <a:lnTo>
                  <a:pt x="441255" y="54702"/>
                </a:lnTo>
                <a:lnTo>
                  <a:pt x="427968" y="54550"/>
                </a:lnTo>
                <a:lnTo>
                  <a:pt x="414680" y="54359"/>
                </a:lnTo>
                <a:lnTo>
                  <a:pt x="401393" y="54131"/>
                </a:lnTo>
                <a:lnTo>
                  <a:pt x="388115" y="53873"/>
                </a:lnTo>
                <a:lnTo>
                  <a:pt x="374828" y="53569"/>
                </a:lnTo>
                <a:lnTo>
                  <a:pt x="361540" y="53216"/>
                </a:lnTo>
                <a:lnTo>
                  <a:pt x="348263" y="52835"/>
                </a:lnTo>
                <a:lnTo>
                  <a:pt x="334975" y="52407"/>
                </a:lnTo>
                <a:lnTo>
                  <a:pt x="321697" y="51940"/>
                </a:lnTo>
                <a:lnTo>
                  <a:pt x="308420" y="51425"/>
                </a:lnTo>
                <a:lnTo>
                  <a:pt x="295142" y="50864"/>
                </a:lnTo>
                <a:lnTo>
                  <a:pt x="281864" y="50263"/>
                </a:lnTo>
                <a:lnTo>
                  <a:pt x="268595" y="49606"/>
                </a:lnTo>
                <a:lnTo>
                  <a:pt x="255327" y="48892"/>
                </a:lnTo>
                <a:lnTo>
                  <a:pt x="242059" y="48120"/>
                </a:lnTo>
                <a:lnTo>
                  <a:pt x="228800" y="47292"/>
                </a:lnTo>
                <a:lnTo>
                  <a:pt x="215541" y="46406"/>
                </a:lnTo>
                <a:lnTo>
                  <a:pt x="202282" y="45444"/>
                </a:lnTo>
                <a:lnTo>
                  <a:pt x="189033" y="44415"/>
                </a:lnTo>
                <a:lnTo>
                  <a:pt x="175793" y="43301"/>
                </a:lnTo>
                <a:lnTo>
                  <a:pt x="162563" y="42101"/>
                </a:lnTo>
                <a:lnTo>
                  <a:pt x="149333" y="40796"/>
                </a:lnTo>
                <a:lnTo>
                  <a:pt x="136122" y="39405"/>
                </a:lnTo>
                <a:lnTo>
                  <a:pt x="122920" y="37871"/>
                </a:lnTo>
                <a:lnTo>
                  <a:pt x="109738" y="36205"/>
                </a:lnTo>
                <a:lnTo>
                  <a:pt x="96574" y="34376"/>
                </a:lnTo>
                <a:lnTo>
                  <a:pt x="83439" y="32356"/>
                </a:lnTo>
                <a:lnTo>
                  <a:pt x="70342" y="30099"/>
                </a:lnTo>
                <a:lnTo>
                  <a:pt x="57302" y="27537"/>
                </a:lnTo>
                <a:lnTo>
                  <a:pt x="44348" y="24584"/>
                </a:lnTo>
                <a:lnTo>
                  <a:pt x="31537" y="21069"/>
                </a:lnTo>
                <a:lnTo>
                  <a:pt x="19002" y="16659"/>
                </a:lnTo>
                <a:lnTo>
                  <a:pt x="7249" y="10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787BEB0F-1995-4ACB-A30E-FE35EDC6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579" y="2247133"/>
            <a:ext cx="981827" cy="156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00A825AC-F18D-4E71-A86F-5ED8E2BE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9093" y="673441"/>
            <a:ext cx="1282789" cy="2161184"/>
          </a:xfrm>
          <a:custGeom xmlns:a="http://schemas.openxmlformats.org/drawingml/2006/main">
            <a:pathLst>
              <a:path w="1282789" h="2161184">
                <a:moveTo>
                  <a:pt x="0" y="0"/>
                </a:moveTo>
                <a:lnTo>
                  <a:pt x="114" y="27041"/>
                </a:lnTo>
                <a:lnTo>
                  <a:pt x="7915" y="52959"/>
                </a:lnTo>
                <a:lnTo>
                  <a:pt x="15716" y="78877"/>
                </a:lnTo>
                <a:lnTo>
                  <a:pt x="23517" y="104785"/>
                </a:lnTo>
                <a:lnTo>
                  <a:pt x="31318" y="130702"/>
                </a:lnTo>
                <a:lnTo>
                  <a:pt x="39119" y="156610"/>
                </a:lnTo>
                <a:lnTo>
                  <a:pt x="46920" y="182528"/>
                </a:lnTo>
                <a:lnTo>
                  <a:pt x="54721" y="208445"/>
                </a:lnTo>
                <a:lnTo>
                  <a:pt x="62522" y="234353"/>
                </a:lnTo>
                <a:lnTo>
                  <a:pt x="70323" y="260271"/>
                </a:lnTo>
                <a:lnTo>
                  <a:pt x="78124" y="286179"/>
                </a:lnTo>
                <a:lnTo>
                  <a:pt x="85925" y="312096"/>
                </a:lnTo>
                <a:lnTo>
                  <a:pt x="93726" y="338014"/>
                </a:lnTo>
                <a:lnTo>
                  <a:pt x="101517" y="363922"/>
                </a:lnTo>
                <a:lnTo>
                  <a:pt x="109318" y="389839"/>
                </a:lnTo>
                <a:lnTo>
                  <a:pt x="117119" y="415747"/>
                </a:lnTo>
                <a:lnTo>
                  <a:pt x="124920" y="441665"/>
                </a:lnTo>
                <a:lnTo>
                  <a:pt x="132721" y="467582"/>
                </a:lnTo>
                <a:lnTo>
                  <a:pt x="140522" y="493490"/>
                </a:lnTo>
                <a:lnTo>
                  <a:pt x="148095" y="519465"/>
                </a:lnTo>
                <a:lnTo>
                  <a:pt x="154534" y="545754"/>
                </a:lnTo>
                <a:lnTo>
                  <a:pt x="160915" y="572052"/>
                </a:lnTo>
                <a:lnTo>
                  <a:pt x="166916" y="598446"/>
                </a:lnTo>
                <a:lnTo>
                  <a:pt x="172917" y="624830"/>
                </a:lnTo>
                <a:lnTo>
                  <a:pt x="178918" y="651215"/>
                </a:lnTo>
                <a:lnTo>
                  <a:pt x="184928" y="677609"/>
                </a:lnTo>
                <a:lnTo>
                  <a:pt x="190929" y="703993"/>
                </a:lnTo>
                <a:lnTo>
                  <a:pt x="196929" y="730387"/>
                </a:lnTo>
                <a:lnTo>
                  <a:pt x="202930" y="756771"/>
                </a:lnTo>
                <a:lnTo>
                  <a:pt x="208931" y="783165"/>
                </a:lnTo>
                <a:lnTo>
                  <a:pt x="214932" y="809549"/>
                </a:lnTo>
                <a:lnTo>
                  <a:pt x="220932" y="835943"/>
                </a:lnTo>
                <a:lnTo>
                  <a:pt x="226933" y="862327"/>
                </a:lnTo>
                <a:lnTo>
                  <a:pt x="232934" y="888711"/>
                </a:lnTo>
                <a:lnTo>
                  <a:pt x="238935" y="915105"/>
                </a:lnTo>
                <a:lnTo>
                  <a:pt x="244945" y="941489"/>
                </a:lnTo>
                <a:lnTo>
                  <a:pt x="250946" y="967883"/>
                </a:lnTo>
                <a:lnTo>
                  <a:pt x="256946" y="994267"/>
                </a:lnTo>
                <a:lnTo>
                  <a:pt x="262947" y="1020661"/>
                </a:lnTo>
                <a:lnTo>
                  <a:pt x="268948" y="1047045"/>
                </a:lnTo>
                <a:lnTo>
                  <a:pt x="274749" y="1073477"/>
                </a:lnTo>
                <a:lnTo>
                  <a:pt x="280445" y="1099937"/>
                </a:lnTo>
                <a:lnTo>
                  <a:pt x="285998" y="1126427"/>
                </a:lnTo>
                <a:lnTo>
                  <a:pt x="291465" y="1152925"/>
                </a:lnTo>
                <a:lnTo>
                  <a:pt x="296932" y="1179433"/>
                </a:lnTo>
                <a:lnTo>
                  <a:pt x="302409" y="1205932"/>
                </a:lnTo>
                <a:lnTo>
                  <a:pt x="307877" y="1232440"/>
                </a:lnTo>
                <a:lnTo>
                  <a:pt x="313353" y="1258938"/>
                </a:lnTo>
                <a:lnTo>
                  <a:pt x="318821" y="1285446"/>
                </a:lnTo>
                <a:lnTo>
                  <a:pt x="324288" y="1311945"/>
                </a:lnTo>
                <a:lnTo>
                  <a:pt x="329765" y="1338453"/>
                </a:lnTo>
                <a:lnTo>
                  <a:pt x="335232" y="1364952"/>
                </a:lnTo>
                <a:lnTo>
                  <a:pt x="340700" y="1391460"/>
                </a:lnTo>
                <a:lnTo>
                  <a:pt x="346177" y="1417958"/>
                </a:lnTo>
                <a:lnTo>
                  <a:pt x="351644" y="1444466"/>
                </a:lnTo>
                <a:lnTo>
                  <a:pt x="357111" y="1470965"/>
                </a:lnTo>
                <a:lnTo>
                  <a:pt x="362588" y="1497473"/>
                </a:lnTo>
                <a:lnTo>
                  <a:pt x="368056" y="1523981"/>
                </a:lnTo>
                <a:lnTo>
                  <a:pt x="373532" y="1550480"/>
                </a:lnTo>
                <a:lnTo>
                  <a:pt x="379000" y="1576988"/>
                </a:lnTo>
                <a:lnTo>
                  <a:pt x="384439" y="1603496"/>
                </a:lnTo>
                <a:lnTo>
                  <a:pt x="389744" y="1630032"/>
                </a:lnTo>
                <a:lnTo>
                  <a:pt x="395040" y="1656569"/>
                </a:lnTo>
                <a:lnTo>
                  <a:pt x="400288" y="1683115"/>
                </a:lnTo>
                <a:lnTo>
                  <a:pt x="405527" y="1709671"/>
                </a:lnTo>
                <a:lnTo>
                  <a:pt x="407470" y="1733502"/>
                </a:lnTo>
                <a:lnTo>
                  <a:pt x="380409" y="1733502"/>
                </a:lnTo>
                <a:lnTo>
                  <a:pt x="353349" y="1733502"/>
                </a:lnTo>
                <a:lnTo>
                  <a:pt x="326288" y="1733502"/>
                </a:lnTo>
                <a:lnTo>
                  <a:pt x="299228" y="1733502"/>
                </a:lnTo>
                <a:lnTo>
                  <a:pt x="272158" y="1733502"/>
                </a:lnTo>
                <a:lnTo>
                  <a:pt x="245097" y="1733502"/>
                </a:lnTo>
                <a:lnTo>
                  <a:pt x="218037" y="1733502"/>
                </a:lnTo>
                <a:lnTo>
                  <a:pt x="212493" y="1742351"/>
                </a:lnTo>
                <a:lnTo>
                  <a:pt x="231724" y="1761392"/>
                </a:lnTo>
                <a:lnTo>
                  <a:pt x="250965" y="1780432"/>
                </a:lnTo>
                <a:lnTo>
                  <a:pt x="270196" y="1799463"/>
                </a:lnTo>
                <a:lnTo>
                  <a:pt x="289427" y="1818503"/>
                </a:lnTo>
                <a:lnTo>
                  <a:pt x="308667" y="1837544"/>
                </a:lnTo>
                <a:lnTo>
                  <a:pt x="327898" y="1856575"/>
                </a:lnTo>
                <a:lnTo>
                  <a:pt x="347129" y="1875615"/>
                </a:lnTo>
                <a:lnTo>
                  <a:pt x="366360" y="1894656"/>
                </a:lnTo>
                <a:lnTo>
                  <a:pt x="385601" y="1913687"/>
                </a:lnTo>
                <a:lnTo>
                  <a:pt x="404832" y="1932727"/>
                </a:lnTo>
                <a:lnTo>
                  <a:pt x="424063" y="1951768"/>
                </a:lnTo>
                <a:lnTo>
                  <a:pt x="443303" y="1970808"/>
                </a:lnTo>
                <a:lnTo>
                  <a:pt x="462534" y="1989839"/>
                </a:lnTo>
                <a:lnTo>
                  <a:pt x="481765" y="2008880"/>
                </a:lnTo>
                <a:lnTo>
                  <a:pt x="501005" y="2027920"/>
                </a:lnTo>
                <a:lnTo>
                  <a:pt x="520236" y="2046951"/>
                </a:lnTo>
                <a:lnTo>
                  <a:pt x="539467" y="2065992"/>
                </a:lnTo>
                <a:lnTo>
                  <a:pt x="558708" y="2085032"/>
                </a:lnTo>
                <a:lnTo>
                  <a:pt x="577939" y="2104063"/>
                </a:lnTo>
                <a:lnTo>
                  <a:pt x="597170" y="2123103"/>
                </a:lnTo>
                <a:lnTo>
                  <a:pt x="616401" y="2142144"/>
                </a:lnTo>
                <a:lnTo>
                  <a:pt x="635641" y="2161184"/>
                </a:lnTo>
                <a:lnTo>
                  <a:pt x="654872" y="2153536"/>
                </a:lnTo>
                <a:lnTo>
                  <a:pt x="674103" y="2134505"/>
                </a:lnTo>
                <a:lnTo>
                  <a:pt x="693344" y="2115464"/>
                </a:lnTo>
                <a:lnTo>
                  <a:pt x="712575" y="2096424"/>
                </a:lnTo>
                <a:lnTo>
                  <a:pt x="731806" y="2077393"/>
                </a:lnTo>
                <a:lnTo>
                  <a:pt x="751046" y="2058353"/>
                </a:lnTo>
                <a:lnTo>
                  <a:pt x="770277" y="2039312"/>
                </a:lnTo>
                <a:lnTo>
                  <a:pt x="789508" y="2020272"/>
                </a:lnTo>
                <a:lnTo>
                  <a:pt x="808739" y="2001241"/>
                </a:lnTo>
                <a:lnTo>
                  <a:pt x="827980" y="1982200"/>
                </a:lnTo>
                <a:lnTo>
                  <a:pt x="847211" y="1963160"/>
                </a:lnTo>
                <a:lnTo>
                  <a:pt x="866442" y="1944129"/>
                </a:lnTo>
                <a:lnTo>
                  <a:pt x="885682" y="1925088"/>
                </a:lnTo>
                <a:lnTo>
                  <a:pt x="904913" y="1906048"/>
                </a:lnTo>
                <a:lnTo>
                  <a:pt x="924144" y="1887017"/>
                </a:lnTo>
                <a:lnTo>
                  <a:pt x="943385" y="1867976"/>
                </a:lnTo>
                <a:lnTo>
                  <a:pt x="962616" y="1848936"/>
                </a:lnTo>
                <a:lnTo>
                  <a:pt x="981847" y="1829895"/>
                </a:lnTo>
                <a:lnTo>
                  <a:pt x="1001078" y="1810864"/>
                </a:lnTo>
                <a:lnTo>
                  <a:pt x="1020318" y="1791824"/>
                </a:lnTo>
                <a:lnTo>
                  <a:pt x="1039549" y="1772783"/>
                </a:lnTo>
                <a:lnTo>
                  <a:pt x="1058780" y="1753753"/>
                </a:lnTo>
                <a:lnTo>
                  <a:pt x="1078020" y="1734712"/>
                </a:lnTo>
                <a:lnTo>
                  <a:pt x="1053894" y="1733502"/>
                </a:lnTo>
                <a:lnTo>
                  <a:pt x="1026833" y="1733502"/>
                </a:lnTo>
                <a:lnTo>
                  <a:pt x="999773" y="1733502"/>
                </a:lnTo>
                <a:lnTo>
                  <a:pt x="972712" y="1733502"/>
                </a:lnTo>
                <a:lnTo>
                  <a:pt x="945642" y="1733502"/>
                </a:lnTo>
                <a:lnTo>
                  <a:pt x="918581" y="1733502"/>
                </a:lnTo>
                <a:lnTo>
                  <a:pt x="891521" y="1733502"/>
                </a:lnTo>
                <a:lnTo>
                  <a:pt x="874119" y="1725559"/>
                </a:lnTo>
                <a:lnTo>
                  <a:pt x="879367" y="1699012"/>
                </a:lnTo>
                <a:lnTo>
                  <a:pt x="884606" y="1672466"/>
                </a:lnTo>
                <a:lnTo>
                  <a:pt x="889873" y="1645920"/>
                </a:lnTo>
                <a:lnTo>
                  <a:pt x="895179" y="1619383"/>
                </a:lnTo>
                <a:lnTo>
                  <a:pt x="900522" y="1592847"/>
                </a:lnTo>
                <a:lnTo>
                  <a:pt x="905989" y="1566348"/>
                </a:lnTo>
                <a:lnTo>
                  <a:pt x="911457" y="1539840"/>
                </a:lnTo>
                <a:lnTo>
                  <a:pt x="916934" y="1513342"/>
                </a:lnTo>
                <a:lnTo>
                  <a:pt x="922401" y="1486833"/>
                </a:lnTo>
                <a:lnTo>
                  <a:pt x="927868" y="1460335"/>
                </a:lnTo>
                <a:lnTo>
                  <a:pt x="933345" y="1433827"/>
                </a:lnTo>
                <a:lnTo>
                  <a:pt x="938813" y="1407328"/>
                </a:lnTo>
                <a:lnTo>
                  <a:pt x="944280" y="1380820"/>
                </a:lnTo>
                <a:lnTo>
                  <a:pt x="949757" y="1354322"/>
                </a:lnTo>
                <a:lnTo>
                  <a:pt x="955224" y="1327814"/>
                </a:lnTo>
                <a:lnTo>
                  <a:pt x="960701" y="1301315"/>
                </a:lnTo>
                <a:lnTo>
                  <a:pt x="966168" y="1274807"/>
                </a:lnTo>
                <a:lnTo>
                  <a:pt x="971636" y="1248308"/>
                </a:lnTo>
                <a:lnTo>
                  <a:pt x="977113" y="1221800"/>
                </a:lnTo>
                <a:lnTo>
                  <a:pt x="982580" y="1195292"/>
                </a:lnTo>
                <a:lnTo>
                  <a:pt x="988047" y="1168794"/>
                </a:lnTo>
                <a:lnTo>
                  <a:pt x="993524" y="1142286"/>
                </a:lnTo>
                <a:lnTo>
                  <a:pt x="998992" y="1115787"/>
                </a:lnTo>
                <a:lnTo>
                  <a:pt x="1004630" y="1089317"/>
                </a:lnTo>
                <a:lnTo>
                  <a:pt x="1010326" y="1062857"/>
                </a:lnTo>
                <a:lnTo>
                  <a:pt x="1016251" y="1036453"/>
                </a:lnTo>
                <a:lnTo>
                  <a:pt x="1022252" y="1010069"/>
                </a:lnTo>
                <a:lnTo>
                  <a:pt x="1028252" y="983675"/>
                </a:lnTo>
                <a:lnTo>
                  <a:pt x="1034263" y="957291"/>
                </a:lnTo>
                <a:lnTo>
                  <a:pt x="1040263" y="930897"/>
                </a:lnTo>
                <a:lnTo>
                  <a:pt x="1046264" y="904513"/>
                </a:lnTo>
                <a:lnTo>
                  <a:pt x="1052265" y="878129"/>
                </a:lnTo>
                <a:lnTo>
                  <a:pt x="1058266" y="851735"/>
                </a:lnTo>
                <a:lnTo>
                  <a:pt x="1064266" y="825351"/>
                </a:lnTo>
                <a:lnTo>
                  <a:pt x="1070267" y="798957"/>
                </a:lnTo>
                <a:lnTo>
                  <a:pt x="1076268" y="772573"/>
                </a:lnTo>
                <a:lnTo>
                  <a:pt x="1082269" y="746179"/>
                </a:lnTo>
                <a:lnTo>
                  <a:pt x="1088279" y="719795"/>
                </a:lnTo>
                <a:lnTo>
                  <a:pt x="1094280" y="693401"/>
                </a:lnTo>
                <a:lnTo>
                  <a:pt x="1100280" y="667017"/>
                </a:lnTo>
                <a:lnTo>
                  <a:pt x="1106281" y="640632"/>
                </a:lnTo>
                <a:lnTo>
                  <a:pt x="1112282" y="614239"/>
                </a:lnTo>
                <a:lnTo>
                  <a:pt x="1118283" y="587854"/>
                </a:lnTo>
                <a:lnTo>
                  <a:pt x="1124398" y="561489"/>
                </a:lnTo>
                <a:lnTo>
                  <a:pt x="1130837" y="535210"/>
                </a:lnTo>
                <a:lnTo>
                  <a:pt x="1137599" y="509006"/>
                </a:lnTo>
                <a:lnTo>
                  <a:pt x="1145400" y="483089"/>
                </a:lnTo>
                <a:lnTo>
                  <a:pt x="1153201" y="457181"/>
                </a:lnTo>
                <a:lnTo>
                  <a:pt x="1161002" y="431263"/>
                </a:lnTo>
                <a:lnTo>
                  <a:pt x="1168803" y="405355"/>
                </a:lnTo>
                <a:lnTo>
                  <a:pt x="1176604" y="379438"/>
                </a:lnTo>
                <a:lnTo>
                  <a:pt x="1184405" y="353520"/>
                </a:lnTo>
                <a:lnTo>
                  <a:pt x="1192206" y="327612"/>
                </a:lnTo>
                <a:lnTo>
                  <a:pt x="1199998" y="301695"/>
                </a:lnTo>
                <a:lnTo>
                  <a:pt x="1207799" y="275787"/>
                </a:lnTo>
                <a:lnTo>
                  <a:pt x="1215600" y="249869"/>
                </a:lnTo>
                <a:lnTo>
                  <a:pt x="1223401" y="223952"/>
                </a:lnTo>
                <a:lnTo>
                  <a:pt x="1231202" y="198044"/>
                </a:lnTo>
                <a:lnTo>
                  <a:pt x="1239002" y="172126"/>
                </a:lnTo>
                <a:lnTo>
                  <a:pt x="1246803" y="146218"/>
                </a:lnTo>
                <a:lnTo>
                  <a:pt x="1254604" y="120301"/>
                </a:lnTo>
                <a:lnTo>
                  <a:pt x="1262405" y="94383"/>
                </a:lnTo>
                <a:lnTo>
                  <a:pt x="1270206" y="68475"/>
                </a:lnTo>
                <a:lnTo>
                  <a:pt x="1278007" y="42558"/>
                </a:lnTo>
                <a:lnTo>
                  <a:pt x="1282789" y="16202"/>
                </a:lnTo>
                <a:lnTo>
                  <a:pt x="1271930" y="0"/>
                </a:lnTo>
                <a:lnTo>
                  <a:pt x="1244870" y="0"/>
                </a:lnTo>
                <a:lnTo>
                  <a:pt x="1217809" y="0"/>
                </a:lnTo>
                <a:lnTo>
                  <a:pt x="1190749" y="0"/>
                </a:lnTo>
                <a:lnTo>
                  <a:pt x="1163679" y="0"/>
                </a:lnTo>
                <a:lnTo>
                  <a:pt x="1136618" y="0"/>
                </a:lnTo>
                <a:lnTo>
                  <a:pt x="1109558" y="0"/>
                </a:lnTo>
                <a:lnTo>
                  <a:pt x="1082497" y="0"/>
                </a:lnTo>
                <a:lnTo>
                  <a:pt x="1055437" y="0"/>
                </a:lnTo>
                <a:lnTo>
                  <a:pt x="1028367" y="0"/>
                </a:lnTo>
                <a:lnTo>
                  <a:pt x="1001306" y="0"/>
                </a:lnTo>
                <a:lnTo>
                  <a:pt x="974246" y="0"/>
                </a:lnTo>
                <a:lnTo>
                  <a:pt x="947185" y="0"/>
                </a:lnTo>
                <a:lnTo>
                  <a:pt x="920125" y="0"/>
                </a:lnTo>
                <a:lnTo>
                  <a:pt x="893054" y="0"/>
                </a:lnTo>
                <a:lnTo>
                  <a:pt x="865994" y="0"/>
                </a:lnTo>
                <a:lnTo>
                  <a:pt x="838933" y="0"/>
                </a:lnTo>
                <a:lnTo>
                  <a:pt x="811873" y="0"/>
                </a:lnTo>
                <a:lnTo>
                  <a:pt x="784812" y="0"/>
                </a:lnTo>
                <a:lnTo>
                  <a:pt x="757742" y="0"/>
                </a:lnTo>
                <a:lnTo>
                  <a:pt x="730682" y="0"/>
                </a:lnTo>
                <a:lnTo>
                  <a:pt x="703621" y="0"/>
                </a:lnTo>
                <a:lnTo>
                  <a:pt x="676561" y="0"/>
                </a:lnTo>
                <a:lnTo>
                  <a:pt x="649500" y="0"/>
                </a:lnTo>
                <a:lnTo>
                  <a:pt x="622430" y="0"/>
                </a:lnTo>
                <a:lnTo>
                  <a:pt x="595370" y="0"/>
                </a:lnTo>
                <a:lnTo>
                  <a:pt x="568309" y="0"/>
                </a:lnTo>
                <a:lnTo>
                  <a:pt x="541249" y="0"/>
                </a:lnTo>
                <a:lnTo>
                  <a:pt x="514188" y="0"/>
                </a:lnTo>
                <a:lnTo>
                  <a:pt x="487128" y="0"/>
                </a:lnTo>
                <a:lnTo>
                  <a:pt x="460058" y="0"/>
                </a:lnTo>
                <a:lnTo>
                  <a:pt x="432997" y="0"/>
                </a:lnTo>
                <a:lnTo>
                  <a:pt x="405936" y="0"/>
                </a:lnTo>
                <a:lnTo>
                  <a:pt x="378876" y="0"/>
                </a:lnTo>
                <a:lnTo>
                  <a:pt x="351815" y="0"/>
                </a:lnTo>
                <a:lnTo>
                  <a:pt x="324745" y="0"/>
                </a:lnTo>
                <a:lnTo>
                  <a:pt x="297685" y="0"/>
                </a:lnTo>
                <a:lnTo>
                  <a:pt x="270624" y="0"/>
                </a:lnTo>
                <a:lnTo>
                  <a:pt x="243564" y="0"/>
                </a:lnTo>
                <a:lnTo>
                  <a:pt x="216503" y="0"/>
                </a:lnTo>
                <a:lnTo>
                  <a:pt x="189433" y="0"/>
                </a:lnTo>
                <a:lnTo>
                  <a:pt x="162373" y="0"/>
                </a:lnTo>
                <a:lnTo>
                  <a:pt x="135312" y="0"/>
                </a:lnTo>
                <a:lnTo>
                  <a:pt x="108252" y="0"/>
                </a:lnTo>
                <a:lnTo>
                  <a:pt x="81191" y="0"/>
                </a:lnTo>
                <a:lnTo>
                  <a:pt x="54121" y="0"/>
                </a:lnTo>
                <a:lnTo>
                  <a:pt x="2706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51E1D63F-2408-4A89-AB0A-2C5EC096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4556" y="726772"/>
            <a:ext cx="2111873" cy="3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530BCFBE-5745-427A-9C6B-D1F140B3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0808" y="1268506"/>
            <a:ext cx="1579369" cy="3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EA2EF2FC-CED0-4BB8-AD6F-5C49AC46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1216" y="1810241"/>
            <a:ext cx="1138533" cy="3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E89C3895-5702-47F0-ABDB-40F34AC3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5042" y="2351975"/>
            <a:ext cx="730891" cy="38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40245EFD-770C-4BFF-9F9E-0F481B28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1809" y="206621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91ee6374d4e7c">
            <a:extLst>
              <a:ext uri="{96DAC541-7B7A-43D3-8B79-37D633B846F1}">
                <asvg:svgBlip xmlns:asvg="http://schemas.microsoft.com/office/drawing/2016/SVG/main" r:embed="R530a12a2160440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87059" y="301871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700D07A6-FDBF-429E-8DC5-94052203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0224" y="66718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73ced4ff6453b">
            <a:extLst>
              <a:ext uri="{96DAC541-7B7A-43D3-8B79-37D633B846F1}">
                <asvg:svgBlip xmlns:asvg="http://schemas.microsoft.com/office/drawing/2016/SVG/main" r:embed="R3316eaf51e3e45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65474" y="161968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CE6A79C4-8D79-4EBE-A7C2-B24FEAD6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2957" y="33380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3b4bf99894729">
            <a:extLst>
              <a:ext uri="{96DAC541-7B7A-43D3-8B79-37D633B846F1}">
                <asvg:svgBlip xmlns:asvg="http://schemas.microsoft.com/office/drawing/2016/SVG/main" r:embed="R473d1e7475df40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8207" y="128630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E63FD54B-F5C9-4AB6-9C7F-D7C0B622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173284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2eb71f8aa4eed">
            <a:extLst>
              <a:ext uri="{96DAC541-7B7A-43D3-8B79-37D633B846F1}">
                <asvg:svgBlip xmlns:asvg="http://schemas.microsoft.com/office/drawing/2016/SVG/main" r:embed="R5fd9921920fd4a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76775" y="268534"/>
            <a:ext cx="114300" cy="114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03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2026-09-07T23:09:09.6420000Z</dcterms:created>
  <dcterms:modified xsi:type="dcterms:W3CDTF">2026-09-07T23:09:09.6420000Z</dcterms:modified>
</coreProperties>
</file>