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3dd3a9b341409d" /><Relationship Type="http://schemas.openxmlformats.org/officeDocument/2006/relationships/extended-properties" Target="/docProps/app.xml" Id="R4687a715c37d45aa" /><Relationship Type="http://schemas.openxmlformats.org/officeDocument/2006/relationships/officeDocument" Target="/ppt/presentation.xml" Id="R5580826f1acc40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52377730154cbd"/>
  </p:sldMasterIdLst>
  <p:notesMasterIdLst>
    <p:notesMasterId xmlns:r="http://schemas.openxmlformats.org/officeDocument/2006/relationships" r:id="R65e8c702b0524ac4"/>
  </p:notesMasterIdLst>
  <p:sldIdLst>
    <p:sldId xmlns:r="http://schemas.openxmlformats.org/officeDocument/2006/relationships" id="256" r:id="R40ce3d85be754735"/>
  </p:sldIdLst>
  <p:sldSz cx="7800975" cy="328041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ed00770d1e43f0" /><Relationship Type="http://schemas.openxmlformats.org/officeDocument/2006/relationships/slideMaster" Target="/ppt/slideMasters/slideMaster1.xml" Id="Ra152377730154cbd" /><Relationship Type="http://schemas.openxmlformats.org/officeDocument/2006/relationships/notesMaster" Target="/ppt/notesMasters/notesMaster1.xml" Id="R65e8c702b0524ac4" /><Relationship Type="http://schemas.openxmlformats.org/officeDocument/2006/relationships/presProps" Target="/ppt/presProps.xml" Id="R8edef0eb1e0b4c45" /><Relationship Type="http://schemas.openxmlformats.org/officeDocument/2006/relationships/tableStyles" Target="/ppt/tableStyles.xml" Id="Rb0163c74908949fc" /><Relationship Type="http://schemas.openxmlformats.org/officeDocument/2006/relationships/slide" Target="/ppt/slides/slide1.xml" Id="R40ce3d85be7547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7c6b9fa5304c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7231b55dfd4e7c" /><Relationship Type="http://schemas.openxmlformats.org/officeDocument/2006/relationships/notesMaster" Target="/ppt/notesMasters/notesMaster1.xml" Id="Rbc569cca865542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ea1d46c914c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753e6e10fe4f6c" /><Relationship Type="http://schemas.openxmlformats.org/officeDocument/2006/relationships/slideLayout" Target="/ppt/slideLayouts/slideLayout1.xml" Id="R4acd5d78dc834a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cd5d78dc834a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710dcbc8e48e0" /><Relationship Type="http://schemas.openxmlformats.org/officeDocument/2006/relationships/image" Target="/ppt/media/image.png" Id="R64fbb78a89354140" /><Relationship Type="http://schemas.openxmlformats.org/officeDocument/2006/relationships/image" Target="/ppt/media/image.svg" Id="Ra86e8371e8f844eb" /><Relationship Type="http://schemas.openxmlformats.org/officeDocument/2006/relationships/image" Target="/ppt/media/image2.png" Id="Rba6d891ed98a4cbf" /><Relationship Type="http://schemas.openxmlformats.org/officeDocument/2006/relationships/image" Target="/ppt/media/image2.svg" Id="R2fbae887f37c4c43" /><Relationship Type="http://schemas.openxmlformats.org/officeDocument/2006/relationships/image" Target="/ppt/media/image3.png" Id="R0a4b570348c240ab" /><Relationship Type="http://schemas.openxmlformats.org/officeDocument/2006/relationships/image" Target="/ppt/media/image3.svg" Id="R6b331d949cb649a7" /><Relationship Type="http://schemas.openxmlformats.org/officeDocument/2006/relationships/image" Target="/ppt/media/image4.png" Id="R6129f223547d4b25" /><Relationship Type="http://schemas.openxmlformats.org/officeDocument/2006/relationships/image" Target="/ppt/media/image4.svg" Id="R0ee1f0823f814a39" /><Relationship Type="http://schemas.openxmlformats.org/officeDocument/2006/relationships/notesSlide" Target="/ppt/notesSlides/notesSlide1.xml" Id="R629357fd5ff74f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FB22291A-0862-4496-B004-C86653C9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250" y="1205955"/>
            <a:ext cx="2200780" cy="368722"/>
          </a:xfrm>
          <a:custGeom xmlns:a="http://schemas.openxmlformats.org/drawingml/2006/main">
            <a:pathLst>
              <a:path w="2200780" h="368722">
                <a:moveTo>
                  <a:pt x="2200094" y="0"/>
                </a:moveTo>
                <a:lnTo>
                  <a:pt x="2200780" y="13583"/>
                </a:lnTo>
                <a:lnTo>
                  <a:pt x="2200475" y="27165"/>
                </a:lnTo>
                <a:lnTo>
                  <a:pt x="2199408" y="40729"/>
                </a:lnTo>
                <a:lnTo>
                  <a:pt x="2197637" y="54273"/>
                </a:lnTo>
                <a:lnTo>
                  <a:pt x="2195179" y="67770"/>
                </a:lnTo>
                <a:lnTo>
                  <a:pt x="2192045" y="81210"/>
                </a:lnTo>
                <a:lnTo>
                  <a:pt x="2188235" y="94583"/>
                </a:lnTo>
                <a:lnTo>
                  <a:pt x="2183730" y="107871"/>
                </a:lnTo>
                <a:lnTo>
                  <a:pt x="2178539" y="121063"/>
                </a:lnTo>
                <a:lnTo>
                  <a:pt x="2172624" y="134122"/>
                </a:lnTo>
                <a:lnTo>
                  <a:pt x="2165985" y="147047"/>
                </a:lnTo>
                <a:lnTo>
                  <a:pt x="2158603" y="159810"/>
                </a:lnTo>
                <a:lnTo>
                  <a:pt x="2150459" y="172393"/>
                </a:lnTo>
                <a:lnTo>
                  <a:pt x="2141534" y="184766"/>
                </a:lnTo>
                <a:lnTo>
                  <a:pt x="2131838" y="196891"/>
                </a:lnTo>
                <a:lnTo>
                  <a:pt x="2121341" y="208759"/>
                </a:lnTo>
                <a:lnTo>
                  <a:pt x="2110045" y="220332"/>
                </a:lnTo>
                <a:lnTo>
                  <a:pt x="2097948" y="231581"/>
                </a:lnTo>
                <a:lnTo>
                  <a:pt x="2085070" y="242468"/>
                </a:lnTo>
                <a:lnTo>
                  <a:pt x="2071402" y="252984"/>
                </a:lnTo>
                <a:lnTo>
                  <a:pt x="2056981" y="263071"/>
                </a:lnTo>
                <a:lnTo>
                  <a:pt x="2041817" y="272739"/>
                </a:lnTo>
                <a:lnTo>
                  <a:pt x="2025958" y="281930"/>
                </a:lnTo>
                <a:lnTo>
                  <a:pt x="2009423" y="290646"/>
                </a:lnTo>
                <a:lnTo>
                  <a:pt x="1992268" y="298875"/>
                </a:lnTo>
                <a:lnTo>
                  <a:pt x="1974523" y="306591"/>
                </a:lnTo>
                <a:lnTo>
                  <a:pt x="1956245" y="313792"/>
                </a:lnTo>
                <a:lnTo>
                  <a:pt x="1937480" y="320478"/>
                </a:lnTo>
                <a:lnTo>
                  <a:pt x="1918287" y="326650"/>
                </a:lnTo>
                <a:lnTo>
                  <a:pt x="1898694" y="332318"/>
                </a:lnTo>
                <a:lnTo>
                  <a:pt x="1878759" y="337490"/>
                </a:lnTo>
                <a:lnTo>
                  <a:pt x="1858518" y="342167"/>
                </a:lnTo>
                <a:lnTo>
                  <a:pt x="1838020" y="346377"/>
                </a:lnTo>
                <a:lnTo>
                  <a:pt x="1817303" y="350120"/>
                </a:lnTo>
                <a:lnTo>
                  <a:pt x="1796396" y="353425"/>
                </a:lnTo>
                <a:lnTo>
                  <a:pt x="1775327" y="356302"/>
                </a:lnTo>
                <a:lnTo>
                  <a:pt x="1754134" y="358778"/>
                </a:lnTo>
                <a:lnTo>
                  <a:pt x="1732826" y="360864"/>
                </a:lnTo>
                <a:lnTo>
                  <a:pt x="1711442" y="362579"/>
                </a:lnTo>
                <a:lnTo>
                  <a:pt x="1689992" y="363941"/>
                </a:lnTo>
                <a:lnTo>
                  <a:pt x="1668504" y="364960"/>
                </a:lnTo>
                <a:lnTo>
                  <a:pt x="1646958" y="365436"/>
                </a:lnTo>
                <a:lnTo>
                  <a:pt x="1625403" y="365750"/>
                </a:lnTo>
                <a:lnTo>
                  <a:pt x="1603848" y="366008"/>
                </a:lnTo>
                <a:lnTo>
                  <a:pt x="1582293" y="366227"/>
                </a:lnTo>
                <a:lnTo>
                  <a:pt x="1560738" y="366417"/>
                </a:lnTo>
                <a:lnTo>
                  <a:pt x="1539183" y="366579"/>
                </a:lnTo>
                <a:lnTo>
                  <a:pt x="1517628" y="366741"/>
                </a:lnTo>
                <a:lnTo>
                  <a:pt x="1496073" y="366884"/>
                </a:lnTo>
                <a:lnTo>
                  <a:pt x="1474518" y="367008"/>
                </a:lnTo>
                <a:lnTo>
                  <a:pt x="1452963" y="367141"/>
                </a:lnTo>
                <a:lnTo>
                  <a:pt x="1431407" y="367246"/>
                </a:lnTo>
                <a:lnTo>
                  <a:pt x="1409843" y="367360"/>
                </a:lnTo>
                <a:lnTo>
                  <a:pt x="1388288" y="367465"/>
                </a:lnTo>
                <a:lnTo>
                  <a:pt x="1366733" y="367560"/>
                </a:lnTo>
                <a:lnTo>
                  <a:pt x="1345178" y="367655"/>
                </a:lnTo>
                <a:lnTo>
                  <a:pt x="1323623" y="367732"/>
                </a:lnTo>
                <a:lnTo>
                  <a:pt x="1302058" y="367817"/>
                </a:lnTo>
                <a:lnTo>
                  <a:pt x="1280503" y="367894"/>
                </a:lnTo>
                <a:lnTo>
                  <a:pt x="1258948" y="367970"/>
                </a:lnTo>
                <a:lnTo>
                  <a:pt x="1237393" y="368036"/>
                </a:lnTo>
                <a:lnTo>
                  <a:pt x="1215838" y="368103"/>
                </a:lnTo>
                <a:lnTo>
                  <a:pt x="1194273" y="368160"/>
                </a:lnTo>
                <a:lnTo>
                  <a:pt x="1172718" y="368217"/>
                </a:lnTo>
                <a:lnTo>
                  <a:pt x="1151163" y="368275"/>
                </a:lnTo>
                <a:lnTo>
                  <a:pt x="1129608" y="368322"/>
                </a:lnTo>
                <a:lnTo>
                  <a:pt x="1108043" y="368370"/>
                </a:lnTo>
                <a:lnTo>
                  <a:pt x="1086488" y="368417"/>
                </a:lnTo>
                <a:lnTo>
                  <a:pt x="1064933" y="368465"/>
                </a:lnTo>
                <a:lnTo>
                  <a:pt x="1043378" y="368494"/>
                </a:lnTo>
                <a:lnTo>
                  <a:pt x="1021823" y="368532"/>
                </a:lnTo>
                <a:lnTo>
                  <a:pt x="1000258" y="368570"/>
                </a:lnTo>
                <a:lnTo>
                  <a:pt x="978703" y="368598"/>
                </a:lnTo>
                <a:lnTo>
                  <a:pt x="957148" y="368618"/>
                </a:lnTo>
                <a:lnTo>
                  <a:pt x="935593" y="368646"/>
                </a:lnTo>
                <a:lnTo>
                  <a:pt x="914029" y="368665"/>
                </a:lnTo>
                <a:lnTo>
                  <a:pt x="892473" y="368684"/>
                </a:lnTo>
                <a:lnTo>
                  <a:pt x="870918" y="368694"/>
                </a:lnTo>
                <a:lnTo>
                  <a:pt x="849363" y="368713"/>
                </a:lnTo>
                <a:lnTo>
                  <a:pt x="827799" y="368713"/>
                </a:lnTo>
                <a:lnTo>
                  <a:pt x="806244" y="368722"/>
                </a:lnTo>
                <a:lnTo>
                  <a:pt x="784689" y="368722"/>
                </a:lnTo>
                <a:lnTo>
                  <a:pt x="763133" y="368722"/>
                </a:lnTo>
                <a:lnTo>
                  <a:pt x="741569" y="368713"/>
                </a:lnTo>
                <a:lnTo>
                  <a:pt x="720014" y="368703"/>
                </a:lnTo>
                <a:lnTo>
                  <a:pt x="698459" y="368694"/>
                </a:lnTo>
                <a:lnTo>
                  <a:pt x="676904" y="368675"/>
                </a:lnTo>
                <a:lnTo>
                  <a:pt x="655339" y="368656"/>
                </a:lnTo>
                <a:lnTo>
                  <a:pt x="633784" y="368637"/>
                </a:lnTo>
                <a:lnTo>
                  <a:pt x="612229" y="368608"/>
                </a:lnTo>
                <a:lnTo>
                  <a:pt x="590674" y="368579"/>
                </a:lnTo>
                <a:lnTo>
                  <a:pt x="569109" y="368551"/>
                </a:lnTo>
                <a:lnTo>
                  <a:pt x="547554" y="368513"/>
                </a:lnTo>
                <a:lnTo>
                  <a:pt x="525999" y="368465"/>
                </a:lnTo>
                <a:lnTo>
                  <a:pt x="504444" y="368417"/>
                </a:lnTo>
                <a:lnTo>
                  <a:pt x="482879" y="368370"/>
                </a:lnTo>
                <a:lnTo>
                  <a:pt x="461324" y="368303"/>
                </a:lnTo>
                <a:lnTo>
                  <a:pt x="439769" y="368236"/>
                </a:lnTo>
                <a:lnTo>
                  <a:pt x="418214" y="368179"/>
                </a:lnTo>
                <a:lnTo>
                  <a:pt x="396659" y="368094"/>
                </a:lnTo>
                <a:lnTo>
                  <a:pt x="375095" y="368017"/>
                </a:lnTo>
                <a:lnTo>
                  <a:pt x="353539" y="367922"/>
                </a:lnTo>
                <a:lnTo>
                  <a:pt x="331984" y="367827"/>
                </a:lnTo>
                <a:lnTo>
                  <a:pt x="310429" y="367722"/>
                </a:lnTo>
                <a:lnTo>
                  <a:pt x="288874" y="367608"/>
                </a:lnTo>
                <a:lnTo>
                  <a:pt x="267319" y="367484"/>
                </a:lnTo>
                <a:lnTo>
                  <a:pt x="245755" y="367341"/>
                </a:lnTo>
                <a:lnTo>
                  <a:pt x="224199" y="367189"/>
                </a:lnTo>
                <a:lnTo>
                  <a:pt x="202644" y="367027"/>
                </a:lnTo>
                <a:lnTo>
                  <a:pt x="181089" y="366846"/>
                </a:lnTo>
                <a:lnTo>
                  <a:pt x="159534" y="366636"/>
                </a:lnTo>
                <a:lnTo>
                  <a:pt x="137979" y="366408"/>
                </a:lnTo>
                <a:lnTo>
                  <a:pt x="116424" y="366160"/>
                </a:lnTo>
                <a:lnTo>
                  <a:pt x="94879" y="365865"/>
                </a:lnTo>
                <a:lnTo>
                  <a:pt x="73323" y="365512"/>
                </a:lnTo>
                <a:lnTo>
                  <a:pt x="51778" y="365093"/>
                </a:lnTo>
                <a:lnTo>
                  <a:pt x="30242" y="364531"/>
                </a:lnTo>
                <a:lnTo>
                  <a:pt x="8725" y="363655"/>
                </a:lnTo>
                <a:lnTo>
                  <a:pt x="4001" y="352606"/>
                </a:lnTo>
                <a:lnTo>
                  <a:pt x="3715" y="339023"/>
                </a:lnTo>
                <a:lnTo>
                  <a:pt x="3429" y="325441"/>
                </a:lnTo>
                <a:lnTo>
                  <a:pt x="3143" y="311849"/>
                </a:lnTo>
                <a:lnTo>
                  <a:pt x="2858" y="298266"/>
                </a:lnTo>
                <a:lnTo>
                  <a:pt x="2572" y="284674"/>
                </a:lnTo>
                <a:lnTo>
                  <a:pt x="2286" y="271091"/>
                </a:lnTo>
                <a:lnTo>
                  <a:pt x="2000" y="257508"/>
                </a:lnTo>
                <a:lnTo>
                  <a:pt x="1715" y="243916"/>
                </a:lnTo>
                <a:lnTo>
                  <a:pt x="1429" y="230334"/>
                </a:lnTo>
                <a:lnTo>
                  <a:pt x="1143" y="216751"/>
                </a:lnTo>
                <a:lnTo>
                  <a:pt x="857" y="203159"/>
                </a:lnTo>
                <a:lnTo>
                  <a:pt x="572" y="189576"/>
                </a:lnTo>
                <a:lnTo>
                  <a:pt x="286" y="175993"/>
                </a:lnTo>
                <a:lnTo>
                  <a:pt x="0" y="162401"/>
                </a:lnTo>
                <a:lnTo>
                  <a:pt x="7906" y="153514"/>
                </a:lnTo>
                <a:lnTo>
                  <a:pt x="29413" y="152533"/>
                </a:lnTo>
                <a:lnTo>
                  <a:pt x="50930" y="151695"/>
                </a:lnTo>
                <a:lnTo>
                  <a:pt x="72457" y="151009"/>
                </a:lnTo>
                <a:lnTo>
                  <a:pt x="93993" y="150438"/>
                </a:lnTo>
                <a:lnTo>
                  <a:pt x="115538" y="149990"/>
                </a:lnTo>
                <a:lnTo>
                  <a:pt x="137093" y="149638"/>
                </a:lnTo>
                <a:lnTo>
                  <a:pt x="158639" y="149371"/>
                </a:lnTo>
                <a:lnTo>
                  <a:pt x="180194" y="149200"/>
                </a:lnTo>
                <a:lnTo>
                  <a:pt x="201759" y="149104"/>
                </a:lnTo>
                <a:lnTo>
                  <a:pt x="223314" y="149076"/>
                </a:lnTo>
                <a:lnTo>
                  <a:pt x="244869" y="149114"/>
                </a:lnTo>
                <a:lnTo>
                  <a:pt x="266424" y="149209"/>
                </a:lnTo>
                <a:lnTo>
                  <a:pt x="287979" y="149362"/>
                </a:lnTo>
                <a:lnTo>
                  <a:pt x="309534" y="149562"/>
                </a:lnTo>
                <a:lnTo>
                  <a:pt x="331089" y="149819"/>
                </a:lnTo>
                <a:lnTo>
                  <a:pt x="352644" y="150114"/>
                </a:lnTo>
                <a:lnTo>
                  <a:pt x="374199" y="150447"/>
                </a:lnTo>
                <a:lnTo>
                  <a:pt x="395745" y="150819"/>
                </a:lnTo>
                <a:lnTo>
                  <a:pt x="417290" y="151228"/>
                </a:lnTo>
                <a:lnTo>
                  <a:pt x="438836" y="151667"/>
                </a:lnTo>
                <a:lnTo>
                  <a:pt x="460381" y="152133"/>
                </a:lnTo>
                <a:lnTo>
                  <a:pt x="481927" y="152629"/>
                </a:lnTo>
                <a:lnTo>
                  <a:pt x="503463" y="153152"/>
                </a:lnTo>
                <a:lnTo>
                  <a:pt x="525008" y="153695"/>
                </a:lnTo>
                <a:lnTo>
                  <a:pt x="546545" y="154267"/>
                </a:lnTo>
                <a:lnTo>
                  <a:pt x="568081" y="154857"/>
                </a:lnTo>
                <a:lnTo>
                  <a:pt x="589617" y="155458"/>
                </a:lnTo>
                <a:lnTo>
                  <a:pt x="611153" y="156077"/>
                </a:lnTo>
                <a:lnTo>
                  <a:pt x="632689" y="156715"/>
                </a:lnTo>
                <a:lnTo>
                  <a:pt x="654225" y="157363"/>
                </a:lnTo>
                <a:lnTo>
                  <a:pt x="675751" y="158029"/>
                </a:lnTo>
                <a:lnTo>
                  <a:pt x="697287" y="158696"/>
                </a:lnTo>
                <a:lnTo>
                  <a:pt x="718814" y="159382"/>
                </a:lnTo>
                <a:lnTo>
                  <a:pt x="740340" y="160068"/>
                </a:lnTo>
                <a:lnTo>
                  <a:pt x="761876" y="160763"/>
                </a:lnTo>
                <a:lnTo>
                  <a:pt x="783403" y="161458"/>
                </a:lnTo>
                <a:lnTo>
                  <a:pt x="804929" y="162163"/>
                </a:lnTo>
                <a:lnTo>
                  <a:pt x="826456" y="162868"/>
                </a:lnTo>
                <a:lnTo>
                  <a:pt x="847982" y="163573"/>
                </a:lnTo>
                <a:lnTo>
                  <a:pt x="869518" y="164278"/>
                </a:lnTo>
                <a:lnTo>
                  <a:pt x="891045" y="164973"/>
                </a:lnTo>
                <a:lnTo>
                  <a:pt x="912571" y="165678"/>
                </a:lnTo>
                <a:lnTo>
                  <a:pt x="934098" y="166373"/>
                </a:lnTo>
                <a:lnTo>
                  <a:pt x="955634" y="167069"/>
                </a:lnTo>
                <a:lnTo>
                  <a:pt x="977160" y="167754"/>
                </a:lnTo>
                <a:lnTo>
                  <a:pt x="998696" y="168431"/>
                </a:lnTo>
                <a:lnTo>
                  <a:pt x="1020223" y="169097"/>
                </a:lnTo>
                <a:lnTo>
                  <a:pt x="1041759" y="169755"/>
                </a:lnTo>
                <a:lnTo>
                  <a:pt x="1063285" y="170402"/>
                </a:lnTo>
                <a:lnTo>
                  <a:pt x="1084821" y="171031"/>
                </a:lnTo>
                <a:lnTo>
                  <a:pt x="1106357" y="171641"/>
                </a:lnTo>
                <a:lnTo>
                  <a:pt x="1127893" y="172241"/>
                </a:lnTo>
                <a:lnTo>
                  <a:pt x="1149429" y="172822"/>
                </a:lnTo>
                <a:lnTo>
                  <a:pt x="1170975" y="173374"/>
                </a:lnTo>
                <a:lnTo>
                  <a:pt x="1192511" y="173907"/>
                </a:lnTo>
                <a:lnTo>
                  <a:pt x="1214057" y="174422"/>
                </a:lnTo>
                <a:lnTo>
                  <a:pt x="1235602" y="174898"/>
                </a:lnTo>
                <a:lnTo>
                  <a:pt x="1257148" y="175355"/>
                </a:lnTo>
                <a:lnTo>
                  <a:pt x="1278693" y="175774"/>
                </a:lnTo>
                <a:lnTo>
                  <a:pt x="1300239" y="176165"/>
                </a:lnTo>
                <a:lnTo>
                  <a:pt x="1321794" y="176517"/>
                </a:lnTo>
                <a:lnTo>
                  <a:pt x="1343339" y="176832"/>
                </a:lnTo>
                <a:lnTo>
                  <a:pt x="1364894" y="177089"/>
                </a:lnTo>
                <a:lnTo>
                  <a:pt x="1386449" y="177317"/>
                </a:lnTo>
                <a:lnTo>
                  <a:pt x="1408005" y="177479"/>
                </a:lnTo>
                <a:lnTo>
                  <a:pt x="1429560" y="177594"/>
                </a:lnTo>
                <a:lnTo>
                  <a:pt x="1451124" y="177641"/>
                </a:lnTo>
                <a:lnTo>
                  <a:pt x="1472679" y="177632"/>
                </a:lnTo>
                <a:lnTo>
                  <a:pt x="1494234" y="177546"/>
                </a:lnTo>
                <a:lnTo>
                  <a:pt x="1515789" y="177384"/>
                </a:lnTo>
                <a:lnTo>
                  <a:pt x="1537345" y="177136"/>
                </a:lnTo>
                <a:lnTo>
                  <a:pt x="1558890" y="176784"/>
                </a:lnTo>
                <a:lnTo>
                  <a:pt x="1580436" y="176336"/>
                </a:lnTo>
                <a:lnTo>
                  <a:pt x="1601981" y="175765"/>
                </a:lnTo>
                <a:lnTo>
                  <a:pt x="1623508" y="175070"/>
                </a:lnTo>
                <a:lnTo>
                  <a:pt x="1645025" y="174222"/>
                </a:lnTo>
                <a:lnTo>
                  <a:pt x="1666523" y="173212"/>
                </a:lnTo>
                <a:lnTo>
                  <a:pt x="1687992" y="172012"/>
                </a:lnTo>
                <a:lnTo>
                  <a:pt x="1709433" y="170593"/>
                </a:lnTo>
                <a:lnTo>
                  <a:pt x="1730826" y="168926"/>
                </a:lnTo>
                <a:lnTo>
                  <a:pt x="1752152" y="166954"/>
                </a:lnTo>
                <a:lnTo>
                  <a:pt x="1773393" y="164621"/>
                </a:lnTo>
                <a:lnTo>
                  <a:pt x="1794491" y="161839"/>
                </a:lnTo>
                <a:lnTo>
                  <a:pt x="1815389" y="158506"/>
                </a:lnTo>
                <a:lnTo>
                  <a:pt x="1835953" y="154448"/>
                </a:lnTo>
                <a:lnTo>
                  <a:pt x="1855984" y="149428"/>
                </a:lnTo>
                <a:lnTo>
                  <a:pt x="1874996" y="143046"/>
                </a:lnTo>
                <a:lnTo>
                  <a:pt x="1891989" y="134731"/>
                </a:lnTo>
                <a:lnTo>
                  <a:pt x="1904686" y="123835"/>
                </a:lnTo>
                <a:lnTo>
                  <a:pt x="1909801" y="110738"/>
                </a:lnTo>
                <a:lnTo>
                  <a:pt x="1924250" y="103927"/>
                </a:lnTo>
                <a:lnTo>
                  <a:pt x="1944538" y="99336"/>
                </a:lnTo>
                <a:lnTo>
                  <a:pt x="1964550" y="94288"/>
                </a:lnTo>
                <a:lnTo>
                  <a:pt x="1984305" y="88849"/>
                </a:lnTo>
                <a:lnTo>
                  <a:pt x="2003803" y="83058"/>
                </a:lnTo>
                <a:lnTo>
                  <a:pt x="2023043" y="76933"/>
                </a:lnTo>
                <a:lnTo>
                  <a:pt x="2042027" y="70495"/>
                </a:lnTo>
                <a:lnTo>
                  <a:pt x="2060753" y="63760"/>
                </a:lnTo>
                <a:lnTo>
                  <a:pt x="2079203" y="56731"/>
                </a:lnTo>
                <a:lnTo>
                  <a:pt x="2097367" y="49425"/>
                </a:lnTo>
                <a:lnTo>
                  <a:pt x="2115255" y="41834"/>
                </a:lnTo>
                <a:lnTo>
                  <a:pt x="2132838" y="33985"/>
                </a:lnTo>
                <a:lnTo>
                  <a:pt x="2150126" y="25860"/>
                </a:lnTo>
                <a:lnTo>
                  <a:pt x="2167109" y="17488"/>
                </a:lnTo>
                <a:lnTo>
                  <a:pt x="2183768" y="8868"/>
                </a:lnTo>
                <a:lnTo>
                  <a:pt x="2200094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549759F9-6770-4AE5-B84E-79FD5036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078" y="186676"/>
            <a:ext cx="2200275" cy="1386783"/>
          </a:xfrm>
          <a:custGeom xmlns:a="http://schemas.openxmlformats.org/drawingml/2006/main">
            <a:pathLst>
              <a:path w="2200275" h="1386783">
                <a:moveTo>
                  <a:pt x="0" y="1386783"/>
                </a:moveTo>
                <a:lnTo>
                  <a:pt x="35328" y="1386783"/>
                </a:lnTo>
                <a:lnTo>
                  <a:pt x="70656" y="1386783"/>
                </a:lnTo>
                <a:lnTo>
                  <a:pt x="105985" y="1386783"/>
                </a:lnTo>
                <a:lnTo>
                  <a:pt x="141313" y="1386783"/>
                </a:lnTo>
                <a:lnTo>
                  <a:pt x="176641" y="1386783"/>
                </a:lnTo>
                <a:lnTo>
                  <a:pt x="211969" y="1386783"/>
                </a:lnTo>
                <a:lnTo>
                  <a:pt x="247298" y="1386783"/>
                </a:lnTo>
                <a:lnTo>
                  <a:pt x="282626" y="1386783"/>
                </a:lnTo>
                <a:lnTo>
                  <a:pt x="317954" y="1386783"/>
                </a:lnTo>
                <a:lnTo>
                  <a:pt x="353282" y="1386783"/>
                </a:lnTo>
                <a:lnTo>
                  <a:pt x="388601" y="1386783"/>
                </a:lnTo>
                <a:lnTo>
                  <a:pt x="423929" y="1386783"/>
                </a:lnTo>
                <a:lnTo>
                  <a:pt x="459257" y="1386783"/>
                </a:lnTo>
                <a:lnTo>
                  <a:pt x="494586" y="1386783"/>
                </a:lnTo>
                <a:lnTo>
                  <a:pt x="529914" y="1386783"/>
                </a:lnTo>
                <a:lnTo>
                  <a:pt x="565242" y="1386783"/>
                </a:lnTo>
                <a:lnTo>
                  <a:pt x="600570" y="1386783"/>
                </a:lnTo>
                <a:lnTo>
                  <a:pt x="635899" y="1386783"/>
                </a:lnTo>
                <a:lnTo>
                  <a:pt x="671227" y="1386783"/>
                </a:lnTo>
                <a:lnTo>
                  <a:pt x="706555" y="1386783"/>
                </a:lnTo>
                <a:lnTo>
                  <a:pt x="741883" y="1386783"/>
                </a:lnTo>
                <a:lnTo>
                  <a:pt x="777211" y="1386783"/>
                </a:lnTo>
                <a:lnTo>
                  <a:pt x="812540" y="1386783"/>
                </a:lnTo>
                <a:lnTo>
                  <a:pt x="847868" y="1386783"/>
                </a:lnTo>
                <a:lnTo>
                  <a:pt x="883196" y="1386783"/>
                </a:lnTo>
                <a:lnTo>
                  <a:pt x="918524" y="1386783"/>
                </a:lnTo>
                <a:lnTo>
                  <a:pt x="953853" y="1386783"/>
                </a:lnTo>
                <a:lnTo>
                  <a:pt x="989181" y="1386783"/>
                </a:lnTo>
                <a:lnTo>
                  <a:pt x="1024509" y="1386783"/>
                </a:lnTo>
                <a:lnTo>
                  <a:pt x="1059837" y="1386783"/>
                </a:lnTo>
                <a:lnTo>
                  <a:pt x="1095165" y="1386783"/>
                </a:lnTo>
                <a:lnTo>
                  <a:pt x="1130494" y="1386783"/>
                </a:lnTo>
                <a:lnTo>
                  <a:pt x="1165812" y="1386783"/>
                </a:lnTo>
                <a:lnTo>
                  <a:pt x="1201141" y="1386783"/>
                </a:lnTo>
                <a:lnTo>
                  <a:pt x="1236469" y="1386783"/>
                </a:lnTo>
                <a:lnTo>
                  <a:pt x="1271797" y="1386783"/>
                </a:lnTo>
                <a:lnTo>
                  <a:pt x="1307125" y="1386783"/>
                </a:lnTo>
                <a:lnTo>
                  <a:pt x="1342454" y="1386783"/>
                </a:lnTo>
                <a:lnTo>
                  <a:pt x="1377782" y="1386783"/>
                </a:lnTo>
                <a:lnTo>
                  <a:pt x="1413110" y="1386783"/>
                </a:lnTo>
                <a:lnTo>
                  <a:pt x="1448438" y="1386783"/>
                </a:lnTo>
                <a:lnTo>
                  <a:pt x="1483414" y="1384268"/>
                </a:lnTo>
                <a:lnTo>
                  <a:pt x="1518199" y="1380382"/>
                </a:lnTo>
                <a:lnTo>
                  <a:pt x="1552985" y="1376496"/>
                </a:lnTo>
                <a:lnTo>
                  <a:pt x="1587770" y="1372600"/>
                </a:lnTo>
                <a:lnTo>
                  <a:pt x="1622555" y="1368714"/>
                </a:lnTo>
                <a:lnTo>
                  <a:pt x="1657340" y="1364828"/>
                </a:lnTo>
                <a:lnTo>
                  <a:pt x="1692126" y="1360932"/>
                </a:lnTo>
                <a:lnTo>
                  <a:pt x="1726911" y="1357046"/>
                </a:lnTo>
                <a:lnTo>
                  <a:pt x="1753467" y="1343425"/>
                </a:lnTo>
                <a:lnTo>
                  <a:pt x="1777975" y="1327385"/>
                </a:lnTo>
                <a:lnTo>
                  <a:pt x="1802492" y="1311354"/>
                </a:lnTo>
                <a:lnTo>
                  <a:pt x="1827000" y="1295324"/>
                </a:lnTo>
                <a:lnTo>
                  <a:pt x="1851517" y="1279284"/>
                </a:lnTo>
                <a:lnTo>
                  <a:pt x="1876034" y="1263253"/>
                </a:lnTo>
                <a:lnTo>
                  <a:pt x="1900542" y="1247223"/>
                </a:lnTo>
                <a:lnTo>
                  <a:pt x="1925060" y="1231192"/>
                </a:lnTo>
                <a:lnTo>
                  <a:pt x="1949567" y="1215152"/>
                </a:lnTo>
                <a:lnTo>
                  <a:pt x="1974085" y="1199121"/>
                </a:lnTo>
                <a:lnTo>
                  <a:pt x="1998602" y="1183091"/>
                </a:lnTo>
                <a:lnTo>
                  <a:pt x="2023110" y="1167051"/>
                </a:lnTo>
                <a:lnTo>
                  <a:pt x="2047627" y="1151020"/>
                </a:lnTo>
                <a:lnTo>
                  <a:pt x="2072145" y="1134989"/>
                </a:lnTo>
                <a:lnTo>
                  <a:pt x="2096653" y="1118949"/>
                </a:lnTo>
                <a:lnTo>
                  <a:pt x="2121170" y="1102919"/>
                </a:lnTo>
                <a:lnTo>
                  <a:pt x="2145678" y="1086888"/>
                </a:lnTo>
                <a:lnTo>
                  <a:pt x="2170195" y="1070858"/>
                </a:lnTo>
                <a:lnTo>
                  <a:pt x="2194712" y="1054818"/>
                </a:lnTo>
                <a:lnTo>
                  <a:pt x="2200275" y="1033967"/>
                </a:lnTo>
                <a:lnTo>
                  <a:pt x="2200275" y="1011707"/>
                </a:lnTo>
                <a:lnTo>
                  <a:pt x="2200275" y="989438"/>
                </a:lnTo>
                <a:lnTo>
                  <a:pt x="2200275" y="967169"/>
                </a:lnTo>
                <a:lnTo>
                  <a:pt x="2200275" y="944909"/>
                </a:lnTo>
                <a:lnTo>
                  <a:pt x="2200275" y="922639"/>
                </a:lnTo>
                <a:lnTo>
                  <a:pt x="2200275" y="900370"/>
                </a:lnTo>
                <a:lnTo>
                  <a:pt x="2200275" y="878110"/>
                </a:lnTo>
                <a:lnTo>
                  <a:pt x="2200275" y="855840"/>
                </a:lnTo>
                <a:lnTo>
                  <a:pt x="2200275" y="833571"/>
                </a:lnTo>
                <a:lnTo>
                  <a:pt x="2200275" y="811311"/>
                </a:lnTo>
                <a:lnTo>
                  <a:pt x="2200275" y="789041"/>
                </a:lnTo>
                <a:lnTo>
                  <a:pt x="2200275" y="766772"/>
                </a:lnTo>
                <a:lnTo>
                  <a:pt x="2200275" y="744512"/>
                </a:lnTo>
                <a:lnTo>
                  <a:pt x="2200275" y="722243"/>
                </a:lnTo>
                <a:lnTo>
                  <a:pt x="2200275" y="699973"/>
                </a:lnTo>
                <a:lnTo>
                  <a:pt x="2200275" y="677713"/>
                </a:lnTo>
                <a:lnTo>
                  <a:pt x="2200275" y="655444"/>
                </a:lnTo>
                <a:lnTo>
                  <a:pt x="2200275" y="633174"/>
                </a:lnTo>
                <a:lnTo>
                  <a:pt x="2200275" y="610914"/>
                </a:lnTo>
                <a:lnTo>
                  <a:pt x="2200275" y="588645"/>
                </a:lnTo>
                <a:lnTo>
                  <a:pt x="2200275" y="566376"/>
                </a:lnTo>
                <a:lnTo>
                  <a:pt x="2200275" y="544116"/>
                </a:lnTo>
                <a:lnTo>
                  <a:pt x="2200275" y="521846"/>
                </a:lnTo>
                <a:lnTo>
                  <a:pt x="2200275" y="499577"/>
                </a:lnTo>
                <a:lnTo>
                  <a:pt x="2200275" y="477317"/>
                </a:lnTo>
                <a:lnTo>
                  <a:pt x="2200275" y="455047"/>
                </a:lnTo>
                <a:lnTo>
                  <a:pt x="2200275" y="432778"/>
                </a:lnTo>
                <a:lnTo>
                  <a:pt x="2200275" y="410518"/>
                </a:lnTo>
                <a:lnTo>
                  <a:pt x="2200275" y="388249"/>
                </a:lnTo>
                <a:lnTo>
                  <a:pt x="2200275" y="365979"/>
                </a:lnTo>
                <a:lnTo>
                  <a:pt x="2200275" y="343719"/>
                </a:lnTo>
                <a:lnTo>
                  <a:pt x="2200275" y="321450"/>
                </a:lnTo>
                <a:lnTo>
                  <a:pt x="2200275" y="299180"/>
                </a:lnTo>
                <a:lnTo>
                  <a:pt x="2200275" y="276920"/>
                </a:lnTo>
                <a:lnTo>
                  <a:pt x="2200275" y="254651"/>
                </a:lnTo>
                <a:lnTo>
                  <a:pt x="2200275" y="232381"/>
                </a:lnTo>
                <a:lnTo>
                  <a:pt x="2200275" y="210122"/>
                </a:lnTo>
                <a:lnTo>
                  <a:pt x="2200275" y="187852"/>
                </a:lnTo>
                <a:lnTo>
                  <a:pt x="2200275" y="165583"/>
                </a:lnTo>
                <a:lnTo>
                  <a:pt x="2200275" y="143323"/>
                </a:lnTo>
                <a:lnTo>
                  <a:pt x="2200275" y="121053"/>
                </a:lnTo>
                <a:lnTo>
                  <a:pt x="2200275" y="98784"/>
                </a:lnTo>
                <a:lnTo>
                  <a:pt x="2200275" y="76524"/>
                </a:lnTo>
                <a:lnTo>
                  <a:pt x="2200275" y="54254"/>
                </a:lnTo>
                <a:lnTo>
                  <a:pt x="2200275" y="31985"/>
                </a:lnTo>
                <a:lnTo>
                  <a:pt x="2200275" y="9725"/>
                </a:lnTo>
                <a:lnTo>
                  <a:pt x="2180368" y="0"/>
                </a:lnTo>
                <a:lnTo>
                  <a:pt x="2145040" y="0"/>
                </a:lnTo>
                <a:lnTo>
                  <a:pt x="2109711" y="0"/>
                </a:lnTo>
                <a:lnTo>
                  <a:pt x="2074383" y="0"/>
                </a:lnTo>
                <a:lnTo>
                  <a:pt x="2039064" y="0"/>
                </a:lnTo>
                <a:lnTo>
                  <a:pt x="2003736" y="0"/>
                </a:lnTo>
                <a:lnTo>
                  <a:pt x="1968408" y="0"/>
                </a:lnTo>
                <a:lnTo>
                  <a:pt x="1933080" y="0"/>
                </a:lnTo>
                <a:lnTo>
                  <a:pt x="1897751" y="0"/>
                </a:lnTo>
                <a:lnTo>
                  <a:pt x="1862423" y="0"/>
                </a:lnTo>
                <a:lnTo>
                  <a:pt x="1827095" y="0"/>
                </a:lnTo>
                <a:lnTo>
                  <a:pt x="1791767" y="0"/>
                </a:lnTo>
                <a:lnTo>
                  <a:pt x="1756439" y="0"/>
                </a:lnTo>
                <a:lnTo>
                  <a:pt x="1721110" y="0"/>
                </a:lnTo>
                <a:lnTo>
                  <a:pt x="1685782" y="0"/>
                </a:lnTo>
                <a:lnTo>
                  <a:pt x="1650454" y="0"/>
                </a:lnTo>
                <a:lnTo>
                  <a:pt x="1615126" y="0"/>
                </a:lnTo>
                <a:lnTo>
                  <a:pt x="1579797" y="0"/>
                </a:lnTo>
                <a:lnTo>
                  <a:pt x="1544469" y="0"/>
                </a:lnTo>
                <a:lnTo>
                  <a:pt x="1509141" y="0"/>
                </a:lnTo>
                <a:lnTo>
                  <a:pt x="1473813" y="0"/>
                </a:lnTo>
                <a:lnTo>
                  <a:pt x="1438485" y="0"/>
                </a:lnTo>
                <a:lnTo>
                  <a:pt x="1403156" y="0"/>
                </a:lnTo>
                <a:lnTo>
                  <a:pt x="1367828" y="0"/>
                </a:lnTo>
                <a:lnTo>
                  <a:pt x="1332500" y="0"/>
                </a:lnTo>
                <a:lnTo>
                  <a:pt x="1297172" y="0"/>
                </a:lnTo>
                <a:lnTo>
                  <a:pt x="1261853" y="0"/>
                </a:lnTo>
                <a:lnTo>
                  <a:pt x="1226525" y="0"/>
                </a:lnTo>
                <a:lnTo>
                  <a:pt x="1191197" y="0"/>
                </a:lnTo>
                <a:lnTo>
                  <a:pt x="1155868" y="0"/>
                </a:lnTo>
                <a:lnTo>
                  <a:pt x="1120540" y="0"/>
                </a:lnTo>
                <a:lnTo>
                  <a:pt x="1085212" y="0"/>
                </a:lnTo>
                <a:lnTo>
                  <a:pt x="1049884" y="0"/>
                </a:lnTo>
                <a:lnTo>
                  <a:pt x="1014555" y="0"/>
                </a:lnTo>
                <a:lnTo>
                  <a:pt x="979227" y="0"/>
                </a:lnTo>
                <a:lnTo>
                  <a:pt x="943899" y="0"/>
                </a:lnTo>
                <a:lnTo>
                  <a:pt x="908571" y="0"/>
                </a:lnTo>
                <a:lnTo>
                  <a:pt x="873242" y="0"/>
                </a:lnTo>
                <a:lnTo>
                  <a:pt x="837914" y="0"/>
                </a:lnTo>
                <a:lnTo>
                  <a:pt x="802586" y="0"/>
                </a:lnTo>
                <a:lnTo>
                  <a:pt x="767258" y="0"/>
                </a:lnTo>
                <a:lnTo>
                  <a:pt x="731930" y="0"/>
                </a:lnTo>
                <a:lnTo>
                  <a:pt x="696601" y="0"/>
                </a:lnTo>
                <a:lnTo>
                  <a:pt x="661273" y="0"/>
                </a:lnTo>
                <a:lnTo>
                  <a:pt x="625945" y="0"/>
                </a:lnTo>
                <a:lnTo>
                  <a:pt x="590617" y="0"/>
                </a:lnTo>
                <a:lnTo>
                  <a:pt x="555288" y="0"/>
                </a:lnTo>
                <a:lnTo>
                  <a:pt x="519960" y="0"/>
                </a:lnTo>
                <a:lnTo>
                  <a:pt x="484642" y="0"/>
                </a:lnTo>
                <a:lnTo>
                  <a:pt x="449313" y="0"/>
                </a:lnTo>
                <a:lnTo>
                  <a:pt x="413985" y="0"/>
                </a:lnTo>
                <a:lnTo>
                  <a:pt x="378657" y="0"/>
                </a:lnTo>
                <a:lnTo>
                  <a:pt x="343329" y="0"/>
                </a:lnTo>
                <a:lnTo>
                  <a:pt x="308000" y="0"/>
                </a:lnTo>
                <a:lnTo>
                  <a:pt x="272672" y="0"/>
                </a:lnTo>
                <a:lnTo>
                  <a:pt x="237344" y="0"/>
                </a:lnTo>
                <a:lnTo>
                  <a:pt x="202016" y="0"/>
                </a:lnTo>
                <a:lnTo>
                  <a:pt x="166688" y="0"/>
                </a:lnTo>
                <a:lnTo>
                  <a:pt x="131359" y="0"/>
                </a:lnTo>
                <a:lnTo>
                  <a:pt x="96031" y="0"/>
                </a:lnTo>
                <a:lnTo>
                  <a:pt x="60703" y="0"/>
                </a:lnTo>
                <a:lnTo>
                  <a:pt x="25375" y="0"/>
                </a:lnTo>
                <a:lnTo>
                  <a:pt x="0" y="6277"/>
                </a:lnTo>
                <a:lnTo>
                  <a:pt x="0" y="28537"/>
                </a:lnTo>
                <a:lnTo>
                  <a:pt x="0" y="50806"/>
                </a:lnTo>
                <a:lnTo>
                  <a:pt x="0" y="73076"/>
                </a:lnTo>
                <a:lnTo>
                  <a:pt x="0" y="95336"/>
                </a:lnTo>
                <a:lnTo>
                  <a:pt x="0" y="117605"/>
                </a:lnTo>
                <a:lnTo>
                  <a:pt x="0" y="139875"/>
                </a:lnTo>
                <a:lnTo>
                  <a:pt x="0" y="162135"/>
                </a:lnTo>
                <a:lnTo>
                  <a:pt x="0" y="184404"/>
                </a:lnTo>
                <a:lnTo>
                  <a:pt x="0" y="206673"/>
                </a:lnTo>
                <a:lnTo>
                  <a:pt x="0" y="228933"/>
                </a:lnTo>
                <a:lnTo>
                  <a:pt x="0" y="251203"/>
                </a:lnTo>
                <a:lnTo>
                  <a:pt x="0" y="273472"/>
                </a:lnTo>
                <a:lnTo>
                  <a:pt x="0" y="295732"/>
                </a:lnTo>
                <a:lnTo>
                  <a:pt x="0" y="318002"/>
                </a:lnTo>
                <a:lnTo>
                  <a:pt x="0" y="340271"/>
                </a:lnTo>
                <a:lnTo>
                  <a:pt x="0" y="362531"/>
                </a:lnTo>
                <a:lnTo>
                  <a:pt x="0" y="384800"/>
                </a:lnTo>
                <a:lnTo>
                  <a:pt x="0" y="407060"/>
                </a:lnTo>
                <a:lnTo>
                  <a:pt x="0" y="429330"/>
                </a:lnTo>
                <a:lnTo>
                  <a:pt x="0" y="451599"/>
                </a:lnTo>
                <a:lnTo>
                  <a:pt x="0" y="473859"/>
                </a:lnTo>
                <a:lnTo>
                  <a:pt x="0" y="496129"/>
                </a:lnTo>
                <a:lnTo>
                  <a:pt x="0" y="518398"/>
                </a:lnTo>
                <a:lnTo>
                  <a:pt x="0" y="540658"/>
                </a:lnTo>
                <a:lnTo>
                  <a:pt x="0" y="562928"/>
                </a:lnTo>
                <a:lnTo>
                  <a:pt x="0" y="585197"/>
                </a:lnTo>
                <a:lnTo>
                  <a:pt x="0" y="607457"/>
                </a:lnTo>
                <a:lnTo>
                  <a:pt x="0" y="629726"/>
                </a:lnTo>
                <a:lnTo>
                  <a:pt x="0" y="651996"/>
                </a:lnTo>
                <a:lnTo>
                  <a:pt x="0" y="674256"/>
                </a:lnTo>
                <a:lnTo>
                  <a:pt x="0" y="696525"/>
                </a:lnTo>
                <a:lnTo>
                  <a:pt x="0" y="718795"/>
                </a:lnTo>
                <a:lnTo>
                  <a:pt x="0" y="741055"/>
                </a:lnTo>
                <a:lnTo>
                  <a:pt x="0" y="763324"/>
                </a:lnTo>
                <a:lnTo>
                  <a:pt x="0" y="785593"/>
                </a:lnTo>
                <a:lnTo>
                  <a:pt x="0" y="807853"/>
                </a:lnTo>
                <a:lnTo>
                  <a:pt x="0" y="830123"/>
                </a:lnTo>
                <a:lnTo>
                  <a:pt x="0" y="852392"/>
                </a:lnTo>
                <a:lnTo>
                  <a:pt x="0" y="874652"/>
                </a:lnTo>
                <a:lnTo>
                  <a:pt x="0" y="896922"/>
                </a:lnTo>
                <a:lnTo>
                  <a:pt x="0" y="919191"/>
                </a:lnTo>
                <a:lnTo>
                  <a:pt x="0" y="941451"/>
                </a:lnTo>
                <a:lnTo>
                  <a:pt x="0" y="963720"/>
                </a:lnTo>
                <a:lnTo>
                  <a:pt x="0" y="985990"/>
                </a:lnTo>
                <a:lnTo>
                  <a:pt x="0" y="1008250"/>
                </a:lnTo>
                <a:lnTo>
                  <a:pt x="0" y="1030519"/>
                </a:lnTo>
                <a:lnTo>
                  <a:pt x="0" y="1052789"/>
                </a:lnTo>
                <a:lnTo>
                  <a:pt x="0" y="1075049"/>
                </a:lnTo>
                <a:lnTo>
                  <a:pt x="0" y="1097318"/>
                </a:lnTo>
                <a:lnTo>
                  <a:pt x="0" y="1119588"/>
                </a:lnTo>
                <a:lnTo>
                  <a:pt x="0" y="1141847"/>
                </a:lnTo>
                <a:lnTo>
                  <a:pt x="0" y="1164117"/>
                </a:lnTo>
                <a:lnTo>
                  <a:pt x="0" y="1186386"/>
                </a:lnTo>
                <a:lnTo>
                  <a:pt x="0" y="1208646"/>
                </a:lnTo>
                <a:lnTo>
                  <a:pt x="0" y="1230916"/>
                </a:lnTo>
                <a:lnTo>
                  <a:pt x="0" y="1253185"/>
                </a:lnTo>
                <a:lnTo>
                  <a:pt x="0" y="1275445"/>
                </a:lnTo>
                <a:lnTo>
                  <a:pt x="0" y="1297715"/>
                </a:lnTo>
                <a:lnTo>
                  <a:pt x="0" y="1319984"/>
                </a:lnTo>
                <a:lnTo>
                  <a:pt x="0" y="1342244"/>
                </a:lnTo>
                <a:lnTo>
                  <a:pt x="0" y="1364513"/>
                </a:lnTo>
                <a:lnTo>
                  <a:pt x="0" y="13867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D685632B-6F57-471D-835C-5F5BCABD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078" y="186676"/>
            <a:ext cx="2200275" cy="2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55134F76-658D-441D-96DD-4E63F7FA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9700" y="1237855"/>
            <a:ext cx="810644" cy="335861"/>
          </a:xfrm>
          <a:custGeom xmlns:a="http://schemas.openxmlformats.org/drawingml/2006/main">
            <a:pathLst>
              <a:path w="810644" h="335861">
                <a:moveTo>
                  <a:pt x="810644" y="0"/>
                </a:moveTo>
                <a:lnTo>
                  <a:pt x="809682" y="5572"/>
                </a:lnTo>
                <a:lnTo>
                  <a:pt x="808415" y="11116"/>
                </a:lnTo>
                <a:lnTo>
                  <a:pt x="806939" y="16640"/>
                </a:lnTo>
                <a:lnTo>
                  <a:pt x="805272" y="22146"/>
                </a:lnTo>
                <a:lnTo>
                  <a:pt x="803443" y="27632"/>
                </a:lnTo>
                <a:lnTo>
                  <a:pt x="801443" y="33099"/>
                </a:lnTo>
                <a:lnTo>
                  <a:pt x="799300" y="38538"/>
                </a:lnTo>
                <a:lnTo>
                  <a:pt x="797014" y="43948"/>
                </a:lnTo>
                <a:lnTo>
                  <a:pt x="794585" y="49340"/>
                </a:lnTo>
                <a:lnTo>
                  <a:pt x="792013" y="54702"/>
                </a:lnTo>
                <a:lnTo>
                  <a:pt x="789308" y="60046"/>
                </a:lnTo>
                <a:lnTo>
                  <a:pt x="786470" y="65351"/>
                </a:lnTo>
                <a:lnTo>
                  <a:pt x="783498" y="70637"/>
                </a:lnTo>
                <a:lnTo>
                  <a:pt x="780402" y="75886"/>
                </a:lnTo>
                <a:lnTo>
                  <a:pt x="777173" y="81115"/>
                </a:lnTo>
                <a:lnTo>
                  <a:pt x="773821" y="86306"/>
                </a:lnTo>
                <a:lnTo>
                  <a:pt x="770334" y="91459"/>
                </a:lnTo>
                <a:lnTo>
                  <a:pt x="766734" y="96584"/>
                </a:lnTo>
                <a:lnTo>
                  <a:pt x="763000" y="101670"/>
                </a:lnTo>
                <a:lnTo>
                  <a:pt x="759152" y="106718"/>
                </a:lnTo>
                <a:lnTo>
                  <a:pt x="755171" y="111738"/>
                </a:lnTo>
                <a:lnTo>
                  <a:pt x="751084" y="116710"/>
                </a:lnTo>
                <a:lnTo>
                  <a:pt x="746865" y="121644"/>
                </a:lnTo>
                <a:lnTo>
                  <a:pt x="742531" y="126540"/>
                </a:lnTo>
                <a:lnTo>
                  <a:pt x="738073" y="131388"/>
                </a:lnTo>
                <a:lnTo>
                  <a:pt x="733501" y="136198"/>
                </a:lnTo>
                <a:lnTo>
                  <a:pt x="728815" y="140951"/>
                </a:lnTo>
                <a:lnTo>
                  <a:pt x="724005" y="145675"/>
                </a:lnTo>
                <a:lnTo>
                  <a:pt x="719090" y="150343"/>
                </a:lnTo>
                <a:lnTo>
                  <a:pt x="714061" y="154962"/>
                </a:lnTo>
                <a:lnTo>
                  <a:pt x="708908" y="159534"/>
                </a:lnTo>
                <a:lnTo>
                  <a:pt x="703659" y="164049"/>
                </a:lnTo>
                <a:lnTo>
                  <a:pt x="698287" y="168516"/>
                </a:lnTo>
                <a:lnTo>
                  <a:pt x="692810" y="172936"/>
                </a:lnTo>
                <a:lnTo>
                  <a:pt x="687229" y="177298"/>
                </a:lnTo>
                <a:lnTo>
                  <a:pt x="681542" y="181604"/>
                </a:lnTo>
                <a:lnTo>
                  <a:pt x="675742" y="185852"/>
                </a:lnTo>
                <a:lnTo>
                  <a:pt x="669846" y="190052"/>
                </a:lnTo>
                <a:lnTo>
                  <a:pt x="663845" y="194186"/>
                </a:lnTo>
                <a:lnTo>
                  <a:pt x="657749" y="198263"/>
                </a:lnTo>
                <a:lnTo>
                  <a:pt x="651548" y="202282"/>
                </a:lnTo>
                <a:lnTo>
                  <a:pt x="645262" y="206245"/>
                </a:lnTo>
                <a:lnTo>
                  <a:pt x="638870" y="210141"/>
                </a:lnTo>
                <a:lnTo>
                  <a:pt x="632384" y="213979"/>
                </a:lnTo>
                <a:lnTo>
                  <a:pt x="625812" y="217751"/>
                </a:lnTo>
                <a:lnTo>
                  <a:pt x="619154" y="221466"/>
                </a:lnTo>
                <a:lnTo>
                  <a:pt x="612410" y="225114"/>
                </a:lnTo>
                <a:lnTo>
                  <a:pt x="605571" y="228695"/>
                </a:lnTo>
                <a:lnTo>
                  <a:pt x="598656" y="232220"/>
                </a:lnTo>
                <a:lnTo>
                  <a:pt x="591655" y="235677"/>
                </a:lnTo>
                <a:lnTo>
                  <a:pt x="584578" y="239068"/>
                </a:lnTo>
                <a:lnTo>
                  <a:pt x="577425" y="242402"/>
                </a:lnTo>
                <a:lnTo>
                  <a:pt x="570195" y="245659"/>
                </a:lnTo>
                <a:lnTo>
                  <a:pt x="562889" y="248860"/>
                </a:lnTo>
                <a:lnTo>
                  <a:pt x="555517" y="251993"/>
                </a:lnTo>
                <a:lnTo>
                  <a:pt x="548078" y="255060"/>
                </a:lnTo>
                <a:lnTo>
                  <a:pt x="540572" y="258061"/>
                </a:lnTo>
                <a:lnTo>
                  <a:pt x="533000" y="260995"/>
                </a:lnTo>
                <a:lnTo>
                  <a:pt x="525361" y="263871"/>
                </a:lnTo>
                <a:lnTo>
                  <a:pt x="517665" y="266681"/>
                </a:lnTo>
                <a:lnTo>
                  <a:pt x="509911" y="269424"/>
                </a:lnTo>
                <a:lnTo>
                  <a:pt x="502101" y="272101"/>
                </a:lnTo>
                <a:lnTo>
                  <a:pt x="494233" y="274711"/>
                </a:lnTo>
                <a:lnTo>
                  <a:pt x="486318" y="277263"/>
                </a:lnTo>
                <a:lnTo>
                  <a:pt x="478346" y="279749"/>
                </a:lnTo>
                <a:lnTo>
                  <a:pt x="470325" y="282169"/>
                </a:lnTo>
                <a:lnTo>
                  <a:pt x="462267" y="284531"/>
                </a:lnTo>
                <a:lnTo>
                  <a:pt x="454152" y="286826"/>
                </a:lnTo>
                <a:lnTo>
                  <a:pt x="445999" y="289065"/>
                </a:lnTo>
                <a:lnTo>
                  <a:pt x="437807" y="291236"/>
                </a:lnTo>
                <a:lnTo>
                  <a:pt x="429568" y="293351"/>
                </a:lnTo>
                <a:lnTo>
                  <a:pt x="421300" y="295408"/>
                </a:lnTo>
                <a:lnTo>
                  <a:pt x="412985" y="297399"/>
                </a:lnTo>
                <a:lnTo>
                  <a:pt x="404641" y="299342"/>
                </a:lnTo>
                <a:lnTo>
                  <a:pt x="396269" y="301219"/>
                </a:lnTo>
                <a:lnTo>
                  <a:pt x="387858" y="303038"/>
                </a:lnTo>
                <a:lnTo>
                  <a:pt x="379409" y="304800"/>
                </a:lnTo>
                <a:lnTo>
                  <a:pt x="370942" y="306505"/>
                </a:lnTo>
                <a:lnTo>
                  <a:pt x="362445" y="308153"/>
                </a:lnTo>
                <a:lnTo>
                  <a:pt x="353920" y="309743"/>
                </a:lnTo>
                <a:lnTo>
                  <a:pt x="345367" y="311287"/>
                </a:lnTo>
                <a:lnTo>
                  <a:pt x="336794" y="312763"/>
                </a:lnTo>
                <a:lnTo>
                  <a:pt x="328203" y="314201"/>
                </a:lnTo>
                <a:lnTo>
                  <a:pt x="319583" y="315582"/>
                </a:lnTo>
                <a:lnTo>
                  <a:pt x="310944" y="316906"/>
                </a:lnTo>
                <a:lnTo>
                  <a:pt x="302285" y="318183"/>
                </a:lnTo>
                <a:lnTo>
                  <a:pt x="293608" y="319402"/>
                </a:lnTo>
                <a:lnTo>
                  <a:pt x="284912" y="320583"/>
                </a:lnTo>
                <a:lnTo>
                  <a:pt x="276206" y="321707"/>
                </a:lnTo>
                <a:lnTo>
                  <a:pt x="267481" y="322783"/>
                </a:lnTo>
                <a:lnTo>
                  <a:pt x="258737" y="323812"/>
                </a:lnTo>
                <a:lnTo>
                  <a:pt x="249984" y="324803"/>
                </a:lnTo>
                <a:lnTo>
                  <a:pt x="241211" y="325736"/>
                </a:lnTo>
                <a:lnTo>
                  <a:pt x="232439" y="326622"/>
                </a:lnTo>
                <a:lnTo>
                  <a:pt x="223647" y="327470"/>
                </a:lnTo>
                <a:lnTo>
                  <a:pt x="214846" y="328270"/>
                </a:lnTo>
                <a:lnTo>
                  <a:pt x="206035" y="329022"/>
                </a:lnTo>
                <a:lnTo>
                  <a:pt x="197215" y="329736"/>
                </a:lnTo>
                <a:lnTo>
                  <a:pt x="188385" y="330413"/>
                </a:lnTo>
                <a:lnTo>
                  <a:pt x="179546" y="331041"/>
                </a:lnTo>
                <a:lnTo>
                  <a:pt x="170707" y="331622"/>
                </a:lnTo>
                <a:lnTo>
                  <a:pt x="161858" y="332175"/>
                </a:lnTo>
                <a:lnTo>
                  <a:pt x="153000" y="332680"/>
                </a:lnTo>
                <a:lnTo>
                  <a:pt x="144142" y="333146"/>
                </a:lnTo>
                <a:lnTo>
                  <a:pt x="135274" y="333575"/>
                </a:lnTo>
                <a:lnTo>
                  <a:pt x="126406" y="333956"/>
                </a:lnTo>
                <a:lnTo>
                  <a:pt x="117529" y="334308"/>
                </a:lnTo>
                <a:lnTo>
                  <a:pt x="108652" y="334623"/>
                </a:lnTo>
                <a:lnTo>
                  <a:pt x="99774" y="334899"/>
                </a:lnTo>
                <a:lnTo>
                  <a:pt x="90888" y="335137"/>
                </a:lnTo>
                <a:lnTo>
                  <a:pt x="82001" y="335347"/>
                </a:lnTo>
                <a:lnTo>
                  <a:pt x="73114" y="335518"/>
                </a:lnTo>
                <a:lnTo>
                  <a:pt x="64227" y="335651"/>
                </a:lnTo>
                <a:lnTo>
                  <a:pt x="55331" y="335756"/>
                </a:lnTo>
                <a:lnTo>
                  <a:pt x="46444" y="335823"/>
                </a:lnTo>
                <a:lnTo>
                  <a:pt x="37548" y="335852"/>
                </a:lnTo>
                <a:lnTo>
                  <a:pt x="28661" y="335861"/>
                </a:lnTo>
                <a:lnTo>
                  <a:pt x="19764" y="335823"/>
                </a:lnTo>
                <a:lnTo>
                  <a:pt x="10878" y="335766"/>
                </a:lnTo>
                <a:lnTo>
                  <a:pt x="1981" y="335671"/>
                </a:lnTo>
                <a:lnTo>
                  <a:pt x="0" y="335585"/>
                </a:lnTo>
                <a:lnTo>
                  <a:pt x="8887" y="335442"/>
                </a:lnTo>
                <a:lnTo>
                  <a:pt x="17774" y="335213"/>
                </a:lnTo>
                <a:lnTo>
                  <a:pt x="26651" y="334899"/>
                </a:lnTo>
                <a:lnTo>
                  <a:pt x="35528" y="334528"/>
                </a:lnTo>
                <a:lnTo>
                  <a:pt x="44387" y="334089"/>
                </a:lnTo>
                <a:lnTo>
                  <a:pt x="53245" y="333585"/>
                </a:lnTo>
                <a:lnTo>
                  <a:pt x="62093" y="333023"/>
                </a:lnTo>
                <a:lnTo>
                  <a:pt x="70933" y="332403"/>
                </a:lnTo>
                <a:lnTo>
                  <a:pt x="79753" y="331727"/>
                </a:lnTo>
                <a:lnTo>
                  <a:pt x="88573" y="330994"/>
                </a:lnTo>
                <a:lnTo>
                  <a:pt x="97374" y="330194"/>
                </a:lnTo>
                <a:lnTo>
                  <a:pt x="106156" y="329346"/>
                </a:lnTo>
                <a:lnTo>
                  <a:pt x="114929" y="328422"/>
                </a:lnTo>
                <a:lnTo>
                  <a:pt x="123692" y="327450"/>
                </a:lnTo>
                <a:lnTo>
                  <a:pt x="132426" y="326412"/>
                </a:lnTo>
                <a:lnTo>
                  <a:pt x="141151" y="325317"/>
                </a:lnTo>
                <a:lnTo>
                  <a:pt x="149847" y="324155"/>
                </a:lnTo>
                <a:lnTo>
                  <a:pt x="158525" y="322926"/>
                </a:lnTo>
                <a:lnTo>
                  <a:pt x="167173" y="321631"/>
                </a:lnTo>
                <a:lnTo>
                  <a:pt x="175803" y="320278"/>
                </a:lnTo>
                <a:lnTo>
                  <a:pt x="184394" y="318849"/>
                </a:lnTo>
                <a:lnTo>
                  <a:pt x="192967" y="317344"/>
                </a:lnTo>
                <a:lnTo>
                  <a:pt x="201501" y="315773"/>
                </a:lnTo>
                <a:lnTo>
                  <a:pt x="209998" y="314134"/>
                </a:lnTo>
                <a:lnTo>
                  <a:pt x="218465" y="312410"/>
                </a:lnTo>
                <a:lnTo>
                  <a:pt x="226886" y="310620"/>
                </a:lnTo>
                <a:lnTo>
                  <a:pt x="235268" y="308734"/>
                </a:lnTo>
                <a:lnTo>
                  <a:pt x="243592" y="306781"/>
                </a:lnTo>
                <a:lnTo>
                  <a:pt x="251879" y="304733"/>
                </a:lnTo>
                <a:lnTo>
                  <a:pt x="260099" y="302609"/>
                </a:lnTo>
                <a:lnTo>
                  <a:pt x="268272" y="300390"/>
                </a:lnTo>
                <a:lnTo>
                  <a:pt x="276368" y="298085"/>
                </a:lnTo>
                <a:lnTo>
                  <a:pt x="284407" y="295685"/>
                </a:lnTo>
                <a:lnTo>
                  <a:pt x="292370" y="293180"/>
                </a:lnTo>
                <a:lnTo>
                  <a:pt x="300247" y="290589"/>
                </a:lnTo>
                <a:lnTo>
                  <a:pt x="308039" y="287893"/>
                </a:lnTo>
                <a:lnTo>
                  <a:pt x="315744" y="285093"/>
                </a:lnTo>
                <a:lnTo>
                  <a:pt x="323345" y="282188"/>
                </a:lnTo>
                <a:lnTo>
                  <a:pt x="330851" y="279178"/>
                </a:lnTo>
                <a:lnTo>
                  <a:pt x="338233" y="276054"/>
                </a:lnTo>
                <a:lnTo>
                  <a:pt x="345491" y="272825"/>
                </a:lnTo>
                <a:lnTo>
                  <a:pt x="352625" y="269472"/>
                </a:lnTo>
                <a:lnTo>
                  <a:pt x="359607" y="266005"/>
                </a:lnTo>
                <a:lnTo>
                  <a:pt x="366446" y="262423"/>
                </a:lnTo>
                <a:lnTo>
                  <a:pt x="373132" y="258728"/>
                </a:lnTo>
                <a:lnTo>
                  <a:pt x="379638" y="254908"/>
                </a:lnTo>
                <a:lnTo>
                  <a:pt x="385963" y="250965"/>
                </a:lnTo>
                <a:lnTo>
                  <a:pt x="392097" y="246917"/>
                </a:lnTo>
                <a:lnTo>
                  <a:pt x="398031" y="242735"/>
                </a:lnTo>
                <a:lnTo>
                  <a:pt x="403755" y="238449"/>
                </a:lnTo>
                <a:lnTo>
                  <a:pt x="409251" y="234048"/>
                </a:lnTo>
                <a:lnTo>
                  <a:pt x="414518" y="229533"/>
                </a:lnTo>
                <a:lnTo>
                  <a:pt x="419548" y="224904"/>
                </a:lnTo>
                <a:lnTo>
                  <a:pt x="424320" y="220180"/>
                </a:lnTo>
                <a:lnTo>
                  <a:pt x="428835" y="215351"/>
                </a:lnTo>
                <a:lnTo>
                  <a:pt x="433083" y="210426"/>
                </a:lnTo>
                <a:lnTo>
                  <a:pt x="437064" y="205416"/>
                </a:lnTo>
                <a:lnTo>
                  <a:pt x="440779" y="200330"/>
                </a:lnTo>
                <a:lnTo>
                  <a:pt x="444208" y="195158"/>
                </a:lnTo>
                <a:lnTo>
                  <a:pt x="447351" y="189919"/>
                </a:lnTo>
                <a:lnTo>
                  <a:pt x="450218" y="184614"/>
                </a:lnTo>
                <a:lnTo>
                  <a:pt x="452809" y="179251"/>
                </a:lnTo>
                <a:lnTo>
                  <a:pt x="455124" y="173841"/>
                </a:lnTo>
                <a:lnTo>
                  <a:pt x="457152" y="168383"/>
                </a:lnTo>
                <a:lnTo>
                  <a:pt x="458924" y="162887"/>
                </a:lnTo>
                <a:lnTo>
                  <a:pt x="460419" y="157363"/>
                </a:lnTo>
                <a:lnTo>
                  <a:pt x="461658" y="151819"/>
                </a:lnTo>
                <a:lnTo>
                  <a:pt x="462648" y="146247"/>
                </a:lnTo>
                <a:lnTo>
                  <a:pt x="463382" y="140665"/>
                </a:lnTo>
                <a:lnTo>
                  <a:pt x="463877" y="135065"/>
                </a:lnTo>
                <a:lnTo>
                  <a:pt x="464144" y="129464"/>
                </a:lnTo>
                <a:lnTo>
                  <a:pt x="464191" y="123863"/>
                </a:lnTo>
                <a:lnTo>
                  <a:pt x="464010" y="118253"/>
                </a:lnTo>
                <a:lnTo>
                  <a:pt x="463629" y="112662"/>
                </a:lnTo>
                <a:lnTo>
                  <a:pt x="463039" y="107061"/>
                </a:lnTo>
                <a:lnTo>
                  <a:pt x="471268" y="105689"/>
                </a:lnTo>
                <a:lnTo>
                  <a:pt x="479936" y="104442"/>
                </a:lnTo>
                <a:lnTo>
                  <a:pt x="488566" y="103108"/>
                </a:lnTo>
                <a:lnTo>
                  <a:pt x="497176" y="101698"/>
                </a:lnTo>
                <a:lnTo>
                  <a:pt x="505758" y="100232"/>
                </a:lnTo>
                <a:lnTo>
                  <a:pt x="514312" y="98708"/>
                </a:lnTo>
                <a:lnTo>
                  <a:pt x="522846" y="97126"/>
                </a:lnTo>
                <a:lnTo>
                  <a:pt x="531352" y="95488"/>
                </a:lnTo>
                <a:lnTo>
                  <a:pt x="539820" y="93793"/>
                </a:lnTo>
                <a:lnTo>
                  <a:pt x="548278" y="92040"/>
                </a:lnTo>
                <a:lnTo>
                  <a:pt x="556698" y="90249"/>
                </a:lnTo>
                <a:lnTo>
                  <a:pt x="565090" y="88392"/>
                </a:lnTo>
                <a:lnTo>
                  <a:pt x="573453" y="86487"/>
                </a:lnTo>
                <a:lnTo>
                  <a:pt x="581787" y="84534"/>
                </a:lnTo>
                <a:lnTo>
                  <a:pt x="590083" y="82525"/>
                </a:lnTo>
                <a:lnTo>
                  <a:pt x="598361" y="80467"/>
                </a:lnTo>
                <a:lnTo>
                  <a:pt x="606590" y="78362"/>
                </a:lnTo>
                <a:lnTo>
                  <a:pt x="614801" y="76200"/>
                </a:lnTo>
                <a:lnTo>
                  <a:pt x="622964" y="73981"/>
                </a:lnTo>
                <a:lnTo>
                  <a:pt x="631098" y="71714"/>
                </a:lnTo>
                <a:lnTo>
                  <a:pt x="639185" y="69390"/>
                </a:lnTo>
                <a:lnTo>
                  <a:pt x="647243" y="67018"/>
                </a:lnTo>
                <a:lnTo>
                  <a:pt x="655253" y="64589"/>
                </a:lnTo>
                <a:lnTo>
                  <a:pt x="663226" y="62103"/>
                </a:lnTo>
                <a:lnTo>
                  <a:pt x="671151" y="59560"/>
                </a:lnTo>
                <a:lnTo>
                  <a:pt x="679037" y="56969"/>
                </a:lnTo>
                <a:lnTo>
                  <a:pt x="686867" y="54312"/>
                </a:lnTo>
                <a:lnTo>
                  <a:pt x="694649" y="51606"/>
                </a:lnTo>
                <a:lnTo>
                  <a:pt x="702383" y="48835"/>
                </a:lnTo>
                <a:lnTo>
                  <a:pt x="710060" y="46015"/>
                </a:lnTo>
                <a:lnTo>
                  <a:pt x="717690" y="43129"/>
                </a:lnTo>
                <a:lnTo>
                  <a:pt x="725253" y="40186"/>
                </a:lnTo>
                <a:lnTo>
                  <a:pt x="732768" y="37186"/>
                </a:lnTo>
                <a:lnTo>
                  <a:pt x="740207" y="34119"/>
                </a:lnTo>
                <a:lnTo>
                  <a:pt x="747589" y="30994"/>
                </a:lnTo>
                <a:lnTo>
                  <a:pt x="754904" y="27813"/>
                </a:lnTo>
                <a:lnTo>
                  <a:pt x="762143" y="24555"/>
                </a:lnTo>
                <a:lnTo>
                  <a:pt x="769315" y="21241"/>
                </a:lnTo>
                <a:lnTo>
                  <a:pt x="776411" y="17869"/>
                </a:lnTo>
                <a:lnTo>
                  <a:pt x="783431" y="14421"/>
                </a:lnTo>
                <a:lnTo>
                  <a:pt x="790365" y="10916"/>
                </a:lnTo>
                <a:lnTo>
                  <a:pt x="797214" y="7344"/>
                </a:lnTo>
                <a:lnTo>
                  <a:pt x="803977" y="3705"/>
                </a:lnTo>
                <a:lnTo>
                  <a:pt x="810644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1A85FF96-7660-41D1-B19F-8FCA4899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0508" y="1205955"/>
            <a:ext cx="2200780" cy="368722"/>
          </a:xfrm>
          <a:custGeom xmlns:a="http://schemas.openxmlformats.org/drawingml/2006/main">
            <a:pathLst>
              <a:path w="2200780" h="368722">
                <a:moveTo>
                  <a:pt x="2200094" y="0"/>
                </a:moveTo>
                <a:lnTo>
                  <a:pt x="2200780" y="13583"/>
                </a:lnTo>
                <a:lnTo>
                  <a:pt x="2200475" y="27165"/>
                </a:lnTo>
                <a:lnTo>
                  <a:pt x="2199408" y="40729"/>
                </a:lnTo>
                <a:lnTo>
                  <a:pt x="2197637" y="54273"/>
                </a:lnTo>
                <a:lnTo>
                  <a:pt x="2195179" y="67770"/>
                </a:lnTo>
                <a:lnTo>
                  <a:pt x="2192045" y="81210"/>
                </a:lnTo>
                <a:lnTo>
                  <a:pt x="2188235" y="94583"/>
                </a:lnTo>
                <a:lnTo>
                  <a:pt x="2183730" y="107871"/>
                </a:lnTo>
                <a:lnTo>
                  <a:pt x="2178539" y="121063"/>
                </a:lnTo>
                <a:lnTo>
                  <a:pt x="2172624" y="134122"/>
                </a:lnTo>
                <a:lnTo>
                  <a:pt x="2165985" y="147047"/>
                </a:lnTo>
                <a:lnTo>
                  <a:pt x="2158603" y="159810"/>
                </a:lnTo>
                <a:lnTo>
                  <a:pt x="2150459" y="172393"/>
                </a:lnTo>
                <a:lnTo>
                  <a:pt x="2141534" y="184766"/>
                </a:lnTo>
                <a:lnTo>
                  <a:pt x="2131838" y="196891"/>
                </a:lnTo>
                <a:lnTo>
                  <a:pt x="2121341" y="208759"/>
                </a:lnTo>
                <a:lnTo>
                  <a:pt x="2110045" y="220332"/>
                </a:lnTo>
                <a:lnTo>
                  <a:pt x="2097948" y="231581"/>
                </a:lnTo>
                <a:lnTo>
                  <a:pt x="2085070" y="242468"/>
                </a:lnTo>
                <a:lnTo>
                  <a:pt x="2071402" y="252984"/>
                </a:lnTo>
                <a:lnTo>
                  <a:pt x="2056981" y="263071"/>
                </a:lnTo>
                <a:lnTo>
                  <a:pt x="2041817" y="272739"/>
                </a:lnTo>
                <a:lnTo>
                  <a:pt x="2025958" y="281930"/>
                </a:lnTo>
                <a:lnTo>
                  <a:pt x="2009423" y="290646"/>
                </a:lnTo>
                <a:lnTo>
                  <a:pt x="1992268" y="298875"/>
                </a:lnTo>
                <a:lnTo>
                  <a:pt x="1974523" y="306591"/>
                </a:lnTo>
                <a:lnTo>
                  <a:pt x="1956245" y="313792"/>
                </a:lnTo>
                <a:lnTo>
                  <a:pt x="1937480" y="320478"/>
                </a:lnTo>
                <a:lnTo>
                  <a:pt x="1918287" y="326650"/>
                </a:lnTo>
                <a:lnTo>
                  <a:pt x="1898694" y="332318"/>
                </a:lnTo>
                <a:lnTo>
                  <a:pt x="1878759" y="337490"/>
                </a:lnTo>
                <a:lnTo>
                  <a:pt x="1858518" y="342167"/>
                </a:lnTo>
                <a:lnTo>
                  <a:pt x="1838020" y="346377"/>
                </a:lnTo>
                <a:lnTo>
                  <a:pt x="1817303" y="350120"/>
                </a:lnTo>
                <a:lnTo>
                  <a:pt x="1796396" y="353425"/>
                </a:lnTo>
                <a:lnTo>
                  <a:pt x="1775327" y="356302"/>
                </a:lnTo>
                <a:lnTo>
                  <a:pt x="1754134" y="358778"/>
                </a:lnTo>
                <a:lnTo>
                  <a:pt x="1732826" y="360864"/>
                </a:lnTo>
                <a:lnTo>
                  <a:pt x="1711442" y="362579"/>
                </a:lnTo>
                <a:lnTo>
                  <a:pt x="1689992" y="363941"/>
                </a:lnTo>
                <a:lnTo>
                  <a:pt x="1668504" y="364960"/>
                </a:lnTo>
                <a:lnTo>
                  <a:pt x="1646958" y="365436"/>
                </a:lnTo>
                <a:lnTo>
                  <a:pt x="1625403" y="365750"/>
                </a:lnTo>
                <a:lnTo>
                  <a:pt x="1603848" y="366008"/>
                </a:lnTo>
                <a:lnTo>
                  <a:pt x="1582293" y="366227"/>
                </a:lnTo>
                <a:lnTo>
                  <a:pt x="1560738" y="366417"/>
                </a:lnTo>
                <a:lnTo>
                  <a:pt x="1539183" y="366579"/>
                </a:lnTo>
                <a:lnTo>
                  <a:pt x="1517628" y="366741"/>
                </a:lnTo>
                <a:lnTo>
                  <a:pt x="1496073" y="366884"/>
                </a:lnTo>
                <a:lnTo>
                  <a:pt x="1474518" y="367008"/>
                </a:lnTo>
                <a:lnTo>
                  <a:pt x="1452963" y="367141"/>
                </a:lnTo>
                <a:lnTo>
                  <a:pt x="1431407" y="367246"/>
                </a:lnTo>
                <a:lnTo>
                  <a:pt x="1409843" y="367360"/>
                </a:lnTo>
                <a:lnTo>
                  <a:pt x="1388288" y="367465"/>
                </a:lnTo>
                <a:lnTo>
                  <a:pt x="1366733" y="367560"/>
                </a:lnTo>
                <a:lnTo>
                  <a:pt x="1345178" y="367655"/>
                </a:lnTo>
                <a:lnTo>
                  <a:pt x="1323623" y="367732"/>
                </a:lnTo>
                <a:lnTo>
                  <a:pt x="1302058" y="367817"/>
                </a:lnTo>
                <a:lnTo>
                  <a:pt x="1280503" y="367894"/>
                </a:lnTo>
                <a:lnTo>
                  <a:pt x="1258948" y="367970"/>
                </a:lnTo>
                <a:lnTo>
                  <a:pt x="1237393" y="368036"/>
                </a:lnTo>
                <a:lnTo>
                  <a:pt x="1215838" y="368103"/>
                </a:lnTo>
                <a:lnTo>
                  <a:pt x="1194273" y="368160"/>
                </a:lnTo>
                <a:lnTo>
                  <a:pt x="1172718" y="368217"/>
                </a:lnTo>
                <a:lnTo>
                  <a:pt x="1151163" y="368275"/>
                </a:lnTo>
                <a:lnTo>
                  <a:pt x="1129608" y="368322"/>
                </a:lnTo>
                <a:lnTo>
                  <a:pt x="1108043" y="368370"/>
                </a:lnTo>
                <a:lnTo>
                  <a:pt x="1086488" y="368417"/>
                </a:lnTo>
                <a:lnTo>
                  <a:pt x="1064933" y="368465"/>
                </a:lnTo>
                <a:lnTo>
                  <a:pt x="1043378" y="368494"/>
                </a:lnTo>
                <a:lnTo>
                  <a:pt x="1021823" y="368532"/>
                </a:lnTo>
                <a:lnTo>
                  <a:pt x="1000258" y="368570"/>
                </a:lnTo>
                <a:lnTo>
                  <a:pt x="978703" y="368598"/>
                </a:lnTo>
                <a:lnTo>
                  <a:pt x="957148" y="368618"/>
                </a:lnTo>
                <a:lnTo>
                  <a:pt x="935593" y="368646"/>
                </a:lnTo>
                <a:lnTo>
                  <a:pt x="914029" y="368665"/>
                </a:lnTo>
                <a:lnTo>
                  <a:pt x="892473" y="368684"/>
                </a:lnTo>
                <a:lnTo>
                  <a:pt x="870918" y="368694"/>
                </a:lnTo>
                <a:lnTo>
                  <a:pt x="849363" y="368713"/>
                </a:lnTo>
                <a:lnTo>
                  <a:pt x="827799" y="368713"/>
                </a:lnTo>
                <a:lnTo>
                  <a:pt x="806244" y="368722"/>
                </a:lnTo>
                <a:lnTo>
                  <a:pt x="784689" y="368722"/>
                </a:lnTo>
                <a:lnTo>
                  <a:pt x="763133" y="368722"/>
                </a:lnTo>
                <a:lnTo>
                  <a:pt x="741569" y="368713"/>
                </a:lnTo>
                <a:lnTo>
                  <a:pt x="720014" y="368703"/>
                </a:lnTo>
                <a:lnTo>
                  <a:pt x="698459" y="368694"/>
                </a:lnTo>
                <a:lnTo>
                  <a:pt x="676904" y="368675"/>
                </a:lnTo>
                <a:lnTo>
                  <a:pt x="655339" y="368656"/>
                </a:lnTo>
                <a:lnTo>
                  <a:pt x="633784" y="368637"/>
                </a:lnTo>
                <a:lnTo>
                  <a:pt x="612229" y="368608"/>
                </a:lnTo>
                <a:lnTo>
                  <a:pt x="590674" y="368579"/>
                </a:lnTo>
                <a:lnTo>
                  <a:pt x="569109" y="368551"/>
                </a:lnTo>
                <a:lnTo>
                  <a:pt x="547554" y="368513"/>
                </a:lnTo>
                <a:lnTo>
                  <a:pt x="525999" y="368465"/>
                </a:lnTo>
                <a:lnTo>
                  <a:pt x="504444" y="368417"/>
                </a:lnTo>
                <a:lnTo>
                  <a:pt x="482879" y="368370"/>
                </a:lnTo>
                <a:lnTo>
                  <a:pt x="461324" y="368303"/>
                </a:lnTo>
                <a:lnTo>
                  <a:pt x="439769" y="368236"/>
                </a:lnTo>
                <a:lnTo>
                  <a:pt x="418214" y="368179"/>
                </a:lnTo>
                <a:lnTo>
                  <a:pt x="396659" y="368094"/>
                </a:lnTo>
                <a:lnTo>
                  <a:pt x="375095" y="368017"/>
                </a:lnTo>
                <a:lnTo>
                  <a:pt x="353539" y="367922"/>
                </a:lnTo>
                <a:lnTo>
                  <a:pt x="331984" y="367827"/>
                </a:lnTo>
                <a:lnTo>
                  <a:pt x="310429" y="367722"/>
                </a:lnTo>
                <a:lnTo>
                  <a:pt x="288874" y="367608"/>
                </a:lnTo>
                <a:lnTo>
                  <a:pt x="267319" y="367484"/>
                </a:lnTo>
                <a:lnTo>
                  <a:pt x="245755" y="367341"/>
                </a:lnTo>
                <a:lnTo>
                  <a:pt x="224199" y="367189"/>
                </a:lnTo>
                <a:lnTo>
                  <a:pt x="202644" y="367027"/>
                </a:lnTo>
                <a:lnTo>
                  <a:pt x="181089" y="366846"/>
                </a:lnTo>
                <a:lnTo>
                  <a:pt x="159534" y="366636"/>
                </a:lnTo>
                <a:lnTo>
                  <a:pt x="137979" y="366408"/>
                </a:lnTo>
                <a:lnTo>
                  <a:pt x="116424" y="366160"/>
                </a:lnTo>
                <a:lnTo>
                  <a:pt x="94879" y="365865"/>
                </a:lnTo>
                <a:lnTo>
                  <a:pt x="73323" y="365512"/>
                </a:lnTo>
                <a:lnTo>
                  <a:pt x="51778" y="365093"/>
                </a:lnTo>
                <a:lnTo>
                  <a:pt x="30242" y="364531"/>
                </a:lnTo>
                <a:lnTo>
                  <a:pt x="8725" y="363655"/>
                </a:lnTo>
                <a:lnTo>
                  <a:pt x="4001" y="352606"/>
                </a:lnTo>
                <a:lnTo>
                  <a:pt x="3715" y="339023"/>
                </a:lnTo>
                <a:lnTo>
                  <a:pt x="3429" y="325441"/>
                </a:lnTo>
                <a:lnTo>
                  <a:pt x="3143" y="311849"/>
                </a:lnTo>
                <a:lnTo>
                  <a:pt x="2858" y="298266"/>
                </a:lnTo>
                <a:lnTo>
                  <a:pt x="2572" y="284674"/>
                </a:lnTo>
                <a:lnTo>
                  <a:pt x="2286" y="271091"/>
                </a:lnTo>
                <a:lnTo>
                  <a:pt x="2000" y="257508"/>
                </a:lnTo>
                <a:lnTo>
                  <a:pt x="1715" y="243916"/>
                </a:lnTo>
                <a:lnTo>
                  <a:pt x="1429" y="230334"/>
                </a:lnTo>
                <a:lnTo>
                  <a:pt x="1143" y="216751"/>
                </a:lnTo>
                <a:lnTo>
                  <a:pt x="857" y="203159"/>
                </a:lnTo>
                <a:lnTo>
                  <a:pt x="572" y="189576"/>
                </a:lnTo>
                <a:lnTo>
                  <a:pt x="286" y="175993"/>
                </a:lnTo>
                <a:lnTo>
                  <a:pt x="0" y="162401"/>
                </a:lnTo>
                <a:lnTo>
                  <a:pt x="7906" y="153514"/>
                </a:lnTo>
                <a:lnTo>
                  <a:pt x="29413" y="152533"/>
                </a:lnTo>
                <a:lnTo>
                  <a:pt x="50930" y="151695"/>
                </a:lnTo>
                <a:lnTo>
                  <a:pt x="72457" y="151009"/>
                </a:lnTo>
                <a:lnTo>
                  <a:pt x="93993" y="150438"/>
                </a:lnTo>
                <a:lnTo>
                  <a:pt x="115538" y="149990"/>
                </a:lnTo>
                <a:lnTo>
                  <a:pt x="137093" y="149638"/>
                </a:lnTo>
                <a:lnTo>
                  <a:pt x="158639" y="149371"/>
                </a:lnTo>
                <a:lnTo>
                  <a:pt x="180194" y="149200"/>
                </a:lnTo>
                <a:lnTo>
                  <a:pt x="201759" y="149104"/>
                </a:lnTo>
                <a:lnTo>
                  <a:pt x="223314" y="149076"/>
                </a:lnTo>
                <a:lnTo>
                  <a:pt x="244869" y="149114"/>
                </a:lnTo>
                <a:lnTo>
                  <a:pt x="266424" y="149209"/>
                </a:lnTo>
                <a:lnTo>
                  <a:pt x="287979" y="149362"/>
                </a:lnTo>
                <a:lnTo>
                  <a:pt x="309534" y="149562"/>
                </a:lnTo>
                <a:lnTo>
                  <a:pt x="331089" y="149819"/>
                </a:lnTo>
                <a:lnTo>
                  <a:pt x="352644" y="150114"/>
                </a:lnTo>
                <a:lnTo>
                  <a:pt x="374199" y="150447"/>
                </a:lnTo>
                <a:lnTo>
                  <a:pt x="395745" y="150819"/>
                </a:lnTo>
                <a:lnTo>
                  <a:pt x="417290" y="151228"/>
                </a:lnTo>
                <a:lnTo>
                  <a:pt x="438836" y="151667"/>
                </a:lnTo>
                <a:lnTo>
                  <a:pt x="460381" y="152133"/>
                </a:lnTo>
                <a:lnTo>
                  <a:pt x="481927" y="152629"/>
                </a:lnTo>
                <a:lnTo>
                  <a:pt x="503463" y="153152"/>
                </a:lnTo>
                <a:lnTo>
                  <a:pt x="525008" y="153695"/>
                </a:lnTo>
                <a:lnTo>
                  <a:pt x="546545" y="154267"/>
                </a:lnTo>
                <a:lnTo>
                  <a:pt x="568081" y="154857"/>
                </a:lnTo>
                <a:lnTo>
                  <a:pt x="589617" y="155458"/>
                </a:lnTo>
                <a:lnTo>
                  <a:pt x="611153" y="156077"/>
                </a:lnTo>
                <a:lnTo>
                  <a:pt x="632689" y="156715"/>
                </a:lnTo>
                <a:lnTo>
                  <a:pt x="654225" y="157363"/>
                </a:lnTo>
                <a:lnTo>
                  <a:pt x="675751" y="158029"/>
                </a:lnTo>
                <a:lnTo>
                  <a:pt x="697287" y="158696"/>
                </a:lnTo>
                <a:lnTo>
                  <a:pt x="718814" y="159382"/>
                </a:lnTo>
                <a:lnTo>
                  <a:pt x="740340" y="160068"/>
                </a:lnTo>
                <a:lnTo>
                  <a:pt x="761876" y="160763"/>
                </a:lnTo>
                <a:lnTo>
                  <a:pt x="783403" y="161458"/>
                </a:lnTo>
                <a:lnTo>
                  <a:pt x="804929" y="162163"/>
                </a:lnTo>
                <a:lnTo>
                  <a:pt x="826456" y="162868"/>
                </a:lnTo>
                <a:lnTo>
                  <a:pt x="847982" y="163573"/>
                </a:lnTo>
                <a:lnTo>
                  <a:pt x="869518" y="164278"/>
                </a:lnTo>
                <a:lnTo>
                  <a:pt x="891045" y="164973"/>
                </a:lnTo>
                <a:lnTo>
                  <a:pt x="912571" y="165678"/>
                </a:lnTo>
                <a:lnTo>
                  <a:pt x="934098" y="166373"/>
                </a:lnTo>
                <a:lnTo>
                  <a:pt x="955634" y="167069"/>
                </a:lnTo>
                <a:lnTo>
                  <a:pt x="977160" y="167754"/>
                </a:lnTo>
                <a:lnTo>
                  <a:pt x="998696" y="168431"/>
                </a:lnTo>
                <a:lnTo>
                  <a:pt x="1020223" y="169097"/>
                </a:lnTo>
                <a:lnTo>
                  <a:pt x="1041759" y="169755"/>
                </a:lnTo>
                <a:lnTo>
                  <a:pt x="1063285" y="170402"/>
                </a:lnTo>
                <a:lnTo>
                  <a:pt x="1084821" y="171031"/>
                </a:lnTo>
                <a:lnTo>
                  <a:pt x="1106357" y="171641"/>
                </a:lnTo>
                <a:lnTo>
                  <a:pt x="1127893" y="172241"/>
                </a:lnTo>
                <a:lnTo>
                  <a:pt x="1149429" y="172822"/>
                </a:lnTo>
                <a:lnTo>
                  <a:pt x="1170975" y="173374"/>
                </a:lnTo>
                <a:lnTo>
                  <a:pt x="1192511" y="173907"/>
                </a:lnTo>
                <a:lnTo>
                  <a:pt x="1214057" y="174422"/>
                </a:lnTo>
                <a:lnTo>
                  <a:pt x="1235602" y="174898"/>
                </a:lnTo>
                <a:lnTo>
                  <a:pt x="1257148" y="175355"/>
                </a:lnTo>
                <a:lnTo>
                  <a:pt x="1278693" y="175774"/>
                </a:lnTo>
                <a:lnTo>
                  <a:pt x="1300239" y="176165"/>
                </a:lnTo>
                <a:lnTo>
                  <a:pt x="1321794" y="176517"/>
                </a:lnTo>
                <a:lnTo>
                  <a:pt x="1343339" y="176832"/>
                </a:lnTo>
                <a:lnTo>
                  <a:pt x="1364894" y="177089"/>
                </a:lnTo>
                <a:lnTo>
                  <a:pt x="1386449" y="177317"/>
                </a:lnTo>
                <a:lnTo>
                  <a:pt x="1408005" y="177479"/>
                </a:lnTo>
                <a:lnTo>
                  <a:pt x="1429560" y="177594"/>
                </a:lnTo>
                <a:lnTo>
                  <a:pt x="1451124" y="177641"/>
                </a:lnTo>
                <a:lnTo>
                  <a:pt x="1472679" y="177632"/>
                </a:lnTo>
                <a:lnTo>
                  <a:pt x="1494234" y="177546"/>
                </a:lnTo>
                <a:lnTo>
                  <a:pt x="1515789" y="177384"/>
                </a:lnTo>
                <a:lnTo>
                  <a:pt x="1537345" y="177136"/>
                </a:lnTo>
                <a:lnTo>
                  <a:pt x="1558890" y="176784"/>
                </a:lnTo>
                <a:lnTo>
                  <a:pt x="1580436" y="176336"/>
                </a:lnTo>
                <a:lnTo>
                  <a:pt x="1601981" y="175765"/>
                </a:lnTo>
                <a:lnTo>
                  <a:pt x="1623508" y="175070"/>
                </a:lnTo>
                <a:lnTo>
                  <a:pt x="1645025" y="174222"/>
                </a:lnTo>
                <a:lnTo>
                  <a:pt x="1666523" y="173212"/>
                </a:lnTo>
                <a:lnTo>
                  <a:pt x="1687992" y="172012"/>
                </a:lnTo>
                <a:lnTo>
                  <a:pt x="1709433" y="170593"/>
                </a:lnTo>
                <a:lnTo>
                  <a:pt x="1730826" y="168926"/>
                </a:lnTo>
                <a:lnTo>
                  <a:pt x="1752152" y="166954"/>
                </a:lnTo>
                <a:lnTo>
                  <a:pt x="1773393" y="164621"/>
                </a:lnTo>
                <a:lnTo>
                  <a:pt x="1794491" y="161839"/>
                </a:lnTo>
                <a:lnTo>
                  <a:pt x="1815389" y="158506"/>
                </a:lnTo>
                <a:lnTo>
                  <a:pt x="1835953" y="154448"/>
                </a:lnTo>
                <a:lnTo>
                  <a:pt x="1855984" y="149428"/>
                </a:lnTo>
                <a:lnTo>
                  <a:pt x="1874996" y="143046"/>
                </a:lnTo>
                <a:lnTo>
                  <a:pt x="1891989" y="134731"/>
                </a:lnTo>
                <a:lnTo>
                  <a:pt x="1904686" y="123835"/>
                </a:lnTo>
                <a:lnTo>
                  <a:pt x="1909801" y="110738"/>
                </a:lnTo>
                <a:lnTo>
                  <a:pt x="1924250" y="103927"/>
                </a:lnTo>
                <a:lnTo>
                  <a:pt x="1944538" y="99336"/>
                </a:lnTo>
                <a:lnTo>
                  <a:pt x="1964550" y="94288"/>
                </a:lnTo>
                <a:lnTo>
                  <a:pt x="1984305" y="88849"/>
                </a:lnTo>
                <a:lnTo>
                  <a:pt x="2003803" y="83058"/>
                </a:lnTo>
                <a:lnTo>
                  <a:pt x="2023043" y="76933"/>
                </a:lnTo>
                <a:lnTo>
                  <a:pt x="2042027" y="70495"/>
                </a:lnTo>
                <a:lnTo>
                  <a:pt x="2060753" y="63760"/>
                </a:lnTo>
                <a:lnTo>
                  <a:pt x="2079203" y="56731"/>
                </a:lnTo>
                <a:lnTo>
                  <a:pt x="2097367" y="49425"/>
                </a:lnTo>
                <a:lnTo>
                  <a:pt x="2115255" y="41834"/>
                </a:lnTo>
                <a:lnTo>
                  <a:pt x="2132838" y="33985"/>
                </a:lnTo>
                <a:lnTo>
                  <a:pt x="2150126" y="25860"/>
                </a:lnTo>
                <a:lnTo>
                  <a:pt x="2167109" y="17488"/>
                </a:lnTo>
                <a:lnTo>
                  <a:pt x="2183768" y="8868"/>
                </a:lnTo>
                <a:lnTo>
                  <a:pt x="2200094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ACBEFCEB-15F5-4CDD-940C-1B24D39A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0327" y="186676"/>
            <a:ext cx="2200275" cy="1386783"/>
          </a:xfrm>
          <a:custGeom xmlns:a="http://schemas.openxmlformats.org/drawingml/2006/main">
            <a:pathLst>
              <a:path w="2200275" h="1386783">
                <a:moveTo>
                  <a:pt x="0" y="1386783"/>
                </a:moveTo>
                <a:lnTo>
                  <a:pt x="35328" y="1386783"/>
                </a:lnTo>
                <a:lnTo>
                  <a:pt x="70656" y="1386783"/>
                </a:lnTo>
                <a:lnTo>
                  <a:pt x="105985" y="1386783"/>
                </a:lnTo>
                <a:lnTo>
                  <a:pt x="141313" y="1386783"/>
                </a:lnTo>
                <a:lnTo>
                  <a:pt x="176641" y="1386783"/>
                </a:lnTo>
                <a:lnTo>
                  <a:pt x="211969" y="1386783"/>
                </a:lnTo>
                <a:lnTo>
                  <a:pt x="247298" y="1386783"/>
                </a:lnTo>
                <a:lnTo>
                  <a:pt x="282626" y="1386783"/>
                </a:lnTo>
                <a:lnTo>
                  <a:pt x="317954" y="1386783"/>
                </a:lnTo>
                <a:lnTo>
                  <a:pt x="353282" y="1386783"/>
                </a:lnTo>
                <a:lnTo>
                  <a:pt x="388601" y="1386783"/>
                </a:lnTo>
                <a:lnTo>
                  <a:pt x="423929" y="1386783"/>
                </a:lnTo>
                <a:lnTo>
                  <a:pt x="459257" y="1386783"/>
                </a:lnTo>
                <a:lnTo>
                  <a:pt x="494586" y="1386783"/>
                </a:lnTo>
                <a:lnTo>
                  <a:pt x="529914" y="1386783"/>
                </a:lnTo>
                <a:lnTo>
                  <a:pt x="565242" y="1386783"/>
                </a:lnTo>
                <a:lnTo>
                  <a:pt x="600570" y="1386783"/>
                </a:lnTo>
                <a:lnTo>
                  <a:pt x="635899" y="1386783"/>
                </a:lnTo>
                <a:lnTo>
                  <a:pt x="671227" y="1386783"/>
                </a:lnTo>
                <a:lnTo>
                  <a:pt x="706555" y="1386783"/>
                </a:lnTo>
                <a:lnTo>
                  <a:pt x="741883" y="1386783"/>
                </a:lnTo>
                <a:lnTo>
                  <a:pt x="777211" y="1386783"/>
                </a:lnTo>
                <a:lnTo>
                  <a:pt x="812540" y="1386783"/>
                </a:lnTo>
                <a:lnTo>
                  <a:pt x="847868" y="1386783"/>
                </a:lnTo>
                <a:lnTo>
                  <a:pt x="883196" y="1386783"/>
                </a:lnTo>
                <a:lnTo>
                  <a:pt x="918524" y="1386783"/>
                </a:lnTo>
                <a:lnTo>
                  <a:pt x="953853" y="1386783"/>
                </a:lnTo>
                <a:lnTo>
                  <a:pt x="989181" y="1386783"/>
                </a:lnTo>
                <a:lnTo>
                  <a:pt x="1024509" y="1386783"/>
                </a:lnTo>
                <a:lnTo>
                  <a:pt x="1059837" y="1386783"/>
                </a:lnTo>
                <a:lnTo>
                  <a:pt x="1095165" y="1386783"/>
                </a:lnTo>
                <a:lnTo>
                  <a:pt x="1130494" y="1386783"/>
                </a:lnTo>
                <a:lnTo>
                  <a:pt x="1165812" y="1386783"/>
                </a:lnTo>
                <a:lnTo>
                  <a:pt x="1201141" y="1386783"/>
                </a:lnTo>
                <a:lnTo>
                  <a:pt x="1236469" y="1386783"/>
                </a:lnTo>
                <a:lnTo>
                  <a:pt x="1271797" y="1386783"/>
                </a:lnTo>
                <a:lnTo>
                  <a:pt x="1307125" y="1386783"/>
                </a:lnTo>
                <a:lnTo>
                  <a:pt x="1342454" y="1386783"/>
                </a:lnTo>
                <a:lnTo>
                  <a:pt x="1377782" y="1386783"/>
                </a:lnTo>
                <a:lnTo>
                  <a:pt x="1413110" y="1386783"/>
                </a:lnTo>
                <a:lnTo>
                  <a:pt x="1448438" y="1386783"/>
                </a:lnTo>
                <a:lnTo>
                  <a:pt x="1483414" y="1384268"/>
                </a:lnTo>
                <a:lnTo>
                  <a:pt x="1518199" y="1380382"/>
                </a:lnTo>
                <a:lnTo>
                  <a:pt x="1552985" y="1376496"/>
                </a:lnTo>
                <a:lnTo>
                  <a:pt x="1587770" y="1372600"/>
                </a:lnTo>
                <a:lnTo>
                  <a:pt x="1622555" y="1368714"/>
                </a:lnTo>
                <a:lnTo>
                  <a:pt x="1657340" y="1364828"/>
                </a:lnTo>
                <a:lnTo>
                  <a:pt x="1692126" y="1360932"/>
                </a:lnTo>
                <a:lnTo>
                  <a:pt x="1726911" y="1357046"/>
                </a:lnTo>
                <a:lnTo>
                  <a:pt x="1753467" y="1343425"/>
                </a:lnTo>
                <a:lnTo>
                  <a:pt x="1777975" y="1327385"/>
                </a:lnTo>
                <a:lnTo>
                  <a:pt x="1802492" y="1311354"/>
                </a:lnTo>
                <a:lnTo>
                  <a:pt x="1827000" y="1295324"/>
                </a:lnTo>
                <a:lnTo>
                  <a:pt x="1851517" y="1279284"/>
                </a:lnTo>
                <a:lnTo>
                  <a:pt x="1876034" y="1263253"/>
                </a:lnTo>
                <a:lnTo>
                  <a:pt x="1900542" y="1247223"/>
                </a:lnTo>
                <a:lnTo>
                  <a:pt x="1925060" y="1231192"/>
                </a:lnTo>
                <a:lnTo>
                  <a:pt x="1949567" y="1215152"/>
                </a:lnTo>
                <a:lnTo>
                  <a:pt x="1974085" y="1199121"/>
                </a:lnTo>
                <a:lnTo>
                  <a:pt x="1998602" y="1183091"/>
                </a:lnTo>
                <a:lnTo>
                  <a:pt x="2023110" y="1167051"/>
                </a:lnTo>
                <a:lnTo>
                  <a:pt x="2047627" y="1151020"/>
                </a:lnTo>
                <a:lnTo>
                  <a:pt x="2072145" y="1134989"/>
                </a:lnTo>
                <a:lnTo>
                  <a:pt x="2096653" y="1118949"/>
                </a:lnTo>
                <a:lnTo>
                  <a:pt x="2121170" y="1102919"/>
                </a:lnTo>
                <a:lnTo>
                  <a:pt x="2145678" y="1086888"/>
                </a:lnTo>
                <a:lnTo>
                  <a:pt x="2170195" y="1070858"/>
                </a:lnTo>
                <a:lnTo>
                  <a:pt x="2194712" y="1054818"/>
                </a:lnTo>
                <a:lnTo>
                  <a:pt x="2200275" y="1033967"/>
                </a:lnTo>
                <a:lnTo>
                  <a:pt x="2200275" y="1011707"/>
                </a:lnTo>
                <a:lnTo>
                  <a:pt x="2200275" y="989438"/>
                </a:lnTo>
                <a:lnTo>
                  <a:pt x="2200275" y="967169"/>
                </a:lnTo>
                <a:lnTo>
                  <a:pt x="2200275" y="944909"/>
                </a:lnTo>
                <a:lnTo>
                  <a:pt x="2200275" y="922639"/>
                </a:lnTo>
                <a:lnTo>
                  <a:pt x="2200275" y="900370"/>
                </a:lnTo>
                <a:lnTo>
                  <a:pt x="2200275" y="878110"/>
                </a:lnTo>
                <a:lnTo>
                  <a:pt x="2200275" y="855840"/>
                </a:lnTo>
                <a:lnTo>
                  <a:pt x="2200275" y="833571"/>
                </a:lnTo>
                <a:lnTo>
                  <a:pt x="2200275" y="811311"/>
                </a:lnTo>
                <a:lnTo>
                  <a:pt x="2200275" y="789041"/>
                </a:lnTo>
                <a:lnTo>
                  <a:pt x="2200275" y="766772"/>
                </a:lnTo>
                <a:lnTo>
                  <a:pt x="2200275" y="744512"/>
                </a:lnTo>
                <a:lnTo>
                  <a:pt x="2200275" y="722243"/>
                </a:lnTo>
                <a:lnTo>
                  <a:pt x="2200275" y="699973"/>
                </a:lnTo>
                <a:lnTo>
                  <a:pt x="2200275" y="677713"/>
                </a:lnTo>
                <a:lnTo>
                  <a:pt x="2200275" y="655444"/>
                </a:lnTo>
                <a:lnTo>
                  <a:pt x="2200275" y="633174"/>
                </a:lnTo>
                <a:lnTo>
                  <a:pt x="2200275" y="610914"/>
                </a:lnTo>
                <a:lnTo>
                  <a:pt x="2200275" y="588645"/>
                </a:lnTo>
                <a:lnTo>
                  <a:pt x="2200275" y="566376"/>
                </a:lnTo>
                <a:lnTo>
                  <a:pt x="2200275" y="544116"/>
                </a:lnTo>
                <a:lnTo>
                  <a:pt x="2200275" y="521846"/>
                </a:lnTo>
                <a:lnTo>
                  <a:pt x="2200275" y="499577"/>
                </a:lnTo>
                <a:lnTo>
                  <a:pt x="2200275" y="477317"/>
                </a:lnTo>
                <a:lnTo>
                  <a:pt x="2200275" y="455047"/>
                </a:lnTo>
                <a:lnTo>
                  <a:pt x="2200275" y="432778"/>
                </a:lnTo>
                <a:lnTo>
                  <a:pt x="2200275" y="410518"/>
                </a:lnTo>
                <a:lnTo>
                  <a:pt x="2200275" y="388249"/>
                </a:lnTo>
                <a:lnTo>
                  <a:pt x="2200275" y="365979"/>
                </a:lnTo>
                <a:lnTo>
                  <a:pt x="2200275" y="343719"/>
                </a:lnTo>
                <a:lnTo>
                  <a:pt x="2200275" y="321450"/>
                </a:lnTo>
                <a:lnTo>
                  <a:pt x="2200275" y="299180"/>
                </a:lnTo>
                <a:lnTo>
                  <a:pt x="2200275" y="276920"/>
                </a:lnTo>
                <a:lnTo>
                  <a:pt x="2200275" y="254651"/>
                </a:lnTo>
                <a:lnTo>
                  <a:pt x="2200275" y="232381"/>
                </a:lnTo>
                <a:lnTo>
                  <a:pt x="2200275" y="210122"/>
                </a:lnTo>
                <a:lnTo>
                  <a:pt x="2200275" y="187852"/>
                </a:lnTo>
                <a:lnTo>
                  <a:pt x="2200275" y="165583"/>
                </a:lnTo>
                <a:lnTo>
                  <a:pt x="2200275" y="143323"/>
                </a:lnTo>
                <a:lnTo>
                  <a:pt x="2200275" y="121053"/>
                </a:lnTo>
                <a:lnTo>
                  <a:pt x="2200275" y="98784"/>
                </a:lnTo>
                <a:lnTo>
                  <a:pt x="2200275" y="76524"/>
                </a:lnTo>
                <a:lnTo>
                  <a:pt x="2200275" y="54254"/>
                </a:lnTo>
                <a:lnTo>
                  <a:pt x="2200275" y="31985"/>
                </a:lnTo>
                <a:lnTo>
                  <a:pt x="2200275" y="9725"/>
                </a:lnTo>
                <a:lnTo>
                  <a:pt x="2180368" y="0"/>
                </a:lnTo>
                <a:lnTo>
                  <a:pt x="2145040" y="0"/>
                </a:lnTo>
                <a:lnTo>
                  <a:pt x="2109711" y="0"/>
                </a:lnTo>
                <a:lnTo>
                  <a:pt x="2074383" y="0"/>
                </a:lnTo>
                <a:lnTo>
                  <a:pt x="2039064" y="0"/>
                </a:lnTo>
                <a:lnTo>
                  <a:pt x="2003736" y="0"/>
                </a:lnTo>
                <a:lnTo>
                  <a:pt x="1968408" y="0"/>
                </a:lnTo>
                <a:lnTo>
                  <a:pt x="1933080" y="0"/>
                </a:lnTo>
                <a:lnTo>
                  <a:pt x="1897751" y="0"/>
                </a:lnTo>
                <a:lnTo>
                  <a:pt x="1862423" y="0"/>
                </a:lnTo>
                <a:lnTo>
                  <a:pt x="1827095" y="0"/>
                </a:lnTo>
                <a:lnTo>
                  <a:pt x="1791767" y="0"/>
                </a:lnTo>
                <a:lnTo>
                  <a:pt x="1756439" y="0"/>
                </a:lnTo>
                <a:lnTo>
                  <a:pt x="1721110" y="0"/>
                </a:lnTo>
                <a:lnTo>
                  <a:pt x="1685782" y="0"/>
                </a:lnTo>
                <a:lnTo>
                  <a:pt x="1650454" y="0"/>
                </a:lnTo>
                <a:lnTo>
                  <a:pt x="1615126" y="0"/>
                </a:lnTo>
                <a:lnTo>
                  <a:pt x="1579797" y="0"/>
                </a:lnTo>
                <a:lnTo>
                  <a:pt x="1544469" y="0"/>
                </a:lnTo>
                <a:lnTo>
                  <a:pt x="1509141" y="0"/>
                </a:lnTo>
                <a:lnTo>
                  <a:pt x="1473813" y="0"/>
                </a:lnTo>
                <a:lnTo>
                  <a:pt x="1438485" y="0"/>
                </a:lnTo>
                <a:lnTo>
                  <a:pt x="1403156" y="0"/>
                </a:lnTo>
                <a:lnTo>
                  <a:pt x="1367828" y="0"/>
                </a:lnTo>
                <a:lnTo>
                  <a:pt x="1332500" y="0"/>
                </a:lnTo>
                <a:lnTo>
                  <a:pt x="1297172" y="0"/>
                </a:lnTo>
                <a:lnTo>
                  <a:pt x="1261853" y="0"/>
                </a:lnTo>
                <a:lnTo>
                  <a:pt x="1226525" y="0"/>
                </a:lnTo>
                <a:lnTo>
                  <a:pt x="1191197" y="0"/>
                </a:lnTo>
                <a:lnTo>
                  <a:pt x="1155868" y="0"/>
                </a:lnTo>
                <a:lnTo>
                  <a:pt x="1120540" y="0"/>
                </a:lnTo>
                <a:lnTo>
                  <a:pt x="1085212" y="0"/>
                </a:lnTo>
                <a:lnTo>
                  <a:pt x="1049884" y="0"/>
                </a:lnTo>
                <a:lnTo>
                  <a:pt x="1014555" y="0"/>
                </a:lnTo>
                <a:lnTo>
                  <a:pt x="979227" y="0"/>
                </a:lnTo>
                <a:lnTo>
                  <a:pt x="943899" y="0"/>
                </a:lnTo>
                <a:lnTo>
                  <a:pt x="908571" y="0"/>
                </a:lnTo>
                <a:lnTo>
                  <a:pt x="873242" y="0"/>
                </a:lnTo>
                <a:lnTo>
                  <a:pt x="837914" y="0"/>
                </a:lnTo>
                <a:lnTo>
                  <a:pt x="802586" y="0"/>
                </a:lnTo>
                <a:lnTo>
                  <a:pt x="767258" y="0"/>
                </a:lnTo>
                <a:lnTo>
                  <a:pt x="731930" y="0"/>
                </a:lnTo>
                <a:lnTo>
                  <a:pt x="696601" y="0"/>
                </a:lnTo>
                <a:lnTo>
                  <a:pt x="661273" y="0"/>
                </a:lnTo>
                <a:lnTo>
                  <a:pt x="625945" y="0"/>
                </a:lnTo>
                <a:lnTo>
                  <a:pt x="590617" y="0"/>
                </a:lnTo>
                <a:lnTo>
                  <a:pt x="555288" y="0"/>
                </a:lnTo>
                <a:lnTo>
                  <a:pt x="519960" y="0"/>
                </a:lnTo>
                <a:lnTo>
                  <a:pt x="484642" y="0"/>
                </a:lnTo>
                <a:lnTo>
                  <a:pt x="449313" y="0"/>
                </a:lnTo>
                <a:lnTo>
                  <a:pt x="413985" y="0"/>
                </a:lnTo>
                <a:lnTo>
                  <a:pt x="378657" y="0"/>
                </a:lnTo>
                <a:lnTo>
                  <a:pt x="343329" y="0"/>
                </a:lnTo>
                <a:lnTo>
                  <a:pt x="308000" y="0"/>
                </a:lnTo>
                <a:lnTo>
                  <a:pt x="272672" y="0"/>
                </a:lnTo>
                <a:lnTo>
                  <a:pt x="237344" y="0"/>
                </a:lnTo>
                <a:lnTo>
                  <a:pt x="202016" y="0"/>
                </a:lnTo>
                <a:lnTo>
                  <a:pt x="166688" y="0"/>
                </a:lnTo>
                <a:lnTo>
                  <a:pt x="131359" y="0"/>
                </a:lnTo>
                <a:lnTo>
                  <a:pt x="96031" y="0"/>
                </a:lnTo>
                <a:lnTo>
                  <a:pt x="60703" y="0"/>
                </a:lnTo>
                <a:lnTo>
                  <a:pt x="25375" y="0"/>
                </a:lnTo>
                <a:lnTo>
                  <a:pt x="0" y="6277"/>
                </a:lnTo>
                <a:lnTo>
                  <a:pt x="0" y="28537"/>
                </a:lnTo>
                <a:lnTo>
                  <a:pt x="0" y="50806"/>
                </a:lnTo>
                <a:lnTo>
                  <a:pt x="0" y="73076"/>
                </a:lnTo>
                <a:lnTo>
                  <a:pt x="0" y="95336"/>
                </a:lnTo>
                <a:lnTo>
                  <a:pt x="0" y="117605"/>
                </a:lnTo>
                <a:lnTo>
                  <a:pt x="0" y="139875"/>
                </a:lnTo>
                <a:lnTo>
                  <a:pt x="0" y="162135"/>
                </a:lnTo>
                <a:lnTo>
                  <a:pt x="0" y="184404"/>
                </a:lnTo>
                <a:lnTo>
                  <a:pt x="0" y="206673"/>
                </a:lnTo>
                <a:lnTo>
                  <a:pt x="0" y="228933"/>
                </a:lnTo>
                <a:lnTo>
                  <a:pt x="0" y="251203"/>
                </a:lnTo>
                <a:lnTo>
                  <a:pt x="0" y="273472"/>
                </a:lnTo>
                <a:lnTo>
                  <a:pt x="0" y="295732"/>
                </a:lnTo>
                <a:lnTo>
                  <a:pt x="0" y="318002"/>
                </a:lnTo>
                <a:lnTo>
                  <a:pt x="0" y="340271"/>
                </a:lnTo>
                <a:lnTo>
                  <a:pt x="0" y="362531"/>
                </a:lnTo>
                <a:lnTo>
                  <a:pt x="0" y="384800"/>
                </a:lnTo>
                <a:lnTo>
                  <a:pt x="0" y="407060"/>
                </a:lnTo>
                <a:lnTo>
                  <a:pt x="0" y="429330"/>
                </a:lnTo>
                <a:lnTo>
                  <a:pt x="0" y="451599"/>
                </a:lnTo>
                <a:lnTo>
                  <a:pt x="0" y="473859"/>
                </a:lnTo>
                <a:lnTo>
                  <a:pt x="0" y="496129"/>
                </a:lnTo>
                <a:lnTo>
                  <a:pt x="0" y="518398"/>
                </a:lnTo>
                <a:lnTo>
                  <a:pt x="0" y="540658"/>
                </a:lnTo>
                <a:lnTo>
                  <a:pt x="0" y="562928"/>
                </a:lnTo>
                <a:lnTo>
                  <a:pt x="0" y="585197"/>
                </a:lnTo>
                <a:lnTo>
                  <a:pt x="0" y="607457"/>
                </a:lnTo>
                <a:lnTo>
                  <a:pt x="0" y="629726"/>
                </a:lnTo>
                <a:lnTo>
                  <a:pt x="0" y="651996"/>
                </a:lnTo>
                <a:lnTo>
                  <a:pt x="0" y="674256"/>
                </a:lnTo>
                <a:lnTo>
                  <a:pt x="0" y="696525"/>
                </a:lnTo>
                <a:lnTo>
                  <a:pt x="0" y="718795"/>
                </a:lnTo>
                <a:lnTo>
                  <a:pt x="0" y="741055"/>
                </a:lnTo>
                <a:lnTo>
                  <a:pt x="0" y="763324"/>
                </a:lnTo>
                <a:lnTo>
                  <a:pt x="0" y="785593"/>
                </a:lnTo>
                <a:lnTo>
                  <a:pt x="0" y="807853"/>
                </a:lnTo>
                <a:lnTo>
                  <a:pt x="0" y="830123"/>
                </a:lnTo>
                <a:lnTo>
                  <a:pt x="0" y="852392"/>
                </a:lnTo>
                <a:lnTo>
                  <a:pt x="0" y="874652"/>
                </a:lnTo>
                <a:lnTo>
                  <a:pt x="0" y="896922"/>
                </a:lnTo>
                <a:lnTo>
                  <a:pt x="0" y="919191"/>
                </a:lnTo>
                <a:lnTo>
                  <a:pt x="0" y="941451"/>
                </a:lnTo>
                <a:lnTo>
                  <a:pt x="0" y="963720"/>
                </a:lnTo>
                <a:lnTo>
                  <a:pt x="0" y="985990"/>
                </a:lnTo>
                <a:lnTo>
                  <a:pt x="0" y="1008250"/>
                </a:lnTo>
                <a:lnTo>
                  <a:pt x="0" y="1030519"/>
                </a:lnTo>
                <a:lnTo>
                  <a:pt x="0" y="1052789"/>
                </a:lnTo>
                <a:lnTo>
                  <a:pt x="0" y="1075049"/>
                </a:lnTo>
                <a:lnTo>
                  <a:pt x="0" y="1097318"/>
                </a:lnTo>
                <a:lnTo>
                  <a:pt x="0" y="1119588"/>
                </a:lnTo>
                <a:lnTo>
                  <a:pt x="0" y="1141847"/>
                </a:lnTo>
                <a:lnTo>
                  <a:pt x="0" y="1164117"/>
                </a:lnTo>
                <a:lnTo>
                  <a:pt x="0" y="1186386"/>
                </a:lnTo>
                <a:lnTo>
                  <a:pt x="0" y="1208646"/>
                </a:lnTo>
                <a:lnTo>
                  <a:pt x="0" y="1230916"/>
                </a:lnTo>
                <a:lnTo>
                  <a:pt x="0" y="1253185"/>
                </a:lnTo>
                <a:lnTo>
                  <a:pt x="0" y="1275445"/>
                </a:lnTo>
                <a:lnTo>
                  <a:pt x="0" y="1297715"/>
                </a:lnTo>
                <a:lnTo>
                  <a:pt x="0" y="1319984"/>
                </a:lnTo>
                <a:lnTo>
                  <a:pt x="0" y="1342244"/>
                </a:lnTo>
                <a:lnTo>
                  <a:pt x="0" y="1364513"/>
                </a:lnTo>
                <a:lnTo>
                  <a:pt x="0" y="13867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288F0983-28C0-49C1-967E-0314BEC7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0327" y="186676"/>
            <a:ext cx="2200275" cy="2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5B6013AE-AB0F-4EC3-BB0E-2A9CFBAE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957" y="1237855"/>
            <a:ext cx="810644" cy="335861"/>
          </a:xfrm>
          <a:custGeom xmlns:a="http://schemas.openxmlformats.org/drawingml/2006/main">
            <a:pathLst>
              <a:path w="810644" h="335861">
                <a:moveTo>
                  <a:pt x="810644" y="0"/>
                </a:moveTo>
                <a:lnTo>
                  <a:pt x="809682" y="5572"/>
                </a:lnTo>
                <a:lnTo>
                  <a:pt x="808415" y="11116"/>
                </a:lnTo>
                <a:lnTo>
                  <a:pt x="806939" y="16640"/>
                </a:lnTo>
                <a:lnTo>
                  <a:pt x="805272" y="22146"/>
                </a:lnTo>
                <a:lnTo>
                  <a:pt x="803443" y="27632"/>
                </a:lnTo>
                <a:lnTo>
                  <a:pt x="801443" y="33099"/>
                </a:lnTo>
                <a:lnTo>
                  <a:pt x="799300" y="38538"/>
                </a:lnTo>
                <a:lnTo>
                  <a:pt x="797014" y="43948"/>
                </a:lnTo>
                <a:lnTo>
                  <a:pt x="794585" y="49340"/>
                </a:lnTo>
                <a:lnTo>
                  <a:pt x="792013" y="54702"/>
                </a:lnTo>
                <a:lnTo>
                  <a:pt x="789308" y="60046"/>
                </a:lnTo>
                <a:lnTo>
                  <a:pt x="786470" y="65351"/>
                </a:lnTo>
                <a:lnTo>
                  <a:pt x="783498" y="70637"/>
                </a:lnTo>
                <a:lnTo>
                  <a:pt x="780402" y="75886"/>
                </a:lnTo>
                <a:lnTo>
                  <a:pt x="777173" y="81115"/>
                </a:lnTo>
                <a:lnTo>
                  <a:pt x="773821" y="86306"/>
                </a:lnTo>
                <a:lnTo>
                  <a:pt x="770334" y="91459"/>
                </a:lnTo>
                <a:lnTo>
                  <a:pt x="766734" y="96584"/>
                </a:lnTo>
                <a:lnTo>
                  <a:pt x="763000" y="101670"/>
                </a:lnTo>
                <a:lnTo>
                  <a:pt x="759152" y="106718"/>
                </a:lnTo>
                <a:lnTo>
                  <a:pt x="755171" y="111738"/>
                </a:lnTo>
                <a:lnTo>
                  <a:pt x="751084" y="116710"/>
                </a:lnTo>
                <a:lnTo>
                  <a:pt x="746865" y="121644"/>
                </a:lnTo>
                <a:lnTo>
                  <a:pt x="742531" y="126540"/>
                </a:lnTo>
                <a:lnTo>
                  <a:pt x="738073" y="131388"/>
                </a:lnTo>
                <a:lnTo>
                  <a:pt x="733501" y="136198"/>
                </a:lnTo>
                <a:lnTo>
                  <a:pt x="728815" y="140951"/>
                </a:lnTo>
                <a:lnTo>
                  <a:pt x="724005" y="145675"/>
                </a:lnTo>
                <a:lnTo>
                  <a:pt x="719090" y="150343"/>
                </a:lnTo>
                <a:lnTo>
                  <a:pt x="714061" y="154962"/>
                </a:lnTo>
                <a:lnTo>
                  <a:pt x="708908" y="159534"/>
                </a:lnTo>
                <a:lnTo>
                  <a:pt x="703659" y="164049"/>
                </a:lnTo>
                <a:lnTo>
                  <a:pt x="698287" y="168516"/>
                </a:lnTo>
                <a:lnTo>
                  <a:pt x="692810" y="172936"/>
                </a:lnTo>
                <a:lnTo>
                  <a:pt x="687229" y="177298"/>
                </a:lnTo>
                <a:lnTo>
                  <a:pt x="681542" y="181604"/>
                </a:lnTo>
                <a:lnTo>
                  <a:pt x="675742" y="185852"/>
                </a:lnTo>
                <a:lnTo>
                  <a:pt x="669846" y="190052"/>
                </a:lnTo>
                <a:lnTo>
                  <a:pt x="663845" y="194186"/>
                </a:lnTo>
                <a:lnTo>
                  <a:pt x="657749" y="198263"/>
                </a:lnTo>
                <a:lnTo>
                  <a:pt x="651548" y="202282"/>
                </a:lnTo>
                <a:lnTo>
                  <a:pt x="645262" y="206245"/>
                </a:lnTo>
                <a:lnTo>
                  <a:pt x="638870" y="210141"/>
                </a:lnTo>
                <a:lnTo>
                  <a:pt x="632384" y="213979"/>
                </a:lnTo>
                <a:lnTo>
                  <a:pt x="625812" y="217751"/>
                </a:lnTo>
                <a:lnTo>
                  <a:pt x="619154" y="221466"/>
                </a:lnTo>
                <a:lnTo>
                  <a:pt x="612410" y="225114"/>
                </a:lnTo>
                <a:lnTo>
                  <a:pt x="605571" y="228695"/>
                </a:lnTo>
                <a:lnTo>
                  <a:pt x="598656" y="232220"/>
                </a:lnTo>
                <a:lnTo>
                  <a:pt x="591655" y="235677"/>
                </a:lnTo>
                <a:lnTo>
                  <a:pt x="584578" y="239068"/>
                </a:lnTo>
                <a:lnTo>
                  <a:pt x="577425" y="242402"/>
                </a:lnTo>
                <a:lnTo>
                  <a:pt x="570195" y="245659"/>
                </a:lnTo>
                <a:lnTo>
                  <a:pt x="562889" y="248860"/>
                </a:lnTo>
                <a:lnTo>
                  <a:pt x="555517" y="251993"/>
                </a:lnTo>
                <a:lnTo>
                  <a:pt x="548078" y="255060"/>
                </a:lnTo>
                <a:lnTo>
                  <a:pt x="540572" y="258061"/>
                </a:lnTo>
                <a:lnTo>
                  <a:pt x="533000" y="260995"/>
                </a:lnTo>
                <a:lnTo>
                  <a:pt x="525361" y="263871"/>
                </a:lnTo>
                <a:lnTo>
                  <a:pt x="517665" y="266681"/>
                </a:lnTo>
                <a:lnTo>
                  <a:pt x="509911" y="269424"/>
                </a:lnTo>
                <a:lnTo>
                  <a:pt x="502101" y="272101"/>
                </a:lnTo>
                <a:lnTo>
                  <a:pt x="494233" y="274711"/>
                </a:lnTo>
                <a:lnTo>
                  <a:pt x="486318" y="277263"/>
                </a:lnTo>
                <a:lnTo>
                  <a:pt x="478346" y="279749"/>
                </a:lnTo>
                <a:lnTo>
                  <a:pt x="470325" y="282169"/>
                </a:lnTo>
                <a:lnTo>
                  <a:pt x="462267" y="284531"/>
                </a:lnTo>
                <a:lnTo>
                  <a:pt x="454152" y="286826"/>
                </a:lnTo>
                <a:lnTo>
                  <a:pt x="445999" y="289065"/>
                </a:lnTo>
                <a:lnTo>
                  <a:pt x="437807" y="291236"/>
                </a:lnTo>
                <a:lnTo>
                  <a:pt x="429568" y="293351"/>
                </a:lnTo>
                <a:lnTo>
                  <a:pt x="421300" y="295408"/>
                </a:lnTo>
                <a:lnTo>
                  <a:pt x="412985" y="297399"/>
                </a:lnTo>
                <a:lnTo>
                  <a:pt x="404641" y="299342"/>
                </a:lnTo>
                <a:lnTo>
                  <a:pt x="396269" y="301219"/>
                </a:lnTo>
                <a:lnTo>
                  <a:pt x="387858" y="303038"/>
                </a:lnTo>
                <a:lnTo>
                  <a:pt x="379409" y="304800"/>
                </a:lnTo>
                <a:lnTo>
                  <a:pt x="370942" y="306505"/>
                </a:lnTo>
                <a:lnTo>
                  <a:pt x="362445" y="308153"/>
                </a:lnTo>
                <a:lnTo>
                  <a:pt x="353920" y="309743"/>
                </a:lnTo>
                <a:lnTo>
                  <a:pt x="345367" y="311287"/>
                </a:lnTo>
                <a:lnTo>
                  <a:pt x="336794" y="312763"/>
                </a:lnTo>
                <a:lnTo>
                  <a:pt x="328203" y="314201"/>
                </a:lnTo>
                <a:lnTo>
                  <a:pt x="319583" y="315582"/>
                </a:lnTo>
                <a:lnTo>
                  <a:pt x="310944" y="316906"/>
                </a:lnTo>
                <a:lnTo>
                  <a:pt x="302285" y="318183"/>
                </a:lnTo>
                <a:lnTo>
                  <a:pt x="293608" y="319402"/>
                </a:lnTo>
                <a:lnTo>
                  <a:pt x="284912" y="320583"/>
                </a:lnTo>
                <a:lnTo>
                  <a:pt x="276206" y="321707"/>
                </a:lnTo>
                <a:lnTo>
                  <a:pt x="267481" y="322783"/>
                </a:lnTo>
                <a:lnTo>
                  <a:pt x="258737" y="323812"/>
                </a:lnTo>
                <a:lnTo>
                  <a:pt x="249984" y="324803"/>
                </a:lnTo>
                <a:lnTo>
                  <a:pt x="241211" y="325736"/>
                </a:lnTo>
                <a:lnTo>
                  <a:pt x="232439" y="326622"/>
                </a:lnTo>
                <a:lnTo>
                  <a:pt x="223647" y="327470"/>
                </a:lnTo>
                <a:lnTo>
                  <a:pt x="214846" y="328270"/>
                </a:lnTo>
                <a:lnTo>
                  <a:pt x="206035" y="329022"/>
                </a:lnTo>
                <a:lnTo>
                  <a:pt x="197215" y="329736"/>
                </a:lnTo>
                <a:lnTo>
                  <a:pt x="188385" y="330413"/>
                </a:lnTo>
                <a:lnTo>
                  <a:pt x="179546" y="331041"/>
                </a:lnTo>
                <a:lnTo>
                  <a:pt x="170707" y="331622"/>
                </a:lnTo>
                <a:lnTo>
                  <a:pt x="161858" y="332175"/>
                </a:lnTo>
                <a:lnTo>
                  <a:pt x="153000" y="332680"/>
                </a:lnTo>
                <a:lnTo>
                  <a:pt x="144142" y="333146"/>
                </a:lnTo>
                <a:lnTo>
                  <a:pt x="135274" y="333575"/>
                </a:lnTo>
                <a:lnTo>
                  <a:pt x="126406" y="333956"/>
                </a:lnTo>
                <a:lnTo>
                  <a:pt x="117529" y="334308"/>
                </a:lnTo>
                <a:lnTo>
                  <a:pt x="108652" y="334623"/>
                </a:lnTo>
                <a:lnTo>
                  <a:pt x="99774" y="334899"/>
                </a:lnTo>
                <a:lnTo>
                  <a:pt x="90888" y="335137"/>
                </a:lnTo>
                <a:lnTo>
                  <a:pt x="82001" y="335347"/>
                </a:lnTo>
                <a:lnTo>
                  <a:pt x="73114" y="335518"/>
                </a:lnTo>
                <a:lnTo>
                  <a:pt x="64227" y="335651"/>
                </a:lnTo>
                <a:lnTo>
                  <a:pt x="55331" y="335756"/>
                </a:lnTo>
                <a:lnTo>
                  <a:pt x="46444" y="335823"/>
                </a:lnTo>
                <a:lnTo>
                  <a:pt x="37548" y="335852"/>
                </a:lnTo>
                <a:lnTo>
                  <a:pt x="28661" y="335861"/>
                </a:lnTo>
                <a:lnTo>
                  <a:pt x="19764" y="335823"/>
                </a:lnTo>
                <a:lnTo>
                  <a:pt x="10878" y="335766"/>
                </a:lnTo>
                <a:lnTo>
                  <a:pt x="1981" y="335671"/>
                </a:lnTo>
                <a:lnTo>
                  <a:pt x="0" y="335585"/>
                </a:lnTo>
                <a:lnTo>
                  <a:pt x="8887" y="335442"/>
                </a:lnTo>
                <a:lnTo>
                  <a:pt x="17774" y="335213"/>
                </a:lnTo>
                <a:lnTo>
                  <a:pt x="26651" y="334899"/>
                </a:lnTo>
                <a:lnTo>
                  <a:pt x="35528" y="334528"/>
                </a:lnTo>
                <a:lnTo>
                  <a:pt x="44387" y="334089"/>
                </a:lnTo>
                <a:lnTo>
                  <a:pt x="53245" y="333585"/>
                </a:lnTo>
                <a:lnTo>
                  <a:pt x="62093" y="333023"/>
                </a:lnTo>
                <a:lnTo>
                  <a:pt x="70933" y="332403"/>
                </a:lnTo>
                <a:lnTo>
                  <a:pt x="79753" y="331727"/>
                </a:lnTo>
                <a:lnTo>
                  <a:pt x="88573" y="330994"/>
                </a:lnTo>
                <a:lnTo>
                  <a:pt x="97374" y="330194"/>
                </a:lnTo>
                <a:lnTo>
                  <a:pt x="106156" y="329346"/>
                </a:lnTo>
                <a:lnTo>
                  <a:pt x="114929" y="328422"/>
                </a:lnTo>
                <a:lnTo>
                  <a:pt x="123692" y="327450"/>
                </a:lnTo>
                <a:lnTo>
                  <a:pt x="132426" y="326412"/>
                </a:lnTo>
                <a:lnTo>
                  <a:pt x="141151" y="325317"/>
                </a:lnTo>
                <a:lnTo>
                  <a:pt x="149847" y="324155"/>
                </a:lnTo>
                <a:lnTo>
                  <a:pt x="158525" y="322926"/>
                </a:lnTo>
                <a:lnTo>
                  <a:pt x="167173" y="321631"/>
                </a:lnTo>
                <a:lnTo>
                  <a:pt x="175803" y="320278"/>
                </a:lnTo>
                <a:lnTo>
                  <a:pt x="184394" y="318849"/>
                </a:lnTo>
                <a:lnTo>
                  <a:pt x="192967" y="317344"/>
                </a:lnTo>
                <a:lnTo>
                  <a:pt x="201501" y="315773"/>
                </a:lnTo>
                <a:lnTo>
                  <a:pt x="209998" y="314134"/>
                </a:lnTo>
                <a:lnTo>
                  <a:pt x="218465" y="312410"/>
                </a:lnTo>
                <a:lnTo>
                  <a:pt x="226886" y="310620"/>
                </a:lnTo>
                <a:lnTo>
                  <a:pt x="235268" y="308734"/>
                </a:lnTo>
                <a:lnTo>
                  <a:pt x="243592" y="306781"/>
                </a:lnTo>
                <a:lnTo>
                  <a:pt x="251879" y="304733"/>
                </a:lnTo>
                <a:lnTo>
                  <a:pt x="260099" y="302609"/>
                </a:lnTo>
                <a:lnTo>
                  <a:pt x="268272" y="300390"/>
                </a:lnTo>
                <a:lnTo>
                  <a:pt x="276368" y="298085"/>
                </a:lnTo>
                <a:lnTo>
                  <a:pt x="284407" y="295685"/>
                </a:lnTo>
                <a:lnTo>
                  <a:pt x="292370" y="293180"/>
                </a:lnTo>
                <a:lnTo>
                  <a:pt x="300247" y="290589"/>
                </a:lnTo>
                <a:lnTo>
                  <a:pt x="308039" y="287893"/>
                </a:lnTo>
                <a:lnTo>
                  <a:pt x="315744" y="285093"/>
                </a:lnTo>
                <a:lnTo>
                  <a:pt x="323345" y="282188"/>
                </a:lnTo>
                <a:lnTo>
                  <a:pt x="330851" y="279178"/>
                </a:lnTo>
                <a:lnTo>
                  <a:pt x="338233" y="276054"/>
                </a:lnTo>
                <a:lnTo>
                  <a:pt x="345491" y="272825"/>
                </a:lnTo>
                <a:lnTo>
                  <a:pt x="352625" y="269472"/>
                </a:lnTo>
                <a:lnTo>
                  <a:pt x="359607" y="266005"/>
                </a:lnTo>
                <a:lnTo>
                  <a:pt x="366446" y="262423"/>
                </a:lnTo>
                <a:lnTo>
                  <a:pt x="373132" y="258728"/>
                </a:lnTo>
                <a:lnTo>
                  <a:pt x="379638" y="254908"/>
                </a:lnTo>
                <a:lnTo>
                  <a:pt x="385963" y="250965"/>
                </a:lnTo>
                <a:lnTo>
                  <a:pt x="392097" y="246917"/>
                </a:lnTo>
                <a:lnTo>
                  <a:pt x="398031" y="242735"/>
                </a:lnTo>
                <a:lnTo>
                  <a:pt x="403755" y="238449"/>
                </a:lnTo>
                <a:lnTo>
                  <a:pt x="409251" y="234048"/>
                </a:lnTo>
                <a:lnTo>
                  <a:pt x="414518" y="229533"/>
                </a:lnTo>
                <a:lnTo>
                  <a:pt x="419548" y="224904"/>
                </a:lnTo>
                <a:lnTo>
                  <a:pt x="424320" y="220180"/>
                </a:lnTo>
                <a:lnTo>
                  <a:pt x="428835" y="215351"/>
                </a:lnTo>
                <a:lnTo>
                  <a:pt x="433083" y="210426"/>
                </a:lnTo>
                <a:lnTo>
                  <a:pt x="437064" y="205416"/>
                </a:lnTo>
                <a:lnTo>
                  <a:pt x="440779" y="200330"/>
                </a:lnTo>
                <a:lnTo>
                  <a:pt x="444208" y="195158"/>
                </a:lnTo>
                <a:lnTo>
                  <a:pt x="447351" y="189919"/>
                </a:lnTo>
                <a:lnTo>
                  <a:pt x="450218" y="184614"/>
                </a:lnTo>
                <a:lnTo>
                  <a:pt x="452809" y="179251"/>
                </a:lnTo>
                <a:lnTo>
                  <a:pt x="455124" y="173841"/>
                </a:lnTo>
                <a:lnTo>
                  <a:pt x="457152" y="168383"/>
                </a:lnTo>
                <a:lnTo>
                  <a:pt x="458924" y="162887"/>
                </a:lnTo>
                <a:lnTo>
                  <a:pt x="460419" y="157363"/>
                </a:lnTo>
                <a:lnTo>
                  <a:pt x="461658" y="151819"/>
                </a:lnTo>
                <a:lnTo>
                  <a:pt x="462648" y="146247"/>
                </a:lnTo>
                <a:lnTo>
                  <a:pt x="463382" y="140665"/>
                </a:lnTo>
                <a:lnTo>
                  <a:pt x="463877" y="135065"/>
                </a:lnTo>
                <a:lnTo>
                  <a:pt x="464144" y="129464"/>
                </a:lnTo>
                <a:lnTo>
                  <a:pt x="464191" y="123863"/>
                </a:lnTo>
                <a:lnTo>
                  <a:pt x="464010" y="118253"/>
                </a:lnTo>
                <a:lnTo>
                  <a:pt x="463629" y="112662"/>
                </a:lnTo>
                <a:lnTo>
                  <a:pt x="463039" y="107061"/>
                </a:lnTo>
                <a:lnTo>
                  <a:pt x="471268" y="105689"/>
                </a:lnTo>
                <a:lnTo>
                  <a:pt x="479936" y="104442"/>
                </a:lnTo>
                <a:lnTo>
                  <a:pt x="488566" y="103108"/>
                </a:lnTo>
                <a:lnTo>
                  <a:pt x="497176" y="101698"/>
                </a:lnTo>
                <a:lnTo>
                  <a:pt x="505758" y="100232"/>
                </a:lnTo>
                <a:lnTo>
                  <a:pt x="514312" y="98708"/>
                </a:lnTo>
                <a:lnTo>
                  <a:pt x="522846" y="97126"/>
                </a:lnTo>
                <a:lnTo>
                  <a:pt x="531352" y="95488"/>
                </a:lnTo>
                <a:lnTo>
                  <a:pt x="539820" y="93793"/>
                </a:lnTo>
                <a:lnTo>
                  <a:pt x="548278" y="92040"/>
                </a:lnTo>
                <a:lnTo>
                  <a:pt x="556698" y="90249"/>
                </a:lnTo>
                <a:lnTo>
                  <a:pt x="565090" y="88392"/>
                </a:lnTo>
                <a:lnTo>
                  <a:pt x="573453" y="86487"/>
                </a:lnTo>
                <a:lnTo>
                  <a:pt x="581787" y="84534"/>
                </a:lnTo>
                <a:lnTo>
                  <a:pt x="590083" y="82525"/>
                </a:lnTo>
                <a:lnTo>
                  <a:pt x="598361" y="80467"/>
                </a:lnTo>
                <a:lnTo>
                  <a:pt x="606590" y="78362"/>
                </a:lnTo>
                <a:lnTo>
                  <a:pt x="614801" y="76200"/>
                </a:lnTo>
                <a:lnTo>
                  <a:pt x="622964" y="73981"/>
                </a:lnTo>
                <a:lnTo>
                  <a:pt x="631098" y="71714"/>
                </a:lnTo>
                <a:lnTo>
                  <a:pt x="639185" y="69390"/>
                </a:lnTo>
                <a:lnTo>
                  <a:pt x="647243" y="67018"/>
                </a:lnTo>
                <a:lnTo>
                  <a:pt x="655253" y="64589"/>
                </a:lnTo>
                <a:lnTo>
                  <a:pt x="663226" y="62103"/>
                </a:lnTo>
                <a:lnTo>
                  <a:pt x="671151" y="59560"/>
                </a:lnTo>
                <a:lnTo>
                  <a:pt x="679037" y="56969"/>
                </a:lnTo>
                <a:lnTo>
                  <a:pt x="686867" y="54312"/>
                </a:lnTo>
                <a:lnTo>
                  <a:pt x="694649" y="51606"/>
                </a:lnTo>
                <a:lnTo>
                  <a:pt x="702383" y="48835"/>
                </a:lnTo>
                <a:lnTo>
                  <a:pt x="710060" y="46015"/>
                </a:lnTo>
                <a:lnTo>
                  <a:pt x="717690" y="43129"/>
                </a:lnTo>
                <a:lnTo>
                  <a:pt x="725253" y="40186"/>
                </a:lnTo>
                <a:lnTo>
                  <a:pt x="732768" y="37186"/>
                </a:lnTo>
                <a:lnTo>
                  <a:pt x="740207" y="34119"/>
                </a:lnTo>
                <a:lnTo>
                  <a:pt x="747589" y="30994"/>
                </a:lnTo>
                <a:lnTo>
                  <a:pt x="754904" y="27813"/>
                </a:lnTo>
                <a:lnTo>
                  <a:pt x="762143" y="24555"/>
                </a:lnTo>
                <a:lnTo>
                  <a:pt x="769315" y="21241"/>
                </a:lnTo>
                <a:lnTo>
                  <a:pt x="776411" y="17869"/>
                </a:lnTo>
                <a:lnTo>
                  <a:pt x="783431" y="14421"/>
                </a:lnTo>
                <a:lnTo>
                  <a:pt x="790365" y="10916"/>
                </a:lnTo>
                <a:lnTo>
                  <a:pt x="797214" y="7344"/>
                </a:lnTo>
                <a:lnTo>
                  <a:pt x="803977" y="3705"/>
                </a:lnTo>
                <a:lnTo>
                  <a:pt x="810644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1CF2BEA8-2966-45B3-B6D1-EAC1BF47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250" y="2726088"/>
            <a:ext cx="2200780" cy="368722"/>
          </a:xfrm>
          <a:custGeom xmlns:a="http://schemas.openxmlformats.org/drawingml/2006/main">
            <a:pathLst>
              <a:path w="2200780" h="368722">
                <a:moveTo>
                  <a:pt x="2200094" y="0"/>
                </a:moveTo>
                <a:lnTo>
                  <a:pt x="2200780" y="13583"/>
                </a:lnTo>
                <a:lnTo>
                  <a:pt x="2200475" y="27165"/>
                </a:lnTo>
                <a:lnTo>
                  <a:pt x="2199408" y="40729"/>
                </a:lnTo>
                <a:lnTo>
                  <a:pt x="2197637" y="54273"/>
                </a:lnTo>
                <a:lnTo>
                  <a:pt x="2195179" y="67770"/>
                </a:lnTo>
                <a:lnTo>
                  <a:pt x="2192045" y="81210"/>
                </a:lnTo>
                <a:lnTo>
                  <a:pt x="2188235" y="94583"/>
                </a:lnTo>
                <a:lnTo>
                  <a:pt x="2183730" y="107871"/>
                </a:lnTo>
                <a:lnTo>
                  <a:pt x="2178539" y="121063"/>
                </a:lnTo>
                <a:lnTo>
                  <a:pt x="2172624" y="134122"/>
                </a:lnTo>
                <a:lnTo>
                  <a:pt x="2165985" y="147047"/>
                </a:lnTo>
                <a:lnTo>
                  <a:pt x="2158603" y="159810"/>
                </a:lnTo>
                <a:lnTo>
                  <a:pt x="2150459" y="172393"/>
                </a:lnTo>
                <a:lnTo>
                  <a:pt x="2141534" y="184766"/>
                </a:lnTo>
                <a:lnTo>
                  <a:pt x="2131838" y="196891"/>
                </a:lnTo>
                <a:lnTo>
                  <a:pt x="2121341" y="208759"/>
                </a:lnTo>
                <a:lnTo>
                  <a:pt x="2110045" y="220332"/>
                </a:lnTo>
                <a:lnTo>
                  <a:pt x="2097948" y="231581"/>
                </a:lnTo>
                <a:lnTo>
                  <a:pt x="2085070" y="242468"/>
                </a:lnTo>
                <a:lnTo>
                  <a:pt x="2071402" y="252984"/>
                </a:lnTo>
                <a:lnTo>
                  <a:pt x="2056981" y="263071"/>
                </a:lnTo>
                <a:lnTo>
                  <a:pt x="2041817" y="272739"/>
                </a:lnTo>
                <a:lnTo>
                  <a:pt x="2025958" y="281930"/>
                </a:lnTo>
                <a:lnTo>
                  <a:pt x="2009423" y="290646"/>
                </a:lnTo>
                <a:lnTo>
                  <a:pt x="1992268" y="298875"/>
                </a:lnTo>
                <a:lnTo>
                  <a:pt x="1974523" y="306591"/>
                </a:lnTo>
                <a:lnTo>
                  <a:pt x="1956245" y="313792"/>
                </a:lnTo>
                <a:lnTo>
                  <a:pt x="1937480" y="320478"/>
                </a:lnTo>
                <a:lnTo>
                  <a:pt x="1918287" y="326650"/>
                </a:lnTo>
                <a:lnTo>
                  <a:pt x="1898694" y="332318"/>
                </a:lnTo>
                <a:lnTo>
                  <a:pt x="1878759" y="337490"/>
                </a:lnTo>
                <a:lnTo>
                  <a:pt x="1858518" y="342167"/>
                </a:lnTo>
                <a:lnTo>
                  <a:pt x="1838020" y="346377"/>
                </a:lnTo>
                <a:lnTo>
                  <a:pt x="1817303" y="350120"/>
                </a:lnTo>
                <a:lnTo>
                  <a:pt x="1796396" y="353425"/>
                </a:lnTo>
                <a:lnTo>
                  <a:pt x="1775327" y="356302"/>
                </a:lnTo>
                <a:lnTo>
                  <a:pt x="1754134" y="358778"/>
                </a:lnTo>
                <a:lnTo>
                  <a:pt x="1732826" y="360864"/>
                </a:lnTo>
                <a:lnTo>
                  <a:pt x="1711442" y="362579"/>
                </a:lnTo>
                <a:lnTo>
                  <a:pt x="1689992" y="363941"/>
                </a:lnTo>
                <a:lnTo>
                  <a:pt x="1668504" y="364960"/>
                </a:lnTo>
                <a:lnTo>
                  <a:pt x="1646958" y="365436"/>
                </a:lnTo>
                <a:lnTo>
                  <a:pt x="1625403" y="365750"/>
                </a:lnTo>
                <a:lnTo>
                  <a:pt x="1603848" y="366008"/>
                </a:lnTo>
                <a:lnTo>
                  <a:pt x="1582293" y="366227"/>
                </a:lnTo>
                <a:lnTo>
                  <a:pt x="1560738" y="366417"/>
                </a:lnTo>
                <a:lnTo>
                  <a:pt x="1539183" y="366579"/>
                </a:lnTo>
                <a:lnTo>
                  <a:pt x="1517628" y="366741"/>
                </a:lnTo>
                <a:lnTo>
                  <a:pt x="1496073" y="366884"/>
                </a:lnTo>
                <a:lnTo>
                  <a:pt x="1474518" y="367008"/>
                </a:lnTo>
                <a:lnTo>
                  <a:pt x="1452963" y="367141"/>
                </a:lnTo>
                <a:lnTo>
                  <a:pt x="1431407" y="367246"/>
                </a:lnTo>
                <a:lnTo>
                  <a:pt x="1409843" y="367360"/>
                </a:lnTo>
                <a:lnTo>
                  <a:pt x="1388288" y="367465"/>
                </a:lnTo>
                <a:lnTo>
                  <a:pt x="1366733" y="367560"/>
                </a:lnTo>
                <a:lnTo>
                  <a:pt x="1345178" y="367655"/>
                </a:lnTo>
                <a:lnTo>
                  <a:pt x="1323623" y="367732"/>
                </a:lnTo>
                <a:lnTo>
                  <a:pt x="1302058" y="367817"/>
                </a:lnTo>
                <a:lnTo>
                  <a:pt x="1280503" y="367894"/>
                </a:lnTo>
                <a:lnTo>
                  <a:pt x="1258948" y="367970"/>
                </a:lnTo>
                <a:lnTo>
                  <a:pt x="1237393" y="368036"/>
                </a:lnTo>
                <a:lnTo>
                  <a:pt x="1215838" y="368103"/>
                </a:lnTo>
                <a:lnTo>
                  <a:pt x="1194273" y="368160"/>
                </a:lnTo>
                <a:lnTo>
                  <a:pt x="1172718" y="368217"/>
                </a:lnTo>
                <a:lnTo>
                  <a:pt x="1151163" y="368275"/>
                </a:lnTo>
                <a:lnTo>
                  <a:pt x="1129608" y="368322"/>
                </a:lnTo>
                <a:lnTo>
                  <a:pt x="1108043" y="368370"/>
                </a:lnTo>
                <a:lnTo>
                  <a:pt x="1086488" y="368417"/>
                </a:lnTo>
                <a:lnTo>
                  <a:pt x="1064933" y="368465"/>
                </a:lnTo>
                <a:lnTo>
                  <a:pt x="1043378" y="368494"/>
                </a:lnTo>
                <a:lnTo>
                  <a:pt x="1021823" y="368532"/>
                </a:lnTo>
                <a:lnTo>
                  <a:pt x="1000258" y="368570"/>
                </a:lnTo>
                <a:lnTo>
                  <a:pt x="978703" y="368598"/>
                </a:lnTo>
                <a:lnTo>
                  <a:pt x="957148" y="368618"/>
                </a:lnTo>
                <a:lnTo>
                  <a:pt x="935593" y="368646"/>
                </a:lnTo>
                <a:lnTo>
                  <a:pt x="914029" y="368665"/>
                </a:lnTo>
                <a:lnTo>
                  <a:pt x="892473" y="368684"/>
                </a:lnTo>
                <a:lnTo>
                  <a:pt x="870918" y="368694"/>
                </a:lnTo>
                <a:lnTo>
                  <a:pt x="849363" y="368713"/>
                </a:lnTo>
                <a:lnTo>
                  <a:pt x="827799" y="368713"/>
                </a:lnTo>
                <a:lnTo>
                  <a:pt x="806244" y="368722"/>
                </a:lnTo>
                <a:lnTo>
                  <a:pt x="784689" y="368722"/>
                </a:lnTo>
                <a:lnTo>
                  <a:pt x="763133" y="368722"/>
                </a:lnTo>
                <a:lnTo>
                  <a:pt x="741569" y="368713"/>
                </a:lnTo>
                <a:lnTo>
                  <a:pt x="720014" y="368703"/>
                </a:lnTo>
                <a:lnTo>
                  <a:pt x="698459" y="368694"/>
                </a:lnTo>
                <a:lnTo>
                  <a:pt x="676904" y="368675"/>
                </a:lnTo>
                <a:lnTo>
                  <a:pt x="655339" y="368656"/>
                </a:lnTo>
                <a:lnTo>
                  <a:pt x="633784" y="368637"/>
                </a:lnTo>
                <a:lnTo>
                  <a:pt x="612229" y="368608"/>
                </a:lnTo>
                <a:lnTo>
                  <a:pt x="590674" y="368579"/>
                </a:lnTo>
                <a:lnTo>
                  <a:pt x="569109" y="368551"/>
                </a:lnTo>
                <a:lnTo>
                  <a:pt x="547554" y="368513"/>
                </a:lnTo>
                <a:lnTo>
                  <a:pt x="525999" y="368465"/>
                </a:lnTo>
                <a:lnTo>
                  <a:pt x="504444" y="368417"/>
                </a:lnTo>
                <a:lnTo>
                  <a:pt x="482879" y="368370"/>
                </a:lnTo>
                <a:lnTo>
                  <a:pt x="461324" y="368303"/>
                </a:lnTo>
                <a:lnTo>
                  <a:pt x="439769" y="368236"/>
                </a:lnTo>
                <a:lnTo>
                  <a:pt x="418214" y="368179"/>
                </a:lnTo>
                <a:lnTo>
                  <a:pt x="396659" y="368094"/>
                </a:lnTo>
                <a:lnTo>
                  <a:pt x="375095" y="368017"/>
                </a:lnTo>
                <a:lnTo>
                  <a:pt x="353539" y="367922"/>
                </a:lnTo>
                <a:lnTo>
                  <a:pt x="331984" y="367827"/>
                </a:lnTo>
                <a:lnTo>
                  <a:pt x="310429" y="367722"/>
                </a:lnTo>
                <a:lnTo>
                  <a:pt x="288874" y="367608"/>
                </a:lnTo>
                <a:lnTo>
                  <a:pt x="267319" y="367484"/>
                </a:lnTo>
                <a:lnTo>
                  <a:pt x="245755" y="367341"/>
                </a:lnTo>
                <a:lnTo>
                  <a:pt x="224199" y="367189"/>
                </a:lnTo>
                <a:lnTo>
                  <a:pt x="202644" y="367027"/>
                </a:lnTo>
                <a:lnTo>
                  <a:pt x="181089" y="366846"/>
                </a:lnTo>
                <a:lnTo>
                  <a:pt x="159534" y="366636"/>
                </a:lnTo>
                <a:lnTo>
                  <a:pt x="137979" y="366408"/>
                </a:lnTo>
                <a:lnTo>
                  <a:pt x="116424" y="366160"/>
                </a:lnTo>
                <a:lnTo>
                  <a:pt x="94879" y="365865"/>
                </a:lnTo>
                <a:lnTo>
                  <a:pt x="73323" y="365512"/>
                </a:lnTo>
                <a:lnTo>
                  <a:pt x="51778" y="365093"/>
                </a:lnTo>
                <a:lnTo>
                  <a:pt x="30242" y="364531"/>
                </a:lnTo>
                <a:lnTo>
                  <a:pt x="8725" y="363655"/>
                </a:lnTo>
                <a:lnTo>
                  <a:pt x="4001" y="352606"/>
                </a:lnTo>
                <a:lnTo>
                  <a:pt x="3715" y="339023"/>
                </a:lnTo>
                <a:lnTo>
                  <a:pt x="3429" y="325441"/>
                </a:lnTo>
                <a:lnTo>
                  <a:pt x="3143" y="311849"/>
                </a:lnTo>
                <a:lnTo>
                  <a:pt x="2858" y="298266"/>
                </a:lnTo>
                <a:lnTo>
                  <a:pt x="2572" y="284674"/>
                </a:lnTo>
                <a:lnTo>
                  <a:pt x="2286" y="271091"/>
                </a:lnTo>
                <a:lnTo>
                  <a:pt x="2000" y="257508"/>
                </a:lnTo>
                <a:lnTo>
                  <a:pt x="1715" y="243916"/>
                </a:lnTo>
                <a:lnTo>
                  <a:pt x="1429" y="230334"/>
                </a:lnTo>
                <a:lnTo>
                  <a:pt x="1143" y="216751"/>
                </a:lnTo>
                <a:lnTo>
                  <a:pt x="857" y="203159"/>
                </a:lnTo>
                <a:lnTo>
                  <a:pt x="572" y="189576"/>
                </a:lnTo>
                <a:lnTo>
                  <a:pt x="286" y="175993"/>
                </a:lnTo>
                <a:lnTo>
                  <a:pt x="0" y="162401"/>
                </a:lnTo>
                <a:lnTo>
                  <a:pt x="7906" y="153514"/>
                </a:lnTo>
                <a:lnTo>
                  <a:pt x="29413" y="152533"/>
                </a:lnTo>
                <a:lnTo>
                  <a:pt x="50930" y="151695"/>
                </a:lnTo>
                <a:lnTo>
                  <a:pt x="72457" y="151009"/>
                </a:lnTo>
                <a:lnTo>
                  <a:pt x="93993" y="150438"/>
                </a:lnTo>
                <a:lnTo>
                  <a:pt x="115538" y="149990"/>
                </a:lnTo>
                <a:lnTo>
                  <a:pt x="137093" y="149638"/>
                </a:lnTo>
                <a:lnTo>
                  <a:pt x="158639" y="149371"/>
                </a:lnTo>
                <a:lnTo>
                  <a:pt x="180194" y="149200"/>
                </a:lnTo>
                <a:lnTo>
                  <a:pt x="201759" y="149104"/>
                </a:lnTo>
                <a:lnTo>
                  <a:pt x="223314" y="149076"/>
                </a:lnTo>
                <a:lnTo>
                  <a:pt x="244869" y="149114"/>
                </a:lnTo>
                <a:lnTo>
                  <a:pt x="266424" y="149209"/>
                </a:lnTo>
                <a:lnTo>
                  <a:pt x="287979" y="149362"/>
                </a:lnTo>
                <a:lnTo>
                  <a:pt x="309534" y="149562"/>
                </a:lnTo>
                <a:lnTo>
                  <a:pt x="331089" y="149819"/>
                </a:lnTo>
                <a:lnTo>
                  <a:pt x="352644" y="150114"/>
                </a:lnTo>
                <a:lnTo>
                  <a:pt x="374199" y="150447"/>
                </a:lnTo>
                <a:lnTo>
                  <a:pt x="395745" y="150819"/>
                </a:lnTo>
                <a:lnTo>
                  <a:pt x="417290" y="151228"/>
                </a:lnTo>
                <a:lnTo>
                  <a:pt x="438836" y="151667"/>
                </a:lnTo>
                <a:lnTo>
                  <a:pt x="460381" y="152133"/>
                </a:lnTo>
                <a:lnTo>
                  <a:pt x="481927" y="152629"/>
                </a:lnTo>
                <a:lnTo>
                  <a:pt x="503463" y="153152"/>
                </a:lnTo>
                <a:lnTo>
                  <a:pt x="525008" y="153695"/>
                </a:lnTo>
                <a:lnTo>
                  <a:pt x="546545" y="154267"/>
                </a:lnTo>
                <a:lnTo>
                  <a:pt x="568081" y="154857"/>
                </a:lnTo>
                <a:lnTo>
                  <a:pt x="589617" y="155458"/>
                </a:lnTo>
                <a:lnTo>
                  <a:pt x="611153" y="156077"/>
                </a:lnTo>
                <a:lnTo>
                  <a:pt x="632689" y="156715"/>
                </a:lnTo>
                <a:lnTo>
                  <a:pt x="654225" y="157363"/>
                </a:lnTo>
                <a:lnTo>
                  <a:pt x="675751" y="158029"/>
                </a:lnTo>
                <a:lnTo>
                  <a:pt x="697287" y="158696"/>
                </a:lnTo>
                <a:lnTo>
                  <a:pt x="718814" y="159382"/>
                </a:lnTo>
                <a:lnTo>
                  <a:pt x="740340" y="160068"/>
                </a:lnTo>
                <a:lnTo>
                  <a:pt x="761876" y="160763"/>
                </a:lnTo>
                <a:lnTo>
                  <a:pt x="783403" y="161458"/>
                </a:lnTo>
                <a:lnTo>
                  <a:pt x="804929" y="162163"/>
                </a:lnTo>
                <a:lnTo>
                  <a:pt x="826456" y="162868"/>
                </a:lnTo>
                <a:lnTo>
                  <a:pt x="847982" y="163573"/>
                </a:lnTo>
                <a:lnTo>
                  <a:pt x="869518" y="164278"/>
                </a:lnTo>
                <a:lnTo>
                  <a:pt x="891045" y="164973"/>
                </a:lnTo>
                <a:lnTo>
                  <a:pt x="912571" y="165678"/>
                </a:lnTo>
                <a:lnTo>
                  <a:pt x="934098" y="166373"/>
                </a:lnTo>
                <a:lnTo>
                  <a:pt x="955634" y="167069"/>
                </a:lnTo>
                <a:lnTo>
                  <a:pt x="977160" y="167754"/>
                </a:lnTo>
                <a:lnTo>
                  <a:pt x="998696" y="168431"/>
                </a:lnTo>
                <a:lnTo>
                  <a:pt x="1020223" y="169097"/>
                </a:lnTo>
                <a:lnTo>
                  <a:pt x="1041759" y="169755"/>
                </a:lnTo>
                <a:lnTo>
                  <a:pt x="1063285" y="170402"/>
                </a:lnTo>
                <a:lnTo>
                  <a:pt x="1084821" y="171031"/>
                </a:lnTo>
                <a:lnTo>
                  <a:pt x="1106357" y="171641"/>
                </a:lnTo>
                <a:lnTo>
                  <a:pt x="1127893" y="172241"/>
                </a:lnTo>
                <a:lnTo>
                  <a:pt x="1149429" y="172822"/>
                </a:lnTo>
                <a:lnTo>
                  <a:pt x="1170975" y="173374"/>
                </a:lnTo>
                <a:lnTo>
                  <a:pt x="1192511" y="173907"/>
                </a:lnTo>
                <a:lnTo>
                  <a:pt x="1214057" y="174422"/>
                </a:lnTo>
                <a:lnTo>
                  <a:pt x="1235602" y="174898"/>
                </a:lnTo>
                <a:lnTo>
                  <a:pt x="1257148" y="175355"/>
                </a:lnTo>
                <a:lnTo>
                  <a:pt x="1278693" y="175774"/>
                </a:lnTo>
                <a:lnTo>
                  <a:pt x="1300239" y="176165"/>
                </a:lnTo>
                <a:lnTo>
                  <a:pt x="1321794" y="176517"/>
                </a:lnTo>
                <a:lnTo>
                  <a:pt x="1343339" y="176832"/>
                </a:lnTo>
                <a:lnTo>
                  <a:pt x="1364894" y="177089"/>
                </a:lnTo>
                <a:lnTo>
                  <a:pt x="1386449" y="177317"/>
                </a:lnTo>
                <a:lnTo>
                  <a:pt x="1408005" y="177479"/>
                </a:lnTo>
                <a:lnTo>
                  <a:pt x="1429560" y="177594"/>
                </a:lnTo>
                <a:lnTo>
                  <a:pt x="1451124" y="177641"/>
                </a:lnTo>
                <a:lnTo>
                  <a:pt x="1472679" y="177632"/>
                </a:lnTo>
                <a:lnTo>
                  <a:pt x="1494234" y="177546"/>
                </a:lnTo>
                <a:lnTo>
                  <a:pt x="1515789" y="177384"/>
                </a:lnTo>
                <a:lnTo>
                  <a:pt x="1537345" y="177136"/>
                </a:lnTo>
                <a:lnTo>
                  <a:pt x="1558890" y="176784"/>
                </a:lnTo>
                <a:lnTo>
                  <a:pt x="1580436" y="176336"/>
                </a:lnTo>
                <a:lnTo>
                  <a:pt x="1601981" y="175765"/>
                </a:lnTo>
                <a:lnTo>
                  <a:pt x="1623508" y="175070"/>
                </a:lnTo>
                <a:lnTo>
                  <a:pt x="1645025" y="174222"/>
                </a:lnTo>
                <a:lnTo>
                  <a:pt x="1666523" y="173212"/>
                </a:lnTo>
                <a:lnTo>
                  <a:pt x="1687992" y="172012"/>
                </a:lnTo>
                <a:lnTo>
                  <a:pt x="1709433" y="170593"/>
                </a:lnTo>
                <a:lnTo>
                  <a:pt x="1730826" y="168926"/>
                </a:lnTo>
                <a:lnTo>
                  <a:pt x="1752152" y="166954"/>
                </a:lnTo>
                <a:lnTo>
                  <a:pt x="1773393" y="164621"/>
                </a:lnTo>
                <a:lnTo>
                  <a:pt x="1794491" y="161839"/>
                </a:lnTo>
                <a:lnTo>
                  <a:pt x="1815389" y="158506"/>
                </a:lnTo>
                <a:lnTo>
                  <a:pt x="1835953" y="154448"/>
                </a:lnTo>
                <a:lnTo>
                  <a:pt x="1855984" y="149428"/>
                </a:lnTo>
                <a:lnTo>
                  <a:pt x="1874996" y="143046"/>
                </a:lnTo>
                <a:lnTo>
                  <a:pt x="1891989" y="134731"/>
                </a:lnTo>
                <a:lnTo>
                  <a:pt x="1904686" y="123835"/>
                </a:lnTo>
                <a:lnTo>
                  <a:pt x="1909801" y="110738"/>
                </a:lnTo>
                <a:lnTo>
                  <a:pt x="1924250" y="103927"/>
                </a:lnTo>
                <a:lnTo>
                  <a:pt x="1944538" y="99336"/>
                </a:lnTo>
                <a:lnTo>
                  <a:pt x="1964550" y="94288"/>
                </a:lnTo>
                <a:lnTo>
                  <a:pt x="1984305" y="88849"/>
                </a:lnTo>
                <a:lnTo>
                  <a:pt x="2003803" y="83058"/>
                </a:lnTo>
                <a:lnTo>
                  <a:pt x="2023043" y="76933"/>
                </a:lnTo>
                <a:lnTo>
                  <a:pt x="2042027" y="70495"/>
                </a:lnTo>
                <a:lnTo>
                  <a:pt x="2060753" y="63760"/>
                </a:lnTo>
                <a:lnTo>
                  <a:pt x="2079203" y="56731"/>
                </a:lnTo>
                <a:lnTo>
                  <a:pt x="2097367" y="49425"/>
                </a:lnTo>
                <a:lnTo>
                  <a:pt x="2115255" y="41834"/>
                </a:lnTo>
                <a:lnTo>
                  <a:pt x="2132838" y="33985"/>
                </a:lnTo>
                <a:lnTo>
                  <a:pt x="2150126" y="25860"/>
                </a:lnTo>
                <a:lnTo>
                  <a:pt x="2167109" y="17488"/>
                </a:lnTo>
                <a:lnTo>
                  <a:pt x="2183768" y="8868"/>
                </a:lnTo>
                <a:lnTo>
                  <a:pt x="2200094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F4A85F15-CC07-4A24-B9E1-641E99FD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078" y="1706809"/>
            <a:ext cx="2200275" cy="1386783"/>
          </a:xfrm>
          <a:custGeom xmlns:a="http://schemas.openxmlformats.org/drawingml/2006/main">
            <a:pathLst>
              <a:path w="2200275" h="1386783">
                <a:moveTo>
                  <a:pt x="0" y="1386783"/>
                </a:moveTo>
                <a:lnTo>
                  <a:pt x="35328" y="1386783"/>
                </a:lnTo>
                <a:lnTo>
                  <a:pt x="70656" y="1386783"/>
                </a:lnTo>
                <a:lnTo>
                  <a:pt x="105985" y="1386783"/>
                </a:lnTo>
                <a:lnTo>
                  <a:pt x="141313" y="1386783"/>
                </a:lnTo>
                <a:lnTo>
                  <a:pt x="176641" y="1386783"/>
                </a:lnTo>
                <a:lnTo>
                  <a:pt x="211969" y="1386783"/>
                </a:lnTo>
                <a:lnTo>
                  <a:pt x="247298" y="1386783"/>
                </a:lnTo>
                <a:lnTo>
                  <a:pt x="282626" y="1386783"/>
                </a:lnTo>
                <a:lnTo>
                  <a:pt x="317954" y="1386783"/>
                </a:lnTo>
                <a:lnTo>
                  <a:pt x="353282" y="1386783"/>
                </a:lnTo>
                <a:lnTo>
                  <a:pt x="388601" y="1386783"/>
                </a:lnTo>
                <a:lnTo>
                  <a:pt x="423929" y="1386783"/>
                </a:lnTo>
                <a:lnTo>
                  <a:pt x="459257" y="1386783"/>
                </a:lnTo>
                <a:lnTo>
                  <a:pt x="494586" y="1386783"/>
                </a:lnTo>
                <a:lnTo>
                  <a:pt x="529914" y="1386783"/>
                </a:lnTo>
                <a:lnTo>
                  <a:pt x="565242" y="1386783"/>
                </a:lnTo>
                <a:lnTo>
                  <a:pt x="600570" y="1386783"/>
                </a:lnTo>
                <a:lnTo>
                  <a:pt x="635899" y="1386783"/>
                </a:lnTo>
                <a:lnTo>
                  <a:pt x="671227" y="1386783"/>
                </a:lnTo>
                <a:lnTo>
                  <a:pt x="706555" y="1386783"/>
                </a:lnTo>
                <a:lnTo>
                  <a:pt x="741883" y="1386783"/>
                </a:lnTo>
                <a:lnTo>
                  <a:pt x="777211" y="1386783"/>
                </a:lnTo>
                <a:lnTo>
                  <a:pt x="812540" y="1386783"/>
                </a:lnTo>
                <a:lnTo>
                  <a:pt x="847868" y="1386783"/>
                </a:lnTo>
                <a:lnTo>
                  <a:pt x="883196" y="1386783"/>
                </a:lnTo>
                <a:lnTo>
                  <a:pt x="918524" y="1386783"/>
                </a:lnTo>
                <a:lnTo>
                  <a:pt x="953853" y="1386783"/>
                </a:lnTo>
                <a:lnTo>
                  <a:pt x="989181" y="1386783"/>
                </a:lnTo>
                <a:lnTo>
                  <a:pt x="1024509" y="1386783"/>
                </a:lnTo>
                <a:lnTo>
                  <a:pt x="1059837" y="1386783"/>
                </a:lnTo>
                <a:lnTo>
                  <a:pt x="1095165" y="1386783"/>
                </a:lnTo>
                <a:lnTo>
                  <a:pt x="1130494" y="1386783"/>
                </a:lnTo>
                <a:lnTo>
                  <a:pt x="1165812" y="1386783"/>
                </a:lnTo>
                <a:lnTo>
                  <a:pt x="1201141" y="1386783"/>
                </a:lnTo>
                <a:lnTo>
                  <a:pt x="1236469" y="1386783"/>
                </a:lnTo>
                <a:lnTo>
                  <a:pt x="1271797" y="1386783"/>
                </a:lnTo>
                <a:lnTo>
                  <a:pt x="1307125" y="1386783"/>
                </a:lnTo>
                <a:lnTo>
                  <a:pt x="1342454" y="1386783"/>
                </a:lnTo>
                <a:lnTo>
                  <a:pt x="1377782" y="1386783"/>
                </a:lnTo>
                <a:lnTo>
                  <a:pt x="1413110" y="1386783"/>
                </a:lnTo>
                <a:lnTo>
                  <a:pt x="1448438" y="1386783"/>
                </a:lnTo>
                <a:lnTo>
                  <a:pt x="1483414" y="1384268"/>
                </a:lnTo>
                <a:lnTo>
                  <a:pt x="1518199" y="1380382"/>
                </a:lnTo>
                <a:lnTo>
                  <a:pt x="1552985" y="1376496"/>
                </a:lnTo>
                <a:lnTo>
                  <a:pt x="1587770" y="1372600"/>
                </a:lnTo>
                <a:lnTo>
                  <a:pt x="1622555" y="1368714"/>
                </a:lnTo>
                <a:lnTo>
                  <a:pt x="1657340" y="1364828"/>
                </a:lnTo>
                <a:lnTo>
                  <a:pt x="1692126" y="1360932"/>
                </a:lnTo>
                <a:lnTo>
                  <a:pt x="1726911" y="1357046"/>
                </a:lnTo>
                <a:lnTo>
                  <a:pt x="1753467" y="1343425"/>
                </a:lnTo>
                <a:lnTo>
                  <a:pt x="1777975" y="1327385"/>
                </a:lnTo>
                <a:lnTo>
                  <a:pt x="1802492" y="1311354"/>
                </a:lnTo>
                <a:lnTo>
                  <a:pt x="1827000" y="1295324"/>
                </a:lnTo>
                <a:lnTo>
                  <a:pt x="1851517" y="1279284"/>
                </a:lnTo>
                <a:lnTo>
                  <a:pt x="1876034" y="1263253"/>
                </a:lnTo>
                <a:lnTo>
                  <a:pt x="1900542" y="1247223"/>
                </a:lnTo>
                <a:lnTo>
                  <a:pt x="1925060" y="1231192"/>
                </a:lnTo>
                <a:lnTo>
                  <a:pt x="1949567" y="1215152"/>
                </a:lnTo>
                <a:lnTo>
                  <a:pt x="1974085" y="1199121"/>
                </a:lnTo>
                <a:lnTo>
                  <a:pt x="1998602" y="1183091"/>
                </a:lnTo>
                <a:lnTo>
                  <a:pt x="2023110" y="1167051"/>
                </a:lnTo>
                <a:lnTo>
                  <a:pt x="2047627" y="1151020"/>
                </a:lnTo>
                <a:lnTo>
                  <a:pt x="2072145" y="1134989"/>
                </a:lnTo>
                <a:lnTo>
                  <a:pt x="2096653" y="1118949"/>
                </a:lnTo>
                <a:lnTo>
                  <a:pt x="2121170" y="1102919"/>
                </a:lnTo>
                <a:lnTo>
                  <a:pt x="2145678" y="1086888"/>
                </a:lnTo>
                <a:lnTo>
                  <a:pt x="2170195" y="1070858"/>
                </a:lnTo>
                <a:lnTo>
                  <a:pt x="2194712" y="1054818"/>
                </a:lnTo>
                <a:lnTo>
                  <a:pt x="2200275" y="1033967"/>
                </a:lnTo>
                <a:lnTo>
                  <a:pt x="2200275" y="1011707"/>
                </a:lnTo>
                <a:lnTo>
                  <a:pt x="2200275" y="989438"/>
                </a:lnTo>
                <a:lnTo>
                  <a:pt x="2200275" y="967169"/>
                </a:lnTo>
                <a:lnTo>
                  <a:pt x="2200275" y="944909"/>
                </a:lnTo>
                <a:lnTo>
                  <a:pt x="2200275" y="922639"/>
                </a:lnTo>
                <a:lnTo>
                  <a:pt x="2200275" y="900370"/>
                </a:lnTo>
                <a:lnTo>
                  <a:pt x="2200275" y="878110"/>
                </a:lnTo>
                <a:lnTo>
                  <a:pt x="2200275" y="855840"/>
                </a:lnTo>
                <a:lnTo>
                  <a:pt x="2200275" y="833571"/>
                </a:lnTo>
                <a:lnTo>
                  <a:pt x="2200275" y="811311"/>
                </a:lnTo>
                <a:lnTo>
                  <a:pt x="2200275" y="789041"/>
                </a:lnTo>
                <a:lnTo>
                  <a:pt x="2200275" y="766772"/>
                </a:lnTo>
                <a:lnTo>
                  <a:pt x="2200275" y="744512"/>
                </a:lnTo>
                <a:lnTo>
                  <a:pt x="2200275" y="722243"/>
                </a:lnTo>
                <a:lnTo>
                  <a:pt x="2200275" y="699973"/>
                </a:lnTo>
                <a:lnTo>
                  <a:pt x="2200275" y="677713"/>
                </a:lnTo>
                <a:lnTo>
                  <a:pt x="2200275" y="655444"/>
                </a:lnTo>
                <a:lnTo>
                  <a:pt x="2200275" y="633174"/>
                </a:lnTo>
                <a:lnTo>
                  <a:pt x="2200275" y="610914"/>
                </a:lnTo>
                <a:lnTo>
                  <a:pt x="2200275" y="588645"/>
                </a:lnTo>
                <a:lnTo>
                  <a:pt x="2200275" y="566376"/>
                </a:lnTo>
                <a:lnTo>
                  <a:pt x="2200275" y="544116"/>
                </a:lnTo>
                <a:lnTo>
                  <a:pt x="2200275" y="521846"/>
                </a:lnTo>
                <a:lnTo>
                  <a:pt x="2200275" y="499577"/>
                </a:lnTo>
                <a:lnTo>
                  <a:pt x="2200275" y="477317"/>
                </a:lnTo>
                <a:lnTo>
                  <a:pt x="2200275" y="455047"/>
                </a:lnTo>
                <a:lnTo>
                  <a:pt x="2200275" y="432778"/>
                </a:lnTo>
                <a:lnTo>
                  <a:pt x="2200275" y="410518"/>
                </a:lnTo>
                <a:lnTo>
                  <a:pt x="2200275" y="388249"/>
                </a:lnTo>
                <a:lnTo>
                  <a:pt x="2200275" y="365979"/>
                </a:lnTo>
                <a:lnTo>
                  <a:pt x="2200275" y="343719"/>
                </a:lnTo>
                <a:lnTo>
                  <a:pt x="2200275" y="321450"/>
                </a:lnTo>
                <a:lnTo>
                  <a:pt x="2200275" y="299180"/>
                </a:lnTo>
                <a:lnTo>
                  <a:pt x="2200275" y="276920"/>
                </a:lnTo>
                <a:lnTo>
                  <a:pt x="2200275" y="254651"/>
                </a:lnTo>
                <a:lnTo>
                  <a:pt x="2200275" y="232381"/>
                </a:lnTo>
                <a:lnTo>
                  <a:pt x="2200275" y="210122"/>
                </a:lnTo>
                <a:lnTo>
                  <a:pt x="2200275" y="187852"/>
                </a:lnTo>
                <a:lnTo>
                  <a:pt x="2200275" y="165583"/>
                </a:lnTo>
                <a:lnTo>
                  <a:pt x="2200275" y="143323"/>
                </a:lnTo>
                <a:lnTo>
                  <a:pt x="2200275" y="121053"/>
                </a:lnTo>
                <a:lnTo>
                  <a:pt x="2200275" y="98784"/>
                </a:lnTo>
                <a:lnTo>
                  <a:pt x="2200275" y="76524"/>
                </a:lnTo>
                <a:lnTo>
                  <a:pt x="2200275" y="54254"/>
                </a:lnTo>
                <a:lnTo>
                  <a:pt x="2200275" y="31985"/>
                </a:lnTo>
                <a:lnTo>
                  <a:pt x="2200275" y="9725"/>
                </a:lnTo>
                <a:lnTo>
                  <a:pt x="2180368" y="0"/>
                </a:lnTo>
                <a:lnTo>
                  <a:pt x="2145040" y="0"/>
                </a:lnTo>
                <a:lnTo>
                  <a:pt x="2109711" y="0"/>
                </a:lnTo>
                <a:lnTo>
                  <a:pt x="2074383" y="0"/>
                </a:lnTo>
                <a:lnTo>
                  <a:pt x="2039064" y="0"/>
                </a:lnTo>
                <a:lnTo>
                  <a:pt x="2003736" y="0"/>
                </a:lnTo>
                <a:lnTo>
                  <a:pt x="1968408" y="0"/>
                </a:lnTo>
                <a:lnTo>
                  <a:pt x="1933080" y="0"/>
                </a:lnTo>
                <a:lnTo>
                  <a:pt x="1897751" y="0"/>
                </a:lnTo>
                <a:lnTo>
                  <a:pt x="1862423" y="0"/>
                </a:lnTo>
                <a:lnTo>
                  <a:pt x="1827095" y="0"/>
                </a:lnTo>
                <a:lnTo>
                  <a:pt x="1791767" y="0"/>
                </a:lnTo>
                <a:lnTo>
                  <a:pt x="1756439" y="0"/>
                </a:lnTo>
                <a:lnTo>
                  <a:pt x="1721110" y="0"/>
                </a:lnTo>
                <a:lnTo>
                  <a:pt x="1685782" y="0"/>
                </a:lnTo>
                <a:lnTo>
                  <a:pt x="1650454" y="0"/>
                </a:lnTo>
                <a:lnTo>
                  <a:pt x="1615126" y="0"/>
                </a:lnTo>
                <a:lnTo>
                  <a:pt x="1579797" y="0"/>
                </a:lnTo>
                <a:lnTo>
                  <a:pt x="1544469" y="0"/>
                </a:lnTo>
                <a:lnTo>
                  <a:pt x="1509141" y="0"/>
                </a:lnTo>
                <a:lnTo>
                  <a:pt x="1473813" y="0"/>
                </a:lnTo>
                <a:lnTo>
                  <a:pt x="1438485" y="0"/>
                </a:lnTo>
                <a:lnTo>
                  <a:pt x="1403156" y="0"/>
                </a:lnTo>
                <a:lnTo>
                  <a:pt x="1367828" y="0"/>
                </a:lnTo>
                <a:lnTo>
                  <a:pt x="1332500" y="0"/>
                </a:lnTo>
                <a:lnTo>
                  <a:pt x="1297172" y="0"/>
                </a:lnTo>
                <a:lnTo>
                  <a:pt x="1261853" y="0"/>
                </a:lnTo>
                <a:lnTo>
                  <a:pt x="1226525" y="0"/>
                </a:lnTo>
                <a:lnTo>
                  <a:pt x="1191197" y="0"/>
                </a:lnTo>
                <a:lnTo>
                  <a:pt x="1155868" y="0"/>
                </a:lnTo>
                <a:lnTo>
                  <a:pt x="1120540" y="0"/>
                </a:lnTo>
                <a:lnTo>
                  <a:pt x="1085212" y="0"/>
                </a:lnTo>
                <a:lnTo>
                  <a:pt x="1049884" y="0"/>
                </a:lnTo>
                <a:lnTo>
                  <a:pt x="1014555" y="0"/>
                </a:lnTo>
                <a:lnTo>
                  <a:pt x="979227" y="0"/>
                </a:lnTo>
                <a:lnTo>
                  <a:pt x="943899" y="0"/>
                </a:lnTo>
                <a:lnTo>
                  <a:pt x="908571" y="0"/>
                </a:lnTo>
                <a:lnTo>
                  <a:pt x="873242" y="0"/>
                </a:lnTo>
                <a:lnTo>
                  <a:pt x="837914" y="0"/>
                </a:lnTo>
                <a:lnTo>
                  <a:pt x="802586" y="0"/>
                </a:lnTo>
                <a:lnTo>
                  <a:pt x="767258" y="0"/>
                </a:lnTo>
                <a:lnTo>
                  <a:pt x="731930" y="0"/>
                </a:lnTo>
                <a:lnTo>
                  <a:pt x="696601" y="0"/>
                </a:lnTo>
                <a:lnTo>
                  <a:pt x="661273" y="0"/>
                </a:lnTo>
                <a:lnTo>
                  <a:pt x="625945" y="0"/>
                </a:lnTo>
                <a:lnTo>
                  <a:pt x="590617" y="0"/>
                </a:lnTo>
                <a:lnTo>
                  <a:pt x="555288" y="0"/>
                </a:lnTo>
                <a:lnTo>
                  <a:pt x="519960" y="0"/>
                </a:lnTo>
                <a:lnTo>
                  <a:pt x="484642" y="0"/>
                </a:lnTo>
                <a:lnTo>
                  <a:pt x="449313" y="0"/>
                </a:lnTo>
                <a:lnTo>
                  <a:pt x="413985" y="0"/>
                </a:lnTo>
                <a:lnTo>
                  <a:pt x="378657" y="0"/>
                </a:lnTo>
                <a:lnTo>
                  <a:pt x="343329" y="0"/>
                </a:lnTo>
                <a:lnTo>
                  <a:pt x="308000" y="0"/>
                </a:lnTo>
                <a:lnTo>
                  <a:pt x="272672" y="0"/>
                </a:lnTo>
                <a:lnTo>
                  <a:pt x="237344" y="0"/>
                </a:lnTo>
                <a:lnTo>
                  <a:pt x="202016" y="0"/>
                </a:lnTo>
                <a:lnTo>
                  <a:pt x="166688" y="0"/>
                </a:lnTo>
                <a:lnTo>
                  <a:pt x="131359" y="0"/>
                </a:lnTo>
                <a:lnTo>
                  <a:pt x="96031" y="0"/>
                </a:lnTo>
                <a:lnTo>
                  <a:pt x="60703" y="0"/>
                </a:lnTo>
                <a:lnTo>
                  <a:pt x="25375" y="0"/>
                </a:lnTo>
                <a:lnTo>
                  <a:pt x="0" y="6277"/>
                </a:lnTo>
                <a:lnTo>
                  <a:pt x="0" y="28537"/>
                </a:lnTo>
                <a:lnTo>
                  <a:pt x="0" y="50806"/>
                </a:lnTo>
                <a:lnTo>
                  <a:pt x="0" y="73076"/>
                </a:lnTo>
                <a:lnTo>
                  <a:pt x="0" y="95336"/>
                </a:lnTo>
                <a:lnTo>
                  <a:pt x="0" y="117605"/>
                </a:lnTo>
                <a:lnTo>
                  <a:pt x="0" y="139875"/>
                </a:lnTo>
                <a:lnTo>
                  <a:pt x="0" y="162135"/>
                </a:lnTo>
                <a:lnTo>
                  <a:pt x="0" y="184404"/>
                </a:lnTo>
                <a:lnTo>
                  <a:pt x="0" y="206673"/>
                </a:lnTo>
                <a:lnTo>
                  <a:pt x="0" y="228933"/>
                </a:lnTo>
                <a:lnTo>
                  <a:pt x="0" y="251203"/>
                </a:lnTo>
                <a:lnTo>
                  <a:pt x="0" y="273472"/>
                </a:lnTo>
                <a:lnTo>
                  <a:pt x="0" y="295732"/>
                </a:lnTo>
                <a:lnTo>
                  <a:pt x="0" y="318002"/>
                </a:lnTo>
                <a:lnTo>
                  <a:pt x="0" y="340271"/>
                </a:lnTo>
                <a:lnTo>
                  <a:pt x="0" y="362531"/>
                </a:lnTo>
                <a:lnTo>
                  <a:pt x="0" y="384800"/>
                </a:lnTo>
                <a:lnTo>
                  <a:pt x="0" y="407060"/>
                </a:lnTo>
                <a:lnTo>
                  <a:pt x="0" y="429330"/>
                </a:lnTo>
                <a:lnTo>
                  <a:pt x="0" y="451599"/>
                </a:lnTo>
                <a:lnTo>
                  <a:pt x="0" y="473859"/>
                </a:lnTo>
                <a:lnTo>
                  <a:pt x="0" y="496129"/>
                </a:lnTo>
                <a:lnTo>
                  <a:pt x="0" y="518398"/>
                </a:lnTo>
                <a:lnTo>
                  <a:pt x="0" y="540658"/>
                </a:lnTo>
                <a:lnTo>
                  <a:pt x="0" y="562928"/>
                </a:lnTo>
                <a:lnTo>
                  <a:pt x="0" y="585197"/>
                </a:lnTo>
                <a:lnTo>
                  <a:pt x="0" y="607457"/>
                </a:lnTo>
                <a:lnTo>
                  <a:pt x="0" y="629726"/>
                </a:lnTo>
                <a:lnTo>
                  <a:pt x="0" y="651996"/>
                </a:lnTo>
                <a:lnTo>
                  <a:pt x="0" y="674256"/>
                </a:lnTo>
                <a:lnTo>
                  <a:pt x="0" y="696525"/>
                </a:lnTo>
                <a:lnTo>
                  <a:pt x="0" y="718795"/>
                </a:lnTo>
                <a:lnTo>
                  <a:pt x="0" y="741055"/>
                </a:lnTo>
                <a:lnTo>
                  <a:pt x="0" y="763324"/>
                </a:lnTo>
                <a:lnTo>
                  <a:pt x="0" y="785593"/>
                </a:lnTo>
                <a:lnTo>
                  <a:pt x="0" y="807853"/>
                </a:lnTo>
                <a:lnTo>
                  <a:pt x="0" y="830123"/>
                </a:lnTo>
                <a:lnTo>
                  <a:pt x="0" y="852392"/>
                </a:lnTo>
                <a:lnTo>
                  <a:pt x="0" y="874652"/>
                </a:lnTo>
                <a:lnTo>
                  <a:pt x="0" y="896922"/>
                </a:lnTo>
                <a:lnTo>
                  <a:pt x="0" y="919191"/>
                </a:lnTo>
                <a:lnTo>
                  <a:pt x="0" y="941451"/>
                </a:lnTo>
                <a:lnTo>
                  <a:pt x="0" y="963720"/>
                </a:lnTo>
                <a:lnTo>
                  <a:pt x="0" y="985990"/>
                </a:lnTo>
                <a:lnTo>
                  <a:pt x="0" y="1008250"/>
                </a:lnTo>
                <a:lnTo>
                  <a:pt x="0" y="1030519"/>
                </a:lnTo>
                <a:lnTo>
                  <a:pt x="0" y="1052789"/>
                </a:lnTo>
                <a:lnTo>
                  <a:pt x="0" y="1075049"/>
                </a:lnTo>
                <a:lnTo>
                  <a:pt x="0" y="1097318"/>
                </a:lnTo>
                <a:lnTo>
                  <a:pt x="0" y="1119588"/>
                </a:lnTo>
                <a:lnTo>
                  <a:pt x="0" y="1141847"/>
                </a:lnTo>
                <a:lnTo>
                  <a:pt x="0" y="1164117"/>
                </a:lnTo>
                <a:lnTo>
                  <a:pt x="0" y="1186386"/>
                </a:lnTo>
                <a:lnTo>
                  <a:pt x="0" y="1208646"/>
                </a:lnTo>
                <a:lnTo>
                  <a:pt x="0" y="1230916"/>
                </a:lnTo>
                <a:lnTo>
                  <a:pt x="0" y="1253185"/>
                </a:lnTo>
                <a:lnTo>
                  <a:pt x="0" y="1275445"/>
                </a:lnTo>
                <a:lnTo>
                  <a:pt x="0" y="1297715"/>
                </a:lnTo>
                <a:lnTo>
                  <a:pt x="0" y="1319984"/>
                </a:lnTo>
                <a:lnTo>
                  <a:pt x="0" y="1342244"/>
                </a:lnTo>
                <a:lnTo>
                  <a:pt x="0" y="1364513"/>
                </a:lnTo>
                <a:lnTo>
                  <a:pt x="0" y="13867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80647479-0ABE-4740-ACA7-B2B0DAA0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078" y="1706809"/>
            <a:ext cx="2200275" cy="2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ABB1E4C1-9C98-4949-AC51-8F36DE8E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9700" y="2757988"/>
            <a:ext cx="810644" cy="335861"/>
          </a:xfrm>
          <a:custGeom xmlns:a="http://schemas.openxmlformats.org/drawingml/2006/main">
            <a:pathLst>
              <a:path w="810644" h="335861">
                <a:moveTo>
                  <a:pt x="810644" y="0"/>
                </a:moveTo>
                <a:lnTo>
                  <a:pt x="809682" y="5572"/>
                </a:lnTo>
                <a:lnTo>
                  <a:pt x="808415" y="11116"/>
                </a:lnTo>
                <a:lnTo>
                  <a:pt x="806939" y="16640"/>
                </a:lnTo>
                <a:lnTo>
                  <a:pt x="805272" y="22146"/>
                </a:lnTo>
                <a:lnTo>
                  <a:pt x="803443" y="27632"/>
                </a:lnTo>
                <a:lnTo>
                  <a:pt x="801443" y="33099"/>
                </a:lnTo>
                <a:lnTo>
                  <a:pt x="799300" y="38538"/>
                </a:lnTo>
                <a:lnTo>
                  <a:pt x="797014" y="43948"/>
                </a:lnTo>
                <a:lnTo>
                  <a:pt x="794585" y="49340"/>
                </a:lnTo>
                <a:lnTo>
                  <a:pt x="792013" y="54702"/>
                </a:lnTo>
                <a:lnTo>
                  <a:pt x="789308" y="60046"/>
                </a:lnTo>
                <a:lnTo>
                  <a:pt x="786470" y="65351"/>
                </a:lnTo>
                <a:lnTo>
                  <a:pt x="783498" y="70637"/>
                </a:lnTo>
                <a:lnTo>
                  <a:pt x="780402" y="75886"/>
                </a:lnTo>
                <a:lnTo>
                  <a:pt x="777173" y="81115"/>
                </a:lnTo>
                <a:lnTo>
                  <a:pt x="773821" y="86306"/>
                </a:lnTo>
                <a:lnTo>
                  <a:pt x="770334" y="91459"/>
                </a:lnTo>
                <a:lnTo>
                  <a:pt x="766734" y="96584"/>
                </a:lnTo>
                <a:lnTo>
                  <a:pt x="763000" y="101670"/>
                </a:lnTo>
                <a:lnTo>
                  <a:pt x="759152" y="106718"/>
                </a:lnTo>
                <a:lnTo>
                  <a:pt x="755171" y="111738"/>
                </a:lnTo>
                <a:lnTo>
                  <a:pt x="751084" y="116710"/>
                </a:lnTo>
                <a:lnTo>
                  <a:pt x="746865" y="121644"/>
                </a:lnTo>
                <a:lnTo>
                  <a:pt x="742531" y="126540"/>
                </a:lnTo>
                <a:lnTo>
                  <a:pt x="738073" y="131388"/>
                </a:lnTo>
                <a:lnTo>
                  <a:pt x="733501" y="136198"/>
                </a:lnTo>
                <a:lnTo>
                  <a:pt x="728815" y="140951"/>
                </a:lnTo>
                <a:lnTo>
                  <a:pt x="724005" y="145675"/>
                </a:lnTo>
                <a:lnTo>
                  <a:pt x="719090" y="150343"/>
                </a:lnTo>
                <a:lnTo>
                  <a:pt x="714061" y="154962"/>
                </a:lnTo>
                <a:lnTo>
                  <a:pt x="708908" y="159534"/>
                </a:lnTo>
                <a:lnTo>
                  <a:pt x="703659" y="164049"/>
                </a:lnTo>
                <a:lnTo>
                  <a:pt x="698287" y="168516"/>
                </a:lnTo>
                <a:lnTo>
                  <a:pt x="692810" y="172936"/>
                </a:lnTo>
                <a:lnTo>
                  <a:pt x="687229" y="177298"/>
                </a:lnTo>
                <a:lnTo>
                  <a:pt x="681542" y="181604"/>
                </a:lnTo>
                <a:lnTo>
                  <a:pt x="675742" y="185852"/>
                </a:lnTo>
                <a:lnTo>
                  <a:pt x="669846" y="190052"/>
                </a:lnTo>
                <a:lnTo>
                  <a:pt x="663845" y="194186"/>
                </a:lnTo>
                <a:lnTo>
                  <a:pt x="657749" y="198263"/>
                </a:lnTo>
                <a:lnTo>
                  <a:pt x="651548" y="202282"/>
                </a:lnTo>
                <a:lnTo>
                  <a:pt x="645262" y="206245"/>
                </a:lnTo>
                <a:lnTo>
                  <a:pt x="638870" y="210141"/>
                </a:lnTo>
                <a:lnTo>
                  <a:pt x="632384" y="213979"/>
                </a:lnTo>
                <a:lnTo>
                  <a:pt x="625812" y="217751"/>
                </a:lnTo>
                <a:lnTo>
                  <a:pt x="619154" y="221466"/>
                </a:lnTo>
                <a:lnTo>
                  <a:pt x="612410" y="225114"/>
                </a:lnTo>
                <a:lnTo>
                  <a:pt x="605571" y="228695"/>
                </a:lnTo>
                <a:lnTo>
                  <a:pt x="598656" y="232220"/>
                </a:lnTo>
                <a:lnTo>
                  <a:pt x="591655" y="235677"/>
                </a:lnTo>
                <a:lnTo>
                  <a:pt x="584578" y="239068"/>
                </a:lnTo>
                <a:lnTo>
                  <a:pt x="577425" y="242402"/>
                </a:lnTo>
                <a:lnTo>
                  <a:pt x="570195" y="245659"/>
                </a:lnTo>
                <a:lnTo>
                  <a:pt x="562889" y="248860"/>
                </a:lnTo>
                <a:lnTo>
                  <a:pt x="555517" y="251993"/>
                </a:lnTo>
                <a:lnTo>
                  <a:pt x="548078" y="255060"/>
                </a:lnTo>
                <a:lnTo>
                  <a:pt x="540572" y="258061"/>
                </a:lnTo>
                <a:lnTo>
                  <a:pt x="533000" y="260995"/>
                </a:lnTo>
                <a:lnTo>
                  <a:pt x="525361" y="263871"/>
                </a:lnTo>
                <a:lnTo>
                  <a:pt x="517665" y="266681"/>
                </a:lnTo>
                <a:lnTo>
                  <a:pt x="509911" y="269424"/>
                </a:lnTo>
                <a:lnTo>
                  <a:pt x="502101" y="272101"/>
                </a:lnTo>
                <a:lnTo>
                  <a:pt x="494233" y="274711"/>
                </a:lnTo>
                <a:lnTo>
                  <a:pt x="486318" y="277263"/>
                </a:lnTo>
                <a:lnTo>
                  <a:pt x="478346" y="279749"/>
                </a:lnTo>
                <a:lnTo>
                  <a:pt x="470325" y="282169"/>
                </a:lnTo>
                <a:lnTo>
                  <a:pt x="462267" y="284531"/>
                </a:lnTo>
                <a:lnTo>
                  <a:pt x="454152" y="286826"/>
                </a:lnTo>
                <a:lnTo>
                  <a:pt x="445999" y="289065"/>
                </a:lnTo>
                <a:lnTo>
                  <a:pt x="437807" y="291236"/>
                </a:lnTo>
                <a:lnTo>
                  <a:pt x="429568" y="293351"/>
                </a:lnTo>
                <a:lnTo>
                  <a:pt x="421300" y="295408"/>
                </a:lnTo>
                <a:lnTo>
                  <a:pt x="412985" y="297399"/>
                </a:lnTo>
                <a:lnTo>
                  <a:pt x="404641" y="299342"/>
                </a:lnTo>
                <a:lnTo>
                  <a:pt x="396269" y="301219"/>
                </a:lnTo>
                <a:lnTo>
                  <a:pt x="387858" y="303038"/>
                </a:lnTo>
                <a:lnTo>
                  <a:pt x="379409" y="304800"/>
                </a:lnTo>
                <a:lnTo>
                  <a:pt x="370942" y="306505"/>
                </a:lnTo>
                <a:lnTo>
                  <a:pt x="362445" y="308153"/>
                </a:lnTo>
                <a:lnTo>
                  <a:pt x="353920" y="309743"/>
                </a:lnTo>
                <a:lnTo>
                  <a:pt x="345367" y="311287"/>
                </a:lnTo>
                <a:lnTo>
                  <a:pt x="336794" y="312763"/>
                </a:lnTo>
                <a:lnTo>
                  <a:pt x="328203" y="314201"/>
                </a:lnTo>
                <a:lnTo>
                  <a:pt x="319583" y="315582"/>
                </a:lnTo>
                <a:lnTo>
                  <a:pt x="310944" y="316906"/>
                </a:lnTo>
                <a:lnTo>
                  <a:pt x="302285" y="318183"/>
                </a:lnTo>
                <a:lnTo>
                  <a:pt x="293608" y="319402"/>
                </a:lnTo>
                <a:lnTo>
                  <a:pt x="284912" y="320583"/>
                </a:lnTo>
                <a:lnTo>
                  <a:pt x="276206" y="321707"/>
                </a:lnTo>
                <a:lnTo>
                  <a:pt x="267481" y="322783"/>
                </a:lnTo>
                <a:lnTo>
                  <a:pt x="258737" y="323812"/>
                </a:lnTo>
                <a:lnTo>
                  <a:pt x="249984" y="324803"/>
                </a:lnTo>
                <a:lnTo>
                  <a:pt x="241211" y="325736"/>
                </a:lnTo>
                <a:lnTo>
                  <a:pt x="232439" y="326622"/>
                </a:lnTo>
                <a:lnTo>
                  <a:pt x="223647" y="327470"/>
                </a:lnTo>
                <a:lnTo>
                  <a:pt x="214846" y="328270"/>
                </a:lnTo>
                <a:lnTo>
                  <a:pt x="206035" y="329022"/>
                </a:lnTo>
                <a:lnTo>
                  <a:pt x="197215" y="329736"/>
                </a:lnTo>
                <a:lnTo>
                  <a:pt x="188385" y="330413"/>
                </a:lnTo>
                <a:lnTo>
                  <a:pt x="179546" y="331041"/>
                </a:lnTo>
                <a:lnTo>
                  <a:pt x="170707" y="331622"/>
                </a:lnTo>
                <a:lnTo>
                  <a:pt x="161858" y="332175"/>
                </a:lnTo>
                <a:lnTo>
                  <a:pt x="153000" y="332680"/>
                </a:lnTo>
                <a:lnTo>
                  <a:pt x="144142" y="333146"/>
                </a:lnTo>
                <a:lnTo>
                  <a:pt x="135274" y="333575"/>
                </a:lnTo>
                <a:lnTo>
                  <a:pt x="126406" y="333956"/>
                </a:lnTo>
                <a:lnTo>
                  <a:pt x="117529" y="334308"/>
                </a:lnTo>
                <a:lnTo>
                  <a:pt x="108652" y="334623"/>
                </a:lnTo>
                <a:lnTo>
                  <a:pt x="99774" y="334899"/>
                </a:lnTo>
                <a:lnTo>
                  <a:pt x="90888" y="335137"/>
                </a:lnTo>
                <a:lnTo>
                  <a:pt x="82001" y="335347"/>
                </a:lnTo>
                <a:lnTo>
                  <a:pt x="73114" y="335518"/>
                </a:lnTo>
                <a:lnTo>
                  <a:pt x="64227" y="335651"/>
                </a:lnTo>
                <a:lnTo>
                  <a:pt x="55331" y="335756"/>
                </a:lnTo>
                <a:lnTo>
                  <a:pt x="46444" y="335823"/>
                </a:lnTo>
                <a:lnTo>
                  <a:pt x="37548" y="335852"/>
                </a:lnTo>
                <a:lnTo>
                  <a:pt x="28661" y="335861"/>
                </a:lnTo>
                <a:lnTo>
                  <a:pt x="19764" y="335823"/>
                </a:lnTo>
                <a:lnTo>
                  <a:pt x="10878" y="335766"/>
                </a:lnTo>
                <a:lnTo>
                  <a:pt x="1981" y="335671"/>
                </a:lnTo>
                <a:lnTo>
                  <a:pt x="0" y="335585"/>
                </a:lnTo>
                <a:lnTo>
                  <a:pt x="8887" y="335442"/>
                </a:lnTo>
                <a:lnTo>
                  <a:pt x="17774" y="335213"/>
                </a:lnTo>
                <a:lnTo>
                  <a:pt x="26651" y="334899"/>
                </a:lnTo>
                <a:lnTo>
                  <a:pt x="35528" y="334528"/>
                </a:lnTo>
                <a:lnTo>
                  <a:pt x="44387" y="334089"/>
                </a:lnTo>
                <a:lnTo>
                  <a:pt x="53245" y="333585"/>
                </a:lnTo>
                <a:lnTo>
                  <a:pt x="62093" y="333023"/>
                </a:lnTo>
                <a:lnTo>
                  <a:pt x="70933" y="332403"/>
                </a:lnTo>
                <a:lnTo>
                  <a:pt x="79753" y="331727"/>
                </a:lnTo>
                <a:lnTo>
                  <a:pt x="88573" y="330994"/>
                </a:lnTo>
                <a:lnTo>
                  <a:pt x="97374" y="330194"/>
                </a:lnTo>
                <a:lnTo>
                  <a:pt x="106156" y="329346"/>
                </a:lnTo>
                <a:lnTo>
                  <a:pt x="114929" y="328422"/>
                </a:lnTo>
                <a:lnTo>
                  <a:pt x="123692" y="327450"/>
                </a:lnTo>
                <a:lnTo>
                  <a:pt x="132426" y="326412"/>
                </a:lnTo>
                <a:lnTo>
                  <a:pt x="141151" y="325317"/>
                </a:lnTo>
                <a:lnTo>
                  <a:pt x="149847" y="324155"/>
                </a:lnTo>
                <a:lnTo>
                  <a:pt x="158525" y="322926"/>
                </a:lnTo>
                <a:lnTo>
                  <a:pt x="167173" y="321631"/>
                </a:lnTo>
                <a:lnTo>
                  <a:pt x="175803" y="320278"/>
                </a:lnTo>
                <a:lnTo>
                  <a:pt x="184394" y="318849"/>
                </a:lnTo>
                <a:lnTo>
                  <a:pt x="192967" y="317344"/>
                </a:lnTo>
                <a:lnTo>
                  <a:pt x="201501" y="315773"/>
                </a:lnTo>
                <a:lnTo>
                  <a:pt x="209998" y="314134"/>
                </a:lnTo>
                <a:lnTo>
                  <a:pt x="218465" y="312410"/>
                </a:lnTo>
                <a:lnTo>
                  <a:pt x="226886" y="310620"/>
                </a:lnTo>
                <a:lnTo>
                  <a:pt x="235268" y="308734"/>
                </a:lnTo>
                <a:lnTo>
                  <a:pt x="243592" y="306781"/>
                </a:lnTo>
                <a:lnTo>
                  <a:pt x="251879" y="304733"/>
                </a:lnTo>
                <a:lnTo>
                  <a:pt x="260099" y="302609"/>
                </a:lnTo>
                <a:lnTo>
                  <a:pt x="268272" y="300390"/>
                </a:lnTo>
                <a:lnTo>
                  <a:pt x="276368" y="298085"/>
                </a:lnTo>
                <a:lnTo>
                  <a:pt x="284407" y="295685"/>
                </a:lnTo>
                <a:lnTo>
                  <a:pt x="292370" y="293180"/>
                </a:lnTo>
                <a:lnTo>
                  <a:pt x="300247" y="290589"/>
                </a:lnTo>
                <a:lnTo>
                  <a:pt x="308039" y="287893"/>
                </a:lnTo>
                <a:lnTo>
                  <a:pt x="315744" y="285093"/>
                </a:lnTo>
                <a:lnTo>
                  <a:pt x="323345" y="282188"/>
                </a:lnTo>
                <a:lnTo>
                  <a:pt x="330851" y="279178"/>
                </a:lnTo>
                <a:lnTo>
                  <a:pt x="338233" y="276054"/>
                </a:lnTo>
                <a:lnTo>
                  <a:pt x="345491" y="272825"/>
                </a:lnTo>
                <a:lnTo>
                  <a:pt x="352625" y="269472"/>
                </a:lnTo>
                <a:lnTo>
                  <a:pt x="359607" y="266005"/>
                </a:lnTo>
                <a:lnTo>
                  <a:pt x="366446" y="262423"/>
                </a:lnTo>
                <a:lnTo>
                  <a:pt x="373132" y="258728"/>
                </a:lnTo>
                <a:lnTo>
                  <a:pt x="379638" y="254908"/>
                </a:lnTo>
                <a:lnTo>
                  <a:pt x="385963" y="250965"/>
                </a:lnTo>
                <a:lnTo>
                  <a:pt x="392097" y="246917"/>
                </a:lnTo>
                <a:lnTo>
                  <a:pt x="398031" y="242735"/>
                </a:lnTo>
                <a:lnTo>
                  <a:pt x="403755" y="238449"/>
                </a:lnTo>
                <a:lnTo>
                  <a:pt x="409251" y="234048"/>
                </a:lnTo>
                <a:lnTo>
                  <a:pt x="414518" y="229533"/>
                </a:lnTo>
                <a:lnTo>
                  <a:pt x="419548" y="224904"/>
                </a:lnTo>
                <a:lnTo>
                  <a:pt x="424320" y="220180"/>
                </a:lnTo>
                <a:lnTo>
                  <a:pt x="428835" y="215351"/>
                </a:lnTo>
                <a:lnTo>
                  <a:pt x="433083" y="210426"/>
                </a:lnTo>
                <a:lnTo>
                  <a:pt x="437064" y="205416"/>
                </a:lnTo>
                <a:lnTo>
                  <a:pt x="440779" y="200330"/>
                </a:lnTo>
                <a:lnTo>
                  <a:pt x="444208" y="195158"/>
                </a:lnTo>
                <a:lnTo>
                  <a:pt x="447351" y="189919"/>
                </a:lnTo>
                <a:lnTo>
                  <a:pt x="450218" y="184614"/>
                </a:lnTo>
                <a:lnTo>
                  <a:pt x="452809" y="179251"/>
                </a:lnTo>
                <a:lnTo>
                  <a:pt x="455124" y="173841"/>
                </a:lnTo>
                <a:lnTo>
                  <a:pt x="457152" y="168383"/>
                </a:lnTo>
                <a:lnTo>
                  <a:pt x="458924" y="162887"/>
                </a:lnTo>
                <a:lnTo>
                  <a:pt x="460419" y="157363"/>
                </a:lnTo>
                <a:lnTo>
                  <a:pt x="461658" y="151819"/>
                </a:lnTo>
                <a:lnTo>
                  <a:pt x="462648" y="146247"/>
                </a:lnTo>
                <a:lnTo>
                  <a:pt x="463382" y="140665"/>
                </a:lnTo>
                <a:lnTo>
                  <a:pt x="463877" y="135065"/>
                </a:lnTo>
                <a:lnTo>
                  <a:pt x="464144" y="129464"/>
                </a:lnTo>
                <a:lnTo>
                  <a:pt x="464191" y="123863"/>
                </a:lnTo>
                <a:lnTo>
                  <a:pt x="464010" y="118253"/>
                </a:lnTo>
                <a:lnTo>
                  <a:pt x="463629" y="112662"/>
                </a:lnTo>
                <a:lnTo>
                  <a:pt x="463039" y="107061"/>
                </a:lnTo>
                <a:lnTo>
                  <a:pt x="471268" y="105689"/>
                </a:lnTo>
                <a:lnTo>
                  <a:pt x="479936" y="104442"/>
                </a:lnTo>
                <a:lnTo>
                  <a:pt x="488566" y="103108"/>
                </a:lnTo>
                <a:lnTo>
                  <a:pt x="497176" y="101698"/>
                </a:lnTo>
                <a:lnTo>
                  <a:pt x="505758" y="100232"/>
                </a:lnTo>
                <a:lnTo>
                  <a:pt x="514312" y="98708"/>
                </a:lnTo>
                <a:lnTo>
                  <a:pt x="522846" y="97126"/>
                </a:lnTo>
                <a:lnTo>
                  <a:pt x="531352" y="95488"/>
                </a:lnTo>
                <a:lnTo>
                  <a:pt x="539820" y="93793"/>
                </a:lnTo>
                <a:lnTo>
                  <a:pt x="548278" y="92040"/>
                </a:lnTo>
                <a:lnTo>
                  <a:pt x="556698" y="90249"/>
                </a:lnTo>
                <a:lnTo>
                  <a:pt x="565090" y="88392"/>
                </a:lnTo>
                <a:lnTo>
                  <a:pt x="573453" y="86487"/>
                </a:lnTo>
                <a:lnTo>
                  <a:pt x="581787" y="84534"/>
                </a:lnTo>
                <a:lnTo>
                  <a:pt x="590083" y="82525"/>
                </a:lnTo>
                <a:lnTo>
                  <a:pt x="598361" y="80467"/>
                </a:lnTo>
                <a:lnTo>
                  <a:pt x="606590" y="78362"/>
                </a:lnTo>
                <a:lnTo>
                  <a:pt x="614801" y="76200"/>
                </a:lnTo>
                <a:lnTo>
                  <a:pt x="622964" y="73981"/>
                </a:lnTo>
                <a:lnTo>
                  <a:pt x="631098" y="71714"/>
                </a:lnTo>
                <a:lnTo>
                  <a:pt x="639185" y="69390"/>
                </a:lnTo>
                <a:lnTo>
                  <a:pt x="647243" y="67018"/>
                </a:lnTo>
                <a:lnTo>
                  <a:pt x="655253" y="64589"/>
                </a:lnTo>
                <a:lnTo>
                  <a:pt x="663226" y="62103"/>
                </a:lnTo>
                <a:lnTo>
                  <a:pt x="671151" y="59560"/>
                </a:lnTo>
                <a:lnTo>
                  <a:pt x="679037" y="56969"/>
                </a:lnTo>
                <a:lnTo>
                  <a:pt x="686867" y="54312"/>
                </a:lnTo>
                <a:lnTo>
                  <a:pt x="694649" y="51606"/>
                </a:lnTo>
                <a:lnTo>
                  <a:pt x="702383" y="48835"/>
                </a:lnTo>
                <a:lnTo>
                  <a:pt x="710060" y="46015"/>
                </a:lnTo>
                <a:lnTo>
                  <a:pt x="717690" y="43129"/>
                </a:lnTo>
                <a:lnTo>
                  <a:pt x="725253" y="40186"/>
                </a:lnTo>
                <a:lnTo>
                  <a:pt x="732768" y="37186"/>
                </a:lnTo>
                <a:lnTo>
                  <a:pt x="740207" y="34119"/>
                </a:lnTo>
                <a:lnTo>
                  <a:pt x="747589" y="30994"/>
                </a:lnTo>
                <a:lnTo>
                  <a:pt x="754904" y="27813"/>
                </a:lnTo>
                <a:lnTo>
                  <a:pt x="762143" y="24555"/>
                </a:lnTo>
                <a:lnTo>
                  <a:pt x="769315" y="21241"/>
                </a:lnTo>
                <a:lnTo>
                  <a:pt x="776411" y="17869"/>
                </a:lnTo>
                <a:lnTo>
                  <a:pt x="783431" y="14421"/>
                </a:lnTo>
                <a:lnTo>
                  <a:pt x="790365" y="10916"/>
                </a:lnTo>
                <a:lnTo>
                  <a:pt x="797214" y="7344"/>
                </a:lnTo>
                <a:lnTo>
                  <a:pt x="803977" y="3705"/>
                </a:lnTo>
                <a:lnTo>
                  <a:pt x="810644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B8B2E655-6DA7-486D-B677-861C417A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0508" y="2726088"/>
            <a:ext cx="2200780" cy="368722"/>
          </a:xfrm>
          <a:custGeom xmlns:a="http://schemas.openxmlformats.org/drawingml/2006/main">
            <a:pathLst>
              <a:path w="2200780" h="368722">
                <a:moveTo>
                  <a:pt x="2200094" y="0"/>
                </a:moveTo>
                <a:lnTo>
                  <a:pt x="2200780" y="13583"/>
                </a:lnTo>
                <a:lnTo>
                  <a:pt x="2200475" y="27165"/>
                </a:lnTo>
                <a:lnTo>
                  <a:pt x="2199408" y="40729"/>
                </a:lnTo>
                <a:lnTo>
                  <a:pt x="2197637" y="54273"/>
                </a:lnTo>
                <a:lnTo>
                  <a:pt x="2195179" y="67770"/>
                </a:lnTo>
                <a:lnTo>
                  <a:pt x="2192045" y="81210"/>
                </a:lnTo>
                <a:lnTo>
                  <a:pt x="2188235" y="94583"/>
                </a:lnTo>
                <a:lnTo>
                  <a:pt x="2183730" y="107871"/>
                </a:lnTo>
                <a:lnTo>
                  <a:pt x="2178539" y="121063"/>
                </a:lnTo>
                <a:lnTo>
                  <a:pt x="2172624" y="134122"/>
                </a:lnTo>
                <a:lnTo>
                  <a:pt x="2165985" y="147047"/>
                </a:lnTo>
                <a:lnTo>
                  <a:pt x="2158603" y="159810"/>
                </a:lnTo>
                <a:lnTo>
                  <a:pt x="2150459" y="172393"/>
                </a:lnTo>
                <a:lnTo>
                  <a:pt x="2141534" y="184766"/>
                </a:lnTo>
                <a:lnTo>
                  <a:pt x="2131838" y="196891"/>
                </a:lnTo>
                <a:lnTo>
                  <a:pt x="2121341" y="208759"/>
                </a:lnTo>
                <a:lnTo>
                  <a:pt x="2110045" y="220332"/>
                </a:lnTo>
                <a:lnTo>
                  <a:pt x="2097948" y="231581"/>
                </a:lnTo>
                <a:lnTo>
                  <a:pt x="2085070" y="242468"/>
                </a:lnTo>
                <a:lnTo>
                  <a:pt x="2071402" y="252984"/>
                </a:lnTo>
                <a:lnTo>
                  <a:pt x="2056981" y="263071"/>
                </a:lnTo>
                <a:lnTo>
                  <a:pt x="2041817" y="272739"/>
                </a:lnTo>
                <a:lnTo>
                  <a:pt x="2025958" y="281930"/>
                </a:lnTo>
                <a:lnTo>
                  <a:pt x="2009423" y="290646"/>
                </a:lnTo>
                <a:lnTo>
                  <a:pt x="1992268" y="298875"/>
                </a:lnTo>
                <a:lnTo>
                  <a:pt x="1974523" y="306591"/>
                </a:lnTo>
                <a:lnTo>
                  <a:pt x="1956245" y="313792"/>
                </a:lnTo>
                <a:lnTo>
                  <a:pt x="1937480" y="320478"/>
                </a:lnTo>
                <a:lnTo>
                  <a:pt x="1918287" y="326650"/>
                </a:lnTo>
                <a:lnTo>
                  <a:pt x="1898694" y="332318"/>
                </a:lnTo>
                <a:lnTo>
                  <a:pt x="1878759" y="337490"/>
                </a:lnTo>
                <a:lnTo>
                  <a:pt x="1858518" y="342167"/>
                </a:lnTo>
                <a:lnTo>
                  <a:pt x="1838020" y="346377"/>
                </a:lnTo>
                <a:lnTo>
                  <a:pt x="1817303" y="350120"/>
                </a:lnTo>
                <a:lnTo>
                  <a:pt x="1796396" y="353425"/>
                </a:lnTo>
                <a:lnTo>
                  <a:pt x="1775327" y="356302"/>
                </a:lnTo>
                <a:lnTo>
                  <a:pt x="1754134" y="358778"/>
                </a:lnTo>
                <a:lnTo>
                  <a:pt x="1732826" y="360864"/>
                </a:lnTo>
                <a:lnTo>
                  <a:pt x="1711442" y="362579"/>
                </a:lnTo>
                <a:lnTo>
                  <a:pt x="1689992" y="363941"/>
                </a:lnTo>
                <a:lnTo>
                  <a:pt x="1668504" y="364960"/>
                </a:lnTo>
                <a:lnTo>
                  <a:pt x="1646958" y="365436"/>
                </a:lnTo>
                <a:lnTo>
                  <a:pt x="1625403" y="365750"/>
                </a:lnTo>
                <a:lnTo>
                  <a:pt x="1603848" y="366008"/>
                </a:lnTo>
                <a:lnTo>
                  <a:pt x="1582293" y="366227"/>
                </a:lnTo>
                <a:lnTo>
                  <a:pt x="1560738" y="366417"/>
                </a:lnTo>
                <a:lnTo>
                  <a:pt x="1539183" y="366579"/>
                </a:lnTo>
                <a:lnTo>
                  <a:pt x="1517628" y="366741"/>
                </a:lnTo>
                <a:lnTo>
                  <a:pt x="1496073" y="366884"/>
                </a:lnTo>
                <a:lnTo>
                  <a:pt x="1474518" y="367008"/>
                </a:lnTo>
                <a:lnTo>
                  <a:pt x="1452963" y="367141"/>
                </a:lnTo>
                <a:lnTo>
                  <a:pt x="1431407" y="367246"/>
                </a:lnTo>
                <a:lnTo>
                  <a:pt x="1409843" y="367360"/>
                </a:lnTo>
                <a:lnTo>
                  <a:pt x="1388288" y="367465"/>
                </a:lnTo>
                <a:lnTo>
                  <a:pt x="1366733" y="367560"/>
                </a:lnTo>
                <a:lnTo>
                  <a:pt x="1345178" y="367655"/>
                </a:lnTo>
                <a:lnTo>
                  <a:pt x="1323623" y="367732"/>
                </a:lnTo>
                <a:lnTo>
                  <a:pt x="1302058" y="367817"/>
                </a:lnTo>
                <a:lnTo>
                  <a:pt x="1280503" y="367894"/>
                </a:lnTo>
                <a:lnTo>
                  <a:pt x="1258948" y="367970"/>
                </a:lnTo>
                <a:lnTo>
                  <a:pt x="1237393" y="368036"/>
                </a:lnTo>
                <a:lnTo>
                  <a:pt x="1215838" y="368103"/>
                </a:lnTo>
                <a:lnTo>
                  <a:pt x="1194273" y="368160"/>
                </a:lnTo>
                <a:lnTo>
                  <a:pt x="1172718" y="368217"/>
                </a:lnTo>
                <a:lnTo>
                  <a:pt x="1151163" y="368275"/>
                </a:lnTo>
                <a:lnTo>
                  <a:pt x="1129608" y="368322"/>
                </a:lnTo>
                <a:lnTo>
                  <a:pt x="1108043" y="368370"/>
                </a:lnTo>
                <a:lnTo>
                  <a:pt x="1086488" y="368417"/>
                </a:lnTo>
                <a:lnTo>
                  <a:pt x="1064933" y="368465"/>
                </a:lnTo>
                <a:lnTo>
                  <a:pt x="1043378" y="368494"/>
                </a:lnTo>
                <a:lnTo>
                  <a:pt x="1021823" y="368532"/>
                </a:lnTo>
                <a:lnTo>
                  <a:pt x="1000258" y="368570"/>
                </a:lnTo>
                <a:lnTo>
                  <a:pt x="978703" y="368598"/>
                </a:lnTo>
                <a:lnTo>
                  <a:pt x="957148" y="368618"/>
                </a:lnTo>
                <a:lnTo>
                  <a:pt x="935593" y="368646"/>
                </a:lnTo>
                <a:lnTo>
                  <a:pt x="914029" y="368665"/>
                </a:lnTo>
                <a:lnTo>
                  <a:pt x="892473" y="368684"/>
                </a:lnTo>
                <a:lnTo>
                  <a:pt x="870918" y="368694"/>
                </a:lnTo>
                <a:lnTo>
                  <a:pt x="849363" y="368713"/>
                </a:lnTo>
                <a:lnTo>
                  <a:pt x="827799" y="368713"/>
                </a:lnTo>
                <a:lnTo>
                  <a:pt x="806244" y="368722"/>
                </a:lnTo>
                <a:lnTo>
                  <a:pt x="784689" y="368722"/>
                </a:lnTo>
                <a:lnTo>
                  <a:pt x="763133" y="368722"/>
                </a:lnTo>
                <a:lnTo>
                  <a:pt x="741569" y="368713"/>
                </a:lnTo>
                <a:lnTo>
                  <a:pt x="720014" y="368703"/>
                </a:lnTo>
                <a:lnTo>
                  <a:pt x="698459" y="368694"/>
                </a:lnTo>
                <a:lnTo>
                  <a:pt x="676904" y="368675"/>
                </a:lnTo>
                <a:lnTo>
                  <a:pt x="655339" y="368656"/>
                </a:lnTo>
                <a:lnTo>
                  <a:pt x="633784" y="368637"/>
                </a:lnTo>
                <a:lnTo>
                  <a:pt x="612229" y="368608"/>
                </a:lnTo>
                <a:lnTo>
                  <a:pt x="590674" y="368579"/>
                </a:lnTo>
                <a:lnTo>
                  <a:pt x="569109" y="368551"/>
                </a:lnTo>
                <a:lnTo>
                  <a:pt x="547554" y="368513"/>
                </a:lnTo>
                <a:lnTo>
                  <a:pt x="525999" y="368465"/>
                </a:lnTo>
                <a:lnTo>
                  <a:pt x="504444" y="368417"/>
                </a:lnTo>
                <a:lnTo>
                  <a:pt x="482879" y="368370"/>
                </a:lnTo>
                <a:lnTo>
                  <a:pt x="461324" y="368303"/>
                </a:lnTo>
                <a:lnTo>
                  <a:pt x="439769" y="368236"/>
                </a:lnTo>
                <a:lnTo>
                  <a:pt x="418214" y="368179"/>
                </a:lnTo>
                <a:lnTo>
                  <a:pt x="396659" y="368094"/>
                </a:lnTo>
                <a:lnTo>
                  <a:pt x="375095" y="368017"/>
                </a:lnTo>
                <a:lnTo>
                  <a:pt x="353539" y="367922"/>
                </a:lnTo>
                <a:lnTo>
                  <a:pt x="331984" y="367827"/>
                </a:lnTo>
                <a:lnTo>
                  <a:pt x="310429" y="367722"/>
                </a:lnTo>
                <a:lnTo>
                  <a:pt x="288874" y="367608"/>
                </a:lnTo>
                <a:lnTo>
                  <a:pt x="267319" y="367484"/>
                </a:lnTo>
                <a:lnTo>
                  <a:pt x="245755" y="367341"/>
                </a:lnTo>
                <a:lnTo>
                  <a:pt x="224199" y="367189"/>
                </a:lnTo>
                <a:lnTo>
                  <a:pt x="202644" y="367027"/>
                </a:lnTo>
                <a:lnTo>
                  <a:pt x="181089" y="366846"/>
                </a:lnTo>
                <a:lnTo>
                  <a:pt x="159534" y="366636"/>
                </a:lnTo>
                <a:lnTo>
                  <a:pt x="137979" y="366408"/>
                </a:lnTo>
                <a:lnTo>
                  <a:pt x="116424" y="366160"/>
                </a:lnTo>
                <a:lnTo>
                  <a:pt x="94879" y="365865"/>
                </a:lnTo>
                <a:lnTo>
                  <a:pt x="73323" y="365512"/>
                </a:lnTo>
                <a:lnTo>
                  <a:pt x="51778" y="365093"/>
                </a:lnTo>
                <a:lnTo>
                  <a:pt x="30242" y="364531"/>
                </a:lnTo>
                <a:lnTo>
                  <a:pt x="8725" y="363655"/>
                </a:lnTo>
                <a:lnTo>
                  <a:pt x="4001" y="352606"/>
                </a:lnTo>
                <a:lnTo>
                  <a:pt x="3715" y="339023"/>
                </a:lnTo>
                <a:lnTo>
                  <a:pt x="3429" y="325441"/>
                </a:lnTo>
                <a:lnTo>
                  <a:pt x="3143" y="311849"/>
                </a:lnTo>
                <a:lnTo>
                  <a:pt x="2858" y="298266"/>
                </a:lnTo>
                <a:lnTo>
                  <a:pt x="2572" y="284674"/>
                </a:lnTo>
                <a:lnTo>
                  <a:pt x="2286" y="271091"/>
                </a:lnTo>
                <a:lnTo>
                  <a:pt x="2000" y="257508"/>
                </a:lnTo>
                <a:lnTo>
                  <a:pt x="1715" y="243916"/>
                </a:lnTo>
                <a:lnTo>
                  <a:pt x="1429" y="230334"/>
                </a:lnTo>
                <a:lnTo>
                  <a:pt x="1143" y="216751"/>
                </a:lnTo>
                <a:lnTo>
                  <a:pt x="857" y="203159"/>
                </a:lnTo>
                <a:lnTo>
                  <a:pt x="572" y="189576"/>
                </a:lnTo>
                <a:lnTo>
                  <a:pt x="286" y="175993"/>
                </a:lnTo>
                <a:lnTo>
                  <a:pt x="0" y="162401"/>
                </a:lnTo>
                <a:lnTo>
                  <a:pt x="7906" y="153514"/>
                </a:lnTo>
                <a:lnTo>
                  <a:pt x="29413" y="152533"/>
                </a:lnTo>
                <a:lnTo>
                  <a:pt x="50930" y="151695"/>
                </a:lnTo>
                <a:lnTo>
                  <a:pt x="72457" y="151009"/>
                </a:lnTo>
                <a:lnTo>
                  <a:pt x="93993" y="150438"/>
                </a:lnTo>
                <a:lnTo>
                  <a:pt x="115538" y="149990"/>
                </a:lnTo>
                <a:lnTo>
                  <a:pt x="137093" y="149638"/>
                </a:lnTo>
                <a:lnTo>
                  <a:pt x="158639" y="149371"/>
                </a:lnTo>
                <a:lnTo>
                  <a:pt x="180194" y="149200"/>
                </a:lnTo>
                <a:lnTo>
                  <a:pt x="201759" y="149104"/>
                </a:lnTo>
                <a:lnTo>
                  <a:pt x="223314" y="149076"/>
                </a:lnTo>
                <a:lnTo>
                  <a:pt x="244869" y="149114"/>
                </a:lnTo>
                <a:lnTo>
                  <a:pt x="266424" y="149209"/>
                </a:lnTo>
                <a:lnTo>
                  <a:pt x="287979" y="149362"/>
                </a:lnTo>
                <a:lnTo>
                  <a:pt x="309534" y="149562"/>
                </a:lnTo>
                <a:lnTo>
                  <a:pt x="331089" y="149819"/>
                </a:lnTo>
                <a:lnTo>
                  <a:pt x="352644" y="150114"/>
                </a:lnTo>
                <a:lnTo>
                  <a:pt x="374199" y="150447"/>
                </a:lnTo>
                <a:lnTo>
                  <a:pt x="395745" y="150819"/>
                </a:lnTo>
                <a:lnTo>
                  <a:pt x="417290" y="151228"/>
                </a:lnTo>
                <a:lnTo>
                  <a:pt x="438836" y="151667"/>
                </a:lnTo>
                <a:lnTo>
                  <a:pt x="460381" y="152133"/>
                </a:lnTo>
                <a:lnTo>
                  <a:pt x="481927" y="152629"/>
                </a:lnTo>
                <a:lnTo>
                  <a:pt x="503463" y="153152"/>
                </a:lnTo>
                <a:lnTo>
                  <a:pt x="525008" y="153695"/>
                </a:lnTo>
                <a:lnTo>
                  <a:pt x="546545" y="154267"/>
                </a:lnTo>
                <a:lnTo>
                  <a:pt x="568081" y="154857"/>
                </a:lnTo>
                <a:lnTo>
                  <a:pt x="589617" y="155458"/>
                </a:lnTo>
                <a:lnTo>
                  <a:pt x="611153" y="156077"/>
                </a:lnTo>
                <a:lnTo>
                  <a:pt x="632689" y="156715"/>
                </a:lnTo>
                <a:lnTo>
                  <a:pt x="654225" y="157363"/>
                </a:lnTo>
                <a:lnTo>
                  <a:pt x="675751" y="158029"/>
                </a:lnTo>
                <a:lnTo>
                  <a:pt x="697287" y="158696"/>
                </a:lnTo>
                <a:lnTo>
                  <a:pt x="718814" y="159382"/>
                </a:lnTo>
                <a:lnTo>
                  <a:pt x="740340" y="160068"/>
                </a:lnTo>
                <a:lnTo>
                  <a:pt x="761876" y="160763"/>
                </a:lnTo>
                <a:lnTo>
                  <a:pt x="783403" y="161458"/>
                </a:lnTo>
                <a:lnTo>
                  <a:pt x="804929" y="162163"/>
                </a:lnTo>
                <a:lnTo>
                  <a:pt x="826456" y="162868"/>
                </a:lnTo>
                <a:lnTo>
                  <a:pt x="847982" y="163573"/>
                </a:lnTo>
                <a:lnTo>
                  <a:pt x="869518" y="164278"/>
                </a:lnTo>
                <a:lnTo>
                  <a:pt x="891045" y="164973"/>
                </a:lnTo>
                <a:lnTo>
                  <a:pt x="912571" y="165678"/>
                </a:lnTo>
                <a:lnTo>
                  <a:pt x="934098" y="166373"/>
                </a:lnTo>
                <a:lnTo>
                  <a:pt x="955634" y="167069"/>
                </a:lnTo>
                <a:lnTo>
                  <a:pt x="977160" y="167754"/>
                </a:lnTo>
                <a:lnTo>
                  <a:pt x="998696" y="168431"/>
                </a:lnTo>
                <a:lnTo>
                  <a:pt x="1020223" y="169097"/>
                </a:lnTo>
                <a:lnTo>
                  <a:pt x="1041759" y="169755"/>
                </a:lnTo>
                <a:lnTo>
                  <a:pt x="1063285" y="170402"/>
                </a:lnTo>
                <a:lnTo>
                  <a:pt x="1084821" y="171031"/>
                </a:lnTo>
                <a:lnTo>
                  <a:pt x="1106357" y="171641"/>
                </a:lnTo>
                <a:lnTo>
                  <a:pt x="1127893" y="172241"/>
                </a:lnTo>
                <a:lnTo>
                  <a:pt x="1149429" y="172822"/>
                </a:lnTo>
                <a:lnTo>
                  <a:pt x="1170975" y="173374"/>
                </a:lnTo>
                <a:lnTo>
                  <a:pt x="1192511" y="173907"/>
                </a:lnTo>
                <a:lnTo>
                  <a:pt x="1214057" y="174422"/>
                </a:lnTo>
                <a:lnTo>
                  <a:pt x="1235602" y="174898"/>
                </a:lnTo>
                <a:lnTo>
                  <a:pt x="1257148" y="175355"/>
                </a:lnTo>
                <a:lnTo>
                  <a:pt x="1278693" y="175774"/>
                </a:lnTo>
                <a:lnTo>
                  <a:pt x="1300239" y="176165"/>
                </a:lnTo>
                <a:lnTo>
                  <a:pt x="1321794" y="176517"/>
                </a:lnTo>
                <a:lnTo>
                  <a:pt x="1343339" y="176832"/>
                </a:lnTo>
                <a:lnTo>
                  <a:pt x="1364894" y="177089"/>
                </a:lnTo>
                <a:lnTo>
                  <a:pt x="1386449" y="177317"/>
                </a:lnTo>
                <a:lnTo>
                  <a:pt x="1408005" y="177479"/>
                </a:lnTo>
                <a:lnTo>
                  <a:pt x="1429560" y="177594"/>
                </a:lnTo>
                <a:lnTo>
                  <a:pt x="1451124" y="177641"/>
                </a:lnTo>
                <a:lnTo>
                  <a:pt x="1472679" y="177632"/>
                </a:lnTo>
                <a:lnTo>
                  <a:pt x="1494234" y="177546"/>
                </a:lnTo>
                <a:lnTo>
                  <a:pt x="1515789" y="177384"/>
                </a:lnTo>
                <a:lnTo>
                  <a:pt x="1537345" y="177136"/>
                </a:lnTo>
                <a:lnTo>
                  <a:pt x="1558890" y="176784"/>
                </a:lnTo>
                <a:lnTo>
                  <a:pt x="1580436" y="176336"/>
                </a:lnTo>
                <a:lnTo>
                  <a:pt x="1601981" y="175765"/>
                </a:lnTo>
                <a:lnTo>
                  <a:pt x="1623508" y="175070"/>
                </a:lnTo>
                <a:lnTo>
                  <a:pt x="1645025" y="174222"/>
                </a:lnTo>
                <a:lnTo>
                  <a:pt x="1666523" y="173212"/>
                </a:lnTo>
                <a:lnTo>
                  <a:pt x="1687992" y="172012"/>
                </a:lnTo>
                <a:lnTo>
                  <a:pt x="1709433" y="170593"/>
                </a:lnTo>
                <a:lnTo>
                  <a:pt x="1730826" y="168926"/>
                </a:lnTo>
                <a:lnTo>
                  <a:pt x="1752152" y="166954"/>
                </a:lnTo>
                <a:lnTo>
                  <a:pt x="1773393" y="164621"/>
                </a:lnTo>
                <a:lnTo>
                  <a:pt x="1794491" y="161839"/>
                </a:lnTo>
                <a:lnTo>
                  <a:pt x="1815389" y="158506"/>
                </a:lnTo>
                <a:lnTo>
                  <a:pt x="1835953" y="154448"/>
                </a:lnTo>
                <a:lnTo>
                  <a:pt x="1855984" y="149428"/>
                </a:lnTo>
                <a:lnTo>
                  <a:pt x="1874996" y="143046"/>
                </a:lnTo>
                <a:lnTo>
                  <a:pt x="1891989" y="134731"/>
                </a:lnTo>
                <a:lnTo>
                  <a:pt x="1904686" y="123835"/>
                </a:lnTo>
                <a:lnTo>
                  <a:pt x="1909801" y="110738"/>
                </a:lnTo>
                <a:lnTo>
                  <a:pt x="1924250" y="103927"/>
                </a:lnTo>
                <a:lnTo>
                  <a:pt x="1944538" y="99336"/>
                </a:lnTo>
                <a:lnTo>
                  <a:pt x="1964550" y="94288"/>
                </a:lnTo>
                <a:lnTo>
                  <a:pt x="1984305" y="88849"/>
                </a:lnTo>
                <a:lnTo>
                  <a:pt x="2003803" y="83058"/>
                </a:lnTo>
                <a:lnTo>
                  <a:pt x="2023043" y="76933"/>
                </a:lnTo>
                <a:lnTo>
                  <a:pt x="2042027" y="70495"/>
                </a:lnTo>
                <a:lnTo>
                  <a:pt x="2060753" y="63760"/>
                </a:lnTo>
                <a:lnTo>
                  <a:pt x="2079203" y="56731"/>
                </a:lnTo>
                <a:lnTo>
                  <a:pt x="2097367" y="49425"/>
                </a:lnTo>
                <a:lnTo>
                  <a:pt x="2115255" y="41834"/>
                </a:lnTo>
                <a:lnTo>
                  <a:pt x="2132838" y="33985"/>
                </a:lnTo>
                <a:lnTo>
                  <a:pt x="2150126" y="25860"/>
                </a:lnTo>
                <a:lnTo>
                  <a:pt x="2167109" y="17488"/>
                </a:lnTo>
                <a:lnTo>
                  <a:pt x="2183768" y="8868"/>
                </a:lnTo>
                <a:lnTo>
                  <a:pt x="2200094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70817ECF-4102-41E8-8436-2309990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0327" y="1706809"/>
            <a:ext cx="2200275" cy="1386783"/>
          </a:xfrm>
          <a:custGeom xmlns:a="http://schemas.openxmlformats.org/drawingml/2006/main">
            <a:pathLst>
              <a:path w="2200275" h="1386783">
                <a:moveTo>
                  <a:pt x="0" y="1386783"/>
                </a:moveTo>
                <a:lnTo>
                  <a:pt x="35328" y="1386783"/>
                </a:lnTo>
                <a:lnTo>
                  <a:pt x="70656" y="1386783"/>
                </a:lnTo>
                <a:lnTo>
                  <a:pt x="105985" y="1386783"/>
                </a:lnTo>
                <a:lnTo>
                  <a:pt x="141313" y="1386783"/>
                </a:lnTo>
                <a:lnTo>
                  <a:pt x="176641" y="1386783"/>
                </a:lnTo>
                <a:lnTo>
                  <a:pt x="211969" y="1386783"/>
                </a:lnTo>
                <a:lnTo>
                  <a:pt x="247298" y="1386783"/>
                </a:lnTo>
                <a:lnTo>
                  <a:pt x="282626" y="1386783"/>
                </a:lnTo>
                <a:lnTo>
                  <a:pt x="317954" y="1386783"/>
                </a:lnTo>
                <a:lnTo>
                  <a:pt x="353282" y="1386783"/>
                </a:lnTo>
                <a:lnTo>
                  <a:pt x="388601" y="1386783"/>
                </a:lnTo>
                <a:lnTo>
                  <a:pt x="423929" y="1386783"/>
                </a:lnTo>
                <a:lnTo>
                  <a:pt x="459257" y="1386783"/>
                </a:lnTo>
                <a:lnTo>
                  <a:pt x="494586" y="1386783"/>
                </a:lnTo>
                <a:lnTo>
                  <a:pt x="529914" y="1386783"/>
                </a:lnTo>
                <a:lnTo>
                  <a:pt x="565242" y="1386783"/>
                </a:lnTo>
                <a:lnTo>
                  <a:pt x="600570" y="1386783"/>
                </a:lnTo>
                <a:lnTo>
                  <a:pt x="635899" y="1386783"/>
                </a:lnTo>
                <a:lnTo>
                  <a:pt x="671227" y="1386783"/>
                </a:lnTo>
                <a:lnTo>
                  <a:pt x="706555" y="1386783"/>
                </a:lnTo>
                <a:lnTo>
                  <a:pt x="741883" y="1386783"/>
                </a:lnTo>
                <a:lnTo>
                  <a:pt x="777211" y="1386783"/>
                </a:lnTo>
                <a:lnTo>
                  <a:pt x="812540" y="1386783"/>
                </a:lnTo>
                <a:lnTo>
                  <a:pt x="847868" y="1386783"/>
                </a:lnTo>
                <a:lnTo>
                  <a:pt x="883196" y="1386783"/>
                </a:lnTo>
                <a:lnTo>
                  <a:pt x="918524" y="1386783"/>
                </a:lnTo>
                <a:lnTo>
                  <a:pt x="953853" y="1386783"/>
                </a:lnTo>
                <a:lnTo>
                  <a:pt x="989181" y="1386783"/>
                </a:lnTo>
                <a:lnTo>
                  <a:pt x="1024509" y="1386783"/>
                </a:lnTo>
                <a:lnTo>
                  <a:pt x="1059837" y="1386783"/>
                </a:lnTo>
                <a:lnTo>
                  <a:pt x="1095165" y="1386783"/>
                </a:lnTo>
                <a:lnTo>
                  <a:pt x="1130494" y="1386783"/>
                </a:lnTo>
                <a:lnTo>
                  <a:pt x="1165812" y="1386783"/>
                </a:lnTo>
                <a:lnTo>
                  <a:pt x="1201141" y="1386783"/>
                </a:lnTo>
                <a:lnTo>
                  <a:pt x="1236469" y="1386783"/>
                </a:lnTo>
                <a:lnTo>
                  <a:pt x="1271797" y="1386783"/>
                </a:lnTo>
                <a:lnTo>
                  <a:pt x="1307125" y="1386783"/>
                </a:lnTo>
                <a:lnTo>
                  <a:pt x="1342454" y="1386783"/>
                </a:lnTo>
                <a:lnTo>
                  <a:pt x="1377782" y="1386783"/>
                </a:lnTo>
                <a:lnTo>
                  <a:pt x="1413110" y="1386783"/>
                </a:lnTo>
                <a:lnTo>
                  <a:pt x="1448438" y="1386783"/>
                </a:lnTo>
                <a:lnTo>
                  <a:pt x="1483414" y="1384268"/>
                </a:lnTo>
                <a:lnTo>
                  <a:pt x="1518199" y="1380382"/>
                </a:lnTo>
                <a:lnTo>
                  <a:pt x="1552985" y="1376496"/>
                </a:lnTo>
                <a:lnTo>
                  <a:pt x="1587770" y="1372600"/>
                </a:lnTo>
                <a:lnTo>
                  <a:pt x="1622555" y="1368714"/>
                </a:lnTo>
                <a:lnTo>
                  <a:pt x="1657340" y="1364828"/>
                </a:lnTo>
                <a:lnTo>
                  <a:pt x="1692126" y="1360932"/>
                </a:lnTo>
                <a:lnTo>
                  <a:pt x="1726911" y="1357046"/>
                </a:lnTo>
                <a:lnTo>
                  <a:pt x="1753467" y="1343425"/>
                </a:lnTo>
                <a:lnTo>
                  <a:pt x="1777975" y="1327385"/>
                </a:lnTo>
                <a:lnTo>
                  <a:pt x="1802492" y="1311354"/>
                </a:lnTo>
                <a:lnTo>
                  <a:pt x="1827000" y="1295324"/>
                </a:lnTo>
                <a:lnTo>
                  <a:pt x="1851517" y="1279284"/>
                </a:lnTo>
                <a:lnTo>
                  <a:pt x="1876034" y="1263253"/>
                </a:lnTo>
                <a:lnTo>
                  <a:pt x="1900542" y="1247223"/>
                </a:lnTo>
                <a:lnTo>
                  <a:pt x="1925060" y="1231192"/>
                </a:lnTo>
                <a:lnTo>
                  <a:pt x="1949567" y="1215152"/>
                </a:lnTo>
                <a:lnTo>
                  <a:pt x="1974085" y="1199121"/>
                </a:lnTo>
                <a:lnTo>
                  <a:pt x="1998602" y="1183091"/>
                </a:lnTo>
                <a:lnTo>
                  <a:pt x="2023110" y="1167051"/>
                </a:lnTo>
                <a:lnTo>
                  <a:pt x="2047627" y="1151020"/>
                </a:lnTo>
                <a:lnTo>
                  <a:pt x="2072145" y="1134989"/>
                </a:lnTo>
                <a:lnTo>
                  <a:pt x="2096653" y="1118949"/>
                </a:lnTo>
                <a:lnTo>
                  <a:pt x="2121170" y="1102919"/>
                </a:lnTo>
                <a:lnTo>
                  <a:pt x="2145678" y="1086888"/>
                </a:lnTo>
                <a:lnTo>
                  <a:pt x="2170195" y="1070858"/>
                </a:lnTo>
                <a:lnTo>
                  <a:pt x="2194712" y="1054818"/>
                </a:lnTo>
                <a:lnTo>
                  <a:pt x="2200275" y="1033967"/>
                </a:lnTo>
                <a:lnTo>
                  <a:pt x="2200275" y="1011707"/>
                </a:lnTo>
                <a:lnTo>
                  <a:pt x="2200275" y="989438"/>
                </a:lnTo>
                <a:lnTo>
                  <a:pt x="2200275" y="967169"/>
                </a:lnTo>
                <a:lnTo>
                  <a:pt x="2200275" y="944909"/>
                </a:lnTo>
                <a:lnTo>
                  <a:pt x="2200275" y="922639"/>
                </a:lnTo>
                <a:lnTo>
                  <a:pt x="2200275" y="900370"/>
                </a:lnTo>
                <a:lnTo>
                  <a:pt x="2200275" y="878110"/>
                </a:lnTo>
                <a:lnTo>
                  <a:pt x="2200275" y="855840"/>
                </a:lnTo>
                <a:lnTo>
                  <a:pt x="2200275" y="833571"/>
                </a:lnTo>
                <a:lnTo>
                  <a:pt x="2200275" y="811311"/>
                </a:lnTo>
                <a:lnTo>
                  <a:pt x="2200275" y="789041"/>
                </a:lnTo>
                <a:lnTo>
                  <a:pt x="2200275" y="766772"/>
                </a:lnTo>
                <a:lnTo>
                  <a:pt x="2200275" y="744512"/>
                </a:lnTo>
                <a:lnTo>
                  <a:pt x="2200275" y="722243"/>
                </a:lnTo>
                <a:lnTo>
                  <a:pt x="2200275" y="699973"/>
                </a:lnTo>
                <a:lnTo>
                  <a:pt x="2200275" y="677713"/>
                </a:lnTo>
                <a:lnTo>
                  <a:pt x="2200275" y="655444"/>
                </a:lnTo>
                <a:lnTo>
                  <a:pt x="2200275" y="633174"/>
                </a:lnTo>
                <a:lnTo>
                  <a:pt x="2200275" y="610914"/>
                </a:lnTo>
                <a:lnTo>
                  <a:pt x="2200275" y="588645"/>
                </a:lnTo>
                <a:lnTo>
                  <a:pt x="2200275" y="566376"/>
                </a:lnTo>
                <a:lnTo>
                  <a:pt x="2200275" y="544116"/>
                </a:lnTo>
                <a:lnTo>
                  <a:pt x="2200275" y="521846"/>
                </a:lnTo>
                <a:lnTo>
                  <a:pt x="2200275" y="499577"/>
                </a:lnTo>
                <a:lnTo>
                  <a:pt x="2200275" y="477317"/>
                </a:lnTo>
                <a:lnTo>
                  <a:pt x="2200275" y="455047"/>
                </a:lnTo>
                <a:lnTo>
                  <a:pt x="2200275" y="432778"/>
                </a:lnTo>
                <a:lnTo>
                  <a:pt x="2200275" y="410518"/>
                </a:lnTo>
                <a:lnTo>
                  <a:pt x="2200275" y="388249"/>
                </a:lnTo>
                <a:lnTo>
                  <a:pt x="2200275" y="365979"/>
                </a:lnTo>
                <a:lnTo>
                  <a:pt x="2200275" y="343719"/>
                </a:lnTo>
                <a:lnTo>
                  <a:pt x="2200275" y="321450"/>
                </a:lnTo>
                <a:lnTo>
                  <a:pt x="2200275" y="299180"/>
                </a:lnTo>
                <a:lnTo>
                  <a:pt x="2200275" y="276920"/>
                </a:lnTo>
                <a:lnTo>
                  <a:pt x="2200275" y="254651"/>
                </a:lnTo>
                <a:lnTo>
                  <a:pt x="2200275" y="232381"/>
                </a:lnTo>
                <a:lnTo>
                  <a:pt x="2200275" y="210122"/>
                </a:lnTo>
                <a:lnTo>
                  <a:pt x="2200275" y="187852"/>
                </a:lnTo>
                <a:lnTo>
                  <a:pt x="2200275" y="165583"/>
                </a:lnTo>
                <a:lnTo>
                  <a:pt x="2200275" y="143323"/>
                </a:lnTo>
                <a:lnTo>
                  <a:pt x="2200275" y="121053"/>
                </a:lnTo>
                <a:lnTo>
                  <a:pt x="2200275" y="98784"/>
                </a:lnTo>
                <a:lnTo>
                  <a:pt x="2200275" y="76524"/>
                </a:lnTo>
                <a:lnTo>
                  <a:pt x="2200275" y="54254"/>
                </a:lnTo>
                <a:lnTo>
                  <a:pt x="2200275" y="31985"/>
                </a:lnTo>
                <a:lnTo>
                  <a:pt x="2200275" y="9725"/>
                </a:lnTo>
                <a:lnTo>
                  <a:pt x="2180368" y="0"/>
                </a:lnTo>
                <a:lnTo>
                  <a:pt x="2145040" y="0"/>
                </a:lnTo>
                <a:lnTo>
                  <a:pt x="2109711" y="0"/>
                </a:lnTo>
                <a:lnTo>
                  <a:pt x="2074383" y="0"/>
                </a:lnTo>
                <a:lnTo>
                  <a:pt x="2039064" y="0"/>
                </a:lnTo>
                <a:lnTo>
                  <a:pt x="2003736" y="0"/>
                </a:lnTo>
                <a:lnTo>
                  <a:pt x="1968408" y="0"/>
                </a:lnTo>
                <a:lnTo>
                  <a:pt x="1933080" y="0"/>
                </a:lnTo>
                <a:lnTo>
                  <a:pt x="1897751" y="0"/>
                </a:lnTo>
                <a:lnTo>
                  <a:pt x="1862423" y="0"/>
                </a:lnTo>
                <a:lnTo>
                  <a:pt x="1827095" y="0"/>
                </a:lnTo>
                <a:lnTo>
                  <a:pt x="1791767" y="0"/>
                </a:lnTo>
                <a:lnTo>
                  <a:pt x="1756439" y="0"/>
                </a:lnTo>
                <a:lnTo>
                  <a:pt x="1721110" y="0"/>
                </a:lnTo>
                <a:lnTo>
                  <a:pt x="1685782" y="0"/>
                </a:lnTo>
                <a:lnTo>
                  <a:pt x="1650454" y="0"/>
                </a:lnTo>
                <a:lnTo>
                  <a:pt x="1615126" y="0"/>
                </a:lnTo>
                <a:lnTo>
                  <a:pt x="1579797" y="0"/>
                </a:lnTo>
                <a:lnTo>
                  <a:pt x="1544469" y="0"/>
                </a:lnTo>
                <a:lnTo>
                  <a:pt x="1509141" y="0"/>
                </a:lnTo>
                <a:lnTo>
                  <a:pt x="1473813" y="0"/>
                </a:lnTo>
                <a:lnTo>
                  <a:pt x="1438485" y="0"/>
                </a:lnTo>
                <a:lnTo>
                  <a:pt x="1403156" y="0"/>
                </a:lnTo>
                <a:lnTo>
                  <a:pt x="1367828" y="0"/>
                </a:lnTo>
                <a:lnTo>
                  <a:pt x="1332500" y="0"/>
                </a:lnTo>
                <a:lnTo>
                  <a:pt x="1297172" y="0"/>
                </a:lnTo>
                <a:lnTo>
                  <a:pt x="1261853" y="0"/>
                </a:lnTo>
                <a:lnTo>
                  <a:pt x="1226525" y="0"/>
                </a:lnTo>
                <a:lnTo>
                  <a:pt x="1191197" y="0"/>
                </a:lnTo>
                <a:lnTo>
                  <a:pt x="1155868" y="0"/>
                </a:lnTo>
                <a:lnTo>
                  <a:pt x="1120540" y="0"/>
                </a:lnTo>
                <a:lnTo>
                  <a:pt x="1085212" y="0"/>
                </a:lnTo>
                <a:lnTo>
                  <a:pt x="1049884" y="0"/>
                </a:lnTo>
                <a:lnTo>
                  <a:pt x="1014555" y="0"/>
                </a:lnTo>
                <a:lnTo>
                  <a:pt x="979227" y="0"/>
                </a:lnTo>
                <a:lnTo>
                  <a:pt x="943899" y="0"/>
                </a:lnTo>
                <a:lnTo>
                  <a:pt x="908571" y="0"/>
                </a:lnTo>
                <a:lnTo>
                  <a:pt x="873242" y="0"/>
                </a:lnTo>
                <a:lnTo>
                  <a:pt x="837914" y="0"/>
                </a:lnTo>
                <a:lnTo>
                  <a:pt x="802586" y="0"/>
                </a:lnTo>
                <a:lnTo>
                  <a:pt x="767258" y="0"/>
                </a:lnTo>
                <a:lnTo>
                  <a:pt x="731930" y="0"/>
                </a:lnTo>
                <a:lnTo>
                  <a:pt x="696601" y="0"/>
                </a:lnTo>
                <a:lnTo>
                  <a:pt x="661273" y="0"/>
                </a:lnTo>
                <a:lnTo>
                  <a:pt x="625945" y="0"/>
                </a:lnTo>
                <a:lnTo>
                  <a:pt x="590617" y="0"/>
                </a:lnTo>
                <a:lnTo>
                  <a:pt x="555288" y="0"/>
                </a:lnTo>
                <a:lnTo>
                  <a:pt x="519960" y="0"/>
                </a:lnTo>
                <a:lnTo>
                  <a:pt x="484642" y="0"/>
                </a:lnTo>
                <a:lnTo>
                  <a:pt x="449313" y="0"/>
                </a:lnTo>
                <a:lnTo>
                  <a:pt x="413985" y="0"/>
                </a:lnTo>
                <a:lnTo>
                  <a:pt x="378657" y="0"/>
                </a:lnTo>
                <a:lnTo>
                  <a:pt x="343329" y="0"/>
                </a:lnTo>
                <a:lnTo>
                  <a:pt x="308000" y="0"/>
                </a:lnTo>
                <a:lnTo>
                  <a:pt x="272672" y="0"/>
                </a:lnTo>
                <a:lnTo>
                  <a:pt x="237344" y="0"/>
                </a:lnTo>
                <a:lnTo>
                  <a:pt x="202016" y="0"/>
                </a:lnTo>
                <a:lnTo>
                  <a:pt x="166688" y="0"/>
                </a:lnTo>
                <a:lnTo>
                  <a:pt x="131359" y="0"/>
                </a:lnTo>
                <a:lnTo>
                  <a:pt x="96031" y="0"/>
                </a:lnTo>
                <a:lnTo>
                  <a:pt x="60703" y="0"/>
                </a:lnTo>
                <a:lnTo>
                  <a:pt x="25375" y="0"/>
                </a:lnTo>
                <a:lnTo>
                  <a:pt x="0" y="6277"/>
                </a:lnTo>
                <a:lnTo>
                  <a:pt x="0" y="28537"/>
                </a:lnTo>
                <a:lnTo>
                  <a:pt x="0" y="50806"/>
                </a:lnTo>
                <a:lnTo>
                  <a:pt x="0" y="73076"/>
                </a:lnTo>
                <a:lnTo>
                  <a:pt x="0" y="95336"/>
                </a:lnTo>
                <a:lnTo>
                  <a:pt x="0" y="117605"/>
                </a:lnTo>
                <a:lnTo>
                  <a:pt x="0" y="139875"/>
                </a:lnTo>
                <a:lnTo>
                  <a:pt x="0" y="162135"/>
                </a:lnTo>
                <a:lnTo>
                  <a:pt x="0" y="184404"/>
                </a:lnTo>
                <a:lnTo>
                  <a:pt x="0" y="206673"/>
                </a:lnTo>
                <a:lnTo>
                  <a:pt x="0" y="228933"/>
                </a:lnTo>
                <a:lnTo>
                  <a:pt x="0" y="251203"/>
                </a:lnTo>
                <a:lnTo>
                  <a:pt x="0" y="273472"/>
                </a:lnTo>
                <a:lnTo>
                  <a:pt x="0" y="295732"/>
                </a:lnTo>
                <a:lnTo>
                  <a:pt x="0" y="318002"/>
                </a:lnTo>
                <a:lnTo>
                  <a:pt x="0" y="340271"/>
                </a:lnTo>
                <a:lnTo>
                  <a:pt x="0" y="362531"/>
                </a:lnTo>
                <a:lnTo>
                  <a:pt x="0" y="384800"/>
                </a:lnTo>
                <a:lnTo>
                  <a:pt x="0" y="407060"/>
                </a:lnTo>
                <a:lnTo>
                  <a:pt x="0" y="429330"/>
                </a:lnTo>
                <a:lnTo>
                  <a:pt x="0" y="451599"/>
                </a:lnTo>
                <a:lnTo>
                  <a:pt x="0" y="473859"/>
                </a:lnTo>
                <a:lnTo>
                  <a:pt x="0" y="496129"/>
                </a:lnTo>
                <a:lnTo>
                  <a:pt x="0" y="518398"/>
                </a:lnTo>
                <a:lnTo>
                  <a:pt x="0" y="540658"/>
                </a:lnTo>
                <a:lnTo>
                  <a:pt x="0" y="562928"/>
                </a:lnTo>
                <a:lnTo>
                  <a:pt x="0" y="585197"/>
                </a:lnTo>
                <a:lnTo>
                  <a:pt x="0" y="607457"/>
                </a:lnTo>
                <a:lnTo>
                  <a:pt x="0" y="629726"/>
                </a:lnTo>
                <a:lnTo>
                  <a:pt x="0" y="651996"/>
                </a:lnTo>
                <a:lnTo>
                  <a:pt x="0" y="674256"/>
                </a:lnTo>
                <a:lnTo>
                  <a:pt x="0" y="696525"/>
                </a:lnTo>
                <a:lnTo>
                  <a:pt x="0" y="718795"/>
                </a:lnTo>
                <a:lnTo>
                  <a:pt x="0" y="741055"/>
                </a:lnTo>
                <a:lnTo>
                  <a:pt x="0" y="763324"/>
                </a:lnTo>
                <a:lnTo>
                  <a:pt x="0" y="785593"/>
                </a:lnTo>
                <a:lnTo>
                  <a:pt x="0" y="807853"/>
                </a:lnTo>
                <a:lnTo>
                  <a:pt x="0" y="830123"/>
                </a:lnTo>
                <a:lnTo>
                  <a:pt x="0" y="852392"/>
                </a:lnTo>
                <a:lnTo>
                  <a:pt x="0" y="874652"/>
                </a:lnTo>
                <a:lnTo>
                  <a:pt x="0" y="896922"/>
                </a:lnTo>
                <a:lnTo>
                  <a:pt x="0" y="919191"/>
                </a:lnTo>
                <a:lnTo>
                  <a:pt x="0" y="941451"/>
                </a:lnTo>
                <a:lnTo>
                  <a:pt x="0" y="963720"/>
                </a:lnTo>
                <a:lnTo>
                  <a:pt x="0" y="985990"/>
                </a:lnTo>
                <a:lnTo>
                  <a:pt x="0" y="1008250"/>
                </a:lnTo>
                <a:lnTo>
                  <a:pt x="0" y="1030519"/>
                </a:lnTo>
                <a:lnTo>
                  <a:pt x="0" y="1052789"/>
                </a:lnTo>
                <a:lnTo>
                  <a:pt x="0" y="1075049"/>
                </a:lnTo>
                <a:lnTo>
                  <a:pt x="0" y="1097318"/>
                </a:lnTo>
                <a:lnTo>
                  <a:pt x="0" y="1119588"/>
                </a:lnTo>
                <a:lnTo>
                  <a:pt x="0" y="1141847"/>
                </a:lnTo>
                <a:lnTo>
                  <a:pt x="0" y="1164117"/>
                </a:lnTo>
                <a:lnTo>
                  <a:pt x="0" y="1186386"/>
                </a:lnTo>
                <a:lnTo>
                  <a:pt x="0" y="1208646"/>
                </a:lnTo>
                <a:lnTo>
                  <a:pt x="0" y="1230916"/>
                </a:lnTo>
                <a:lnTo>
                  <a:pt x="0" y="1253185"/>
                </a:lnTo>
                <a:lnTo>
                  <a:pt x="0" y="1275445"/>
                </a:lnTo>
                <a:lnTo>
                  <a:pt x="0" y="1297715"/>
                </a:lnTo>
                <a:lnTo>
                  <a:pt x="0" y="1319984"/>
                </a:lnTo>
                <a:lnTo>
                  <a:pt x="0" y="1342244"/>
                </a:lnTo>
                <a:lnTo>
                  <a:pt x="0" y="1364513"/>
                </a:lnTo>
                <a:lnTo>
                  <a:pt x="0" y="13867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449532E9-1632-4CA1-8B54-FAB758E4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0327" y="1706809"/>
            <a:ext cx="2200275" cy="2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B9B12AF4-AF40-4628-B7F2-556ECF63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957" y="2757988"/>
            <a:ext cx="810644" cy="335861"/>
          </a:xfrm>
          <a:custGeom xmlns:a="http://schemas.openxmlformats.org/drawingml/2006/main">
            <a:pathLst>
              <a:path w="810644" h="335861">
                <a:moveTo>
                  <a:pt x="810644" y="0"/>
                </a:moveTo>
                <a:lnTo>
                  <a:pt x="809682" y="5572"/>
                </a:lnTo>
                <a:lnTo>
                  <a:pt x="808415" y="11116"/>
                </a:lnTo>
                <a:lnTo>
                  <a:pt x="806939" y="16640"/>
                </a:lnTo>
                <a:lnTo>
                  <a:pt x="805272" y="22146"/>
                </a:lnTo>
                <a:lnTo>
                  <a:pt x="803443" y="27632"/>
                </a:lnTo>
                <a:lnTo>
                  <a:pt x="801443" y="33099"/>
                </a:lnTo>
                <a:lnTo>
                  <a:pt x="799300" y="38538"/>
                </a:lnTo>
                <a:lnTo>
                  <a:pt x="797014" y="43948"/>
                </a:lnTo>
                <a:lnTo>
                  <a:pt x="794585" y="49340"/>
                </a:lnTo>
                <a:lnTo>
                  <a:pt x="792013" y="54702"/>
                </a:lnTo>
                <a:lnTo>
                  <a:pt x="789308" y="60046"/>
                </a:lnTo>
                <a:lnTo>
                  <a:pt x="786470" y="65351"/>
                </a:lnTo>
                <a:lnTo>
                  <a:pt x="783498" y="70637"/>
                </a:lnTo>
                <a:lnTo>
                  <a:pt x="780402" y="75886"/>
                </a:lnTo>
                <a:lnTo>
                  <a:pt x="777173" y="81115"/>
                </a:lnTo>
                <a:lnTo>
                  <a:pt x="773821" y="86306"/>
                </a:lnTo>
                <a:lnTo>
                  <a:pt x="770334" y="91459"/>
                </a:lnTo>
                <a:lnTo>
                  <a:pt x="766734" y="96584"/>
                </a:lnTo>
                <a:lnTo>
                  <a:pt x="763000" y="101670"/>
                </a:lnTo>
                <a:lnTo>
                  <a:pt x="759152" y="106718"/>
                </a:lnTo>
                <a:lnTo>
                  <a:pt x="755171" y="111738"/>
                </a:lnTo>
                <a:lnTo>
                  <a:pt x="751084" y="116710"/>
                </a:lnTo>
                <a:lnTo>
                  <a:pt x="746865" y="121644"/>
                </a:lnTo>
                <a:lnTo>
                  <a:pt x="742531" y="126540"/>
                </a:lnTo>
                <a:lnTo>
                  <a:pt x="738073" y="131388"/>
                </a:lnTo>
                <a:lnTo>
                  <a:pt x="733501" y="136198"/>
                </a:lnTo>
                <a:lnTo>
                  <a:pt x="728815" y="140951"/>
                </a:lnTo>
                <a:lnTo>
                  <a:pt x="724005" y="145675"/>
                </a:lnTo>
                <a:lnTo>
                  <a:pt x="719090" y="150343"/>
                </a:lnTo>
                <a:lnTo>
                  <a:pt x="714061" y="154962"/>
                </a:lnTo>
                <a:lnTo>
                  <a:pt x="708908" y="159534"/>
                </a:lnTo>
                <a:lnTo>
                  <a:pt x="703659" y="164049"/>
                </a:lnTo>
                <a:lnTo>
                  <a:pt x="698287" y="168516"/>
                </a:lnTo>
                <a:lnTo>
                  <a:pt x="692810" y="172936"/>
                </a:lnTo>
                <a:lnTo>
                  <a:pt x="687229" y="177298"/>
                </a:lnTo>
                <a:lnTo>
                  <a:pt x="681542" y="181604"/>
                </a:lnTo>
                <a:lnTo>
                  <a:pt x="675742" y="185852"/>
                </a:lnTo>
                <a:lnTo>
                  <a:pt x="669846" y="190052"/>
                </a:lnTo>
                <a:lnTo>
                  <a:pt x="663845" y="194186"/>
                </a:lnTo>
                <a:lnTo>
                  <a:pt x="657749" y="198263"/>
                </a:lnTo>
                <a:lnTo>
                  <a:pt x="651548" y="202282"/>
                </a:lnTo>
                <a:lnTo>
                  <a:pt x="645262" y="206245"/>
                </a:lnTo>
                <a:lnTo>
                  <a:pt x="638870" y="210141"/>
                </a:lnTo>
                <a:lnTo>
                  <a:pt x="632384" y="213979"/>
                </a:lnTo>
                <a:lnTo>
                  <a:pt x="625812" y="217751"/>
                </a:lnTo>
                <a:lnTo>
                  <a:pt x="619154" y="221466"/>
                </a:lnTo>
                <a:lnTo>
                  <a:pt x="612410" y="225114"/>
                </a:lnTo>
                <a:lnTo>
                  <a:pt x="605571" y="228695"/>
                </a:lnTo>
                <a:lnTo>
                  <a:pt x="598656" y="232220"/>
                </a:lnTo>
                <a:lnTo>
                  <a:pt x="591655" y="235677"/>
                </a:lnTo>
                <a:lnTo>
                  <a:pt x="584578" y="239068"/>
                </a:lnTo>
                <a:lnTo>
                  <a:pt x="577425" y="242402"/>
                </a:lnTo>
                <a:lnTo>
                  <a:pt x="570195" y="245659"/>
                </a:lnTo>
                <a:lnTo>
                  <a:pt x="562889" y="248860"/>
                </a:lnTo>
                <a:lnTo>
                  <a:pt x="555517" y="251993"/>
                </a:lnTo>
                <a:lnTo>
                  <a:pt x="548078" y="255060"/>
                </a:lnTo>
                <a:lnTo>
                  <a:pt x="540572" y="258061"/>
                </a:lnTo>
                <a:lnTo>
                  <a:pt x="533000" y="260995"/>
                </a:lnTo>
                <a:lnTo>
                  <a:pt x="525361" y="263871"/>
                </a:lnTo>
                <a:lnTo>
                  <a:pt x="517665" y="266681"/>
                </a:lnTo>
                <a:lnTo>
                  <a:pt x="509911" y="269424"/>
                </a:lnTo>
                <a:lnTo>
                  <a:pt x="502101" y="272101"/>
                </a:lnTo>
                <a:lnTo>
                  <a:pt x="494233" y="274711"/>
                </a:lnTo>
                <a:lnTo>
                  <a:pt x="486318" y="277263"/>
                </a:lnTo>
                <a:lnTo>
                  <a:pt x="478346" y="279749"/>
                </a:lnTo>
                <a:lnTo>
                  <a:pt x="470325" y="282169"/>
                </a:lnTo>
                <a:lnTo>
                  <a:pt x="462267" y="284531"/>
                </a:lnTo>
                <a:lnTo>
                  <a:pt x="454152" y="286826"/>
                </a:lnTo>
                <a:lnTo>
                  <a:pt x="445999" y="289065"/>
                </a:lnTo>
                <a:lnTo>
                  <a:pt x="437807" y="291236"/>
                </a:lnTo>
                <a:lnTo>
                  <a:pt x="429568" y="293351"/>
                </a:lnTo>
                <a:lnTo>
                  <a:pt x="421300" y="295408"/>
                </a:lnTo>
                <a:lnTo>
                  <a:pt x="412985" y="297399"/>
                </a:lnTo>
                <a:lnTo>
                  <a:pt x="404641" y="299342"/>
                </a:lnTo>
                <a:lnTo>
                  <a:pt x="396269" y="301219"/>
                </a:lnTo>
                <a:lnTo>
                  <a:pt x="387858" y="303038"/>
                </a:lnTo>
                <a:lnTo>
                  <a:pt x="379409" y="304800"/>
                </a:lnTo>
                <a:lnTo>
                  <a:pt x="370942" y="306505"/>
                </a:lnTo>
                <a:lnTo>
                  <a:pt x="362445" y="308153"/>
                </a:lnTo>
                <a:lnTo>
                  <a:pt x="353920" y="309743"/>
                </a:lnTo>
                <a:lnTo>
                  <a:pt x="345367" y="311287"/>
                </a:lnTo>
                <a:lnTo>
                  <a:pt x="336794" y="312763"/>
                </a:lnTo>
                <a:lnTo>
                  <a:pt x="328203" y="314201"/>
                </a:lnTo>
                <a:lnTo>
                  <a:pt x="319583" y="315582"/>
                </a:lnTo>
                <a:lnTo>
                  <a:pt x="310944" y="316906"/>
                </a:lnTo>
                <a:lnTo>
                  <a:pt x="302285" y="318183"/>
                </a:lnTo>
                <a:lnTo>
                  <a:pt x="293608" y="319402"/>
                </a:lnTo>
                <a:lnTo>
                  <a:pt x="284912" y="320583"/>
                </a:lnTo>
                <a:lnTo>
                  <a:pt x="276206" y="321707"/>
                </a:lnTo>
                <a:lnTo>
                  <a:pt x="267481" y="322783"/>
                </a:lnTo>
                <a:lnTo>
                  <a:pt x="258737" y="323812"/>
                </a:lnTo>
                <a:lnTo>
                  <a:pt x="249984" y="324803"/>
                </a:lnTo>
                <a:lnTo>
                  <a:pt x="241211" y="325736"/>
                </a:lnTo>
                <a:lnTo>
                  <a:pt x="232439" y="326622"/>
                </a:lnTo>
                <a:lnTo>
                  <a:pt x="223647" y="327470"/>
                </a:lnTo>
                <a:lnTo>
                  <a:pt x="214846" y="328270"/>
                </a:lnTo>
                <a:lnTo>
                  <a:pt x="206035" y="329022"/>
                </a:lnTo>
                <a:lnTo>
                  <a:pt x="197215" y="329736"/>
                </a:lnTo>
                <a:lnTo>
                  <a:pt x="188385" y="330413"/>
                </a:lnTo>
                <a:lnTo>
                  <a:pt x="179546" y="331041"/>
                </a:lnTo>
                <a:lnTo>
                  <a:pt x="170707" y="331622"/>
                </a:lnTo>
                <a:lnTo>
                  <a:pt x="161858" y="332175"/>
                </a:lnTo>
                <a:lnTo>
                  <a:pt x="153000" y="332680"/>
                </a:lnTo>
                <a:lnTo>
                  <a:pt x="144142" y="333146"/>
                </a:lnTo>
                <a:lnTo>
                  <a:pt x="135274" y="333575"/>
                </a:lnTo>
                <a:lnTo>
                  <a:pt x="126406" y="333956"/>
                </a:lnTo>
                <a:lnTo>
                  <a:pt x="117529" y="334308"/>
                </a:lnTo>
                <a:lnTo>
                  <a:pt x="108652" y="334623"/>
                </a:lnTo>
                <a:lnTo>
                  <a:pt x="99774" y="334899"/>
                </a:lnTo>
                <a:lnTo>
                  <a:pt x="90888" y="335137"/>
                </a:lnTo>
                <a:lnTo>
                  <a:pt x="82001" y="335347"/>
                </a:lnTo>
                <a:lnTo>
                  <a:pt x="73114" y="335518"/>
                </a:lnTo>
                <a:lnTo>
                  <a:pt x="64227" y="335651"/>
                </a:lnTo>
                <a:lnTo>
                  <a:pt x="55331" y="335756"/>
                </a:lnTo>
                <a:lnTo>
                  <a:pt x="46444" y="335823"/>
                </a:lnTo>
                <a:lnTo>
                  <a:pt x="37548" y="335852"/>
                </a:lnTo>
                <a:lnTo>
                  <a:pt x="28661" y="335861"/>
                </a:lnTo>
                <a:lnTo>
                  <a:pt x="19764" y="335823"/>
                </a:lnTo>
                <a:lnTo>
                  <a:pt x="10878" y="335766"/>
                </a:lnTo>
                <a:lnTo>
                  <a:pt x="1981" y="335671"/>
                </a:lnTo>
                <a:lnTo>
                  <a:pt x="0" y="335585"/>
                </a:lnTo>
                <a:lnTo>
                  <a:pt x="8887" y="335442"/>
                </a:lnTo>
                <a:lnTo>
                  <a:pt x="17774" y="335213"/>
                </a:lnTo>
                <a:lnTo>
                  <a:pt x="26651" y="334899"/>
                </a:lnTo>
                <a:lnTo>
                  <a:pt x="35528" y="334528"/>
                </a:lnTo>
                <a:lnTo>
                  <a:pt x="44387" y="334089"/>
                </a:lnTo>
                <a:lnTo>
                  <a:pt x="53245" y="333585"/>
                </a:lnTo>
                <a:lnTo>
                  <a:pt x="62093" y="333023"/>
                </a:lnTo>
                <a:lnTo>
                  <a:pt x="70933" y="332403"/>
                </a:lnTo>
                <a:lnTo>
                  <a:pt x="79753" y="331727"/>
                </a:lnTo>
                <a:lnTo>
                  <a:pt x="88573" y="330994"/>
                </a:lnTo>
                <a:lnTo>
                  <a:pt x="97374" y="330194"/>
                </a:lnTo>
                <a:lnTo>
                  <a:pt x="106156" y="329346"/>
                </a:lnTo>
                <a:lnTo>
                  <a:pt x="114929" y="328422"/>
                </a:lnTo>
                <a:lnTo>
                  <a:pt x="123692" y="327450"/>
                </a:lnTo>
                <a:lnTo>
                  <a:pt x="132426" y="326412"/>
                </a:lnTo>
                <a:lnTo>
                  <a:pt x="141151" y="325317"/>
                </a:lnTo>
                <a:lnTo>
                  <a:pt x="149847" y="324155"/>
                </a:lnTo>
                <a:lnTo>
                  <a:pt x="158525" y="322926"/>
                </a:lnTo>
                <a:lnTo>
                  <a:pt x="167173" y="321631"/>
                </a:lnTo>
                <a:lnTo>
                  <a:pt x="175803" y="320278"/>
                </a:lnTo>
                <a:lnTo>
                  <a:pt x="184394" y="318849"/>
                </a:lnTo>
                <a:lnTo>
                  <a:pt x="192967" y="317344"/>
                </a:lnTo>
                <a:lnTo>
                  <a:pt x="201501" y="315773"/>
                </a:lnTo>
                <a:lnTo>
                  <a:pt x="209998" y="314134"/>
                </a:lnTo>
                <a:lnTo>
                  <a:pt x="218465" y="312410"/>
                </a:lnTo>
                <a:lnTo>
                  <a:pt x="226886" y="310620"/>
                </a:lnTo>
                <a:lnTo>
                  <a:pt x="235268" y="308734"/>
                </a:lnTo>
                <a:lnTo>
                  <a:pt x="243592" y="306781"/>
                </a:lnTo>
                <a:lnTo>
                  <a:pt x="251879" y="304733"/>
                </a:lnTo>
                <a:lnTo>
                  <a:pt x="260099" y="302609"/>
                </a:lnTo>
                <a:lnTo>
                  <a:pt x="268272" y="300390"/>
                </a:lnTo>
                <a:lnTo>
                  <a:pt x="276368" y="298085"/>
                </a:lnTo>
                <a:lnTo>
                  <a:pt x="284407" y="295685"/>
                </a:lnTo>
                <a:lnTo>
                  <a:pt x="292370" y="293180"/>
                </a:lnTo>
                <a:lnTo>
                  <a:pt x="300247" y="290589"/>
                </a:lnTo>
                <a:lnTo>
                  <a:pt x="308039" y="287893"/>
                </a:lnTo>
                <a:lnTo>
                  <a:pt x="315744" y="285093"/>
                </a:lnTo>
                <a:lnTo>
                  <a:pt x="323345" y="282188"/>
                </a:lnTo>
                <a:lnTo>
                  <a:pt x="330851" y="279178"/>
                </a:lnTo>
                <a:lnTo>
                  <a:pt x="338233" y="276054"/>
                </a:lnTo>
                <a:lnTo>
                  <a:pt x="345491" y="272825"/>
                </a:lnTo>
                <a:lnTo>
                  <a:pt x="352625" y="269472"/>
                </a:lnTo>
                <a:lnTo>
                  <a:pt x="359607" y="266005"/>
                </a:lnTo>
                <a:lnTo>
                  <a:pt x="366446" y="262423"/>
                </a:lnTo>
                <a:lnTo>
                  <a:pt x="373132" y="258728"/>
                </a:lnTo>
                <a:lnTo>
                  <a:pt x="379638" y="254908"/>
                </a:lnTo>
                <a:lnTo>
                  <a:pt x="385963" y="250965"/>
                </a:lnTo>
                <a:lnTo>
                  <a:pt x="392097" y="246917"/>
                </a:lnTo>
                <a:lnTo>
                  <a:pt x="398031" y="242735"/>
                </a:lnTo>
                <a:lnTo>
                  <a:pt x="403755" y="238449"/>
                </a:lnTo>
                <a:lnTo>
                  <a:pt x="409251" y="234048"/>
                </a:lnTo>
                <a:lnTo>
                  <a:pt x="414518" y="229533"/>
                </a:lnTo>
                <a:lnTo>
                  <a:pt x="419548" y="224904"/>
                </a:lnTo>
                <a:lnTo>
                  <a:pt x="424320" y="220180"/>
                </a:lnTo>
                <a:lnTo>
                  <a:pt x="428835" y="215351"/>
                </a:lnTo>
                <a:lnTo>
                  <a:pt x="433083" y="210426"/>
                </a:lnTo>
                <a:lnTo>
                  <a:pt x="437064" y="205416"/>
                </a:lnTo>
                <a:lnTo>
                  <a:pt x="440779" y="200330"/>
                </a:lnTo>
                <a:lnTo>
                  <a:pt x="444208" y="195158"/>
                </a:lnTo>
                <a:lnTo>
                  <a:pt x="447351" y="189919"/>
                </a:lnTo>
                <a:lnTo>
                  <a:pt x="450218" y="184614"/>
                </a:lnTo>
                <a:lnTo>
                  <a:pt x="452809" y="179251"/>
                </a:lnTo>
                <a:lnTo>
                  <a:pt x="455124" y="173841"/>
                </a:lnTo>
                <a:lnTo>
                  <a:pt x="457152" y="168383"/>
                </a:lnTo>
                <a:lnTo>
                  <a:pt x="458924" y="162887"/>
                </a:lnTo>
                <a:lnTo>
                  <a:pt x="460419" y="157363"/>
                </a:lnTo>
                <a:lnTo>
                  <a:pt x="461658" y="151819"/>
                </a:lnTo>
                <a:lnTo>
                  <a:pt x="462648" y="146247"/>
                </a:lnTo>
                <a:lnTo>
                  <a:pt x="463382" y="140665"/>
                </a:lnTo>
                <a:lnTo>
                  <a:pt x="463877" y="135065"/>
                </a:lnTo>
                <a:lnTo>
                  <a:pt x="464144" y="129464"/>
                </a:lnTo>
                <a:lnTo>
                  <a:pt x="464191" y="123863"/>
                </a:lnTo>
                <a:lnTo>
                  <a:pt x="464010" y="118253"/>
                </a:lnTo>
                <a:lnTo>
                  <a:pt x="463629" y="112662"/>
                </a:lnTo>
                <a:lnTo>
                  <a:pt x="463039" y="107061"/>
                </a:lnTo>
                <a:lnTo>
                  <a:pt x="471268" y="105689"/>
                </a:lnTo>
                <a:lnTo>
                  <a:pt x="479936" y="104442"/>
                </a:lnTo>
                <a:lnTo>
                  <a:pt x="488566" y="103108"/>
                </a:lnTo>
                <a:lnTo>
                  <a:pt x="497176" y="101698"/>
                </a:lnTo>
                <a:lnTo>
                  <a:pt x="505758" y="100232"/>
                </a:lnTo>
                <a:lnTo>
                  <a:pt x="514312" y="98708"/>
                </a:lnTo>
                <a:lnTo>
                  <a:pt x="522846" y="97126"/>
                </a:lnTo>
                <a:lnTo>
                  <a:pt x="531352" y="95488"/>
                </a:lnTo>
                <a:lnTo>
                  <a:pt x="539820" y="93793"/>
                </a:lnTo>
                <a:lnTo>
                  <a:pt x="548278" y="92040"/>
                </a:lnTo>
                <a:lnTo>
                  <a:pt x="556698" y="90249"/>
                </a:lnTo>
                <a:lnTo>
                  <a:pt x="565090" y="88392"/>
                </a:lnTo>
                <a:lnTo>
                  <a:pt x="573453" y="86487"/>
                </a:lnTo>
                <a:lnTo>
                  <a:pt x="581787" y="84534"/>
                </a:lnTo>
                <a:lnTo>
                  <a:pt x="590083" y="82525"/>
                </a:lnTo>
                <a:lnTo>
                  <a:pt x="598361" y="80467"/>
                </a:lnTo>
                <a:lnTo>
                  <a:pt x="606590" y="78362"/>
                </a:lnTo>
                <a:lnTo>
                  <a:pt x="614801" y="76200"/>
                </a:lnTo>
                <a:lnTo>
                  <a:pt x="622964" y="73981"/>
                </a:lnTo>
                <a:lnTo>
                  <a:pt x="631098" y="71714"/>
                </a:lnTo>
                <a:lnTo>
                  <a:pt x="639185" y="69390"/>
                </a:lnTo>
                <a:lnTo>
                  <a:pt x="647243" y="67018"/>
                </a:lnTo>
                <a:lnTo>
                  <a:pt x="655253" y="64589"/>
                </a:lnTo>
                <a:lnTo>
                  <a:pt x="663226" y="62103"/>
                </a:lnTo>
                <a:lnTo>
                  <a:pt x="671151" y="59560"/>
                </a:lnTo>
                <a:lnTo>
                  <a:pt x="679037" y="56969"/>
                </a:lnTo>
                <a:lnTo>
                  <a:pt x="686867" y="54312"/>
                </a:lnTo>
                <a:lnTo>
                  <a:pt x="694649" y="51606"/>
                </a:lnTo>
                <a:lnTo>
                  <a:pt x="702383" y="48835"/>
                </a:lnTo>
                <a:lnTo>
                  <a:pt x="710060" y="46015"/>
                </a:lnTo>
                <a:lnTo>
                  <a:pt x="717690" y="43129"/>
                </a:lnTo>
                <a:lnTo>
                  <a:pt x="725253" y="40186"/>
                </a:lnTo>
                <a:lnTo>
                  <a:pt x="732768" y="37186"/>
                </a:lnTo>
                <a:lnTo>
                  <a:pt x="740207" y="34119"/>
                </a:lnTo>
                <a:lnTo>
                  <a:pt x="747589" y="30994"/>
                </a:lnTo>
                <a:lnTo>
                  <a:pt x="754904" y="27813"/>
                </a:lnTo>
                <a:lnTo>
                  <a:pt x="762143" y="24555"/>
                </a:lnTo>
                <a:lnTo>
                  <a:pt x="769315" y="21241"/>
                </a:lnTo>
                <a:lnTo>
                  <a:pt x="776411" y="17869"/>
                </a:lnTo>
                <a:lnTo>
                  <a:pt x="783431" y="14421"/>
                </a:lnTo>
                <a:lnTo>
                  <a:pt x="790365" y="10916"/>
                </a:lnTo>
                <a:lnTo>
                  <a:pt x="797214" y="7344"/>
                </a:lnTo>
                <a:lnTo>
                  <a:pt x="803977" y="3705"/>
                </a:lnTo>
                <a:lnTo>
                  <a:pt x="810644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6203C6C6-3EC5-49FE-ADF4-2FC5A9DF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005" y="186676"/>
            <a:ext cx="161032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18" name="note-body-0">
            <a:extLst xmlns:a="http://schemas.openxmlformats.org/drawingml/2006/main">
              <a:ext uri="{FF2B5EF4-FFF2-40B4-BE49-F238E27FC236}">
                <a16:creationId xmlns:a16="http://schemas.microsoft.com/office/drawing/2014/main" id="{CCAB7C3A-EA08-466B-9BD0-1443A37E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634" y="513355"/>
            <a:ext cx="1723130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关系明确，阅读路径稳定</a:t>
            </a:r>
          </a:p>
        </p:txBody>
      </p:sp>
      <p:sp>
        <p:nvSpPr>
          <p:cNvPr id="19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C6005A48-674C-4E08-9F91-FFF6E9D6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6263" y="186676"/>
            <a:ext cx="161032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0" name="note-body-1">
            <a:extLst xmlns:a="http://schemas.openxmlformats.org/drawingml/2006/main">
              <a:ext uri="{FF2B5EF4-FFF2-40B4-BE49-F238E27FC236}">
                <a16:creationId xmlns:a16="http://schemas.microsoft.com/office/drawing/2014/main" id="{1D86A8D0-1A2A-4790-A4FA-B108D26A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6892" y="513355"/>
            <a:ext cx="1723130" cy="420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结果保持一致，减少随机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波动</a:t>
            </a:r>
          </a:p>
        </p:txBody>
      </p:sp>
      <p:sp>
        <p:nvSpPr>
          <p:cNvPr id="21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88123030-63ED-4BDC-8781-5E39990E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005" y="1706809"/>
            <a:ext cx="161032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22" name="note-body-2">
            <a:extLst xmlns:a="http://schemas.openxmlformats.org/drawingml/2006/main">
              <a:ext uri="{FF2B5EF4-FFF2-40B4-BE49-F238E27FC236}">
                <a16:creationId xmlns:a16="http://schemas.microsoft.com/office/drawing/2014/main" id="{919D351A-DE91-4523-90F8-7C35C905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634" y="2033478"/>
            <a:ext cx="1723130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文字与形状均可继续修改</a:t>
            </a:r>
          </a:p>
        </p:txBody>
      </p:sp>
      <p:sp>
        <p:nvSpPr>
          <p:cNvPr id="23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AE3B8ADD-F673-4621-90EF-78FE7BE4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6263" y="1706809"/>
            <a:ext cx="161032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24" name="note-point-3-0">
            <a:extLst xmlns:a="http://schemas.openxmlformats.org/drawingml/2006/main">
              <a:ext uri="{FF2B5EF4-FFF2-40B4-BE49-F238E27FC236}">
                <a16:creationId xmlns:a16="http://schemas.microsoft.com/office/drawing/2014/main" id="{5FE5E44F-1A61-4E05-A665-E3845855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6892" y="2033478"/>
            <a:ext cx="1723130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数量变化时重新求解</a:t>
            </a:r>
          </a:p>
        </p:txBody>
      </p:sp>
      <p:sp>
        <p:nvSpPr>
          <p:cNvPr id="25" name="note-point-3-1">
            <a:extLst xmlns:a="http://schemas.openxmlformats.org/drawingml/2006/main">
              <a:ext uri="{FF2B5EF4-FFF2-40B4-BE49-F238E27FC236}">
                <a16:creationId xmlns:a16="http://schemas.microsoft.com/office/drawing/2014/main" id="{B920780E-902A-48C5-9E76-6FBBB3B1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6892" y="2291405"/>
            <a:ext cx="1723130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末行始终保持居中</a:t>
            </a:r>
          </a:p>
        </p:txBody>
      </p:sp>
      <p:sp>
        <p:nvSpPr>
          <p:cNvPr id="26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1D698E6E-99C3-4C59-92E3-D9776351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078" y="186676"/>
            <a:ext cx="325936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bb78a89354140">
            <a:extLst>
              <a:ext uri="{96DAC541-7B7A-43D3-8B79-37D633B846F1}">
                <asvg:svgBlip xmlns:asvg="http://schemas.microsoft.com/office/drawing/2016/SVG/main" r:embed="Ra86e8371e8f844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21479" y="225966"/>
            <a:ext cx="148085" cy="148085"/>
          </a:xfrm>
          <a:prstGeom xmlns:a="http://schemas.openxmlformats.org/drawingml/2006/main" prst="rect">
            <a:avLst/>
          </a:prstGeom>
        </p:spPr>
      </p:pic>
      <p:sp>
        <p:nvSpPr>
          <p:cNvPr id="28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833CD3C0-0BF6-412E-A383-68CC9436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0327" y="186676"/>
            <a:ext cx="325936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d891ed98a4cbf">
            <a:extLst>
              <a:ext uri="{96DAC541-7B7A-43D3-8B79-37D633B846F1}">
                <asvg:svgBlip xmlns:asvg="http://schemas.microsoft.com/office/drawing/2016/SVG/main" r:embed="R2fbae887f37c4c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41737" y="225966"/>
            <a:ext cx="148085" cy="148085"/>
          </a:xfrm>
          <a:prstGeom xmlns:a="http://schemas.openxmlformats.org/drawingml/2006/main" prst="rect">
            <a:avLst/>
          </a:prstGeom>
        </p:spPr>
      </p:pic>
      <p:sp>
        <p:nvSpPr>
          <p:cNvPr id="30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03430FE9-3B04-4985-8A12-F79456B1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078" y="1706809"/>
            <a:ext cx="325936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b570348c240ab">
            <a:extLst>
              <a:ext uri="{96DAC541-7B7A-43D3-8B79-37D633B846F1}">
                <asvg:svgBlip xmlns:asvg="http://schemas.microsoft.com/office/drawing/2016/SVG/main" r:embed="R6b331d949cb649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21479" y="1746099"/>
            <a:ext cx="148085" cy="148085"/>
          </a:xfrm>
          <a:prstGeom xmlns:a="http://schemas.openxmlformats.org/drawingml/2006/main" prst="rect">
            <a:avLst/>
          </a:prstGeom>
        </p:spPr>
      </p:pic>
      <p:sp>
        <p:nvSpPr>
          <p:cNvPr id="32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1C14AF7D-1A93-49CC-89A1-CCFE9CA8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0327" y="1706809"/>
            <a:ext cx="325936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9f223547d4b25">
            <a:extLst>
              <a:ext uri="{96DAC541-7B7A-43D3-8B79-37D633B846F1}">
                <asvg:svgBlip xmlns:asvg="http://schemas.microsoft.com/office/drawing/2016/SVG/main" r:embed="R0ee1f0823f814a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41737" y="1746099"/>
            <a:ext cx="148085" cy="1480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1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2026-09-07T23:09:05.2690000Z</dcterms:created>
  <dcterms:modified xsi:type="dcterms:W3CDTF">2026-09-07T23:09:05.2690000Z</dcterms:modified>
</coreProperties>
</file>