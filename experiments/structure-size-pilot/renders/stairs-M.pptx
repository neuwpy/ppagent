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a7cf7ce6b04e62" /><Relationship Type="http://schemas.openxmlformats.org/officeDocument/2006/relationships/extended-properties" Target="/docProps/app.xml" Id="R65e6d4abc4b542dd" /><Relationship Type="http://schemas.openxmlformats.org/officeDocument/2006/relationships/officeDocument" Target="/ppt/presentation.xml" Id="Rf961c4e6a4844c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041b81c1be4112"/>
  </p:sldMasterIdLst>
  <p:notesMasterIdLst>
    <p:notesMasterId xmlns:r="http://schemas.openxmlformats.org/officeDocument/2006/relationships" r:id="R745b73b47f0147ef"/>
  </p:notesMasterIdLst>
  <p:sldIdLst>
    <p:sldId xmlns:r="http://schemas.openxmlformats.org/officeDocument/2006/relationships" id="256" r:id="R81fff28b8ff844a6"/>
  </p:sldIdLst>
  <p:sldSz cx="9472613" cy="398335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b7d0919dad4a54" /><Relationship Type="http://schemas.openxmlformats.org/officeDocument/2006/relationships/slideMaster" Target="/ppt/slideMasters/slideMaster1.xml" Id="Rc4041b81c1be4112" /><Relationship Type="http://schemas.openxmlformats.org/officeDocument/2006/relationships/notesMaster" Target="/ppt/notesMasters/notesMaster1.xml" Id="R745b73b47f0147ef" /><Relationship Type="http://schemas.openxmlformats.org/officeDocument/2006/relationships/presProps" Target="/ppt/presProps.xml" Id="Rfe403baed17e442e" /><Relationship Type="http://schemas.openxmlformats.org/officeDocument/2006/relationships/tableStyles" Target="/ppt/tableStyles.xml" Id="Ra0619af3131141d1" /><Relationship Type="http://schemas.openxmlformats.org/officeDocument/2006/relationships/slide" Target="/ppt/slides/slide1.xml" Id="R81fff28b8ff844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9cd0fd9fd242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33350" dist="47625" dir="5400000">
              <a:srgbClr val="345B63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c49be794bd489b" /><Relationship Type="http://schemas.openxmlformats.org/officeDocument/2006/relationships/notesMaster" Target="/ppt/notesMasters/notesMaster1.xml" Id="R8d22ac852b2949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78113f4234a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9861473b794d14" /><Relationship Type="http://schemas.openxmlformats.org/officeDocument/2006/relationships/slideLayout" Target="/ppt/slideLayouts/slideLayout1.xml" Id="R1306c527b73a45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06c527b73a45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33350" dist="47625" dir="5400000">
              <a:srgbClr val="345B63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cb7f2be0f494d" /><Relationship Type="http://schemas.openxmlformats.org/officeDocument/2006/relationships/notesSlide" Target="/ppt/notesSlides/notesSlide1.xml" Id="R51dac7e084dd43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9D99F247-C5F5-4182-9EFE-90A26CCD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337" y="2248091"/>
            <a:ext cx="1276721" cy="921610"/>
          </a:xfrm>
          <a:custGeom xmlns:a="http://schemas.openxmlformats.org/drawingml/2006/main">
            <a:pathLst>
              <a:path w="1276721" h="921610">
                <a:moveTo>
                  <a:pt x="75495" y="128387"/>
                </a:moveTo>
                <a:lnTo>
                  <a:pt x="94402" y="126349"/>
                </a:lnTo>
                <a:lnTo>
                  <a:pt x="113309" y="124311"/>
                </a:lnTo>
                <a:lnTo>
                  <a:pt x="132226" y="122272"/>
                </a:lnTo>
                <a:lnTo>
                  <a:pt x="151133" y="120234"/>
                </a:lnTo>
                <a:lnTo>
                  <a:pt x="170040" y="118196"/>
                </a:lnTo>
                <a:lnTo>
                  <a:pt x="188947" y="116157"/>
                </a:lnTo>
                <a:lnTo>
                  <a:pt x="207864" y="114119"/>
                </a:lnTo>
                <a:lnTo>
                  <a:pt x="226771" y="112081"/>
                </a:lnTo>
                <a:lnTo>
                  <a:pt x="245678" y="110042"/>
                </a:lnTo>
                <a:lnTo>
                  <a:pt x="264595" y="108004"/>
                </a:lnTo>
                <a:lnTo>
                  <a:pt x="283502" y="105966"/>
                </a:lnTo>
                <a:lnTo>
                  <a:pt x="302409" y="103927"/>
                </a:lnTo>
                <a:lnTo>
                  <a:pt x="321326" y="101889"/>
                </a:lnTo>
                <a:lnTo>
                  <a:pt x="340233" y="99851"/>
                </a:lnTo>
                <a:lnTo>
                  <a:pt x="359140" y="97812"/>
                </a:lnTo>
                <a:lnTo>
                  <a:pt x="378047" y="95783"/>
                </a:lnTo>
                <a:lnTo>
                  <a:pt x="396964" y="93745"/>
                </a:lnTo>
                <a:lnTo>
                  <a:pt x="415871" y="91707"/>
                </a:lnTo>
                <a:lnTo>
                  <a:pt x="434778" y="89668"/>
                </a:lnTo>
                <a:lnTo>
                  <a:pt x="453695" y="87630"/>
                </a:lnTo>
                <a:lnTo>
                  <a:pt x="472602" y="85592"/>
                </a:lnTo>
                <a:lnTo>
                  <a:pt x="491509" y="83553"/>
                </a:lnTo>
                <a:lnTo>
                  <a:pt x="510426" y="81515"/>
                </a:lnTo>
                <a:lnTo>
                  <a:pt x="529333" y="79477"/>
                </a:lnTo>
                <a:lnTo>
                  <a:pt x="548240" y="77438"/>
                </a:lnTo>
                <a:lnTo>
                  <a:pt x="567157" y="75400"/>
                </a:lnTo>
                <a:lnTo>
                  <a:pt x="586064" y="73362"/>
                </a:lnTo>
                <a:lnTo>
                  <a:pt x="604971" y="71323"/>
                </a:lnTo>
                <a:lnTo>
                  <a:pt x="623878" y="69285"/>
                </a:lnTo>
                <a:lnTo>
                  <a:pt x="642795" y="67247"/>
                </a:lnTo>
                <a:lnTo>
                  <a:pt x="661702" y="65208"/>
                </a:lnTo>
                <a:lnTo>
                  <a:pt x="680609" y="63170"/>
                </a:lnTo>
                <a:lnTo>
                  <a:pt x="699526" y="61131"/>
                </a:lnTo>
                <a:lnTo>
                  <a:pt x="718433" y="59093"/>
                </a:lnTo>
                <a:lnTo>
                  <a:pt x="737340" y="57064"/>
                </a:lnTo>
                <a:lnTo>
                  <a:pt x="756256" y="55026"/>
                </a:lnTo>
                <a:lnTo>
                  <a:pt x="775164" y="52988"/>
                </a:lnTo>
                <a:lnTo>
                  <a:pt x="794071" y="50949"/>
                </a:lnTo>
                <a:lnTo>
                  <a:pt x="812978" y="48911"/>
                </a:lnTo>
                <a:lnTo>
                  <a:pt x="831894" y="46873"/>
                </a:lnTo>
                <a:lnTo>
                  <a:pt x="850802" y="44834"/>
                </a:lnTo>
                <a:lnTo>
                  <a:pt x="869709" y="42796"/>
                </a:lnTo>
                <a:lnTo>
                  <a:pt x="888625" y="40757"/>
                </a:lnTo>
                <a:lnTo>
                  <a:pt x="907532" y="38719"/>
                </a:lnTo>
                <a:lnTo>
                  <a:pt x="926440" y="36681"/>
                </a:lnTo>
                <a:lnTo>
                  <a:pt x="945356" y="34642"/>
                </a:lnTo>
                <a:lnTo>
                  <a:pt x="964263" y="32604"/>
                </a:lnTo>
                <a:lnTo>
                  <a:pt x="983171" y="30566"/>
                </a:lnTo>
                <a:lnTo>
                  <a:pt x="1002078" y="28527"/>
                </a:lnTo>
                <a:lnTo>
                  <a:pt x="1020994" y="26489"/>
                </a:lnTo>
                <a:lnTo>
                  <a:pt x="1039901" y="24451"/>
                </a:lnTo>
                <a:lnTo>
                  <a:pt x="1058809" y="22412"/>
                </a:lnTo>
                <a:lnTo>
                  <a:pt x="1077725" y="20374"/>
                </a:lnTo>
                <a:lnTo>
                  <a:pt x="1096632" y="18345"/>
                </a:lnTo>
                <a:lnTo>
                  <a:pt x="1115539" y="16307"/>
                </a:lnTo>
                <a:lnTo>
                  <a:pt x="1134456" y="14268"/>
                </a:lnTo>
                <a:lnTo>
                  <a:pt x="1153363" y="12230"/>
                </a:lnTo>
                <a:lnTo>
                  <a:pt x="1172270" y="10192"/>
                </a:lnTo>
                <a:lnTo>
                  <a:pt x="1191187" y="8153"/>
                </a:lnTo>
                <a:lnTo>
                  <a:pt x="1210094" y="6115"/>
                </a:lnTo>
                <a:lnTo>
                  <a:pt x="1229001" y="4077"/>
                </a:lnTo>
                <a:lnTo>
                  <a:pt x="1247908" y="2038"/>
                </a:lnTo>
                <a:lnTo>
                  <a:pt x="1266825" y="0"/>
                </a:lnTo>
                <a:lnTo>
                  <a:pt x="1276721" y="7077"/>
                </a:lnTo>
                <a:lnTo>
                  <a:pt x="1274902" y="26013"/>
                </a:lnTo>
                <a:lnTo>
                  <a:pt x="1273083" y="44948"/>
                </a:lnTo>
                <a:lnTo>
                  <a:pt x="1271264" y="63875"/>
                </a:lnTo>
                <a:lnTo>
                  <a:pt x="1269444" y="82810"/>
                </a:lnTo>
                <a:lnTo>
                  <a:pt x="1267625" y="101746"/>
                </a:lnTo>
                <a:lnTo>
                  <a:pt x="1265815" y="120672"/>
                </a:lnTo>
                <a:lnTo>
                  <a:pt x="1263996" y="139608"/>
                </a:lnTo>
                <a:lnTo>
                  <a:pt x="1262177" y="158544"/>
                </a:lnTo>
                <a:lnTo>
                  <a:pt x="1260358" y="177470"/>
                </a:lnTo>
                <a:lnTo>
                  <a:pt x="1258538" y="196406"/>
                </a:lnTo>
                <a:lnTo>
                  <a:pt x="1256719" y="215332"/>
                </a:lnTo>
                <a:lnTo>
                  <a:pt x="1254900" y="234267"/>
                </a:lnTo>
                <a:lnTo>
                  <a:pt x="1253080" y="253203"/>
                </a:lnTo>
                <a:lnTo>
                  <a:pt x="1251261" y="272129"/>
                </a:lnTo>
                <a:lnTo>
                  <a:pt x="1249442" y="291065"/>
                </a:lnTo>
                <a:lnTo>
                  <a:pt x="1247632" y="310001"/>
                </a:lnTo>
                <a:lnTo>
                  <a:pt x="1245813" y="328927"/>
                </a:lnTo>
                <a:lnTo>
                  <a:pt x="1243994" y="347863"/>
                </a:lnTo>
                <a:lnTo>
                  <a:pt x="1242174" y="366798"/>
                </a:lnTo>
                <a:lnTo>
                  <a:pt x="1240355" y="385724"/>
                </a:lnTo>
                <a:lnTo>
                  <a:pt x="1238536" y="404660"/>
                </a:lnTo>
                <a:lnTo>
                  <a:pt x="1236716" y="423596"/>
                </a:lnTo>
                <a:lnTo>
                  <a:pt x="1234897" y="442522"/>
                </a:lnTo>
                <a:lnTo>
                  <a:pt x="1233078" y="461458"/>
                </a:lnTo>
                <a:lnTo>
                  <a:pt x="1231268" y="480393"/>
                </a:lnTo>
                <a:lnTo>
                  <a:pt x="1229449" y="499320"/>
                </a:lnTo>
                <a:lnTo>
                  <a:pt x="1227630" y="518255"/>
                </a:lnTo>
                <a:lnTo>
                  <a:pt x="1225810" y="537191"/>
                </a:lnTo>
                <a:lnTo>
                  <a:pt x="1223991" y="556117"/>
                </a:lnTo>
                <a:lnTo>
                  <a:pt x="1222172" y="575053"/>
                </a:lnTo>
                <a:lnTo>
                  <a:pt x="1220353" y="593989"/>
                </a:lnTo>
                <a:lnTo>
                  <a:pt x="1218533" y="612915"/>
                </a:lnTo>
                <a:lnTo>
                  <a:pt x="1216714" y="631850"/>
                </a:lnTo>
                <a:lnTo>
                  <a:pt x="1214904" y="650777"/>
                </a:lnTo>
                <a:lnTo>
                  <a:pt x="1213085" y="669712"/>
                </a:lnTo>
                <a:lnTo>
                  <a:pt x="1211266" y="688648"/>
                </a:lnTo>
                <a:lnTo>
                  <a:pt x="1209446" y="707574"/>
                </a:lnTo>
                <a:lnTo>
                  <a:pt x="1207627" y="726510"/>
                </a:lnTo>
                <a:lnTo>
                  <a:pt x="1205808" y="745446"/>
                </a:lnTo>
                <a:lnTo>
                  <a:pt x="1203989" y="764372"/>
                </a:lnTo>
                <a:lnTo>
                  <a:pt x="1202169" y="783307"/>
                </a:lnTo>
                <a:lnTo>
                  <a:pt x="1191339" y="793328"/>
                </a:lnTo>
                <a:lnTo>
                  <a:pt x="1172432" y="795366"/>
                </a:lnTo>
                <a:lnTo>
                  <a:pt x="1153525" y="797404"/>
                </a:lnTo>
                <a:lnTo>
                  <a:pt x="1134608" y="799443"/>
                </a:lnTo>
                <a:lnTo>
                  <a:pt x="1115701" y="801472"/>
                </a:lnTo>
                <a:lnTo>
                  <a:pt x="1096794" y="803510"/>
                </a:lnTo>
                <a:lnTo>
                  <a:pt x="1077878" y="805548"/>
                </a:lnTo>
                <a:lnTo>
                  <a:pt x="1058970" y="807587"/>
                </a:lnTo>
                <a:lnTo>
                  <a:pt x="1040063" y="809625"/>
                </a:lnTo>
                <a:lnTo>
                  <a:pt x="1021147" y="811654"/>
                </a:lnTo>
                <a:lnTo>
                  <a:pt x="1002240" y="813692"/>
                </a:lnTo>
                <a:lnTo>
                  <a:pt x="983332" y="815731"/>
                </a:lnTo>
                <a:lnTo>
                  <a:pt x="964416" y="817769"/>
                </a:lnTo>
                <a:lnTo>
                  <a:pt x="945509" y="819798"/>
                </a:lnTo>
                <a:lnTo>
                  <a:pt x="926602" y="821836"/>
                </a:lnTo>
                <a:lnTo>
                  <a:pt x="907685" y="823874"/>
                </a:lnTo>
                <a:lnTo>
                  <a:pt x="888778" y="825913"/>
                </a:lnTo>
                <a:lnTo>
                  <a:pt x="869871" y="827951"/>
                </a:lnTo>
                <a:lnTo>
                  <a:pt x="850954" y="829980"/>
                </a:lnTo>
                <a:lnTo>
                  <a:pt x="832047" y="832018"/>
                </a:lnTo>
                <a:lnTo>
                  <a:pt x="813140" y="834057"/>
                </a:lnTo>
                <a:lnTo>
                  <a:pt x="794223" y="836095"/>
                </a:lnTo>
                <a:lnTo>
                  <a:pt x="775316" y="838124"/>
                </a:lnTo>
                <a:lnTo>
                  <a:pt x="756409" y="840162"/>
                </a:lnTo>
                <a:lnTo>
                  <a:pt x="737502" y="842201"/>
                </a:lnTo>
                <a:lnTo>
                  <a:pt x="718585" y="844239"/>
                </a:lnTo>
                <a:lnTo>
                  <a:pt x="699678" y="846277"/>
                </a:lnTo>
                <a:lnTo>
                  <a:pt x="680771" y="848306"/>
                </a:lnTo>
                <a:lnTo>
                  <a:pt x="661854" y="850344"/>
                </a:lnTo>
                <a:lnTo>
                  <a:pt x="642947" y="852383"/>
                </a:lnTo>
                <a:lnTo>
                  <a:pt x="624040" y="854421"/>
                </a:lnTo>
                <a:lnTo>
                  <a:pt x="605123" y="856450"/>
                </a:lnTo>
                <a:lnTo>
                  <a:pt x="586216" y="858488"/>
                </a:lnTo>
                <a:lnTo>
                  <a:pt x="567309" y="860527"/>
                </a:lnTo>
                <a:lnTo>
                  <a:pt x="548392" y="862565"/>
                </a:lnTo>
                <a:lnTo>
                  <a:pt x="529485" y="864603"/>
                </a:lnTo>
                <a:lnTo>
                  <a:pt x="510578" y="866632"/>
                </a:lnTo>
                <a:lnTo>
                  <a:pt x="491661" y="868670"/>
                </a:lnTo>
                <a:lnTo>
                  <a:pt x="472754" y="870709"/>
                </a:lnTo>
                <a:lnTo>
                  <a:pt x="453847" y="872747"/>
                </a:lnTo>
                <a:lnTo>
                  <a:pt x="434931" y="874776"/>
                </a:lnTo>
                <a:lnTo>
                  <a:pt x="416023" y="876814"/>
                </a:lnTo>
                <a:lnTo>
                  <a:pt x="397116" y="878853"/>
                </a:lnTo>
                <a:lnTo>
                  <a:pt x="378200" y="880891"/>
                </a:lnTo>
                <a:lnTo>
                  <a:pt x="359293" y="882929"/>
                </a:lnTo>
                <a:lnTo>
                  <a:pt x="340385" y="884958"/>
                </a:lnTo>
                <a:lnTo>
                  <a:pt x="321469" y="886997"/>
                </a:lnTo>
                <a:lnTo>
                  <a:pt x="302562" y="889035"/>
                </a:lnTo>
                <a:lnTo>
                  <a:pt x="283655" y="891073"/>
                </a:lnTo>
                <a:lnTo>
                  <a:pt x="264747" y="893112"/>
                </a:lnTo>
                <a:lnTo>
                  <a:pt x="245831" y="895140"/>
                </a:lnTo>
                <a:lnTo>
                  <a:pt x="226924" y="897179"/>
                </a:lnTo>
                <a:lnTo>
                  <a:pt x="208016" y="899217"/>
                </a:lnTo>
                <a:lnTo>
                  <a:pt x="189100" y="901256"/>
                </a:lnTo>
                <a:lnTo>
                  <a:pt x="170193" y="903284"/>
                </a:lnTo>
                <a:lnTo>
                  <a:pt x="151286" y="905323"/>
                </a:lnTo>
                <a:lnTo>
                  <a:pt x="132369" y="907361"/>
                </a:lnTo>
                <a:lnTo>
                  <a:pt x="113462" y="909399"/>
                </a:lnTo>
                <a:lnTo>
                  <a:pt x="94555" y="911438"/>
                </a:lnTo>
                <a:lnTo>
                  <a:pt x="75638" y="913467"/>
                </a:lnTo>
                <a:lnTo>
                  <a:pt x="56731" y="915505"/>
                </a:lnTo>
                <a:lnTo>
                  <a:pt x="37824" y="917543"/>
                </a:lnTo>
                <a:lnTo>
                  <a:pt x="18907" y="919582"/>
                </a:lnTo>
                <a:lnTo>
                  <a:pt x="0" y="921610"/>
                </a:lnTo>
                <a:lnTo>
                  <a:pt x="19" y="904523"/>
                </a:lnTo>
                <a:lnTo>
                  <a:pt x="1857" y="885596"/>
                </a:lnTo>
                <a:lnTo>
                  <a:pt x="3705" y="866661"/>
                </a:lnTo>
                <a:lnTo>
                  <a:pt x="5544" y="847735"/>
                </a:lnTo>
                <a:lnTo>
                  <a:pt x="7382" y="828799"/>
                </a:lnTo>
                <a:lnTo>
                  <a:pt x="9220" y="809873"/>
                </a:lnTo>
                <a:lnTo>
                  <a:pt x="11068" y="790946"/>
                </a:lnTo>
                <a:lnTo>
                  <a:pt x="12906" y="772011"/>
                </a:lnTo>
                <a:lnTo>
                  <a:pt x="14745" y="753085"/>
                </a:lnTo>
                <a:lnTo>
                  <a:pt x="16583" y="734149"/>
                </a:lnTo>
                <a:lnTo>
                  <a:pt x="18431" y="715223"/>
                </a:lnTo>
                <a:lnTo>
                  <a:pt x="20269" y="696287"/>
                </a:lnTo>
                <a:lnTo>
                  <a:pt x="22108" y="677361"/>
                </a:lnTo>
                <a:lnTo>
                  <a:pt x="23946" y="658435"/>
                </a:lnTo>
                <a:lnTo>
                  <a:pt x="25794" y="639499"/>
                </a:lnTo>
                <a:lnTo>
                  <a:pt x="27632" y="620573"/>
                </a:lnTo>
                <a:lnTo>
                  <a:pt x="29470" y="601637"/>
                </a:lnTo>
                <a:lnTo>
                  <a:pt x="31318" y="582711"/>
                </a:lnTo>
                <a:lnTo>
                  <a:pt x="33157" y="563775"/>
                </a:lnTo>
                <a:lnTo>
                  <a:pt x="34995" y="544849"/>
                </a:lnTo>
                <a:lnTo>
                  <a:pt x="36833" y="525923"/>
                </a:lnTo>
                <a:lnTo>
                  <a:pt x="38681" y="506987"/>
                </a:lnTo>
                <a:lnTo>
                  <a:pt x="40519" y="488061"/>
                </a:lnTo>
                <a:lnTo>
                  <a:pt x="42358" y="469125"/>
                </a:lnTo>
                <a:lnTo>
                  <a:pt x="44196" y="450199"/>
                </a:lnTo>
                <a:lnTo>
                  <a:pt x="46044" y="431263"/>
                </a:lnTo>
                <a:lnTo>
                  <a:pt x="47882" y="412337"/>
                </a:lnTo>
                <a:lnTo>
                  <a:pt x="49721" y="393411"/>
                </a:lnTo>
                <a:lnTo>
                  <a:pt x="51559" y="374475"/>
                </a:lnTo>
                <a:lnTo>
                  <a:pt x="53407" y="355549"/>
                </a:lnTo>
                <a:lnTo>
                  <a:pt x="55245" y="336614"/>
                </a:lnTo>
                <a:lnTo>
                  <a:pt x="57083" y="317687"/>
                </a:lnTo>
                <a:lnTo>
                  <a:pt x="58922" y="298752"/>
                </a:lnTo>
                <a:lnTo>
                  <a:pt x="60770" y="279825"/>
                </a:lnTo>
                <a:lnTo>
                  <a:pt x="62608" y="260899"/>
                </a:lnTo>
                <a:lnTo>
                  <a:pt x="64446" y="241964"/>
                </a:lnTo>
                <a:lnTo>
                  <a:pt x="66284" y="223037"/>
                </a:lnTo>
                <a:lnTo>
                  <a:pt x="68132" y="204102"/>
                </a:lnTo>
                <a:lnTo>
                  <a:pt x="69971" y="185176"/>
                </a:lnTo>
                <a:lnTo>
                  <a:pt x="71809" y="166249"/>
                </a:lnTo>
                <a:lnTo>
                  <a:pt x="73647" y="147314"/>
                </a:lnTo>
                <a:lnTo>
                  <a:pt x="75495" y="128387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9FF53D45-4178-406E-95EE-2A1708B4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1588" y="1761449"/>
            <a:ext cx="1276798" cy="921515"/>
          </a:xfrm>
          <a:custGeom xmlns:a="http://schemas.openxmlformats.org/drawingml/2006/main">
            <a:pathLst>
              <a:path w="1276798" h="921515">
                <a:moveTo>
                  <a:pt x="74562" y="128311"/>
                </a:moveTo>
                <a:lnTo>
                  <a:pt x="93478" y="126273"/>
                </a:lnTo>
                <a:lnTo>
                  <a:pt x="112395" y="124235"/>
                </a:lnTo>
                <a:lnTo>
                  <a:pt x="131302" y="122196"/>
                </a:lnTo>
                <a:lnTo>
                  <a:pt x="150219" y="120167"/>
                </a:lnTo>
                <a:lnTo>
                  <a:pt x="169135" y="118129"/>
                </a:lnTo>
                <a:lnTo>
                  <a:pt x="188052" y="116091"/>
                </a:lnTo>
                <a:lnTo>
                  <a:pt x="206959" y="114052"/>
                </a:lnTo>
                <a:lnTo>
                  <a:pt x="225876" y="112014"/>
                </a:lnTo>
                <a:lnTo>
                  <a:pt x="244793" y="109985"/>
                </a:lnTo>
                <a:lnTo>
                  <a:pt x="263709" y="107947"/>
                </a:lnTo>
                <a:lnTo>
                  <a:pt x="282616" y="105908"/>
                </a:lnTo>
                <a:lnTo>
                  <a:pt x="301533" y="103870"/>
                </a:lnTo>
                <a:lnTo>
                  <a:pt x="320450" y="101832"/>
                </a:lnTo>
                <a:lnTo>
                  <a:pt x="339366" y="99793"/>
                </a:lnTo>
                <a:lnTo>
                  <a:pt x="358273" y="97765"/>
                </a:lnTo>
                <a:lnTo>
                  <a:pt x="377190" y="95726"/>
                </a:lnTo>
                <a:lnTo>
                  <a:pt x="396107" y="93688"/>
                </a:lnTo>
                <a:lnTo>
                  <a:pt x="415014" y="91650"/>
                </a:lnTo>
                <a:lnTo>
                  <a:pt x="433930" y="89611"/>
                </a:lnTo>
                <a:lnTo>
                  <a:pt x="452847" y="87573"/>
                </a:lnTo>
                <a:lnTo>
                  <a:pt x="471764" y="85544"/>
                </a:lnTo>
                <a:lnTo>
                  <a:pt x="490671" y="83506"/>
                </a:lnTo>
                <a:lnTo>
                  <a:pt x="509588" y="81467"/>
                </a:lnTo>
                <a:lnTo>
                  <a:pt x="528504" y="79429"/>
                </a:lnTo>
                <a:lnTo>
                  <a:pt x="547421" y="77391"/>
                </a:lnTo>
                <a:lnTo>
                  <a:pt x="566328" y="75362"/>
                </a:lnTo>
                <a:lnTo>
                  <a:pt x="585245" y="73323"/>
                </a:lnTo>
                <a:lnTo>
                  <a:pt x="604161" y="71285"/>
                </a:lnTo>
                <a:lnTo>
                  <a:pt x="623078" y="69247"/>
                </a:lnTo>
                <a:lnTo>
                  <a:pt x="641985" y="67208"/>
                </a:lnTo>
                <a:lnTo>
                  <a:pt x="660902" y="65170"/>
                </a:lnTo>
                <a:lnTo>
                  <a:pt x="679818" y="63141"/>
                </a:lnTo>
                <a:lnTo>
                  <a:pt x="698735" y="61103"/>
                </a:lnTo>
                <a:lnTo>
                  <a:pt x="717642" y="59065"/>
                </a:lnTo>
                <a:lnTo>
                  <a:pt x="736559" y="57026"/>
                </a:lnTo>
                <a:lnTo>
                  <a:pt x="755475" y="54988"/>
                </a:lnTo>
                <a:lnTo>
                  <a:pt x="774392" y="52949"/>
                </a:lnTo>
                <a:lnTo>
                  <a:pt x="793299" y="50921"/>
                </a:lnTo>
                <a:lnTo>
                  <a:pt x="812216" y="48882"/>
                </a:lnTo>
                <a:lnTo>
                  <a:pt x="831132" y="46844"/>
                </a:lnTo>
                <a:lnTo>
                  <a:pt x="850040" y="44806"/>
                </a:lnTo>
                <a:lnTo>
                  <a:pt x="868956" y="42767"/>
                </a:lnTo>
                <a:lnTo>
                  <a:pt x="887873" y="40729"/>
                </a:lnTo>
                <a:lnTo>
                  <a:pt x="906790" y="38700"/>
                </a:lnTo>
                <a:lnTo>
                  <a:pt x="925697" y="36662"/>
                </a:lnTo>
                <a:lnTo>
                  <a:pt x="944613" y="34623"/>
                </a:lnTo>
                <a:lnTo>
                  <a:pt x="963530" y="32585"/>
                </a:lnTo>
                <a:lnTo>
                  <a:pt x="982447" y="30547"/>
                </a:lnTo>
                <a:lnTo>
                  <a:pt x="1001354" y="28518"/>
                </a:lnTo>
                <a:lnTo>
                  <a:pt x="1020270" y="26479"/>
                </a:lnTo>
                <a:lnTo>
                  <a:pt x="1039187" y="24441"/>
                </a:lnTo>
                <a:lnTo>
                  <a:pt x="1058104" y="22403"/>
                </a:lnTo>
                <a:lnTo>
                  <a:pt x="1077011" y="20364"/>
                </a:lnTo>
                <a:lnTo>
                  <a:pt x="1095927" y="18326"/>
                </a:lnTo>
                <a:lnTo>
                  <a:pt x="1114844" y="16297"/>
                </a:lnTo>
                <a:lnTo>
                  <a:pt x="1133761" y="14259"/>
                </a:lnTo>
                <a:lnTo>
                  <a:pt x="1152668" y="12221"/>
                </a:lnTo>
                <a:lnTo>
                  <a:pt x="1171585" y="10182"/>
                </a:lnTo>
                <a:lnTo>
                  <a:pt x="1190501" y="8144"/>
                </a:lnTo>
                <a:lnTo>
                  <a:pt x="1209418" y="6106"/>
                </a:lnTo>
                <a:lnTo>
                  <a:pt x="1228325" y="4077"/>
                </a:lnTo>
                <a:lnTo>
                  <a:pt x="1247242" y="2038"/>
                </a:lnTo>
                <a:lnTo>
                  <a:pt x="1266158" y="0"/>
                </a:lnTo>
                <a:lnTo>
                  <a:pt x="1276798" y="6315"/>
                </a:lnTo>
                <a:lnTo>
                  <a:pt x="1274959" y="25251"/>
                </a:lnTo>
                <a:lnTo>
                  <a:pt x="1273121" y="44186"/>
                </a:lnTo>
                <a:lnTo>
                  <a:pt x="1271283" y="63122"/>
                </a:lnTo>
                <a:lnTo>
                  <a:pt x="1269444" y="82058"/>
                </a:lnTo>
                <a:lnTo>
                  <a:pt x="1267606" y="100994"/>
                </a:lnTo>
                <a:lnTo>
                  <a:pt x="1265768" y="119929"/>
                </a:lnTo>
                <a:lnTo>
                  <a:pt x="1263929" y="138855"/>
                </a:lnTo>
                <a:lnTo>
                  <a:pt x="1262091" y="157791"/>
                </a:lnTo>
                <a:lnTo>
                  <a:pt x="1260253" y="176727"/>
                </a:lnTo>
                <a:lnTo>
                  <a:pt x="1258414" y="195663"/>
                </a:lnTo>
                <a:lnTo>
                  <a:pt x="1256576" y="214598"/>
                </a:lnTo>
                <a:lnTo>
                  <a:pt x="1254738" y="233534"/>
                </a:lnTo>
                <a:lnTo>
                  <a:pt x="1252899" y="252470"/>
                </a:lnTo>
                <a:lnTo>
                  <a:pt x="1251061" y="271396"/>
                </a:lnTo>
                <a:lnTo>
                  <a:pt x="1249213" y="290332"/>
                </a:lnTo>
                <a:lnTo>
                  <a:pt x="1247375" y="309267"/>
                </a:lnTo>
                <a:lnTo>
                  <a:pt x="1245537" y="328203"/>
                </a:lnTo>
                <a:lnTo>
                  <a:pt x="1243698" y="347139"/>
                </a:lnTo>
                <a:lnTo>
                  <a:pt x="1241860" y="366074"/>
                </a:lnTo>
                <a:lnTo>
                  <a:pt x="1240022" y="385010"/>
                </a:lnTo>
                <a:lnTo>
                  <a:pt x="1238183" y="403946"/>
                </a:lnTo>
                <a:lnTo>
                  <a:pt x="1236345" y="422872"/>
                </a:lnTo>
                <a:lnTo>
                  <a:pt x="1234507" y="441808"/>
                </a:lnTo>
                <a:lnTo>
                  <a:pt x="1232668" y="460743"/>
                </a:lnTo>
                <a:lnTo>
                  <a:pt x="1230830" y="479679"/>
                </a:lnTo>
                <a:lnTo>
                  <a:pt x="1228992" y="498615"/>
                </a:lnTo>
                <a:lnTo>
                  <a:pt x="1227153" y="517550"/>
                </a:lnTo>
                <a:lnTo>
                  <a:pt x="1225315" y="536486"/>
                </a:lnTo>
                <a:lnTo>
                  <a:pt x="1223477" y="555412"/>
                </a:lnTo>
                <a:lnTo>
                  <a:pt x="1221629" y="574348"/>
                </a:lnTo>
                <a:lnTo>
                  <a:pt x="1219791" y="593284"/>
                </a:lnTo>
                <a:lnTo>
                  <a:pt x="1217952" y="612219"/>
                </a:lnTo>
                <a:lnTo>
                  <a:pt x="1216114" y="631155"/>
                </a:lnTo>
                <a:lnTo>
                  <a:pt x="1214276" y="650091"/>
                </a:lnTo>
                <a:lnTo>
                  <a:pt x="1212437" y="669026"/>
                </a:lnTo>
                <a:lnTo>
                  <a:pt x="1210599" y="687962"/>
                </a:lnTo>
                <a:lnTo>
                  <a:pt x="1208761" y="706888"/>
                </a:lnTo>
                <a:lnTo>
                  <a:pt x="1206922" y="725824"/>
                </a:lnTo>
                <a:lnTo>
                  <a:pt x="1205084" y="744760"/>
                </a:lnTo>
                <a:lnTo>
                  <a:pt x="1203246" y="763695"/>
                </a:lnTo>
                <a:lnTo>
                  <a:pt x="1201407" y="782631"/>
                </a:lnTo>
                <a:lnTo>
                  <a:pt x="1191968" y="794033"/>
                </a:lnTo>
                <a:lnTo>
                  <a:pt x="1173051" y="796061"/>
                </a:lnTo>
                <a:lnTo>
                  <a:pt x="1154135" y="798081"/>
                </a:lnTo>
                <a:lnTo>
                  <a:pt x="1135218" y="800110"/>
                </a:lnTo>
                <a:lnTo>
                  <a:pt x="1116301" y="802129"/>
                </a:lnTo>
                <a:lnTo>
                  <a:pt x="1097385" y="804158"/>
                </a:lnTo>
                <a:lnTo>
                  <a:pt x="1078468" y="806177"/>
                </a:lnTo>
                <a:lnTo>
                  <a:pt x="1059551" y="808206"/>
                </a:lnTo>
                <a:lnTo>
                  <a:pt x="1040644" y="810225"/>
                </a:lnTo>
                <a:lnTo>
                  <a:pt x="1021728" y="812244"/>
                </a:lnTo>
                <a:lnTo>
                  <a:pt x="1002811" y="814273"/>
                </a:lnTo>
                <a:lnTo>
                  <a:pt x="983894" y="816293"/>
                </a:lnTo>
                <a:lnTo>
                  <a:pt x="964978" y="818321"/>
                </a:lnTo>
                <a:lnTo>
                  <a:pt x="946061" y="820341"/>
                </a:lnTo>
                <a:lnTo>
                  <a:pt x="927144" y="822369"/>
                </a:lnTo>
                <a:lnTo>
                  <a:pt x="908228" y="824389"/>
                </a:lnTo>
                <a:lnTo>
                  <a:pt x="889311" y="826408"/>
                </a:lnTo>
                <a:lnTo>
                  <a:pt x="870404" y="828437"/>
                </a:lnTo>
                <a:lnTo>
                  <a:pt x="851487" y="830456"/>
                </a:lnTo>
                <a:lnTo>
                  <a:pt x="832571" y="832485"/>
                </a:lnTo>
                <a:lnTo>
                  <a:pt x="813654" y="834504"/>
                </a:lnTo>
                <a:lnTo>
                  <a:pt x="794737" y="836533"/>
                </a:lnTo>
                <a:lnTo>
                  <a:pt x="775821" y="838552"/>
                </a:lnTo>
                <a:lnTo>
                  <a:pt x="756904" y="840572"/>
                </a:lnTo>
                <a:lnTo>
                  <a:pt x="737987" y="842601"/>
                </a:lnTo>
                <a:lnTo>
                  <a:pt x="719071" y="844620"/>
                </a:lnTo>
                <a:lnTo>
                  <a:pt x="700164" y="846649"/>
                </a:lnTo>
                <a:lnTo>
                  <a:pt x="681247" y="848668"/>
                </a:lnTo>
                <a:lnTo>
                  <a:pt x="662330" y="850697"/>
                </a:lnTo>
                <a:lnTo>
                  <a:pt x="643414" y="852716"/>
                </a:lnTo>
                <a:lnTo>
                  <a:pt x="624497" y="854745"/>
                </a:lnTo>
                <a:lnTo>
                  <a:pt x="605580" y="856764"/>
                </a:lnTo>
                <a:lnTo>
                  <a:pt x="586664" y="858784"/>
                </a:lnTo>
                <a:lnTo>
                  <a:pt x="567747" y="860812"/>
                </a:lnTo>
                <a:lnTo>
                  <a:pt x="548831" y="862832"/>
                </a:lnTo>
                <a:lnTo>
                  <a:pt x="529923" y="864860"/>
                </a:lnTo>
                <a:lnTo>
                  <a:pt x="511007" y="866880"/>
                </a:lnTo>
                <a:lnTo>
                  <a:pt x="492090" y="868909"/>
                </a:lnTo>
                <a:lnTo>
                  <a:pt x="473173" y="870928"/>
                </a:lnTo>
                <a:lnTo>
                  <a:pt x="454257" y="872947"/>
                </a:lnTo>
                <a:lnTo>
                  <a:pt x="435340" y="874976"/>
                </a:lnTo>
                <a:lnTo>
                  <a:pt x="416423" y="876995"/>
                </a:lnTo>
                <a:lnTo>
                  <a:pt x="397507" y="879024"/>
                </a:lnTo>
                <a:lnTo>
                  <a:pt x="378590" y="881043"/>
                </a:lnTo>
                <a:lnTo>
                  <a:pt x="359683" y="883072"/>
                </a:lnTo>
                <a:lnTo>
                  <a:pt x="340766" y="885092"/>
                </a:lnTo>
                <a:lnTo>
                  <a:pt x="321850" y="887120"/>
                </a:lnTo>
                <a:lnTo>
                  <a:pt x="302933" y="889140"/>
                </a:lnTo>
                <a:lnTo>
                  <a:pt x="284016" y="891159"/>
                </a:lnTo>
                <a:lnTo>
                  <a:pt x="265100" y="893188"/>
                </a:lnTo>
                <a:lnTo>
                  <a:pt x="246183" y="895207"/>
                </a:lnTo>
                <a:lnTo>
                  <a:pt x="227267" y="897236"/>
                </a:lnTo>
                <a:lnTo>
                  <a:pt x="208350" y="899255"/>
                </a:lnTo>
                <a:lnTo>
                  <a:pt x="189443" y="901284"/>
                </a:lnTo>
                <a:lnTo>
                  <a:pt x="170526" y="903303"/>
                </a:lnTo>
                <a:lnTo>
                  <a:pt x="151609" y="905323"/>
                </a:lnTo>
                <a:lnTo>
                  <a:pt x="132693" y="907352"/>
                </a:lnTo>
                <a:lnTo>
                  <a:pt x="113776" y="909371"/>
                </a:lnTo>
                <a:lnTo>
                  <a:pt x="94859" y="911400"/>
                </a:lnTo>
                <a:lnTo>
                  <a:pt x="75943" y="913419"/>
                </a:lnTo>
                <a:lnTo>
                  <a:pt x="57026" y="915448"/>
                </a:lnTo>
                <a:lnTo>
                  <a:pt x="38110" y="917467"/>
                </a:lnTo>
                <a:lnTo>
                  <a:pt x="19202" y="919496"/>
                </a:lnTo>
                <a:lnTo>
                  <a:pt x="286" y="921515"/>
                </a:lnTo>
                <a:lnTo>
                  <a:pt x="0" y="904704"/>
                </a:lnTo>
                <a:lnTo>
                  <a:pt x="1819" y="885768"/>
                </a:lnTo>
                <a:lnTo>
                  <a:pt x="3639" y="866832"/>
                </a:lnTo>
                <a:lnTo>
                  <a:pt x="5458" y="847896"/>
                </a:lnTo>
                <a:lnTo>
                  <a:pt x="7277" y="828961"/>
                </a:lnTo>
                <a:lnTo>
                  <a:pt x="9096" y="810025"/>
                </a:lnTo>
                <a:lnTo>
                  <a:pt x="10916" y="791080"/>
                </a:lnTo>
                <a:lnTo>
                  <a:pt x="12735" y="772144"/>
                </a:lnTo>
                <a:lnTo>
                  <a:pt x="14545" y="753208"/>
                </a:lnTo>
                <a:lnTo>
                  <a:pt x="16364" y="734273"/>
                </a:lnTo>
                <a:lnTo>
                  <a:pt x="18183" y="715337"/>
                </a:lnTo>
                <a:lnTo>
                  <a:pt x="20003" y="696401"/>
                </a:lnTo>
                <a:lnTo>
                  <a:pt x="21822" y="677466"/>
                </a:lnTo>
                <a:lnTo>
                  <a:pt x="23641" y="658530"/>
                </a:lnTo>
                <a:lnTo>
                  <a:pt x="25460" y="639594"/>
                </a:lnTo>
                <a:lnTo>
                  <a:pt x="27280" y="620659"/>
                </a:lnTo>
                <a:lnTo>
                  <a:pt x="29099" y="601723"/>
                </a:lnTo>
                <a:lnTo>
                  <a:pt x="30918" y="582787"/>
                </a:lnTo>
                <a:lnTo>
                  <a:pt x="32737" y="563851"/>
                </a:lnTo>
                <a:lnTo>
                  <a:pt x="34557" y="544916"/>
                </a:lnTo>
                <a:lnTo>
                  <a:pt x="36376" y="525971"/>
                </a:lnTo>
                <a:lnTo>
                  <a:pt x="38195" y="507035"/>
                </a:lnTo>
                <a:lnTo>
                  <a:pt x="40005" y="488099"/>
                </a:lnTo>
                <a:lnTo>
                  <a:pt x="41824" y="469163"/>
                </a:lnTo>
                <a:lnTo>
                  <a:pt x="43644" y="450228"/>
                </a:lnTo>
                <a:lnTo>
                  <a:pt x="45463" y="431292"/>
                </a:lnTo>
                <a:lnTo>
                  <a:pt x="47282" y="412356"/>
                </a:lnTo>
                <a:lnTo>
                  <a:pt x="49101" y="393421"/>
                </a:lnTo>
                <a:lnTo>
                  <a:pt x="50921" y="374485"/>
                </a:lnTo>
                <a:lnTo>
                  <a:pt x="52740" y="355549"/>
                </a:lnTo>
                <a:lnTo>
                  <a:pt x="54559" y="336614"/>
                </a:lnTo>
                <a:lnTo>
                  <a:pt x="56378" y="317678"/>
                </a:lnTo>
                <a:lnTo>
                  <a:pt x="58198" y="298742"/>
                </a:lnTo>
                <a:lnTo>
                  <a:pt x="60017" y="279806"/>
                </a:lnTo>
                <a:lnTo>
                  <a:pt x="61836" y="260861"/>
                </a:lnTo>
                <a:lnTo>
                  <a:pt x="63656" y="241925"/>
                </a:lnTo>
                <a:lnTo>
                  <a:pt x="65475" y="222990"/>
                </a:lnTo>
                <a:lnTo>
                  <a:pt x="67285" y="204054"/>
                </a:lnTo>
                <a:lnTo>
                  <a:pt x="69104" y="185118"/>
                </a:lnTo>
                <a:lnTo>
                  <a:pt x="70923" y="166183"/>
                </a:lnTo>
                <a:lnTo>
                  <a:pt x="72742" y="147247"/>
                </a:lnTo>
                <a:lnTo>
                  <a:pt x="74562" y="128311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8C2E1B9E-553F-4853-A3E1-98859D45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7992" y="1275598"/>
            <a:ext cx="1277645" cy="921734"/>
          </a:xfrm>
          <a:custGeom xmlns:a="http://schemas.openxmlformats.org/drawingml/2006/main">
            <a:pathLst>
              <a:path w="1277645" h="921734">
                <a:moveTo>
                  <a:pt x="76438" y="127454"/>
                </a:moveTo>
                <a:lnTo>
                  <a:pt x="95345" y="125425"/>
                </a:lnTo>
                <a:lnTo>
                  <a:pt x="114262" y="123406"/>
                </a:lnTo>
                <a:lnTo>
                  <a:pt x="133169" y="121377"/>
                </a:lnTo>
                <a:lnTo>
                  <a:pt x="152086" y="119358"/>
                </a:lnTo>
                <a:lnTo>
                  <a:pt x="170993" y="117338"/>
                </a:lnTo>
                <a:lnTo>
                  <a:pt x="189909" y="115310"/>
                </a:lnTo>
                <a:lnTo>
                  <a:pt x="208817" y="113290"/>
                </a:lnTo>
                <a:lnTo>
                  <a:pt x="227733" y="111271"/>
                </a:lnTo>
                <a:lnTo>
                  <a:pt x="246640" y="109242"/>
                </a:lnTo>
                <a:lnTo>
                  <a:pt x="265547" y="107223"/>
                </a:lnTo>
                <a:lnTo>
                  <a:pt x="284464" y="105194"/>
                </a:lnTo>
                <a:lnTo>
                  <a:pt x="303371" y="103175"/>
                </a:lnTo>
                <a:lnTo>
                  <a:pt x="322288" y="101155"/>
                </a:lnTo>
                <a:lnTo>
                  <a:pt x="341195" y="99127"/>
                </a:lnTo>
                <a:lnTo>
                  <a:pt x="360112" y="97107"/>
                </a:lnTo>
                <a:lnTo>
                  <a:pt x="379019" y="95079"/>
                </a:lnTo>
                <a:lnTo>
                  <a:pt x="397935" y="93059"/>
                </a:lnTo>
                <a:lnTo>
                  <a:pt x="416843" y="91040"/>
                </a:lnTo>
                <a:lnTo>
                  <a:pt x="435759" y="89011"/>
                </a:lnTo>
                <a:lnTo>
                  <a:pt x="454666" y="86992"/>
                </a:lnTo>
                <a:lnTo>
                  <a:pt x="473583" y="84963"/>
                </a:lnTo>
                <a:lnTo>
                  <a:pt x="492490" y="82944"/>
                </a:lnTo>
                <a:lnTo>
                  <a:pt x="511397" y="80924"/>
                </a:lnTo>
                <a:lnTo>
                  <a:pt x="530314" y="78896"/>
                </a:lnTo>
                <a:lnTo>
                  <a:pt x="549221" y="76876"/>
                </a:lnTo>
                <a:lnTo>
                  <a:pt x="568138" y="74847"/>
                </a:lnTo>
                <a:lnTo>
                  <a:pt x="587045" y="72828"/>
                </a:lnTo>
                <a:lnTo>
                  <a:pt x="605961" y="70809"/>
                </a:lnTo>
                <a:lnTo>
                  <a:pt x="624869" y="68780"/>
                </a:lnTo>
                <a:lnTo>
                  <a:pt x="643785" y="66761"/>
                </a:lnTo>
                <a:lnTo>
                  <a:pt x="662692" y="64741"/>
                </a:lnTo>
                <a:lnTo>
                  <a:pt x="681609" y="62713"/>
                </a:lnTo>
                <a:lnTo>
                  <a:pt x="700516" y="60693"/>
                </a:lnTo>
                <a:lnTo>
                  <a:pt x="719433" y="58664"/>
                </a:lnTo>
                <a:lnTo>
                  <a:pt x="738340" y="56645"/>
                </a:lnTo>
                <a:lnTo>
                  <a:pt x="757257" y="54626"/>
                </a:lnTo>
                <a:lnTo>
                  <a:pt x="776164" y="52597"/>
                </a:lnTo>
                <a:lnTo>
                  <a:pt x="795071" y="50578"/>
                </a:lnTo>
                <a:lnTo>
                  <a:pt x="813987" y="48549"/>
                </a:lnTo>
                <a:lnTo>
                  <a:pt x="832895" y="46530"/>
                </a:lnTo>
                <a:lnTo>
                  <a:pt x="851811" y="44510"/>
                </a:lnTo>
                <a:lnTo>
                  <a:pt x="870718" y="42482"/>
                </a:lnTo>
                <a:lnTo>
                  <a:pt x="889635" y="40462"/>
                </a:lnTo>
                <a:lnTo>
                  <a:pt x="908542" y="38433"/>
                </a:lnTo>
                <a:lnTo>
                  <a:pt x="927459" y="36414"/>
                </a:lnTo>
                <a:lnTo>
                  <a:pt x="946366" y="34395"/>
                </a:lnTo>
                <a:lnTo>
                  <a:pt x="965283" y="32366"/>
                </a:lnTo>
                <a:lnTo>
                  <a:pt x="984190" y="30347"/>
                </a:lnTo>
                <a:lnTo>
                  <a:pt x="1003106" y="28318"/>
                </a:lnTo>
                <a:lnTo>
                  <a:pt x="1022013" y="26299"/>
                </a:lnTo>
                <a:lnTo>
                  <a:pt x="1040930" y="24279"/>
                </a:lnTo>
                <a:lnTo>
                  <a:pt x="1059837" y="22250"/>
                </a:lnTo>
                <a:lnTo>
                  <a:pt x="1078744" y="20231"/>
                </a:lnTo>
                <a:lnTo>
                  <a:pt x="1097661" y="18212"/>
                </a:lnTo>
                <a:lnTo>
                  <a:pt x="1116568" y="16183"/>
                </a:lnTo>
                <a:lnTo>
                  <a:pt x="1135485" y="14164"/>
                </a:lnTo>
                <a:lnTo>
                  <a:pt x="1154392" y="12135"/>
                </a:lnTo>
                <a:lnTo>
                  <a:pt x="1173309" y="10116"/>
                </a:lnTo>
                <a:lnTo>
                  <a:pt x="1192216" y="8096"/>
                </a:lnTo>
                <a:lnTo>
                  <a:pt x="1211132" y="6067"/>
                </a:lnTo>
                <a:lnTo>
                  <a:pt x="1230039" y="4048"/>
                </a:lnTo>
                <a:lnTo>
                  <a:pt x="1248956" y="2019"/>
                </a:lnTo>
                <a:lnTo>
                  <a:pt x="1267863" y="0"/>
                </a:lnTo>
                <a:lnTo>
                  <a:pt x="1277645" y="7191"/>
                </a:lnTo>
                <a:lnTo>
                  <a:pt x="1275807" y="26127"/>
                </a:lnTo>
                <a:lnTo>
                  <a:pt x="1273959" y="45053"/>
                </a:lnTo>
                <a:lnTo>
                  <a:pt x="1272121" y="63989"/>
                </a:lnTo>
                <a:lnTo>
                  <a:pt x="1270283" y="82915"/>
                </a:lnTo>
                <a:lnTo>
                  <a:pt x="1268444" y="101851"/>
                </a:lnTo>
                <a:lnTo>
                  <a:pt x="1266596" y="120777"/>
                </a:lnTo>
                <a:lnTo>
                  <a:pt x="1264758" y="139703"/>
                </a:lnTo>
                <a:lnTo>
                  <a:pt x="1262920" y="158639"/>
                </a:lnTo>
                <a:lnTo>
                  <a:pt x="1261081" y="177565"/>
                </a:lnTo>
                <a:lnTo>
                  <a:pt x="1259234" y="196501"/>
                </a:lnTo>
                <a:lnTo>
                  <a:pt x="1257395" y="215427"/>
                </a:lnTo>
                <a:lnTo>
                  <a:pt x="1255557" y="234363"/>
                </a:lnTo>
                <a:lnTo>
                  <a:pt x="1253719" y="253289"/>
                </a:lnTo>
                <a:lnTo>
                  <a:pt x="1251871" y="272215"/>
                </a:lnTo>
                <a:lnTo>
                  <a:pt x="1250032" y="291151"/>
                </a:lnTo>
                <a:lnTo>
                  <a:pt x="1248194" y="310077"/>
                </a:lnTo>
                <a:lnTo>
                  <a:pt x="1246356" y="329013"/>
                </a:lnTo>
                <a:lnTo>
                  <a:pt x="1244508" y="347939"/>
                </a:lnTo>
                <a:lnTo>
                  <a:pt x="1242670" y="366865"/>
                </a:lnTo>
                <a:lnTo>
                  <a:pt x="1240831" y="385801"/>
                </a:lnTo>
                <a:lnTo>
                  <a:pt x="1238993" y="404727"/>
                </a:lnTo>
                <a:lnTo>
                  <a:pt x="1237145" y="423662"/>
                </a:lnTo>
                <a:lnTo>
                  <a:pt x="1235307" y="442589"/>
                </a:lnTo>
                <a:lnTo>
                  <a:pt x="1233468" y="461524"/>
                </a:lnTo>
                <a:lnTo>
                  <a:pt x="1231630" y="480451"/>
                </a:lnTo>
                <a:lnTo>
                  <a:pt x="1229782" y="499377"/>
                </a:lnTo>
                <a:lnTo>
                  <a:pt x="1227944" y="518312"/>
                </a:lnTo>
                <a:lnTo>
                  <a:pt x="1226106" y="537239"/>
                </a:lnTo>
                <a:lnTo>
                  <a:pt x="1224267" y="556174"/>
                </a:lnTo>
                <a:lnTo>
                  <a:pt x="1222419" y="575100"/>
                </a:lnTo>
                <a:lnTo>
                  <a:pt x="1220581" y="594036"/>
                </a:lnTo>
                <a:lnTo>
                  <a:pt x="1218743" y="612962"/>
                </a:lnTo>
                <a:lnTo>
                  <a:pt x="1216904" y="631889"/>
                </a:lnTo>
                <a:lnTo>
                  <a:pt x="1215057" y="650824"/>
                </a:lnTo>
                <a:lnTo>
                  <a:pt x="1213218" y="669750"/>
                </a:lnTo>
                <a:lnTo>
                  <a:pt x="1211380" y="688686"/>
                </a:lnTo>
                <a:lnTo>
                  <a:pt x="1209542" y="707612"/>
                </a:lnTo>
                <a:lnTo>
                  <a:pt x="1207694" y="726538"/>
                </a:lnTo>
                <a:lnTo>
                  <a:pt x="1205855" y="745474"/>
                </a:lnTo>
                <a:lnTo>
                  <a:pt x="1204017" y="764400"/>
                </a:lnTo>
                <a:lnTo>
                  <a:pt x="1202179" y="783336"/>
                </a:lnTo>
                <a:lnTo>
                  <a:pt x="1191330" y="793347"/>
                </a:lnTo>
                <a:lnTo>
                  <a:pt x="1172423" y="795385"/>
                </a:lnTo>
                <a:lnTo>
                  <a:pt x="1153506" y="797423"/>
                </a:lnTo>
                <a:lnTo>
                  <a:pt x="1134599" y="799462"/>
                </a:lnTo>
                <a:lnTo>
                  <a:pt x="1115692" y="801500"/>
                </a:lnTo>
                <a:lnTo>
                  <a:pt x="1096775" y="803539"/>
                </a:lnTo>
                <a:lnTo>
                  <a:pt x="1077868" y="805577"/>
                </a:lnTo>
                <a:lnTo>
                  <a:pt x="1058961" y="807615"/>
                </a:lnTo>
                <a:lnTo>
                  <a:pt x="1040044" y="809654"/>
                </a:lnTo>
                <a:lnTo>
                  <a:pt x="1021137" y="811692"/>
                </a:lnTo>
                <a:lnTo>
                  <a:pt x="1002230" y="813730"/>
                </a:lnTo>
                <a:lnTo>
                  <a:pt x="983323" y="815769"/>
                </a:lnTo>
                <a:lnTo>
                  <a:pt x="964406" y="817807"/>
                </a:lnTo>
                <a:lnTo>
                  <a:pt x="945499" y="819845"/>
                </a:lnTo>
                <a:lnTo>
                  <a:pt x="926592" y="821884"/>
                </a:lnTo>
                <a:lnTo>
                  <a:pt x="907675" y="823922"/>
                </a:lnTo>
                <a:lnTo>
                  <a:pt x="888768" y="825960"/>
                </a:lnTo>
                <a:lnTo>
                  <a:pt x="869861" y="827999"/>
                </a:lnTo>
                <a:lnTo>
                  <a:pt x="850944" y="830028"/>
                </a:lnTo>
                <a:lnTo>
                  <a:pt x="832037" y="832066"/>
                </a:lnTo>
                <a:lnTo>
                  <a:pt x="813130" y="834104"/>
                </a:lnTo>
                <a:lnTo>
                  <a:pt x="794223" y="836143"/>
                </a:lnTo>
                <a:lnTo>
                  <a:pt x="775306" y="838181"/>
                </a:lnTo>
                <a:lnTo>
                  <a:pt x="756399" y="840219"/>
                </a:lnTo>
                <a:lnTo>
                  <a:pt x="737492" y="842258"/>
                </a:lnTo>
                <a:lnTo>
                  <a:pt x="718576" y="844296"/>
                </a:lnTo>
                <a:lnTo>
                  <a:pt x="699668" y="846334"/>
                </a:lnTo>
                <a:lnTo>
                  <a:pt x="680761" y="848373"/>
                </a:lnTo>
                <a:lnTo>
                  <a:pt x="661845" y="850411"/>
                </a:lnTo>
                <a:lnTo>
                  <a:pt x="642938" y="852449"/>
                </a:lnTo>
                <a:lnTo>
                  <a:pt x="624030" y="854488"/>
                </a:lnTo>
                <a:lnTo>
                  <a:pt x="605123" y="856526"/>
                </a:lnTo>
                <a:lnTo>
                  <a:pt x="586207" y="858564"/>
                </a:lnTo>
                <a:lnTo>
                  <a:pt x="567299" y="860603"/>
                </a:lnTo>
                <a:lnTo>
                  <a:pt x="548392" y="862641"/>
                </a:lnTo>
                <a:lnTo>
                  <a:pt x="529476" y="864680"/>
                </a:lnTo>
                <a:lnTo>
                  <a:pt x="510569" y="866718"/>
                </a:lnTo>
                <a:lnTo>
                  <a:pt x="491661" y="868747"/>
                </a:lnTo>
                <a:lnTo>
                  <a:pt x="472745" y="870785"/>
                </a:lnTo>
                <a:lnTo>
                  <a:pt x="453838" y="872823"/>
                </a:lnTo>
                <a:lnTo>
                  <a:pt x="434931" y="874862"/>
                </a:lnTo>
                <a:lnTo>
                  <a:pt x="416023" y="876900"/>
                </a:lnTo>
                <a:lnTo>
                  <a:pt x="397107" y="878938"/>
                </a:lnTo>
                <a:lnTo>
                  <a:pt x="378200" y="880977"/>
                </a:lnTo>
                <a:lnTo>
                  <a:pt x="359293" y="883015"/>
                </a:lnTo>
                <a:lnTo>
                  <a:pt x="340376" y="885053"/>
                </a:lnTo>
                <a:lnTo>
                  <a:pt x="321469" y="887092"/>
                </a:lnTo>
                <a:lnTo>
                  <a:pt x="302562" y="889130"/>
                </a:lnTo>
                <a:lnTo>
                  <a:pt x="283655" y="891169"/>
                </a:lnTo>
                <a:lnTo>
                  <a:pt x="264738" y="893207"/>
                </a:lnTo>
                <a:lnTo>
                  <a:pt x="245831" y="895245"/>
                </a:lnTo>
                <a:lnTo>
                  <a:pt x="226924" y="897284"/>
                </a:lnTo>
                <a:lnTo>
                  <a:pt x="208007" y="899322"/>
                </a:lnTo>
                <a:lnTo>
                  <a:pt x="189100" y="901360"/>
                </a:lnTo>
                <a:lnTo>
                  <a:pt x="170193" y="903399"/>
                </a:lnTo>
                <a:lnTo>
                  <a:pt x="151276" y="905437"/>
                </a:lnTo>
                <a:lnTo>
                  <a:pt x="132369" y="907466"/>
                </a:lnTo>
                <a:lnTo>
                  <a:pt x="113462" y="909504"/>
                </a:lnTo>
                <a:lnTo>
                  <a:pt x="94555" y="911543"/>
                </a:lnTo>
                <a:lnTo>
                  <a:pt x="75638" y="913581"/>
                </a:lnTo>
                <a:lnTo>
                  <a:pt x="56731" y="915619"/>
                </a:lnTo>
                <a:lnTo>
                  <a:pt x="37824" y="917658"/>
                </a:lnTo>
                <a:lnTo>
                  <a:pt x="18907" y="919696"/>
                </a:lnTo>
                <a:lnTo>
                  <a:pt x="0" y="921734"/>
                </a:lnTo>
                <a:lnTo>
                  <a:pt x="1057" y="903599"/>
                </a:lnTo>
                <a:lnTo>
                  <a:pt x="2896" y="884663"/>
                </a:lnTo>
                <a:lnTo>
                  <a:pt x="4734" y="865737"/>
                </a:lnTo>
                <a:lnTo>
                  <a:pt x="6572" y="846801"/>
                </a:lnTo>
                <a:lnTo>
                  <a:pt x="8411" y="827875"/>
                </a:lnTo>
                <a:lnTo>
                  <a:pt x="10249" y="808949"/>
                </a:lnTo>
                <a:lnTo>
                  <a:pt x="12087" y="790013"/>
                </a:lnTo>
                <a:lnTo>
                  <a:pt x="13926" y="771087"/>
                </a:lnTo>
                <a:lnTo>
                  <a:pt x="15764" y="752151"/>
                </a:lnTo>
                <a:lnTo>
                  <a:pt x="17602" y="733225"/>
                </a:lnTo>
                <a:lnTo>
                  <a:pt x="19441" y="714289"/>
                </a:lnTo>
                <a:lnTo>
                  <a:pt x="21279" y="695363"/>
                </a:lnTo>
                <a:lnTo>
                  <a:pt x="23117" y="676427"/>
                </a:lnTo>
                <a:lnTo>
                  <a:pt x="24956" y="657501"/>
                </a:lnTo>
                <a:lnTo>
                  <a:pt x="26794" y="638575"/>
                </a:lnTo>
                <a:lnTo>
                  <a:pt x="28632" y="619639"/>
                </a:lnTo>
                <a:lnTo>
                  <a:pt x="30470" y="600713"/>
                </a:lnTo>
                <a:lnTo>
                  <a:pt x="32309" y="581777"/>
                </a:lnTo>
                <a:lnTo>
                  <a:pt x="34147" y="562851"/>
                </a:lnTo>
                <a:lnTo>
                  <a:pt x="35985" y="543916"/>
                </a:lnTo>
                <a:lnTo>
                  <a:pt x="37824" y="524989"/>
                </a:lnTo>
                <a:lnTo>
                  <a:pt x="39662" y="506063"/>
                </a:lnTo>
                <a:lnTo>
                  <a:pt x="41500" y="487128"/>
                </a:lnTo>
                <a:lnTo>
                  <a:pt x="43339" y="468201"/>
                </a:lnTo>
                <a:lnTo>
                  <a:pt x="45177" y="449266"/>
                </a:lnTo>
                <a:lnTo>
                  <a:pt x="47015" y="430340"/>
                </a:lnTo>
                <a:lnTo>
                  <a:pt x="48854" y="411404"/>
                </a:lnTo>
                <a:lnTo>
                  <a:pt x="50692" y="392478"/>
                </a:lnTo>
                <a:lnTo>
                  <a:pt x="52530" y="373542"/>
                </a:lnTo>
                <a:lnTo>
                  <a:pt x="54378" y="354616"/>
                </a:lnTo>
                <a:lnTo>
                  <a:pt x="56207" y="335690"/>
                </a:lnTo>
                <a:lnTo>
                  <a:pt x="58055" y="316754"/>
                </a:lnTo>
                <a:lnTo>
                  <a:pt x="59893" y="297828"/>
                </a:lnTo>
                <a:lnTo>
                  <a:pt x="61732" y="278892"/>
                </a:lnTo>
                <a:lnTo>
                  <a:pt x="63570" y="259966"/>
                </a:lnTo>
                <a:lnTo>
                  <a:pt x="65408" y="241030"/>
                </a:lnTo>
                <a:lnTo>
                  <a:pt x="67247" y="222104"/>
                </a:lnTo>
                <a:lnTo>
                  <a:pt x="69085" y="203168"/>
                </a:lnTo>
                <a:lnTo>
                  <a:pt x="70923" y="184242"/>
                </a:lnTo>
                <a:lnTo>
                  <a:pt x="72761" y="165316"/>
                </a:lnTo>
                <a:lnTo>
                  <a:pt x="74600" y="146380"/>
                </a:lnTo>
                <a:lnTo>
                  <a:pt x="76438" y="127454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E977C870-A9CD-4FD5-A483-A71AE3E9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6263" y="788899"/>
            <a:ext cx="1276721" cy="921610"/>
          </a:xfrm>
          <a:custGeom xmlns:a="http://schemas.openxmlformats.org/drawingml/2006/main">
            <a:pathLst>
              <a:path w="1276721" h="921610">
                <a:moveTo>
                  <a:pt x="75495" y="128387"/>
                </a:moveTo>
                <a:lnTo>
                  <a:pt x="94402" y="126349"/>
                </a:lnTo>
                <a:lnTo>
                  <a:pt x="113309" y="124311"/>
                </a:lnTo>
                <a:lnTo>
                  <a:pt x="132226" y="122272"/>
                </a:lnTo>
                <a:lnTo>
                  <a:pt x="151133" y="120234"/>
                </a:lnTo>
                <a:lnTo>
                  <a:pt x="170040" y="118196"/>
                </a:lnTo>
                <a:lnTo>
                  <a:pt x="188947" y="116157"/>
                </a:lnTo>
                <a:lnTo>
                  <a:pt x="207864" y="114119"/>
                </a:lnTo>
                <a:lnTo>
                  <a:pt x="226771" y="112081"/>
                </a:lnTo>
                <a:lnTo>
                  <a:pt x="245678" y="110042"/>
                </a:lnTo>
                <a:lnTo>
                  <a:pt x="264595" y="108004"/>
                </a:lnTo>
                <a:lnTo>
                  <a:pt x="283502" y="105966"/>
                </a:lnTo>
                <a:lnTo>
                  <a:pt x="302409" y="103927"/>
                </a:lnTo>
                <a:lnTo>
                  <a:pt x="321326" y="101889"/>
                </a:lnTo>
                <a:lnTo>
                  <a:pt x="340233" y="99851"/>
                </a:lnTo>
                <a:lnTo>
                  <a:pt x="359140" y="97812"/>
                </a:lnTo>
                <a:lnTo>
                  <a:pt x="378057" y="95783"/>
                </a:lnTo>
                <a:lnTo>
                  <a:pt x="396964" y="93745"/>
                </a:lnTo>
                <a:lnTo>
                  <a:pt x="415871" y="91707"/>
                </a:lnTo>
                <a:lnTo>
                  <a:pt x="434778" y="89668"/>
                </a:lnTo>
                <a:lnTo>
                  <a:pt x="453695" y="87630"/>
                </a:lnTo>
                <a:lnTo>
                  <a:pt x="472602" y="85592"/>
                </a:lnTo>
                <a:lnTo>
                  <a:pt x="491509" y="83553"/>
                </a:lnTo>
                <a:lnTo>
                  <a:pt x="510426" y="81515"/>
                </a:lnTo>
                <a:lnTo>
                  <a:pt x="529333" y="79477"/>
                </a:lnTo>
                <a:lnTo>
                  <a:pt x="548240" y="77438"/>
                </a:lnTo>
                <a:lnTo>
                  <a:pt x="567157" y="75400"/>
                </a:lnTo>
                <a:lnTo>
                  <a:pt x="586064" y="73362"/>
                </a:lnTo>
                <a:lnTo>
                  <a:pt x="604971" y="71323"/>
                </a:lnTo>
                <a:lnTo>
                  <a:pt x="623878" y="69285"/>
                </a:lnTo>
                <a:lnTo>
                  <a:pt x="642795" y="67247"/>
                </a:lnTo>
                <a:lnTo>
                  <a:pt x="661702" y="65208"/>
                </a:lnTo>
                <a:lnTo>
                  <a:pt x="680609" y="63170"/>
                </a:lnTo>
                <a:lnTo>
                  <a:pt x="699526" y="61131"/>
                </a:lnTo>
                <a:lnTo>
                  <a:pt x="718433" y="59093"/>
                </a:lnTo>
                <a:lnTo>
                  <a:pt x="737340" y="57064"/>
                </a:lnTo>
                <a:lnTo>
                  <a:pt x="756256" y="55026"/>
                </a:lnTo>
                <a:lnTo>
                  <a:pt x="775164" y="52988"/>
                </a:lnTo>
                <a:lnTo>
                  <a:pt x="794071" y="50949"/>
                </a:lnTo>
                <a:lnTo>
                  <a:pt x="812978" y="48911"/>
                </a:lnTo>
                <a:lnTo>
                  <a:pt x="831894" y="46873"/>
                </a:lnTo>
                <a:lnTo>
                  <a:pt x="850802" y="44834"/>
                </a:lnTo>
                <a:lnTo>
                  <a:pt x="869709" y="42796"/>
                </a:lnTo>
                <a:lnTo>
                  <a:pt x="888625" y="40757"/>
                </a:lnTo>
                <a:lnTo>
                  <a:pt x="907532" y="38719"/>
                </a:lnTo>
                <a:lnTo>
                  <a:pt x="926440" y="36681"/>
                </a:lnTo>
                <a:lnTo>
                  <a:pt x="945356" y="34642"/>
                </a:lnTo>
                <a:lnTo>
                  <a:pt x="964263" y="32604"/>
                </a:lnTo>
                <a:lnTo>
                  <a:pt x="983171" y="30566"/>
                </a:lnTo>
                <a:lnTo>
                  <a:pt x="1002087" y="28527"/>
                </a:lnTo>
                <a:lnTo>
                  <a:pt x="1020994" y="26489"/>
                </a:lnTo>
                <a:lnTo>
                  <a:pt x="1039901" y="24451"/>
                </a:lnTo>
                <a:lnTo>
                  <a:pt x="1058809" y="22412"/>
                </a:lnTo>
                <a:lnTo>
                  <a:pt x="1077725" y="20374"/>
                </a:lnTo>
                <a:lnTo>
                  <a:pt x="1096632" y="18345"/>
                </a:lnTo>
                <a:lnTo>
                  <a:pt x="1115539" y="16307"/>
                </a:lnTo>
                <a:lnTo>
                  <a:pt x="1134456" y="14268"/>
                </a:lnTo>
                <a:lnTo>
                  <a:pt x="1153363" y="12230"/>
                </a:lnTo>
                <a:lnTo>
                  <a:pt x="1172270" y="10192"/>
                </a:lnTo>
                <a:lnTo>
                  <a:pt x="1191187" y="8153"/>
                </a:lnTo>
                <a:lnTo>
                  <a:pt x="1210094" y="6115"/>
                </a:lnTo>
                <a:lnTo>
                  <a:pt x="1229001" y="4077"/>
                </a:lnTo>
                <a:lnTo>
                  <a:pt x="1247908" y="2038"/>
                </a:lnTo>
                <a:lnTo>
                  <a:pt x="1266825" y="0"/>
                </a:lnTo>
                <a:lnTo>
                  <a:pt x="1276721" y="7077"/>
                </a:lnTo>
                <a:lnTo>
                  <a:pt x="1274902" y="26013"/>
                </a:lnTo>
                <a:lnTo>
                  <a:pt x="1273083" y="44948"/>
                </a:lnTo>
                <a:lnTo>
                  <a:pt x="1271264" y="63875"/>
                </a:lnTo>
                <a:lnTo>
                  <a:pt x="1269444" y="82810"/>
                </a:lnTo>
                <a:lnTo>
                  <a:pt x="1267625" y="101746"/>
                </a:lnTo>
                <a:lnTo>
                  <a:pt x="1265815" y="120672"/>
                </a:lnTo>
                <a:lnTo>
                  <a:pt x="1263996" y="139608"/>
                </a:lnTo>
                <a:lnTo>
                  <a:pt x="1262177" y="158534"/>
                </a:lnTo>
                <a:lnTo>
                  <a:pt x="1260358" y="177470"/>
                </a:lnTo>
                <a:lnTo>
                  <a:pt x="1258538" y="196406"/>
                </a:lnTo>
                <a:lnTo>
                  <a:pt x="1256719" y="215332"/>
                </a:lnTo>
                <a:lnTo>
                  <a:pt x="1254900" y="234267"/>
                </a:lnTo>
                <a:lnTo>
                  <a:pt x="1253080" y="253203"/>
                </a:lnTo>
                <a:lnTo>
                  <a:pt x="1251261" y="272129"/>
                </a:lnTo>
                <a:lnTo>
                  <a:pt x="1249451" y="291065"/>
                </a:lnTo>
                <a:lnTo>
                  <a:pt x="1247632" y="310001"/>
                </a:lnTo>
                <a:lnTo>
                  <a:pt x="1245813" y="328927"/>
                </a:lnTo>
                <a:lnTo>
                  <a:pt x="1243994" y="347863"/>
                </a:lnTo>
                <a:lnTo>
                  <a:pt x="1242174" y="366798"/>
                </a:lnTo>
                <a:lnTo>
                  <a:pt x="1240355" y="385724"/>
                </a:lnTo>
                <a:lnTo>
                  <a:pt x="1238536" y="404660"/>
                </a:lnTo>
                <a:lnTo>
                  <a:pt x="1236716" y="423596"/>
                </a:lnTo>
                <a:lnTo>
                  <a:pt x="1234897" y="442522"/>
                </a:lnTo>
                <a:lnTo>
                  <a:pt x="1233087" y="461458"/>
                </a:lnTo>
                <a:lnTo>
                  <a:pt x="1231268" y="480393"/>
                </a:lnTo>
                <a:lnTo>
                  <a:pt x="1229449" y="499320"/>
                </a:lnTo>
                <a:lnTo>
                  <a:pt x="1227630" y="518255"/>
                </a:lnTo>
                <a:lnTo>
                  <a:pt x="1225810" y="537191"/>
                </a:lnTo>
                <a:lnTo>
                  <a:pt x="1223991" y="556117"/>
                </a:lnTo>
                <a:lnTo>
                  <a:pt x="1222172" y="575053"/>
                </a:lnTo>
                <a:lnTo>
                  <a:pt x="1220353" y="593979"/>
                </a:lnTo>
                <a:lnTo>
                  <a:pt x="1218533" y="612915"/>
                </a:lnTo>
                <a:lnTo>
                  <a:pt x="1216724" y="631850"/>
                </a:lnTo>
                <a:lnTo>
                  <a:pt x="1214904" y="650777"/>
                </a:lnTo>
                <a:lnTo>
                  <a:pt x="1213085" y="669712"/>
                </a:lnTo>
                <a:lnTo>
                  <a:pt x="1211266" y="688648"/>
                </a:lnTo>
                <a:lnTo>
                  <a:pt x="1209446" y="707574"/>
                </a:lnTo>
                <a:lnTo>
                  <a:pt x="1207627" y="726510"/>
                </a:lnTo>
                <a:lnTo>
                  <a:pt x="1205808" y="745446"/>
                </a:lnTo>
                <a:lnTo>
                  <a:pt x="1203989" y="764372"/>
                </a:lnTo>
                <a:lnTo>
                  <a:pt x="1202169" y="783307"/>
                </a:lnTo>
                <a:lnTo>
                  <a:pt x="1191339" y="793328"/>
                </a:lnTo>
                <a:lnTo>
                  <a:pt x="1172432" y="795366"/>
                </a:lnTo>
                <a:lnTo>
                  <a:pt x="1153525" y="797404"/>
                </a:lnTo>
                <a:lnTo>
                  <a:pt x="1134608" y="799443"/>
                </a:lnTo>
                <a:lnTo>
                  <a:pt x="1115701" y="801472"/>
                </a:lnTo>
                <a:lnTo>
                  <a:pt x="1096794" y="803510"/>
                </a:lnTo>
                <a:lnTo>
                  <a:pt x="1077878" y="805548"/>
                </a:lnTo>
                <a:lnTo>
                  <a:pt x="1058970" y="807587"/>
                </a:lnTo>
                <a:lnTo>
                  <a:pt x="1040063" y="809625"/>
                </a:lnTo>
                <a:lnTo>
                  <a:pt x="1021147" y="811654"/>
                </a:lnTo>
                <a:lnTo>
                  <a:pt x="1002240" y="813692"/>
                </a:lnTo>
                <a:lnTo>
                  <a:pt x="983332" y="815731"/>
                </a:lnTo>
                <a:lnTo>
                  <a:pt x="964416" y="817769"/>
                </a:lnTo>
                <a:lnTo>
                  <a:pt x="945509" y="819798"/>
                </a:lnTo>
                <a:lnTo>
                  <a:pt x="926602" y="821836"/>
                </a:lnTo>
                <a:lnTo>
                  <a:pt x="907685" y="823874"/>
                </a:lnTo>
                <a:lnTo>
                  <a:pt x="888778" y="825913"/>
                </a:lnTo>
                <a:lnTo>
                  <a:pt x="869871" y="827951"/>
                </a:lnTo>
                <a:lnTo>
                  <a:pt x="850954" y="829980"/>
                </a:lnTo>
                <a:lnTo>
                  <a:pt x="832047" y="832018"/>
                </a:lnTo>
                <a:lnTo>
                  <a:pt x="813140" y="834057"/>
                </a:lnTo>
                <a:lnTo>
                  <a:pt x="794233" y="836095"/>
                </a:lnTo>
                <a:lnTo>
                  <a:pt x="775316" y="838124"/>
                </a:lnTo>
                <a:lnTo>
                  <a:pt x="756409" y="840162"/>
                </a:lnTo>
                <a:lnTo>
                  <a:pt x="737502" y="842201"/>
                </a:lnTo>
                <a:lnTo>
                  <a:pt x="718585" y="844239"/>
                </a:lnTo>
                <a:lnTo>
                  <a:pt x="699678" y="846277"/>
                </a:lnTo>
                <a:lnTo>
                  <a:pt x="680771" y="848306"/>
                </a:lnTo>
                <a:lnTo>
                  <a:pt x="661854" y="850344"/>
                </a:lnTo>
                <a:lnTo>
                  <a:pt x="642947" y="852383"/>
                </a:lnTo>
                <a:lnTo>
                  <a:pt x="624040" y="854421"/>
                </a:lnTo>
                <a:lnTo>
                  <a:pt x="605123" y="856450"/>
                </a:lnTo>
                <a:lnTo>
                  <a:pt x="586216" y="858488"/>
                </a:lnTo>
                <a:lnTo>
                  <a:pt x="567309" y="860527"/>
                </a:lnTo>
                <a:lnTo>
                  <a:pt x="548392" y="862565"/>
                </a:lnTo>
                <a:lnTo>
                  <a:pt x="529485" y="864603"/>
                </a:lnTo>
                <a:lnTo>
                  <a:pt x="510578" y="866632"/>
                </a:lnTo>
                <a:lnTo>
                  <a:pt x="491661" y="868670"/>
                </a:lnTo>
                <a:lnTo>
                  <a:pt x="472754" y="870709"/>
                </a:lnTo>
                <a:lnTo>
                  <a:pt x="453847" y="872747"/>
                </a:lnTo>
                <a:lnTo>
                  <a:pt x="434931" y="874776"/>
                </a:lnTo>
                <a:lnTo>
                  <a:pt x="416023" y="876814"/>
                </a:lnTo>
                <a:lnTo>
                  <a:pt x="397116" y="878853"/>
                </a:lnTo>
                <a:lnTo>
                  <a:pt x="378200" y="880891"/>
                </a:lnTo>
                <a:lnTo>
                  <a:pt x="359293" y="882929"/>
                </a:lnTo>
                <a:lnTo>
                  <a:pt x="340385" y="884958"/>
                </a:lnTo>
                <a:lnTo>
                  <a:pt x="321478" y="886997"/>
                </a:lnTo>
                <a:lnTo>
                  <a:pt x="302562" y="889035"/>
                </a:lnTo>
                <a:lnTo>
                  <a:pt x="283655" y="891073"/>
                </a:lnTo>
                <a:lnTo>
                  <a:pt x="264747" y="893112"/>
                </a:lnTo>
                <a:lnTo>
                  <a:pt x="245831" y="895140"/>
                </a:lnTo>
                <a:lnTo>
                  <a:pt x="226924" y="897179"/>
                </a:lnTo>
                <a:lnTo>
                  <a:pt x="208016" y="899217"/>
                </a:lnTo>
                <a:lnTo>
                  <a:pt x="189100" y="901256"/>
                </a:lnTo>
                <a:lnTo>
                  <a:pt x="170193" y="903284"/>
                </a:lnTo>
                <a:lnTo>
                  <a:pt x="151286" y="905323"/>
                </a:lnTo>
                <a:lnTo>
                  <a:pt x="132369" y="907361"/>
                </a:lnTo>
                <a:lnTo>
                  <a:pt x="113462" y="909399"/>
                </a:lnTo>
                <a:lnTo>
                  <a:pt x="94555" y="911438"/>
                </a:lnTo>
                <a:lnTo>
                  <a:pt x="75638" y="913467"/>
                </a:lnTo>
                <a:lnTo>
                  <a:pt x="56731" y="915505"/>
                </a:lnTo>
                <a:lnTo>
                  <a:pt x="37824" y="917543"/>
                </a:lnTo>
                <a:lnTo>
                  <a:pt x="18907" y="919582"/>
                </a:lnTo>
                <a:lnTo>
                  <a:pt x="0" y="921610"/>
                </a:lnTo>
                <a:lnTo>
                  <a:pt x="19" y="904523"/>
                </a:lnTo>
                <a:lnTo>
                  <a:pt x="1857" y="885596"/>
                </a:lnTo>
                <a:lnTo>
                  <a:pt x="3705" y="866661"/>
                </a:lnTo>
                <a:lnTo>
                  <a:pt x="5544" y="847735"/>
                </a:lnTo>
                <a:lnTo>
                  <a:pt x="7382" y="828799"/>
                </a:lnTo>
                <a:lnTo>
                  <a:pt x="9230" y="809873"/>
                </a:lnTo>
                <a:lnTo>
                  <a:pt x="11068" y="790946"/>
                </a:lnTo>
                <a:lnTo>
                  <a:pt x="12906" y="772011"/>
                </a:lnTo>
                <a:lnTo>
                  <a:pt x="14745" y="753085"/>
                </a:lnTo>
                <a:lnTo>
                  <a:pt x="16593" y="734149"/>
                </a:lnTo>
                <a:lnTo>
                  <a:pt x="18431" y="715223"/>
                </a:lnTo>
                <a:lnTo>
                  <a:pt x="20269" y="696287"/>
                </a:lnTo>
                <a:lnTo>
                  <a:pt x="22108" y="677361"/>
                </a:lnTo>
                <a:lnTo>
                  <a:pt x="23955" y="658435"/>
                </a:lnTo>
                <a:lnTo>
                  <a:pt x="25794" y="639499"/>
                </a:lnTo>
                <a:lnTo>
                  <a:pt x="27632" y="620573"/>
                </a:lnTo>
                <a:lnTo>
                  <a:pt x="29470" y="601637"/>
                </a:lnTo>
                <a:lnTo>
                  <a:pt x="31318" y="582711"/>
                </a:lnTo>
                <a:lnTo>
                  <a:pt x="33157" y="563775"/>
                </a:lnTo>
                <a:lnTo>
                  <a:pt x="34995" y="544849"/>
                </a:lnTo>
                <a:lnTo>
                  <a:pt x="36833" y="525923"/>
                </a:lnTo>
                <a:lnTo>
                  <a:pt x="38681" y="506987"/>
                </a:lnTo>
                <a:lnTo>
                  <a:pt x="40519" y="488061"/>
                </a:lnTo>
                <a:lnTo>
                  <a:pt x="42358" y="469125"/>
                </a:lnTo>
                <a:lnTo>
                  <a:pt x="44196" y="450199"/>
                </a:lnTo>
                <a:lnTo>
                  <a:pt x="46044" y="431263"/>
                </a:lnTo>
                <a:lnTo>
                  <a:pt x="47882" y="412337"/>
                </a:lnTo>
                <a:lnTo>
                  <a:pt x="49721" y="393411"/>
                </a:lnTo>
                <a:lnTo>
                  <a:pt x="51559" y="374475"/>
                </a:lnTo>
                <a:lnTo>
                  <a:pt x="53407" y="355549"/>
                </a:lnTo>
                <a:lnTo>
                  <a:pt x="55245" y="336614"/>
                </a:lnTo>
                <a:lnTo>
                  <a:pt x="57083" y="317687"/>
                </a:lnTo>
                <a:lnTo>
                  <a:pt x="58922" y="298752"/>
                </a:lnTo>
                <a:lnTo>
                  <a:pt x="60770" y="279825"/>
                </a:lnTo>
                <a:lnTo>
                  <a:pt x="62608" y="260899"/>
                </a:lnTo>
                <a:lnTo>
                  <a:pt x="64446" y="241964"/>
                </a:lnTo>
                <a:lnTo>
                  <a:pt x="66284" y="223037"/>
                </a:lnTo>
                <a:lnTo>
                  <a:pt x="68132" y="204102"/>
                </a:lnTo>
                <a:lnTo>
                  <a:pt x="69971" y="185176"/>
                </a:lnTo>
                <a:lnTo>
                  <a:pt x="71809" y="166249"/>
                </a:lnTo>
                <a:lnTo>
                  <a:pt x="73647" y="147314"/>
                </a:lnTo>
                <a:lnTo>
                  <a:pt x="75495" y="128387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76180B56-2AAA-4674-94E4-E2EF5640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6562" y="2812123"/>
            <a:ext cx="526713" cy="669217"/>
          </a:xfrm>
          <a:custGeom xmlns:a="http://schemas.openxmlformats.org/drawingml/2006/main">
            <a:pathLst>
              <a:path w="526713" h="669217">
                <a:moveTo>
                  <a:pt x="0" y="669217"/>
                </a:moveTo>
                <a:lnTo>
                  <a:pt x="0" y="650215"/>
                </a:lnTo>
                <a:lnTo>
                  <a:pt x="0" y="631212"/>
                </a:lnTo>
                <a:lnTo>
                  <a:pt x="0" y="612210"/>
                </a:lnTo>
                <a:lnTo>
                  <a:pt x="0" y="593207"/>
                </a:lnTo>
                <a:lnTo>
                  <a:pt x="0" y="574205"/>
                </a:lnTo>
                <a:lnTo>
                  <a:pt x="0" y="555203"/>
                </a:lnTo>
                <a:lnTo>
                  <a:pt x="0" y="536210"/>
                </a:lnTo>
                <a:lnTo>
                  <a:pt x="0" y="517208"/>
                </a:lnTo>
                <a:lnTo>
                  <a:pt x="0" y="498205"/>
                </a:lnTo>
                <a:lnTo>
                  <a:pt x="0" y="479203"/>
                </a:lnTo>
                <a:lnTo>
                  <a:pt x="0" y="460200"/>
                </a:lnTo>
                <a:lnTo>
                  <a:pt x="0" y="441198"/>
                </a:lnTo>
                <a:lnTo>
                  <a:pt x="0" y="422196"/>
                </a:lnTo>
                <a:lnTo>
                  <a:pt x="0" y="403193"/>
                </a:lnTo>
                <a:lnTo>
                  <a:pt x="0" y="384191"/>
                </a:lnTo>
                <a:lnTo>
                  <a:pt x="0" y="365189"/>
                </a:lnTo>
                <a:lnTo>
                  <a:pt x="0" y="346186"/>
                </a:lnTo>
                <a:lnTo>
                  <a:pt x="0" y="327184"/>
                </a:lnTo>
                <a:lnTo>
                  <a:pt x="0" y="308181"/>
                </a:lnTo>
                <a:lnTo>
                  <a:pt x="0" y="289179"/>
                </a:lnTo>
                <a:lnTo>
                  <a:pt x="0" y="270177"/>
                </a:lnTo>
                <a:lnTo>
                  <a:pt x="0" y="251184"/>
                </a:lnTo>
                <a:lnTo>
                  <a:pt x="0" y="232181"/>
                </a:lnTo>
                <a:lnTo>
                  <a:pt x="0" y="213179"/>
                </a:lnTo>
                <a:lnTo>
                  <a:pt x="0" y="194177"/>
                </a:lnTo>
                <a:lnTo>
                  <a:pt x="0" y="175174"/>
                </a:lnTo>
                <a:lnTo>
                  <a:pt x="10554" y="163849"/>
                </a:lnTo>
                <a:lnTo>
                  <a:pt x="28632" y="158001"/>
                </a:lnTo>
                <a:lnTo>
                  <a:pt x="46711" y="152143"/>
                </a:lnTo>
                <a:lnTo>
                  <a:pt x="64789" y="146294"/>
                </a:lnTo>
                <a:lnTo>
                  <a:pt x="82868" y="140446"/>
                </a:lnTo>
                <a:lnTo>
                  <a:pt x="100946" y="134588"/>
                </a:lnTo>
                <a:lnTo>
                  <a:pt x="119024" y="128740"/>
                </a:lnTo>
                <a:lnTo>
                  <a:pt x="137103" y="122882"/>
                </a:lnTo>
                <a:lnTo>
                  <a:pt x="155181" y="117034"/>
                </a:lnTo>
                <a:lnTo>
                  <a:pt x="173260" y="111185"/>
                </a:lnTo>
                <a:lnTo>
                  <a:pt x="191338" y="105327"/>
                </a:lnTo>
                <a:lnTo>
                  <a:pt x="209417" y="99479"/>
                </a:lnTo>
                <a:lnTo>
                  <a:pt x="227495" y="93631"/>
                </a:lnTo>
                <a:lnTo>
                  <a:pt x="245574" y="87773"/>
                </a:lnTo>
                <a:lnTo>
                  <a:pt x="263652" y="81925"/>
                </a:lnTo>
                <a:lnTo>
                  <a:pt x="281730" y="76076"/>
                </a:lnTo>
                <a:lnTo>
                  <a:pt x="299809" y="70218"/>
                </a:lnTo>
                <a:lnTo>
                  <a:pt x="317887" y="64370"/>
                </a:lnTo>
                <a:lnTo>
                  <a:pt x="335966" y="58522"/>
                </a:lnTo>
                <a:lnTo>
                  <a:pt x="354044" y="52664"/>
                </a:lnTo>
                <a:lnTo>
                  <a:pt x="372123" y="46815"/>
                </a:lnTo>
                <a:lnTo>
                  <a:pt x="390201" y="40958"/>
                </a:lnTo>
                <a:lnTo>
                  <a:pt x="408280" y="35109"/>
                </a:lnTo>
                <a:lnTo>
                  <a:pt x="426358" y="29261"/>
                </a:lnTo>
                <a:lnTo>
                  <a:pt x="444436" y="23403"/>
                </a:lnTo>
                <a:lnTo>
                  <a:pt x="462515" y="17555"/>
                </a:lnTo>
                <a:lnTo>
                  <a:pt x="480593" y="11706"/>
                </a:lnTo>
                <a:lnTo>
                  <a:pt x="498672" y="5848"/>
                </a:lnTo>
                <a:lnTo>
                  <a:pt x="516750" y="0"/>
                </a:lnTo>
                <a:lnTo>
                  <a:pt x="526713" y="5296"/>
                </a:lnTo>
                <a:lnTo>
                  <a:pt x="526713" y="24298"/>
                </a:lnTo>
                <a:lnTo>
                  <a:pt x="526713" y="43301"/>
                </a:lnTo>
                <a:lnTo>
                  <a:pt x="526713" y="62303"/>
                </a:lnTo>
                <a:lnTo>
                  <a:pt x="526713" y="81305"/>
                </a:lnTo>
                <a:lnTo>
                  <a:pt x="526713" y="100308"/>
                </a:lnTo>
                <a:lnTo>
                  <a:pt x="526713" y="119310"/>
                </a:lnTo>
                <a:lnTo>
                  <a:pt x="526713" y="138303"/>
                </a:lnTo>
                <a:lnTo>
                  <a:pt x="526713" y="157305"/>
                </a:lnTo>
                <a:lnTo>
                  <a:pt x="526713" y="176308"/>
                </a:lnTo>
                <a:lnTo>
                  <a:pt x="526713" y="195310"/>
                </a:lnTo>
                <a:lnTo>
                  <a:pt x="526713" y="214313"/>
                </a:lnTo>
                <a:lnTo>
                  <a:pt x="526713" y="233315"/>
                </a:lnTo>
                <a:lnTo>
                  <a:pt x="526713" y="252317"/>
                </a:lnTo>
                <a:lnTo>
                  <a:pt x="526713" y="271320"/>
                </a:lnTo>
                <a:lnTo>
                  <a:pt x="526713" y="290322"/>
                </a:lnTo>
                <a:lnTo>
                  <a:pt x="526713" y="309324"/>
                </a:lnTo>
                <a:lnTo>
                  <a:pt x="526713" y="328327"/>
                </a:lnTo>
                <a:lnTo>
                  <a:pt x="526713" y="347329"/>
                </a:lnTo>
                <a:lnTo>
                  <a:pt x="526713" y="366332"/>
                </a:lnTo>
                <a:lnTo>
                  <a:pt x="526713" y="385334"/>
                </a:lnTo>
                <a:lnTo>
                  <a:pt x="526713" y="404336"/>
                </a:lnTo>
                <a:lnTo>
                  <a:pt x="526713" y="423329"/>
                </a:lnTo>
                <a:lnTo>
                  <a:pt x="526713" y="442331"/>
                </a:lnTo>
                <a:lnTo>
                  <a:pt x="526713" y="461334"/>
                </a:lnTo>
                <a:lnTo>
                  <a:pt x="514541" y="471964"/>
                </a:lnTo>
                <a:lnTo>
                  <a:pt x="496795" y="478765"/>
                </a:lnTo>
                <a:lnTo>
                  <a:pt x="479050" y="485565"/>
                </a:lnTo>
                <a:lnTo>
                  <a:pt x="461305" y="492366"/>
                </a:lnTo>
                <a:lnTo>
                  <a:pt x="443570" y="499167"/>
                </a:lnTo>
                <a:lnTo>
                  <a:pt x="425825" y="505968"/>
                </a:lnTo>
                <a:lnTo>
                  <a:pt x="408080" y="512778"/>
                </a:lnTo>
                <a:lnTo>
                  <a:pt x="390334" y="519579"/>
                </a:lnTo>
                <a:lnTo>
                  <a:pt x="372599" y="526380"/>
                </a:lnTo>
                <a:lnTo>
                  <a:pt x="354854" y="533181"/>
                </a:lnTo>
                <a:lnTo>
                  <a:pt x="337109" y="539982"/>
                </a:lnTo>
                <a:lnTo>
                  <a:pt x="319364" y="546783"/>
                </a:lnTo>
                <a:lnTo>
                  <a:pt x="301628" y="553583"/>
                </a:lnTo>
                <a:lnTo>
                  <a:pt x="283883" y="560384"/>
                </a:lnTo>
                <a:lnTo>
                  <a:pt x="266138" y="567185"/>
                </a:lnTo>
                <a:lnTo>
                  <a:pt x="248393" y="573996"/>
                </a:lnTo>
                <a:lnTo>
                  <a:pt x="230657" y="580796"/>
                </a:lnTo>
                <a:lnTo>
                  <a:pt x="212912" y="587597"/>
                </a:lnTo>
                <a:lnTo>
                  <a:pt x="195167" y="594398"/>
                </a:lnTo>
                <a:lnTo>
                  <a:pt x="177422" y="601199"/>
                </a:lnTo>
                <a:lnTo>
                  <a:pt x="159687" y="608000"/>
                </a:lnTo>
                <a:lnTo>
                  <a:pt x="141942" y="614801"/>
                </a:lnTo>
                <a:lnTo>
                  <a:pt x="124196" y="621602"/>
                </a:lnTo>
                <a:lnTo>
                  <a:pt x="106451" y="628402"/>
                </a:lnTo>
                <a:lnTo>
                  <a:pt x="88716" y="635213"/>
                </a:lnTo>
                <a:lnTo>
                  <a:pt x="70971" y="642014"/>
                </a:lnTo>
                <a:lnTo>
                  <a:pt x="53226" y="648814"/>
                </a:lnTo>
                <a:lnTo>
                  <a:pt x="35481" y="655615"/>
                </a:lnTo>
                <a:lnTo>
                  <a:pt x="17745" y="662416"/>
                </a:lnTo>
                <a:lnTo>
                  <a:pt x="0" y="669217"/>
                </a:lnTo>
              </a:path>
            </a:pathLst>
          </a:custGeom>
          <a:solidFill xmlns:a="http://schemas.openxmlformats.org/drawingml/2006/main">
            <a:srgbClr val="9DB7C7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70AF11C9-5DFC-4D16-BB58-256DB154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331" y="3279419"/>
            <a:ext cx="2522801" cy="201920"/>
          </a:xfrm>
          <a:custGeom xmlns:a="http://schemas.openxmlformats.org/drawingml/2006/main">
            <a:pathLst>
              <a:path w="2522801" h="201920">
                <a:moveTo>
                  <a:pt x="0" y="201920"/>
                </a:moveTo>
                <a:lnTo>
                  <a:pt x="21336" y="201920"/>
                </a:lnTo>
                <a:lnTo>
                  <a:pt x="42662" y="201920"/>
                </a:lnTo>
                <a:lnTo>
                  <a:pt x="63998" y="201920"/>
                </a:lnTo>
                <a:lnTo>
                  <a:pt x="85334" y="201920"/>
                </a:lnTo>
                <a:lnTo>
                  <a:pt x="106661" y="201920"/>
                </a:lnTo>
                <a:lnTo>
                  <a:pt x="127997" y="201920"/>
                </a:lnTo>
                <a:lnTo>
                  <a:pt x="149333" y="201920"/>
                </a:lnTo>
                <a:lnTo>
                  <a:pt x="170659" y="201920"/>
                </a:lnTo>
                <a:lnTo>
                  <a:pt x="191995" y="201920"/>
                </a:lnTo>
                <a:lnTo>
                  <a:pt x="213331" y="201920"/>
                </a:lnTo>
                <a:lnTo>
                  <a:pt x="234658" y="201920"/>
                </a:lnTo>
                <a:lnTo>
                  <a:pt x="255994" y="201920"/>
                </a:lnTo>
                <a:lnTo>
                  <a:pt x="277330" y="201920"/>
                </a:lnTo>
                <a:lnTo>
                  <a:pt x="298656" y="201920"/>
                </a:lnTo>
                <a:lnTo>
                  <a:pt x="319992" y="201920"/>
                </a:lnTo>
                <a:lnTo>
                  <a:pt x="341328" y="201920"/>
                </a:lnTo>
                <a:lnTo>
                  <a:pt x="362664" y="201920"/>
                </a:lnTo>
                <a:lnTo>
                  <a:pt x="383991" y="201920"/>
                </a:lnTo>
                <a:lnTo>
                  <a:pt x="405327" y="201920"/>
                </a:lnTo>
                <a:lnTo>
                  <a:pt x="426663" y="201920"/>
                </a:lnTo>
                <a:lnTo>
                  <a:pt x="447989" y="201920"/>
                </a:lnTo>
                <a:lnTo>
                  <a:pt x="469325" y="201920"/>
                </a:lnTo>
                <a:lnTo>
                  <a:pt x="490661" y="201920"/>
                </a:lnTo>
                <a:lnTo>
                  <a:pt x="511988" y="201920"/>
                </a:lnTo>
                <a:lnTo>
                  <a:pt x="533324" y="201920"/>
                </a:lnTo>
                <a:lnTo>
                  <a:pt x="554660" y="201920"/>
                </a:lnTo>
                <a:lnTo>
                  <a:pt x="575986" y="201920"/>
                </a:lnTo>
                <a:lnTo>
                  <a:pt x="597322" y="201920"/>
                </a:lnTo>
                <a:lnTo>
                  <a:pt x="618658" y="201920"/>
                </a:lnTo>
                <a:lnTo>
                  <a:pt x="639985" y="201920"/>
                </a:lnTo>
                <a:lnTo>
                  <a:pt x="661321" y="201920"/>
                </a:lnTo>
                <a:lnTo>
                  <a:pt x="682657" y="201920"/>
                </a:lnTo>
                <a:lnTo>
                  <a:pt x="703983" y="201920"/>
                </a:lnTo>
                <a:lnTo>
                  <a:pt x="725319" y="201920"/>
                </a:lnTo>
                <a:lnTo>
                  <a:pt x="746655" y="201920"/>
                </a:lnTo>
                <a:lnTo>
                  <a:pt x="767982" y="201920"/>
                </a:lnTo>
                <a:lnTo>
                  <a:pt x="789318" y="201920"/>
                </a:lnTo>
                <a:lnTo>
                  <a:pt x="810654" y="201920"/>
                </a:lnTo>
                <a:lnTo>
                  <a:pt x="831980" y="201920"/>
                </a:lnTo>
                <a:lnTo>
                  <a:pt x="853316" y="201920"/>
                </a:lnTo>
                <a:lnTo>
                  <a:pt x="874652" y="201920"/>
                </a:lnTo>
                <a:lnTo>
                  <a:pt x="895979" y="201920"/>
                </a:lnTo>
                <a:lnTo>
                  <a:pt x="917315" y="201920"/>
                </a:lnTo>
                <a:lnTo>
                  <a:pt x="938651" y="201920"/>
                </a:lnTo>
                <a:lnTo>
                  <a:pt x="959987" y="201920"/>
                </a:lnTo>
                <a:lnTo>
                  <a:pt x="981313" y="201920"/>
                </a:lnTo>
                <a:lnTo>
                  <a:pt x="1002649" y="201920"/>
                </a:lnTo>
                <a:lnTo>
                  <a:pt x="1023985" y="201920"/>
                </a:lnTo>
                <a:lnTo>
                  <a:pt x="1045312" y="201920"/>
                </a:lnTo>
                <a:lnTo>
                  <a:pt x="1066648" y="201920"/>
                </a:lnTo>
                <a:lnTo>
                  <a:pt x="1087984" y="201920"/>
                </a:lnTo>
                <a:lnTo>
                  <a:pt x="1109310" y="201920"/>
                </a:lnTo>
                <a:lnTo>
                  <a:pt x="1130646" y="201920"/>
                </a:lnTo>
                <a:lnTo>
                  <a:pt x="1151982" y="201920"/>
                </a:lnTo>
                <a:lnTo>
                  <a:pt x="1173309" y="201920"/>
                </a:lnTo>
                <a:lnTo>
                  <a:pt x="1194645" y="201920"/>
                </a:lnTo>
                <a:lnTo>
                  <a:pt x="1215981" y="201920"/>
                </a:lnTo>
                <a:lnTo>
                  <a:pt x="1237307" y="201920"/>
                </a:lnTo>
                <a:lnTo>
                  <a:pt x="1258643" y="201920"/>
                </a:lnTo>
                <a:lnTo>
                  <a:pt x="1279979" y="201920"/>
                </a:lnTo>
                <a:lnTo>
                  <a:pt x="1301306" y="201920"/>
                </a:lnTo>
                <a:lnTo>
                  <a:pt x="1322642" y="201920"/>
                </a:lnTo>
                <a:lnTo>
                  <a:pt x="1343978" y="201920"/>
                </a:lnTo>
                <a:lnTo>
                  <a:pt x="1365304" y="201920"/>
                </a:lnTo>
                <a:lnTo>
                  <a:pt x="1386640" y="201920"/>
                </a:lnTo>
                <a:lnTo>
                  <a:pt x="1407976" y="201920"/>
                </a:lnTo>
                <a:lnTo>
                  <a:pt x="1429302" y="201920"/>
                </a:lnTo>
                <a:lnTo>
                  <a:pt x="1450638" y="201920"/>
                </a:lnTo>
                <a:lnTo>
                  <a:pt x="1471974" y="201920"/>
                </a:lnTo>
                <a:lnTo>
                  <a:pt x="1493301" y="201920"/>
                </a:lnTo>
                <a:lnTo>
                  <a:pt x="1514637" y="201920"/>
                </a:lnTo>
                <a:lnTo>
                  <a:pt x="1535973" y="201920"/>
                </a:lnTo>
                <a:lnTo>
                  <a:pt x="1557309" y="201920"/>
                </a:lnTo>
                <a:lnTo>
                  <a:pt x="1578635" y="201920"/>
                </a:lnTo>
                <a:lnTo>
                  <a:pt x="1599971" y="201920"/>
                </a:lnTo>
                <a:lnTo>
                  <a:pt x="1621307" y="201920"/>
                </a:lnTo>
                <a:lnTo>
                  <a:pt x="1642634" y="201920"/>
                </a:lnTo>
                <a:lnTo>
                  <a:pt x="1663970" y="201920"/>
                </a:lnTo>
                <a:lnTo>
                  <a:pt x="1685306" y="201920"/>
                </a:lnTo>
                <a:lnTo>
                  <a:pt x="1706632" y="201920"/>
                </a:lnTo>
                <a:lnTo>
                  <a:pt x="1727968" y="201920"/>
                </a:lnTo>
                <a:lnTo>
                  <a:pt x="1749304" y="201920"/>
                </a:lnTo>
                <a:lnTo>
                  <a:pt x="1770631" y="201920"/>
                </a:lnTo>
                <a:lnTo>
                  <a:pt x="1791967" y="201920"/>
                </a:lnTo>
                <a:lnTo>
                  <a:pt x="1813303" y="201920"/>
                </a:lnTo>
                <a:lnTo>
                  <a:pt x="1834629" y="201920"/>
                </a:lnTo>
                <a:lnTo>
                  <a:pt x="1855965" y="201920"/>
                </a:lnTo>
                <a:lnTo>
                  <a:pt x="1877301" y="201920"/>
                </a:lnTo>
                <a:lnTo>
                  <a:pt x="1898628" y="201920"/>
                </a:lnTo>
                <a:lnTo>
                  <a:pt x="1919964" y="201920"/>
                </a:lnTo>
                <a:lnTo>
                  <a:pt x="1941300" y="201920"/>
                </a:lnTo>
                <a:lnTo>
                  <a:pt x="1962626" y="201920"/>
                </a:lnTo>
                <a:lnTo>
                  <a:pt x="1983962" y="201920"/>
                </a:lnTo>
                <a:lnTo>
                  <a:pt x="2004898" y="199758"/>
                </a:lnTo>
                <a:lnTo>
                  <a:pt x="2024815" y="192119"/>
                </a:lnTo>
                <a:lnTo>
                  <a:pt x="2044732" y="184480"/>
                </a:lnTo>
                <a:lnTo>
                  <a:pt x="2064649" y="176851"/>
                </a:lnTo>
                <a:lnTo>
                  <a:pt x="2084575" y="169212"/>
                </a:lnTo>
                <a:lnTo>
                  <a:pt x="2104492" y="161573"/>
                </a:lnTo>
                <a:lnTo>
                  <a:pt x="2124408" y="153934"/>
                </a:lnTo>
                <a:lnTo>
                  <a:pt x="2144335" y="146304"/>
                </a:lnTo>
                <a:lnTo>
                  <a:pt x="2164251" y="138665"/>
                </a:lnTo>
                <a:lnTo>
                  <a:pt x="2184168" y="131026"/>
                </a:lnTo>
                <a:lnTo>
                  <a:pt x="2204085" y="123396"/>
                </a:lnTo>
                <a:lnTo>
                  <a:pt x="2224011" y="115757"/>
                </a:lnTo>
                <a:lnTo>
                  <a:pt x="2243928" y="108118"/>
                </a:lnTo>
                <a:lnTo>
                  <a:pt x="2263845" y="100479"/>
                </a:lnTo>
                <a:lnTo>
                  <a:pt x="2283762" y="92850"/>
                </a:lnTo>
                <a:lnTo>
                  <a:pt x="2303688" y="85211"/>
                </a:lnTo>
                <a:lnTo>
                  <a:pt x="2323605" y="77572"/>
                </a:lnTo>
                <a:lnTo>
                  <a:pt x="2343521" y="69933"/>
                </a:lnTo>
                <a:lnTo>
                  <a:pt x="2363448" y="62303"/>
                </a:lnTo>
                <a:lnTo>
                  <a:pt x="2383365" y="54664"/>
                </a:lnTo>
                <a:lnTo>
                  <a:pt x="2403281" y="47025"/>
                </a:lnTo>
                <a:lnTo>
                  <a:pt x="2423198" y="39395"/>
                </a:lnTo>
                <a:lnTo>
                  <a:pt x="2443124" y="31756"/>
                </a:lnTo>
                <a:lnTo>
                  <a:pt x="2463041" y="24117"/>
                </a:lnTo>
                <a:lnTo>
                  <a:pt x="2482958" y="16478"/>
                </a:lnTo>
                <a:lnTo>
                  <a:pt x="2502875" y="8849"/>
                </a:lnTo>
                <a:lnTo>
                  <a:pt x="2522801" y="1210"/>
                </a:lnTo>
                <a:lnTo>
                  <a:pt x="2507999" y="0"/>
                </a:lnTo>
                <a:lnTo>
                  <a:pt x="2486673" y="0"/>
                </a:lnTo>
                <a:lnTo>
                  <a:pt x="2465337" y="0"/>
                </a:lnTo>
                <a:lnTo>
                  <a:pt x="2444001" y="0"/>
                </a:lnTo>
                <a:lnTo>
                  <a:pt x="2422674" y="0"/>
                </a:lnTo>
                <a:lnTo>
                  <a:pt x="2401338" y="0"/>
                </a:lnTo>
                <a:lnTo>
                  <a:pt x="2380002" y="0"/>
                </a:lnTo>
                <a:lnTo>
                  <a:pt x="2358676" y="0"/>
                </a:lnTo>
                <a:lnTo>
                  <a:pt x="2337340" y="0"/>
                </a:lnTo>
                <a:lnTo>
                  <a:pt x="2316004" y="0"/>
                </a:lnTo>
                <a:lnTo>
                  <a:pt x="2294677" y="0"/>
                </a:lnTo>
                <a:lnTo>
                  <a:pt x="2273341" y="0"/>
                </a:lnTo>
                <a:lnTo>
                  <a:pt x="2252005" y="0"/>
                </a:lnTo>
                <a:lnTo>
                  <a:pt x="2230669" y="0"/>
                </a:lnTo>
                <a:lnTo>
                  <a:pt x="2209343" y="0"/>
                </a:lnTo>
                <a:lnTo>
                  <a:pt x="2188007" y="0"/>
                </a:lnTo>
                <a:lnTo>
                  <a:pt x="2166671" y="0"/>
                </a:lnTo>
                <a:lnTo>
                  <a:pt x="2145344" y="0"/>
                </a:lnTo>
                <a:lnTo>
                  <a:pt x="2124008" y="0"/>
                </a:lnTo>
                <a:lnTo>
                  <a:pt x="2102672" y="0"/>
                </a:lnTo>
                <a:lnTo>
                  <a:pt x="2081346" y="0"/>
                </a:lnTo>
                <a:lnTo>
                  <a:pt x="2060010" y="0"/>
                </a:lnTo>
                <a:lnTo>
                  <a:pt x="2038674" y="0"/>
                </a:lnTo>
                <a:lnTo>
                  <a:pt x="2017347" y="0"/>
                </a:lnTo>
                <a:lnTo>
                  <a:pt x="1996011" y="0"/>
                </a:lnTo>
                <a:lnTo>
                  <a:pt x="1974675" y="0"/>
                </a:lnTo>
                <a:lnTo>
                  <a:pt x="1953349" y="0"/>
                </a:lnTo>
                <a:lnTo>
                  <a:pt x="1932013" y="0"/>
                </a:lnTo>
                <a:lnTo>
                  <a:pt x="1910677" y="0"/>
                </a:lnTo>
                <a:lnTo>
                  <a:pt x="1889350" y="0"/>
                </a:lnTo>
                <a:lnTo>
                  <a:pt x="1868014" y="0"/>
                </a:lnTo>
                <a:lnTo>
                  <a:pt x="1846678" y="0"/>
                </a:lnTo>
                <a:lnTo>
                  <a:pt x="1825352" y="0"/>
                </a:lnTo>
                <a:lnTo>
                  <a:pt x="1804016" y="0"/>
                </a:lnTo>
                <a:lnTo>
                  <a:pt x="1782680" y="0"/>
                </a:lnTo>
                <a:lnTo>
                  <a:pt x="1761353" y="0"/>
                </a:lnTo>
                <a:lnTo>
                  <a:pt x="1740017" y="0"/>
                </a:lnTo>
                <a:lnTo>
                  <a:pt x="1718681" y="0"/>
                </a:lnTo>
                <a:lnTo>
                  <a:pt x="1697355" y="0"/>
                </a:lnTo>
                <a:lnTo>
                  <a:pt x="1676019" y="0"/>
                </a:lnTo>
                <a:lnTo>
                  <a:pt x="1654683" y="0"/>
                </a:lnTo>
                <a:lnTo>
                  <a:pt x="1633347" y="0"/>
                </a:lnTo>
                <a:lnTo>
                  <a:pt x="1612021" y="0"/>
                </a:lnTo>
                <a:lnTo>
                  <a:pt x="1590685" y="0"/>
                </a:lnTo>
                <a:lnTo>
                  <a:pt x="1569349" y="0"/>
                </a:lnTo>
                <a:lnTo>
                  <a:pt x="1548022" y="0"/>
                </a:lnTo>
                <a:lnTo>
                  <a:pt x="1526686" y="0"/>
                </a:lnTo>
                <a:lnTo>
                  <a:pt x="1505350" y="0"/>
                </a:lnTo>
                <a:lnTo>
                  <a:pt x="1484024" y="0"/>
                </a:lnTo>
                <a:lnTo>
                  <a:pt x="1462688" y="0"/>
                </a:lnTo>
                <a:lnTo>
                  <a:pt x="1441352" y="0"/>
                </a:lnTo>
                <a:lnTo>
                  <a:pt x="1420025" y="0"/>
                </a:lnTo>
                <a:lnTo>
                  <a:pt x="1398689" y="0"/>
                </a:lnTo>
                <a:lnTo>
                  <a:pt x="1377353" y="0"/>
                </a:lnTo>
                <a:lnTo>
                  <a:pt x="1356027" y="0"/>
                </a:lnTo>
                <a:lnTo>
                  <a:pt x="1334691" y="0"/>
                </a:lnTo>
                <a:lnTo>
                  <a:pt x="1313355" y="0"/>
                </a:lnTo>
                <a:lnTo>
                  <a:pt x="1292028" y="0"/>
                </a:lnTo>
                <a:lnTo>
                  <a:pt x="1270692" y="0"/>
                </a:lnTo>
                <a:lnTo>
                  <a:pt x="1249356" y="0"/>
                </a:lnTo>
                <a:lnTo>
                  <a:pt x="1228030" y="0"/>
                </a:lnTo>
                <a:lnTo>
                  <a:pt x="1206694" y="0"/>
                </a:lnTo>
                <a:lnTo>
                  <a:pt x="1185358" y="0"/>
                </a:lnTo>
                <a:lnTo>
                  <a:pt x="1164031" y="0"/>
                </a:lnTo>
                <a:lnTo>
                  <a:pt x="1142695" y="0"/>
                </a:lnTo>
                <a:lnTo>
                  <a:pt x="1121359" y="0"/>
                </a:lnTo>
                <a:lnTo>
                  <a:pt x="1100033" y="0"/>
                </a:lnTo>
                <a:lnTo>
                  <a:pt x="1078697" y="0"/>
                </a:lnTo>
                <a:lnTo>
                  <a:pt x="1057361" y="0"/>
                </a:lnTo>
                <a:lnTo>
                  <a:pt x="1036025" y="0"/>
                </a:lnTo>
                <a:lnTo>
                  <a:pt x="1014698" y="0"/>
                </a:lnTo>
                <a:lnTo>
                  <a:pt x="993362" y="0"/>
                </a:lnTo>
                <a:lnTo>
                  <a:pt x="972026" y="0"/>
                </a:lnTo>
                <a:lnTo>
                  <a:pt x="950700" y="0"/>
                </a:lnTo>
                <a:lnTo>
                  <a:pt x="929364" y="0"/>
                </a:lnTo>
                <a:lnTo>
                  <a:pt x="908028" y="0"/>
                </a:lnTo>
                <a:lnTo>
                  <a:pt x="886701" y="0"/>
                </a:lnTo>
                <a:lnTo>
                  <a:pt x="865365" y="0"/>
                </a:lnTo>
                <a:lnTo>
                  <a:pt x="844029" y="0"/>
                </a:lnTo>
                <a:lnTo>
                  <a:pt x="822703" y="0"/>
                </a:lnTo>
                <a:lnTo>
                  <a:pt x="801367" y="0"/>
                </a:lnTo>
                <a:lnTo>
                  <a:pt x="780031" y="0"/>
                </a:lnTo>
                <a:lnTo>
                  <a:pt x="758704" y="0"/>
                </a:lnTo>
                <a:lnTo>
                  <a:pt x="737368" y="0"/>
                </a:lnTo>
                <a:lnTo>
                  <a:pt x="716032" y="0"/>
                </a:lnTo>
                <a:lnTo>
                  <a:pt x="694706" y="0"/>
                </a:lnTo>
                <a:lnTo>
                  <a:pt x="673370" y="0"/>
                </a:lnTo>
                <a:lnTo>
                  <a:pt x="652034" y="0"/>
                </a:lnTo>
                <a:lnTo>
                  <a:pt x="631593" y="5877"/>
                </a:lnTo>
                <a:lnTo>
                  <a:pt x="611219" y="12202"/>
                </a:lnTo>
                <a:lnTo>
                  <a:pt x="590845" y="18526"/>
                </a:lnTo>
                <a:lnTo>
                  <a:pt x="570471" y="24851"/>
                </a:lnTo>
                <a:lnTo>
                  <a:pt x="550097" y="31175"/>
                </a:lnTo>
                <a:lnTo>
                  <a:pt x="529723" y="37500"/>
                </a:lnTo>
                <a:lnTo>
                  <a:pt x="509349" y="43825"/>
                </a:lnTo>
                <a:lnTo>
                  <a:pt x="488975" y="50149"/>
                </a:lnTo>
                <a:lnTo>
                  <a:pt x="468601" y="56474"/>
                </a:lnTo>
                <a:lnTo>
                  <a:pt x="448227" y="62798"/>
                </a:lnTo>
                <a:lnTo>
                  <a:pt x="427853" y="69123"/>
                </a:lnTo>
                <a:lnTo>
                  <a:pt x="407480" y="75448"/>
                </a:lnTo>
                <a:lnTo>
                  <a:pt x="387106" y="81772"/>
                </a:lnTo>
                <a:lnTo>
                  <a:pt x="366732" y="88097"/>
                </a:lnTo>
                <a:lnTo>
                  <a:pt x="346358" y="94412"/>
                </a:lnTo>
                <a:lnTo>
                  <a:pt x="325984" y="100736"/>
                </a:lnTo>
                <a:lnTo>
                  <a:pt x="305610" y="107061"/>
                </a:lnTo>
                <a:lnTo>
                  <a:pt x="285236" y="113386"/>
                </a:lnTo>
                <a:lnTo>
                  <a:pt x="264862" y="119710"/>
                </a:lnTo>
                <a:lnTo>
                  <a:pt x="244488" y="126035"/>
                </a:lnTo>
                <a:lnTo>
                  <a:pt x="224114" y="132359"/>
                </a:lnTo>
                <a:lnTo>
                  <a:pt x="203740" y="138684"/>
                </a:lnTo>
                <a:lnTo>
                  <a:pt x="183366" y="145009"/>
                </a:lnTo>
                <a:lnTo>
                  <a:pt x="162992" y="151333"/>
                </a:lnTo>
                <a:lnTo>
                  <a:pt x="142618" y="157658"/>
                </a:lnTo>
                <a:lnTo>
                  <a:pt x="122244" y="163982"/>
                </a:lnTo>
                <a:lnTo>
                  <a:pt x="101870" y="170307"/>
                </a:lnTo>
                <a:lnTo>
                  <a:pt x="81496" y="176632"/>
                </a:lnTo>
                <a:lnTo>
                  <a:pt x="61122" y="182956"/>
                </a:lnTo>
                <a:lnTo>
                  <a:pt x="40748" y="189281"/>
                </a:lnTo>
                <a:lnTo>
                  <a:pt x="20374" y="195596"/>
                </a:lnTo>
                <a:lnTo>
                  <a:pt x="0" y="201920"/>
                </a:lnTo>
              </a:path>
            </a:pathLst>
          </a:custGeom>
          <a:solidFill xmlns:a="http://schemas.openxmlformats.org/drawingml/2006/main">
            <a:srgbClr val="C8D9E3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151B2A9F-28BD-451C-98D8-C07560C5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096" y="3279419"/>
            <a:ext cx="2323081" cy="201920"/>
          </a:xfrm>
          <a:custGeom xmlns:a="http://schemas.openxmlformats.org/drawingml/2006/main">
            <a:pathLst>
              <a:path w="2323081" h="201920">
                <a:moveTo>
                  <a:pt x="0" y="201920"/>
                </a:moveTo>
                <a:lnTo>
                  <a:pt x="19031" y="201920"/>
                </a:lnTo>
                <a:lnTo>
                  <a:pt x="38062" y="201920"/>
                </a:lnTo>
                <a:lnTo>
                  <a:pt x="57093" y="201920"/>
                </a:lnTo>
                <a:lnTo>
                  <a:pt x="76133" y="201920"/>
                </a:lnTo>
                <a:lnTo>
                  <a:pt x="95164" y="201920"/>
                </a:lnTo>
                <a:lnTo>
                  <a:pt x="114195" y="201920"/>
                </a:lnTo>
                <a:lnTo>
                  <a:pt x="133226" y="201920"/>
                </a:lnTo>
                <a:lnTo>
                  <a:pt x="152257" y="201920"/>
                </a:lnTo>
                <a:lnTo>
                  <a:pt x="171288" y="201920"/>
                </a:lnTo>
                <a:lnTo>
                  <a:pt x="190329" y="201920"/>
                </a:lnTo>
                <a:lnTo>
                  <a:pt x="209360" y="201920"/>
                </a:lnTo>
                <a:lnTo>
                  <a:pt x="228390" y="201920"/>
                </a:lnTo>
                <a:lnTo>
                  <a:pt x="247421" y="201920"/>
                </a:lnTo>
                <a:lnTo>
                  <a:pt x="266452" y="201920"/>
                </a:lnTo>
                <a:lnTo>
                  <a:pt x="285483" y="201920"/>
                </a:lnTo>
                <a:lnTo>
                  <a:pt x="304514" y="201920"/>
                </a:lnTo>
                <a:lnTo>
                  <a:pt x="323555" y="201920"/>
                </a:lnTo>
                <a:lnTo>
                  <a:pt x="342586" y="201920"/>
                </a:lnTo>
                <a:lnTo>
                  <a:pt x="361617" y="201920"/>
                </a:lnTo>
                <a:lnTo>
                  <a:pt x="380648" y="201920"/>
                </a:lnTo>
                <a:lnTo>
                  <a:pt x="399679" y="201920"/>
                </a:lnTo>
                <a:lnTo>
                  <a:pt x="418709" y="201920"/>
                </a:lnTo>
                <a:lnTo>
                  <a:pt x="437750" y="201920"/>
                </a:lnTo>
                <a:lnTo>
                  <a:pt x="456781" y="201920"/>
                </a:lnTo>
                <a:lnTo>
                  <a:pt x="475812" y="201920"/>
                </a:lnTo>
                <a:lnTo>
                  <a:pt x="494843" y="201920"/>
                </a:lnTo>
                <a:lnTo>
                  <a:pt x="513874" y="201920"/>
                </a:lnTo>
                <a:lnTo>
                  <a:pt x="532905" y="201920"/>
                </a:lnTo>
                <a:lnTo>
                  <a:pt x="551936" y="201920"/>
                </a:lnTo>
                <a:lnTo>
                  <a:pt x="570976" y="201920"/>
                </a:lnTo>
                <a:lnTo>
                  <a:pt x="590007" y="201920"/>
                </a:lnTo>
                <a:lnTo>
                  <a:pt x="609038" y="201920"/>
                </a:lnTo>
                <a:lnTo>
                  <a:pt x="628069" y="201920"/>
                </a:lnTo>
                <a:lnTo>
                  <a:pt x="647100" y="201920"/>
                </a:lnTo>
                <a:lnTo>
                  <a:pt x="666131" y="201920"/>
                </a:lnTo>
                <a:lnTo>
                  <a:pt x="685171" y="201920"/>
                </a:lnTo>
                <a:lnTo>
                  <a:pt x="704202" y="201920"/>
                </a:lnTo>
                <a:lnTo>
                  <a:pt x="723233" y="201920"/>
                </a:lnTo>
                <a:lnTo>
                  <a:pt x="742264" y="201920"/>
                </a:lnTo>
                <a:lnTo>
                  <a:pt x="761295" y="201920"/>
                </a:lnTo>
                <a:lnTo>
                  <a:pt x="780326" y="201920"/>
                </a:lnTo>
                <a:lnTo>
                  <a:pt x="799357" y="201920"/>
                </a:lnTo>
                <a:lnTo>
                  <a:pt x="818398" y="201920"/>
                </a:lnTo>
                <a:lnTo>
                  <a:pt x="837428" y="201920"/>
                </a:lnTo>
                <a:lnTo>
                  <a:pt x="856459" y="201920"/>
                </a:lnTo>
                <a:lnTo>
                  <a:pt x="875490" y="201920"/>
                </a:lnTo>
                <a:lnTo>
                  <a:pt x="894521" y="201920"/>
                </a:lnTo>
                <a:lnTo>
                  <a:pt x="913552" y="201920"/>
                </a:lnTo>
                <a:lnTo>
                  <a:pt x="932593" y="201920"/>
                </a:lnTo>
                <a:lnTo>
                  <a:pt x="951624" y="201920"/>
                </a:lnTo>
                <a:lnTo>
                  <a:pt x="970655" y="201920"/>
                </a:lnTo>
                <a:lnTo>
                  <a:pt x="989686" y="201920"/>
                </a:lnTo>
                <a:lnTo>
                  <a:pt x="1008717" y="201920"/>
                </a:lnTo>
                <a:lnTo>
                  <a:pt x="1027748" y="201920"/>
                </a:lnTo>
                <a:lnTo>
                  <a:pt x="1046778" y="201920"/>
                </a:lnTo>
                <a:lnTo>
                  <a:pt x="1065819" y="201920"/>
                </a:lnTo>
                <a:lnTo>
                  <a:pt x="1084850" y="201920"/>
                </a:lnTo>
                <a:lnTo>
                  <a:pt x="1103881" y="201920"/>
                </a:lnTo>
                <a:lnTo>
                  <a:pt x="1122912" y="201920"/>
                </a:lnTo>
                <a:lnTo>
                  <a:pt x="1141943" y="201920"/>
                </a:lnTo>
                <a:lnTo>
                  <a:pt x="1160974" y="201920"/>
                </a:lnTo>
                <a:lnTo>
                  <a:pt x="1180014" y="201920"/>
                </a:lnTo>
                <a:lnTo>
                  <a:pt x="1199045" y="201920"/>
                </a:lnTo>
                <a:lnTo>
                  <a:pt x="1218076" y="201920"/>
                </a:lnTo>
                <a:lnTo>
                  <a:pt x="1237107" y="201920"/>
                </a:lnTo>
                <a:lnTo>
                  <a:pt x="1256138" y="201920"/>
                </a:lnTo>
                <a:lnTo>
                  <a:pt x="1275169" y="201920"/>
                </a:lnTo>
                <a:lnTo>
                  <a:pt x="1294200" y="201920"/>
                </a:lnTo>
                <a:lnTo>
                  <a:pt x="1313240" y="201920"/>
                </a:lnTo>
                <a:lnTo>
                  <a:pt x="1332271" y="201920"/>
                </a:lnTo>
                <a:lnTo>
                  <a:pt x="1351302" y="201920"/>
                </a:lnTo>
                <a:lnTo>
                  <a:pt x="1370333" y="201920"/>
                </a:lnTo>
                <a:lnTo>
                  <a:pt x="1389364" y="201920"/>
                </a:lnTo>
                <a:lnTo>
                  <a:pt x="1408395" y="201920"/>
                </a:lnTo>
                <a:lnTo>
                  <a:pt x="1427436" y="201920"/>
                </a:lnTo>
                <a:lnTo>
                  <a:pt x="1446467" y="201920"/>
                </a:lnTo>
                <a:lnTo>
                  <a:pt x="1465497" y="201920"/>
                </a:lnTo>
                <a:lnTo>
                  <a:pt x="1484528" y="201920"/>
                </a:lnTo>
                <a:lnTo>
                  <a:pt x="1503559" y="201920"/>
                </a:lnTo>
                <a:lnTo>
                  <a:pt x="1522590" y="201920"/>
                </a:lnTo>
                <a:lnTo>
                  <a:pt x="1541621" y="201920"/>
                </a:lnTo>
                <a:lnTo>
                  <a:pt x="1560662" y="201920"/>
                </a:lnTo>
                <a:lnTo>
                  <a:pt x="1579693" y="201920"/>
                </a:lnTo>
                <a:lnTo>
                  <a:pt x="1598724" y="201920"/>
                </a:lnTo>
                <a:lnTo>
                  <a:pt x="1617755" y="201920"/>
                </a:lnTo>
                <a:lnTo>
                  <a:pt x="1636786" y="201920"/>
                </a:lnTo>
                <a:lnTo>
                  <a:pt x="1655816" y="201920"/>
                </a:lnTo>
                <a:lnTo>
                  <a:pt x="1674857" y="201920"/>
                </a:lnTo>
                <a:lnTo>
                  <a:pt x="1693888" y="201920"/>
                </a:lnTo>
                <a:lnTo>
                  <a:pt x="1712919" y="201920"/>
                </a:lnTo>
                <a:lnTo>
                  <a:pt x="1731950" y="201920"/>
                </a:lnTo>
                <a:lnTo>
                  <a:pt x="1750981" y="201920"/>
                </a:lnTo>
                <a:lnTo>
                  <a:pt x="1770012" y="201920"/>
                </a:lnTo>
                <a:lnTo>
                  <a:pt x="1789043" y="201920"/>
                </a:lnTo>
                <a:lnTo>
                  <a:pt x="1806893" y="195415"/>
                </a:lnTo>
                <a:lnTo>
                  <a:pt x="1824685" y="188681"/>
                </a:lnTo>
                <a:lnTo>
                  <a:pt x="1842487" y="181937"/>
                </a:lnTo>
                <a:lnTo>
                  <a:pt x="1860290" y="175203"/>
                </a:lnTo>
                <a:lnTo>
                  <a:pt x="1878092" y="168459"/>
                </a:lnTo>
                <a:lnTo>
                  <a:pt x="1895885" y="161725"/>
                </a:lnTo>
                <a:lnTo>
                  <a:pt x="1913687" y="154981"/>
                </a:lnTo>
                <a:lnTo>
                  <a:pt x="1931489" y="148247"/>
                </a:lnTo>
                <a:lnTo>
                  <a:pt x="1949282" y="141503"/>
                </a:lnTo>
                <a:lnTo>
                  <a:pt x="1967084" y="134769"/>
                </a:lnTo>
                <a:lnTo>
                  <a:pt x="1984886" y="128026"/>
                </a:lnTo>
                <a:lnTo>
                  <a:pt x="2002688" y="121291"/>
                </a:lnTo>
                <a:lnTo>
                  <a:pt x="2020481" y="114557"/>
                </a:lnTo>
                <a:lnTo>
                  <a:pt x="2038283" y="107813"/>
                </a:lnTo>
                <a:lnTo>
                  <a:pt x="2056086" y="101079"/>
                </a:lnTo>
                <a:lnTo>
                  <a:pt x="2073888" y="94336"/>
                </a:lnTo>
                <a:lnTo>
                  <a:pt x="2091680" y="87601"/>
                </a:lnTo>
                <a:lnTo>
                  <a:pt x="2109483" y="80858"/>
                </a:lnTo>
                <a:lnTo>
                  <a:pt x="2127285" y="74124"/>
                </a:lnTo>
                <a:lnTo>
                  <a:pt x="2145078" y="67380"/>
                </a:lnTo>
                <a:lnTo>
                  <a:pt x="2162880" y="60646"/>
                </a:lnTo>
                <a:lnTo>
                  <a:pt x="2180682" y="53912"/>
                </a:lnTo>
                <a:lnTo>
                  <a:pt x="2198484" y="47168"/>
                </a:lnTo>
                <a:lnTo>
                  <a:pt x="2216277" y="40434"/>
                </a:lnTo>
                <a:lnTo>
                  <a:pt x="2234079" y="33690"/>
                </a:lnTo>
                <a:lnTo>
                  <a:pt x="2251881" y="26956"/>
                </a:lnTo>
                <a:lnTo>
                  <a:pt x="2269684" y="20212"/>
                </a:lnTo>
                <a:lnTo>
                  <a:pt x="2287476" y="13478"/>
                </a:lnTo>
                <a:lnTo>
                  <a:pt x="2305279" y="6734"/>
                </a:lnTo>
                <a:lnTo>
                  <a:pt x="23230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8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29E718D5-7531-43A5-BBF7-67265804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920" y="3279419"/>
            <a:ext cx="16782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9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C415897B-4395-4DDB-A80F-38A9914D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6755" y="2337521"/>
            <a:ext cx="402898" cy="641871"/>
          </a:xfrm>
          <a:custGeom xmlns:a="http://schemas.openxmlformats.org/drawingml/2006/main">
            <a:pathLst>
              <a:path w="402898" h="641871">
                <a:moveTo>
                  <a:pt x="0" y="641871"/>
                </a:moveTo>
                <a:lnTo>
                  <a:pt x="0" y="622925"/>
                </a:lnTo>
                <a:lnTo>
                  <a:pt x="0" y="603980"/>
                </a:lnTo>
                <a:lnTo>
                  <a:pt x="0" y="585045"/>
                </a:lnTo>
                <a:lnTo>
                  <a:pt x="0" y="566099"/>
                </a:lnTo>
                <a:lnTo>
                  <a:pt x="0" y="547154"/>
                </a:lnTo>
                <a:lnTo>
                  <a:pt x="0" y="528218"/>
                </a:lnTo>
                <a:lnTo>
                  <a:pt x="0" y="509273"/>
                </a:lnTo>
                <a:lnTo>
                  <a:pt x="0" y="490328"/>
                </a:lnTo>
                <a:lnTo>
                  <a:pt x="0" y="471383"/>
                </a:lnTo>
                <a:lnTo>
                  <a:pt x="0" y="452447"/>
                </a:lnTo>
                <a:lnTo>
                  <a:pt x="0" y="433502"/>
                </a:lnTo>
                <a:lnTo>
                  <a:pt x="0" y="414557"/>
                </a:lnTo>
                <a:lnTo>
                  <a:pt x="0" y="395611"/>
                </a:lnTo>
                <a:lnTo>
                  <a:pt x="0" y="376676"/>
                </a:lnTo>
                <a:lnTo>
                  <a:pt x="0" y="357730"/>
                </a:lnTo>
                <a:lnTo>
                  <a:pt x="0" y="338785"/>
                </a:lnTo>
                <a:lnTo>
                  <a:pt x="0" y="319840"/>
                </a:lnTo>
                <a:lnTo>
                  <a:pt x="0" y="300904"/>
                </a:lnTo>
                <a:lnTo>
                  <a:pt x="0" y="281959"/>
                </a:lnTo>
                <a:lnTo>
                  <a:pt x="0" y="263014"/>
                </a:lnTo>
                <a:lnTo>
                  <a:pt x="0" y="244078"/>
                </a:lnTo>
                <a:lnTo>
                  <a:pt x="0" y="225133"/>
                </a:lnTo>
                <a:lnTo>
                  <a:pt x="0" y="206188"/>
                </a:lnTo>
                <a:lnTo>
                  <a:pt x="0" y="187242"/>
                </a:lnTo>
                <a:lnTo>
                  <a:pt x="0" y="168307"/>
                </a:lnTo>
                <a:lnTo>
                  <a:pt x="0" y="149362"/>
                </a:lnTo>
                <a:lnTo>
                  <a:pt x="8973" y="136798"/>
                </a:lnTo>
                <a:lnTo>
                  <a:pt x="26870" y="130578"/>
                </a:lnTo>
                <a:lnTo>
                  <a:pt x="44758" y="124358"/>
                </a:lnTo>
                <a:lnTo>
                  <a:pt x="62655" y="118148"/>
                </a:lnTo>
                <a:lnTo>
                  <a:pt x="80543" y="111928"/>
                </a:lnTo>
                <a:lnTo>
                  <a:pt x="98441" y="105708"/>
                </a:lnTo>
                <a:lnTo>
                  <a:pt x="116329" y="99489"/>
                </a:lnTo>
                <a:lnTo>
                  <a:pt x="134226" y="93269"/>
                </a:lnTo>
                <a:lnTo>
                  <a:pt x="152114" y="87059"/>
                </a:lnTo>
                <a:lnTo>
                  <a:pt x="170012" y="80839"/>
                </a:lnTo>
                <a:lnTo>
                  <a:pt x="187900" y="74619"/>
                </a:lnTo>
                <a:lnTo>
                  <a:pt x="205797" y="68399"/>
                </a:lnTo>
                <a:lnTo>
                  <a:pt x="223695" y="62179"/>
                </a:lnTo>
                <a:lnTo>
                  <a:pt x="241583" y="55959"/>
                </a:lnTo>
                <a:lnTo>
                  <a:pt x="259480" y="49749"/>
                </a:lnTo>
                <a:lnTo>
                  <a:pt x="277368" y="43529"/>
                </a:lnTo>
                <a:lnTo>
                  <a:pt x="295265" y="37309"/>
                </a:lnTo>
                <a:lnTo>
                  <a:pt x="313153" y="31090"/>
                </a:lnTo>
                <a:lnTo>
                  <a:pt x="331051" y="24870"/>
                </a:lnTo>
                <a:lnTo>
                  <a:pt x="348939" y="18650"/>
                </a:lnTo>
                <a:lnTo>
                  <a:pt x="366836" y="12440"/>
                </a:lnTo>
                <a:lnTo>
                  <a:pt x="384724" y="6220"/>
                </a:lnTo>
                <a:lnTo>
                  <a:pt x="402622" y="0"/>
                </a:lnTo>
                <a:lnTo>
                  <a:pt x="402898" y="18555"/>
                </a:lnTo>
                <a:lnTo>
                  <a:pt x="402898" y="37500"/>
                </a:lnTo>
                <a:lnTo>
                  <a:pt x="402898" y="56445"/>
                </a:lnTo>
                <a:lnTo>
                  <a:pt x="402898" y="75381"/>
                </a:lnTo>
                <a:lnTo>
                  <a:pt x="402898" y="94326"/>
                </a:lnTo>
                <a:lnTo>
                  <a:pt x="402898" y="113271"/>
                </a:lnTo>
                <a:lnTo>
                  <a:pt x="402898" y="132217"/>
                </a:lnTo>
                <a:lnTo>
                  <a:pt x="402898" y="151152"/>
                </a:lnTo>
                <a:lnTo>
                  <a:pt x="402898" y="170097"/>
                </a:lnTo>
                <a:lnTo>
                  <a:pt x="402898" y="189043"/>
                </a:lnTo>
                <a:lnTo>
                  <a:pt x="402898" y="207978"/>
                </a:lnTo>
                <a:lnTo>
                  <a:pt x="402898" y="226924"/>
                </a:lnTo>
                <a:lnTo>
                  <a:pt x="402898" y="245869"/>
                </a:lnTo>
                <a:lnTo>
                  <a:pt x="402898" y="264814"/>
                </a:lnTo>
                <a:lnTo>
                  <a:pt x="402898" y="283750"/>
                </a:lnTo>
                <a:lnTo>
                  <a:pt x="402898" y="302695"/>
                </a:lnTo>
                <a:lnTo>
                  <a:pt x="402898" y="321640"/>
                </a:lnTo>
                <a:lnTo>
                  <a:pt x="402898" y="340585"/>
                </a:lnTo>
                <a:lnTo>
                  <a:pt x="402898" y="359521"/>
                </a:lnTo>
                <a:lnTo>
                  <a:pt x="402898" y="378466"/>
                </a:lnTo>
                <a:lnTo>
                  <a:pt x="402898" y="397412"/>
                </a:lnTo>
                <a:lnTo>
                  <a:pt x="402898" y="416357"/>
                </a:lnTo>
                <a:lnTo>
                  <a:pt x="402898" y="435293"/>
                </a:lnTo>
                <a:lnTo>
                  <a:pt x="402898" y="454238"/>
                </a:lnTo>
                <a:lnTo>
                  <a:pt x="401231" y="472078"/>
                </a:lnTo>
                <a:lnTo>
                  <a:pt x="383791" y="479460"/>
                </a:lnTo>
                <a:lnTo>
                  <a:pt x="366341" y="486842"/>
                </a:lnTo>
                <a:lnTo>
                  <a:pt x="348901" y="494224"/>
                </a:lnTo>
                <a:lnTo>
                  <a:pt x="331451" y="501606"/>
                </a:lnTo>
                <a:lnTo>
                  <a:pt x="314011" y="508987"/>
                </a:lnTo>
                <a:lnTo>
                  <a:pt x="296561" y="516369"/>
                </a:lnTo>
                <a:lnTo>
                  <a:pt x="279121" y="523751"/>
                </a:lnTo>
                <a:lnTo>
                  <a:pt x="261680" y="531133"/>
                </a:lnTo>
                <a:lnTo>
                  <a:pt x="244231" y="538515"/>
                </a:lnTo>
                <a:lnTo>
                  <a:pt x="226781" y="545906"/>
                </a:lnTo>
                <a:lnTo>
                  <a:pt x="209340" y="553288"/>
                </a:lnTo>
                <a:lnTo>
                  <a:pt x="191891" y="560670"/>
                </a:lnTo>
                <a:lnTo>
                  <a:pt x="174450" y="568052"/>
                </a:lnTo>
                <a:lnTo>
                  <a:pt x="157001" y="575434"/>
                </a:lnTo>
                <a:lnTo>
                  <a:pt x="139560" y="582816"/>
                </a:lnTo>
                <a:lnTo>
                  <a:pt x="122111" y="590198"/>
                </a:lnTo>
                <a:lnTo>
                  <a:pt x="104670" y="597579"/>
                </a:lnTo>
                <a:lnTo>
                  <a:pt x="87230" y="604961"/>
                </a:lnTo>
                <a:lnTo>
                  <a:pt x="69780" y="612343"/>
                </a:lnTo>
                <a:lnTo>
                  <a:pt x="52330" y="619725"/>
                </a:lnTo>
                <a:lnTo>
                  <a:pt x="34890" y="627107"/>
                </a:lnTo>
                <a:lnTo>
                  <a:pt x="17440" y="634489"/>
                </a:lnTo>
                <a:lnTo>
                  <a:pt x="0" y="641871"/>
                </a:lnTo>
              </a:path>
            </a:pathLst>
          </a:custGeom>
          <a:solidFill xmlns:a="http://schemas.openxmlformats.org/drawingml/2006/main">
            <a:srgbClr val="84A5B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96B971AD-4D9B-4798-B748-FFBE7CFE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6562" y="2808894"/>
            <a:ext cx="2399548" cy="170488"/>
          </a:xfrm>
          <a:custGeom xmlns:a="http://schemas.openxmlformats.org/drawingml/2006/main">
            <a:pathLst>
              <a:path w="2399548" h="170488">
                <a:moveTo>
                  <a:pt x="0" y="170488"/>
                </a:moveTo>
                <a:lnTo>
                  <a:pt x="20279" y="170488"/>
                </a:lnTo>
                <a:lnTo>
                  <a:pt x="40567" y="170488"/>
                </a:lnTo>
                <a:lnTo>
                  <a:pt x="60846" y="170488"/>
                </a:lnTo>
                <a:lnTo>
                  <a:pt x="81124" y="170488"/>
                </a:lnTo>
                <a:lnTo>
                  <a:pt x="101413" y="170488"/>
                </a:lnTo>
                <a:lnTo>
                  <a:pt x="121691" y="170488"/>
                </a:lnTo>
                <a:lnTo>
                  <a:pt x="141970" y="170488"/>
                </a:lnTo>
                <a:lnTo>
                  <a:pt x="162258" y="170488"/>
                </a:lnTo>
                <a:lnTo>
                  <a:pt x="182537" y="170488"/>
                </a:lnTo>
                <a:lnTo>
                  <a:pt x="202816" y="170488"/>
                </a:lnTo>
                <a:lnTo>
                  <a:pt x="223104" y="170488"/>
                </a:lnTo>
                <a:lnTo>
                  <a:pt x="243383" y="170488"/>
                </a:lnTo>
                <a:lnTo>
                  <a:pt x="263662" y="170488"/>
                </a:lnTo>
                <a:lnTo>
                  <a:pt x="283950" y="170488"/>
                </a:lnTo>
                <a:lnTo>
                  <a:pt x="304229" y="170488"/>
                </a:lnTo>
                <a:lnTo>
                  <a:pt x="324507" y="170488"/>
                </a:lnTo>
                <a:lnTo>
                  <a:pt x="344795" y="170488"/>
                </a:lnTo>
                <a:lnTo>
                  <a:pt x="365074" y="170488"/>
                </a:lnTo>
                <a:lnTo>
                  <a:pt x="385353" y="170488"/>
                </a:lnTo>
                <a:lnTo>
                  <a:pt x="405641" y="170488"/>
                </a:lnTo>
                <a:lnTo>
                  <a:pt x="425920" y="170488"/>
                </a:lnTo>
                <a:lnTo>
                  <a:pt x="446199" y="170488"/>
                </a:lnTo>
                <a:lnTo>
                  <a:pt x="466487" y="170488"/>
                </a:lnTo>
                <a:lnTo>
                  <a:pt x="486766" y="170488"/>
                </a:lnTo>
                <a:lnTo>
                  <a:pt x="507044" y="170488"/>
                </a:lnTo>
                <a:lnTo>
                  <a:pt x="527333" y="170488"/>
                </a:lnTo>
                <a:lnTo>
                  <a:pt x="547611" y="170488"/>
                </a:lnTo>
                <a:lnTo>
                  <a:pt x="567890" y="170488"/>
                </a:lnTo>
                <a:lnTo>
                  <a:pt x="588178" y="170488"/>
                </a:lnTo>
                <a:lnTo>
                  <a:pt x="608457" y="170488"/>
                </a:lnTo>
                <a:lnTo>
                  <a:pt x="628736" y="170488"/>
                </a:lnTo>
                <a:lnTo>
                  <a:pt x="649024" y="170488"/>
                </a:lnTo>
                <a:lnTo>
                  <a:pt x="669303" y="170488"/>
                </a:lnTo>
                <a:lnTo>
                  <a:pt x="689581" y="170488"/>
                </a:lnTo>
                <a:lnTo>
                  <a:pt x="709870" y="170488"/>
                </a:lnTo>
                <a:lnTo>
                  <a:pt x="730148" y="170488"/>
                </a:lnTo>
                <a:lnTo>
                  <a:pt x="750427" y="170488"/>
                </a:lnTo>
                <a:lnTo>
                  <a:pt x="770715" y="170488"/>
                </a:lnTo>
                <a:lnTo>
                  <a:pt x="790994" y="170488"/>
                </a:lnTo>
                <a:lnTo>
                  <a:pt x="811282" y="170488"/>
                </a:lnTo>
                <a:lnTo>
                  <a:pt x="831561" y="170488"/>
                </a:lnTo>
                <a:lnTo>
                  <a:pt x="851840" y="170488"/>
                </a:lnTo>
                <a:lnTo>
                  <a:pt x="872128" y="170488"/>
                </a:lnTo>
                <a:lnTo>
                  <a:pt x="892407" y="170488"/>
                </a:lnTo>
                <a:lnTo>
                  <a:pt x="912685" y="170488"/>
                </a:lnTo>
                <a:lnTo>
                  <a:pt x="932974" y="170488"/>
                </a:lnTo>
                <a:lnTo>
                  <a:pt x="953252" y="170488"/>
                </a:lnTo>
                <a:lnTo>
                  <a:pt x="973531" y="170488"/>
                </a:lnTo>
                <a:lnTo>
                  <a:pt x="993819" y="170488"/>
                </a:lnTo>
                <a:lnTo>
                  <a:pt x="1014098" y="170488"/>
                </a:lnTo>
                <a:lnTo>
                  <a:pt x="1034377" y="170488"/>
                </a:lnTo>
                <a:lnTo>
                  <a:pt x="1054665" y="170488"/>
                </a:lnTo>
                <a:lnTo>
                  <a:pt x="1074944" y="170488"/>
                </a:lnTo>
                <a:lnTo>
                  <a:pt x="1095223" y="170488"/>
                </a:lnTo>
                <a:lnTo>
                  <a:pt x="1115511" y="170488"/>
                </a:lnTo>
                <a:lnTo>
                  <a:pt x="1135790" y="170488"/>
                </a:lnTo>
                <a:lnTo>
                  <a:pt x="1156068" y="170488"/>
                </a:lnTo>
                <a:lnTo>
                  <a:pt x="1176357" y="170488"/>
                </a:lnTo>
                <a:lnTo>
                  <a:pt x="1196635" y="170488"/>
                </a:lnTo>
                <a:lnTo>
                  <a:pt x="1216914" y="170488"/>
                </a:lnTo>
                <a:lnTo>
                  <a:pt x="1237202" y="170488"/>
                </a:lnTo>
                <a:lnTo>
                  <a:pt x="1257481" y="170488"/>
                </a:lnTo>
                <a:lnTo>
                  <a:pt x="1277760" y="170488"/>
                </a:lnTo>
                <a:lnTo>
                  <a:pt x="1298048" y="170488"/>
                </a:lnTo>
                <a:lnTo>
                  <a:pt x="1318327" y="170488"/>
                </a:lnTo>
                <a:lnTo>
                  <a:pt x="1338605" y="170488"/>
                </a:lnTo>
                <a:lnTo>
                  <a:pt x="1358894" y="170488"/>
                </a:lnTo>
                <a:lnTo>
                  <a:pt x="1379172" y="170488"/>
                </a:lnTo>
                <a:lnTo>
                  <a:pt x="1399451" y="170488"/>
                </a:lnTo>
                <a:lnTo>
                  <a:pt x="1419739" y="170488"/>
                </a:lnTo>
                <a:lnTo>
                  <a:pt x="1440018" y="170488"/>
                </a:lnTo>
                <a:lnTo>
                  <a:pt x="1460297" y="170488"/>
                </a:lnTo>
                <a:lnTo>
                  <a:pt x="1480585" y="170488"/>
                </a:lnTo>
                <a:lnTo>
                  <a:pt x="1500864" y="170488"/>
                </a:lnTo>
                <a:lnTo>
                  <a:pt x="1521143" y="170488"/>
                </a:lnTo>
                <a:lnTo>
                  <a:pt x="1541431" y="170488"/>
                </a:lnTo>
                <a:lnTo>
                  <a:pt x="1561709" y="170488"/>
                </a:lnTo>
                <a:lnTo>
                  <a:pt x="1581988" y="170488"/>
                </a:lnTo>
                <a:lnTo>
                  <a:pt x="1602276" y="170488"/>
                </a:lnTo>
                <a:lnTo>
                  <a:pt x="1622555" y="170488"/>
                </a:lnTo>
                <a:lnTo>
                  <a:pt x="1642834" y="170488"/>
                </a:lnTo>
                <a:lnTo>
                  <a:pt x="1663122" y="170488"/>
                </a:lnTo>
                <a:lnTo>
                  <a:pt x="1683401" y="170488"/>
                </a:lnTo>
                <a:lnTo>
                  <a:pt x="1703680" y="170488"/>
                </a:lnTo>
                <a:lnTo>
                  <a:pt x="1723968" y="170488"/>
                </a:lnTo>
                <a:lnTo>
                  <a:pt x="1744247" y="170488"/>
                </a:lnTo>
                <a:lnTo>
                  <a:pt x="1764525" y="170488"/>
                </a:lnTo>
                <a:lnTo>
                  <a:pt x="1784814" y="170488"/>
                </a:lnTo>
                <a:lnTo>
                  <a:pt x="1805092" y="170488"/>
                </a:lnTo>
                <a:lnTo>
                  <a:pt x="1825371" y="170488"/>
                </a:lnTo>
                <a:lnTo>
                  <a:pt x="1845659" y="170488"/>
                </a:lnTo>
                <a:lnTo>
                  <a:pt x="1865938" y="170488"/>
                </a:lnTo>
                <a:lnTo>
                  <a:pt x="1886217" y="170488"/>
                </a:lnTo>
                <a:lnTo>
                  <a:pt x="1906505" y="170488"/>
                </a:lnTo>
                <a:lnTo>
                  <a:pt x="1926784" y="170488"/>
                </a:lnTo>
                <a:lnTo>
                  <a:pt x="1947062" y="170488"/>
                </a:lnTo>
                <a:lnTo>
                  <a:pt x="1967351" y="170488"/>
                </a:lnTo>
                <a:lnTo>
                  <a:pt x="1987629" y="170488"/>
                </a:lnTo>
                <a:lnTo>
                  <a:pt x="2007299" y="167488"/>
                </a:lnTo>
                <a:lnTo>
                  <a:pt x="2025977" y="159582"/>
                </a:lnTo>
                <a:lnTo>
                  <a:pt x="2044656" y="151676"/>
                </a:lnTo>
                <a:lnTo>
                  <a:pt x="2063334" y="143770"/>
                </a:lnTo>
                <a:lnTo>
                  <a:pt x="2082013" y="135865"/>
                </a:lnTo>
                <a:lnTo>
                  <a:pt x="2100691" y="127959"/>
                </a:lnTo>
                <a:lnTo>
                  <a:pt x="2119370" y="120063"/>
                </a:lnTo>
                <a:lnTo>
                  <a:pt x="2138048" y="112157"/>
                </a:lnTo>
                <a:lnTo>
                  <a:pt x="2156727" y="104251"/>
                </a:lnTo>
                <a:lnTo>
                  <a:pt x="2175405" y="96345"/>
                </a:lnTo>
                <a:lnTo>
                  <a:pt x="2194084" y="88440"/>
                </a:lnTo>
                <a:lnTo>
                  <a:pt x="2212762" y="80534"/>
                </a:lnTo>
                <a:lnTo>
                  <a:pt x="2231441" y="72638"/>
                </a:lnTo>
                <a:lnTo>
                  <a:pt x="2250119" y="64732"/>
                </a:lnTo>
                <a:lnTo>
                  <a:pt x="2268798" y="56826"/>
                </a:lnTo>
                <a:lnTo>
                  <a:pt x="2287476" y="48920"/>
                </a:lnTo>
                <a:lnTo>
                  <a:pt x="2306155" y="41015"/>
                </a:lnTo>
                <a:lnTo>
                  <a:pt x="2324833" y="33109"/>
                </a:lnTo>
                <a:lnTo>
                  <a:pt x="2343512" y="25213"/>
                </a:lnTo>
                <a:lnTo>
                  <a:pt x="2362190" y="17307"/>
                </a:lnTo>
                <a:lnTo>
                  <a:pt x="2380869" y="9401"/>
                </a:lnTo>
                <a:lnTo>
                  <a:pt x="2399548" y="1495"/>
                </a:lnTo>
                <a:lnTo>
                  <a:pt x="2386641" y="0"/>
                </a:lnTo>
                <a:lnTo>
                  <a:pt x="2366362" y="0"/>
                </a:lnTo>
                <a:lnTo>
                  <a:pt x="2346084" y="0"/>
                </a:lnTo>
                <a:lnTo>
                  <a:pt x="2325795" y="0"/>
                </a:lnTo>
                <a:lnTo>
                  <a:pt x="2305517" y="0"/>
                </a:lnTo>
                <a:lnTo>
                  <a:pt x="2285238" y="0"/>
                </a:lnTo>
                <a:lnTo>
                  <a:pt x="2264950" y="0"/>
                </a:lnTo>
                <a:lnTo>
                  <a:pt x="2244671" y="0"/>
                </a:lnTo>
                <a:lnTo>
                  <a:pt x="2224392" y="0"/>
                </a:lnTo>
                <a:lnTo>
                  <a:pt x="2204104" y="0"/>
                </a:lnTo>
                <a:lnTo>
                  <a:pt x="2183825" y="0"/>
                </a:lnTo>
                <a:lnTo>
                  <a:pt x="2163547" y="0"/>
                </a:lnTo>
                <a:lnTo>
                  <a:pt x="2143258" y="0"/>
                </a:lnTo>
                <a:lnTo>
                  <a:pt x="2122980" y="0"/>
                </a:lnTo>
                <a:lnTo>
                  <a:pt x="2102701" y="0"/>
                </a:lnTo>
                <a:lnTo>
                  <a:pt x="2082413" y="0"/>
                </a:lnTo>
                <a:lnTo>
                  <a:pt x="2062134" y="0"/>
                </a:lnTo>
                <a:lnTo>
                  <a:pt x="2041855" y="0"/>
                </a:lnTo>
                <a:lnTo>
                  <a:pt x="2021567" y="0"/>
                </a:lnTo>
                <a:lnTo>
                  <a:pt x="2001288" y="0"/>
                </a:lnTo>
                <a:lnTo>
                  <a:pt x="1981010" y="0"/>
                </a:lnTo>
                <a:lnTo>
                  <a:pt x="1960721" y="0"/>
                </a:lnTo>
                <a:lnTo>
                  <a:pt x="1940443" y="0"/>
                </a:lnTo>
                <a:lnTo>
                  <a:pt x="1920164" y="0"/>
                </a:lnTo>
                <a:lnTo>
                  <a:pt x="1899876" y="0"/>
                </a:lnTo>
                <a:lnTo>
                  <a:pt x="1879597" y="0"/>
                </a:lnTo>
                <a:lnTo>
                  <a:pt x="1859318" y="0"/>
                </a:lnTo>
                <a:lnTo>
                  <a:pt x="1839030" y="0"/>
                </a:lnTo>
                <a:lnTo>
                  <a:pt x="1818751" y="0"/>
                </a:lnTo>
                <a:lnTo>
                  <a:pt x="1798472" y="0"/>
                </a:lnTo>
                <a:lnTo>
                  <a:pt x="1778184" y="0"/>
                </a:lnTo>
                <a:lnTo>
                  <a:pt x="1757905" y="0"/>
                </a:lnTo>
                <a:lnTo>
                  <a:pt x="1737627" y="0"/>
                </a:lnTo>
                <a:lnTo>
                  <a:pt x="1717338" y="0"/>
                </a:lnTo>
                <a:lnTo>
                  <a:pt x="1697060" y="0"/>
                </a:lnTo>
                <a:lnTo>
                  <a:pt x="1676781" y="0"/>
                </a:lnTo>
                <a:lnTo>
                  <a:pt x="1656493" y="0"/>
                </a:lnTo>
                <a:lnTo>
                  <a:pt x="1636214" y="0"/>
                </a:lnTo>
                <a:lnTo>
                  <a:pt x="1615935" y="0"/>
                </a:lnTo>
                <a:lnTo>
                  <a:pt x="1595647" y="0"/>
                </a:lnTo>
                <a:lnTo>
                  <a:pt x="1575368" y="0"/>
                </a:lnTo>
                <a:lnTo>
                  <a:pt x="1555090" y="0"/>
                </a:lnTo>
                <a:lnTo>
                  <a:pt x="1534801" y="0"/>
                </a:lnTo>
                <a:lnTo>
                  <a:pt x="1514523" y="0"/>
                </a:lnTo>
                <a:lnTo>
                  <a:pt x="1494244" y="0"/>
                </a:lnTo>
                <a:lnTo>
                  <a:pt x="1473956" y="0"/>
                </a:lnTo>
                <a:lnTo>
                  <a:pt x="1453677" y="0"/>
                </a:lnTo>
                <a:lnTo>
                  <a:pt x="1433398" y="0"/>
                </a:lnTo>
                <a:lnTo>
                  <a:pt x="1413110" y="0"/>
                </a:lnTo>
                <a:lnTo>
                  <a:pt x="1392831" y="0"/>
                </a:lnTo>
                <a:lnTo>
                  <a:pt x="1372553" y="0"/>
                </a:lnTo>
                <a:lnTo>
                  <a:pt x="1352264" y="0"/>
                </a:lnTo>
                <a:lnTo>
                  <a:pt x="1331986" y="0"/>
                </a:lnTo>
                <a:lnTo>
                  <a:pt x="1311707" y="0"/>
                </a:lnTo>
                <a:lnTo>
                  <a:pt x="1291419" y="0"/>
                </a:lnTo>
                <a:lnTo>
                  <a:pt x="1271140" y="0"/>
                </a:lnTo>
                <a:lnTo>
                  <a:pt x="1250852" y="0"/>
                </a:lnTo>
                <a:lnTo>
                  <a:pt x="1230573" y="0"/>
                </a:lnTo>
                <a:lnTo>
                  <a:pt x="1210294" y="0"/>
                </a:lnTo>
                <a:lnTo>
                  <a:pt x="1190006" y="0"/>
                </a:lnTo>
                <a:lnTo>
                  <a:pt x="1169727" y="0"/>
                </a:lnTo>
                <a:lnTo>
                  <a:pt x="1149448" y="0"/>
                </a:lnTo>
                <a:lnTo>
                  <a:pt x="1129160" y="0"/>
                </a:lnTo>
                <a:lnTo>
                  <a:pt x="1108881" y="0"/>
                </a:lnTo>
                <a:lnTo>
                  <a:pt x="1088603" y="0"/>
                </a:lnTo>
                <a:lnTo>
                  <a:pt x="1068314" y="0"/>
                </a:lnTo>
                <a:lnTo>
                  <a:pt x="1048036" y="0"/>
                </a:lnTo>
                <a:lnTo>
                  <a:pt x="1027757" y="0"/>
                </a:lnTo>
                <a:lnTo>
                  <a:pt x="1007469" y="0"/>
                </a:lnTo>
                <a:lnTo>
                  <a:pt x="987190" y="0"/>
                </a:lnTo>
                <a:lnTo>
                  <a:pt x="966911" y="0"/>
                </a:lnTo>
                <a:lnTo>
                  <a:pt x="946623" y="0"/>
                </a:lnTo>
                <a:lnTo>
                  <a:pt x="926344" y="0"/>
                </a:lnTo>
                <a:lnTo>
                  <a:pt x="906066" y="0"/>
                </a:lnTo>
                <a:lnTo>
                  <a:pt x="885777" y="0"/>
                </a:lnTo>
                <a:lnTo>
                  <a:pt x="865499" y="0"/>
                </a:lnTo>
                <a:lnTo>
                  <a:pt x="845220" y="0"/>
                </a:lnTo>
                <a:lnTo>
                  <a:pt x="824932" y="0"/>
                </a:lnTo>
                <a:lnTo>
                  <a:pt x="804653" y="0"/>
                </a:lnTo>
                <a:lnTo>
                  <a:pt x="784374" y="0"/>
                </a:lnTo>
                <a:lnTo>
                  <a:pt x="764086" y="0"/>
                </a:lnTo>
                <a:lnTo>
                  <a:pt x="743807" y="0"/>
                </a:lnTo>
                <a:lnTo>
                  <a:pt x="723529" y="0"/>
                </a:lnTo>
                <a:lnTo>
                  <a:pt x="703240" y="0"/>
                </a:lnTo>
                <a:lnTo>
                  <a:pt x="682962" y="0"/>
                </a:lnTo>
                <a:lnTo>
                  <a:pt x="662683" y="0"/>
                </a:lnTo>
                <a:lnTo>
                  <a:pt x="642395" y="0"/>
                </a:lnTo>
                <a:lnTo>
                  <a:pt x="622116" y="0"/>
                </a:lnTo>
                <a:lnTo>
                  <a:pt x="601837" y="0"/>
                </a:lnTo>
                <a:lnTo>
                  <a:pt x="581549" y="0"/>
                </a:lnTo>
                <a:lnTo>
                  <a:pt x="561270" y="0"/>
                </a:lnTo>
                <a:lnTo>
                  <a:pt x="540991" y="0"/>
                </a:lnTo>
                <a:lnTo>
                  <a:pt x="520998" y="1848"/>
                </a:lnTo>
                <a:lnTo>
                  <a:pt x="501701" y="8096"/>
                </a:lnTo>
                <a:lnTo>
                  <a:pt x="482403" y="14345"/>
                </a:lnTo>
                <a:lnTo>
                  <a:pt x="463106" y="20593"/>
                </a:lnTo>
                <a:lnTo>
                  <a:pt x="443817" y="26832"/>
                </a:lnTo>
                <a:lnTo>
                  <a:pt x="424520" y="33080"/>
                </a:lnTo>
                <a:lnTo>
                  <a:pt x="405222" y="39329"/>
                </a:lnTo>
                <a:lnTo>
                  <a:pt x="385924" y="45577"/>
                </a:lnTo>
                <a:lnTo>
                  <a:pt x="366627" y="51816"/>
                </a:lnTo>
                <a:lnTo>
                  <a:pt x="347329" y="58064"/>
                </a:lnTo>
                <a:lnTo>
                  <a:pt x="328031" y="64313"/>
                </a:lnTo>
                <a:lnTo>
                  <a:pt x="308743" y="70561"/>
                </a:lnTo>
                <a:lnTo>
                  <a:pt x="289446" y="76800"/>
                </a:lnTo>
                <a:lnTo>
                  <a:pt x="270148" y="83048"/>
                </a:lnTo>
                <a:lnTo>
                  <a:pt x="250850" y="89297"/>
                </a:lnTo>
                <a:lnTo>
                  <a:pt x="231553" y="95545"/>
                </a:lnTo>
                <a:lnTo>
                  <a:pt x="212255" y="101784"/>
                </a:lnTo>
                <a:lnTo>
                  <a:pt x="192967" y="108033"/>
                </a:lnTo>
                <a:lnTo>
                  <a:pt x="173669" y="114281"/>
                </a:lnTo>
                <a:lnTo>
                  <a:pt x="154372" y="120520"/>
                </a:lnTo>
                <a:lnTo>
                  <a:pt x="135074" y="126768"/>
                </a:lnTo>
                <a:lnTo>
                  <a:pt x="115776" y="133017"/>
                </a:lnTo>
                <a:lnTo>
                  <a:pt x="96479" y="139265"/>
                </a:lnTo>
                <a:lnTo>
                  <a:pt x="77181" y="145504"/>
                </a:lnTo>
                <a:lnTo>
                  <a:pt x="57893" y="151752"/>
                </a:lnTo>
                <a:lnTo>
                  <a:pt x="38595" y="158001"/>
                </a:lnTo>
                <a:lnTo>
                  <a:pt x="19298" y="164249"/>
                </a:lnTo>
                <a:lnTo>
                  <a:pt x="0" y="170488"/>
                </a:lnTo>
              </a:path>
            </a:pathLst>
          </a:custGeom>
          <a:solidFill xmlns:a="http://schemas.openxmlformats.org/drawingml/2006/main">
            <a:srgbClr val="ADC6D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1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4669F5AC-28AF-46CE-A70E-6A4F4FCE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2289" y="2808894"/>
            <a:ext cx="2198303" cy="170488"/>
          </a:xfrm>
          <a:custGeom xmlns:a="http://schemas.openxmlformats.org/drawingml/2006/main">
            <a:pathLst>
              <a:path w="2198303" h="170488">
                <a:moveTo>
                  <a:pt x="0" y="170488"/>
                </a:moveTo>
                <a:lnTo>
                  <a:pt x="18917" y="170488"/>
                </a:lnTo>
                <a:lnTo>
                  <a:pt x="37843" y="170488"/>
                </a:lnTo>
                <a:lnTo>
                  <a:pt x="56759" y="170488"/>
                </a:lnTo>
                <a:lnTo>
                  <a:pt x="75676" y="170488"/>
                </a:lnTo>
                <a:lnTo>
                  <a:pt x="94593" y="170488"/>
                </a:lnTo>
                <a:lnTo>
                  <a:pt x="113519" y="170488"/>
                </a:lnTo>
                <a:lnTo>
                  <a:pt x="132436" y="170488"/>
                </a:lnTo>
                <a:lnTo>
                  <a:pt x="151352" y="170488"/>
                </a:lnTo>
                <a:lnTo>
                  <a:pt x="170269" y="170488"/>
                </a:lnTo>
                <a:lnTo>
                  <a:pt x="189195" y="170488"/>
                </a:lnTo>
                <a:lnTo>
                  <a:pt x="208112" y="170488"/>
                </a:lnTo>
                <a:lnTo>
                  <a:pt x="227028" y="170488"/>
                </a:lnTo>
                <a:lnTo>
                  <a:pt x="245945" y="170488"/>
                </a:lnTo>
                <a:lnTo>
                  <a:pt x="264871" y="170488"/>
                </a:lnTo>
                <a:lnTo>
                  <a:pt x="283788" y="170488"/>
                </a:lnTo>
                <a:lnTo>
                  <a:pt x="302705" y="170488"/>
                </a:lnTo>
                <a:lnTo>
                  <a:pt x="321621" y="170488"/>
                </a:lnTo>
                <a:lnTo>
                  <a:pt x="340547" y="170488"/>
                </a:lnTo>
                <a:lnTo>
                  <a:pt x="359464" y="170488"/>
                </a:lnTo>
                <a:lnTo>
                  <a:pt x="378381" y="170488"/>
                </a:lnTo>
                <a:lnTo>
                  <a:pt x="397297" y="170488"/>
                </a:lnTo>
                <a:lnTo>
                  <a:pt x="416223" y="170488"/>
                </a:lnTo>
                <a:lnTo>
                  <a:pt x="435140" y="170488"/>
                </a:lnTo>
                <a:lnTo>
                  <a:pt x="454057" y="170488"/>
                </a:lnTo>
                <a:lnTo>
                  <a:pt x="472973" y="170488"/>
                </a:lnTo>
                <a:lnTo>
                  <a:pt x="491900" y="170488"/>
                </a:lnTo>
                <a:lnTo>
                  <a:pt x="510816" y="170488"/>
                </a:lnTo>
                <a:lnTo>
                  <a:pt x="529733" y="170488"/>
                </a:lnTo>
                <a:lnTo>
                  <a:pt x="548650" y="170488"/>
                </a:lnTo>
                <a:lnTo>
                  <a:pt x="567576" y="170488"/>
                </a:lnTo>
                <a:lnTo>
                  <a:pt x="586492" y="170488"/>
                </a:lnTo>
                <a:lnTo>
                  <a:pt x="605409" y="170488"/>
                </a:lnTo>
                <a:lnTo>
                  <a:pt x="624326" y="170488"/>
                </a:lnTo>
                <a:lnTo>
                  <a:pt x="643252" y="170488"/>
                </a:lnTo>
                <a:lnTo>
                  <a:pt x="662168" y="170488"/>
                </a:lnTo>
                <a:lnTo>
                  <a:pt x="681085" y="170488"/>
                </a:lnTo>
                <a:lnTo>
                  <a:pt x="700002" y="170488"/>
                </a:lnTo>
                <a:lnTo>
                  <a:pt x="718928" y="170488"/>
                </a:lnTo>
                <a:lnTo>
                  <a:pt x="737845" y="170488"/>
                </a:lnTo>
                <a:lnTo>
                  <a:pt x="756761" y="170488"/>
                </a:lnTo>
                <a:lnTo>
                  <a:pt x="775678" y="170488"/>
                </a:lnTo>
                <a:lnTo>
                  <a:pt x="794604" y="170488"/>
                </a:lnTo>
                <a:lnTo>
                  <a:pt x="813521" y="170488"/>
                </a:lnTo>
                <a:lnTo>
                  <a:pt x="832437" y="170488"/>
                </a:lnTo>
                <a:lnTo>
                  <a:pt x="851354" y="170488"/>
                </a:lnTo>
                <a:lnTo>
                  <a:pt x="870280" y="170488"/>
                </a:lnTo>
                <a:lnTo>
                  <a:pt x="889197" y="170488"/>
                </a:lnTo>
                <a:lnTo>
                  <a:pt x="908114" y="170488"/>
                </a:lnTo>
                <a:lnTo>
                  <a:pt x="927030" y="170488"/>
                </a:lnTo>
                <a:lnTo>
                  <a:pt x="945956" y="170488"/>
                </a:lnTo>
                <a:lnTo>
                  <a:pt x="964873" y="170488"/>
                </a:lnTo>
                <a:lnTo>
                  <a:pt x="983790" y="170488"/>
                </a:lnTo>
                <a:lnTo>
                  <a:pt x="1002706" y="170488"/>
                </a:lnTo>
                <a:lnTo>
                  <a:pt x="1021632" y="170488"/>
                </a:lnTo>
                <a:lnTo>
                  <a:pt x="1040549" y="170488"/>
                </a:lnTo>
                <a:lnTo>
                  <a:pt x="1059466" y="170488"/>
                </a:lnTo>
                <a:lnTo>
                  <a:pt x="1078382" y="170488"/>
                </a:lnTo>
                <a:lnTo>
                  <a:pt x="1097309" y="170488"/>
                </a:lnTo>
                <a:lnTo>
                  <a:pt x="1116225" y="170488"/>
                </a:lnTo>
                <a:lnTo>
                  <a:pt x="1135142" y="170488"/>
                </a:lnTo>
                <a:lnTo>
                  <a:pt x="1154059" y="170488"/>
                </a:lnTo>
                <a:lnTo>
                  <a:pt x="1172985" y="170488"/>
                </a:lnTo>
                <a:lnTo>
                  <a:pt x="1191901" y="170488"/>
                </a:lnTo>
                <a:lnTo>
                  <a:pt x="1210818" y="170488"/>
                </a:lnTo>
                <a:lnTo>
                  <a:pt x="1229735" y="170488"/>
                </a:lnTo>
                <a:lnTo>
                  <a:pt x="1248661" y="170488"/>
                </a:lnTo>
                <a:lnTo>
                  <a:pt x="1267577" y="170488"/>
                </a:lnTo>
                <a:lnTo>
                  <a:pt x="1286494" y="170488"/>
                </a:lnTo>
                <a:lnTo>
                  <a:pt x="1305411" y="170488"/>
                </a:lnTo>
                <a:lnTo>
                  <a:pt x="1324337" y="170488"/>
                </a:lnTo>
                <a:lnTo>
                  <a:pt x="1343254" y="170488"/>
                </a:lnTo>
                <a:lnTo>
                  <a:pt x="1362170" y="170488"/>
                </a:lnTo>
                <a:lnTo>
                  <a:pt x="1381087" y="170488"/>
                </a:lnTo>
                <a:lnTo>
                  <a:pt x="1400013" y="170488"/>
                </a:lnTo>
                <a:lnTo>
                  <a:pt x="1418930" y="170488"/>
                </a:lnTo>
                <a:lnTo>
                  <a:pt x="1437846" y="170488"/>
                </a:lnTo>
                <a:lnTo>
                  <a:pt x="1456763" y="170488"/>
                </a:lnTo>
                <a:lnTo>
                  <a:pt x="1475689" y="170488"/>
                </a:lnTo>
                <a:lnTo>
                  <a:pt x="1494606" y="170488"/>
                </a:lnTo>
                <a:lnTo>
                  <a:pt x="1513523" y="170488"/>
                </a:lnTo>
                <a:lnTo>
                  <a:pt x="1532439" y="170488"/>
                </a:lnTo>
                <a:lnTo>
                  <a:pt x="1551365" y="170488"/>
                </a:lnTo>
                <a:lnTo>
                  <a:pt x="1570282" y="170488"/>
                </a:lnTo>
                <a:lnTo>
                  <a:pt x="1589199" y="170488"/>
                </a:lnTo>
                <a:lnTo>
                  <a:pt x="1608115" y="170488"/>
                </a:lnTo>
                <a:lnTo>
                  <a:pt x="1627041" y="170488"/>
                </a:lnTo>
                <a:lnTo>
                  <a:pt x="1645958" y="170488"/>
                </a:lnTo>
                <a:lnTo>
                  <a:pt x="1664875" y="170488"/>
                </a:lnTo>
                <a:lnTo>
                  <a:pt x="1683791" y="170488"/>
                </a:lnTo>
                <a:lnTo>
                  <a:pt x="1702718" y="170488"/>
                </a:lnTo>
                <a:lnTo>
                  <a:pt x="1721634" y="170488"/>
                </a:lnTo>
                <a:lnTo>
                  <a:pt x="1740551" y="170488"/>
                </a:lnTo>
                <a:lnTo>
                  <a:pt x="1759468" y="170488"/>
                </a:lnTo>
                <a:lnTo>
                  <a:pt x="1778394" y="170488"/>
                </a:lnTo>
                <a:lnTo>
                  <a:pt x="1796720" y="167564"/>
                </a:lnTo>
                <a:lnTo>
                  <a:pt x="1814179" y="160277"/>
                </a:lnTo>
                <a:lnTo>
                  <a:pt x="1831638" y="152991"/>
                </a:lnTo>
                <a:lnTo>
                  <a:pt x="1849098" y="145704"/>
                </a:lnTo>
                <a:lnTo>
                  <a:pt x="1866567" y="138417"/>
                </a:lnTo>
                <a:lnTo>
                  <a:pt x="1884026" y="131131"/>
                </a:lnTo>
                <a:lnTo>
                  <a:pt x="1901485" y="123844"/>
                </a:lnTo>
                <a:lnTo>
                  <a:pt x="1918945" y="116567"/>
                </a:lnTo>
                <a:lnTo>
                  <a:pt x="1936404" y="109280"/>
                </a:lnTo>
                <a:lnTo>
                  <a:pt x="1953863" y="101994"/>
                </a:lnTo>
                <a:lnTo>
                  <a:pt x="1971323" y="94707"/>
                </a:lnTo>
                <a:lnTo>
                  <a:pt x="1988782" y="87420"/>
                </a:lnTo>
                <a:lnTo>
                  <a:pt x="2006241" y="80134"/>
                </a:lnTo>
                <a:lnTo>
                  <a:pt x="2023701" y="72857"/>
                </a:lnTo>
                <a:lnTo>
                  <a:pt x="2041160" y="65570"/>
                </a:lnTo>
                <a:lnTo>
                  <a:pt x="2058619" y="58283"/>
                </a:lnTo>
                <a:lnTo>
                  <a:pt x="2076088" y="50997"/>
                </a:lnTo>
                <a:lnTo>
                  <a:pt x="2093547" y="43710"/>
                </a:lnTo>
                <a:lnTo>
                  <a:pt x="2111007" y="36424"/>
                </a:lnTo>
                <a:lnTo>
                  <a:pt x="2128466" y="29137"/>
                </a:lnTo>
                <a:lnTo>
                  <a:pt x="2145925" y="21860"/>
                </a:lnTo>
                <a:lnTo>
                  <a:pt x="2163385" y="14573"/>
                </a:lnTo>
                <a:lnTo>
                  <a:pt x="2180844" y="7287"/>
                </a:lnTo>
                <a:lnTo>
                  <a:pt x="21983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2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D254CE87-2E3B-4F24-BCCD-0E18D839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2335" y="2808894"/>
            <a:ext cx="16782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3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8F89A5AD-B0B5-4680-9A3C-588B9FAE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6947" y="1870291"/>
            <a:ext cx="278120" cy="607152"/>
          </a:xfrm>
          <a:custGeom xmlns:a="http://schemas.openxmlformats.org/drawingml/2006/main">
            <a:pathLst>
              <a:path w="278120" h="607152">
                <a:moveTo>
                  <a:pt x="0" y="607152"/>
                </a:moveTo>
                <a:lnTo>
                  <a:pt x="0" y="588312"/>
                </a:lnTo>
                <a:lnTo>
                  <a:pt x="0" y="569471"/>
                </a:lnTo>
                <a:lnTo>
                  <a:pt x="0" y="550631"/>
                </a:lnTo>
                <a:lnTo>
                  <a:pt x="0" y="531800"/>
                </a:lnTo>
                <a:lnTo>
                  <a:pt x="0" y="512959"/>
                </a:lnTo>
                <a:lnTo>
                  <a:pt x="0" y="494119"/>
                </a:lnTo>
                <a:lnTo>
                  <a:pt x="0" y="475278"/>
                </a:lnTo>
                <a:lnTo>
                  <a:pt x="0" y="456438"/>
                </a:lnTo>
                <a:lnTo>
                  <a:pt x="0" y="437607"/>
                </a:lnTo>
                <a:lnTo>
                  <a:pt x="0" y="418767"/>
                </a:lnTo>
                <a:lnTo>
                  <a:pt x="0" y="399926"/>
                </a:lnTo>
                <a:lnTo>
                  <a:pt x="0" y="381086"/>
                </a:lnTo>
                <a:lnTo>
                  <a:pt x="0" y="362255"/>
                </a:lnTo>
                <a:lnTo>
                  <a:pt x="0" y="343414"/>
                </a:lnTo>
                <a:lnTo>
                  <a:pt x="0" y="324574"/>
                </a:lnTo>
                <a:lnTo>
                  <a:pt x="0" y="305733"/>
                </a:lnTo>
                <a:lnTo>
                  <a:pt x="0" y="286893"/>
                </a:lnTo>
                <a:lnTo>
                  <a:pt x="0" y="268062"/>
                </a:lnTo>
                <a:lnTo>
                  <a:pt x="0" y="249222"/>
                </a:lnTo>
                <a:lnTo>
                  <a:pt x="0" y="230381"/>
                </a:lnTo>
                <a:lnTo>
                  <a:pt x="0" y="211541"/>
                </a:lnTo>
                <a:lnTo>
                  <a:pt x="0" y="192710"/>
                </a:lnTo>
                <a:lnTo>
                  <a:pt x="0" y="173869"/>
                </a:lnTo>
                <a:lnTo>
                  <a:pt x="0" y="155029"/>
                </a:lnTo>
                <a:lnTo>
                  <a:pt x="0" y="136188"/>
                </a:lnTo>
                <a:lnTo>
                  <a:pt x="0" y="117348"/>
                </a:lnTo>
                <a:lnTo>
                  <a:pt x="6220" y="102765"/>
                </a:lnTo>
                <a:lnTo>
                  <a:pt x="23774" y="95917"/>
                </a:lnTo>
                <a:lnTo>
                  <a:pt x="41319" y="89068"/>
                </a:lnTo>
                <a:lnTo>
                  <a:pt x="58865" y="82210"/>
                </a:lnTo>
                <a:lnTo>
                  <a:pt x="76419" y="75362"/>
                </a:lnTo>
                <a:lnTo>
                  <a:pt x="93964" y="68513"/>
                </a:lnTo>
                <a:lnTo>
                  <a:pt x="111509" y="61655"/>
                </a:lnTo>
                <a:lnTo>
                  <a:pt x="129064" y="54807"/>
                </a:lnTo>
                <a:lnTo>
                  <a:pt x="146609" y="47958"/>
                </a:lnTo>
                <a:lnTo>
                  <a:pt x="164163" y="41110"/>
                </a:lnTo>
                <a:lnTo>
                  <a:pt x="181708" y="34252"/>
                </a:lnTo>
                <a:lnTo>
                  <a:pt x="199253" y="27403"/>
                </a:lnTo>
                <a:lnTo>
                  <a:pt x="216808" y="20555"/>
                </a:lnTo>
                <a:lnTo>
                  <a:pt x="234353" y="13706"/>
                </a:lnTo>
                <a:lnTo>
                  <a:pt x="251898" y="6848"/>
                </a:lnTo>
                <a:lnTo>
                  <a:pt x="269453" y="0"/>
                </a:lnTo>
                <a:lnTo>
                  <a:pt x="278120" y="6144"/>
                </a:lnTo>
                <a:lnTo>
                  <a:pt x="278120" y="24984"/>
                </a:lnTo>
                <a:lnTo>
                  <a:pt x="278120" y="43815"/>
                </a:lnTo>
                <a:lnTo>
                  <a:pt x="278120" y="62655"/>
                </a:lnTo>
                <a:lnTo>
                  <a:pt x="278120" y="81496"/>
                </a:lnTo>
                <a:lnTo>
                  <a:pt x="278120" y="100336"/>
                </a:lnTo>
                <a:lnTo>
                  <a:pt x="278120" y="119167"/>
                </a:lnTo>
                <a:lnTo>
                  <a:pt x="278120" y="138008"/>
                </a:lnTo>
                <a:lnTo>
                  <a:pt x="278120" y="156848"/>
                </a:lnTo>
                <a:lnTo>
                  <a:pt x="278120" y="175689"/>
                </a:lnTo>
                <a:lnTo>
                  <a:pt x="278120" y="194529"/>
                </a:lnTo>
                <a:lnTo>
                  <a:pt x="278120" y="213360"/>
                </a:lnTo>
                <a:lnTo>
                  <a:pt x="278120" y="232200"/>
                </a:lnTo>
                <a:lnTo>
                  <a:pt x="278120" y="251041"/>
                </a:lnTo>
                <a:lnTo>
                  <a:pt x="278120" y="269881"/>
                </a:lnTo>
                <a:lnTo>
                  <a:pt x="278120" y="288712"/>
                </a:lnTo>
                <a:lnTo>
                  <a:pt x="278120" y="307553"/>
                </a:lnTo>
                <a:lnTo>
                  <a:pt x="278120" y="326393"/>
                </a:lnTo>
                <a:lnTo>
                  <a:pt x="278120" y="345234"/>
                </a:lnTo>
                <a:lnTo>
                  <a:pt x="278120" y="364065"/>
                </a:lnTo>
                <a:lnTo>
                  <a:pt x="278120" y="382905"/>
                </a:lnTo>
                <a:lnTo>
                  <a:pt x="278120" y="401745"/>
                </a:lnTo>
                <a:lnTo>
                  <a:pt x="278120" y="420586"/>
                </a:lnTo>
                <a:lnTo>
                  <a:pt x="278120" y="439426"/>
                </a:lnTo>
                <a:lnTo>
                  <a:pt x="278120" y="458257"/>
                </a:lnTo>
                <a:lnTo>
                  <a:pt x="269224" y="471611"/>
                </a:lnTo>
                <a:lnTo>
                  <a:pt x="252393" y="480089"/>
                </a:lnTo>
                <a:lnTo>
                  <a:pt x="235572" y="488556"/>
                </a:lnTo>
                <a:lnTo>
                  <a:pt x="218742" y="497024"/>
                </a:lnTo>
                <a:lnTo>
                  <a:pt x="201920" y="505501"/>
                </a:lnTo>
                <a:lnTo>
                  <a:pt x="185090" y="513969"/>
                </a:lnTo>
                <a:lnTo>
                  <a:pt x="168259" y="522437"/>
                </a:lnTo>
                <a:lnTo>
                  <a:pt x="151438" y="530914"/>
                </a:lnTo>
                <a:lnTo>
                  <a:pt x="134607" y="539382"/>
                </a:lnTo>
                <a:lnTo>
                  <a:pt x="117786" y="547849"/>
                </a:lnTo>
                <a:lnTo>
                  <a:pt x="100955" y="556327"/>
                </a:lnTo>
                <a:lnTo>
                  <a:pt x="84134" y="564794"/>
                </a:lnTo>
                <a:lnTo>
                  <a:pt x="67304" y="573262"/>
                </a:lnTo>
                <a:lnTo>
                  <a:pt x="50483" y="581739"/>
                </a:lnTo>
                <a:lnTo>
                  <a:pt x="33652" y="590207"/>
                </a:lnTo>
                <a:lnTo>
                  <a:pt x="16831" y="598675"/>
                </a:lnTo>
                <a:lnTo>
                  <a:pt x="0" y="607152"/>
                </a:lnTo>
              </a:path>
            </a:pathLst>
          </a:custGeom>
          <a:solidFill xmlns:a="http://schemas.openxmlformats.org/drawingml/2006/main">
            <a:srgbClr val="6B91AA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4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15112729-36D1-4015-B4AE-C793F7BF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6755" y="2337425"/>
            <a:ext cx="2274018" cy="140018"/>
          </a:xfrm>
          <a:custGeom xmlns:a="http://schemas.openxmlformats.org/drawingml/2006/main">
            <a:pathLst>
              <a:path w="2274018" h="140018">
                <a:moveTo>
                  <a:pt x="0" y="140018"/>
                </a:moveTo>
                <a:lnTo>
                  <a:pt x="19221" y="140018"/>
                </a:lnTo>
                <a:lnTo>
                  <a:pt x="38443" y="140018"/>
                </a:lnTo>
                <a:lnTo>
                  <a:pt x="57664" y="140018"/>
                </a:lnTo>
                <a:lnTo>
                  <a:pt x="76895" y="140018"/>
                </a:lnTo>
                <a:lnTo>
                  <a:pt x="96117" y="140018"/>
                </a:lnTo>
                <a:lnTo>
                  <a:pt x="115338" y="140018"/>
                </a:lnTo>
                <a:lnTo>
                  <a:pt x="134560" y="140018"/>
                </a:lnTo>
                <a:lnTo>
                  <a:pt x="153781" y="140018"/>
                </a:lnTo>
                <a:lnTo>
                  <a:pt x="173003" y="140018"/>
                </a:lnTo>
                <a:lnTo>
                  <a:pt x="192234" y="140018"/>
                </a:lnTo>
                <a:lnTo>
                  <a:pt x="211455" y="140018"/>
                </a:lnTo>
                <a:lnTo>
                  <a:pt x="230676" y="140018"/>
                </a:lnTo>
                <a:lnTo>
                  <a:pt x="249898" y="140018"/>
                </a:lnTo>
                <a:lnTo>
                  <a:pt x="269119" y="140018"/>
                </a:lnTo>
                <a:lnTo>
                  <a:pt x="288341" y="140018"/>
                </a:lnTo>
                <a:lnTo>
                  <a:pt x="307572" y="140018"/>
                </a:lnTo>
                <a:lnTo>
                  <a:pt x="326793" y="140018"/>
                </a:lnTo>
                <a:lnTo>
                  <a:pt x="346015" y="140018"/>
                </a:lnTo>
                <a:lnTo>
                  <a:pt x="365236" y="140018"/>
                </a:lnTo>
                <a:lnTo>
                  <a:pt x="384458" y="140018"/>
                </a:lnTo>
                <a:lnTo>
                  <a:pt x="403679" y="140018"/>
                </a:lnTo>
                <a:lnTo>
                  <a:pt x="422910" y="140018"/>
                </a:lnTo>
                <a:lnTo>
                  <a:pt x="442131" y="140018"/>
                </a:lnTo>
                <a:lnTo>
                  <a:pt x="461353" y="140018"/>
                </a:lnTo>
                <a:lnTo>
                  <a:pt x="480574" y="140018"/>
                </a:lnTo>
                <a:lnTo>
                  <a:pt x="499796" y="140018"/>
                </a:lnTo>
                <a:lnTo>
                  <a:pt x="519017" y="140018"/>
                </a:lnTo>
                <a:lnTo>
                  <a:pt x="538248" y="140018"/>
                </a:lnTo>
                <a:lnTo>
                  <a:pt x="557470" y="140018"/>
                </a:lnTo>
                <a:lnTo>
                  <a:pt x="576691" y="140018"/>
                </a:lnTo>
                <a:lnTo>
                  <a:pt x="595913" y="140018"/>
                </a:lnTo>
                <a:lnTo>
                  <a:pt x="615134" y="140018"/>
                </a:lnTo>
                <a:lnTo>
                  <a:pt x="634355" y="140018"/>
                </a:lnTo>
                <a:lnTo>
                  <a:pt x="653577" y="140018"/>
                </a:lnTo>
                <a:lnTo>
                  <a:pt x="672808" y="140018"/>
                </a:lnTo>
                <a:lnTo>
                  <a:pt x="692029" y="140018"/>
                </a:lnTo>
                <a:lnTo>
                  <a:pt x="711251" y="140018"/>
                </a:lnTo>
                <a:lnTo>
                  <a:pt x="730472" y="140018"/>
                </a:lnTo>
                <a:lnTo>
                  <a:pt x="749694" y="140018"/>
                </a:lnTo>
                <a:lnTo>
                  <a:pt x="768915" y="140018"/>
                </a:lnTo>
                <a:lnTo>
                  <a:pt x="788146" y="140018"/>
                </a:lnTo>
                <a:lnTo>
                  <a:pt x="807368" y="140018"/>
                </a:lnTo>
                <a:lnTo>
                  <a:pt x="826589" y="140018"/>
                </a:lnTo>
                <a:lnTo>
                  <a:pt x="845810" y="140018"/>
                </a:lnTo>
                <a:lnTo>
                  <a:pt x="865032" y="140018"/>
                </a:lnTo>
                <a:lnTo>
                  <a:pt x="884253" y="140018"/>
                </a:lnTo>
                <a:lnTo>
                  <a:pt x="903484" y="140018"/>
                </a:lnTo>
                <a:lnTo>
                  <a:pt x="922706" y="140018"/>
                </a:lnTo>
                <a:lnTo>
                  <a:pt x="941927" y="140018"/>
                </a:lnTo>
                <a:lnTo>
                  <a:pt x="961149" y="140018"/>
                </a:lnTo>
                <a:lnTo>
                  <a:pt x="980370" y="140018"/>
                </a:lnTo>
                <a:lnTo>
                  <a:pt x="999592" y="140018"/>
                </a:lnTo>
                <a:lnTo>
                  <a:pt x="1018813" y="140018"/>
                </a:lnTo>
                <a:lnTo>
                  <a:pt x="1038044" y="140018"/>
                </a:lnTo>
                <a:lnTo>
                  <a:pt x="1057265" y="140018"/>
                </a:lnTo>
                <a:lnTo>
                  <a:pt x="1076487" y="140018"/>
                </a:lnTo>
                <a:lnTo>
                  <a:pt x="1095708" y="140018"/>
                </a:lnTo>
                <a:lnTo>
                  <a:pt x="1114930" y="140018"/>
                </a:lnTo>
                <a:lnTo>
                  <a:pt x="1134151" y="140018"/>
                </a:lnTo>
                <a:lnTo>
                  <a:pt x="1153382" y="140018"/>
                </a:lnTo>
                <a:lnTo>
                  <a:pt x="1172604" y="140018"/>
                </a:lnTo>
                <a:lnTo>
                  <a:pt x="1191825" y="140018"/>
                </a:lnTo>
                <a:lnTo>
                  <a:pt x="1211047" y="140018"/>
                </a:lnTo>
                <a:lnTo>
                  <a:pt x="1230268" y="140018"/>
                </a:lnTo>
                <a:lnTo>
                  <a:pt x="1249490" y="140018"/>
                </a:lnTo>
                <a:lnTo>
                  <a:pt x="1268720" y="140018"/>
                </a:lnTo>
                <a:lnTo>
                  <a:pt x="1287942" y="140018"/>
                </a:lnTo>
                <a:lnTo>
                  <a:pt x="1307163" y="140018"/>
                </a:lnTo>
                <a:lnTo>
                  <a:pt x="1326385" y="140018"/>
                </a:lnTo>
                <a:lnTo>
                  <a:pt x="1345606" y="140018"/>
                </a:lnTo>
                <a:lnTo>
                  <a:pt x="1364828" y="140018"/>
                </a:lnTo>
                <a:lnTo>
                  <a:pt x="1384059" y="140018"/>
                </a:lnTo>
                <a:lnTo>
                  <a:pt x="1403280" y="140018"/>
                </a:lnTo>
                <a:lnTo>
                  <a:pt x="1422502" y="140018"/>
                </a:lnTo>
                <a:lnTo>
                  <a:pt x="1441723" y="140018"/>
                </a:lnTo>
                <a:lnTo>
                  <a:pt x="1460945" y="140018"/>
                </a:lnTo>
                <a:lnTo>
                  <a:pt x="1480166" y="140018"/>
                </a:lnTo>
                <a:lnTo>
                  <a:pt x="1499387" y="140018"/>
                </a:lnTo>
                <a:lnTo>
                  <a:pt x="1518618" y="140018"/>
                </a:lnTo>
                <a:lnTo>
                  <a:pt x="1537840" y="140018"/>
                </a:lnTo>
                <a:lnTo>
                  <a:pt x="1557061" y="140018"/>
                </a:lnTo>
                <a:lnTo>
                  <a:pt x="1576283" y="140018"/>
                </a:lnTo>
                <a:lnTo>
                  <a:pt x="1595504" y="140018"/>
                </a:lnTo>
                <a:lnTo>
                  <a:pt x="1614726" y="140018"/>
                </a:lnTo>
                <a:lnTo>
                  <a:pt x="1633957" y="140018"/>
                </a:lnTo>
                <a:lnTo>
                  <a:pt x="1653178" y="140018"/>
                </a:lnTo>
                <a:lnTo>
                  <a:pt x="1672400" y="140018"/>
                </a:lnTo>
                <a:lnTo>
                  <a:pt x="1691621" y="140018"/>
                </a:lnTo>
                <a:lnTo>
                  <a:pt x="1710842" y="140018"/>
                </a:lnTo>
                <a:lnTo>
                  <a:pt x="1730064" y="140018"/>
                </a:lnTo>
                <a:lnTo>
                  <a:pt x="1749295" y="140018"/>
                </a:lnTo>
                <a:lnTo>
                  <a:pt x="1768516" y="140018"/>
                </a:lnTo>
                <a:lnTo>
                  <a:pt x="1787738" y="140018"/>
                </a:lnTo>
                <a:lnTo>
                  <a:pt x="1806959" y="140018"/>
                </a:lnTo>
                <a:lnTo>
                  <a:pt x="1826181" y="140018"/>
                </a:lnTo>
                <a:lnTo>
                  <a:pt x="1845402" y="140018"/>
                </a:lnTo>
                <a:lnTo>
                  <a:pt x="1864633" y="140018"/>
                </a:lnTo>
                <a:lnTo>
                  <a:pt x="1883855" y="140018"/>
                </a:lnTo>
                <a:lnTo>
                  <a:pt x="1903076" y="140018"/>
                </a:lnTo>
                <a:lnTo>
                  <a:pt x="1922297" y="140018"/>
                </a:lnTo>
                <a:lnTo>
                  <a:pt x="1941519" y="140018"/>
                </a:lnTo>
                <a:lnTo>
                  <a:pt x="1960740" y="140018"/>
                </a:lnTo>
                <a:lnTo>
                  <a:pt x="1979962" y="140018"/>
                </a:lnTo>
                <a:lnTo>
                  <a:pt x="1999193" y="140018"/>
                </a:lnTo>
                <a:lnTo>
                  <a:pt x="2016462" y="131816"/>
                </a:lnTo>
                <a:lnTo>
                  <a:pt x="2033635" y="123177"/>
                </a:lnTo>
                <a:lnTo>
                  <a:pt x="2050809" y="114529"/>
                </a:lnTo>
                <a:lnTo>
                  <a:pt x="2067973" y="105889"/>
                </a:lnTo>
                <a:lnTo>
                  <a:pt x="2085146" y="97241"/>
                </a:lnTo>
                <a:lnTo>
                  <a:pt x="2102320" y="88602"/>
                </a:lnTo>
                <a:lnTo>
                  <a:pt x="2119484" y="79953"/>
                </a:lnTo>
                <a:lnTo>
                  <a:pt x="2136658" y="71314"/>
                </a:lnTo>
                <a:lnTo>
                  <a:pt x="2153822" y="62665"/>
                </a:lnTo>
                <a:lnTo>
                  <a:pt x="2170995" y="54026"/>
                </a:lnTo>
                <a:lnTo>
                  <a:pt x="2188169" y="45377"/>
                </a:lnTo>
                <a:lnTo>
                  <a:pt x="2205333" y="36738"/>
                </a:lnTo>
                <a:lnTo>
                  <a:pt x="2222506" y="28099"/>
                </a:lnTo>
                <a:lnTo>
                  <a:pt x="2239680" y="19450"/>
                </a:lnTo>
                <a:lnTo>
                  <a:pt x="2256844" y="10811"/>
                </a:lnTo>
                <a:lnTo>
                  <a:pt x="2274018" y="2162"/>
                </a:lnTo>
                <a:lnTo>
                  <a:pt x="2263902" y="0"/>
                </a:lnTo>
                <a:lnTo>
                  <a:pt x="2244681" y="0"/>
                </a:lnTo>
                <a:lnTo>
                  <a:pt x="2225450" y="0"/>
                </a:lnTo>
                <a:lnTo>
                  <a:pt x="2206228" y="0"/>
                </a:lnTo>
                <a:lnTo>
                  <a:pt x="2187007" y="0"/>
                </a:lnTo>
                <a:lnTo>
                  <a:pt x="2167785" y="0"/>
                </a:lnTo>
                <a:lnTo>
                  <a:pt x="2148564" y="0"/>
                </a:lnTo>
                <a:lnTo>
                  <a:pt x="2129342" y="0"/>
                </a:lnTo>
                <a:lnTo>
                  <a:pt x="2110111" y="0"/>
                </a:lnTo>
                <a:lnTo>
                  <a:pt x="2090890" y="0"/>
                </a:lnTo>
                <a:lnTo>
                  <a:pt x="2071668" y="0"/>
                </a:lnTo>
                <a:lnTo>
                  <a:pt x="2052447" y="0"/>
                </a:lnTo>
                <a:lnTo>
                  <a:pt x="2033226" y="0"/>
                </a:lnTo>
                <a:lnTo>
                  <a:pt x="2014004" y="0"/>
                </a:lnTo>
                <a:lnTo>
                  <a:pt x="1994773" y="0"/>
                </a:lnTo>
                <a:lnTo>
                  <a:pt x="1975552" y="0"/>
                </a:lnTo>
                <a:lnTo>
                  <a:pt x="1956330" y="0"/>
                </a:lnTo>
                <a:lnTo>
                  <a:pt x="1937109" y="0"/>
                </a:lnTo>
                <a:lnTo>
                  <a:pt x="1917887" y="0"/>
                </a:lnTo>
                <a:lnTo>
                  <a:pt x="1898666" y="0"/>
                </a:lnTo>
                <a:lnTo>
                  <a:pt x="1879435" y="0"/>
                </a:lnTo>
                <a:lnTo>
                  <a:pt x="1860213" y="0"/>
                </a:lnTo>
                <a:lnTo>
                  <a:pt x="1840992" y="0"/>
                </a:lnTo>
                <a:lnTo>
                  <a:pt x="1821771" y="0"/>
                </a:lnTo>
                <a:lnTo>
                  <a:pt x="1802549" y="0"/>
                </a:lnTo>
                <a:lnTo>
                  <a:pt x="1783328" y="0"/>
                </a:lnTo>
                <a:lnTo>
                  <a:pt x="1764106" y="0"/>
                </a:lnTo>
                <a:lnTo>
                  <a:pt x="1744875" y="0"/>
                </a:lnTo>
                <a:lnTo>
                  <a:pt x="1725654" y="0"/>
                </a:lnTo>
                <a:lnTo>
                  <a:pt x="1706432" y="0"/>
                </a:lnTo>
                <a:lnTo>
                  <a:pt x="1687211" y="0"/>
                </a:lnTo>
                <a:lnTo>
                  <a:pt x="1667989" y="0"/>
                </a:lnTo>
                <a:lnTo>
                  <a:pt x="1648768" y="0"/>
                </a:lnTo>
                <a:lnTo>
                  <a:pt x="1629537" y="0"/>
                </a:lnTo>
                <a:lnTo>
                  <a:pt x="1610316" y="0"/>
                </a:lnTo>
                <a:lnTo>
                  <a:pt x="1591094" y="0"/>
                </a:lnTo>
                <a:lnTo>
                  <a:pt x="1571873" y="0"/>
                </a:lnTo>
                <a:lnTo>
                  <a:pt x="1552651" y="0"/>
                </a:lnTo>
                <a:lnTo>
                  <a:pt x="1533430" y="0"/>
                </a:lnTo>
                <a:lnTo>
                  <a:pt x="1514199" y="0"/>
                </a:lnTo>
                <a:lnTo>
                  <a:pt x="1494977" y="0"/>
                </a:lnTo>
                <a:lnTo>
                  <a:pt x="1475756" y="0"/>
                </a:lnTo>
                <a:lnTo>
                  <a:pt x="1456534" y="0"/>
                </a:lnTo>
                <a:lnTo>
                  <a:pt x="1437313" y="0"/>
                </a:lnTo>
                <a:lnTo>
                  <a:pt x="1418092" y="0"/>
                </a:lnTo>
                <a:lnTo>
                  <a:pt x="1398861" y="0"/>
                </a:lnTo>
                <a:lnTo>
                  <a:pt x="1379639" y="0"/>
                </a:lnTo>
                <a:lnTo>
                  <a:pt x="1360418" y="0"/>
                </a:lnTo>
                <a:lnTo>
                  <a:pt x="1341196" y="0"/>
                </a:lnTo>
                <a:lnTo>
                  <a:pt x="1321975" y="0"/>
                </a:lnTo>
                <a:lnTo>
                  <a:pt x="1302753" y="0"/>
                </a:lnTo>
                <a:lnTo>
                  <a:pt x="1283522" y="0"/>
                </a:lnTo>
                <a:lnTo>
                  <a:pt x="1264301" y="0"/>
                </a:lnTo>
                <a:lnTo>
                  <a:pt x="1245079" y="0"/>
                </a:lnTo>
                <a:lnTo>
                  <a:pt x="1225858" y="0"/>
                </a:lnTo>
                <a:lnTo>
                  <a:pt x="1206637" y="0"/>
                </a:lnTo>
                <a:lnTo>
                  <a:pt x="1187415" y="0"/>
                </a:lnTo>
                <a:lnTo>
                  <a:pt x="1168194" y="0"/>
                </a:lnTo>
                <a:lnTo>
                  <a:pt x="1148963" y="0"/>
                </a:lnTo>
                <a:lnTo>
                  <a:pt x="1129741" y="0"/>
                </a:lnTo>
                <a:lnTo>
                  <a:pt x="1110520" y="0"/>
                </a:lnTo>
                <a:lnTo>
                  <a:pt x="1091298" y="0"/>
                </a:lnTo>
                <a:lnTo>
                  <a:pt x="1072077" y="0"/>
                </a:lnTo>
                <a:lnTo>
                  <a:pt x="1052855" y="0"/>
                </a:lnTo>
                <a:lnTo>
                  <a:pt x="1033624" y="0"/>
                </a:lnTo>
                <a:lnTo>
                  <a:pt x="1014403" y="0"/>
                </a:lnTo>
                <a:lnTo>
                  <a:pt x="995182" y="0"/>
                </a:lnTo>
                <a:lnTo>
                  <a:pt x="975960" y="0"/>
                </a:lnTo>
                <a:lnTo>
                  <a:pt x="956739" y="0"/>
                </a:lnTo>
                <a:lnTo>
                  <a:pt x="937517" y="0"/>
                </a:lnTo>
                <a:lnTo>
                  <a:pt x="918286" y="0"/>
                </a:lnTo>
                <a:lnTo>
                  <a:pt x="899065" y="0"/>
                </a:lnTo>
                <a:lnTo>
                  <a:pt x="879843" y="0"/>
                </a:lnTo>
                <a:lnTo>
                  <a:pt x="860622" y="0"/>
                </a:lnTo>
                <a:lnTo>
                  <a:pt x="841400" y="0"/>
                </a:lnTo>
                <a:lnTo>
                  <a:pt x="822179" y="0"/>
                </a:lnTo>
                <a:lnTo>
                  <a:pt x="802948" y="0"/>
                </a:lnTo>
                <a:lnTo>
                  <a:pt x="783727" y="0"/>
                </a:lnTo>
                <a:lnTo>
                  <a:pt x="764505" y="0"/>
                </a:lnTo>
                <a:lnTo>
                  <a:pt x="745284" y="0"/>
                </a:lnTo>
                <a:lnTo>
                  <a:pt x="726062" y="0"/>
                </a:lnTo>
                <a:lnTo>
                  <a:pt x="706841" y="0"/>
                </a:lnTo>
                <a:lnTo>
                  <a:pt x="687619" y="0"/>
                </a:lnTo>
                <a:lnTo>
                  <a:pt x="668388" y="0"/>
                </a:lnTo>
                <a:lnTo>
                  <a:pt x="649167" y="0"/>
                </a:lnTo>
                <a:lnTo>
                  <a:pt x="629945" y="0"/>
                </a:lnTo>
                <a:lnTo>
                  <a:pt x="610724" y="0"/>
                </a:lnTo>
                <a:lnTo>
                  <a:pt x="591503" y="0"/>
                </a:lnTo>
                <a:lnTo>
                  <a:pt x="572281" y="0"/>
                </a:lnTo>
                <a:lnTo>
                  <a:pt x="553050" y="0"/>
                </a:lnTo>
                <a:lnTo>
                  <a:pt x="533829" y="0"/>
                </a:lnTo>
                <a:lnTo>
                  <a:pt x="514607" y="0"/>
                </a:lnTo>
                <a:lnTo>
                  <a:pt x="495386" y="0"/>
                </a:lnTo>
                <a:lnTo>
                  <a:pt x="476164" y="0"/>
                </a:lnTo>
                <a:lnTo>
                  <a:pt x="456943" y="0"/>
                </a:lnTo>
                <a:lnTo>
                  <a:pt x="437712" y="0"/>
                </a:lnTo>
                <a:lnTo>
                  <a:pt x="418490" y="0"/>
                </a:lnTo>
                <a:lnTo>
                  <a:pt x="399469" y="1191"/>
                </a:lnTo>
                <a:lnTo>
                  <a:pt x="381314" y="7496"/>
                </a:lnTo>
                <a:lnTo>
                  <a:pt x="363160" y="13811"/>
                </a:lnTo>
                <a:lnTo>
                  <a:pt x="344996" y="20117"/>
                </a:lnTo>
                <a:lnTo>
                  <a:pt x="326841" y="26432"/>
                </a:lnTo>
                <a:lnTo>
                  <a:pt x="308686" y="32737"/>
                </a:lnTo>
                <a:lnTo>
                  <a:pt x="290522" y="39053"/>
                </a:lnTo>
                <a:lnTo>
                  <a:pt x="272367" y="45358"/>
                </a:lnTo>
                <a:lnTo>
                  <a:pt x="254213" y="51673"/>
                </a:lnTo>
                <a:lnTo>
                  <a:pt x="236049" y="57979"/>
                </a:lnTo>
                <a:lnTo>
                  <a:pt x="217894" y="64294"/>
                </a:lnTo>
                <a:lnTo>
                  <a:pt x="199739" y="70599"/>
                </a:lnTo>
                <a:lnTo>
                  <a:pt x="181575" y="76914"/>
                </a:lnTo>
                <a:lnTo>
                  <a:pt x="163420" y="83220"/>
                </a:lnTo>
                <a:lnTo>
                  <a:pt x="145266" y="89535"/>
                </a:lnTo>
                <a:lnTo>
                  <a:pt x="127102" y="95841"/>
                </a:lnTo>
                <a:lnTo>
                  <a:pt x="108947" y="102156"/>
                </a:lnTo>
                <a:lnTo>
                  <a:pt x="90792" y="108461"/>
                </a:lnTo>
                <a:lnTo>
                  <a:pt x="72628" y="114776"/>
                </a:lnTo>
                <a:lnTo>
                  <a:pt x="54473" y="121082"/>
                </a:lnTo>
                <a:lnTo>
                  <a:pt x="36319" y="127397"/>
                </a:lnTo>
                <a:lnTo>
                  <a:pt x="18155" y="133702"/>
                </a:lnTo>
                <a:lnTo>
                  <a:pt x="0" y="140018"/>
                </a:lnTo>
              </a:path>
            </a:pathLst>
          </a:custGeom>
          <a:solidFill xmlns:a="http://schemas.openxmlformats.org/drawingml/2006/main">
            <a:srgbClr val="91B1C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5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72AB09D7-667D-4AEF-A474-F003A4B6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482" y="2337425"/>
            <a:ext cx="2073526" cy="140018"/>
          </a:xfrm>
          <a:custGeom xmlns:a="http://schemas.openxmlformats.org/drawingml/2006/main">
            <a:pathLst>
              <a:path w="2073526" h="140018">
                <a:moveTo>
                  <a:pt x="0" y="140018"/>
                </a:moveTo>
                <a:lnTo>
                  <a:pt x="18974" y="140018"/>
                </a:lnTo>
                <a:lnTo>
                  <a:pt x="37948" y="140018"/>
                </a:lnTo>
                <a:lnTo>
                  <a:pt x="56921" y="140018"/>
                </a:lnTo>
                <a:lnTo>
                  <a:pt x="75895" y="140018"/>
                </a:lnTo>
                <a:lnTo>
                  <a:pt x="94869" y="140018"/>
                </a:lnTo>
                <a:lnTo>
                  <a:pt x="113843" y="140018"/>
                </a:lnTo>
                <a:lnTo>
                  <a:pt x="132817" y="140018"/>
                </a:lnTo>
                <a:lnTo>
                  <a:pt x="151790" y="140018"/>
                </a:lnTo>
                <a:lnTo>
                  <a:pt x="170764" y="140018"/>
                </a:lnTo>
                <a:lnTo>
                  <a:pt x="189738" y="140018"/>
                </a:lnTo>
                <a:lnTo>
                  <a:pt x="208712" y="140018"/>
                </a:lnTo>
                <a:lnTo>
                  <a:pt x="227686" y="140018"/>
                </a:lnTo>
                <a:lnTo>
                  <a:pt x="246659" y="140018"/>
                </a:lnTo>
                <a:lnTo>
                  <a:pt x="265633" y="140018"/>
                </a:lnTo>
                <a:lnTo>
                  <a:pt x="284607" y="140018"/>
                </a:lnTo>
                <a:lnTo>
                  <a:pt x="303581" y="140018"/>
                </a:lnTo>
                <a:lnTo>
                  <a:pt x="322555" y="140018"/>
                </a:lnTo>
                <a:lnTo>
                  <a:pt x="341528" y="140018"/>
                </a:lnTo>
                <a:lnTo>
                  <a:pt x="360502" y="140018"/>
                </a:lnTo>
                <a:lnTo>
                  <a:pt x="379476" y="140018"/>
                </a:lnTo>
                <a:lnTo>
                  <a:pt x="398450" y="140018"/>
                </a:lnTo>
                <a:lnTo>
                  <a:pt x="417424" y="140018"/>
                </a:lnTo>
                <a:lnTo>
                  <a:pt x="436397" y="140018"/>
                </a:lnTo>
                <a:lnTo>
                  <a:pt x="455371" y="140018"/>
                </a:lnTo>
                <a:lnTo>
                  <a:pt x="474345" y="140018"/>
                </a:lnTo>
                <a:lnTo>
                  <a:pt x="493319" y="140018"/>
                </a:lnTo>
                <a:lnTo>
                  <a:pt x="512293" y="140018"/>
                </a:lnTo>
                <a:lnTo>
                  <a:pt x="531266" y="140018"/>
                </a:lnTo>
                <a:lnTo>
                  <a:pt x="550240" y="140018"/>
                </a:lnTo>
                <a:lnTo>
                  <a:pt x="569214" y="140018"/>
                </a:lnTo>
                <a:lnTo>
                  <a:pt x="588188" y="140018"/>
                </a:lnTo>
                <a:lnTo>
                  <a:pt x="607162" y="140018"/>
                </a:lnTo>
                <a:lnTo>
                  <a:pt x="626135" y="140018"/>
                </a:lnTo>
                <a:lnTo>
                  <a:pt x="645109" y="140018"/>
                </a:lnTo>
                <a:lnTo>
                  <a:pt x="664083" y="140018"/>
                </a:lnTo>
                <a:lnTo>
                  <a:pt x="683057" y="140018"/>
                </a:lnTo>
                <a:lnTo>
                  <a:pt x="702031" y="140018"/>
                </a:lnTo>
                <a:lnTo>
                  <a:pt x="721004" y="140018"/>
                </a:lnTo>
                <a:lnTo>
                  <a:pt x="739978" y="140018"/>
                </a:lnTo>
                <a:lnTo>
                  <a:pt x="758952" y="140018"/>
                </a:lnTo>
                <a:lnTo>
                  <a:pt x="777926" y="140018"/>
                </a:lnTo>
                <a:lnTo>
                  <a:pt x="796900" y="140018"/>
                </a:lnTo>
                <a:lnTo>
                  <a:pt x="815873" y="140018"/>
                </a:lnTo>
                <a:lnTo>
                  <a:pt x="834847" y="140018"/>
                </a:lnTo>
                <a:lnTo>
                  <a:pt x="853821" y="140018"/>
                </a:lnTo>
                <a:lnTo>
                  <a:pt x="872795" y="140018"/>
                </a:lnTo>
                <a:lnTo>
                  <a:pt x="891769" y="140018"/>
                </a:lnTo>
                <a:lnTo>
                  <a:pt x="910742" y="140018"/>
                </a:lnTo>
                <a:lnTo>
                  <a:pt x="929716" y="140018"/>
                </a:lnTo>
                <a:lnTo>
                  <a:pt x="948690" y="140018"/>
                </a:lnTo>
                <a:lnTo>
                  <a:pt x="967664" y="140018"/>
                </a:lnTo>
                <a:lnTo>
                  <a:pt x="986638" y="140018"/>
                </a:lnTo>
                <a:lnTo>
                  <a:pt x="1005611" y="140018"/>
                </a:lnTo>
                <a:lnTo>
                  <a:pt x="1024585" y="140018"/>
                </a:lnTo>
                <a:lnTo>
                  <a:pt x="1043559" y="140018"/>
                </a:lnTo>
                <a:lnTo>
                  <a:pt x="1062533" y="140018"/>
                </a:lnTo>
                <a:lnTo>
                  <a:pt x="1081507" y="140018"/>
                </a:lnTo>
                <a:lnTo>
                  <a:pt x="1100480" y="140018"/>
                </a:lnTo>
                <a:lnTo>
                  <a:pt x="1119454" y="140018"/>
                </a:lnTo>
                <a:lnTo>
                  <a:pt x="1138428" y="140018"/>
                </a:lnTo>
                <a:lnTo>
                  <a:pt x="1157402" y="140018"/>
                </a:lnTo>
                <a:lnTo>
                  <a:pt x="1176376" y="140018"/>
                </a:lnTo>
                <a:lnTo>
                  <a:pt x="1195349" y="140018"/>
                </a:lnTo>
                <a:lnTo>
                  <a:pt x="1214323" y="140018"/>
                </a:lnTo>
                <a:lnTo>
                  <a:pt x="1233297" y="140018"/>
                </a:lnTo>
                <a:lnTo>
                  <a:pt x="1252271" y="140018"/>
                </a:lnTo>
                <a:lnTo>
                  <a:pt x="1271245" y="140018"/>
                </a:lnTo>
                <a:lnTo>
                  <a:pt x="1290218" y="140018"/>
                </a:lnTo>
                <a:lnTo>
                  <a:pt x="1309192" y="140018"/>
                </a:lnTo>
                <a:lnTo>
                  <a:pt x="1328166" y="140018"/>
                </a:lnTo>
                <a:lnTo>
                  <a:pt x="1347140" y="140018"/>
                </a:lnTo>
                <a:lnTo>
                  <a:pt x="1366114" y="140018"/>
                </a:lnTo>
                <a:lnTo>
                  <a:pt x="1385087" y="140018"/>
                </a:lnTo>
                <a:lnTo>
                  <a:pt x="1404061" y="140018"/>
                </a:lnTo>
                <a:lnTo>
                  <a:pt x="1423035" y="140018"/>
                </a:lnTo>
                <a:lnTo>
                  <a:pt x="1442009" y="140018"/>
                </a:lnTo>
                <a:lnTo>
                  <a:pt x="1460983" y="140018"/>
                </a:lnTo>
                <a:lnTo>
                  <a:pt x="1479956" y="140018"/>
                </a:lnTo>
                <a:lnTo>
                  <a:pt x="1498930" y="140018"/>
                </a:lnTo>
                <a:lnTo>
                  <a:pt x="1517904" y="140018"/>
                </a:lnTo>
                <a:lnTo>
                  <a:pt x="1536878" y="140018"/>
                </a:lnTo>
                <a:lnTo>
                  <a:pt x="1555852" y="140018"/>
                </a:lnTo>
                <a:lnTo>
                  <a:pt x="1574825" y="140018"/>
                </a:lnTo>
                <a:lnTo>
                  <a:pt x="1593799" y="140018"/>
                </a:lnTo>
                <a:lnTo>
                  <a:pt x="1612773" y="140018"/>
                </a:lnTo>
                <a:lnTo>
                  <a:pt x="1631747" y="140018"/>
                </a:lnTo>
                <a:lnTo>
                  <a:pt x="1650721" y="140018"/>
                </a:lnTo>
                <a:lnTo>
                  <a:pt x="1669694" y="140018"/>
                </a:lnTo>
                <a:lnTo>
                  <a:pt x="1688668" y="140018"/>
                </a:lnTo>
                <a:lnTo>
                  <a:pt x="1707642" y="140018"/>
                </a:lnTo>
                <a:lnTo>
                  <a:pt x="1726616" y="140018"/>
                </a:lnTo>
                <a:lnTo>
                  <a:pt x="1745590" y="140018"/>
                </a:lnTo>
                <a:lnTo>
                  <a:pt x="1764563" y="140018"/>
                </a:lnTo>
                <a:lnTo>
                  <a:pt x="1783537" y="140018"/>
                </a:lnTo>
                <a:lnTo>
                  <a:pt x="1801092" y="133941"/>
                </a:lnTo>
                <a:lnTo>
                  <a:pt x="1818122" y="125568"/>
                </a:lnTo>
                <a:lnTo>
                  <a:pt x="1835153" y="117196"/>
                </a:lnTo>
                <a:lnTo>
                  <a:pt x="1852174" y="108823"/>
                </a:lnTo>
                <a:lnTo>
                  <a:pt x="1869205" y="100451"/>
                </a:lnTo>
                <a:lnTo>
                  <a:pt x="1886236" y="92088"/>
                </a:lnTo>
                <a:lnTo>
                  <a:pt x="1903257" y="83715"/>
                </a:lnTo>
                <a:lnTo>
                  <a:pt x="1920288" y="75343"/>
                </a:lnTo>
                <a:lnTo>
                  <a:pt x="1937309" y="66970"/>
                </a:lnTo>
                <a:lnTo>
                  <a:pt x="1954340" y="58598"/>
                </a:lnTo>
                <a:lnTo>
                  <a:pt x="1971370" y="50225"/>
                </a:lnTo>
                <a:lnTo>
                  <a:pt x="1988391" y="41853"/>
                </a:lnTo>
                <a:lnTo>
                  <a:pt x="2005422" y="33480"/>
                </a:lnTo>
                <a:lnTo>
                  <a:pt x="2022453" y="25117"/>
                </a:lnTo>
                <a:lnTo>
                  <a:pt x="2039474" y="16745"/>
                </a:lnTo>
                <a:lnTo>
                  <a:pt x="2056505" y="8372"/>
                </a:lnTo>
                <a:lnTo>
                  <a:pt x="20735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6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5CC3779D-9FE8-4059-962E-2362B90D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7750" y="2337425"/>
            <a:ext cx="16782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7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D3627E43-2BD8-496F-86FD-9CE8A794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6178" y="1868567"/>
            <a:ext cx="154305" cy="250974"/>
          </a:xfrm>
          <a:custGeom xmlns:a="http://schemas.openxmlformats.org/drawingml/2006/main">
            <a:pathLst>
              <a:path w="154305" h="250974">
                <a:moveTo>
                  <a:pt x="0" y="106918"/>
                </a:moveTo>
                <a:lnTo>
                  <a:pt x="0" y="125492"/>
                </a:lnTo>
                <a:lnTo>
                  <a:pt x="0" y="144075"/>
                </a:lnTo>
                <a:lnTo>
                  <a:pt x="0" y="162649"/>
                </a:lnTo>
                <a:lnTo>
                  <a:pt x="0" y="181223"/>
                </a:lnTo>
                <a:lnTo>
                  <a:pt x="0" y="199806"/>
                </a:lnTo>
                <a:lnTo>
                  <a:pt x="0" y="218380"/>
                </a:lnTo>
                <a:lnTo>
                  <a:pt x="0" y="236963"/>
                </a:lnTo>
                <a:lnTo>
                  <a:pt x="2372" y="250974"/>
                </a:lnTo>
                <a:lnTo>
                  <a:pt x="17564" y="240287"/>
                </a:lnTo>
                <a:lnTo>
                  <a:pt x="32756" y="229591"/>
                </a:lnTo>
                <a:lnTo>
                  <a:pt x="47949" y="218904"/>
                </a:lnTo>
                <a:lnTo>
                  <a:pt x="63141" y="208207"/>
                </a:lnTo>
                <a:lnTo>
                  <a:pt x="78334" y="197520"/>
                </a:lnTo>
                <a:lnTo>
                  <a:pt x="93526" y="186823"/>
                </a:lnTo>
                <a:lnTo>
                  <a:pt x="108718" y="176136"/>
                </a:lnTo>
                <a:lnTo>
                  <a:pt x="123911" y="165449"/>
                </a:lnTo>
                <a:lnTo>
                  <a:pt x="139103" y="154753"/>
                </a:lnTo>
                <a:lnTo>
                  <a:pt x="154305" y="144066"/>
                </a:lnTo>
                <a:lnTo>
                  <a:pt x="154305" y="125482"/>
                </a:lnTo>
                <a:lnTo>
                  <a:pt x="154305" y="106909"/>
                </a:lnTo>
                <a:lnTo>
                  <a:pt x="154305" y="88325"/>
                </a:lnTo>
                <a:lnTo>
                  <a:pt x="154305" y="69752"/>
                </a:lnTo>
                <a:lnTo>
                  <a:pt x="154305" y="51168"/>
                </a:lnTo>
                <a:lnTo>
                  <a:pt x="154305" y="32595"/>
                </a:lnTo>
                <a:lnTo>
                  <a:pt x="154305" y="14011"/>
                </a:lnTo>
                <a:lnTo>
                  <a:pt x="151933" y="0"/>
                </a:lnTo>
                <a:lnTo>
                  <a:pt x="136741" y="10687"/>
                </a:lnTo>
                <a:lnTo>
                  <a:pt x="121549" y="21384"/>
                </a:lnTo>
                <a:lnTo>
                  <a:pt x="106356" y="32071"/>
                </a:lnTo>
                <a:lnTo>
                  <a:pt x="91164" y="42767"/>
                </a:lnTo>
                <a:lnTo>
                  <a:pt x="75962" y="53454"/>
                </a:lnTo>
                <a:lnTo>
                  <a:pt x="60770" y="64151"/>
                </a:lnTo>
                <a:lnTo>
                  <a:pt x="45577" y="74838"/>
                </a:lnTo>
                <a:lnTo>
                  <a:pt x="30385" y="85535"/>
                </a:lnTo>
                <a:lnTo>
                  <a:pt x="15192" y="96222"/>
                </a:lnTo>
                <a:lnTo>
                  <a:pt x="0" y="106918"/>
                </a:lnTo>
              </a:path>
            </a:pathLst>
          </a:custGeom>
          <a:solidFill xmlns:a="http://schemas.openxmlformats.org/drawingml/2006/main">
            <a:srgbClr val="537B9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8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5CB4A204-AF83-4F00-B6A2-EA3B01A1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6947" y="1866900"/>
            <a:ext cx="2150983" cy="108585"/>
          </a:xfrm>
          <a:custGeom xmlns:a="http://schemas.openxmlformats.org/drawingml/2006/main">
            <a:pathLst>
              <a:path w="2150983" h="108585">
                <a:moveTo>
                  <a:pt x="0" y="108585"/>
                </a:moveTo>
                <a:lnTo>
                  <a:pt x="19050" y="108585"/>
                </a:lnTo>
                <a:lnTo>
                  <a:pt x="38100" y="108585"/>
                </a:lnTo>
                <a:lnTo>
                  <a:pt x="57140" y="108585"/>
                </a:lnTo>
                <a:lnTo>
                  <a:pt x="76190" y="108585"/>
                </a:lnTo>
                <a:lnTo>
                  <a:pt x="95240" y="108585"/>
                </a:lnTo>
                <a:lnTo>
                  <a:pt x="114281" y="108585"/>
                </a:lnTo>
                <a:lnTo>
                  <a:pt x="133331" y="108585"/>
                </a:lnTo>
                <a:lnTo>
                  <a:pt x="152381" y="108585"/>
                </a:lnTo>
                <a:lnTo>
                  <a:pt x="171431" y="108585"/>
                </a:lnTo>
                <a:lnTo>
                  <a:pt x="190471" y="108585"/>
                </a:lnTo>
                <a:lnTo>
                  <a:pt x="209521" y="108585"/>
                </a:lnTo>
                <a:lnTo>
                  <a:pt x="228571" y="108585"/>
                </a:lnTo>
                <a:lnTo>
                  <a:pt x="247621" y="108585"/>
                </a:lnTo>
                <a:lnTo>
                  <a:pt x="266662" y="108585"/>
                </a:lnTo>
                <a:lnTo>
                  <a:pt x="285712" y="108585"/>
                </a:lnTo>
                <a:lnTo>
                  <a:pt x="304762" y="108585"/>
                </a:lnTo>
                <a:lnTo>
                  <a:pt x="323812" y="108585"/>
                </a:lnTo>
                <a:lnTo>
                  <a:pt x="342852" y="108585"/>
                </a:lnTo>
                <a:lnTo>
                  <a:pt x="361902" y="108585"/>
                </a:lnTo>
                <a:lnTo>
                  <a:pt x="380952" y="108585"/>
                </a:lnTo>
                <a:lnTo>
                  <a:pt x="400002" y="108585"/>
                </a:lnTo>
                <a:lnTo>
                  <a:pt x="419043" y="108585"/>
                </a:lnTo>
                <a:lnTo>
                  <a:pt x="438093" y="108585"/>
                </a:lnTo>
                <a:lnTo>
                  <a:pt x="457143" y="108585"/>
                </a:lnTo>
                <a:lnTo>
                  <a:pt x="476193" y="108585"/>
                </a:lnTo>
                <a:lnTo>
                  <a:pt x="495233" y="108585"/>
                </a:lnTo>
                <a:lnTo>
                  <a:pt x="514283" y="108585"/>
                </a:lnTo>
                <a:lnTo>
                  <a:pt x="533333" y="108585"/>
                </a:lnTo>
                <a:lnTo>
                  <a:pt x="552383" y="108585"/>
                </a:lnTo>
                <a:lnTo>
                  <a:pt x="571424" y="108585"/>
                </a:lnTo>
                <a:lnTo>
                  <a:pt x="590474" y="108585"/>
                </a:lnTo>
                <a:lnTo>
                  <a:pt x="609524" y="108585"/>
                </a:lnTo>
                <a:lnTo>
                  <a:pt x="628574" y="108585"/>
                </a:lnTo>
                <a:lnTo>
                  <a:pt x="647614" y="108585"/>
                </a:lnTo>
                <a:lnTo>
                  <a:pt x="666664" y="108585"/>
                </a:lnTo>
                <a:lnTo>
                  <a:pt x="685714" y="108585"/>
                </a:lnTo>
                <a:lnTo>
                  <a:pt x="704764" y="108585"/>
                </a:lnTo>
                <a:lnTo>
                  <a:pt x="723805" y="108585"/>
                </a:lnTo>
                <a:lnTo>
                  <a:pt x="742855" y="108585"/>
                </a:lnTo>
                <a:lnTo>
                  <a:pt x="761905" y="108585"/>
                </a:lnTo>
                <a:lnTo>
                  <a:pt x="780955" y="108585"/>
                </a:lnTo>
                <a:lnTo>
                  <a:pt x="799995" y="108585"/>
                </a:lnTo>
                <a:lnTo>
                  <a:pt x="819045" y="108585"/>
                </a:lnTo>
                <a:lnTo>
                  <a:pt x="838095" y="108585"/>
                </a:lnTo>
                <a:lnTo>
                  <a:pt x="857145" y="108585"/>
                </a:lnTo>
                <a:lnTo>
                  <a:pt x="876186" y="108585"/>
                </a:lnTo>
                <a:lnTo>
                  <a:pt x="895236" y="108585"/>
                </a:lnTo>
                <a:lnTo>
                  <a:pt x="914286" y="108585"/>
                </a:lnTo>
                <a:lnTo>
                  <a:pt x="933336" y="108585"/>
                </a:lnTo>
                <a:lnTo>
                  <a:pt x="952376" y="108585"/>
                </a:lnTo>
                <a:lnTo>
                  <a:pt x="971426" y="108585"/>
                </a:lnTo>
                <a:lnTo>
                  <a:pt x="990476" y="108585"/>
                </a:lnTo>
                <a:lnTo>
                  <a:pt x="1009526" y="108585"/>
                </a:lnTo>
                <a:lnTo>
                  <a:pt x="1028567" y="108585"/>
                </a:lnTo>
                <a:lnTo>
                  <a:pt x="1047617" y="108585"/>
                </a:lnTo>
                <a:lnTo>
                  <a:pt x="1066667" y="108585"/>
                </a:lnTo>
                <a:lnTo>
                  <a:pt x="1085717" y="108585"/>
                </a:lnTo>
                <a:lnTo>
                  <a:pt x="1104757" y="108585"/>
                </a:lnTo>
                <a:lnTo>
                  <a:pt x="1123807" y="108585"/>
                </a:lnTo>
                <a:lnTo>
                  <a:pt x="1142857" y="108585"/>
                </a:lnTo>
                <a:lnTo>
                  <a:pt x="1161907" y="108585"/>
                </a:lnTo>
                <a:lnTo>
                  <a:pt x="1180948" y="108585"/>
                </a:lnTo>
                <a:lnTo>
                  <a:pt x="1199998" y="108585"/>
                </a:lnTo>
                <a:lnTo>
                  <a:pt x="1219048" y="108585"/>
                </a:lnTo>
                <a:lnTo>
                  <a:pt x="1238088" y="108585"/>
                </a:lnTo>
                <a:lnTo>
                  <a:pt x="1257138" y="108585"/>
                </a:lnTo>
                <a:lnTo>
                  <a:pt x="1276188" y="108585"/>
                </a:lnTo>
                <a:lnTo>
                  <a:pt x="1295238" y="108585"/>
                </a:lnTo>
                <a:lnTo>
                  <a:pt x="1314288" y="108585"/>
                </a:lnTo>
                <a:lnTo>
                  <a:pt x="1333329" y="108585"/>
                </a:lnTo>
                <a:lnTo>
                  <a:pt x="1352379" y="108585"/>
                </a:lnTo>
                <a:lnTo>
                  <a:pt x="1371429" y="108585"/>
                </a:lnTo>
                <a:lnTo>
                  <a:pt x="1390469" y="108585"/>
                </a:lnTo>
                <a:lnTo>
                  <a:pt x="1409519" y="108585"/>
                </a:lnTo>
                <a:lnTo>
                  <a:pt x="1428569" y="108585"/>
                </a:lnTo>
                <a:lnTo>
                  <a:pt x="1447619" y="108585"/>
                </a:lnTo>
                <a:lnTo>
                  <a:pt x="1466660" y="108585"/>
                </a:lnTo>
                <a:lnTo>
                  <a:pt x="1485710" y="108585"/>
                </a:lnTo>
                <a:lnTo>
                  <a:pt x="1504760" y="108585"/>
                </a:lnTo>
                <a:lnTo>
                  <a:pt x="1523810" y="108585"/>
                </a:lnTo>
                <a:lnTo>
                  <a:pt x="1542850" y="108585"/>
                </a:lnTo>
                <a:lnTo>
                  <a:pt x="1561900" y="108585"/>
                </a:lnTo>
                <a:lnTo>
                  <a:pt x="1580950" y="108585"/>
                </a:lnTo>
                <a:lnTo>
                  <a:pt x="1600000" y="108585"/>
                </a:lnTo>
                <a:lnTo>
                  <a:pt x="1619040" y="108585"/>
                </a:lnTo>
                <a:lnTo>
                  <a:pt x="1638090" y="108585"/>
                </a:lnTo>
                <a:lnTo>
                  <a:pt x="1657140" y="108585"/>
                </a:lnTo>
                <a:lnTo>
                  <a:pt x="1676190" y="108585"/>
                </a:lnTo>
                <a:lnTo>
                  <a:pt x="1695231" y="108585"/>
                </a:lnTo>
                <a:lnTo>
                  <a:pt x="1714281" y="108585"/>
                </a:lnTo>
                <a:lnTo>
                  <a:pt x="1733331" y="108585"/>
                </a:lnTo>
                <a:lnTo>
                  <a:pt x="1752381" y="108585"/>
                </a:lnTo>
                <a:lnTo>
                  <a:pt x="1771421" y="108585"/>
                </a:lnTo>
                <a:lnTo>
                  <a:pt x="1790471" y="108585"/>
                </a:lnTo>
                <a:lnTo>
                  <a:pt x="1809521" y="108585"/>
                </a:lnTo>
                <a:lnTo>
                  <a:pt x="1828571" y="108585"/>
                </a:lnTo>
                <a:lnTo>
                  <a:pt x="1847612" y="108585"/>
                </a:lnTo>
                <a:lnTo>
                  <a:pt x="1866662" y="108585"/>
                </a:lnTo>
                <a:lnTo>
                  <a:pt x="1885712" y="108585"/>
                </a:lnTo>
                <a:lnTo>
                  <a:pt x="1904762" y="108585"/>
                </a:lnTo>
                <a:lnTo>
                  <a:pt x="1923802" y="108585"/>
                </a:lnTo>
                <a:lnTo>
                  <a:pt x="1942852" y="108585"/>
                </a:lnTo>
                <a:lnTo>
                  <a:pt x="1961902" y="108585"/>
                </a:lnTo>
                <a:lnTo>
                  <a:pt x="1980952" y="108585"/>
                </a:lnTo>
                <a:lnTo>
                  <a:pt x="1999859" y="108147"/>
                </a:lnTo>
                <a:lnTo>
                  <a:pt x="2015433" y="97184"/>
                </a:lnTo>
                <a:lnTo>
                  <a:pt x="2031016" y="86220"/>
                </a:lnTo>
                <a:lnTo>
                  <a:pt x="2046589" y="75257"/>
                </a:lnTo>
                <a:lnTo>
                  <a:pt x="2062163" y="64294"/>
                </a:lnTo>
                <a:lnTo>
                  <a:pt x="2077745" y="53340"/>
                </a:lnTo>
                <a:lnTo>
                  <a:pt x="2093319" y="42377"/>
                </a:lnTo>
                <a:lnTo>
                  <a:pt x="2108902" y="31413"/>
                </a:lnTo>
                <a:lnTo>
                  <a:pt x="2124475" y="20450"/>
                </a:lnTo>
                <a:lnTo>
                  <a:pt x="2140048" y="9487"/>
                </a:lnTo>
                <a:lnTo>
                  <a:pt x="2150983" y="0"/>
                </a:lnTo>
                <a:lnTo>
                  <a:pt x="2131933" y="0"/>
                </a:lnTo>
                <a:lnTo>
                  <a:pt x="2112883" y="0"/>
                </a:lnTo>
                <a:lnTo>
                  <a:pt x="2093833" y="0"/>
                </a:lnTo>
                <a:lnTo>
                  <a:pt x="2074793" y="0"/>
                </a:lnTo>
                <a:lnTo>
                  <a:pt x="2055743" y="0"/>
                </a:lnTo>
                <a:lnTo>
                  <a:pt x="2036693" y="0"/>
                </a:lnTo>
                <a:lnTo>
                  <a:pt x="2017643" y="0"/>
                </a:lnTo>
                <a:lnTo>
                  <a:pt x="1998602" y="0"/>
                </a:lnTo>
                <a:lnTo>
                  <a:pt x="1979552" y="0"/>
                </a:lnTo>
                <a:lnTo>
                  <a:pt x="1960502" y="0"/>
                </a:lnTo>
                <a:lnTo>
                  <a:pt x="1941452" y="0"/>
                </a:lnTo>
                <a:lnTo>
                  <a:pt x="1922412" y="0"/>
                </a:lnTo>
                <a:lnTo>
                  <a:pt x="1903362" y="0"/>
                </a:lnTo>
                <a:lnTo>
                  <a:pt x="1884312" y="0"/>
                </a:lnTo>
                <a:lnTo>
                  <a:pt x="1865262" y="0"/>
                </a:lnTo>
                <a:lnTo>
                  <a:pt x="1846221" y="0"/>
                </a:lnTo>
                <a:lnTo>
                  <a:pt x="1827171" y="0"/>
                </a:lnTo>
                <a:lnTo>
                  <a:pt x="1808121" y="0"/>
                </a:lnTo>
                <a:lnTo>
                  <a:pt x="1789081" y="0"/>
                </a:lnTo>
                <a:lnTo>
                  <a:pt x="1770031" y="0"/>
                </a:lnTo>
                <a:lnTo>
                  <a:pt x="1750981" y="0"/>
                </a:lnTo>
                <a:lnTo>
                  <a:pt x="1731931" y="0"/>
                </a:lnTo>
                <a:lnTo>
                  <a:pt x="1712890" y="0"/>
                </a:lnTo>
                <a:lnTo>
                  <a:pt x="1693840" y="0"/>
                </a:lnTo>
                <a:lnTo>
                  <a:pt x="1674790" y="0"/>
                </a:lnTo>
                <a:lnTo>
                  <a:pt x="1655740" y="0"/>
                </a:lnTo>
                <a:lnTo>
                  <a:pt x="1636700" y="0"/>
                </a:lnTo>
                <a:lnTo>
                  <a:pt x="1617650" y="0"/>
                </a:lnTo>
                <a:lnTo>
                  <a:pt x="1598600" y="0"/>
                </a:lnTo>
                <a:lnTo>
                  <a:pt x="1579550" y="0"/>
                </a:lnTo>
                <a:lnTo>
                  <a:pt x="1560509" y="0"/>
                </a:lnTo>
                <a:lnTo>
                  <a:pt x="1541459" y="0"/>
                </a:lnTo>
                <a:lnTo>
                  <a:pt x="1522409" y="0"/>
                </a:lnTo>
                <a:lnTo>
                  <a:pt x="1503359" y="0"/>
                </a:lnTo>
                <a:lnTo>
                  <a:pt x="1484319" y="0"/>
                </a:lnTo>
                <a:lnTo>
                  <a:pt x="1465269" y="0"/>
                </a:lnTo>
                <a:lnTo>
                  <a:pt x="1446219" y="0"/>
                </a:lnTo>
                <a:lnTo>
                  <a:pt x="1427169" y="0"/>
                </a:lnTo>
                <a:lnTo>
                  <a:pt x="1408128" y="0"/>
                </a:lnTo>
                <a:lnTo>
                  <a:pt x="1389078" y="0"/>
                </a:lnTo>
                <a:lnTo>
                  <a:pt x="1370028" y="0"/>
                </a:lnTo>
                <a:lnTo>
                  <a:pt x="1350978" y="0"/>
                </a:lnTo>
                <a:lnTo>
                  <a:pt x="1331938" y="0"/>
                </a:lnTo>
                <a:lnTo>
                  <a:pt x="1312888" y="0"/>
                </a:lnTo>
                <a:lnTo>
                  <a:pt x="1293838" y="0"/>
                </a:lnTo>
                <a:lnTo>
                  <a:pt x="1274788" y="0"/>
                </a:lnTo>
                <a:lnTo>
                  <a:pt x="1255747" y="0"/>
                </a:lnTo>
                <a:lnTo>
                  <a:pt x="1236697" y="0"/>
                </a:lnTo>
                <a:lnTo>
                  <a:pt x="1217647" y="0"/>
                </a:lnTo>
                <a:lnTo>
                  <a:pt x="1198597" y="0"/>
                </a:lnTo>
                <a:lnTo>
                  <a:pt x="1179557" y="0"/>
                </a:lnTo>
                <a:lnTo>
                  <a:pt x="1160507" y="0"/>
                </a:lnTo>
                <a:lnTo>
                  <a:pt x="1141457" y="0"/>
                </a:lnTo>
                <a:lnTo>
                  <a:pt x="1122407" y="0"/>
                </a:lnTo>
                <a:lnTo>
                  <a:pt x="1103366" y="0"/>
                </a:lnTo>
                <a:lnTo>
                  <a:pt x="1084316" y="0"/>
                </a:lnTo>
                <a:lnTo>
                  <a:pt x="1065266" y="0"/>
                </a:lnTo>
                <a:lnTo>
                  <a:pt x="1046216" y="0"/>
                </a:lnTo>
                <a:lnTo>
                  <a:pt x="1027176" y="0"/>
                </a:lnTo>
                <a:lnTo>
                  <a:pt x="1008126" y="0"/>
                </a:lnTo>
                <a:lnTo>
                  <a:pt x="989076" y="0"/>
                </a:lnTo>
                <a:lnTo>
                  <a:pt x="970026" y="0"/>
                </a:lnTo>
                <a:lnTo>
                  <a:pt x="950986" y="0"/>
                </a:lnTo>
                <a:lnTo>
                  <a:pt x="931936" y="0"/>
                </a:lnTo>
                <a:lnTo>
                  <a:pt x="912886" y="0"/>
                </a:lnTo>
                <a:lnTo>
                  <a:pt x="893836" y="0"/>
                </a:lnTo>
                <a:lnTo>
                  <a:pt x="874795" y="0"/>
                </a:lnTo>
                <a:lnTo>
                  <a:pt x="855745" y="0"/>
                </a:lnTo>
                <a:lnTo>
                  <a:pt x="836695" y="0"/>
                </a:lnTo>
                <a:lnTo>
                  <a:pt x="817645" y="0"/>
                </a:lnTo>
                <a:lnTo>
                  <a:pt x="798605" y="0"/>
                </a:lnTo>
                <a:lnTo>
                  <a:pt x="779555" y="0"/>
                </a:lnTo>
                <a:lnTo>
                  <a:pt x="760505" y="0"/>
                </a:lnTo>
                <a:lnTo>
                  <a:pt x="741455" y="0"/>
                </a:lnTo>
                <a:lnTo>
                  <a:pt x="722414" y="0"/>
                </a:lnTo>
                <a:lnTo>
                  <a:pt x="703364" y="0"/>
                </a:lnTo>
                <a:lnTo>
                  <a:pt x="684314" y="0"/>
                </a:lnTo>
                <a:lnTo>
                  <a:pt x="665264" y="0"/>
                </a:lnTo>
                <a:lnTo>
                  <a:pt x="646224" y="0"/>
                </a:lnTo>
                <a:lnTo>
                  <a:pt x="627174" y="0"/>
                </a:lnTo>
                <a:lnTo>
                  <a:pt x="608124" y="0"/>
                </a:lnTo>
                <a:lnTo>
                  <a:pt x="589083" y="0"/>
                </a:lnTo>
                <a:lnTo>
                  <a:pt x="570033" y="0"/>
                </a:lnTo>
                <a:lnTo>
                  <a:pt x="550983" y="0"/>
                </a:lnTo>
                <a:lnTo>
                  <a:pt x="531933" y="0"/>
                </a:lnTo>
                <a:lnTo>
                  <a:pt x="512883" y="0"/>
                </a:lnTo>
                <a:lnTo>
                  <a:pt x="493843" y="0"/>
                </a:lnTo>
                <a:lnTo>
                  <a:pt x="474793" y="0"/>
                </a:lnTo>
                <a:lnTo>
                  <a:pt x="455743" y="0"/>
                </a:lnTo>
                <a:lnTo>
                  <a:pt x="436702" y="0"/>
                </a:lnTo>
                <a:lnTo>
                  <a:pt x="417652" y="0"/>
                </a:lnTo>
                <a:lnTo>
                  <a:pt x="398602" y="0"/>
                </a:lnTo>
                <a:lnTo>
                  <a:pt x="379552" y="0"/>
                </a:lnTo>
                <a:lnTo>
                  <a:pt x="360512" y="0"/>
                </a:lnTo>
                <a:lnTo>
                  <a:pt x="341462" y="0"/>
                </a:lnTo>
                <a:lnTo>
                  <a:pt x="322412" y="0"/>
                </a:lnTo>
                <a:lnTo>
                  <a:pt x="303362" y="0"/>
                </a:lnTo>
                <a:lnTo>
                  <a:pt x="284321" y="0"/>
                </a:lnTo>
                <a:lnTo>
                  <a:pt x="266148" y="4677"/>
                </a:lnTo>
                <a:lnTo>
                  <a:pt x="248402" y="11601"/>
                </a:lnTo>
                <a:lnTo>
                  <a:pt x="230667" y="18526"/>
                </a:lnTo>
                <a:lnTo>
                  <a:pt x="212922" y="25460"/>
                </a:lnTo>
                <a:lnTo>
                  <a:pt x="195177" y="32385"/>
                </a:lnTo>
                <a:lnTo>
                  <a:pt x="177432" y="39310"/>
                </a:lnTo>
                <a:lnTo>
                  <a:pt x="159687" y="46234"/>
                </a:lnTo>
                <a:lnTo>
                  <a:pt x="141951" y="53169"/>
                </a:lnTo>
                <a:lnTo>
                  <a:pt x="124206" y="60093"/>
                </a:lnTo>
                <a:lnTo>
                  <a:pt x="106461" y="67018"/>
                </a:lnTo>
                <a:lnTo>
                  <a:pt x="88716" y="73943"/>
                </a:lnTo>
                <a:lnTo>
                  <a:pt x="70971" y="80877"/>
                </a:lnTo>
                <a:lnTo>
                  <a:pt x="53226" y="87801"/>
                </a:lnTo>
                <a:lnTo>
                  <a:pt x="35490" y="94726"/>
                </a:lnTo>
                <a:lnTo>
                  <a:pt x="17745" y="101651"/>
                </a:lnTo>
                <a:lnTo>
                  <a:pt x="0" y="108585"/>
                </a:lnTo>
              </a:path>
            </a:pathLst>
          </a:custGeom>
          <a:solidFill xmlns:a="http://schemas.openxmlformats.org/drawingml/2006/main">
            <a:srgbClr val="7398B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DEF842C9-D5C6-4168-A8C2-A26EA0E9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1713" y="1866900"/>
            <a:ext cx="1950663" cy="108585"/>
          </a:xfrm>
          <a:custGeom xmlns:a="http://schemas.openxmlformats.org/drawingml/2006/main">
            <a:pathLst>
              <a:path w="1950663" h="108585">
                <a:moveTo>
                  <a:pt x="0" y="108585"/>
                </a:moveTo>
                <a:lnTo>
                  <a:pt x="18888" y="108585"/>
                </a:lnTo>
                <a:lnTo>
                  <a:pt x="37786" y="108585"/>
                </a:lnTo>
                <a:lnTo>
                  <a:pt x="56674" y="108585"/>
                </a:lnTo>
                <a:lnTo>
                  <a:pt x="75571" y="108585"/>
                </a:lnTo>
                <a:lnTo>
                  <a:pt x="94459" y="108585"/>
                </a:lnTo>
                <a:lnTo>
                  <a:pt x="113357" y="108585"/>
                </a:lnTo>
                <a:lnTo>
                  <a:pt x="132245" y="108585"/>
                </a:lnTo>
                <a:lnTo>
                  <a:pt x="151143" y="108585"/>
                </a:lnTo>
                <a:lnTo>
                  <a:pt x="170031" y="108585"/>
                </a:lnTo>
                <a:lnTo>
                  <a:pt x="188919" y="108585"/>
                </a:lnTo>
                <a:lnTo>
                  <a:pt x="207816" y="108585"/>
                </a:lnTo>
                <a:lnTo>
                  <a:pt x="226705" y="108585"/>
                </a:lnTo>
                <a:lnTo>
                  <a:pt x="245602" y="108585"/>
                </a:lnTo>
                <a:lnTo>
                  <a:pt x="264490" y="108585"/>
                </a:lnTo>
                <a:lnTo>
                  <a:pt x="283388" y="108585"/>
                </a:lnTo>
                <a:lnTo>
                  <a:pt x="302276" y="108585"/>
                </a:lnTo>
                <a:lnTo>
                  <a:pt x="321173" y="108585"/>
                </a:lnTo>
                <a:lnTo>
                  <a:pt x="340062" y="108585"/>
                </a:lnTo>
                <a:lnTo>
                  <a:pt x="358959" y="108585"/>
                </a:lnTo>
                <a:lnTo>
                  <a:pt x="377847" y="108585"/>
                </a:lnTo>
                <a:lnTo>
                  <a:pt x="396735" y="108585"/>
                </a:lnTo>
                <a:lnTo>
                  <a:pt x="415633" y="108585"/>
                </a:lnTo>
                <a:lnTo>
                  <a:pt x="434521" y="108585"/>
                </a:lnTo>
                <a:lnTo>
                  <a:pt x="453419" y="108585"/>
                </a:lnTo>
                <a:lnTo>
                  <a:pt x="472307" y="108585"/>
                </a:lnTo>
                <a:lnTo>
                  <a:pt x="491204" y="108585"/>
                </a:lnTo>
                <a:lnTo>
                  <a:pt x="510092" y="108585"/>
                </a:lnTo>
                <a:lnTo>
                  <a:pt x="528990" y="108585"/>
                </a:lnTo>
                <a:lnTo>
                  <a:pt x="547878" y="108585"/>
                </a:lnTo>
                <a:lnTo>
                  <a:pt x="566776" y="108585"/>
                </a:lnTo>
                <a:lnTo>
                  <a:pt x="585664" y="108585"/>
                </a:lnTo>
                <a:lnTo>
                  <a:pt x="604552" y="108585"/>
                </a:lnTo>
                <a:lnTo>
                  <a:pt x="623449" y="108585"/>
                </a:lnTo>
                <a:lnTo>
                  <a:pt x="642337" y="108585"/>
                </a:lnTo>
                <a:lnTo>
                  <a:pt x="661235" y="108585"/>
                </a:lnTo>
                <a:lnTo>
                  <a:pt x="680123" y="108585"/>
                </a:lnTo>
                <a:lnTo>
                  <a:pt x="699021" y="108585"/>
                </a:lnTo>
                <a:lnTo>
                  <a:pt x="717909" y="108585"/>
                </a:lnTo>
                <a:lnTo>
                  <a:pt x="736806" y="108585"/>
                </a:lnTo>
                <a:lnTo>
                  <a:pt x="755694" y="108585"/>
                </a:lnTo>
                <a:lnTo>
                  <a:pt x="774583" y="108585"/>
                </a:lnTo>
                <a:lnTo>
                  <a:pt x="793480" y="108585"/>
                </a:lnTo>
                <a:lnTo>
                  <a:pt x="812368" y="108585"/>
                </a:lnTo>
                <a:lnTo>
                  <a:pt x="831266" y="108585"/>
                </a:lnTo>
                <a:lnTo>
                  <a:pt x="850154" y="108585"/>
                </a:lnTo>
                <a:lnTo>
                  <a:pt x="869051" y="108585"/>
                </a:lnTo>
                <a:lnTo>
                  <a:pt x="887940" y="108585"/>
                </a:lnTo>
                <a:lnTo>
                  <a:pt x="906837" y="108585"/>
                </a:lnTo>
                <a:lnTo>
                  <a:pt x="925725" y="108585"/>
                </a:lnTo>
                <a:lnTo>
                  <a:pt x="944623" y="108585"/>
                </a:lnTo>
                <a:lnTo>
                  <a:pt x="963511" y="108585"/>
                </a:lnTo>
                <a:lnTo>
                  <a:pt x="982399" y="108585"/>
                </a:lnTo>
                <a:lnTo>
                  <a:pt x="1001297" y="108585"/>
                </a:lnTo>
                <a:lnTo>
                  <a:pt x="1020185" y="108585"/>
                </a:lnTo>
                <a:lnTo>
                  <a:pt x="1039082" y="108585"/>
                </a:lnTo>
                <a:lnTo>
                  <a:pt x="1057970" y="108585"/>
                </a:lnTo>
                <a:lnTo>
                  <a:pt x="1076868" y="108585"/>
                </a:lnTo>
                <a:lnTo>
                  <a:pt x="1095756" y="108585"/>
                </a:lnTo>
                <a:lnTo>
                  <a:pt x="1114654" y="108585"/>
                </a:lnTo>
                <a:lnTo>
                  <a:pt x="1133542" y="108585"/>
                </a:lnTo>
                <a:lnTo>
                  <a:pt x="1152430" y="108585"/>
                </a:lnTo>
                <a:lnTo>
                  <a:pt x="1171327" y="108585"/>
                </a:lnTo>
                <a:lnTo>
                  <a:pt x="1190215" y="108585"/>
                </a:lnTo>
                <a:lnTo>
                  <a:pt x="1209113" y="108585"/>
                </a:lnTo>
                <a:lnTo>
                  <a:pt x="1228001" y="108585"/>
                </a:lnTo>
                <a:lnTo>
                  <a:pt x="1246899" y="108585"/>
                </a:lnTo>
                <a:lnTo>
                  <a:pt x="1265787" y="108585"/>
                </a:lnTo>
                <a:lnTo>
                  <a:pt x="1284684" y="108585"/>
                </a:lnTo>
                <a:lnTo>
                  <a:pt x="1303572" y="108585"/>
                </a:lnTo>
                <a:lnTo>
                  <a:pt x="1322461" y="108585"/>
                </a:lnTo>
                <a:lnTo>
                  <a:pt x="1341358" y="108585"/>
                </a:lnTo>
                <a:lnTo>
                  <a:pt x="1360246" y="108585"/>
                </a:lnTo>
                <a:lnTo>
                  <a:pt x="1379144" y="108585"/>
                </a:lnTo>
                <a:lnTo>
                  <a:pt x="1398032" y="108585"/>
                </a:lnTo>
                <a:lnTo>
                  <a:pt x="1416929" y="108585"/>
                </a:lnTo>
                <a:lnTo>
                  <a:pt x="1435818" y="108585"/>
                </a:lnTo>
                <a:lnTo>
                  <a:pt x="1454715" y="108585"/>
                </a:lnTo>
                <a:lnTo>
                  <a:pt x="1473603" y="108585"/>
                </a:lnTo>
                <a:lnTo>
                  <a:pt x="1492501" y="108585"/>
                </a:lnTo>
                <a:lnTo>
                  <a:pt x="1511389" y="108585"/>
                </a:lnTo>
                <a:lnTo>
                  <a:pt x="1530277" y="108585"/>
                </a:lnTo>
                <a:lnTo>
                  <a:pt x="1549175" y="108585"/>
                </a:lnTo>
                <a:lnTo>
                  <a:pt x="1568063" y="108585"/>
                </a:lnTo>
                <a:lnTo>
                  <a:pt x="1586960" y="108585"/>
                </a:lnTo>
                <a:lnTo>
                  <a:pt x="1605848" y="108585"/>
                </a:lnTo>
                <a:lnTo>
                  <a:pt x="1624746" y="108585"/>
                </a:lnTo>
                <a:lnTo>
                  <a:pt x="1643634" y="108585"/>
                </a:lnTo>
                <a:lnTo>
                  <a:pt x="1662532" y="108585"/>
                </a:lnTo>
                <a:lnTo>
                  <a:pt x="1681420" y="108585"/>
                </a:lnTo>
                <a:lnTo>
                  <a:pt x="1700317" y="108585"/>
                </a:lnTo>
                <a:lnTo>
                  <a:pt x="1719205" y="108585"/>
                </a:lnTo>
                <a:lnTo>
                  <a:pt x="1738093" y="108585"/>
                </a:lnTo>
                <a:lnTo>
                  <a:pt x="1756991" y="108585"/>
                </a:lnTo>
                <a:lnTo>
                  <a:pt x="1775879" y="108585"/>
                </a:lnTo>
                <a:lnTo>
                  <a:pt x="1793748" y="105223"/>
                </a:lnTo>
                <a:lnTo>
                  <a:pt x="1809445" y="94698"/>
                </a:lnTo>
                <a:lnTo>
                  <a:pt x="1825133" y="84182"/>
                </a:lnTo>
                <a:lnTo>
                  <a:pt x="1840821" y="73657"/>
                </a:lnTo>
                <a:lnTo>
                  <a:pt x="1856518" y="63132"/>
                </a:lnTo>
                <a:lnTo>
                  <a:pt x="1872205" y="52607"/>
                </a:lnTo>
                <a:lnTo>
                  <a:pt x="1887903" y="42091"/>
                </a:lnTo>
                <a:lnTo>
                  <a:pt x="1903590" y="31566"/>
                </a:lnTo>
                <a:lnTo>
                  <a:pt x="1919278" y="21041"/>
                </a:lnTo>
                <a:lnTo>
                  <a:pt x="1934975" y="10525"/>
                </a:lnTo>
                <a:lnTo>
                  <a:pt x="19506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0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2458711D-190A-42C2-9CE9-53F02650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4118" y="1866900"/>
            <a:ext cx="16782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l1-text-heading">
            <a:extLst xmlns:a="http://schemas.openxmlformats.org/drawingml/2006/main">
              <a:ext uri="{FF2B5EF4-FFF2-40B4-BE49-F238E27FC236}">
                <a16:creationId xmlns:a16="http://schemas.microsoft.com/office/drawing/2014/main" id="{D85CBB18-C959-4249-82CC-30854D90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873" y="2397385"/>
            <a:ext cx="1068734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起步</a:t>
            </a:r>
          </a:p>
        </p:txBody>
      </p:sp>
      <p:sp>
        <p:nvSpPr>
          <p:cNvPr id="22" name="l1-text-body">
            <a:extLst xmlns:a="http://schemas.openxmlformats.org/drawingml/2006/main">
              <a:ext uri="{FF2B5EF4-FFF2-40B4-BE49-F238E27FC236}">
                <a16:creationId xmlns:a16="http://schemas.microsoft.com/office/drawing/2014/main" id="{E953C25E-FCCA-475A-8898-F119CC8D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873" y="2634320"/>
            <a:ext cx="1068734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形成可重复的基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础动作</a:t>
            </a:r>
          </a:p>
        </p:txBody>
      </p:sp>
      <p:sp>
        <p:nvSpPr>
          <p:cNvPr id="23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D223F62A-D495-46AA-8FD6-F1AD1453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1205" y="3210430"/>
            <a:ext cx="339928" cy="339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l2-text-heading">
            <a:extLst xmlns:a="http://schemas.openxmlformats.org/drawingml/2006/main">
              <a:ext uri="{FF2B5EF4-FFF2-40B4-BE49-F238E27FC236}">
                <a16:creationId xmlns:a16="http://schemas.microsoft.com/office/drawing/2014/main" id="{F9A93867-B5FA-470A-BE81-8DD0FBD6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4620" y="1910858"/>
            <a:ext cx="1068734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25" name="l2-text-body">
            <a:extLst xmlns:a="http://schemas.openxmlformats.org/drawingml/2006/main">
              <a:ext uri="{FF2B5EF4-FFF2-40B4-BE49-F238E27FC236}">
                <a16:creationId xmlns:a16="http://schemas.microsoft.com/office/drawing/2014/main" id="{99068489-AB7C-4C76-B0B3-C3FA9C26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4620" y="2147792"/>
            <a:ext cx="1068734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建立统一标准与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职责边界</a:t>
            </a:r>
          </a:p>
        </p:txBody>
      </p:sp>
      <p:sp>
        <p:nvSpPr>
          <p:cNvPr id="26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DA868393-8D12-4E64-AA34-7CF6F899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9094" y="2724055"/>
            <a:ext cx="339928" cy="339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l3-text-heading">
            <a:extLst xmlns:a="http://schemas.openxmlformats.org/drawingml/2006/main">
              <a:ext uri="{FF2B5EF4-FFF2-40B4-BE49-F238E27FC236}">
                <a16:creationId xmlns:a16="http://schemas.microsoft.com/office/drawing/2014/main" id="{FCECB7D4-B2F0-415A-89EA-F01CFE17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2510" y="1424492"/>
            <a:ext cx="1068734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复用</a:t>
            </a:r>
          </a:p>
        </p:txBody>
      </p:sp>
      <p:sp>
        <p:nvSpPr>
          <p:cNvPr id="28" name="l3-text-body">
            <a:extLst xmlns:a="http://schemas.openxmlformats.org/drawingml/2006/main">
              <a:ext uri="{FF2B5EF4-FFF2-40B4-BE49-F238E27FC236}">
                <a16:creationId xmlns:a16="http://schemas.microsoft.com/office/drawing/2014/main" id="{02DCB54D-8745-48E2-8D36-120EB94E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2510" y="1661427"/>
            <a:ext cx="1068734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把成熟方法沉淀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为共享能力</a:t>
            </a:r>
          </a:p>
        </p:txBody>
      </p:sp>
      <p:sp>
        <p:nvSpPr>
          <p:cNvPr id="29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AF2B00E1-1A45-4CD7-A94F-FE4A5044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6841" y="2237689"/>
            <a:ext cx="339928" cy="339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l4-text-heading">
            <a:extLst xmlns:a="http://schemas.openxmlformats.org/drawingml/2006/main">
              <a:ext uri="{FF2B5EF4-FFF2-40B4-BE49-F238E27FC236}">
                <a16:creationId xmlns:a16="http://schemas.microsoft.com/office/drawing/2014/main" id="{7B4D0402-D649-4EAA-83BA-B585227B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0248" y="938117"/>
            <a:ext cx="1068734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31" name="l4-text-body">
            <a:extLst xmlns:a="http://schemas.openxmlformats.org/drawingml/2006/main">
              <a:ext uri="{FF2B5EF4-FFF2-40B4-BE49-F238E27FC236}">
                <a16:creationId xmlns:a16="http://schemas.microsoft.com/office/drawing/2014/main" id="{0EA91C95-FCA1-4E12-8752-D7ED0F35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0248" y="1175052"/>
            <a:ext cx="1068734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跨角色形成稳定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配合机制</a:t>
            </a:r>
          </a:p>
        </p:txBody>
      </p:sp>
      <p:sp>
        <p:nvSpPr>
          <p:cNvPr id="32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06814AD8-44BE-49E8-8085-13D51BD3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4579" y="1751171"/>
            <a:ext cx="339928" cy="339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73F657E2-C82A-469B-AB23-A15BD834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3735" y="3112646"/>
            <a:ext cx="450352" cy="232172"/>
          </a:xfrm>
          <a:prstGeom xmlns:a="http://schemas.openxmlformats.org/drawingml/2006/main" prst="roundRect">
            <a:avLst>
              <a:gd name="adj" fmla="val 45333"/>
            </a:avLst>
          </a:prstGeom>
          <a:solidFill xmlns:a="http://schemas.openxmlformats.org/drawingml/2006/main">
            <a:srgbClr val="7899A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34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8AECD657-CD0B-498B-9351-0D314D05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9372" y="2139906"/>
            <a:ext cx="450352" cy="232172"/>
          </a:xfrm>
          <a:prstGeom xmlns:a="http://schemas.openxmlformats.org/drawingml/2006/main" prst="roundRect">
            <a:avLst>
              <a:gd name="adj" fmla="val 45333"/>
            </a:avLst>
          </a:prstGeom>
          <a:solidFill xmlns:a="http://schemas.openxmlformats.org/drawingml/2006/main">
            <a:srgbClr val="315F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324817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33350" dist="47625" dir="5400000">
              <a:srgbClr val="345B63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2026-09-07T23:09:12.5190000Z</dcterms:created>
  <dcterms:modified xsi:type="dcterms:W3CDTF">2026-09-07T23:09:12.5190000Z</dcterms:modified>
</coreProperties>
</file>