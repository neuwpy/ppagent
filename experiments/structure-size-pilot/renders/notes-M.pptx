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c7e37e174445a6" /><Relationship Type="http://schemas.openxmlformats.org/officeDocument/2006/relationships/extended-properties" Target="/docProps/app.xml" Id="Rc9e87f45874a4dbd" /><Relationship Type="http://schemas.openxmlformats.org/officeDocument/2006/relationships/officeDocument" Target="/ppt/presentation.xml" Id="R4aadb06352104d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f7adde58144eb2"/>
  </p:sldMasterIdLst>
  <p:notesMasterIdLst>
    <p:notesMasterId xmlns:r="http://schemas.openxmlformats.org/officeDocument/2006/relationships" r:id="Rf71823b93aa14c39"/>
  </p:notesMasterIdLst>
  <p:sldIdLst>
    <p:sldId xmlns:r="http://schemas.openxmlformats.org/officeDocument/2006/relationships" id="256" r:id="R0f50df332d544531"/>
  </p:sldIdLst>
  <p:sldSz cx="9472613" cy="398335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6fe84f4a104a25" /><Relationship Type="http://schemas.openxmlformats.org/officeDocument/2006/relationships/slideMaster" Target="/ppt/slideMasters/slideMaster1.xml" Id="R2ef7adde58144eb2" /><Relationship Type="http://schemas.openxmlformats.org/officeDocument/2006/relationships/notesMaster" Target="/ppt/notesMasters/notesMaster1.xml" Id="Rf71823b93aa14c39" /><Relationship Type="http://schemas.openxmlformats.org/officeDocument/2006/relationships/presProps" Target="/ppt/presProps.xml" Id="R6a2a61805f06408f" /><Relationship Type="http://schemas.openxmlformats.org/officeDocument/2006/relationships/tableStyles" Target="/ppt/tableStyles.xml" Id="R393053b3fa4240ef" /><Relationship Type="http://schemas.openxmlformats.org/officeDocument/2006/relationships/slide" Target="/ppt/slides/slide1.xml" Id="R0f50df332d5445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dffa909bf6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0e569395744aa5" /><Relationship Type="http://schemas.openxmlformats.org/officeDocument/2006/relationships/notesMaster" Target="/ppt/notesMasters/notesMaster1.xml" Id="R1c51e713d05f40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dacc8e33343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98b77b48a4498e" /><Relationship Type="http://schemas.openxmlformats.org/officeDocument/2006/relationships/slideLayout" Target="/ppt/slideLayouts/slideLayout1.xml" Id="Rced444925cf64b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d444925cf64b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4fbb7c0614a88" /><Relationship Type="http://schemas.openxmlformats.org/officeDocument/2006/relationships/image" Target="/ppt/media/image.png" Id="R7b0b7aeed5d440c0" /><Relationship Type="http://schemas.openxmlformats.org/officeDocument/2006/relationships/image" Target="/ppt/media/image.svg" Id="R220dd497d5f24251" /><Relationship Type="http://schemas.openxmlformats.org/officeDocument/2006/relationships/image" Target="/ppt/media/image2.png" Id="Re52b783ef6f045b6" /><Relationship Type="http://schemas.openxmlformats.org/officeDocument/2006/relationships/image" Target="/ppt/media/image2.svg" Id="Rde1d3d0bfcd64368" /><Relationship Type="http://schemas.openxmlformats.org/officeDocument/2006/relationships/image" Target="/ppt/media/image3.png" Id="Rb936c914edf84066" /><Relationship Type="http://schemas.openxmlformats.org/officeDocument/2006/relationships/image" Target="/ppt/media/image3.svg" Id="Rfc509d9e323c4727" /><Relationship Type="http://schemas.openxmlformats.org/officeDocument/2006/relationships/image" Target="/ppt/media/image4.png" Id="R4c86bd5b8c16414c" /><Relationship Type="http://schemas.openxmlformats.org/officeDocument/2006/relationships/image" Target="/ppt/media/image4.svg" Id="Ree38a97994bc4c5b" /><Relationship Type="http://schemas.openxmlformats.org/officeDocument/2006/relationships/notesSlide" Target="/ppt/notesSlides/notesSlide1.xml" Id="Re20c72ac721f484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C3DE55D1-761D-4B4A-AECE-4FC966C7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386" y="1464459"/>
            <a:ext cx="2672372" cy="447742"/>
          </a:xfrm>
          <a:custGeom xmlns:a="http://schemas.openxmlformats.org/drawingml/2006/main">
            <a:pathLst>
              <a:path w="2672372" h="447742">
                <a:moveTo>
                  <a:pt x="2671543" y="0"/>
                </a:moveTo>
                <a:lnTo>
                  <a:pt x="2672372" y="16488"/>
                </a:lnTo>
                <a:lnTo>
                  <a:pt x="2672001" y="32985"/>
                </a:lnTo>
                <a:lnTo>
                  <a:pt x="2670715" y="49463"/>
                </a:lnTo>
                <a:lnTo>
                  <a:pt x="2668553" y="65903"/>
                </a:lnTo>
                <a:lnTo>
                  <a:pt x="2665571" y="82296"/>
                </a:lnTo>
                <a:lnTo>
                  <a:pt x="2661771" y="98622"/>
                </a:lnTo>
                <a:lnTo>
                  <a:pt x="2657142" y="114862"/>
                </a:lnTo>
                <a:lnTo>
                  <a:pt x="2651674" y="130988"/>
                </a:lnTo>
                <a:lnTo>
                  <a:pt x="2645369" y="146999"/>
                </a:lnTo>
                <a:lnTo>
                  <a:pt x="2638187" y="162868"/>
                </a:lnTo>
                <a:lnTo>
                  <a:pt x="2630119" y="178565"/>
                </a:lnTo>
                <a:lnTo>
                  <a:pt x="2621156" y="194062"/>
                </a:lnTo>
                <a:lnTo>
                  <a:pt x="2611269" y="209340"/>
                </a:lnTo>
                <a:lnTo>
                  <a:pt x="2600439" y="224361"/>
                </a:lnTo>
                <a:lnTo>
                  <a:pt x="2588657" y="239097"/>
                </a:lnTo>
                <a:lnTo>
                  <a:pt x="2575912" y="253498"/>
                </a:lnTo>
                <a:lnTo>
                  <a:pt x="2562196" y="267557"/>
                </a:lnTo>
                <a:lnTo>
                  <a:pt x="2547509" y="281207"/>
                </a:lnTo>
                <a:lnTo>
                  <a:pt x="2531869" y="294437"/>
                </a:lnTo>
                <a:lnTo>
                  <a:pt x="2515276" y="307200"/>
                </a:lnTo>
                <a:lnTo>
                  <a:pt x="2497760" y="319459"/>
                </a:lnTo>
                <a:lnTo>
                  <a:pt x="2479358" y="331184"/>
                </a:lnTo>
                <a:lnTo>
                  <a:pt x="2460088" y="342357"/>
                </a:lnTo>
                <a:lnTo>
                  <a:pt x="2440019" y="352939"/>
                </a:lnTo>
                <a:lnTo>
                  <a:pt x="2419179" y="362922"/>
                </a:lnTo>
                <a:lnTo>
                  <a:pt x="2397633" y="372294"/>
                </a:lnTo>
                <a:lnTo>
                  <a:pt x="2375440" y="381048"/>
                </a:lnTo>
                <a:lnTo>
                  <a:pt x="2352656" y="389163"/>
                </a:lnTo>
                <a:lnTo>
                  <a:pt x="2329348" y="396659"/>
                </a:lnTo>
                <a:lnTo>
                  <a:pt x="2305555" y="403546"/>
                </a:lnTo>
                <a:lnTo>
                  <a:pt x="2281342" y="409813"/>
                </a:lnTo>
                <a:lnTo>
                  <a:pt x="2256768" y="415500"/>
                </a:lnTo>
                <a:lnTo>
                  <a:pt x="2231879" y="420605"/>
                </a:lnTo>
                <a:lnTo>
                  <a:pt x="2206723" y="425158"/>
                </a:lnTo>
                <a:lnTo>
                  <a:pt x="2181330" y="429168"/>
                </a:lnTo>
                <a:lnTo>
                  <a:pt x="2155755" y="432673"/>
                </a:lnTo>
                <a:lnTo>
                  <a:pt x="2130019" y="435674"/>
                </a:lnTo>
                <a:lnTo>
                  <a:pt x="2104149" y="438207"/>
                </a:lnTo>
                <a:lnTo>
                  <a:pt x="2078184" y="440284"/>
                </a:lnTo>
                <a:lnTo>
                  <a:pt x="2052142" y="441941"/>
                </a:lnTo>
                <a:lnTo>
                  <a:pt x="2026034" y="443170"/>
                </a:lnTo>
                <a:lnTo>
                  <a:pt x="1999879" y="443760"/>
                </a:lnTo>
                <a:lnTo>
                  <a:pt x="1973704" y="444141"/>
                </a:lnTo>
                <a:lnTo>
                  <a:pt x="1947529" y="444456"/>
                </a:lnTo>
                <a:lnTo>
                  <a:pt x="1921364" y="444713"/>
                </a:lnTo>
                <a:lnTo>
                  <a:pt x="1895189" y="444941"/>
                </a:lnTo>
                <a:lnTo>
                  <a:pt x="1869015" y="445151"/>
                </a:lnTo>
                <a:lnTo>
                  <a:pt x="1842840" y="445341"/>
                </a:lnTo>
                <a:lnTo>
                  <a:pt x="1816656" y="445513"/>
                </a:lnTo>
                <a:lnTo>
                  <a:pt x="1790481" y="445665"/>
                </a:lnTo>
                <a:lnTo>
                  <a:pt x="1764306" y="445827"/>
                </a:lnTo>
                <a:lnTo>
                  <a:pt x="1738132" y="445961"/>
                </a:lnTo>
                <a:lnTo>
                  <a:pt x="1711957" y="446094"/>
                </a:lnTo>
                <a:lnTo>
                  <a:pt x="1685782" y="446218"/>
                </a:lnTo>
                <a:lnTo>
                  <a:pt x="1659607" y="446332"/>
                </a:lnTo>
                <a:lnTo>
                  <a:pt x="1633433" y="446446"/>
                </a:lnTo>
                <a:lnTo>
                  <a:pt x="1607249" y="446551"/>
                </a:lnTo>
                <a:lnTo>
                  <a:pt x="1581074" y="446646"/>
                </a:lnTo>
                <a:lnTo>
                  <a:pt x="1554899" y="446742"/>
                </a:lnTo>
                <a:lnTo>
                  <a:pt x="1528724" y="446827"/>
                </a:lnTo>
                <a:lnTo>
                  <a:pt x="1502550" y="446913"/>
                </a:lnTo>
                <a:lnTo>
                  <a:pt x="1476365" y="446989"/>
                </a:lnTo>
                <a:lnTo>
                  <a:pt x="1450191" y="447065"/>
                </a:lnTo>
                <a:lnTo>
                  <a:pt x="1424016" y="447132"/>
                </a:lnTo>
                <a:lnTo>
                  <a:pt x="1397841" y="447199"/>
                </a:lnTo>
                <a:lnTo>
                  <a:pt x="1371667" y="447265"/>
                </a:lnTo>
                <a:lnTo>
                  <a:pt x="1345482" y="447323"/>
                </a:lnTo>
                <a:lnTo>
                  <a:pt x="1319308" y="447380"/>
                </a:lnTo>
                <a:lnTo>
                  <a:pt x="1293133" y="447427"/>
                </a:lnTo>
                <a:lnTo>
                  <a:pt x="1266958" y="447475"/>
                </a:lnTo>
                <a:lnTo>
                  <a:pt x="1240784" y="447513"/>
                </a:lnTo>
                <a:lnTo>
                  <a:pt x="1214599" y="447561"/>
                </a:lnTo>
                <a:lnTo>
                  <a:pt x="1188425" y="447589"/>
                </a:lnTo>
                <a:lnTo>
                  <a:pt x="1162250" y="447618"/>
                </a:lnTo>
                <a:lnTo>
                  <a:pt x="1136075" y="447646"/>
                </a:lnTo>
                <a:lnTo>
                  <a:pt x="1109891" y="447675"/>
                </a:lnTo>
                <a:lnTo>
                  <a:pt x="1083716" y="447694"/>
                </a:lnTo>
                <a:lnTo>
                  <a:pt x="1057542" y="447713"/>
                </a:lnTo>
                <a:lnTo>
                  <a:pt x="1031367" y="447732"/>
                </a:lnTo>
                <a:lnTo>
                  <a:pt x="1005192" y="447732"/>
                </a:lnTo>
                <a:lnTo>
                  <a:pt x="979008" y="447742"/>
                </a:lnTo>
                <a:lnTo>
                  <a:pt x="952833" y="447742"/>
                </a:lnTo>
                <a:lnTo>
                  <a:pt x="926659" y="447742"/>
                </a:lnTo>
                <a:lnTo>
                  <a:pt x="900484" y="447732"/>
                </a:lnTo>
                <a:lnTo>
                  <a:pt x="874300" y="447723"/>
                </a:lnTo>
                <a:lnTo>
                  <a:pt x="848125" y="447713"/>
                </a:lnTo>
                <a:lnTo>
                  <a:pt x="821950" y="447694"/>
                </a:lnTo>
                <a:lnTo>
                  <a:pt x="795776" y="447665"/>
                </a:lnTo>
                <a:lnTo>
                  <a:pt x="769601" y="447646"/>
                </a:lnTo>
                <a:lnTo>
                  <a:pt x="743417" y="447608"/>
                </a:lnTo>
                <a:lnTo>
                  <a:pt x="717242" y="447570"/>
                </a:lnTo>
                <a:lnTo>
                  <a:pt x="691067" y="447532"/>
                </a:lnTo>
                <a:lnTo>
                  <a:pt x="664893" y="447484"/>
                </a:lnTo>
                <a:lnTo>
                  <a:pt x="638708" y="447427"/>
                </a:lnTo>
                <a:lnTo>
                  <a:pt x="612534" y="447370"/>
                </a:lnTo>
                <a:lnTo>
                  <a:pt x="586359" y="447313"/>
                </a:lnTo>
                <a:lnTo>
                  <a:pt x="560184" y="447237"/>
                </a:lnTo>
                <a:lnTo>
                  <a:pt x="534010" y="447161"/>
                </a:lnTo>
                <a:lnTo>
                  <a:pt x="507825" y="447084"/>
                </a:lnTo>
                <a:lnTo>
                  <a:pt x="481651" y="446989"/>
                </a:lnTo>
                <a:lnTo>
                  <a:pt x="455476" y="446884"/>
                </a:lnTo>
                <a:lnTo>
                  <a:pt x="429301" y="446780"/>
                </a:lnTo>
                <a:lnTo>
                  <a:pt x="403127" y="446656"/>
                </a:lnTo>
                <a:lnTo>
                  <a:pt x="376952" y="446532"/>
                </a:lnTo>
                <a:lnTo>
                  <a:pt x="350768" y="446389"/>
                </a:lnTo>
                <a:lnTo>
                  <a:pt x="324593" y="446237"/>
                </a:lnTo>
                <a:lnTo>
                  <a:pt x="298418" y="446065"/>
                </a:lnTo>
                <a:lnTo>
                  <a:pt x="272244" y="445884"/>
                </a:lnTo>
                <a:lnTo>
                  <a:pt x="246069" y="445684"/>
                </a:lnTo>
                <a:lnTo>
                  <a:pt x="219894" y="445465"/>
                </a:lnTo>
                <a:lnTo>
                  <a:pt x="193719" y="445218"/>
                </a:lnTo>
                <a:lnTo>
                  <a:pt x="167545" y="444941"/>
                </a:lnTo>
                <a:lnTo>
                  <a:pt x="141380" y="444627"/>
                </a:lnTo>
                <a:lnTo>
                  <a:pt x="115205" y="444275"/>
                </a:lnTo>
                <a:lnTo>
                  <a:pt x="89040" y="443846"/>
                </a:lnTo>
                <a:lnTo>
                  <a:pt x="62875" y="443332"/>
                </a:lnTo>
                <a:lnTo>
                  <a:pt x="36719" y="442655"/>
                </a:lnTo>
                <a:lnTo>
                  <a:pt x="10601" y="441589"/>
                </a:lnTo>
                <a:lnTo>
                  <a:pt x="4858" y="428177"/>
                </a:lnTo>
                <a:lnTo>
                  <a:pt x="4505" y="411680"/>
                </a:lnTo>
                <a:lnTo>
                  <a:pt x="4162" y="395183"/>
                </a:lnTo>
                <a:lnTo>
                  <a:pt x="3810" y="378685"/>
                </a:lnTo>
                <a:lnTo>
                  <a:pt x="3467" y="362188"/>
                </a:lnTo>
                <a:lnTo>
                  <a:pt x="3124" y="345691"/>
                </a:lnTo>
                <a:lnTo>
                  <a:pt x="2772" y="329194"/>
                </a:lnTo>
                <a:lnTo>
                  <a:pt x="2429" y="312696"/>
                </a:lnTo>
                <a:lnTo>
                  <a:pt x="2076" y="296199"/>
                </a:lnTo>
                <a:lnTo>
                  <a:pt x="1734" y="279702"/>
                </a:lnTo>
                <a:lnTo>
                  <a:pt x="1391" y="263204"/>
                </a:lnTo>
                <a:lnTo>
                  <a:pt x="1038" y="246707"/>
                </a:lnTo>
                <a:lnTo>
                  <a:pt x="695" y="230210"/>
                </a:lnTo>
                <a:lnTo>
                  <a:pt x="343" y="213712"/>
                </a:lnTo>
                <a:lnTo>
                  <a:pt x="0" y="197215"/>
                </a:lnTo>
                <a:lnTo>
                  <a:pt x="9601" y="186423"/>
                </a:lnTo>
                <a:lnTo>
                  <a:pt x="35709" y="185223"/>
                </a:lnTo>
                <a:lnTo>
                  <a:pt x="61836" y="184214"/>
                </a:lnTo>
                <a:lnTo>
                  <a:pt x="87982" y="183375"/>
                </a:lnTo>
                <a:lnTo>
                  <a:pt x="114138" y="182680"/>
                </a:lnTo>
                <a:lnTo>
                  <a:pt x="140294" y="182128"/>
                </a:lnTo>
                <a:lnTo>
                  <a:pt x="166468" y="181708"/>
                </a:lnTo>
                <a:lnTo>
                  <a:pt x="192634" y="181385"/>
                </a:lnTo>
                <a:lnTo>
                  <a:pt x="218808" y="181175"/>
                </a:lnTo>
                <a:lnTo>
                  <a:pt x="244993" y="181061"/>
                </a:lnTo>
                <a:lnTo>
                  <a:pt x="271167" y="181023"/>
                </a:lnTo>
                <a:lnTo>
                  <a:pt x="297342" y="181070"/>
                </a:lnTo>
                <a:lnTo>
                  <a:pt x="323517" y="181185"/>
                </a:lnTo>
                <a:lnTo>
                  <a:pt x="349691" y="181375"/>
                </a:lnTo>
                <a:lnTo>
                  <a:pt x="375866" y="181623"/>
                </a:lnTo>
                <a:lnTo>
                  <a:pt x="402041" y="181928"/>
                </a:lnTo>
                <a:lnTo>
                  <a:pt x="428206" y="182280"/>
                </a:lnTo>
                <a:lnTo>
                  <a:pt x="454381" y="182690"/>
                </a:lnTo>
                <a:lnTo>
                  <a:pt x="480546" y="183147"/>
                </a:lnTo>
                <a:lnTo>
                  <a:pt x="506711" y="183642"/>
                </a:lnTo>
                <a:lnTo>
                  <a:pt x="532876" y="184175"/>
                </a:lnTo>
                <a:lnTo>
                  <a:pt x="559032" y="184737"/>
                </a:lnTo>
                <a:lnTo>
                  <a:pt x="585197" y="185347"/>
                </a:lnTo>
                <a:lnTo>
                  <a:pt x="611353" y="185976"/>
                </a:lnTo>
                <a:lnTo>
                  <a:pt x="637508" y="186642"/>
                </a:lnTo>
                <a:lnTo>
                  <a:pt x="663664" y="187328"/>
                </a:lnTo>
                <a:lnTo>
                  <a:pt x="689810" y="188043"/>
                </a:lnTo>
                <a:lnTo>
                  <a:pt x="715966" y="188776"/>
                </a:lnTo>
                <a:lnTo>
                  <a:pt x="742112" y="189528"/>
                </a:lnTo>
                <a:lnTo>
                  <a:pt x="768267" y="190300"/>
                </a:lnTo>
                <a:lnTo>
                  <a:pt x="794414" y="191091"/>
                </a:lnTo>
                <a:lnTo>
                  <a:pt x="820560" y="191900"/>
                </a:lnTo>
                <a:lnTo>
                  <a:pt x="846706" y="192710"/>
                </a:lnTo>
                <a:lnTo>
                  <a:pt x="872842" y="193538"/>
                </a:lnTo>
                <a:lnTo>
                  <a:pt x="898989" y="194367"/>
                </a:lnTo>
                <a:lnTo>
                  <a:pt x="925135" y="195215"/>
                </a:lnTo>
                <a:lnTo>
                  <a:pt x="951271" y="196063"/>
                </a:lnTo>
                <a:lnTo>
                  <a:pt x="977417" y="196920"/>
                </a:lnTo>
                <a:lnTo>
                  <a:pt x="1003554" y="197768"/>
                </a:lnTo>
                <a:lnTo>
                  <a:pt x="1029700" y="198625"/>
                </a:lnTo>
                <a:lnTo>
                  <a:pt x="1055837" y="199482"/>
                </a:lnTo>
                <a:lnTo>
                  <a:pt x="1081983" y="200330"/>
                </a:lnTo>
                <a:lnTo>
                  <a:pt x="1108129" y="201178"/>
                </a:lnTo>
                <a:lnTo>
                  <a:pt x="1134266" y="202035"/>
                </a:lnTo>
                <a:lnTo>
                  <a:pt x="1160412" y="202873"/>
                </a:lnTo>
                <a:lnTo>
                  <a:pt x="1186548" y="203711"/>
                </a:lnTo>
                <a:lnTo>
                  <a:pt x="1212694" y="204521"/>
                </a:lnTo>
                <a:lnTo>
                  <a:pt x="1238841" y="205340"/>
                </a:lnTo>
                <a:lnTo>
                  <a:pt x="1264987" y="206131"/>
                </a:lnTo>
                <a:lnTo>
                  <a:pt x="1291133" y="206921"/>
                </a:lnTo>
                <a:lnTo>
                  <a:pt x="1317288" y="207683"/>
                </a:lnTo>
                <a:lnTo>
                  <a:pt x="1343435" y="208426"/>
                </a:lnTo>
                <a:lnTo>
                  <a:pt x="1369590" y="209150"/>
                </a:lnTo>
                <a:lnTo>
                  <a:pt x="1395736" y="209855"/>
                </a:lnTo>
                <a:lnTo>
                  <a:pt x="1421892" y="210531"/>
                </a:lnTo>
                <a:lnTo>
                  <a:pt x="1448048" y="211179"/>
                </a:lnTo>
                <a:lnTo>
                  <a:pt x="1474213" y="211798"/>
                </a:lnTo>
                <a:lnTo>
                  <a:pt x="1500368" y="212388"/>
                </a:lnTo>
                <a:lnTo>
                  <a:pt x="1526534" y="212941"/>
                </a:lnTo>
                <a:lnTo>
                  <a:pt x="1552699" y="213446"/>
                </a:lnTo>
                <a:lnTo>
                  <a:pt x="1578864" y="213922"/>
                </a:lnTo>
                <a:lnTo>
                  <a:pt x="1605029" y="214341"/>
                </a:lnTo>
                <a:lnTo>
                  <a:pt x="1631204" y="214722"/>
                </a:lnTo>
                <a:lnTo>
                  <a:pt x="1657369" y="215046"/>
                </a:lnTo>
                <a:lnTo>
                  <a:pt x="1683544" y="215313"/>
                </a:lnTo>
                <a:lnTo>
                  <a:pt x="1709718" y="215522"/>
                </a:lnTo>
                <a:lnTo>
                  <a:pt x="1735893" y="215656"/>
                </a:lnTo>
                <a:lnTo>
                  <a:pt x="1762077" y="215722"/>
                </a:lnTo>
                <a:lnTo>
                  <a:pt x="1788252" y="215703"/>
                </a:lnTo>
                <a:lnTo>
                  <a:pt x="1814427" y="215598"/>
                </a:lnTo>
                <a:lnTo>
                  <a:pt x="1840601" y="215398"/>
                </a:lnTo>
                <a:lnTo>
                  <a:pt x="1866776" y="215094"/>
                </a:lnTo>
                <a:lnTo>
                  <a:pt x="1892941" y="214674"/>
                </a:lnTo>
                <a:lnTo>
                  <a:pt x="1919107" y="214132"/>
                </a:lnTo>
                <a:lnTo>
                  <a:pt x="1945262" y="213436"/>
                </a:lnTo>
                <a:lnTo>
                  <a:pt x="1971399" y="212588"/>
                </a:lnTo>
                <a:lnTo>
                  <a:pt x="1997526" y="211560"/>
                </a:lnTo>
                <a:lnTo>
                  <a:pt x="2023634" y="210341"/>
                </a:lnTo>
                <a:lnTo>
                  <a:pt x="2049704" y="208883"/>
                </a:lnTo>
                <a:lnTo>
                  <a:pt x="2075736" y="207159"/>
                </a:lnTo>
                <a:lnTo>
                  <a:pt x="2101720" y="205130"/>
                </a:lnTo>
                <a:lnTo>
                  <a:pt x="2127618" y="202730"/>
                </a:lnTo>
                <a:lnTo>
                  <a:pt x="2153402" y="199892"/>
                </a:lnTo>
                <a:lnTo>
                  <a:pt x="2179025" y="196520"/>
                </a:lnTo>
                <a:lnTo>
                  <a:pt x="2204399" y="192472"/>
                </a:lnTo>
                <a:lnTo>
                  <a:pt x="2229374" y="187547"/>
                </a:lnTo>
                <a:lnTo>
                  <a:pt x="2253691" y="181451"/>
                </a:lnTo>
                <a:lnTo>
                  <a:pt x="2276780" y="173707"/>
                </a:lnTo>
                <a:lnTo>
                  <a:pt x="2297411" y="163601"/>
                </a:lnTo>
                <a:lnTo>
                  <a:pt x="2312832" y="150371"/>
                </a:lnTo>
                <a:lnTo>
                  <a:pt x="2319042" y="134474"/>
                </a:lnTo>
                <a:lnTo>
                  <a:pt x="2336587" y="126206"/>
                </a:lnTo>
                <a:lnTo>
                  <a:pt x="2361228" y="120634"/>
                </a:lnTo>
                <a:lnTo>
                  <a:pt x="2385527" y="114500"/>
                </a:lnTo>
                <a:lnTo>
                  <a:pt x="2409511" y="107899"/>
                </a:lnTo>
                <a:lnTo>
                  <a:pt x="2433190" y="100860"/>
                </a:lnTo>
                <a:lnTo>
                  <a:pt x="2456555" y="93421"/>
                </a:lnTo>
                <a:lnTo>
                  <a:pt x="2479605" y="85611"/>
                </a:lnTo>
                <a:lnTo>
                  <a:pt x="2502341" y="77429"/>
                </a:lnTo>
                <a:lnTo>
                  <a:pt x="2524744" y="68894"/>
                </a:lnTo>
                <a:lnTo>
                  <a:pt x="2546804" y="60017"/>
                </a:lnTo>
                <a:lnTo>
                  <a:pt x="2568521" y="50797"/>
                </a:lnTo>
                <a:lnTo>
                  <a:pt x="2589876" y="41262"/>
                </a:lnTo>
                <a:lnTo>
                  <a:pt x="2610869" y="31404"/>
                </a:lnTo>
                <a:lnTo>
                  <a:pt x="2631481" y="21241"/>
                </a:lnTo>
                <a:lnTo>
                  <a:pt x="2651712" y="10773"/>
                </a:lnTo>
                <a:lnTo>
                  <a:pt x="267154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608C9E23-7B58-4FC5-B6A4-27EE1A4A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26724"/>
            <a:ext cx="2671763" cy="1683991"/>
          </a:xfrm>
          <a:custGeom xmlns:a="http://schemas.openxmlformats.org/drawingml/2006/main">
            <a:pathLst>
              <a:path w="2671763" h="1683991">
                <a:moveTo>
                  <a:pt x="0" y="1683991"/>
                </a:moveTo>
                <a:lnTo>
                  <a:pt x="42901" y="1683991"/>
                </a:lnTo>
                <a:lnTo>
                  <a:pt x="85792" y="1683991"/>
                </a:lnTo>
                <a:lnTo>
                  <a:pt x="128692" y="1683991"/>
                </a:lnTo>
                <a:lnTo>
                  <a:pt x="171593" y="1683991"/>
                </a:lnTo>
                <a:lnTo>
                  <a:pt x="214493" y="1683991"/>
                </a:lnTo>
                <a:lnTo>
                  <a:pt x="257385" y="1683991"/>
                </a:lnTo>
                <a:lnTo>
                  <a:pt x="300285" y="1683991"/>
                </a:lnTo>
                <a:lnTo>
                  <a:pt x="343186" y="1683991"/>
                </a:lnTo>
                <a:lnTo>
                  <a:pt x="386086" y="1683991"/>
                </a:lnTo>
                <a:lnTo>
                  <a:pt x="428977" y="1683991"/>
                </a:lnTo>
                <a:lnTo>
                  <a:pt x="471878" y="1683991"/>
                </a:lnTo>
                <a:lnTo>
                  <a:pt x="514779" y="1683991"/>
                </a:lnTo>
                <a:lnTo>
                  <a:pt x="557670" y="1683991"/>
                </a:lnTo>
                <a:lnTo>
                  <a:pt x="600570" y="1683991"/>
                </a:lnTo>
                <a:lnTo>
                  <a:pt x="643471" y="1683991"/>
                </a:lnTo>
                <a:lnTo>
                  <a:pt x="686372" y="1683991"/>
                </a:lnTo>
                <a:lnTo>
                  <a:pt x="729263" y="1683991"/>
                </a:lnTo>
                <a:lnTo>
                  <a:pt x="772163" y="1683991"/>
                </a:lnTo>
                <a:lnTo>
                  <a:pt x="815064" y="1683991"/>
                </a:lnTo>
                <a:lnTo>
                  <a:pt x="857964" y="1683991"/>
                </a:lnTo>
                <a:lnTo>
                  <a:pt x="900855" y="1683991"/>
                </a:lnTo>
                <a:lnTo>
                  <a:pt x="943756" y="1683991"/>
                </a:lnTo>
                <a:lnTo>
                  <a:pt x="986657" y="1683991"/>
                </a:lnTo>
                <a:lnTo>
                  <a:pt x="1029557" y="1683991"/>
                </a:lnTo>
                <a:lnTo>
                  <a:pt x="1072448" y="1683991"/>
                </a:lnTo>
                <a:lnTo>
                  <a:pt x="1115349" y="1683991"/>
                </a:lnTo>
                <a:lnTo>
                  <a:pt x="1158250" y="1683991"/>
                </a:lnTo>
                <a:lnTo>
                  <a:pt x="1201141" y="1683991"/>
                </a:lnTo>
                <a:lnTo>
                  <a:pt x="1244041" y="1683991"/>
                </a:lnTo>
                <a:lnTo>
                  <a:pt x="1286942" y="1683991"/>
                </a:lnTo>
                <a:lnTo>
                  <a:pt x="1329842" y="1683991"/>
                </a:lnTo>
                <a:lnTo>
                  <a:pt x="1372733" y="1683991"/>
                </a:lnTo>
                <a:lnTo>
                  <a:pt x="1415634" y="1683991"/>
                </a:lnTo>
                <a:lnTo>
                  <a:pt x="1458535" y="1683991"/>
                </a:lnTo>
                <a:lnTo>
                  <a:pt x="1501435" y="1683991"/>
                </a:lnTo>
                <a:lnTo>
                  <a:pt x="1544326" y="1683991"/>
                </a:lnTo>
                <a:lnTo>
                  <a:pt x="1587227" y="1683991"/>
                </a:lnTo>
                <a:lnTo>
                  <a:pt x="1630128" y="1683991"/>
                </a:lnTo>
                <a:lnTo>
                  <a:pt x="1673019" y="1683991"/>
                </a:lnTo>
                <a:lnTo>
                  <a:pt x="1715919" y="1683991"/>
                </a:lnTo>
                <a:lnTo>
                  <a:pt x="1758820" y="1683991"/>
                </a:lnTo>
                <a:lnTo>
                  <a:pt x="1801292" y="1680943"/>
                </a:lnTo>
                <a:lnTo>
                  <a:pt x="1843526" y="1676219"/>
                </a:lnTo>
                <a:lnTo>
                  <a:pt x="1885769" y="1671495"/>
                </a:lnTo>
                <a:lnTo>
                  <a:pt x="1928003" y="1666770"/>
                </a:lnTo>
                <a:lnTo>
                  <a:pt x="1970246" y="1662046"/>
                </a:lnTo>
                <a:lnTo>
                  <a:pt x="2012480" y="1657331"/>
                </a:lnTo>
                <a:lnTo>
                  <a:pt x="2054723" y="1652607"/>
                </a:lnTo>
                <a:lnTo>
                  <a:pt x="2096957" y="1647882"/>
                </a:lnTo>
                <a:lnTo>
                  <a:pt x="2129199" y="1631337"/>
                </a:lnTo>
                <a:lnTo>
                  <a:pt x="2158975" y="1611868"/>
                </a:lnTo>
                <a:lnTo>
                  <a:pt x="2188740" y="1592399"/>
                </a:lnTo>
                <a:lnTo>
                  <a:pt x="2218506" y="1572930"/>
                </a:lnTo>
                <a:lnTo>
                  <a:pt x="2248271" y="1553461"/>
                </a:lnTo>
                <a:lnTo>
                  <a:pt x="2278037" y="1533992"/>
                </a:lnTo>
                <a:lnTo>
                  <a:pt x="2307803" y="1514523"/>
                </a:lnTo>
                <a:lnTo>
                  <a:pt x="2337568" y="1495054"/>
                </a:lnTo>
                <a:lnTo>
                  <a:pt x="2367334" y="1475584"/>
                </a:lnTo>
                <a:lnTo>
                  <a:pt x="2397100" y="1456115"/>
                </a:lnTo>
                <a:lnTo>
                  <a:pt x="2426875" y="1436646"/>
                </a:lnTo>
                <a:lnTo>
                  <a:pt x="2456640" y="1417177"/>
                </a:lnTo>
                <a:lnTo>
                  <a:pt x="2486406" y="1397699"/>
                </a:lnTo>
                <a:lnTo>
                  <a:pt x="2516172" y="1378229"/>
                </a:lnTo>
                <a:lnTo>
                  <a:pt x="2545937" y="1358760"/>
                </a:lnTo>
                <a:lnTo>
                  <a:pt x="2575703" y="1339291"/>
                </a:lnTo>
                <a:lnTo>
                  <a:pt x="2605469" y="1319822"/>
                </a:lnTo>
                <a:lnTo>
                  <a:pt x="2635234" y="1300353"/>
                </a:lnTo>
                <a:lnTo>
                  <a:pt x="2665000" y="1280884"/>
                </a:lnTo>
                <a:lnTo>
                  <a:pt x="2671763" y="1255566"/>
                </a:lnTo>
                <a:lnTo>
                  <a:pt x="2671763" y="1228525"/>
                </a:lnTo>
                <a:lnTo>
                  <a:pt x="2671763" y="1201493"/>
                </a:lnTo>
                <a:lnTo>
                  <a:pt x="2671763" y="1174452"/>
                </a:lnTo>
                <a:lnTo>
                  <a:pt x="2671763" y="1147410"/>
                </a:lnTo>
                <a:lnTo>
                  <a:pt x="2671763" y="1120378"/>
                </a:lnTo>
                <a:lnTo>
                  <a:pt x="2671763" y="1093337"/>
                </a:lnTo>
                <a:lnTo>
                  <a:pt x="2671763" y="1066295"/>
                </a:lnTo>
                <a:lnTo>
                  <a:pt x="2671763" y="1039263"/>
                </a:lnTo>
                <a:lnTo>
                  <a:pt x="2671763" y="1012222"/>
                </a:lnTo>
                <a:lnTo>
                  <a:pt x="2671763" y="985180"/>
                </a:lnTo>
                <a:lnTo>
                  <a:pt x="2671763" y="958148"/>
                </a:lnTo>
                <a:lnTo>
                  <a:pt x="2671763" y="931107"/>
                </a:lnTo>
                <a:lnTo>
                  <a:pt x="2671763" y="904065"/>
                </a:lnTo>
                <a:lnTo>
                  <a:pt x="2671763" y="877033"/>
                </a:lnTo>
                <a:lnTo>
                  <a:pt x="2671763" y="849992"/>
                </a:lnTo>
                <a:lnTo>
                  <a:pt x="2671763" y="822950"/>
                </a:lnTo>
                <a:lnTo>
                  <a:pt x="2671763" y="795919"/>
                </a:lnTo>
                <a:lnTo>
                  <a:pt x="2671763" y="768877"/>
                </a:lnTo>
                <a:lnTo>
                  <a:pt x="2671763" y="741836"/>
                </a:lnTo>
                <a:lnTo>
                  <a:pt x="2671763" y="714804"/>
                </a:lnTo>
                <a:lnTo>
                  <a:pt x="2671763" y="687762"/>
                </a:lnTo>
                <a:lnTo>
                  <a:pt x="2671763" y="660721"/>
                </a:lnTo>
                <a:lnTo>
                  <a:pt x="2671763" y="633689"/>
                </a:lnTo>
                <a:lnTo>
                  <a:pt x="2671763" y="606647"/>
                </a:lnTo>
                <a:lnTo>
                  <a:pt x="2671763" y="579606"/>
                </a:lnTo>
                <a:lnTo>
                  <a:pt x="2671763" y="552574"/>
                </a:lnTo>
                <a:lnTo>
                  <a:pt x="2671763" y="525532"/>
                </a:lnTo>
                <a:lnTo>
                  <a:pt x="2671763" y="498491"/>
                </a:lnTo>
                <a:lnTo>
                  <a:pt x="2671763" y="471459"/>
                </a:lnTo>
                <a:lnTo>
                  <a:pt x="2671763" y="444417"/>
                </a:lnTo>
                <a:lnTo>
                  <a:pt x="2671763" y="417376"/>
                </a:lnTo>
                <a:lnTo>
                  <a:pt x="2671763" y="390344"/>
                </a:lnTo>
                <a:lnTo>
                  <a:pt x="2671763" y="363303"/>
                </a:lnTo>
                <a:lnTo>
                  <a:pt x="2671763" y="336261"/>
                </a:lnTo>
                <a:lnTo>
                  <a:pt x="2671763" y="309229"/>
                </a:lnTo>
                <a:lnTo>
                  <a:pt x="2671763" y="282188"/>
                </a:lnTo>
                <a:lnTo>
                  <a:pt x="2671763" y="255146"/>
                </a:lnTo>
                <a:lnTo>
                  <a:pt x="2671763" y="228114"/>
                </a:lnTo>
                <a:lnTo>
                  <a:pt x="2671763" y="201073"/>
                </a:lnTo>
                <a:lnTo>
                  <a:pt x="2671763" y="174031"/>
                </a:lnTo>
                <a:lnTo>
                  <a:pt x="2671763" y="146999"/>
                </a:lnTo>
                <a:lnTo>
                  <a:pt x="2671763" y="119958"/>
                </a:lnTo>
                <a:lnTo>
                  <a:pt x="2671763" y="92916"/>
                </a:lnTo>
                <a:lnTo>
                  <a:pt x="2671763" y="65884"/>
                </a:lnTo>
                <a:lnTo>
                  <a:pt x="2671763" y="38843"/>
                </a:lnTo>
                <a:lnTo>
                  <a:pt x="2671763" y="11801"/>
                </a:lnTo>
                <a:lnTo>
                  <a:pt x="2647598" y="0"/>
                </a:lnTo>
                <a:lnTo>
                  <a:pt x="2604697" y="0"/>
                </a:lnTo>
                <a:lnTo>
                  <a:pt x="2561796" y="0"/>
                </a:lnTo>
                <a:lnTo>
                  <a:pt x="2518896" y="0"/>
                </a:lnTo>
                <a:lnTo>
                  <a:pt x="2476005" y="0"/>
                </a:lnTo>
                <a:lnTo>
                  <a:pt x="2433104" y="0"/>
                </a:lnTo>
                <a:lnTo>
                  <a:pt x="2390204" y="0"/>
                </a:lnTo>
                <a:lnTo>
                  <a:pt x="2347303" y="0"/>
                </a:lnTo>
                <a:lnTo>
                  <a:pt x="2304412" y="0"/>
                </a:lnTo>
                <a:lnTo>
                  <a:pt x="2261511" y="0"/>
                </a:lnTo>
                <a:lnTo>
                  <a:pt x="2218611" y="0"/>
                </a:lnTo>
                <a:lnTo>
                  <a:pt x="2175720" y="0"/>
                </a:lnTo>
                <a:lnTo>
                  <a:pt x="2132819" y="0"/>
                </a:lnTo>
                <a:lnTo>
                  <a:pt x="2089918" y="0"/>
                </a:lnTo>
                <a:lnTo>
                  <a:pt x="2047018" y="0"/>
                </a:lnTo>
                <a:lnTo>
                  <a:pt x="2004127" y="0"/>
                </a:lnTo>
                <a:lnTo>
                  <a:pt x="1961226" y="0"/>
                </a:lnTo>
                <a:lnTo>
                  <a:pt x="1918325" y="0"/>
                </a:lnTo>
                <a:lnTo>
                  <a:pt x="1875425" y="0"/>
                </a:lnTo>
                <a:lnTo>
                  <a:pt x="1832534" y="0"/>
                </a:lnTo>
                <a:lnTo>
                  <a:pt x="1789633" y="0"/>
                </a:lnTo>
                <a:lnTo>
                  <a:pt x="1746733" y="0"/>
                </a:lnTo>
                <a:lnTo>
                  <a:pt x="1703832" y="0"/>
                </a:lnTo>
                <a:lnTo>
                  <a:pt x="1660941" y="0"/>
                </a:lnTo>
                <a:lnTo>
                  <a:pt x="1618040" y="0"/>
                </a:lnTo>
                <a:lnTo>
                  <a:pt x="1575140" y="0"/>
                </a:lnTo>
                <a:lnTo>
                  <a:pt x="1532249" y="0"/>
                </a:lnTo>
                <a:lnTo>
                  <a:pt x="1489348" y="0"/>
                </a:lnTo>
                <a:lnTo>
                  <a:pt x="1446447" y="0"/>
                </a:lnTo>
                <a:lnTo>
                  <a:pt x="1403547" y="0"/>
                </a:lnTo>
                <a:lnTo>
                  <a:pt x="1360656" y="0"/>
                </a:lnTo>
                <a:lnTo>
                  <a:pt x="1317755" y="0"/>
                </a:lnTo>
                <a:lnTo>
                  <a:pt x="1274855" y="0"/>
                </a:lnTo>
                <a:lnTo>
                  <a:pt x="1231954" y="0"/>
                </a:lnTo>
                <a:lnTo>
                  <a:pt x="1189063" y="0"/>
                </a:lnTo>
                <a:lnTo>
                  <a:pt x="1146162" y="0"/>
                </a:lnTo>
                <a:lnTo>
                  <a:pt x="1103262" y="0"/>
                </a:lnTo>
                <a:lnTo>
                  <a:pt x="1060371" y="0"/>
                </a:lnTo>
                <a:lnTo>
                  <a:pt x="1017470" y="0"/>
                </a:lnTo>
                <a:lnTo>
                  <a:pt x="974569" y="0"/>
                </a:lnTo>
                <a:lnTo>
                  <a:pt x="931669" y="0"/>
                </a:lnTo>
                <a:lnTo>
                  <a:pt x="888778" y="0"/>
                </a:lnTo>
                <a:lnTo>
                  <a:pt x="845877" y="0"/>
                </a:lnTo>
                <a:lnTo>
                  <a:pt x="802977" y="0"/>
                </a:lnTo>
                <a:lnTo>
                  <a:pt x="760076" y="0"/>
                </a:lnTo>
                <a:lnTo>
                  <a:pt x="717185" y="0"/>
                </a:lnTo>
                <a:lnTo>
                  <a:pt x="674284" y="0"/>
                </a:lnTo>
                <a:lnTo>
                  <a:pt x="631384" y="0"/>
                </a:lnTo>
                <a:lnTo>
                  <a:pt x="588483" y="0"/>
                </a:lnTo>
                <a:lnTo>
                  <a:pt x="545592" y="0"/>
                </a:lnTo>
                <a:lnTo>
                  <a:pt x="502691" y="0"/>
                </a:lnTo>
                <a:lnTo>
                  <a:pt x="459791" y="0"/>
                </a:lnTo>
                <a:lnTo>
                  <a:pt x="416900" y="0"/>
                </a:lnTo>
                <a:lnTo>
                  <a:pt x="373999" y="0"/>
                </a:lnTo>
                <a:lnTo>
                  <a:pt x="331099" y="0"/>
                </a:lnTo>
                <a:lnTo>
                  <a:pt x="288198" y="0"/>
                </a:lnTo>
                <a:lnTo>
                  <a:pt x="245307" y="0"/>
                </a:lnTo>
                <a:lnTo>
                  <a:pt x="202406" y="0"/>
                </a:lnTo>
                <a:lnTo>
                  <a:pt x="159506" y="0"/>
                </a:lnTo>
                <a:lnTo>
                  <a:pt x="116605" y="0"/>
                </a:lnTo>
                <a:lnTo>
                  <a:pt x="73714" y="0"/>
                </a:lnTo>
                <a:lnTo>
                  <a:pt x="30813" y="0"/>
                </a:lnTo>
                <a:lnTo>
                  <a:pt x="0" y="7620"/>
                </a:lnTo>
                <a:lnTo>
                  <a:pt x="0" y="34652"/>
                </a:lnTo>
                <a:lnTo>
                  <a:pt x="0" y="61693"/>
                </a:lnTo>
                <a:lnTo>
                  <a:pt x="0" y="88735"/>
                </a:lnTo>
                <a:lnTo>
                  <a:pt x="0" y="115767"/>
                </a:lnTo>
                <a:lnTo>
                  <a:pt x="0" y="142808"/>
                </a:lnTo>
                <a:lnTo>
                  <a:pt x="0" y="169850"/>
                </a:lnTo>
                <a:lnTo>
                  <a:pt x="0" y="196882"/>
                </a:lnTo>
                <a:lnTo>
                  <a:pt x="0" y="223923"/>
                </a:lnTo>
                <a:lnTo>
                  <a:pt x="0" y="250965"/>
                </a:lnTo>
                <a:lnTo>
                  <a:pt x="0" y="277997"/>
                </a:lnTo>
                <a:lnTo>
                  <a:pt x="0" y="305038"/>
                </a:lnTo>
                <a:lnTo>
                  <a:pt x="0" y="332080"/>
                </a:lnTo>
                <a:lnTo>
                  <a:pt x="0" y="359112"/>
                </a:lnTo>
                <a:lnTo>
                  <a:pt x="0" y="386153"/>
                </a:lnTo>
                <a:lnTo>
                  <a:pt x="0" y="413195"/>
                </a:lnTo>
                <a:lnTo>
                  <a:pt x="0" y="440226"/>
                </a:lnTo>
                <a:lnTo>
                  <a:pt x="0" y="467268"/>
                </a:lnTo>
                <a:lnTo>
                  <a:pt x="0" y="494309"/>
                </a:lnTo>
                <a:lnTo>
                  <a:pt x="0" y="521341"/>
                </a:lnTo>
                <a:lnTo>
                  <a:pt x="0" y="548383"/>
                </a:lnTo>
                <a:lnTo>
                  <a:pt x="0" y="575424"/>
                </a:lnTo>
                <a:lnTo>
                  <a:pt x="0" y="602456"/>
                </a:lnTo>
                <a:lnTo>
                  <a:pt x="0" y="629498"/>
                </a:lnTo>
                <a:lnTo>
                  <a:pt x="0" y="656539"/>
                </a:lnTo>
                <a:lnTo>
                  <a:pt x="0" y="683571"/>
                </a:lnTo>
                <a:lnTo>
                  <a:pt x="0" y="710613"/>
                </a:lnTo>
                <a:lnTo>
                  <a:pt x="0" y="737654"/>
                </a:lnTo>
                <a:lnTo>
                  <a:pt x="0" y="764686"/>
                </a:lnTo>
                <a:lnTo>
                  <a:pt x="0" y="791728"/>
                </a:lnTo>
                <a:lnTo>
                  <a:pt x="0" y="818769"/>
                </a:lnTo>
                <a:lnTo>
                  <a:pt x="0" y="845801"/>
                </a:lnTo>
                <a:lnTo>
                  <a:pt x="0" y="872842"/>
                </a:lnTo>
                <a:lnTo>
                  <a:pt x="0" y="899884"/>
                </a:lnTo>
                <a:lnTo>
                  <a:pt x="0" y="926916"/>
                </a:lnTo>
                <a:lnTo>
                  <a:pt x="0" y="953957"/>
                </a:lnTo>
                <a:lnTo>
                  <a:pt x="0" y="980999"/>
                </a:lnTo>
                <a:lnTo>
                  <a:pt x="0" y="1008031"/>
                </a:lnTo>
                <a:lnTo>
                  <a:pt x="0" y="1035072"/>
                </a:lnTo>
                <a:lnTo>
                  <a:pt x="0" y="1062114"/>
                </a:lnTo>
                <a:lnTo>
                  <a:pt x="0" y="1089146"/>
                </a:lnTo>
                <a:lnTo>
                  <a:pt x="0" y="1116187"/>
                </a:lnTo>
                <a:lnTo>
                  <a:pt x="0" y="1143229"/>
                </a:lnTo>
                <a:lnTo>
                  <a:pt x="0" y="1170261"/>
                </a:lnTo>
                <a:lnTo>
                  <a:pt x="0" y="1197302"/>
                </a:lnTo>
                <a:lnTo>
                  <a:pt x="0" y="1224344"/>
                </a:lnTo>
                <a:lnTo>
                  <a:pt x="0" y="1251375"/>
                </a:lnTo>
                <a:lnTo>
                  <a:pt x="0" y="1278417"/>
                </a:lnTo>
                <a:lnTo>
                  <a:pt x="0" y="1305458"/>
                </a:lnTo>
                <a:lnTo>
                  <a:pt x="0" y="1332490"/>
                </a:lnTo>
                <a:lnTo>
                  <a:pt x="0" y="1359532"/>
                </a:lnTo>
                <a:lnTo>
                  <a:pt x="0" y="1386573"/>
                </a:lnTo>
                <a:lnTo>
                  <a:pt x="0" y="1413605"/>
                </a:lnTo>
                <a:lnTo>
                  <a:pt x="0" y="1440647"/>
                </a:lnTo>
                <a:lnTo>
                  <a:pt x="0" y="1467688"/>
                </a:lnTo>
                <a:lnTo>
                  <a:pt x="0" y="1494720"/>
                </a:lnTo>
                <a:lnTo>
                  <a:pt x="0" y="1521762"/>
                </a:lnTo>
                <a:lnTo>
                  <a:pt x="0" y="1548803"/>
                </a:lnTo>
                <a:lnTo>
                  <a:pt x="0" y="1575835"/>
                </a:lnTo>
                <a:lnTo>
                  <a:pt x="0" y="1602877"/>
                </a:lnTo>
                <a:lnTo>
                  <a:pt x="0" y="1629918"/>
                </a:lnTo>
                <a:lnTo>
                  <a:pt x="0" y="1656950"/>
                </a:lnTo>
                <a:lnTo>
                  <a:pt x="0" y="16839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3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DCDCE988-7AFC-41CB-9222-230451D7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26724"/>
            <a:ext cx="2671763" cy="28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70C1258A-7805-4F9F-95C9-39A052A0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578" y="1503188"/>
            <a:ext cx="984361" cy="407841"/>
          </a:xfrm>
          <a:custGeom xmlns:a="http://schemas.openxmlformats.org/drawingml/2006/main">
            <a:pathLst>
              <a:path w="984361" h="407841">
                <a:moveTo>
                  <a:pt x="984361" y="0"/>
                </a:moveTo>
                <a:lnTo>
                  <a:pt x="983190" y="6763"/>
                </a:lnTo>
                <a:lnTo>
                  <a:pt x="981647" y="13497"/>
                </a:lnTo>
                <a:lnTo>
                  <a:pt x="979856" y="20212"/>
                </a:lnTo>
                <a:lnTo>
                  <a:pt x="977837" y="26899"/>
                </a:lnTo>
                <a:lnTo>
                  <a:pt x="975608" y="33557"/>
                </a:lnTo>
                <a:lnTo>
                  <a:pt x="973188" y="40186"/>
                </a:lnTo>
                <a:lnTo>
                  <a:pt x="970578" y="46796"/>
                </a:lnTo>
                <a:lnTo>
                  <a:pt x="967797" y="53369"/>
                </a:lnTo>
                <a:lnTo>
                  <a:pt x="964844" y="59912"/>
                </a:lnTo>
                <a:lnTo>
                  <a:pt x="961730" y="66427"/>
                </a:lnTo>
                <a:lnTo>
                  <a:pt x="958444" y="72914"/>
                </a:lnTo>
                <a:lnTo>
                  <a:pt x="954996" y="79362"/>
                </a:lnTo>
                <a:lnTo>
                  <a:pt x="951386" y="85773"/>
                </a:lnTo>
                <a:lnTo>
                  <a:pt x="947623" y="92154"/>
                </a:lnTo>
                <a:lnTo>
                  <a:pt x="943708" y="98498"/>
                </a:lnTo>
                <a:lnTo>
                  <a:pt x="939632" y="104794"/>
                </a:lnTo>
                <a:lnTo>
                  <a:pt x="935412" y="111062"/>
                </a:lnTo>
                <a:lnTo>
                  <a:pt x="931031" y="117281"/>
                </a:lnTo>
                <a:lnTo>
                  <a:pt x="926506" y="123463"/>
                </a:lnTo>
                <a:lnTo>
                  <a:pt x="921820" y="129597"/>
                </a:lnTo>
                <a:lnTo>
                  <a:pt x="917000" y="135684"/>
                </a:lnTo>
                <a:lnTo>
                  <a:pt x="912028" y="141722"/>
                </a:lnTo>
                <a:lnTo>
                  <a:pt x="906904" y="147714"/>
                </a:lnTo>
                <a:lnTo>
                  <a:pt x="901646" y="153657"/>
                </a:lnTo>
                <a:lnTo>
                  <a:pt x="896226" y="159544"/>
                </a:lnTo>
                <a:lnTo>
                  <a:pt x="890683" y="165383"/>
                </a:lnTo>
                <a:lnTo>
                  <a:pt x="884987" y="171164"/>
                </a:lnTo>
                <a:lnTo>
                  <a:pt x="879158" y="176889"/>
                </a:lnTo>
                <a:lnTo>
                  <a:pt x="873176" y="182556"/>
                </a:lnTo>
                <a:lnTo>
                  <a:pt x="867070" y="188166"/>
                </a:lnTo>
                <a:lnTo>
                  <a:pt x="860822" y="193719"/>
                </a:lnTo>
                <a:lnTo>
                  <a:pt x="854440" y="199206"/>
                </a:lnTo>
                <a:lnTo>
                  <a:pt x="847925" y="204635"/>
                </a:lnTo>
                <a:lnTo>
                  <a:pt x="841267" y="209998"/>
                </a:lnTo>
                <a:lnTo>
                  <a:pt x="834495" y="215294"/>
                </a:lnTo>
                <a:lnTo>
                  <a:pt x="827580" y="220523"/>
                </a:lnTo>
                <a:lnTo>
                  <a:pt x="820550" y="225685"/>
                </a:lnTo>
                <a:lnTo>
                  <a:pt x="813387" y="230781"/>
                </a:lnTo>
                <a:lnTo>
                  <a:pt x="806101" y="235801"/>
                </a:lnTo>
                <a:lnTo>
                  <a:pt x="798690" y="240754"/>
                </a:lnTo>
                <a:lnTo>
                  <a:pt x="791166" y="245631"/>
                </a:lnTo>
                <a:lnTo>
                  <a:pt x="783527" y="250441"/>
                </a:lnTo>
                <a:lnTo>
                  <a:pt x="775773" y="255175"/>
                </a:lnTo>
                <a:lnTo>
                  <a:pt x="767896" y="259832"/>
                </a:lnTo>
                <a:lnTo>
                  <a:pt x="759914" y="264414"/>
                </a:lnTo>
                <a:lnTo>
                  <a:pt x="751827" y="268929"/>
                </a:lnTo>
                <a:lnTo>
                  <a:pt x="743636" y="273358"/>
                </a:lnTo>
                <a:lnTo>
                  <a:pt x="735340" y="277711"/>
                </a:lnTo>
                <a:lnTo>
                  <a:pt x="726938" y="281988"/>
                </a:lnTo>
                <a:lnTo>
                  <a:pt x="718442" y="286188"/>
                </a:lnTo>
                <a:lnTo>
                  <a:pt x="709851" y="290303"/>
                </a:lnTo>
                <a:lnTo>
                  <a:pt x="701164" y="294351"/>
                </a:lnTo>
                <a:lnTo>
                  <a:pt x="692382" y="298313"/>
                </a:lnTo>
                <a:lnTo>
                  <a:pt x="683514" y="302190"/>
                </a:lnTo>
                <a:lnTo>
                  <a:pt x="674560" y="306000"/>
                </a:lnTo>
                <a:lnTo>
                  <a:pt x="665521" y="309724"/>
                </a:lnTo>
                <a:lnTo>
                  <a:pt x="656406" y="313363"/>
                </a:lnTo>
                <a:lnTo>
                  <a:pt x="647214" y="316935"/>
                </a:lnTo>
                <a:lnTo>
                  <a:pt x="637937" y="320421"/>
                </a:lnTo>
                <a:lnTo>
                  <a:pt x="628593" y="323831"/>
                </a:lnTo>
                <a:lnTo>
                  <a:pt x="619182" y="327165"/>
                </a:lnTo>
                <a:lnTo>
                  <a:pt x="609695" y="330413"/>
                </a:lnTo>
                <a:lnTo>
                  <a:pt x="600142" y="333585"/>
                </a:lnTo>
                <a:lnTo>
                  <a:pt x="590531" y="336680"/>
                </a:lnTo>
                <a:lnTo>
                  <a:pt x="580854" y="339700"/>
                </a:lnTo>
                <a:lnTo>
                  <a:pt x="571119" y="342643"/>
                </a:lnTo>
                <a:lnTo>
                  <a:pt x="561318" y="345510"/>
                </a:lnTo>
                <a:lnTo>
                  <a:pt x="551478" y="348301"/>
                </a:lnTo>
                <a:lnTo>
                  <a:pt x="541572" y="351015"/>
                </a:lnTo>
                <a:lnTo>
                  <a:pt x="531619" y="353654"/>
                </a:lnTo>
                <a:lnTo>
                  <a:pt x="521627" y="356225"/>
                </a:lnTo>
                <a:lnTo>
                  <a:pt x="511578" y="358721"/>
                </a:lnTo>
                <a:lnTo>
                  <a:pt x="501491" y="361140"/>
                </a:lnTo>
                <a:lnTo>
                  <a:pt x="491357" y="363493"/>
                </a:lnTo>
                <a:lnTo>
                  <a:pt x="481184" y="365770"/>
                </a:lnTo>
                <a:lnTo>
                  <a:pt x="470964" y="367979"/>
                </a:lnTo>
                <a:lnTo>
                  <a:pt x="460715" y="370122"/>
                </a:lnTo>
                <a:lnTo>
                  <a:pt x="450428" y="372189"/>
                </a:lnTo>
                <a:lnTo>
                  <a:pt x="440112" y="374190"/>
                </a:lnTo>
                <a:lnTo>
                  <a:pt x="429758" y="376123"/>
                </a:lnTo>
                <a:lnTo>
                  <a:pt x="419376" y="377990"/>
                </a:lnTo>
                <a:lnTo>
                  <a:pt x="408965" y="379800"/>
                </a:lnTo>
                <a:lnTo>
                  <a:pt x="398526" y="381533"/>
                </a:lnTo>
                <a:lnTo>
                  <a:pt x="388068" y="383210"/>
                </a:lnTo>
                <a:lnTo>
                  <a:pt x="377571" y="384820"/>
                </a:lnTo>
                <a:lnTo>
                  <a:pt x="367055" y="386372"/>
                </a:lnTo>
                <a:lnTo>
                  <a:pt x="356521" y="387858"/>
                </a:lnTo>
                <a:lnTo>
                  <a:pt x="345967" y="389287"/>
                </a:lnTo>
                <a:lnTo>
                  <a:pt x="335385" y="390658"/>
                </a:lnTo>
                <a:lnTo>
                  <a:pt x="324793" y="391963"/>
                </a:lnTo>
                <a:lnTo>
                  <a:pt x="314182" y="393211"/>
                </a:lnTo>
                <a:lnTo>
                  <a:pt x="303552" y="394411"/>
                </a:lnTo>
                <a:lnTo>
                  <a:pt x="292903" y="395545"/>
                </a:lnTo>
                <a:lnTo>
                  <a:pt x="282245" y="396631"/>
                </a:lnTo>
                <a:lnTo>
                  <a:pt x="271567" y="397650"/>
                </a:lnTo>
                <a:lnTo>
                  <a:pt x="260880" y="398621"/>
                </a:lnTo>
                <a:lnTo>
                  <a:pt x="250184" y="399545"/>
                </a:lnTo>
                <a:lnTo>
                  <a:pt x="239478" y="400402"/>
                </a:lnTo>
                <a:lnTo>
                  <a:pt x="228752" y="401222"/>
                </a:lnTo>
                <a:lnTo>
                  <a:pt x="218027" y="401984"/>
                </a:lnTo>
                <a:lnTo>
                  <a:pt x="207283" y="402698"/>
                </a:lnTo>
                <a:lnTo>
                  <a:pt x="196539" y="403365"/>
                </a:lnTo>
                <a:lnTo>
                  <a:pt x="185785" y="403974"/>
                </a:lnTo>
                <a:lnTo>
                  <a:pt x="175031" y="404546"/>
                </a:lnTo>
                <a:lnTo>
                  <a:pt x="164259" y="405060"/>
                </a:lnTo>
                <a:lnTo>
                  <a:pt x="153495" y="405536"/>
                </a:lnTo>
                <a:lnTo>
                  <a:pt x="142713" y="405956"/>
                </a:lnTo>
                <a:lnTo>
                  <a:pt x="131931" y="406336"/>
                </a:lnTo>
                <a:lnTo>
                  <a:pt x="121148" y="406679"/>
                </a:lnTo>
                <a:lnTo>
                  <a:pt x="110366" y="406965"/>
                </a:lnTo>
                <a:lnTo>
                  <a:pt x="99574" y="407213"/>
                </a:lnTo>
                <a:lnTo>
                  <a:pt x="88783" y="407422"/>
                </a:lnTo>
                <a:lnTo>
                  <a:pt x="77991" y="407584"/>
                </a:lnTo>
                <a:lnTo>
                  <a:pt x="67189" y="407708"/>
                </a:lnTo>
                <a:lnTo>
                  <a:pt x="56398" y="407794"/>
                </a:lnTo>
                <a:lnTo>
                  <a:pt x="45596" y="407832"/>
                </a:lnTo>
                <a:lnTo>
                  <a:pt x="34804" y="407841"/>
                </a:lnTo>
                <a:lnTo>
                  <a:pt x="24003" y="407803"/>
                </a:lnTo>
                <a:lnTo>
                  <a:pt x="13202" y="407727"/>
                </a:lnTo>
                <a:lnTo>
                  <a:pt x="2410" y="407613"/>
                </a:lnTo>
                <a:lnTo>
                  <a:pt x="0" y="407508"/>
                </a:lnTo>
                <a:lnTo>
                  <a:pt x="10792" y="407337"/>
                </a:lnTo>
                <a:lnTo>
                  <a:pt x="21584" y="407051"/>
                </a:lnTo>
                <a:lnTo>
                  <a:pt x="32366" y="406679"/>
                </a:lnTo>
                <a:lnTo>
                  <a:pt x="43139" y="406222"/>
                </a:lnTo>
                <a:lnTo>
                  <a:pt x="53902" y="405689"/>
                </a:lnTo>
                <a:lnTo>
                  <a:pt x="64656" y="405079"/>
                </a:lnTo>
                <a:lnTo>
                  <a:pt x="75400" y="404403"/>
                </a:lnTo>
                <a:lnTo>
                  <a:pt x="86125" y="403650"/>
                </a:lnTo>
                <a:lnTo>
                  <a:pt x="96850" y="402822"/>
                </a:lnTo>
                <a:lnTo>
                  <a:pt x="107547" y="401926"/>
                </a:lnTo>
                <a:lnTo>
                  <a:pt x="118234" y="400964"/>
                </a:lnTo>
                <a:lnTo>
                  <a:pt x="128911" y="399926"/>
                </a:lnTo>
                <a:lnTo>
                  <a:pt x="139560" y="398812"/>
                </a:lnTo>
                <a:lnTo>
                  <a:pt x="150190" y="397631"/>
                </a:lnTo>
                <a:lnTo>
                  <a:pt x="160801" y="396373"/>
                </a:lnTo>
                <a:lnTo>
                  <a:pt x="171393" y="395040"/>
                </a:lnTo>
                <a:lnTo>
                  <a:pt x="181956" y="393621"/>
                </a:lnTo>
                <a:lnTo>
                  <a:pt x="192491" y="392135"/>
                </a:lnTo>
                <a:lnTo>
                  <a:pt x="202997" y="390563"/>
                </a:lnTo>
                <a:lnTo>
                  <a:pt x="213474" y="388915"/>
                </a:lnTo>
                <a:lnTo>
                  <a:pt x="223914" y="387182"/>
                </a:lnTo>
                <a:lnTo>
                  <a:pt x="234315" y="385362"/>
                </a:lnTo>
                <a:lnTo>
                  <a:pt x="244678" y="383457"/>
                </a:lnTo>
                <a:lnTo>
                  <a:pt x="255003" y="381457"/>
                </a:lnTo>
                <a:lnTo>
                  <a:pt x="265281" y="379371"/>
                </a:lnTo>
                <a:lnTo>
                  <a:pt x="275501" y="377180"/>
                </a:lnTo>
                <a:lnTo>
                  <a:pt x="285683" y="374904"/>
                </a:lnTo>
                <a:lnTo>
                  <a:pt x="295799" y="372532"/>
                </a:lnTo>
                <a:lnTo>
                  <a:pt x="305848" y="370046"/>
                </a:lnTo>
                <a:lnTo>
                  <a:pt x="315839" y="367465"/>
                </a:lnTo>
                <a:lnTo>
                  <a:pt x="325755" y="364769"/>
                </a:lnTo>
                <a:lnTo>
                  <a:pt x="335594" y="361969"/>
                </a:lnTo>
                <a:lnTo>
                  <a:pt x="345348" y="359054"/>
                </a:lnTo>
                <a:lnTo>
                  <a:pt x="355016" y="356016"/>
                </a:lnTo>
                <a:lnTo>
                  <a:pt x="364588" y="352863"/>
                </a:lnTo>
                <a:lnTo>
                  <a:pt x="374056" y="349596"/>
                </a:lnTo>
                <a:lnTo>
                  <a:pt x="383410" y="346196"/>
                </a:lnTo>
                <a:lnTo>
                  <a:pt x="392640" y="342671"/>
                </a:lnTo>
                <a:lnTo>
                  <a:pt x="401745" y="339014"/>
                </a:lnTo>
                <a:lnTo>
                  <a:pt x="410708" y="335223"/>
                </a:lnTo>
                <a:lnTo>
                  <a:pt x="419529" y="331289"/>
                </a:lnTo>
                <a:lnTo>
                  <a:pt x="428187" y="327222"/>
                </a:lnTo>
                <a:lnTo>
                  <a:pt x="436674" y="323012"/>
                </a:lnTo>
                <a:lnTo>
                  <a:pt x="444970" y="318668"/>
                </a:lnTo>
                <a:lnTo>
                  <a:pt x="453085" y="314173"/>
                </a:lnTo>
                <a:lnTo>
                  <a:pt x="460981" y="309534"/>
                </a:lnTo>
                <a:lnTo>
                  <a:pt x="468668" y="304752"/>
                </a:lnTo>
                <a:lnTo>
                  <a:pt x="476117" y="299828"/>
                </a:lnTo>
                <a:lnTo>
                  <a:pt x="483327" y="294761"/>
                </a:lnTo>
                <a:lnTo>
                  <a:pt x="490271" y="289550"/>
                </a:lnTo>
                <a:lnTo>
                  <a:pt x="496948" y="284207"/>
                </a:lnTo>
                <a:lnTo>
                  <a:pt x="503349" y="278721"/>
                </a:lnTo>
                <a:lnTo>
                  <a:pt x="509445" y="273110"/>
                </a:lnTo>
                <a:lnTo>
                  <a:pt x="515245" y="267367"/>
                </a:lnTo>
                <a:lnTo>
                  <a:pt x="520732" y="261509"/>
                </a:lnTo>
                <a:lnTo>
                  <a:pt x="525894" y="255527"/>
                </a:lnTo>
                <a:lnTo>
                  <a:pt x="530723" y="249441"/>
                </a:lnTo>
                <a:lnTo>
                  <a:pt x="535229" y="243259"/>
                </a:lnTo>
                <a:lnTo>
                  <a:pt x="539391" y="236982"/>
                </a:lnTo>
                <a:lnTo>
                  <a:pt x="543211" y="230619"/>
                </a:lnTo>
                <a:lnTo>
                  <a:pt x="546697" y="224171"/>
                </a:lnTo>
                <a:lnTo>
                  <a:pt x="549840" y="217665"/>
                </a:lnTo>
                <a:lnTo>
                  <a:pt x="552650" y="211093"/>
                </a:lnTo>
                <a:lnTo>
                  <a:pt x="555117" y="204473"/>
                </a:lnTo>
                <a:lnTo>
                  <a:pt x="557260" y="197796"/>
                </a:lnTo>
                <a:lnTo>
                  <a:pt x="559079" y="191091"/>
                </a:lnTo>
                <a:lnTo>
                  <a:pt x="560584" y="184356"/>
                </a:lnTo>
                <a:lnTo>
                  <a:pt x="561785" y="177594"/>
                </a:lnTo>
                <a:lnTo>
                  <a:pt x="562680" y="170812"/>
                </a:lnTo>
                <a:lnTo>
                  <a:pt x="563280" y="164011"/>
                </a:lnTo>
                <a:lnTo>
                  <a:pt x="563604" y="157210"/>
                </a:lnTo>
                <a:lnTo>
                  <a:pt x="563661" y="150409"/>
                </a:lnTo>
                <a:lnTo>
                  <a:pt x="563442" y="143599"/>
                </a:lnTo>
                <a:lnTo>
                  <a:pt x="562975" y="136798"/>
                </a:lnTo>
                <a:lnTo>
                  <a:pt x="562261" y="130016"/>
                </a:lnTo>
                <a:lnTo>
                  <a:pt x="572252" y="128349"/>
                </a:lnTo>
                <a:lnTo>
                  <a:pt x="582778" y="126825"/>
                </a:lnTo>
                <a:lnTo>
                  <a:pt x="593265" y="125197"/>
                </a:lnTo>
                <a:lnTo>
                  <a:pt x="603714" y="123492"/>
                </a:lnTo>
                <a:lnTo>
                  <a:pt x="614134" y="121710"/>
                </a:lnTo>
                <a:lnTo>
                  <a:pt x="624526" y="119863"/>
                </a:lnTo>
                <a:lnTo>
                  <a:pt x="634879" y="117939"/>
                </a:lnTo>
                <a:lnTo>
                  <a:pt x="645204" y="115948"/>
                </a:lnTo>
                <a:lnTo>
                  <a:pt x="655501" y="113890"/>
                </a:lnTo>
                <a:lnTo>
                  <a:pt x="665759" y="111776"/>
                </a:lnTo>
                <a:lnTo>
                  <a:pt x="675989" y="109585"/>
                </a:lnTo>
                <a:lnTo>
                  <a:pt x="686181" y="107337"/>
                </a:lnTo>
                <a:lnTo>
                  <a:pt x="696335" y="105023"/>
                </a:lnTo>
                <a:lnTo>
                  <a:pt x="706450" y="102651"/>
                </a:lnTo>
                <a:lnTo>
                  <a:pt x="716537" y="100213"/>
                </a:lnTo>
                <a:lnTo>
                  <a:pt x="726577" y="97717"/>
                </a:lnTo>
                <a:lnTo>
                  <a:pt x="736578" y="95155"/>
                </a:lnTo>
                <a:lnTo>
                  <a:pt x="746541" y="92526"/>
                </a:lnTo>
                <a:lnTo>
                  <a:pt x="756456" y="89840"/>
                </a:lnTo>
                <a:lnTo>
                  <a:pt x="766334" y="87078"/>
                </a:lnTo>
                <a:lnTo>
                  <a:pt x="776154" y="84268"/>
                </a:lnTo>
                <a:lnTo>
                  <a:pt x="785936" y="81382"/>
                </a:lnTo>
                <a:lnTo>
                  <a:pt x="795661" y="78429"/>
                </a:lnTo>
                <a:lnTo>
                  <a:pt x="805348" y="75409"/>
                </a:lnTo>
                <a:lnTo>
                  <a:pt x="814969" y="72323"/>
                </a:lnTo>
                <a:lnTo>
                  <a:pt x="824541" y="69180"/>
                </a:lnTo>
                <a:lnTo>
                  <a:pt x="834057" y="65951"/>
                </a:lnTo>
                <a:lnTo>
                  <a:pt x="843505" y="62665"/>
                </a:lnTo>
                <a:lnTo>
                  <a:pt x="852897" y="59303"/>
                </a:lnTo>
                <a:lnTo>
                  <a:pt x="862222" y="55874"/>
                </a:lnTo>
                <a:lnTo>
                  <a:pt x="871480" y="52378"/>
                </a:lnTo>
                <a:lnTo>
                  <a:pt x="880672" y="48806"/>
                </a:lnTo>
                <a:lnTo>
                  <a:pt x="889787" y="45158"/>
                </a:lnTo>
                <a:lnTo>
                  <a:pt x="898827" y="41434"/>
                </a:lnTo>
                <a:lnTo>
                  <a:pt x="907790" y="37643"/>
                </a:lnTo>
                <a:lnTo>
                  <a:pt x="916667" y="33766"/>
                </a:lnTo>
                <a:lnTo>
                  <a:pt x="925459" y="29823"/>
                </a:lnTo>
                <a:lnTo>
                  <a:pt x="934174" y="25794"/>
                </a:lnTo>
                <a:lnTo>
                  <a:pt x="942785" y="21698"/>
                </a:lnTo>
                <a:lnTo>
                  <a:pt x="951309" y="17516"/>
                </a:lnTo>
                <a:lnTo>
                  <a:pt x="959729" y="13259"/>
                </a:lnTo>
                <a:lnTo>
                  <a:pt x="968045" y="8915"/>
                </a:lnTo>
                <a:lnTo>
                  <a:pt x="976255" y="4496"/>
                </a:lnTo>
                <a:lnTo>
                  <a:pt x="984361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5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99A478B0-5838-4C50-93E6-9BBC86E0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740" y="1464459"/>
            <a:ext cx="2672372" cy="447742"/>
          </a:xfrm>
          <a:custGeom xmlns:a="http://schemas.openxmlformats.org/drawingml/2006/main">
            <a:pathLst>
              <a:path w="2672372" h="447742">
                <a:moveTo>
                  <a:pt x="2671543" y="0"/>
                </a:moveTo>
                <a:lnTo>
                  <a:pt x="2672372" y="16488"/>
                </a:lnTo>
                <a:lnTo>
                  <a:pt x="2672001" y="32985"/>
                </a:lnTo>
                <a:lnTo>
                  <a:pt x="2670715" y="49463"/>
                </a:lnTo>
                <a:lnTo>
                  <a:pt x="2668553" y="65903"/>
                </a:lnTo>
                <a:lnTo>
                  <a:pt x="2665571" y="82296"/>
                </a:lnTo>
                <a:lnTo>
                  <a:pt x="2661771" y="98622"/>
                </a:lnTo>
                <a:lnTo>
                  <a:pt x="2657142" y="114862"/>
                </a:lnTo>
                <a:lnTo>
                  <a:pt x="2651674" y="130988"/>
                </a:lnTo>
                <a:lnTo>
                  <a:pt x="2645369" y="146999"/>
                </a:lnTo>
                <a:lnTo>
                  <a:pt x="2638187" y="162868"/>
                </a:lnTo>
                <a:lnTo>
                  <a:pt x="2630119" y="178565"/>
                </a:lnTo>
                <a:lnTo>
                  <a:pt x="2621156" y="194062"/>
                </a:lnTo>
                <a:lnTo>
                  <a:pt x="2611269" y="209340"/>
                </a:lnTo>
                <a:lnTo>
                  <a:pt x="2600439" y="224361"/>
                </a:lnTo>
                <a:lnTo>
                  <a:pt x="2588657" y="239097"/>
                </a:lnTo>
                <a:lnTo>
                  <a:pt x="2575912" y="253498"/>
                </a:lnTo>
                <a:lnTo>
                  <a:pt x="2562196" y="267557"/>
                </a:lnTo>
                <a:lnTo>
                  <a:pt x="2547509" y="281207"/>
                </a:lnTo>
                <a:lnTo>
                  <a:pt x="2531869" y="294437"/>
                </a:lnTo>
                <a:lnTo>
                  <a:pt x="2515276" y="307200"/>
                </a:lnTo>
                <a:lnTo>
                  <a:pt x="2497760" y="319459"/>
                </a:lnTo>
                <a:lnTo>
                  <a:pt x="2479358" y="331184"/>
                </a:lnTo>
                <a:lnTo>
                  <a:pt x="2460088" y="342357"/>
                </a:lnTo>
                <a:lnTo>
                  <a:pt x="2440019" y="352939"/>
                </a:lnTo>
                <a:lnTo>
                  <a:pt x="2419179" y="362922"/>
                </a:lnTo>
                <a:lnTo>
                  <a:pt x="2397633" y="372294"/>
                </a:lnTo>
                <a:lnTo>
                  <a:pt x="2375440" y="381048"/>
                </a:lnTo>
                <a:lnTo>
                  <a:pt x="2352656" y="389163"/>
                </a:lnTo>
                <a:lnTo>
                  <a:pt x="2329348" y="396659"/>
                </a:lnTo>
                <a:lnTo>
                  <a:pt x="2305555" y="403546"/>
                </a:lnTo>
                <a:lnTo>
                  <a:pt x="2281342" y="409813"/>
                </a:lnTo>
                <a:lnTo>
                  <a:pt x="2256768" y="415500"/>
                </a:lnTo>
                <a:lnTo>
                  <a:pt x="2231879" y="420605"/>
                </a:lnTo>
                <a:lnTo>
                  <a:pt x="2206723" y="425158"/>
                </a:lnTo>
                <a:lnTo>
                  <a:pt x="2181330" y="429168"/>
                </a:lnTo>
                <a:lnTo>
                  <a:pt x="2155755" y="432673"/>
                </a:lnTo>
                <a:lnTo>
                  <a:pt x="2130019" y="435674"/>
                </a:lnTo>
                <a:lnTo>
                  <a:pt x="2104149" y="438207"/>
                </a:lnTo>
                <a:lnTo>
                  <a:pt x="2078184" y="440284"/>
                </a:lnTo>
                <a:lnTo>
                  <a:pt x="2052142" y="441941"/>
                </a:lnTo>
                <a:lnTo>
                  <a:pt x="2026034" y="443170"/>
                </a:lnTo>
                <a:lnTo>
                  <a:pt x="1999879" y="443760"/>
                </a:lnTo>
                <a:lnTo>
                  <a:pt x="1973704" y="444141"/>
                </a:lnTo>
                <a:lnTo>
                  <a:pt x="1947529" y="444456"/>
                </a:lnTo>
                <a:lnTo>
                  <a:pt x="1921364" y="444713"/>
                </a:lnTo>
                <a:lnTo>
                  <a:pt x="1895189" y="444941"/>
                </a:lnTo>
                <a:lnTo>
                  <a:pt x="1869015" y="445151"/>
                </a:lnTo>
                <a:lnTo>
                  <a:pt x="1842840" y="445341"/>
                </a:lnTo>
                <a:lnTo>
                  <a:pt x="1816656" y="445513"/>
                </a:lnTo>
                <a:lnTo>
                  <a:pt x="1790481" y="445665"/>
                </a:lnTo>
                <a:lnTo>
                  <a:pt x="1764306" y="445827"/>
                </a:lnTo>
                <a:lnTo>
                  <a:pt x="1738132" y="445961"/>
                </a:lnTo>
                <a:lnTo>
                  <a:pt x="1711957" y="446094"/>
                </a:lnTo>
                <a:lnTo>
                  <a:pt x="1685782" y="446218"/>
                </a:lnTo>
                <a:lnTo>
                  <a:pt x="1659607" y="446332"/>
                </a:lnTo>
                <a:lnTo>
                  <a:pt x="1633433" y="446446"/>
                </a:lnTo>
                <a:lnTo>
                  <a:pt x="1607249" y="446551"/>
                </a:lnTo>
                <a:lnTo>
                  <a:pt x="1581074" y="446646"/>
                </a:lnTo>
                <a:lnTo>
                  <a:pt x="1554899" y="446742"/>
                </a:lnTo>
                <a:lnTo>
                  <a:pt x="1528724" y="446827"/>
                </a:lnTo>
                <a:lnTo>
                  <a:pt x="1502550" y="446913"/>
                </a:lnTo>
                <a:lnTo>
                  <a:pt x="1476365" y="446989"/>
                </a:lnTo>
                <a:lnTo>
                  <a:pt x="1450191" y="447065"/>
                </a:lnTo>
                <a:lnTo>
                  <a:pt x="1424016" y="447132"/>
                </a:lnTo>
                <a:lnTo>
                  <a:pt x="1397841" y="447199"/>
                </a:lnTo>
                <a:lnTo>
                  <a:pt x="1371667" y="447265"/>
                </a:lnTo>
                <a:lnTo>
                  <a:pt x="1345482" y="447323"/>
                </a:lnTo>
                <a:lnTo>
                  <a:pt x="1319308" y="447380"/>
                </a:lnTo>
                <a:lnTo>
                  <a:pt x="1293133" y="447427"/>
                </a:lnTo>
                <a:lnTo>
                  <a:pt x="1266958" y="447475"/>
                </a:lnTo>
                <a:lnTo>
                  <a:pt x="1240784" y="447513"/>
                </a:lnTo>
                <a:lnTo>
                  <a:pt x="1214599" y="447561"/>
                </a:lnTo>
                <a:lnTo>
                  <a:pt x="1188425" y="447589"/>
                </a:lnTo>
                <a:lnTo>
                  <a:pt x="1162250" y="447618"/>
                </a:lnTo>
                <a:lnTo>
                  <a:pt x="1136075" y="447646"/>
                </a:lnTo>
                <a:lnTo>
                  <a:pt x="1109891" y="447675"/>
                </a:lnTo>
                <a:lnTo>
                  <a:pt x="1083716" y="447694"/>
                </a:lnTo>
                <a:lnTo>
                  <a:pt x="1057542" y="447713"/>
                </a:lnTo>
                <a:lnTo>
                  <a:pt x="1031367" y="447732"/>
                </a:lnTo>
                <a:lnTo>
                  <a:pt x="1005192" y="447732"/>
                </a:lnTo>
                <a:lnTo>
                  <a:pt x="979008" y="447742"/>
                </a:lnTo>
                <a:lnTo>
                  <a:pt x="952833" y="447742"/>
                </a:lnTo>
                <a:lnTo>
                  <a:pt x="926659" y="447742"/>
                </a:lnTo>
                <a:lnTo>
                  <a:pt x="900484" y="447732"/>
                </a:lnTo>
                <a:lnTo>
                  <a:pt x="874300" y="447723"/>
                </a:lnTo>
                <a:lnTo>
                  <a:pt x="848125" y="447713"/>
                </a:lnTo>
                <a:lnTo>
                  <a:pt x="821950" y="447694"/>
                </a:lnTo>
                <a:lnTo>
                  <a:pt x="795776" y="447665"/>
                </a:lnTo>
                <a:lnTo>
                  <a:pt x="769601" y="447646"/>
                </a:lnTo>
                <a:lnTo>
                  <a:pt x="743417" y="447608"/>
                </a:lnTo>
                <a:lnTo>
                  <a:pt x="717242" y="447570"/>
                </a:lnTo>
                <a:lnTo>
                  <a:pt x="691067" y="447532"/>
                </a:lnTo>
                <a:lnTo>
                  <a:pt x="664893" y="447484"/>
                </a:lnTo>
                <a:lnTo>
                  <a:pt x="638708" y="447427"/>
                </a:lnTo>
                <a:lnTo>
                  <a:pt x="612534" y="447370"/>
                </a:lnTo>
                <a:lnTo>
                  <a:pt x="586359" y="447313"/>
                </a:lnTo>
                <a:lnTo>
                  <a:pt x="560184" y="447237"/>
                </a:lnTo>
                <a:lnTo>
                  <a:pt x="534010" y="447161"/>
                </a:lnTo>
                <a:lnTo>
                  <a:pt x="507825" y="447084"/>
                </a:lnTo>
                <a:lnTo>
                  <a:pt x="481651" y="446989"/>
                </a:lnTo>
                <a:lnTo>
                  <a:pt x="455476" y="446884"/>
                </a:lnTo>
                <a:lnTo>
                  <a:pt x="429301" y="446780"/>
                </a:lnTo>
                <a:lnTo>
                  <a:pt x="403127" y="446656"/>
                </a:lnTo>
                <a:lnTo>
                  <a:pt x="376952" y="446532"/>
                </a:lnTo>
                <a:lnTo>
                  <a:pt x="350768" y="446389"/>
                </a:lnTo>
                <a:lnTo>
                  <a:pt x="324593" y="446237"/>
                </a:lnTo>
                <a:lnTo>
                  <a:pt x="298418" y="446065"/>
                </a:lnTo>
                <a:lnTo>
                  <a:pt x="272244" y="445884"/>
                </a:lnTo>
                <a:lnTo>
                  <a:pt x="246069" y="445684"/>
                </a:lnTo>
                <a:lnTo>
                  <a:pt x="219894" y="445465"/>
                </a:lnTo>
                <a:lnTo>
                  <a:pt x="193719" y="445218"/>
                </a:lnTo>
                <a:lnTo>
                  <a:pt x="167545" y="444941"/>
                </a:lnTo>
                <a:lnTo>
                  <a:pt x="141380" y="444627"/>
                </a:lnTo>
                <a:lnTo>
                  <a:pt x="115205" y="444275"/>
                </a:lnTo>
                <a:lnTo>
                  <a:pt x="89040" y="443846"/>
                </a:lnTo>
                <a:lnTo>
                  <a:pt x="62875" y="443332"/>
                </a:lnTo>
                <a:lnTo>
                  <a:pt x="36719" y="442655"/>
                </a:lnTo>
                <a:lnTo>
                  <a:pt x="10601" y="441589"/>
                </a:lnTo>
                <a:lnTo>
                  <a:pt x="4858" y="428177"/>
                </a:lnTo>
                <a:lnTo>
                  <a:pt x="4505" y="411680"/>
                </a:lnTo>
                <a:lnTo>
                  <a:pt x="4162" y="395183"/>
                </a:lnTo>
                <a:lnTo>
                  <a:pt x="3810" y="378685"/>
                </a:lnTo>
                <a:lnTo>
                  <a:pt x="3467" y="362188"/>
                </a:lnTo>
                <a:lnTo>
                  <a:pt x="3124" y="345691"/>
                </a:lnTo>
                <a:lnTo>
                  <a:pt x="2772" y="329194"/>
                </a:lnTo>
                <a:lnTo>
                  <a:pt x="2429" y="312696"/>
                </a:lnTo>
                <a:lnTo>
                  <a:pt x="2076" y="296199"/>
                </a:lnTo>
                <a:lnTo>
                  <a:pt x="1734" y="279702"/>
                </a:lnTo>
                <a:lnTo>
                  <a:pt x="1391" y="263204"/>
                </a:lnTo>
                <a:lnTo>
                  <a:pt x="1038" y="246707"/>
                </a:lnTo>
                <a:lnTo>
                  <a:pt x="695" y="230210"/>
                </a:lnTo>
                <a:lnTo>
                  <a:pt x="343" y="213712"/>
                </a:lnTo>
                <a:lnTo>
                  <a:pt x="0" y="197215"/>
                </a:lnTo>
                <a:lnTo>
                  <a:pt x="9601" y="186423"/>
                </a:lnTo>
                <a:lnTo>
                  <a:pt x="35709" y="185223"/>
                </a:lnTo>
                <a:lnTo>
                  <a:pt x="61836" y="184214"/>
                </a:lnTo>
                <a:lnTo>
                  <a:pt x="87982" y="183375"/>
                </a:lnTo>
                <a:lnTo>
                  <a:pt x="114138" y="182680"/>
                </a:lnTo>
                <a:lnTo>
                  <a:pt x="140294" y="182128"/>
                </a:lnTo>
                <a:lnTo>
                  <a:pt x="166468" y="181708"/>
                </a:lnTo>
                <a:lnTo>
                  <a:pt x="192634" y="181385"/>
                </a:lnTo>
                <a:lnTo>
                  <a:pt x="218808" y="181175"/>
                </a:lnTo>
                <a:lnTo>
                  <a:pt x="244993" y="181061"/>
                </a:lnTo>
                <a:lnTo>
                  <a:pt x="271167" y="181023"/>
                </a:lnTo>
                <a:lnTo>
                  <a:pt x="297342" y="181070"/>
                </a:lnTo>
                <a:lnTo>
                  <a:pt x="323517" y="181185"/>
                </a:lnTo>
                <a:lnTo>
                  <a:pt x="349691" y="181375"/>
                </a:lnTo>
                <a:lnTo>
                  <a:pt x="375866" y="181623"/>
                </a:lnTo>
                <a:lnTo>
                  <a:pt x="402041" y="181928"/>
                </a:lnTo>
                <a:lnTo>
                  <a:pt x="428206" y="182280"/>
                </a:lnTo>
                <a:lnTo>
                  <a:pt x="454381" y="182690"/>
                </a:lnTo>
                <a:lnTo>
                  <a:pt x="480546" y="183147"/>
                </a:lnTo>
                <a:lnTo>
                  <a:pt x="506711" y="183642"/>
                </a:lnTo>
                <a:lnTo>
                  <a:pt x="532876" y="184175"/>
                </a:lnTo>
                <a:lnTo>
                  <a:pt x="559032" y="184737"/>
                </a:lnTo>
                <a:lnTo>
                  <a:pt x="585197" y="185347"/>
                </a:lnTo>
                <a:lnTo>
                  <a:pt x="611353" y="185976"/>
                </a:lnTo>
                <a:lnTo>
                  <a:pt x="637508" y="186642"/>
                </a:lnTo>
                <a:lnTo>
                  <a:pt x="663664" y="187328"/>
                </a:lnTo>
                <a:lnTo>
                  <a:pt x="689810" y="188043"/>
                </a:lnTo>
                <a:lnTo>
                  <a:pt x="715966" y="188776"/>
                </a:lnTo>
                <a:lnTo>
                  <a:pt x="742112" y="189528"/>
                </a:lnTo>
                <a:lnTo>
                  <a:pt x="768267" y="190300"/>
                </a:lnTo>
                <a:lnTo>
                  <a:pt x="794414" y="191091"/>
                </a:lnTo>
                <a:lnTo>
                  <a:pt x="820560" y="191900"/>
                </a:lnTo>
                <a:lnTo>
                  <a:pt x="846706" y="192710"/>
                </a:lnTo>
                <a:lnTo>
                  <a:pt x="872842" y="193538"/>
                </a:lnTo>
                <a:lnTo>
                  <a:pt x="898989" y="194367"/>
                </a:lnTo>
                <a:lnTo>
                  <a:pt x="925135" y="195215"/>
                </a:lnTo>
                <a:lnTo>
                  <a:pt x="951271" y="196063"/>
                </a:lnTo>
                <a:lnTo>
                  <a:pt x="977417" y="196920"/>
                </a:lnTo>
                <a:lnTo>
                  <a:pt x="1003554" y="197768"/>
                </a:lnTo>
                <a:lnTo>
                  <a:pt x="1029700" y="198625"/>
                </a:lnTo>
                <a:lnTo>
                  <a:pt x="1055837" y="199482"/>
                </a:lnTo>
                <a:lnTo>
                  <a:pt x="1081983" y="200330"/>
                </a:lnTo>
                <a:lnTo>
                  <a:pt x="1108129" y="201178"/>
                </a:lnTo>
                <a:lnTo>
                  <a:pt x="1134266" y="202035"/>
                </a:lnTo>
                <a:lnTo>
                  <a:pt x="1160412" y="202873"/>
                </a:lnTo>
                <a:lnTo>
                  <a:pt x="1186548" y="203711"/>
                </a:lnTo>
                <a:lnTo>
                  <a:pt x="1212694" y="204521"/>
                </a:lnTo>
                <a:lnTo>
                  <a:pt x="1238841" y="205340"/>
                </a:lnTo>
                <a:lnTo>
                  <a:pt x="1264987" y="206131"/>
                </a:lnTo>
                <a:lnTo>
                  <a:pt x="1291133" y="206921"/>
                </a:lnTo>
                <a:lnTo>
                  <a:pt x="1317288" y="207683"/>
                </a:lnTo>
                <a:lnTo>
                  <a:pt x="1343435" y="208426"/>
                </a:lnTo>
                <a:lnTo>
                  <a:pt x="1369590" y="209150"/>
                </a:lnTo>
                <a:lnTo>
                  <a:pt x="1395736" y="209855"/>
                </a:lnTo>
                <a:lnTo>
                  <a:pt x="1421892" y="210531"/>
                </a:lnTo>
                <a:lnTo>
                  <a:pt x="1448048" y="211179"/>
                </a:lnTo>
                <a:lnTo>
                  <a:pt x="1474213" y="211798"/>
                </a:lnTo>
                <a:lnTo>
                  <a:pt x="1500368" y="212388"/>
                </a:lnTo>
                <a:lnTo>
                  <a:pt x="1526534" y="212941"/>
                </a:lnTo>
                <a:lnTo>
                  <a:pt x="1552699" y="213446"/>
                </a:lnTo>
                <a:lnTo>
                  <a:pt x="1578864" y="213922"/>
                </a:lnTo>
                <a:lnTo>
                  <a:pt x="1605029" y="214341"/>
                </a:lnTo>
                <a:lnTo>
                  <a:pt x="1631204" y="214722"/>
                </a:lnTo>
                <a:lnTo>
                  <a:pt x="1657369" y="215046"/>
                </a:lnTo>
                <a:lnTo>
                  <a:pt x="1683544" y="215313"/>
                </a:lnTo>
                <a:lnTo>
                  <a:pt x="1709718" y="215522"/>
                </a:lnTo>
                <a:lnTo>
                  <a:pt x="1735893" y="215656"/>
                </a:lnTo>
                <a:lnTo>
                  <a:pt x="1762077" y="215722"/>
                </a:lnTo>
                <a:lnTo>
                  <a:pt x="1788252" y="215703"/>
                </a:lnTo>
                <a:lnTo>
                  <a:pt x="1814427" y="215598"/>
                </a:lnTo>
                <a:lnTo>
                  <a:pt x="1840601" y="215398"/>
                </a:lnTo>
                <a:lnTo>
                  <a:pt x="1866776" y="215094"/>
                </a:lnTo>
                <a:lnTo>
                  <a:pt x="1892941" y="214674"/>
                </a:lnTo>
                <a:lnTo>
                  <a:pt x="1919107" y="214132"/>
                </a:lnTo>
                <a:lnTo>
                  <a:pt x="1945262" y="213436"/>
                </a:lnTo>
                <a:lnTo>
                  <a:pt x="1971399" y="212588"/>
                </a:lnTo>
                <a:lnTo>
                  <a:pt x="1997526" y="211560"/>
                </a:lnTo>
                <a:lnTo>
                  <a:pt x="2023634" y="210341"/>
                </a:lnTo>
                <a:lnTo>
                  <a:pt x="2049704" y="208883"/>
                </a:lnTo>
                <a:lnTo>
                  <a:pt x="2075736" y="207159"/>
                </a:lnTo>
                <a:lnTo>
                  <a:pt x="2101720" y="205130"/>
                </a:lnTo>
                <a:lnTo>
                  <a:pt x="2127618" y="202730"/>
                </a:lnTo>
                <a:lnTo>
                  <a:pt x="2153402" y="199892"/>
                </a:lnTo>
                <a:lnTo>
                  <a:pt x="2179025" y="196520"/>
                </a:lnTo>
                <a:lnTo>
                  <a:pt x="2204399" y="192472"/>
                </a:lnTo>
                <a:lnTo>
                  <a:pt x="2229374" y="187547"/>
                </a:lnTo>
                <a:lnTo>
                  <a:pt x="2253691" y="181451"/>
                </a:lnTo>
                <a:lnTo>
                  <a:pt x="2276780" y="173707"/>
                </a:lnTo>
                <a:lnTo>
                  <a:pt x="2297411" y="163601"/>
                </a:lnTo>
                <a:lnTo>
                  <a:pt x="2312832" y="150371"/>
                </a:lnTo>
                <a:lnTo>
                  <a:pt x="2319042" y="134474"/>
                </a:lnTo>
                <a:lnTo>
                  <a:pt x="2336587" y="126206"/>
                </a:lnTo>
                <a:lnTo>
                  <a:pt x="2361228" y="120634"/>
                </a:lnTo>
                <a:lnTo>
                  <a:pt x="2385527" y="114500"/>
                </a:lnTo>
                <a:lnTo>
                  <a:pt x="2409511" y="107899"/>
                </a:lnTo>
                <a:lnTo>
                  <a:pt x="2433190" y="100860"/>
                </a:lnTo>
                <a:lnTo>
                  <a:pt x="2456555" y="93421"/>
                </a:lnTo>
                <a:lnTo>
                  <a:pt x="2479605" y="85611"/>
                </a:lnTo>
                <a:lnTo>
                  <a:pt x="2502341" y="77429"/>
                </a:lnTo>
                <a:lnTo>
                  <a:pt x="2524744" y="68894"/>
                </a:lnTo>
                <a:lnTo>
                  <a:pt x="2546804" y="60017"/>
                </a:lnTo>
                <a:lnTo>
                  <a:pt x="2568521" y="50797"/>
                </a:lnTo>
                <a:lnTo>
                  <a:pt x="2589876" y="41262"/>
                </a:lnTo>
                <a:lnTo>
                  <a:pt x="2610869" y="31404"/>
                </a:lnTo>
                <a:lnTo>
                  <a:pt x="2631481" y="21241"/>
                </a:lnTo>
                <a:lnTo>
                  <a:pt x="2651712" y="10773"/>
                </a:lnTo>
                <a:lnTo>
                  <a:pt x="267154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60619A48-21BA-40C8-BC89-72893BFC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26724"/>
            <a:ext cx="2671763" cy="1683991"/>
          </a:xfrm>
          <a:custGeom xmlns:a="http://schemas.openxmlformats.org/drawingml/2006/main">
            <a:pathLst>
              <a:path w="2671763" h="1683991">
                <a:moveTo>
                  <a:pt x="0" y="1683991"/>
                </a:moveTo>
                <a:lnTo>
                  <a:pt x="42901" y="1683991"/>
                </a:lnTo>
                <a:lnTo>
                  <a:pt x="85792" y="1683991"/>
                </a:lnTo>
                <a:lnTo>
                  <a:pt x="128692" y="1683991"/>
                </a:lnTo>
                <a:lnTo>
                  <a:pt x="171593" y="1683991"/>
                </a:lnTo>
                <a:lnTo>
                  <a:pt x="214493" y="1683991"/>
                </a:lnTo>
                <a:lnTo>
                  <a:pt x="257385" y="1683991"/>
                </a:lnTo>
                <a:lnTo>
                  <a:pt x="300285" y="1683991"/>
                </a:lnTo>
                <a:lnTo>
                  <a:pt x="343186" y="1683991"/>
                </a:lnTo>
                <a:lnTo>
                  <a:pt x="386086" y="1683991"/>
                </a:lnTo>
                <a:lnTo>
                  <a:pt x="428977" y="1683991"/>
                </a:lnTo>
                <a:lnTo>
                  <a:pt x="471878" y="1683991"/>
                </a:lnTo>
                <a:lnTo>
                  <a:pt x="514779" y="1683991"/>
                </a:lnTo>
                <a:lnTo>
                  <a:pt x="557670" y="1683991"/>
                </a:lnTo>
                <a:lnTo>
                  <a:pt x="600570" y="1683991"/>
                </a:lnTo>
                <a:lnTo>
                  <a:pt x="643471" y="1683991"/>
                </a:lnTo>
                <a:lnTo>
                  <a:pt x="686372" y="1683991"/>
                </a:lnTo>
                <a:lnTo>
                  <a:pt x="729263" y="1683991"/>
                </a:lnTo>
                <a:lnTo>
                  <a:pt x="772163" y="1683991"/>
                </a:lnTo>
                <a:lnTo>
                  <a:pt x="815064" y="1683991"/>
                </a:lnTo>
                <a:lnTo>
                  <a:pt x="857964" y="1683991"/>
                </a:lnTo>
                <a:lnTo>
                  <a:pt x="900855" y="1683991"/>
                </a:lnTo>
                <a:lnTo>
                  <a:pt x="943756" y="1683991"/>
                </a:lnTo>
                <a:lnTo>
                  <a:pt x="986657" y="1683991"/>
                </a:lnTo>
                <a:lnTo>
                  <a:pt x="1029557" y="1683991"/>
                </a:lnTo>
                <a:lnTo>
                  <a:pt x="1072448" y="1683991"/>
                </a:lnTo>
                <a:lnTo>
                  <a:pt x="1115349" y="1683991"/>
                </a:lnTo>
                <a:lnTo>
                  <a:pt x="1158250" y="1683991"/>
                </a:lnTo>
                <a:lnTo>
                  <a:pt x="1201141" y="1683991"/>
                </a:lnTo>
                <a:lnTo>
                  <a:pt x="1244041" y="1683991"/>
                </a:lnTo>
                <a:lnTo>
                  <a:pt x="1286942" y="1683991"/>
                </a:lnTo>
                <a:lnTo>
                  <a:pt x="1329842" y="1683991"/>
                </a:lnTo>
                <a:lnTo>
                  <a:pt x="1372733" y="1683991"/>
                </a:lnTo>
                <a:lnTo>
                  <a:pt x="1415634" y="1683991"/>
                </a:lnTo>
                <a:lnTo>
                  <a:pt x="1458535" y="1683991"/>
                </a:lnTo>
                <a:lnTo>
                  <a:pt x="1501435" y="1683991"/>
                </a:lnTo>
                <a:lnTo>
                  <a:pt x="1544326" y="1683991"/>
                </a:lnTo>
                <a:lnTo>
                  <a:pt x="1587227" y="1683991"/>
                </a:lnTo>
                <a:lnTo>
                  <a:pt x="1630128" y="1683991"/>
                </a:lnTo>
                <a:lnTo>
                  <a:pt x="1673019" y="1683991"/>
                </a:lnTo>
                <a:lnTo>
                  <a:pt x="1715919" y="1683991"/>
                </a:lnTo>
                <a:lnTo>
                  <a:pt x="1758820" y="1683991"/>
                </a:lnTo>
                <a:lnTo>
                  <a:pt x="1801292" y="1680943"/>
                </a:lnTo>
                <a:lnTo>
                  <a:pt x="1843526" y="1676219"/>
                </a:lnTo>
                <a:lnTo>
                  <a:pt x="1885769" y="1671495"/>
                </a:lnTo>
                <a:lnTo>
                  <a:pt x="1928003" y="1666770"/>
                </a:lnTo>
                <a:lnTo>
                  <a:pt x="1970246" y="1662046"/>
                </a:lnTo>
                <a:lnTo>
                  <a:pt x="2012480" y="1657331"/>
                </a:lnTo>
                <a:lnTo>
                  <a:pt x="2054723" y="1652607"/>
                </a:lnTo>
                <a:lnTo>
                  <a:pt x="2096957" y="1647882"/>
                </a:lnTo>
                <a:lnTo>
                  <a:pt x="2129199" y="1631337"/>
                </a:lnTo>
                <a:lnTo>
                  <a:pt x="2158975" y="1611868"/>
                </a:lnTo>
                <a:lnTo>
                  <a:pt x="2188740" y="1592399"/>
                </a:lnTo>
                <a:lnTo>
                  <a:pt x="2218506" y="1572930"/>
                </a:lnTo>
                <a:lnTo>
                  <a:pt x="2248271" y="1553461"/>
                </a:lnTo>
                <a:lnTo>
                  <a:pt x="2278037" y="1533992"/>
                </a:lnTo>
                <a:lnTo>
                  <a:pt x="2307803" y="1514523"/>
                </a:lnTo>
                <a:lnTo>
                  <a:pt x="2337568" y="1495054"/>
                </a:lnTo>
                <a:lnTo>
                  <a:pt x="2367334" y="1475584"/>
                </a:lnTo>
                <a:lnTo>
                  <a:pt x="2397100" y="1456115"/>
                </a:lnTo>
                <a:lnTo>
                  <a:pt x="2426875" y="1436646"/>
                </a:lnTo>
                <a:lnTo>
                  <a:pt x="2456640" y="1417177"/>
                </a:lnTo>
                <a:lnTo>
                  <a:pt x="2486406" y="1397699"/>
                </a:lnTo>
                <a:lnTo>
                  <a:pt x="2516172" y="1378229"/>
                </a:lnTo>
                <a:lnTo>
                  <a:pt x="2545937" y="1358760"/>
                </a:lnTo>
                <a:lnTo>
                  <a:pt x="2575703" y="1339291"/>
                </a:lnTo>
                <a:lnTo>
                  <a:pt x="2605469" y="1319822"/>
                </a:lnTo>
                <a:lnTo>
                  <a:pt x="2635234" y="1300353"/>
                </a:lnTo>
                <a:lnTo>
                  <a:pt x="2665000" y="1280884"/>
                </a:lnTo>
                <a:lnTo>
                  <a:pt x="2671763" y="1255566"/>
                </a:lnTo>
                <a:lnTo>
                  <a:pt x="2671763" y="1228525"/>
                </a:lnTo>
                <a:lnTo>
                  <a:pt x="2671763" y="1201493"/>
                </a:lnTo>
                <a:lnTo>
                  <a:pt x="2671763" y="1174452"/>
                </a:lnTo>
                <a:lnTo>
                  <a:pt x="2671763" y="1147410"/>
                </a:lnTo>
                <a:lnTo>
                  <a:pt x="2671763" y="1120378"/>
                </a:lnTo>
                <a:lnTo>
                  <a:pt x="2671763" y="1093337"/>
                </a:lnTo>
                <a:lnTo>
                  <a:pt x="2671763" y="1066295"/>
                </a:lnTo>
                <a:lnTo>
                  <a:pt x="2671763" y="1039263"/>
                </a:lnTo>
                <a:lnTo>
                  <a:pt x="2671763" y="1012222"/>
                </a:lnTo>
                <a:lnTo>
                  <a:pt x="2671763" y="985180"/>
                </a:lnTo>
                <a:lnTo>
                  <a:pt x="2671763" y="958148"/>
                </a:lnTo>
                <a:lnTo>
                  <a:pt x="2671763" y="931107"/>
                </a:lnTo>
                <a:lnTo>
                  <a:pt x="2671763" y="904065"/>
                </a:lnTo>
                <a:lnTo>
                  <a:pt x="2671763" y="877033"/>
                </a:lnTo>
                <a:lnTo>
                  <a:pt x="2671763" y="849992"/>
                </a:lnTo>
                <a:lnTo>
                  <a:pt x="2671763" y="822950"/>
                </a:lnTo>
                <a:lnTo>
                  <a:pt x="2671763" y="795919"/>
                </a:lnTo>
                <a:lnTo>
                  <a:pt x="2671763" y="768877"/>
                </a:lnTo>
                <a:lnTo>
                  <a:pt x="2671763" y="741836"/>
                </a:lnTo>
                <a:lnTo>
                  <a:pt x="2671763" y="714804"/>
                </a:lnTo>
                <a:lnTo>
                  <a:pt x="2671763" y="687762"/>
                </a:lnTo>
                <a:lnTo>
                  <a:pt x="2671763" y="660721"/>
                </a:lnTo>
                <a:lnTo>
                  <a:pt x="2671763" y="633689"/>
                </a:lnTo>
                <a:lnTo>
                  <a:pt x="2671763" y="606647"/>
                </a:lnTo>
                <a:lnTo>
                  <a:pt x="2671763" y="579606"/>
                </a:lnTo>
                <a:lnTo>
                  <a:pt x="2671763" y="552574"/>
                </a:lnTo>
                <a:lnTo>
                  <a:pt x="2671763" y="525532"/>
                </a:lnTo>
                <a:lnTo>
                  <a:pt x="2671763" y="498491"/>
                </a:lnTo>
                <a:lnTo>
                  <a:pt x="2671763" y="471459"/>
                </a:lnTo>
                <a:lnTo>
                  <a:pt x="2671763" y="444417"/>
                </a:lnTo>
                <a:lnTo>
                  <a:pt x="2671763" y="417376"/>
                </a:lnTo>
                <a:lnTo>
                  <a:pt x="2671763" y="390344"/>
                </a:lnTo>
                <a:lnTo>
                  <a:pt x="2671763" y="363303"/>
                </a:lnTo>
                <a:lnTo>
                  <a:pt x="2671763" y="336261"/>
                </a:lnTo>
                <a:lnTo>
                  <a:pt x="2671763" y="309229"/>
                </a:lnTo>
                <a:lnTo>
                  <a:pt x="2671763" y="282188"/>
                </a:lnTo>
                <a:lnTo>
                  <a:pt x="2671763" y="255146"/>
                </a:lnTo>
                <a:lnTo>
                  <a:pt x="2671763" y="228114"/>
                </a:lnTo>
                <a:lnTo>
                  <a:pt x="2671763" y="201073"/>
                </a:lnTo>
                <a:lnTo>
                  <a:pt x="2671763" y="174031"/>
                </a:lnTo>
                <a:lnTo>
                  <a:pt x="2671763" y="146999"/>
                </a:lnTo>
                <a:lnTo>
                  <a:pt x="2671763" y="119958"/>
                </a:lnTo>
                <a:lnTo>
                  <a:pt x="2671763" y="92916"/>
                </a:lnTo>
                <a:lnTo>
                  <a:pt x="2671763" y="65884"/>
                </a:lnTo>
                <a:lnTo>
                  <a:pt x="2671763" y="38843"/>
                </a:lnTo>
                <a:lnTo>
                  <a:pt x="2671763" y="11801"/>
                </a:lnTo>
                <a:lnTo>
                  <a:pt x="2647598" y="0"/>
                </a:lnTo>
                <a:lnTo>
                  <a:pt x="2604697" y="0"/>
                </a:lnTo>
                <a:lnTo>
                  <a:pt x="2561796" y="0"/>
                </a:lnTo>
                <a:lnTo>
                  <a:pt x="2518896" y="0"/>
                </a:lnTo>
                <a:lnTo>
                  <a:pt x="2476005" y="0"/>
                </a:lnTo>
                <a:lnTo>
                  <a:pt x="2433104" y="0"/>
                </a:lnTo>
                <a:lnTo>
                  <a:pt x="2390204" y="0"/>
                </a:lnTo>
                <a:lnTo>
                  <a:pt x="2347303" y="0"/>
                </a:lnTo>
                <a:lnTo>
                  <a:pt x="2304412" y="0"/>
                </a:lnTo>
                <a:lnTo>
                  <a:pt x="2261511" y="0"/>
                </a:lnTo>
                <a:lnTo>
                  <a:pt x="2218611" y="0"/>
                </a:lnTo>
                <a:lnTo>
                  <a:pt x="2175720" y="0"/>
                </a:lnTo>
                <a:lnTo>
                  <a:pt x="2132819" y="0"/>
                </a:lnTo>
                <a:lnTo>
                  <a:pt x="2089918" y="0"/>
                </a:lnTo>
                <a:lnTo>
                  <a:pt x="2047018" y="0"/>
                </a:lnTo>
                <a:lnTo>
                  <a:pt x="2004127" y="0"/>
                </a:lnTo>
                <a:lnTo>
                  <a:pt x="1961226" y="0"/>
                </a:lnTo>
                <a:lnTo>
                  <a:pt x="1918325" y="0"/>
                </a:lnTo>
                <a:lnTo>
                  <a:pt x="1875425" y="0"/>
                </a:lnTo>
                <a:lnTo>
                  <a:pt x="1832534" y="0"/>
                </a:lnTo>
                <a:lnTo>
                  <a:pt x="1789633" y="0"/>
                </a:lnTo>
                <a:lnTo>
                  <a:pt x="1746733" y="0"/>
                </a:lnTo>
                <a:lnTo>
                  <a:pt x="1703832" y="0"/>
                </a:lnTo>
                <a:lnTo>
                  <a:pt x="1660941" y="0"/>
                </a:lnTo>
                <a:lnTo>
                  <a:pt x="1618040" y="0"/>
                </a:lnTo>
                <a:lnTo>
                  <a:pt x="1575140" y="0"/>
                </a:lnTo>
                <a:lnTo>
                  <a:pt x="1532249" y="0"/>
                </a:lnTo>
                <a:lnTo>
                  <a:pt x="1489348" y="0"/>
                </a:lnTo>
                <a:lnTo>
                  <a:pt x="1446447" y="0"/>
                </a:lnTo>
                <a:lnTo>
                  <a:pt x="1403547" y="0"/>
                </a:lnTo>
                <a:lnTo>
                  <a:pt x="1360656" y="0"/>
                </a:lnTo>
                <a:lnTo>
                  <a:pt x="1317755" y="0"/>
                </a:lnTo>
                <a:lnTo>
                  <a:pt x="1274855" y="0"/>
                </a:lnTo>
                <a:lnTo>
                  <a:pt x="1231954" y="0"/>
                </a:lnTo>
                <a:lnTo>
                  <a:pt x="1189063" y="0"/>
                </a:lnTo>
                <a:lnTo>
                  <a:pt x="1146162" y="0"/>
                </a:lnTo>
                <a:lnTo>
                  <a:pt x="1103262" y="0"/>
                </a:lnTo>
                <a:lnTo>
                  <a:pt x="1060371" y="0"/>
                </a:lnTo>
                <a:lnTo>
                  <a:pt x="1017470" y="0"/>
                </a:lnTo>
                <a:lnTo>
                  <a:pt x="974569" y="0"/>
                </a:lnTo>
                <a:lnTo>
                  <a:pt x="931669" y="0"/>
                </a:lnTo>
                <a:lnTo>
                  <a:pt x="888778" y="0"/>
                </a:lnTo>
                <a:lnTo>
                  <a:pt x="845877" y="0"/>
                </a:lnTo>
                <a:lnTo>
                  <a:pt x="802977" y="0"/>
                </a:lnTo>
                <a:lnTo>
                  <a:pt x="760076" y="0"/>
                </a:lnTo>
                <a:lnTo>
                  <a:pt x="717185" y="0"/>
                </a:lnTo>
                <a:lnTo>
                  <a:pt x="674284" y="0"/>
                </a:lnTo>
                <a:lnTo>
                  <a:pt x="631384" y="0"/>
                </a:lnTo>
                <a:lnTo>
                  <a:pt x="588483" y="0"/>
                </a:lnTo>
                <a:lnTo>
                  <a:pt x="545592" y="0"/>
                </a:lnTo>
                <a:lnTo>
                  <a:pt x="502691" y="0"/>
                </a:lnTo>
                <a:lnTo>
                  <a:pt x="459791" y="0"/>
                </a:lnTo>
                <a:lnTo>
                  <a:pt x="416900" y="0"/>
                </a:lnTo>
                <a:lnTo>
                  <a:pt x="373999" y="0"/>
                </a:lnTo>
                <a:lnTo>
                  <a:pt x="331099" y="0"/>
                </a:lnTo>
                <a:lnTo>
                  <a:pt x="288198" y="0"/>
                </a:lnTo>
                <a:lnTo>
                  <a:pt x="245307" y="0"/>
                </a:lnTo>
                <a:lnTo>
                  <a:pt x="202406" y="0"/>
                </a:lnTo>
                <a:lnTo>
                  <a:pt x="159506" y="0"/>
                </a:lnTo>
                <a:lnTo>
                  <a:pt x="116605" y="0"/>
                </a:lnTo>
                <a:lnTo>
                  <a:pt x="73714" y="0"/>
                </a:lnTo>
                <a:lnTo>
                  <a:pt x="30813" y="0"/>
                </a:lnTo>
                <a:lnTo>
                  <a:pt x="0" y="7620"/>
                </a:lnTo>
                <a:lnTo>
                  <a:pt x="0" y="34652"/>
                </a:lnTo>
                <a:lnTo>
                  <a:pt x="0" y="61693"/>
                </a:lnTo>
                <a:lnTo>
                  <a:pt x="0" y="88735"/>
                </a:lnTo>
                <a:lnTo>
                  <a:pt x="0" y="115767"/>
                </a:lnTo>
                <a:lnTo>
                  <a:pt x="0" y="142808"/>
                </a:lnTo>
                <a:lnTo>
                  <a:pt x="0" y="169850"/>
                </a:lnTo>
                <a:lnTo>
                  <a:pt x="0" y="196882"/>
                </a:lnTo>
                <a:lnTo>
                  <a:pt x="0" y="223923"/>
                </a:lnTo>
                <a:lnTo>
                  <a:pt x="0" y="250965"/>
                </a:lnTo>
                <a:lnTo>
                  <a:pt x="0" y="277997"/>
                </a:lnTo>
                <a:lnTo>
                  <a:pt x="0" y="305038"/>
                </a:lnTo>
                <a:lnTo>
                  <a:pt x="0" y="332080"/>
                </a:lnTo>
                <a:lnTo>
                  <a:pt x="0" y="359112"/>
                </a:lnTo>
                <a:lnTo>
                  <a:pt x="0" y="386153"/>
                </a:lnTo>
                <a:lnTo>
                  <a:pt x="0" y="413195"/>
                </a:lnTo>
                <a:lnTo>
                  <a:pt x="0" y="440226"/>
                </a:lnTo>
                <a:lnTo>
                  <a:pt x="0" y="467268"/>
                </a:lnTo>
                <a:lnTo>
                  <a:pt x="0" y="494309"/>
                </a:lnTo>
                <a:lnTo>
                  <a:pt x="0" y="521341"/>
                </a:lnTo>
                <a:lnTo>
                  <a:pt x="0" y="548383"/>
                </a:lnTo>
                <a:lnTo>
                  <a:pt x="0" y="575424"/>
                </a:lnTo>
                <a:lnTo>
                  <a:pt x="0" y="602456"/>
                </a:lnTo>
                <a:lnTo>
                  <a:pt x="0" y="629498"/>
                </a:lnTo>
                <a:lnTo>
                  <a:pt x="0" y="656539"/>
                </a:lnTo>
                <a:lnTo>
                  <a:pt x="0" y="683571"/>
                </a:lnTo>
                <a:lnTo>
                  <a:pt x="0" y="710613"/>
                </a:lnTo>
                <a:lnTo>
                  <a:pt x="0" y="737654"/>
                </a:lnTo>
                <a:lnTo>
                  <a:pt x="0" y="764686"/>
                </a:lnTo>
                <a:lnTo>
                  <a:pt x="0" y="791728"/>
                </a:lnTo>
                <a:lnTo>
                  <a:pt x="0" y="818769"/>
                </a:lnTo>
                <a:lnTo>
                  <a:pt x="0" y="845801"/>
                </a:lnTo>
                <a:lnTo>
                  <a:pt x="0" y="872842"/>
                </a:lnTo>
                <a:lnTo>
                  <a:pt x="0" y="899884"/>
                </a:lnTo>
                <a:lnTo>
                  <a:pt x="0" y="926916"/>
                </a:lnTo>
                <a:lnTo>
                  <a:pt x="0" y="953957"/>
                </a:lnTo>
                <a:lnTo>
                  <a:pt x="0" y="980999"/>
                </a:lnTo>
                <a:lnTo>
                  <a:pt x="0" y="1008031"/>
                </a:lnTo>
                <a:lnTo>
                  <a:pt x="0" y="1035072"/>
                </a:lnTo>
                <a:lnTo>
                  <a:pt x="0" y="1062114"/>
                </a:lnTo>
                <a:lnTo>
                  <a:pt x="0" y="1089146"/>
                </a:lnTo>
                <a:lnTo>
                  <a:pt x="0" y="1116187"/>
                </a:lnTo>
                <a:lnTo>
                  <a:pt x="0" y="1143229"/>
                </a:lnTo>
                <a:lnTo>
                  <a:pt x="0" y="1170261"/>
                </a:lnTo>
                <a:lnTo>
                  <a:pt x="0" y="1197302"/>
                </a:lnTo>
                <a:lnTo>
                  <a:pt x="0" y="1224344"/>
                </a:lnTo>
                <a:lnTo>
                  <a:pt x="0" y="1251375"/>
                </a:lnTo>
                <a:lnTo>
                  <a:pt x="0" y="1278417"/>
                </a:lnTo>
                <a:lnTo>
                  <a:pt x="0" y="1305458"/>
                </a:lnTo>
                <a:lnTo>
                  <a:pt x="0" y="1332490"/>
                </a:lnTo>
                <a:lnTo>
                  <a:pt x="0" y="1359532"/>
                </a:lnTo>
                <a:lnTo>
                  <a:pt x="0" y="1386573"/>
                </a:lnTo>
                <a:lnTo>
                  <a:pt x="0" y="1413605"/>
                </a:lnTo>
                <a:lnTo>
                  <a:pt x="0" y="1440647"/>
                </a:lnTo>
                <a:lnTo>
                  <a:pt x="0" y="1467688"/>
                </a:lnTo>
                <a:lnTo>
                  <a:pt x="0" y="1494720"/>
                </a:lnTo>
                <a:lnTo>
                  <a:pt x="0" y="1521762"/>
                </a:lnTo>
                <a:lnTo>
                  <a:pt x="0" y="1548803"/>
                </a:lnTo>
                <a:lnTo>
                  <a:pt x="0" y="1575835"/>
                </a:lnTo>
                <a:lnTo>
                  <a:pt x="0" y="1602877"/>
                </a:lnTo>
                <a:lnTo>
                  <a:pt x="0" y="1629918"/>
                </a:lnTo>
                <a:lnTo>
                  <a:pt x="0" y="1656950"/>
                </a:lnTo>
                <a:lnTo>
                  <a:pt x="0" y="16839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7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D21B617A-FF24-438D-A32C-E9D67073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26724"/>
            <a:ext cx="2671763" cy="28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CA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926AD8BA-85D8-451B-A329-DFEB60DF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7932" y="1503188"/>
            <a:ext cx="984361" cy="407841"/>
          </a:xfrm>
          <a:custGeom xmlns:a="http://schemas.openxmlformats.org/drawingml/2006/main">
            <a:pathLst>
              <a:path w="984361" h="407841">
                <a:moveTo>
                  <a:pt x="984361" y="0"/>
                </a:moveTo>
                <a:lnTo>
                  <a:pt x="983190" y="6763"/>
                </a:lnTo>
                <a:lnTo>
                  <a:pt x="981647" y="13497"/>
                </a:lnTo>
                <a:lnTo>
                  <a:pt x="979856" y="20212"/>
                </a:lnTo>
                <a:lnTo>
                  <a:pt x="977837" y="26899"/>
                </a:lnTo>
                <a:lnTo>
                  <a:pt x="975608" y="33557"/>
                </a:lnTo>
                <a:lnTo>
                  <a:pt x="973188" y="40186"/>
                </a:lnTo>
                <a:lnTo>
                  <a:pt x="970578" y="46796"/>
                </a:lnTo>
                <a:lnTo>
                  <a:pt x="967797" y="53369"/>
                </a:lnTo>
                <a:lnTo>
                  <a:pt x="964844" y="59912"/>
                </a:lnTo>
                <a:lnTo>
                  <a:pt x="961730" y="66427"/>
                </a:lnTo>
                <a:lnTo>
                  <a:pt x="958444" y="72914"/>
                </a:lnTo>
                <a:lnTo>
                  <a:pt x="954996" y="79362"/>
                </a:lnTo>
                <a:lnTo>
                  <a:pt x="951386" y="85773"/>
                </a:lnTo>
                <a:lnTo>
                  <a:pt x="947623" y="92154"/>
                </a:lnTo>
                <a:lnTo>
                  <a:pt x="943708" y="98498"/>
                </a:lnTo>
                <a:lnTo>
                  <a:pt x="939632" y="104794"/>
                </a:lnTo>
                <a:lnTo>
                  <a:pt x="935412" y="111062"/>
                </a:lnTo>
                <a:lnTo>
                  <a:pt x="931031" y="117281"/>
                </a:lnTo>
                <a:lnTo>
                  <a:pt x="926506" y="123463"/>
                </a:lnTo>
                <a:lnTo>
                  <a:pt x="921820" y="129597"/>
                </a:lnTo>
                <a:lnTo>
                  <a:pt x="917000" y="135684"/>
                </a:lnTo>
                <a:lnTo>
                  <a:pt x="912028" y="141722"/>
                </a:lnTo>
                <a:lnTo>
                  <a:pt x="906904" y="147714"/>
                </a:lnTo>
                <a:lnTo>
                  <a:pt x="901646" y="153657"/>
                </a:lnTo>
                <a:lnTo>
                  <a:pt x="896226" y="159544"/>
                </a:lnTo>
                <a:lnTo>
                  <a:pt x="890683" y="165383"/>
                </a:lnTo>
                <a:lnTo>
                  <a:pt x="884987" y="171164"/>
                </a:lnTo>
                <a:lnTo>
                  <a:pt x="879158" y="176889"/>
                </a:lnTo>
                <a:lnTo>
                  <a:pt x="873176" y="182556"/>
                </a:lnTo>
                <a:lnTo>
                  <a:pt x="867070" y="188166"/>
                </a:lnTo>
                <a:lnTo>
                  <a:pt x="860822" y="193719"/>
                </a:lnTo>
                <a:lnTo>
                  <a:pt x="854440" y="199206"/>
                </a:lnTo>
                <a:lnTo>
                  <a:pt x="847925" y="204635"/>
                </a:lnTo>
                <a:lnTo>
                  <a:pt x="841267" y="209998"/>
                </a:lnTo>
                <a:lnTo>
                  <a:pt x="834495" y="215294"/>
                </a:lnTo>
                <a:lnTo>
                  <a:pt x="827580" y="220523"/>
                </a:lnTo>
                <a:lnTo>
                  <a:pt x="820550" y="225685"/>
                </a:lnTo>
                <a:lnTo>
                  <a:pt x="813387" y="230781"/>
                </a:lnTo>
                <a:lnTo>
                  <a:pt x="806101" y="235801"/>
                </a:lnTo>
                <a:lnTo>
                  <a:pt x="798690" y="240754"/>
                </a:lnTo>
                <a:lnTo>
                  <a:pt x="791166" y="245631"/>
                </a:lnTo>
                <a:lnTo>
                  <a:pt x="783527" y="250441"/>
                </a:lnTo>
                <a:lnTo>
                  <a:pt x="775773" y="255175"/>
                </a:lnTo>
                <a:lnTo>
                  <a:pt x="767896" y="259832"/>
                </a:lnTo>
                <a:lnTo>
                  <a:pt x="759914" y="264414"/>
                </a:lnTo>
                <a:lnTo>
                  <a:pt x="751827" y="268929"/>
                </a:lnTo>
                <a:lnTo>
                  <a:pt x="743636" y="273358"/>
                </a:lnTo>
                <a:lnTo>
                  <a:pt x="735340" y="277711"/>
                </a:lnTo>
                <a:lnTo>
                  <a:pt x="726938" y="281988"/>
                </a:lnTo>
                <a:lnTo>
                  <a:pt x="718442" y="286188"/>
                </a:lnTo>
                <a:lnTo>
                  <a:pt x="709851" y="290303"/>
                </a:lnTo>
                <a:lnTo>
                  <a:pt x="701164" y="294351"/>
                </a:lnTo>
                <a:lnTo>
                  <a:pt x="692382" y="298313"/>
                </a:lnTo>
                <a:lnTo>
                  <a:pt x="683514" y="302190"/>
                </a:lnTo>
                <a:lnTo>
                  <a:pt x="674560" y="306000"/>
                </a:lnTo>
                <a:lnTo>
                  <a:pt x="665521" y="309724"/>
                </a:lnTo>
                <a:lnTo>
                  <a:pt x="656406" y="313363"/>
                </a:lnTo>
                <a:lnTo>
                  <a:pt x="647214" y="316935"/>
                </a:lnTo>
                <a:lnTo>
                  <a:pt x="637937" y="320421"/>
                </a:lnTo>
                <a:lnTo>
                  <a:pt x="628593" y="323831"/>
                </a:lnTo>
                <a:lnTo>
                  <a:pt x="619182" y="327165"/>
                </a:lnTo>
                <a:lnTo>
                  <a:pt x="609695" y="330413"/>
                </a:lnTo>
                <a:lnTo>
                  <a:pt x="600142" y="333585"/>
                </a:lnTo>
                <a:lnTo>
                  <a:pt x="590531" y="336680"/>
                </a:lnTo>
                <a:lnTo>
                  <a:pt x="580854" y="339700"/>
                </a:lnTo>
                <a:lnTo>
                  <a:pt x="571119" y="342643"/>
                </a:lnTo>
                <a:lnTo>
                  <a:pt x="561318" y="345510"/>
                </a:lnTo>
                <a:lnTo>
                  <a:pt x="551478" y="348301"/>
                </a:lnTo>
                <a:lnTo>
                  <a:pt x="541572" y="351015"/>
                </a:lnTo>
                <a:lnTo>
                  <a:pt x="531619" y="353654"/>
                </a:lnTo>
                <a:lnTo>
                  <a:pt x="521627" y="356225"/>
                </a:lnTo>
                <a:lnTo>
                  <a:pt x="511578" y="358721"/>
                </a:lnTo>
                <a:lnTo>
                  <a:pt x="501491" y="361140"/>
                </a:lnTo>
                <a:lnTo>
                  <a:pt x="491357" y="363493"/>
                </a:lnTo>
                <a:lnTo>
                  <a:pt x="481184" y="365770"/>
                </a:lnTo>
                <a:lnTo>
                  <a:pt x="470964" y="367979"/>
                </a:lnTo>
                <a:lnTo>
                  <a:pt x="460715" y="370122"/>
                </a:lnTo>
                <a:lnTo>
                  <a:pt x="450428" y="372189"/>
                </a:lnTo>
                <a:lnTo>
                  <a:pt x="440112" y="374190"/>
                </a:lnTo>
                <a:lnTo>
                  <a:pt x="429758" y="376123"/>
                </a:lnTo>
                <a:lnTo>
                  <a:pt x="419376" y="377990"/>
                </a:lnTo>
                <a:lnTo>
                  <a:pt x="408965" y="379800"/>
                </a:lnTo>
                <a:lnTo>
                  <a:pt x="398526" y="381533"/>
                </a:lnTo>
                <a:lnTo>
                  <a:pt x="388068" y="383210"/>
                </a:lnTo>
                <a:lnTo>
                  <a:pt x="377571" y="384820"/>
                </a:lnTo>
                <a:lnTo>
                  <a:pt x="367055" y="386372"/>
                </a:lnTo>
                <a:lnTo>
                  <a:pt x="356521" y="387858"/>
                </a:lnTo>
                <a:lnTo>
                  <a:pt x="345967" y="389287"/>
                </a:lnTo>
                <a:lnTo>
                  <a:pt x="335385" y="390658"/>
                </a:lnTo>
                <a:lnTo>
                  <a:pt x="324793" y="391963"/>
                </a:lnTo>
                <a:lnTo>
                  <a:pt x="314182" y="393211"/>
                </a:lnTo>
                <a:lnTo>
                  <a:pt x="303552" y="394411"/>
                </a:lnTo>
                <a:lnTo>
                  <a:pt x="292903" y="395545"/>
                </a:lnTo>
                <a:lnTo>
                  <a:pt x="282245" y="396631"/>
                </a:lnTo>
                <a:lnTo>
                  <a:pt x="271567" y="397650"/>
                </a:lnTo>
                <a:lnTo>
                  <a:pt x="260880" y="398621"/>
                </a:lnTo>
                <a:lnTo>
                  <a:pt x="250184" y="399545"/>
                </a:lnTo>
                <a:lnTo>
                  <a:pt x="239478" y="400402"/>
                </a:lnTo>
                <a:lnTo>
                  <a:pt x="228752" y="401222"/>
                </a:lnTo>
                <a:lnTo>
                  <a:pt x="218027" y="401984"/>
                </a:lnTo>
                <a:lnTo>
                  <a:pt x="207283" y="402698"/>
                </a:lnTo>
                <a:lnTo>
                  <a:pt x="196539" y="403365"/>
                </a:lnTo>
                <a:lnTo>
                  <a:pt x="185785" y="403974"/>
                </a:lnTo>
                <a:lnTo>
                  <a:pt x="175031" y="404546"/>
                </a:lnTo>
                <a:lnTo>
                  <a:pt x="164259" y="405060"/>
                </a:lnTo>
                <a:lnTo>
                  <a:pt x="153495" y="405536"/>
                </a:lnTo>
                <a:lnTo>
                  <a:pt x="142713" y="405956"/>
                </a:lnTo>
                <a:lnTo>
                  <a:pt x="131931" y="406336"/>
                </a:lnTo>
                <a:lnTo>
                  <a:pt x="121148" y="406679"/>
                </a:lnTo>
                <a:lnTo>
                  <a:pt x="110366" y="406965"/>
                </a:lnTo>
                <a:lnTo>
                  <a:pt x="99574" y="407213"/>
                </a:lnTo>
                <a:lnTo>
                  <a:pt x="88783" y="407422"/>
                </a:lnTo>
                <a:lnTo>
                  <a:pt x="77991" y="407584"/>
                </a:lnTo>
                <a:lnTo>
                  <a:pt x="67189" y="407708"/>
                </a:lnTo>
                <a:lnTo>
                  <a:pt x="56398" y="407794"/>
                </a:lnTo>
                <a:lnTo>
                  <a:pt x="45596" y="407832"/>
                </a:lnTo>
                <a:lnTo>
                  <a:pt x="34804" y="407841"/>
                </a:lnTo>
                <a:lnTo>
                  <a:pt x="24003" y="407803"/>
                </a:lnTo>
                <a:lnTo>
                  <a:pt x="13202" y="407727"/>
                </a:lnTo>
                <a:lnTo>
                  <a:pt x="2410" y="407613"/>
                </a:lnTo>
                <a:lnTo>
                  <a:pt x="0" y="407508"/>
                </a:lnTo>
                <a:lnTo>
                  <a:pt x="10792" y="407337"/>
                </a:lnTo>
                <a:lnTo>
                  <a:pt x="21584" y="407051"/>
                </a:lnTo>
                <a:lnTo>
                  <a:pt x="32366" y="406679"/>
                </a:lnTo>
                <a:lnTo>
                  <a:pt x="43139" y="406222"/>
                </a:lnTo>
                <a:lnTo>
                  <a:pt x="53902" y="405689"/>
                </a:lnTo>
                <a:lnTo>
                  <a:pt x="64656" y="405079"/>
                </a:lnTo>
                <a:lnTo>
                  <a:pt x="75400" y="404403"/>
                </a:lnTo>
                <a:lnTo>
                  <a:pt x="86125" y="403650"/>
                </a:lnTo>
                <a:lnTo>
                  <a:pt x="96850" y="402822"/>
                </a:lnTo>
                <a:lnTo>
                  <a:pt x="107547" y="401926"/>
                </a:lnTo>
                <a:lnTo>
                  <a:pt x="118234" y="400964"/>
                </a:lnTo>
                <a:lnTo>
                  <a:pt x="128911" y="399926"/>
                </a:lnTo>
                <a:lnTo>
                  <a:pt x="139560" y="398812"/>
                </a:lnTo>
                <a:lnTo>
                  <a:pt x="150190" y="397631"/>
                </a:lnTo>
                <a:lnTo>
                  <a:pt x="160801" y="396373"/>
                </a:lnTo>
                <a:lnTo>
                  <a:pt x="171393" y="395040"/>
                </a:lnTo>
                <a:lnTo>
                  <a:pt x="181956" y="393621"/>
                </a:lnTo>
                <a:lnTo>
                  <a:pt x="192491" y="392135"/>
                </a:lnTo>
                <a:lnTo>
                  <a:pt x="202997" y="390563"/>
                </a:lnTo>
                <a:lnTo>
                  <a:pt x="213474" y="388915"/>
                </a:lnTo>
                <a:lnTo>
                  <a:pt x="223914" y="387182"/>
                </a:lnTo>
                <a:lnTo>
                  <a:pt x="234315" y="385362"/>
                </a:lnTo>
                <a:lnTo>
                  <a:pt x="244678" y="383457"/>
                </a:lnTo>
                <a:lnTo>
                  <a:pt x="255003" y="381457"/>
                </a:lnTo>
                <a:lnTo>
                  <a:pt x="265281" y="379371"/>
                </a:lnTo>
                <a:lnTo>
                  <a:pt x="275501" y="377180"/>
                </a:lnTo>
                <a:lnTo>
                  <a:pt x="285683" y="374904"/>
                </a:lnTo>
                <a:lnTo>
                  <a:pt x="295799" y="372532"/>
                </a:lnTo>
                <a:lnTo>
                  <a:pt x="305848" y="370046"/>
                </a:lnTo>
                <a:lnTo>
                  <a:pt x="315839" y="367465"/>
                </a:lnTo>
                <a:lnTo>
                  <a:pt x="325755" y="364769"/>
                </a:lnTo>
                <a:lnTo>
                  <a:pt x="335594" y="361969"/>
                </a:lnTo>
                <a:lnTo>
                  <a:pt x="345348" y="359054"/>
                </a:lnTo>
                <a:lnTo>
                  <a:pt x="355016" y="356016"/>
                </a:lnTo>
                <a:lnTo>
                  <a:pt x="364588" y="352863"/>
                </a:lnTo>
                <a:lnTo>
                  <a:pt x="374056" y="349596"/>
                </a:lnTo>
                <a:lnTo>
                  <a:pt x="383410" y="346196"/>
                </a:lnTo>
                <a:lnTo>
                  <a:pt x="392640" y="342671"/>
                </a:lnTo>
                <a:lnTo>
                  <a:pt x="401745" y="339014"/>
                </a:lnTo>
                <a:lnTo>
                  <a:pt x="410708" y="335223"/>
                </a:lnTo>
                <a:lnTo>
                  <a:pt x="419529" y="331289"/>
                </a:lnTo>
                <a:lnTo>
                  <a:pt x="428187" y="327222"/>
                </a:lnTo>
                <a:lnTo>
                  <a:pt x="436674" y="323012"/>
                </a:lnTo>
                <a:lnTo>
                  <a:pt x="444970" y="318668"/>
                </a:lnTo>
                <a:lnTo>
                  <a:pt x="453085" y="314173"/>
                </a:lnTo>
                <a:lnTo>
                  <a:pt x="460981" y="309534"/>
                </a:lnTo>
                <a:lnTo>
                  <a:pt x="468668" y="304752"/>
                </a:lnTo>
                <a:lnTo>
                  <a:pt x="476117" y="299828"/>
                </a:lnTo>
                <a:lnTo>
                  <a:pt x="483327" y="294761"/>
                </a:lnTo>
                <a:lnTo>
                  <a:pt x="490271" y="289550"/>
                </a:lnTo>
                <a:lnTo>
                  <a:pt x="496948" y="284207"/>
                </a:lnTo>
                <a:lnTo>
                  <a:pt x="503349" y="278721"/>
                </a:lnTo>
                <a:lnTo>
                  <a:pt x="509445" y="273110"/>
                </a:lnTo>
                <a:lnTo>
                  <a:pt x="515245" y="267367"/>
                </a:lnTo>
                <a:lnTo>
                  <a:pt x="520732" y="261509"/>
                </a:lnTo>
                <a:lnTo>
                  <a:pt x="525894" y="255527"/>
                </a:lnTo>
                <a:lnTo>
                  <a:pt x="530723" y="249441"/>
                </a:lnTo>
                <a:lnTo>
                  <a:pt x="535229" y="243259"/>
                </a:lnTo>
                <a:lnTo>
                  <a:pt x="539391" y="236982"/>
                </a:lnTo>
                <a:lnTo>
                  <a:pt x="543211" y="230619"/>
                </a:lnTo>
                <a:lnTo>
                  <a:pt x="546697" y="224171"/>
                </a:lnTo>
                <a:lnTo>
                  <a:pt x="549840" y="217665"/>
                </a:lnTo>
                <a:lnTo>
                  <a:pt x="552650" y="211093"/>
                </a:lnTo>
                <a:lnTo>
                  <a:pt x="555117" y="204473"/>
                </a:lnTo>
                <a:lnTo>
                  <a:pt x="557260" y="197796"/>
                </a:lnTo>
                <a:lnTo>
                  <a:pt x="559079" y="191091"/>
                </a:lnTo>
                <a:lnTo>
                  <a:pt x="560584" y="184356"/>
                </a:lnTo>
                <a:lnTo>
                  <a:pt x="561785" y="177594"/>
                </a:lnTo>
                <a:lnTo>
                  <a:pt x="562680" y="170812"/>
                </a:lnTo>
                <a:lnTo>
                  <a:pt x="563280" y="164011"/>
                </a:lnTo>
                <a:lnTo>
                  <a:pt x="563604" y="157210"/>
                </a:lnTo>
                <a:lnTo>
                  <a:pt x="563661" y="150409"/>
                </a:lnTo>
                <a:lnTo>
                  <a:pt x="563442" y="143599"/>
                </a:lnTo>
                <a:lnTo>
                  <a:pt x="562975" y="136798"/>
                </a:lnTo>
                <a:lnTo>
                  <a:pt x="562261" y="130016"/>
                </a:lnTo>
                <a:lnTo>
                  <a:pt x="572252" y="128349"/>
                </a:lnTo>
                <a:lnTo>
                  <a:pt x="582778" y="126825"/>
                </a:lnTo>
                <a:lnTo>
                  <a:pt x="593265" y="125197"/>
                </a:lnTo>
                <a:lnTo>
                  <a:pt x="603714" y="123492"/>
                </a:lnTo>
                <a:lnTo>
                  <a:pt x="614134" y="121710"/>
                </a:lnTo>
                <a:lnTo>
                  <a:pt x="624526" y="119863"/>
                </a:lnTo>
                <a:lnTo>
                  <a:pt x="634879" y="117939"/>
                </a:lnTo>
                <a:lnTo>
                  <a:pt x="645204" y="115948"/>
                </a:lnTo>
                <a:lnTo>
                  <a:pt x="655501" y="113890"/>
                </a:lnTo>
                <a:lnTo>
                  <a:pt x="665759" y="111776"/>
                </a:lnTo>
                <a:lnTo>
                  <a:pt x="675989" y="109585"/>
                </a:lnTo>
                <a:lnTo>
                  <a:pt x="686181" y="107337"/>
                </a:lnTo>
                <a:lnTo>
                  <a:pt x="696335" y="105023"/>
                </a:lnTo>
                <a:lnTo>
                  <a:pt x="706450" y="102651"/>
                </a:lnTo>
                <a:lnTo>
                  <a:pt x="716537" y="100213"/>
                </a:lnTo>
                <a:lnTo>
                  <a:pt x="726577" y="97717"/>
                </a:lnTo>
                <a:lnTo>
                  <a:pt x="736578" y="95155"/>
                </a:lnTo>
                <a:lnTo>
                  <a:pt x="746541" y="92526"/>
                </a:lnTo>
                <a:lnTo>
                  <a:pt x="756456" y="89840"/>
                </a:lnTo>
                <a:lnTo>
                  <a:pt x="766334" y="87078"/>
                </a:lnTo>
                <a:lnTo>
                  <a:pt x="776154" y="84268"/>
                </a:lnTo>
                <a:lnTo>
                  <a:pt x="785936" y="81382"/>
                </a:lnTo>
                <a:lnTo>
                  <a:pt x="795661" y="78429"/>
                </a:lnTo>
                <a:lnTo>
                  <a:pt x="805348" y="75409"/>
                </a:lnTo>
                <a:lnTo>
                  <a:pt x="814969" y="72323"/>
                </a:lnTo>
                <a:lnTo>
                  <a:pt x="824541" y="69180"/>
                </a:lnTo>
                <a:lnTo>
                  <a:pt x="834057" y="65951"/>
                </a:lnTo>
                <a:lnTo>
                  <a:pt x="843505" y="62665"/>
                </a:lnTo>
                <a:lnTo>
                  <a:pt x="852897" y="59303"/>
                </a:lnTo>
                <a:lnTo>
                  <a:pt x="862222" y="55874"/>
                </a:lnTo>
                <a:lnTo>
                  <a:pt x="871480" y="52378"/>
                </a:lnTo>
                <a:lnTo>
                  <a:pt x="880672" y="48806"/>
                </a:lnTo>
                <a:lnTo>
                  <a:pt x="889787" y="45158"/>
                </a:lnTo>
                <a:lnTo>
                  <a:pt x="898827" y="41434"/>
                </a:lnTo>
                <a:lnTo>
                  <a:pt x="907790" y="37643"/>
                </a:lnTo>
                <a:lnTo>
                  <a:pt x="916667" y="33766"/>
                </a:lnTo>
                <a:lnTo>
                  <a:pt x="925459" y="29823"/>
                </a:lnTo>
                <a:lnTo>
                  <a:pt x="934174" y="25794"/>
                </a:lnTo>
                <a:lnTo>
                  <a:pt x="942785" y="21698"/>
                </a:lnTo>
                <a:lnTo>
                  <a:pt x="951309" y="17516"/>
                </a:lnTo>
                <a:lnTo>
                  <a:pt x="959729" y="13259"/>
                </a:lnTo>
                <a:lnTo>
                  <a:pt x="968045" y="8915"/>
                </a:lnTo>
                <a:lnTo>
                  <a:pt x="976255" y="4496"/>
                </a:lnTo>
                <a:lnTo>
                  <a:pt x="984361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9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DA79E07E-5AE9-4625-B572-67362996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386" y="3310366"/>
            <a:ext cx="2672372" cy="447742"/>
          </a:xfrm>
          <a:custGeom xmlns:a="http://schemas.openxmlformats.org/drawingml/2006/main">
            <a:pathLst>
              <a:path w="2672372" h="447742">
                <a:moveTo>
                  <a:pt x="2671543" y="0"/>
                </a:moveTo>
                <a:lnTo>
                  <a:pt x="2672372" y="16488"/>
                </a:lnTo>
                <a:lnTo>
                  <a:pt x="2672001" y="32985"/>
                </a:lnTo>
                <a:lnTo>
                  <a:pt x="2670715" y="49463"/>
                </a:lnTo>
                <a:lnTo>
                  <a:pt x="2668553" y="65903"/>
                </a:lnTo>
                <a:lnTo>
                  <a:pt x="2665571" y="82296"/>
                </a:lnTo>
                <a:lnTo>
                  <a:pt x="2661771" y="98622"/>
                </a:lnTo>
                <a:lnTo>
                  <a:pt x="2657142" y="114862"/>
                </a:lnTo>
                <a:lnTo>
                  <a:pt x="2651674" y="130988"/>
                </a:lnTo>
                <a:lnTo>
                  <a:pt x="2645369" y="146999"/>
                </a:lnTo>
                <a:lnTo>
                  <a:pt x="2638187" y="162868"/>
                </a:lnTo>
                <a:lnTo>
                  <a:pt x="2630119" y="178565"/>
                </a:lnTo>
                <a:lnTo>
                  <a:pt x="2621156" y="194062"/>
                </a:lnTo>
                <a:lnTo>
                  <a:pt x="2611269" y="209340"/>
                </a:lnTo>
                <a:lnTo>
                  <a:pt x="2600439" y="224361"/>
                </a:lnTo>
                <a:lnTo>
                  <a:pt x="2588657" y="239097"/>
                </a:lnTo>
                <a:lnTo>
                  <a:pt x="2575912" y="253498"/>
                </a:lnTo>
                <a:lnTo>
                  <a:pt x="2562196" y="267557"/>
                </a:lnTo>
                <a:lnTo>
                  <a:pt x="2547509" y="281207"/>
                </a:lnTo>
                <a:lnTo>
                  <a:pt x="2531869" y="294437"/>
                </a:lnTo>
                <a:lnTo>
                  <a:pt x="2515276" y="307200"/>
                </a:lnTo>
                <a:lnTo>
                  <a:pt x="2497760" y="319459"/>
                </a:lnTo>
                <a:lnTo>
                  <a:pt x="2479358" y="331184"/>
                </a:lnTo>
                <a:lnTo>
                  <a:pt x="2460088" y="342357"/>
                </a:lnTo>
                <a:lnTo>
                  <a:pt x="2440019" y="352939"/>
                </a:lnTo>
                <a:lnTo>
                  <a:pt x="2419179" y="362922"/>
                </a:lnTo>
                <a:lnTo>
                  <a:pt x="2397633" y="372294"/>
                </a:lnTo>
                <a:lnTo>
                  <a:pt x="2375440" y="381048"/>
                </a:lnTo>
                <a:lnTo>
                  <a:pt x="2352656" y="389163"/>
                </a:lnTo>
                <a:lnTo>
                  <a:pt x="2329348" y="396659"/>
                </a:lnTo>
                <a:lnTo>
                  <a:pt x="2305555" y="403546"/>
                </a:lnTo>
                <a:lnTo>
                  <a:pt x="2281342" y="409813"/>
                </a:lnTo>
                <a:lnTo>
                  <a:pt x="2256768" y="415500"/>
                </a:lnTo>
                <a:lnTo>
                  <a:pt x="2231879" y="420605"/>
                </a:lnTo>
                <a:lnTo>
                  <a:pt x="2206723" y="425158"/>
                </a:lnTo>
                <a:lnTo>
                  <a:pt x="2181330" y="429168"/>
                </a:lnTo>
                <a:lnTo>
                  <a:pt x="2155755" y="432673"/>
                </a:lnTo>
                <a:lnTo>
                  <a:pt x="2130019" y="435674"/>
                </a:lnTo>
                <a:lnTo>
                  <a:pt x="2104149" y="438207"/>
                </a:lnTo>
                <a:lnTo>
                  <a:pt x="2078184" y="440284"/>
                </a:lnTo>
                <a:lnTo>
                  <a:pt x="2052142" y="441941"/>
                </a:lnTo>
                <a:lnTo>
                  <a:pt x="2026034" y="443170"/>
                </a:lnTo>
                <a:lnTo>
                  <a:pt x="1999879" y="443760"/>
                </a:lnTo>
                <a:lnTo>
                  <a:pt x="1973704" y="444141"/>
                </a:lnTo>
                <a:lnTo>
                  <a:pt x="1947529" y="444456"/>
                </a:lnTo>
                <a:lnTo>
                  <a:pt x="1921364" y="444713"/>
                </a:lnTo>
                <a:lnTo>
                  <a:pt x="1895189" y="444941"/>
                </a:lnTo>
                <a:lnTo>
                  <a:pt x="1869015" y="445151"/>
                </a:lnTo>
                <a:lnTo>
                  <a:pt x="1842840" y="445341"/>
                </a:lnTo>
                <a:lnTo>
                  <a:pt x="1816656" y="445513"/>
                </a:lnTo>
                <a:lnTo>
                  <a:pt x="1790481" y="445665"/>
                </a:lnTo>
                <a:lnTo>
                  <a:pt x="1764306" y="445827"/>
                </a:lnTo>
                <a:lnTo>
                  <a:pt x="1738132" y="445961"/>
                </a:lnTo>
                <a:lnTo>
                  <a:pt x="1711957" y="446094"/>
                </a:lnTo>
                <a:lnTo>
                  <a:pt x="1685782" y="446218"/>
                </a:lnTo>
                <a:lnTo>
                  <a:pt x="1659607" y="446332"/>
                </a:lnTo>
                <a:lnTo>
                  <a:pt x="1633433" y="446446"/>
                </a:lnTo>
                <a:lnTo>
                  <a:pt x="1607249" y="446551"/>
                </a:lnTo>
                <a:lnTo>
                  <a:pt x="1581074" y="446646"/>
                </a:lnTo>
                <a:lnTo>
                  <a:pt x="1554899" y="446742"/>
                </a:lnTo>
                <a:lnTo>
                  <a:pt x="1528724" y="446827"/>
                </a:lnTo>
                <a:lnTo>
                  <a:pt x="1502550" y="446913"/>
                </a:lnTo>
                <a:lnTo>
                  <a:pt x="1476365" y="446989"/>
                </a:lnTo>
                <a:lnTo>
                  <a:pt x="1450191" y="447065"/>
                </a:lnTo>
                <a:lnTo>
                  <a:pt x="1424016" y="447132"/>
                </a:lnTo>
                <a:lnTo>
                  <a:pt x="1397841" y="447199"/>
                </a:lnTo>
                <a:lnTo>
                  <a:pt x="1371667" y="447265"/>
                </a:lnTo>
                <a:lnTo>
                  <a:pt x="1345482" y="447323"/>
                </a:lnTo>
                <a:lnTo>
                  <a:pt x="1319308" y="447380"/>
                </a:lnTo>
                <a:lnTo>
                  <a:pt x="1293133" y="447427"/>
                </a:lnTo>
                <a:lnTo>
                  <a:pt x="1266958" y="447475"/>
                </a:lnTo>
                <a:lnTo>
                  <a:pt x="1240784" y="447513"/>
                </a:lnTo>
                <a:lnTo>
                  <a:pt x="1214599" y="447561"/>
                </a:lnTo>
                <a:lnTo>
                  <a:pt x="1188425" y="447589"/>
                </a:lnTo>
                <a:lnTo>
                  <a:pt x="1162250" y="447618"/>
                </a:lnTo>
                <a:lnTo>
                  <a:pt x="1136075" y="447646"/>
                </a:lnTo>
                <a:lnTo>
                  <a:pt x="1109891" y="447675"/>
                </a:lnTo>
                <a:lnTo>
                  <a:pt x="1083716" y="447694"/>
                </a:lnTo>
                <a:lnTo>
                  <a:pt x="1057542" y="447713"/>
                </a:lnTo>
                <a:lnTo>
                  <a:pt x="1031367" y="447732"/>
                </a:lnTo>
                <a:lnTo>
                  <a:pt x="1005192" y="447732"/>
                </a:lnTo>
                <a:lnTo>
                  <a:pt x="979008" y="447742"/>
                </a:lnTo>
                <a:lnTo>
                  <a:pt x="952833" y="447742"/>
                </a:lnTo>
                <a:lnTo>
                  <a:pt x="926659" y="447742"/>
                </a:lnTo>
                <a:lnTo>
                  <a:pt x="900484" y="447732"/>
                </a:lnTo>
                <a:lnTo>
                  <a:pt x="874300" y="447723"/>
                </a:lnTo>
                <a:lnTo>
                  <a:pt x="848125" y="447713"/>
                </a:lnTo>
                <a:lnTo>
                  <a:pt x="821950" y="447694"/>
                </a:lnTo>
                <a:lnTo>
                  <a:pt x="795776" y="447665"/>
                </a:lnTo>
                <a:lnTo>
                  <a:pt x="769601" y="447646"/>
                </a:lnTo>
                <a:lnTo>
                  <a:pt x="743417" y="447608"/>
                </a:lnTo>
                <a:lnTo>
                  <a:pt x="717242" y="447570"/>
                </a:lnTo>
                <a:lnTo>
                  <a:pt x="691067" y="447532"/>
                </a:lnTo>
                <a:lnTo>
                  <a:pt x="664893" y="447484"/>
                </a:lnTo>
                <a:lnTo>
                  <a:pt x="638708" y="447427"/>
                </a:lnTo>
                <a:lnTo>
                  <a:pt x="612534" y="447370"/>
                </a:lnTo>
                <a:lnTo>
                  <a:pt x="586359" y="447313"/>
                </a:lnTo>
                <a:lnTo>
                  <a:pt x="560184" y="447237"/>
                </a:lnTo>
                <a:lnTo>
                  <a:pt x="534010" y="447161"/>
                </a:lnTo>
                <a:lnTo>
                  <a:pt x="507825" y="447084"/>
                </a:lnTo>
                <a:lnTo>
                  <a:pt x="481651" y="446989"/>
                </a:lnTo>
                <a:lnTo>
                  <a:pt x="455476" y="446884"/>
                </a:lnTo>
                <a:lnTo>
                  <a:pt x="429301" y="446780"/>
                </a:lnTo>
                <a:lnTo>
                  <a:pt x="403127" y="446656"/>
                </a:lnTo>
                <a:lnTo>
                  <a:pt x="376952" y="446532"/>
                </a:lnTo>
                <a:lnTo>
                  <a:pt x="350768" y="446389"/>
                </a:lnTo>
                <a:lnTo>
                  <a:pt x="324593" y="446237"/>
                </a:lnTo>
                <a:lnTo>
                  <a:pt x="298418" y="446065"/>
                </a:lnTo>
                <a:lnTo>
                  <a:pt x="272244" y="445884"/>
                </a:lnTo>
                <a:lnTo>
                  <a:pt x="246069" y="445684"/>
                </a:lnTo>
                <a:lnTo>
                  <a:pt x="219894" y="445465"/>
                </a:lnTo>
                <a:lnTo>
                  <a:pt x="193719" y="445218"/>
                </a:lnTo>
                <a:lnTo>
                  <a:pt x="167545" y="444941"/>
                </a:lnTo>
                <a:lnTo>
                  <a:pt x="141380" y="444627"/>
                </a:lnTo>
                <a:lnTo>
                  <a:pt x="115205" y="444275"/>
                </a:lnTo>
                <a:lnTo>
                  <a:pt x="89040" y="443846"/>
                </a:lnTo>
                <a:lnTo>
                  <a:pt x="62875" y="443332"/>
                </a:lnTo>
                <a:lnTo>
                  <a:pt x="36719" y="442655"/>
                </a:lnTo>
                <a:lnTo>
                  <a:pt x="10601" y="441589"/>
                </a:lnTo>
                <a:lnTo>
                  <a:pt x="4858" y="428177"/>
                </a:lnTo>
                <a:lnTo>
                  <a:pt x="4505" y="411680"/>
                </a:lnTo>
                <a:lnTo>
                  <a:pt x="4162" y="395183"/>
                </a:lnTo>
                <a:lnTo>
                  <a:pt x="3810" y="378685"/>
                </a:lnTo>
                <a:lnTo>
                  <a:pt x="3467" y="362188"/>
                </a:lnTo>
                <a:lnTo>
                  <a:pt x="3124" y="345691"/>
                </a:lnTo>
                <a:lnTo>
                  <a:pt x="2772" y="329194"/>
                </a:lnTo>
                <a:lnTo>
                  <a:pt x="2429" y="312696"/>
                </a:lnTo>
                <a:lnTo>
                  <a:pt x="2076" y="296199"/>
                </a:lnTo>
                <a:lnTo>
                  <a:pt x="1734" y="279702"/>
                </a:lnTo>
                <a:lnTo>
                  <a:pt x="1391" y="263204"/>
                </a:lnTo>
                <a:lnTo>
                  <a:pt x="1038" y="246707"/>
                </a:lnTo>
                <a:lnTo>
                  <a:pt x="695" y="230210"/>
                </a:lnTo>
                <a:lnTo>
                  <a:pt x="343" y="213712"/>
                </a:lnTo>
                <a:lnTo>
                  <a:pt x="0" y="197215"/>
                </a:lnTo>
                <a:lnTo>
                  <a:pt x="9601" y="186423"/>
                </a:lnTo>
                <a:lnTo>
                  <a:pt x="35709" y="185223"/>
                </a:lnTo>
                <a:lnTo>
                  <a:pt x="61836" y="184214"/>
                </a:lnTo>
                <a:lnTo>
                  <a:pt x="87982" y="183375"/>
                </a:lnTo>
                <a:lnTo>
                  <a:pt x="114138" y="182680"/>
                </a:lnTo>
                <a:lnTo>
                  <a:pt x="140294" y="182128"/>
                </a:lnTo>
                <a:lnTo>
                  <a:pt x="166468" y="181708"/>
                </a:lnTo>
                <a:lnTo>
                  <a:pt x="192634" y="181385"/>
                </a:lnTo>
                <a:lnTo>
                  <a:pt x="218808" y="181175"/>
                </a:lnTo>
                <a:lnTo>
                  <a:pt x="244993" y="181061"/>
                </a:lnTo>
                <a:lnTo>
                  <a:pt x="271167" y="181023"/>
                </a:lnTo>
                <a:lnTo>
                  <a:pt x="297342" y="181070"/>
                </a:lnTo>
                <a:lnTo>
                  <a:pt x="323517" y="181185"/>
                </a:lnTo>
                <a:lnTo>
                  <a:pt x="349691" y="181375"/>
                </a:lnTo>
                <a:lnTo>
                  <a:pt x="375866" y="181623"/>
                </a:lnTo>
                <a:lnTo>
                  <a:pt x="402041" y="181928"/>
                </a:lnTo>
                <a:lnTo>
                  <a:pt x="428206" y="182280"/>
                </a:lnTo>
                <a:lnTo>
                  <a:pt x="454381" y="182690"/>
                </a:lnTo>
                <a:lnTo>
                  <a:pt x="480546" y="183147"/>
                </a:lnTo>
                <a:lnTo>
                  <a:pt x="506711" y="183642"/>
                </a:lnTo>
                <a:lnTo>
                  <a:pt x="532876" y="184175"/>
                </a:lnTo>
                <a:lnTo>
                  <a:pt x="559032" y="184737"/>
                </a:lnTo>
                <a:lnTo>
                  <a:pt x="585197" y="185347"/>
                </a:lnTo>
                <a:lnTo>
                  <a:pt x="611353" y="185976"/>
                </a:lnTo>
                <a:lnTo>
                  <a:pt x="637508" y="186642"/>
                </a:lnTo>
                <a:lnTo>
                  <a:pt x="663664" y="187328"/>
                </a:lnTo>
                <a:lnTo>
                  <a:pt x="689810" y="188043"/>
                </a:lnTo>
                <a:lnTo>
                  <a:pt x="715966" y="188776"/>
                </a:lnTo>
                <a:lnTo>
                  <a:pt x="742112" y="189528"/>
                </a:lnTo>
                <a:lnTo>
                  <a:pt x="768267" y="190300"/>
                </a:lnTo>
                <a:lnTo>
                  <a:pt x="794414" y="191091"/>
                </a:lnTo>
                <a:lnTo>
                  <a:pt x="820560" y="191900"/>
                </a:lnTo>
                <a:lnTo>
                  <a:pt x="846706" y="192710"/>
                </a:lnTo>
                <a:lnTo>
                  <a:pt x="872842" y="193538"/>
                </a:lnTo>
                <a:lnTo>
                  <a:pt x="898989" y="194367"/>
                </a:lnTo>
                <a:lnTo>
                  <a:pt x="925135" y="195215"/>
                </a:lnTo>
                <a:lnTo>
                  <a:pt x="951271" y="196063"/>
                </a:lnTo>
                <a:lnTo>
                  <a:pt x="977417" y="196920"/>
                </a:lnTo>
                <a:lnTo>
                  <a:pt x="1003554" y="197768"/>
                </a:lnTo>
                <a:lnTo>
                  <a:pt x="1029700" y="198625"/>
                </a:lnTo>
                <a:lnTo>
                  <a:pt x="1055837" y="199482"/>
                </a:lnTo>
                <a:lnTo>
                  <a:pt x="1081983" y="200330"/>
                </a:lnTo>
                <a:lnTo>
                  <a:pt x="1108129" y="201178"/>
                </a:lnTo>
                <a:lnTo>
                  <a:pt x="1134266" y="202035"/>
                </a:lnTo>
                <a:lnTo>
                  <a:pt x="1160412" y="202873"/>
                </a:lnTo>
                <a:lnTo>
                  <a:pt x="1186548" y="203711"/>
                </a:lnTo>
                <a:lnTo>
                  <a:pt x="1212694" y="204521"/>
                </a:lnTo>
                <a:lnTo>
                  <a:pt x="1238841" y="205340"/>
                </a:lnTo>
                <a:lnTo>
                  <a:pt x="1264987" y="206131"/>
                </a:lnTo>
                <a:lnTo>
                  <a:pt x="1291133" y="206921"/>
                </a:lnTo>
                <a:lnTo>
                  <a:pt x="1317288" y="207683"/>
                </a:lnTo>
                <a:lnTo>
                  <a:pt x="1343435" y="208426"/>
                </a:lnTo>
                <a:lnTo>
                  <a:pt x="1369590" y="209150"/>
                </a:lnTo>
                <a:lnTo>
                  <a:pt x="1395736" y="209855"/>
                </a:lnTo>
                <a:lnTo>
                  <a:pt x="1421892" y="210531"/>
                </a:lnTo>
                <a:lnTo>
                  <a:pt x="1448048" y="211179"/>
                </a:lnTo>
                <a:lnTo>
                  <a:pt x="1474213" y="211798"/>
                </a:lnTo>
                <a:lnTo>
                  <a:pt x="1500368" y="212388"/>
                </a:lnTo>
                <a:lnTo>
                  <a:pt x="1526534" y="212941"/>
                </a:lnTo>
                <a:lnTo>
                  <a:pt x="1552699" y="213446"/>
                </a:lnTo>
                <a:lnTo>
                  <a:pt x="1578864" y="213922"/>
                </a:lnTo>
                <a:lnTo>
                  <a:pt x="1605029" y="214341"/>
                </a:lnTo>
                <a:lnTo>
                  <a:pt x="1631204" y="214722"/>
                </a:lnTo>
                <a:lnTo>
                  <a:pt x="1657369" y="215046"/>
                </a:lnTo>
                <a:lnTo>
                  <a:pt x="1683544" y="215313"/>
                </a:lnTo>
                <a:lnTo>
                  <a:pt x="1709718" y="215522"/>
                </a:lnTo>
                <a:lnTo>
                  <a:pt x="1735893" y="215656"/>
                </a:lnTo>
                <a:lnTo>
                  <a:pt x="1762077" y="215722"/>
                </a:lnTo>
                <a:lnTo>
                  <a:pt x="1788252" y="215703"/>
                </a:lnTo>
                <a:lnTo>
                  <a:pt x="1814427" y="215598"/>
                </a:lnTo>
                <a:lnTo>
                  <a:pt x="1840601" y="215398"/>
                </a:lnTo>
                <a:lnTo>
                  <a:pt x="1866776" y="215094"/>
                </a:lnTo>
                <a:lnTo>
                  <a:pt x="1892941" y="214674"/>
                </a:lnTo>
                <a:lnTo>
                  <a:pt x="1919107" y="214132"/>
                </a:lnTo>
                <a:lnTo>
                  <a:pt x="1945262" y="213436"/>
                </a:lnTo>
                <a:lnTo>
                  <a:pt x="1971399" y="212588"/>
                </a:lnTo>
                <a:lnTo>
                  <a:pt x="1997526" y="211560"/>
                </a:lnTo>
                <a:lnTo>
                  <a:pt x="2023634" y="210341"/>
                </a:lnTo>
                <a:lnTo>
                  <a:pt x="2049704" y="208883"/>
                </a:lnTo>
                <a:lnTo>
                  <a:pt x="2075736" y="207159"/>
                </a:lnTo>
                <a:lnTo>
                  <a:pt x="2101720" y="205130"/>
                </a:lnTo>
                <a:lnTo>
                  <a:pt x="2127618" y="202730"/>
                </a:lnTo>
                <a:lnTo>
                  <a:pt x="2153402" y="199892"/>
                </a:lnTo>
                <a:lnTo>
                  <a:pt x="2179025" y="196520"/>
                </a:lnTo>
                <a:lnTo>
                  <a:pt x="2204399" y="192472"/>
                </a:lnTo>
                <a:lnTo>
                  <a:pt x="2229374" y="187547"/>
                </a:lnTo>
                <a:lnTo>
                  <a:pt x="2253691" y="181451"/>
                </a:lnTo>
                <a:lnTo>
                  <a:pt x="2276780" y="173707"/>
                </a:lnTo>
                <a:lnTo>
                  <a:pt x="2297411" y="163601"/>
                </a:lnTo>
                <a:lnTo>
                  <a:pt x="2312832" y="150371"/>
                </a:lnTo>
                <a:lnTo>
                  <a:pt x="2319042" y="134474"/>
                </a:lnTo>
                <a:lnTo>
                  <a:pt x="2336587" y="126206"/>
                </a:lnTo>
                <a:lnTo>
                  <a:pt x="2361228" y="120634"/>
                </a:lnTo>
                <a:lnTo>
                  <a:pt x="2385527" y="114500"/>
                </a:lnTo>
                <a:lnTo>
                  <a:pt x="2409511" y="107899"/>
                </a:lnTo>
                <a:lnTo>
                  <a:pt x="2433190" y="100860"/>
                </a:lnTo>
                <a:lnTo>
                  <a:pt x="2456555" y="93421"/>
                </a:lnTo>
                <a:lnTo>
                  <a:pt x="2479605" y="85611"/>
                </a:lnTo>
                <a:lnTo>
                  <a:pt x="2502341" y="77429"/>
                </a:lnTo>
                <a:lnTo>
                  <a:pt x="2524744" y="68894"/>
                </a:lnTo>
                <a:lnTo>
                  <a:pt x="2546804" y="60017"/>
                </a:lnTo>
                <a:lnTo>
                  <a:pt x="2568521" y="50797"/>
                </a:lnTo>
                <a:lnTo>
                  <a:pt x="2589876" y="41262"/>
                </a:lnTo>
                <a:lnTo>
                  <a:pt x="2610869" y="31404"/>
                </a:lnTo>
                <a:lnTo>
                  <a:pt x="2631481" y="21241"/>
                </a:lnTo>
                <a:lnTo>
                  <a:pt x="2651712" y="10773"/>
                </a:lnTo>
                <a:lnTo>
                  <a:pt x="267154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3819B58F-E417-49EE-BC86-94F55D2C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072640"/>
            <a:ext cx="2671763" cy="1683991"/>
          </a:xfrm>
          <a:custGeom xmlns:a="http://schemas.openxmlformats.org/drawingml/2006/main">
            <a:pathLst>
              <a:path w="2671763" h="1683991">
                <a:moveTo>
                  <a:pt x="0" y="1683991"/>
                </a:moveTo>
                <a:lnTo>
                  <a:pt x="42901" y="1683991"/>
                </a:lnTo>
                <a:lnTo>
                  <a:pt x="85792" y="1683991"/>
                </a:lnTo>
                <a:lnTo>
                  <a:pt x="128692" y="1683991"/>
                </a:lnTo>
                <a:lnTo>
                  <a:pt x="171593" y="1683991"/>
                </a:lnTo>
                <a:lnTo>
                  <a:pt x="214493" y="1683991"/>
                </a:lnTo>
                <a:lnTo>
                  <a:pt x="257385" y="1683991"/>
                </a:lnTo>
                <a:lnTo>
                  <a:pt x="300285" y="1683991"/>
                </a:lnTo>
                <a:lnTo>
                  <a:pt x="343186" y="1683991"/>
                </a:lnTo>
                <a:lnTo>
                  <a:pt x="386086" y="1683991"/>
                </a:lnTo>
                <a:lnTo>
                  <a:pt x="428977" y="1683991"/>
                </a:lnTo>
                <a:lnTo>
                  <a:pt x="471878" y="1683991"/>
                </a:lnTo>
                <a:lnTo>
                  <a:pt x="514779" y="1683991"/>
                </a:lnTo>
                <a:lnTo>
                  <a:pt x="557670" y="1683991"/>
                </a:lnTo>
                <a:lnTo>
                  <a:pt x="600570" y="1683991"/>
                </a:lnTo>
                <a:lnTo>
                  <a:pt x="643471" y="1683991"/>
                </a:lnTo>
                <a:lnTo>
                  <a:pt x="686372" y="1683991"/>
                </a:lnTo>
                <a:lnTo>
                  <a:pt x="729263" y="1683991"/>
                </a:lnTo>
                <a:lnTo>
                  <a:pt x="772163" y="1683991"/>
                </a:lnTo>
                <a:lnTo>
                  <a:pt x="815064" y="1683991"/>
                </a:lnTo>
                <a:lnTo>
                  <a:pt x="857964" y="1683991"/>
                </a:lnTo>
                <a:lnTo>
                  <a:pt x="900855" y="1683991"/>
                </a:lnTo>
                <a:lnTo>
                  <a:pt x="943756" y="1683991"/>
                </a:lnTo>
                <a:lnTo>
                  <a:pt x="986657" y="1683991"/>
                </a:lnTo>
                <a:lnTo>
                  <a:pt x="1029557" y="1683991"/>
                </a:lnTo>
                <a:lnTo>
                  <a:pt x="1072448" y="1683991"/>
                </a:lnTo>
                <a:lnTo>
                  <a:pt x="1115349" y="1683991"/>
                </a:lnTo>
                <a:lnTo>
                  <a:pt x="1158250" y="1683991"/>
                </a:lnTo>
                <a:lnTo>
                  <a:pt x="1201141" y="1683991"/>
                </a:lnTo>
                <a:lnTo>
                  <a:pt x="1244041" y="1683991"/>
                </a:lnTo>
                <a:lnTo>
                  <a:pt x="1286942" y="1683991"/>
                </a:lnTo>
                <a:lnTo>
                  <a:pt x="1329842" y="1683991"/>
                </a:lnTo>
                <a:lnTo>
                  <a:pt x="1372733" y="1683991"/>
                </a:lnTo>
                <a:lnTo>
                  <a:pt x="1415634" y="1683991"/>
                </a:lnTo>
                <a:lnTo>
                  <a:pt x="1458535" y="1683991"/>
                </a:lnTo>
                <a:lnTo>
                  <a:pt x="1501435" y="1683991"/>
                </a:lnTo>
                <a:lnTo>
                  <a:pt x="1544326" y="1683991"/>
                </a:lnTo>
                <a:lnTo>
                  <a:pt x="1587227" y="1683991"/>
                </a:lnTo>
                <a:lnTo>
                  <a:pt x="1630128" y="1683991"/>
                </a:lnTo>
                <a:lnTo>
                  <a:pt x="1673019" y="1683991"/>
                </a:lnTo>
                <a:lnTo>
                  <a:pt x="1715919" y="1683991"/>
                </a:lnTo>
                <a:lnTo>
                  <a:pt x="1758820" y="1683991"/>
                </a:lnTo>
                <a:lnTo>
                  <a:pt x="1801292" y="1680943"/>
                </a:lnTo>
                <a:lnTo>
                  <a:pt x="1843526" y="1676219"/>
                </a:lnTo>
                <a:lnTo>
                  <a:pt x="1885769" y="1671495"/>
                </a:lnTo>
                <a:lnTo>
                  <a:pt x="1928003" y="1666770"/>
                </a:lnTo>
                <a:lnTo>
                  <a:pt x="1970246" y="1662046"/>
                </a:lnTo>
                <a:lnTo>
                  <a:pt x="2012480" y="1657331"/>
                </a:lnTo>
                <a:lnTo>
                  <a:pt x="2054723" y="1652607"/>
                </a:lnTo>
                <a:lnTo>
                  <a:pt x="2096957" y="1647882"/>
                </a:lnTo>
                <a:lnTo>
                  <a:pt x="2129199" y="1631337"/>
                </a:lnTo>
                <a:lnTo>
                  <a:pt x="2158975" y="1611868"/>
                </a:lnTo>
                <a:lnTo>
                  <a:pt x="2188740" y="1592399"/>
                </a:lnTo>
                <a:lnTo>
                  <a:pt x="2218506" y="1572930"/>
                </a:lnTo>
                <a:lnTo>
                  <a:pt x="2248271" y="1553461"/>
                </a:lnTo>
                <a:lnTo>
                  <a:pt x="2278037" y="1533992"/>
                </a:lnTo>
                <a:lnTo>
                  <a:pt x="2307803" y="1514523"/>
                </a:lnTo>
                <a:lnTo>
                  <a:pt x="2337568" y="1495054"/>
                </a:lnTo>
                <a:lnTo>
                  <a:pt x="2367334" y="1475584"/>
                </a:lnTo>
                <a:lnTo>
                  <a:pt x="2397100" y="1456115"/>
                </a:lnTo>
                <a:lnTo>
                  <a:pt x="2426875" y="1436646"/>
                </a:lnTo>
                <a:lnTo>
                  <a:pt x="2456640" y="1417177"/>
                </a:lnTo>
                <a:lnTo>
                  <a:pt x="2486406" y="1397699"/>
                </a:lnTo>
                <a:lnTo>
                  <a:pt x="2516172" y="1378229"/>
                </a:lnTo>
                <a:lnTo>
                  <a:pt x="2545937" y="1358760"/>
                </a:lnTo>
                <a:lnTo>
                  <a:pt x="2575703" y="1339291"/>
                </a:lnTo>
                <a:lnTo>
                  <a:pt x="2605469" y="1319822"/>
                </a:lnTo>
                <a:lnTo>
                  <a:pt x="2635234" y="1300353"/>
                </a:lnTo>
                <a:lnTo>
                  <a:pt x="2665000" y="1280884"/>
                </a:lnTo>
                <a:lnTo>
                  <a:pt x="2671763" y="1255566"/>
                </a:lnTo>
                <a:lnTo>
                  <a:pt x="2671763" y="1228525"/>
                </a:lnTo>
                <a:lnTo>
                  <a:pt x="2671763" y="1201493"/>
                </a:lnTo>
                <a:lnTo>
                  <a:pt x="2671763" y="1174452"/>
                </a:lnTo>
                <a:lnTo>
                  <a:pt x="2671763" y="1147410"/>
                </a:lnTo>
                <a:lnTo>
                  <a:pt x="2671763" y="1120378"/>
                </a:lnTo>
                <a:lnTo>
                  <a:pt x="2671763" y="1093337"/>
                </a:lnTo>
                <a:lnTo>
                  <a:pt x="2671763" y="1066295"/>
                </a:lnTo>
                <a:lnTo>
                  <a:pt x="2671763" y="1039263"/>
                </a:lnTo>
                <a:lnTo>
                  <a:pt x="2671763" y="1012222"/>
                </a:lnTo>
                <a:lnTo>
                  <a:pt x="2671763" y="985180"/>
                </a:lnTo>
                <a:lnTo>
                  <a:pt x="2671763" y="958148"/>
                </a:lnTo>
                <a:lnTo>
                  <a:pt x="2671763" y="931107"/>
                </a:lnTo>
                <a:lnTo>
                  <a:pt x="2671763" y="904065"/>
                </a:lnTo>
                <a:lnTo>
                  <a:pt x="2671763" y="877033"/>
                </a:lnTo>
                <a:lnTo>
                  <a:pt x="2671763" y="849992"/>
                </a:lnTo>
                <a:lnTo>
                  <a:pt x="2671763" y="822950"/>
                </a:lnTo>
                <a:lnTo>
                  <a:pt x="2671763" y="795919"/>
                </a:lnTo>
                <a:lnTo>
                  <a:pt x="2671763" y="768877"/>
                </a:lnTo>
                <a:lnTo>
                  <a:pt x="2671763" y="741836"/>
                </a:lnTo>
                <a:lnTo>
                  <a:pt x="2671763" y="714804"/>
                </a:lnTo>
                <a:lnTo>
                  <a:pt x="2671763" y="687762"/>
                </a:lnTo>
                <a:lnTo>
                  <a:pt x="2671763" y="660721"/>
                </a:lnTo>
                <a:lnTo>
                  <a:pt x="2671763" y="633689"/>
                </a:lnTo>
                <a:lnTo>
                  <a:pt x="2671763" y="606647"/>
                </a:lnTo>
                <a:lnTo>
                  <a:pt x="2671763" y="579606"/>
                </a:lnTo>
                <a:lnTo>
                  <a:pt x="2671763" y="552574"/>
                </a:lnTo>
                <a:lnTo>
                  <a:pt x="2671763" y="525532"/>
                </a:lnTo>
                <a:lnTo>
                  <a:pt x="2671763" y="498491"/>
                </a:lnTo>
                <a:lnTo>
                  <a:pt x="2671763" y="471459"/>
                </a:lnTo>
                <a:lnTo>
                  <a:pt x="2671763" y="444417"/>
                </a:lnTo>
                <a:lnTo>
                  <a:pt x="2671763" y="417376"/>
                </a:lnTo>
                <a:lnTo>
                  <a:pt x="2671763" y="390344"/>
                </a:lnTo>
                <a:lnTo>
                  <a:pt x="2671763" y="363303"/>
                </a:lnTo>
                <a:lnTo>
                  <a:pt x="2671763" y="336261"/>
                </a:lnTo>
                <a:lnTo>
                  <a:pt x="2671763" y="309229"/>
                </a:lnTo>
                <a:lnTo>
                  <a:pt x="2671763" y="282188"/>
                </a:lnTo>
                <a:lnTo>
                  <a:pt x="2671763" y="255146"/>
                </a:lnTo>
                <a:lnTo>
                  <a:pt x="2671763" y="228114"/>
                </a:lnTo>
                <a:lnTo>
                  <a:pt x="2671763" y="201073"/>
                </a:lnTo>
                <a:lnTo>
                  <a:pt x="2671763" y="174031"/>
                </a:lnTo>
                <a:lnTo>
                  <a:pt x="2671763" y="146999"/>
                </a:lnTo>
                <a:lnTo>
                  <a:pt x="2671763" y="119958"/>
                </a:lnTo>
                <a:lnTo>
                  <a:pt x="2671763" y="92916"/>
                </a:lnTo>
                <a:lnTo>
                  <a:pt x="2671763" y="65884"/>
                </a:lnTo>
                <a:lnTo>
                  <a:pt x="2671763" y="38843"/>
                </a:lnTo>
                <a:lnTo>
                  <a:pt x="2671763" y="11801"/>
                </a:lnTo>
                <a:lnTo>
                  <a:pt x="2647598" y="0"/>
                </a:lnTo>
                <a:lnTo>
                  <a:pt x="2604697" y="0"/>
                </a:lnTo>
                <a:lnTo>
                  <a:pt x="2561796" y="0"/>
                </a:lnTo>
                <a:lnTo>
                  <a:pt x="2518896" y="0"/>
                </a:lnTo>
                <a:lnTo>
                  <a:pt x="2476005" y="0"/>
                </a:lnTo>
                <a:lnTo>
                  <a:pt x="2433104" y="0"/>
                </a:lnTo>
                <a:lnTo>
                  <a:pt x="2390204" y="0"/>
                </a:lnTo>
                <a:lnTo>
                  <a:pt x="2347303" y="0"/>
                </a:lnTo>
                <a:lnTo>
                  <a:pt x="2304412" y="0"/>
                </a:lnTo>
                <a:lnTo>
                  <a:pt x="2261511" y="0"/>
                </a:lnTo>
                <a:lnTo>
                  <a:pt x="2218611" y="0"/>
                </a:lnTo>
                <a:lnTo>
                  <a:pt x="2175720" y="0"/>
                </a:lnTo>
                <a:lnTo>
                  <a:pt x="2132819" y="0"/>
                </a:lnTo>
                <a:lnTo>
                  <a:pt x="2089918" y="0"/>
                </a:lnTo>
                <a:lnTo>
                  <a:pt x="2047018" y="0"/>
                </a:lnTo>
                <a:lnTo>
                  <a:pt x="2004127" y="0"/>
                </a:lnTo>
                <a:lnTo>
                  <a:pt x="1961226" y="0"/>
                </a:lnTo>
                <a:lnTo>
                  <a:pt x="1918325" y="0"/>
                </a:lnTo>
                <a:lnTo>
                  <a:pt x="1875425" y="0"/>
                </a:lnTo>
                <a:lnTo>
                  <a:pt x="1832534" y="0"/>
                </a:lnTo>
                <a:lnTo>
                  <a:pt x="1789633" y="0"/>
                </a:lnTo>
                <a:lnTo>
                  <a:pt x="1746733" y="0"/>
                </a:lnTo>
                <a:lnTo>
                  <a:pt x="1703832" y="0"/>
                </a:lnTo>
                <a:lnTo>
                  <a:pt x="1660941" y="0"/>
                </a:lnTo>
                <a:lnTo>
                  <a:pt x="1618040" y="0"/>
                </a:lnTo>
                <a:lnTo>
                  <a:pt x="1575140" y="0"/>
                </a:lnTo>
                <a:lnTo>
                  <a:pt x="1532249" y="0"/>
                </a:lnTo>
                <a:lnTo>
                  <a:pt x="1489348" y="0"/>
                </a:lnTo>
                <a:lnTo>
                  <a:pt x="1446447" y="0"/>
                </a:lnTo>
                <a:lnTo>
                  <a:pt x="1403547" y="0"/>
                </a:lnTo>
                <a:lnTo>
                  <a:pt x="1360656" y="0"/>
                </a:lnTo>
                <a:lnTo>
                  <a:pt x="1317755" y="0"/>
                </a:lnTo>
                <a:lnTo>
                  <a:pt x="1274855" y="0"/>
                </a:lnTo>
                <a:lnTo>
                  <a:pt x="1231954" y="0"/>
                </a:lnTo>
                <a:lnTo>
                  <a:pt x="1189063" y="0"/>
                </a:lnTo>
                <a:lnTo>
                  <a:pt x="1146162" y="0"/>
                </a:lnTo>
                <a:lnTo>
                  <a:pt x="1103262" y="0"/>
                </a:lnTo>
                <a:lnTo>
                  <a:pt x="1060371" y="0"/>
                </a:lnTo>
                <a:lnTo>
                  <a:pt x="1017470" y="0"/>
                </a:lnTo>
                <a:lnTo>
                  <a:pt x="974569" y="0"/>
                </a:lnTo>
                <a:lnTo>
                  <a:pt x="931669" y="0"/>
                </a:lnTo>
                <a:lnTo>
                  <a:pt x="888778" y="0"/>
                </a:lnTo>
                <a:lnTo>
                  <a:pt x="845877" y="0"/>
                </a:lnTo>
                <a:lnTo>
                  <a:pt x="802977" y="0"/>
                </a:lnTo>
                <a:lnTo>
                  <a:pt x="760076" y="0"/>
                </a:lnTo>
                <a:lnTo>
                  <a:pt x="717185" y="0"/>
                </a:lnTo>
                <a:lnTo>
                  <a:pt x="674284" y="0"/>
                </a:lnTo>
                <a:lnTo>
                  <a:pt x="631384" y="0"/>
                </a:lnTo>
                <a:lnTo>
                  <a:pt x="588483" y="0"/>
                </a:lnTo>
                <a:lnTo>
                  <a:pt x="545592" y="0"/>
                </a:lnTo>
                <a:lnTo>
                  <a:pt x="502691" y="0"/>
                </a:lnTo>
                <a:lnTo>
                  <a:pt x="459791" y="0"/>
                </a:lnTo>
                <a:lnTo>
                  <a:pt x="416900" y="0"/>
                </a:lnTo>
                <a:lnTo>
                  <a:pt x="373999" y="0"/>
                </a:lnTo>
                <a:lnTo>
                  <a:pt x="331099" y="0"/>
                </a:lnTo>
                <a:lnTo>
                  <a:pt x="288198" y="0"/>
                </a:lnTo>
                <a:lnTo>
                  <a:pt x="245307" y="0"/>
                </a:lnTo>
                <a:lnTo>
                  <a:pt x="202406" y="0"/>
                </a:lnTo>
                <a:lnTo>
                  <a:pt x="159506" y="0"/>
                </a:lnTo>
                <a:lnTo>
                  <a:pt x="116605" y="0"/>
                </a:lnTo>
                <a:lnTo>
                  <a:pt x="73714" y="0"/>
                </a:lnTo>
                <a:lnTo>
                  <a:pt x="30813" y="0"/>
                </a:lnTo>
                <a:lnTo>
                  <a:pt x="0" y="7620"/>
                </a:lnTo>
                <a:lnTo>
                  <a:pt x="0" y="34652"/>
                </a:lnTo>
                <a:lnTo>
                  <a:pt x="0" y="61693"/>
                </a:lnTo>
                <a:lnTo>
                  <a:pt x="0" y="88735"/>
                </a:lnTo>
                <a:lnTo>
                  <a:pt x="0" y="115767"/>
                </a:lnTo>
                <a:lnTo>
                  <a:pt x="0" y="142808"/>
                </a:lnTo>
                <a:lnTo>
                  <a:pt x="0" y="169850"/>
                </a:lnTo>
                <a:lnTo>
                  <a:pt x="0" y="196882"/>
                </a:lnTo>
                <a:lnTo>
                  <a:pt x="0" y="223923"/>
                </a:lnTo>
                <a:lnTo>
                  <a:pt x="0" y="250965"/>
                </a:lnTo>
                <a:lnTo>
                  <a:pt x="0" y="277997"/>
                </a:lnTo>
                <a:lnTo>
                  <a:pt x="0" y="305038"/>
                </a:lnTo>
                <a:lnTo>
                  <a:pt x="0" y="332080"/>
                </a:lnTo>
                <a:lnTo>
                  <a:pt x="0" y="359112"/>
                </a:lnTo>
                <a:lnTo>
                  <a:pt x="0" y="386153"/>
                </a:lnTo>
                <a:lnTo>
                  <a:pt x="0" y="413195"/>
                </a:lnTo>
                <a:lnTo>
                  <a:pt x="0" y="440226"/>
                </a:lnTo>
                <a:lnTo>
                  <a:pt x="0" y="467268"/>
                </a:lnTo>
                <a:lnTo>
                  <a:pt x="0" y="494309"/>
                </a:lnTo>
                <a:lnTo>
                  <a:pt x="0" y="521341"/>
                </a:lnTo>
                <a:lnTo>
                  <a:pt x="0" y="548383"/>
                </a:lnTo>
                <a:lnTo>
                  <a:pt x="0" y="575424"/>
                </a:lnTo>
                <a:lnTo>
                  <a:pt x="0" y="602456"/>
                </a:lnTo>
                <a:lnTo>
                  <a:pt x="0" y="629498"/>
                </a:lnTo>
                <a:lnTo>
                  <a:pt x="0" y="656539"/>
                </a:lnTo>
                <a:lnTo>
                  <a:pt x="0" y="683571"/>
                </a:lnTo>
                <a:lnTo>
                  <a:pt x="0" y="710613"/>
                </a:lnTo>
                <a:lnTo>
                  <a:pt x="0" y="737654"/>
                </a:lnTo>
                <a:lnTo>
                  <a:pt x="0" y="764686"/>
                </a:lnTo>
                <a:lnTo>
                  <a:pt x="0" y="791728"/>
                </a:lnTo>
                <a:lnTo>
                  <a:pt x="0" y="818769"/>
                </a:lnTo>
                <a:lnTo>
                  <a:pt x="0" y="845801"/>
                </a:lnTo>
                <a:lnTo>
                  <a:pt x="0" y="872842"/>
                </a:lnTo>
                <a:lnTo>
                  <a:pt x="0" y="899884"/>
                </a:lnTo>
                <a:lnTo>
                  <a:pt x="0" y="926916"/>
                </a:lnTo>
                <a:lnTo>
                  <a:pt x="0" y="953957"/>
                </a:lnTo>
                <a:lnTo>
                  <a:pt x="0" y="980999"/>
                </a:lnTo>
                <a:lnTo>
                  <a:pt x="0" y="1008031"/>
                </a:lnTo>
                <a:lnTo>
                  <a:pt x="0" y="1035072"/>
                </a:lnTo>
                <a:lnTo>
                  <a:pt x="0" y="1062114"/>
                </a:lnTo>
                <a:lnTo>
                  <a:pt x="0" y="1089146"/>
                </a:lnTo>
                <a:lnTo>
                  <a:pt x="0" y="1116187"/>
                </a:lnTo>
                <a:lnTo>
                  <a:pt x="0" y="1143229"/>
                </a:lnTo>
                <a:lnTo>
                  <a:pt x="0" y="1170261"/>
                </a:lnTo>
                <a:lnTo>
                  <a:pt x="0" y="1197302"/>
                </a:lnTo>
                <a:lnTo>
                  <a:pt x="0" y="1224344"/>
                </a:lnTo>
                <a:lnTo>
                  <a:pt x="0" y="1251375"/>
                </a:lnTo>
                <a:lnTo>
                  <a:pt x="0" y="1278417"/>
                </a:lnTo>
                <a:lnTo>
                  <a:pt x="0" y="1305458"/>
                </a:lnTo>
                <a:lnTo>
                  <a:pt x="0" y="1332490"/>
                </a:lnTo>
                <a:lnTo>
                  <a:pt x="0" y="1359532"/>
                </a:lnTo>
                <a:lnTo>
                  <a:pt x="0" y="1386573"/>
                </a:lnTo>
                <a:lnTo>
                  <a:pt x="0" y="1413605"/>
                </a:lnTo>
                <a:lnTo>
                  <a:pt x="0" y="1440647"/>
                </a:lnTo>
                <a:lnTo>
                  <a:pt x="0" y="1467688"/>
                </a:lnTo>
                <a:lnTo>
                  <a:pt x="0" y="1494720"/>
                </a:lnTo>
                <a:lnTo>
                  <a:pt x="0" y="1521762"/>
                </a:lnTo>
                <a:lnTo>
                  <a:pt x="0" y="1548803"/>
                </a:lnTo>
                <a:lnTo>
                  <a:pt x="0" y="1575835"/>
                </a:lnTo>
                <a:lnTo>
                  <a:pt x="0" y="1602877"/>
                </a:lnTo>
                <a:lnTo>
                  <a:pt x="0" y="1629918"/>
                </a:lnTo>
                <a:lnTo>
                  <a:pt x="0" y="1656950"/>
                </a:lnTo>
                <a:lnTo>
                  <a:pt x="0" y="16839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1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C9764F79-67DA-4980-9464-D064B6B5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072640"/>
            <a:ext cx="2671763" cy="28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D8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F2653BBD-0EFC-4CD2-93D7-F3382172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7578" y="3349104"/>
            <a:ext cx="984361" cy="407841"/>
          </a:xfrm>
          <a:custGeom xmlns:a="http://schemas.openxmlformats.org/drawingml/2006/main">
            <a:pathLst>
              <a:path w="984361" h="407841">
                <a:moveTo>
                  <a:pt x="984361" y="0"/>
                </a:moveTo>
                <a:lnTo>
                  <a:pt x="983190" y="6763"/>
                </a:lnTo>
                <a:lnTo>
                  <a:pt x="981647" y="13497"/>
                </a:lnTo>
                <a:lnTo>
                  <a:pt x="979856" y="20212"/>
                </a:lnTo>
                <a:lnTo>
                  <a:pt x="977837" y="26899"/>
                </a:lnTo>
                <a:lnTo>
                  <a:pt x="975608" y="33557"/>
                </a:lnTo>
                <a:lnTo>
                  <a:pt x="973188" y="40186"/>
                </a:lnTo>
                <a:lnTo>
                  <a:pt x="970578" y="46796"/>
                </a:lnTo>
                <a:lnTo>
                  <a:pt x="967797" y="53369"/>
                </a:lnTo>
                <a:lnTo>
                  <a:pt x="964844" y="59912"/>
                </a:lnTo>
                <a:lnTo>
                  <a:pt x="961730" y="66427"/>
                </a:lnTo>
                <a:lnTo>
                  <a:pt x="958444" y="72914"/>
                </a:lnTo>
                <a:lnTo>
                  <a:pt x="954996" y="79362"/>
                </a:lnTo>
                <a:lnTo>
                  <a:pt x="951386" y="85773"/>
                </a:lnTo>
                <a:lnTo>
                  <a:pt x="947623" y="92154"/>
                </a:lnTo>
                <a:lnTo>
                  <a:pt x="943708" y="98498"/>
                </a:lnTo>
                <a:lnTo>
                  <a:pt x="939632" y="104794"/>
                </a:lnTo>
                <a:lnTo>
                  <a:pt x="935412" y="111062"/>
                </a:lnTo>
                <a:lnTo>
                  <a:pt x="931031" y="117281"/>
                </a:lnTo>
                <a:lnTo>
                  <a:pt x="926506" y="123463"/>
                </a:lnTo>
                <a:lnTo>
                  <a:pt x="921820" y="129597"/>
                </a:lnTo>
                <a:lnTo>
                  <a:pt x="917000" y="135684"/>
                </a:lnTo>
                <a:lnTo>
                  <a:pt x="912028" y="141722"/>
                </a:lnTo>
                <a:lnTo>
                  <a:pt x="906904" y="147714"/>
                </a:lnTo>
                <a:lnTo>
                  <a:pt x="901646" y="153657"/>
                </a:lnTo>
                <a:lnTo>
                  <a:pt x="896226" y="159544"/>
                </a:lnTo>
                <a:lnTo>
                  <a:pt x="890683" y="165383"/>
                </a:lnTo>
                <a:lnTo>
                  <a:pt x="884987" y="171164"/>
                </a:lnTo>
                <a:lnTo>
                  <a:pt x="879158" y="176889"/>
                </a:lnTo>
                <a:lnTo>
                  <a:pt x="873176" y="182556"/>
                </a:lnTo>
                <a:lnTo>
                  <a:pt x="867070" y="188166"/>
                </a:lnTo>
                <a:lnTo>
                  <a:pt x="860822" y="193719"/>
                </a:lnTo>
                <a:lnTo>
                  <a:pt x="854440" y="199206"/>
                </a:lnTo>
                <a:lnTo>
                  <a:pt x="847925" y="204635"/>
                </a:lnTo>
                <a:lnTo>
                  <a:pt x="841267" y="209998"/>
                </a:lnTo>
                <a:lnTo>
                  <a:pt x="834495" y="215294"/>
                </a:lnTo>
                <a:lnTo>
                  <a:pt x="827580" y="220523"/>
                </a:lnTo>
                <a:lnTo>
                  <a:pt x="820550" y="225685"/>
                </a:lnTo>
                <a:lnTo>
                  <a:pt x="813387" y="230781"/>
                </a:lnTo>
                <a:lnTo>
                  <a:pt x="806101" y="235801"/>
                </a:lnTo>
                <a:lnTo>
                  <a:pt x="798690" y="240754"/>
                </a:lnTo>
                <a:lnTo>
                  <a:pt x="791166" y="245631"/>
                </a:lnTo>
                <a:lnTo>
                  <a:pt x="783527" y="250441"/>
                </a:lnTo>
                <a:lnTo>
                  <a:pt x="775773" y="255175"/>
                </a:lnTo>
                <a:lnTo>
                  <a:pt x="767896" y="259832"/>
                </a:lnTo>
                <a:lnTo>
                  <a:pt x="759914" y="264414"/>
                </a:lnTo>
                <a:lnTo>
                  <a:pt x="751827" y="268929"/>
                </a:lnTo>
                <a:lnTo>
                  <a:pt x="743636" y="273358"/>
                </a:lnTo>
                <a:lnTo>
                  <a:pt x="735340" y="277711"/>
                </a:lnTo>
                <a:lnTo>
                  <a:pt x="726938" y="281988"/>
                </a:lnTo>
                <a:lnTo>
                  <a:pt x="718442" y="286188"/>
                </a:lnTo>
                <a:lnTo>
                  <a:pt x="709851" y="290303"/>
                </a:lnTo>
                <a:lnTo>
                  <a:pt x="701164" y="294351"/>
                </a:lnTo>
                <a:lnTo>
                  <a:pt x="692382" y="298313"/>
                </a:lnTo>
                <a:lnTo>
                  <a:pt x="683514" y="302190"/>
                </a:lnTo>
                <a:lnTo>
                  <a:pt x="674560" y="306000"/>
                </a:lnTo>
                <a:lnTo>
                  <a:pt x="665521" y="309724"/>
                </a:lnTo>
                <a:lnTo>
                  <a:pt x="656406" y="313363"/>
                </a:lnTo>
                <a:lnTo>
                  <a:pt x="647214" y="316935"/>
                </a:lnTo>
                <a:lnTo>
                  <a:pt x="637937" y="320421"/>
                </a:lnTo>
                <a:lnTo>
                  <a:pt x="628593" y="323831"/>
                </a:lnTo>
                <a:lnTo>
                  <a:pt x="619182" y="327165"/>
                </a:lnTo>
                <a:lnTo>
                  <a:pt x="609695" y="330413"/>
                </a:lnTo>
                <a:lnTo>
                  <a:pt x="600142" y="333585"/>
                </a:lnTo>
                <a:lnTo>
                  <a:pt x="590531" y="336680"/>
                </a:lnTo>
                <a:lnTo>
                  <a:pt x="580854" y="339700"/>
                </a:lnTo>
                <a:lnTo>
                  <a:pt x="571119" y="342643"/>
                </a:lnTo>
                <a:lnTo>
                  <a:pt x="561318" y="345510"/>
                </a:lnTo>
                <a:lnTo>
                  <a:pt x="551478" y="348301"/>
                </a:lnTo>
                <a:lnTo>
                  <a:pt x="541572" y="351015"/>
                </a:lnTo>
                <a:lnTo>
                  <a:pt x="531619" y="353654"/>
                </a:lnTo>
                <a:lnTo>
                  <a:pt x="521627" y="356225"/>
                </a:lnTo>
                <a:lnTo>
                  <a:pt x="511578" y="358721"/>
                </a:lnTo>
                <a:lnTo>
                  <a:pt x="501491" y="361140"/>
                </a:lnTo>
                <a:lnTo>
                  <a:pt x="491357" y="363493"/>
                </a:lnTo>
                <a:lnTo>
                  <a:pt x="481184" y="365770"/>
                </a:lnTo>
                <a:lnTo>
                  <a:pt x="470964" y="367979"/>
                </a:lnTo>
                <a:lnTo>
                  <a:pt x="460715" y="370122"/>
                </a:lnTo>
                <a:lnTo>
                  <a:pt x="450428" y="372189"/>
                </a:lnTo>
                <a:lnTo>
                  <a:pt x="440112" y="374190"/>
                </a:lnTo>
                <a:lnTo>
                  <a:pt x="429758" y="376123"/>
                </a:lnTo>
                <a:lnTo>
                  <a:pt x="419376" y="377990"/>
                </a:lnTo>
                <a:lnTo>
                  <a:pt x="408965" y="379800"/>
                </a:lnTo>
                <a:lnTo>
                  <a:pt x="398526" y="381533"/>
                </a:lnTo>
                <a:lnTo>
                  <a:pt x="388068" y="383210"/>
                </a:lnTo>
                <a:lnTo>
                  <a:pt x="377571" y="384820"/>
                </a:lnTo>
                <a:lnTo>
                  <a:pt x="367055" y="386372"/>
                </a:lnTo>
                <a:lnTo>
                  <a:pt x="356521" y="387858"/>
                </a:lnTo>
                <a:lnTo>
                  <a:pt x="345967" y="389287"/>
                </a:lnTo>
                <a:lnTo>
                  <a:pt x="335385" y="390658"/>
                </a:lnTo>
                <a:lnTo>
                  <a:pt x="324793" y="391963"/>
                </a:lnTo>
                <a:lnTo>
                  <a:pt x="314182" y="393211"/>
                </a:lnTo>
                <a:lnTo>
                  <a:pt x="303552" y="394411"/>
                </a:lnTo>
                <a:lnTo>
                  <a:pt x="292903" y="395545"/>
                </a:lnTo>
                <a:lnTo>
                  <a:pt x="282245" y="396631"/>
                </a:lnTo>
                <a:lnTo>
                  <a:pt x="271567" y="397650"/>
                </a:lnTo>
                <a:lnTo>
                  <a:pt x="260880" y="398621"/>
                </a:lnTo>
                <a:lnTo>
                  <a:pt x="250184" y="399545"/>
                </a:lnTo>
                <a:lnTo>
                  <a:pt x="239478" y="400402"/>
                </a:lnTo>
                <a:lnTo>
                  <a:pt x="228752" y="401222"/>
                </a:lnTo>
                <a:lnTo>
                  <a:pt x="218027" y="401984"/>
                </a:lnTo>
                <a:lnTo>
                  <a:pt x="207283" y="402698"/>
                </a:lnTo>
                <a:lnTo>
                  <a:pt x="196539" y="403365"/>
                </a:lnTo>
                <a:lnTo>
                  <a:pt x="185785" y="403974"/>
                </a:lnTo>
                <a:lnTo>
                  <a:pt x="175031" y="404546"/>
                </a:lnTo>
                <a:lnTo>
                  <a:pt x="164259" y="405060"/>
                </a:lnTo>
                <a:lnTo>
                  <a:pt x="153495" y="405536"/>
                </a:lnTo>
                <a:lnTo>
                  <a:pt x="142713" y="405956"/>
                </a:lnTo>
                <a:lnTo>
                  <a:pt x="131931" y="406336"/>
                </a:lnTo>
                <a:lnTo>
                  <a:pt x="121148" y="406679"/>
                </a:lnTo>
                <a:lnTo>
                  <a:pt x="110366" y="406965"/>
                </a:lnTo>
                <a:lnTo>
                  <a:pt x="99574" y="407213"/>
                </a:lnTo>
                <a:lnTo>
                  <a:pt x="88783" y="407422"/>
                </a:lnTo>
                <a:lnTo>
                  <a:pt x="77991" y="407584"/>
                </a:lnTo>
                <a:lnTo>
                  <a:pt x="67189" y="407708"/>
                </a:lnTo>
                <a:lnTo>
                  <a:pt x="56398" y="407794"/>
                </a:lnTo>
                <a:lnTo>
                  <a:pt x="45596" y="407832"/>
                </a:lnTo>
                <a:lnTo>
                  <a:pt x="34804" y="407841"/>
                </a:lnTo>
                <a:lnTo>
                  <a:pt x="24003" y="407803"/>
                </a:lnTo>
                <a:lnTo>
                  <a:pt x="13202" y="407727"/>
                </a:lnTo>
                <a:lnTo>
                  <a:pt x="2410" y="407613"/>
                </a:lnTo>
                <a:lnTo>
                  <a:pt x="0" y="407508"/>
                </a:lnTo>
                <a:lnTo>
                  <a:pt x="10792" y="407337"/>
                </a:lnTo>
                <a:lnTo>
                  <a:pt x="21584" y="407051"/>
                </a:lnTo>
                <a:lnTo>
                  <a:pt x="32366" y="406679"/>
                </a:lnTo>
                <a:lnTo>
                  <a:pt x="43139" y="406222"/>
                </a:lnTo>
                <a:lnTo>
                  <a:pt x="53902" y="405689"/>
                </a:lnTo>
                <a:lnTo>
                  <a:pt x="64656" y="405079"/>
                </a:lnTo>
                <a:lnTo>
                  <a:pt x="75400" y="404403"/>
                </a:lnTo>
                <a:lnTo>
                  <a:pt x="86125" y="403650"/>
                </a:lnTo>
                <a:lnTo>
                  <a:pt x="96850" y="402822"/>
                </a:lnTo>
                <a:lnTo>
                  <a:pt x="107547" y="401926"/>
                </a:lnTo>
                <a:lnTo>
                  <a:pt x="118234" y="400964"/>
                </a:lnTo>
                <a:lnTo>
                  <a:pt x="128911" y="399926"/>
                </a:lnTo>
                <a:lnTo>
                  <a:pt x="139560" y="398812"/>
                </a:lnTo>
                <a:lnTo>
                  <a:pt x="150190" y="397631"/>
                </a:lnTo>
                <a:lnTo>
                  <a:pt x="160801" y="396373"/>
                </a:lnTo>
                <a:lnTo>
                  <a:pt x="171393" y="395040"/>
                </a:lnTo>
                <a:lnTo>
                  <a:pt x="181956" y="393621"/>
                </a:lnTo>
                <a:lnTo>
                  <a:pt x="192491" y="392135"/>
                </a:lnTo>
                <a:lnTo>
                  <a:pt x="202997" y="390563"/>
                </a:lnTo>
                <a:lnTo>
                  <a:pt x="213474" y="388915"/>
                </a:lnTo>
                <a:lnTo>
                  <a:pt x="223914" y="387182"/>
                </a:lnTo>
                <a:lnTo>
                  <a:pt x="234315" y="385362"/>
                </a:lnTo>
                <a:lnTo>
                  <a:pt x="244678" y="383457"/>
                </a:lnTo>
                <a:lnTo>
                  <a:pt x="255003" y="381457"/>
                </a:lnTo>
                <a:lnTo>
                  <a:pt x="265281" y="379371"/>
                </a:lnTo>
                <a:lnTo>
                  <a:pt x="275501" y="377180"/>
                </a:lnTo>
                <a:lnTo>
                  <a:pt x="285683" y="374904"/>
                </a:lnTo>
                <a:lnTo>
                  <a:pt x="295799" y="372532"/>
                </a:lnTo>
                <a:lnTo>
                  <a:pt x="305848" y="370046"/>
                </a:lnTo>
                <a:lnTo>
                  <a:pt x="315839" y="367465"/>
                </a:lnTo>
                <a:lnTo>
                  <a:pt x="325755" y="364769"/>
                </a:lnTo>
                <a:lnTo>
                  <a:pt x="335594" y="361969"/>
                </a:lnTo>
                <a:lnTo>
                  <a:pt x="345348" y="359054"/>
                </a:lnTo>
                <a:lnTo>
                  <a:pt x="355016" y="356016"/>
                </a:lnTo>
                <a:lnTo>
                  <a:pt x="364588" y="352863"/>
                </a:lnTo>
                <a:lnTo>
                  <a:pt x="374056" y="349596"/>
                </a:lnTo>
                <a:lnTo>
                  <a:pt x="383410" y="346196"/>
                </a:lnTo>
                <a:lnTo>
                  <a:pt x="392640" y="342671"/>
                </a:lnTo>
                <a:lnTo>
                  <a:pt x="401745" y="339014"/>
                </a:lnTo>
                <a:lnTo>
                  <a:pt x="410708" y="335223"/>
                </a:lnTo>
                <a:lnTo>
                  <a:pt x="419529" y="331289"/>
                </a:lnTo>
                <a:lnTo>
                  <a:pt x="428187" y="327222"/>
                </a:lnTo>
                <a:lnTo>
                  <a:pt x="436674" y="323012"/>
                </a:lnTo>
                <a:lnTo>
                  <a:pt x="444970" y="318668"/>
                </a:lnTo>
                <a:lnTo>
                  <a:pt x="453085" y="314173"/>
                </a:lnTo>
                <a:lnTo>
                  <a:pt x="460981" y="309534"/>
                </a:lnTo>
                <a:lnTo>
                  <a:pt x="468668" y="304752"/>
                </a:lnTo>
                <a:lnTo>
                  <a:pt x="476117" y="299828"/>
                </a:lnTo>
                <a:lnTo>
                  <a:pt x="483327" y="294761"/>
                </a:lnTo>
                <a:lnTo>
                  <a:pt x="490271" y="289550"/>
                </a:lnTo>
                <a:lnTo>
                  <a:pt x="496948" y="284207"/>
                </a:lnTo>
                <a:lnTo>
                  <a:pt x="503349" y="278721"/>
                </a:lnTo>
                <a:lnTo>
                  <a:pt x="509445" y="273110"/>
                </a:lnTo>
                <a:lnTo>
                  <a:pt x="515245" y="267367"/>
                </a:lnTo>
                <a:lnTo>
                  <a:pt x="520732" y="261509"/>
                </a:lnTo>
                <a:lnTo>
                  <a:pt x="525894" y="255527"/>
                </a:lnTo>
                <a:lnTo>
                  <a:pt x="530723" y="249441"/>
                </a:lnTo>
                <a:lnTo>
                  <a:pt x="535229" y="243259"/>
                </a:lnTo>
                <a:lnTo>
                  <a:pt x="539391" y="236982"/>
                </a:lnTo>
                <a:lnTo>
                  <a:pt x="543211" y="230619"/>
                </a:lnTo>
                <a:lnTo>
                  <a:pt x="546697" y="224171"/>
                </a:lnTo>
                <a:lnTo>
                  <a:pt x="549840" y="217665"/>
                </a:lnTo>
                <a:lnTo>
                  <a:pt x="552650" y="211093"/>
                </a:lnTo>
                <a:lnTo>
                  <a:pt x="555117" y="204473"/>
                </a:lnTo>
                <a:lnTo>
                  <a:pt x="557260" y="197796"/>
                </a:lnTo>
                <a:lnTo>
                  <a:pt x="559079" y="191091"/>
                </a:lnTo>
                <a:lnTo>
                  <a:pt x="560584" y="184356"/>
                </a:lnTo>
                <a:lnTo>
                  <a:pt x="561785" y="177594"/>
                </a:lnTo>
                <a:lnTo>
                  <a:pt x="562680" y="170812"/>
                </a:lnTo>
                <a:lnTo>
                  <a:pt x="563280" y="164011"/>
                </a:lnTo>
                <a:lnTo>
                  <a:pt x="563604" y="157210"/>
                </a:lnTo>
                <a:lnTo>
                  <a:pt x="563661" y="150409"/>
                </a:lnTo>
                <a:lnTo>
                  <a:pt x="563442" y="143599"/>
                </a:lnTo>
                <a:lnTo>
                  <a:pt x="562975" y="136798"/>
                </a:lnTo>
                <a:lnTo>
                  <a:pt x="562261" y="130016"/>
                </a:lnTo>
                <a:lnTo>
                  <a:pt x="572252" y="128349"/>
                </a:lnTo>
                <a:lnTo>
                  <a:pt x="582778" y="126825"/>
                </a:lnTo>
                <a:lnTo>
                  <a:pt x="593265" y="125197"/>
                </a:lnTo>
                <a:lnTo>
                  <a:pt x="603714" y="123492"/>
                </a:lnTo>
                <a:lnTo>
                  <a:pt x="614134" y="121710"/>
                </a:lnTo>
                <a:lnTo>
                  <a:pt x="624526" y="119863"/>
                </a:lnTo>
                <a:lnTo>
                  <a:pt x="634879" y="117939"/>
                </a:lnTo>
                <a:lnTo>
                  <a:pt x="645204" y="115948"/>
                </a:lnTo>
                <a:lnTo>
                  <a:pt x="655501" y="113890"/>
                </a:lnTo>
                <a:lnTo>
                  <a:pt x="665759" y="111776"/>
                </a:lnTo>
                <a:lnTo>
                  <a:pt x="675989" y="109585"/>
                </a:lnTo>
                <a:lnTo>
                  <a:pt x="686181" y="107337"/>
                </a:lnTo>
                <a:lnTo>
                  <a:pt x="696335" y="105023"/>
                </a:lnTo>
                <a:lnTo>
                  <a:pt x="706450" y="102651"/>
                </a:lnTo>
                <a:lnTo>
                  <a:pt x="716537" y="100213"/>
                </a:lnTo>
                <a:lnTo>
                  <a:pt x="726577" y="97717"/>
                </a:lnTo>
                <a:lnTo>
                  <a:pt x="736578" y="95155"/>
                </a:lnTo>
                <a:lnTo>
                  <a:pt x="746541" y="92526"/>
                </a:lnTo>
                <a:lnTo>
                  <a:pt x="756456" y="89840"/>
                </a:lnTo>
                <a:lnTo>
                  <a:pt x="766334" y="87078"/>
                </a:lnTo>
                <a:lnTo>
                  <a:pt x="776154" y="84268"/>
                </a:lnTo>
                <a:lnTo>
                  <a:pt x="785936" y="81382"/>
                </a:lnTo>
                <a:lnTo>
                  <a:pt x="795661" y="78429"/>
                </a:lnTo>
                <a:lnTo>
                  <a:pt x="805348" y="75409"/>
                </a:lnTo>
                <a:lnTo>
                  <a:pt x="814969" y="72323"/>
                </a:lnTo>
                <a:lnTo>
                  <a:pt x="824541" y="69180"/>
                </a:lnTo>
                <a:lnTo>
                  <a:pt x="834057" y="65951"/>
                </a:lnTo>
                <a:lnTo>
                  <a:pt x="843505" y="62665"/>
                </a:lnTo>
                <a:lnTo>
                  <a:pt x="852897" y="59303"/>
                </a:lnTo>
                <a:lnTo>
                  <a:pt x="862222" y="55874"/>
                </a:lnTo>
                <a:lnTo>
                  <a:pt x="871480" y="52378"/>
                </a:lnTo>
                <a:lnTo>
                  <a:pt x="880672" y="48806"/>
                </a:lnTo>
                <a:lnTo>
                  <a:pt x="889787" y="45158"/>
                </a:lnTo>
                <a:lnTo>
                  <a:pt x="898827" y="41434"/>
                </a:lnTo>
                <a:lnTo>
                  <a:pt x="907790" y="37643"/>
                </a:lnTo>
                <a:lnTo>
                  <a:pt x="916667" y="33766"/>
                </a:lnTo>
                <a:lnTo>
                  <a:pt x="925459" y="29823"/>
                </a:lnTo>
                <a:lnTo>
                  <a:pt x="934174" y="25794"/>
                </a:lnTo>
                <a:lnTo>
                  <a:pt x="942785" y="21698"/>
                </a:lnTo>
                <a:lnTo>
                  <a:pt x="951309" y="17516"/>
                </a:lnTo>
                <a:lnTo>
                  <a:pt x="959729" y="13259"/>
                </a:lnTo>
                <a:lnTo>
                  <a:pt x="968045" y="8915"/>
                </a:lnTo>
                <a:lnTo>
                  <a:pt x="976255" y="4496"/>
                </a:lnTo>
                <a:lnTo>
                  <a:pt x="984361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3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CDC27FEB-75CE-4BBD-8267-48879FCB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740" y="3310366"/>
            <a:ext cx="2672372" cy="447742"/>
          </a:xfrm>
          <a:custGeom xmlns:a="http://schemas.openxmlformats.org/drawingml/2006/main">
            <a:pathLst>
              <a:path w="2672372" h="447742">
                <a:moveTo>
                  <a:pt x="2671543" y="0"/>
                </a:moveTo>
                <a:lnTo>
                  <a:pt x="2672372" y="16488"/>
                </a:lnTo>
                <a:lnTo>
                  <a:pt x="2672001" y="32985"/>
                </a:lnTo>
                <a:lnTo>
                  <a:pt x="2670715" y="49463"/>
                </a:lnTo>
                <a:lnTo>
                  <a:pt x="2668553" y="65903"/>
                </a:lnTo>
                <a:lnTo>
                  <a:pt x="2665571" y="82296"/>
                </a:lnTo>
                <a:lnTo>
                  <a:pt x="2661771" y="98622"/>
                </a:lnTo>
                <a:lnTo>
                  <a:pt x="2657142" y="114862"/>
                </a:lnTo>
                <a:lnTo>
                  <a:pt x="2651674" y="130988"/>
                </a:lnTo>
                <a:lnTo>
                  <a:pt x="2645369" y="146999"/>
                </a:lnTo>
                <a:lnTo>
                  <a:pt x="2638187" y="162868"/>
                </a:lnTo>
                <a:lnTo>
                  <a:pt x="2630119" y="178565"/>
                </a:lnTo>
                <a:lnTo>
                  <a:pt x="2621156" y="194062"/>
                </a:lnTo>
                <a:lnTo>
                  <a:pt x="2611269" y="209340"/>
                </a:lnTo>
                <a:lnTo>
                  <a:pt x="2600439" y="224361"/>
                </a:lnTo>
                <a:lnTo>
                  <a:pt x="2588657" y="239097"/>
                </a:lnTo>
                <a:lnTo>
                  <a:pt x="2575912" y="253498"/>
                </a:lnTo>
                <a:lnTo>
                  <a:pt x="2562196" y="267557"/>
                </a:lnTo>
                <a:lnTo>
                  <a:pt x="2547509" y="281207"/>
                </a:lnTo>
                <a:lnTo>
                  <a:pt x="2531869" y="294437"/>
                </a:lnTo>
                <a:lnTo>
                  <a:pt x="2515276" y="307200"/>
                </a:lnTo>
                <a:lnTo>
                  <a:pt x="2497760" y="319459"/>
                </a:lnTo>
                <a:lnTo>
                  <a:pt x="2479358" y="331184"/>
                </a:lnTo>
                <a:lnTo>
                  <a:pt x="2460088" y="342357"/>
                </a:lnTo>
                <a:lnTo>
                  <a:pt x="2440019" y="352939"/>
                </a:lnTo>
                <a:lnTo>
                  <a:pt x="2419179" y="362922"/>
                </a:lnTo>
                <a:lnTo>
                  <a:pt x="2397633" y="372294"/>
                </a:lnTo>
                <a:lnTo>
                  <a:pt x="2375440" y="381048"/>
                </a:lnTo>
                <a:lnTo>
                  <a:pt x="2352656" y="389163"/>
                </a:lnTo>
                <a:lnTo>
                  <a:pt x="2329348" y="396659"/>
                </a:lnTo>
                <a:lnTo>
                  <a:pt x="2305555" y="403546"/>
                </a:lnTo>
                <a:lnTo>
                  <a:pt x="2281342" y="409813"/>
                </a:lnTo>
                <a:lnTo>
                  <a:pt x="2256768" y="415500"/>
                </a:lnTo>
                <a:lnTo>
                  <a:pt x="2231879" y="420605"/>
                </a:lnTo>
                <a:lnTo>
                  <a:pt x="2206723" y="425158"/>
                </a:lnTo>
                <a:lnTo>
                  <a:pt x="2181330" y="429168"/>
                </a:lnTo>
                <a:lnTo>
                  <a:pt x="2155755" y="432673"/>
                </a:lnTo>
                <a:lnTo>
                  <a:pt x="2130019" y="435674"/>
                </a:lnTo>
                <a:lnTo>
                  <a:pt x="2104149" y="438207"/>
                </a:lnTo>
                <a:lnTo>
                  <a:pt x="2078184" y="440284"/>
                </a:lnTo>
                <a:lnTo>
                  <a:pt x="2052142" y="441941"/>
                </a:lnTo>
                <a:lnTo>
                  <a:pt x="2026034" y="443170"/>
                </a:lnTo>
                <a:lnTo>
                  <a:pt x="1999879" y="443760"/>
                </a:lnTo>
                <a:lnTo>
                  <a:pt x="1973704" y="444141"/>
                </a:lnTo>
                <a:lnTo>
                  <a:pt x="1947529" y="444456"/>
                </a:lnTo>
                <a:lnTo>
                  <a:pt x="1921364" y="444713"/>
                </a:lnTo>
                <a:lnTo>
                  <a:pt x="1895189" y="444941"/>
                </a:lnTo>
                <a:lnTo>
                  <a:pt x="1869015" y="445151"/>
                </a:lnTo>
                <a:lnTo>
                  <a:pt x="1842840" y="445341"/>
                </a:lnTo>
                <a:lnTo>
                  <a:pt x="1816656" y="445513"/>
                </a:lnTo>
                <a:lnTo>
                  <a:pt x="1790481" y="445665"/>
                </a:lnTo>
                <a:lnTo>
                  <a:pt x="1764306" y="445827"/>
                </a:lnTo>
                <a:lnTo>
                  <a:pt x="1738132" y="445961"/>
                </a:lnTo>
                <a:lnTo>
                  <a:pt x="1711957" y="446094"/>
                </a:lnTo>
                <a:lnTo>
                  <a:pt x="1685782" y="446218"/>
                </a:lnTo>
                <a:lnTo>
                  <a:pt x="1659607" y="446332"/>
                </a:lnTo>
                <a:lnTo>
                  <a:pt x="1633433" y="446446"/>
                </a:lnTo>
                <a:lnTo>
                  <a:pt x="1607249" y="446551"/>
                </a:lnTo>
                <a:lnTo>
                  <a:pt x="1581074" y="446646"/>
                </a:lnTo>
                <a:lnTo>
                  <a:pt x="1554899" y="446742"/>
                </a:lnTo>
                <a:lnTo>
                  <a:pt x="1528724" y="446827"/>
                </a:lnTo>
                <a:lnTo>
                  <a:pt x="1502550" y="446913"/>
                </a:lnTo>
                <a:lnTo>
                  <a:pt x="1476365" y="446989"/>
                </a:lnTo>
                <a:lnTo>
                  <a:pt x="1450191" y="447065"/>
                </a:lnTo>
                <a:lnTo>
                  <a:pt x="1424016" y="447132"/>
                </a:lnTo>
                <a:lnTo>
                  <a:pt x="1397841" y="447199"/>
                </a:lnTo>
                <a:lnTo>
                  <a:pt x="1371667" y="447265"/>
                </a:lnTo>
                <a:lnTo>
                  <a:pt x="1345482" y="447323"/>
                </a:lnTo>
                <a:lnTo>
                  <a:pt x="1319308" y="447380"/>
                </a:lnTo>
                <a:lnTo>
                  <a:pt x="1293133" y="447427"/>
                </a:lnTo>
                <a:lnTo>
                  <a:pt x="1266958" y="447475"/>
                </a:lnTo>
                <a:lnTo>
                  <a:pt x="1240784" y="447513"/>
                </a:lnTo>
                <a:lnTo>
                  <a:pt x="1214599" y="447561"/>
                </a:lnTo>
                <a:lnTo>
                  <a:pt x="1188425" y="447589"/>
                </a:lnTo>
                <a:lnTo>
                  <a:pt x="1162250" y="447618"/>
                </a:lnTo>
                <a:lnTo>
                  <a:pt x="1136075" y="447646"/>
                </a:lnTo>
                <a:lnTo>
                  <a:pt x="1109891" y="447675"/>
                </a:lnTo>
                <a:lnTo>
                  <a:pt x="1083716" y="447694"/>
                </a:lnTo>
                <a:lnTo>
                  <a:pt x="1057542" y="447713"/>
                </a:lnTo>
                <a:lnTo>
                  <a:pt x="1031367" y="447732"/>
                </a:lnTo>
                <a:lnTo>
                  <a:pt x="1005192" y="447732"/>
                </a:lnTo>
                <a:lnTo>
                  <a:pt x="979008" y="447742"/>
                </a:lnTo>
                <a:lnTo>
                  <a:pt x="952833" y="447742"/>
                </a:lnTo>
                <a:lnTo>
                  <a:pt x="926659" y="447742"/>
                </a:lnTo>
                <a:lnTo>
                  <a:pt x="900484" y="447732"/>
                </a:lnTo>
                <a:lnTo>
                  <a:pt x="874300" y="447723"/>
                </a:lnTo>
                <a:lnTo>
                  <a:pt x="848125" y="447713"/>
                </a:lnTo>
                <a:lnTo>
                  <a:pt x="821950" y="447694"/>
                </a:lnTo>
                <a:lnTo>
                  <a:pt x="795776" y="447665"/>
                </a:lnTo>
                <a:lnTo>
                  <a:pt x="769601" y="447646"/>
                </a:lnTo>
                <a:lnTo>
                  <a:pt x="743417" y="447608"/>
                </a:lnTo>
                <a:lnTo>
                  <a:pt x="717242" y="447570"/>
                </a:lnTo>
                <a:lnTo>
                  <a:pt x="691067" y="447532"/>
                </a:lnTo>
                <a:lnTo>
                  <a:pt x="664893" y="447484"/>
                </a:lnTo>
                <a:lnTo>
                  <a:pt x="638708" y="447427"/>
                </a:lnTo>
                <a:lnTo>
                  <a:pt x="612534" y="447370"/>
                </a:lnTo>
                <a:lnTo>
                  <a:pt x="586359" y="447313"/>
                </a:lnTo>
                <a:lnTo>
                  <a:pt x="560184" y="447237"/>
                </a:lnTo>
                <a:lnTo>
                  <a:pt x="534010" y="447161"/>
                </a:lnTo>
                <a:lnTo>
                  <a:pt x="507825" y="447084"/>
                </a:lnTo>
                <a:lnTo>
                  <a:pt x="481651" y="446989"/>
                </a:lnTo>
                <a:lnTo>
                  <a:pt x="455476" y="446884"/>
                </a:lnTo>
                <a:lnTo>
                  <a:pt x="429301" y="446780"/>
                </a:lnTo>
                <a:lnTo>
                  <a:pt x="403127" y="446656"/>
                </a:lnTo>
                <a:lnTo>
                  <a:pt x="376952" y="446532"/>
                </a:lnTo>
                <a:lnTo>
                  <a:pt x="350768" y="446389"/>
                </a:lnTo>
                <a:lnTo>
                  <a:pt x="324593" y="446237"/>
                </a:lnTo>
                <a:lnTo>
                  <a:pt x="298418" y="446065"/>
                </a:lnTo>
                <a:lnTo>
                  <a:pt x="272244" y="445884"/>
                </a:lnTo>
                <a:lnTo>
                  <a:pt x="246069" y="445684"/>
                </a:lnTo>
                <a:lnTo>
                  <a:pt x="219894" y="445465"/>
                </a:lnTo>
                <a:lnTo>
                  <a:pt x="193719" y="445218"/>
                </a:lnTo>
                <a:lnTo>
                  <a:pt x="167545" y="444941"/>
                </a:lnTo>
                <a:lnTo>
                  <a:pt x="141380" y="444627"/>
                </a:lnTo>
                <a:lnTo>
                  <a:pt x="115205" y="444275"/>
                </a:lnTo>
                <a:lnTo>
                  <a:pt x="89040" y="443846"/>
                </a:lnTo>
                <a:lnTo>
                  <a:pt x="62875" y="443332"/>
                </a:lnTo>
                <a:lnTo>
                  <a:pt x="36719" y="442655"/>
                </a:lnTo>
                <a:lnTo>
                  <a:pt x="10601" y="441589"/>
                </a:lnTo>
                <a:lnTo>
                  <a:pt x="4858" y="428177"/>
                </a:lnTo>
                <a:lnTo>
                  <a:pt x="4505" y="411680"/>
                </a:lnTo>
                <a:lnTo>
                  <a:pt x="4162" y="395183"/>
                </a:lnTo>
                <a:lnTo>
                  <a:pt x="3810" y="378685"/>
                </a:lnTo>
                <a:lnTo>
                  <a:pt x="3467" y="362188"/>
                </a:lnTo>
                <a:lnTo>
                  <a:pt x="3124" y="345691"/>
                </a:lnTo>
                <a:lnTo>
                  <a:pt x="2772" y="329194"/>
                </a:lnTo>
                <a:lnTo>
                  <a:pt x="2429" y="312696"/>
                </a:lnTo>
                <a:lnTo>
                  <a:pt x="2076" y="296199"/>
                </a:lnTo>
                <a:lnTo>
                  <a:pt x="1734" y="279702"/>
                </a:lnTo>
                <a:lnTo>
                  <a:pt x="1391" y="263204"/>
                </a:lnTo>
                <a:lnTo>
                  <a:pt x="1038" y="246707"/>
                </a:lnTo>
                <a:lnTo>
                  <a:pt x="695" y="230210"/>
                </a:lnTo>
                <a:lnTo>
                  <a:pt x="343" y="213712"/>
                </a:lnTo>
                <a:lnTo>
                  <a:pt x="0" y="197215"/>
                </a:lnTo>
                <a:lnTo>
                  <a:pt x="9601" y="186423"/>
                </a:lnTo>
                <a:lnTo>
                  <a:pt x="35709" y="185223"/>
                </a:lnTo>
                <a:lnTo>
                  <a:pt x="61836" y="184214"/>
                </a:lnTo>
                <a:lnTo>
                  <a:pt x="87982" y="183375"/>
                </a:lnTo>
                <a:lnTo>
                  <a:pt x="114138" y="182680"/>
                </a:lnTo>
                <a:lnTo>
                  <a:pt x="140294" y="182128"/>
                </a:lnTo>
                <a:lnTo>
                  <a:pt x="166468" y="181708"/>
                </a:lnTo>
                <a:lnTo>
                  <a:pt x="192634" y="181385"/>
                </a:lnTo>
                <a:lnTo>
                  <a:pt x="218808" y="181175"/>
                </a:lnTo>
                <a:lnTo>
                  <a:pt x="244993" y="181061"/>
                </a:lnTo>
                <a:lnTo>
                  <a:pt x="271167" y="181023"/>
                </a:lnTo>
                <a:lnTo>
                  <a:pt x="297342" y="181070"/>
                </a:lnTo>
                <a:lnTo>
                  <a:pt x="323517" y="181185"/>
                </a:lnTo>
                <a:lnTo>
                  <a:pt x="349691" y="181375"/>
                </a:lnTo>
                <a:lnTo>
                  <a:pt x="375866" y="181623"/>
                </a:lnTo>
                <a:lnTo>
                  <a:pt x="402041" y="181928"/>
                </a:lnTo>
                <a:lnTo>
                  <a:pt x="428206" y="182280"/>
                </a:lnTo>
                <a:lnTo>
                  <a:pt x="454381" y="182690"/>
                </a:lnTo>
                <a:lnTo>
                  <a:pt x="480546" y="183147"/>
                </a:lnTo>
                <a:lnTo>
                  <a:pt x="506711" y="183642"/>
                </a:lnTo>
                <a:lnTo>
                  <a:pt x="532876" y="184175"/>
                </a:lnTo>
                <a:lnTo>
                  <a:pt x="559032" y="184737"/>
                </a:lnTo>
                <a:lnTo>
                  <a:pt x="585197" y="185347"/>
                </a:lnTo>
                <a:lnTo>
                  <a:pt x="611353" y="185976"/>
                </a:lnTo>
                <a:lnTo>
                  <a:pt x="637508" y="186642"/>
                </a:lnTo>
                <a:lnTo>
                  <a:pt x="663664" y="187328"/>
                </a:lnTo>
                <a:lnTo>
                  <a:pt x="689810" y="188043"/>
                </a:lnTo>
                <a:lnTo>
                  <a:pt x="715966" y="188776"/>
                </a:lnTo>
                <a:lnTo>
                  <a:pt x="742112" y="189528"/>
                </a:lnTo>
                <a:lnTo>
                  <a:pt x="768267" y="190300"/>
                </a:lnTo>
                <a:lnTo>
                  <a:pt x="794414" y="191091"/>
                </a:lnTo>
                <a:lnTo>
                  <a:pt x="820560" y="191900"/>
                </a:lnTo>
                <a:lnTo>
                  <a:pt x="846706" y="192710"/>
                </a:lnTo>
                <a:lnTo>
                  <a:pt x="872842" y="193538"/>
                </a:lnTo>
                <a:lnTo>
                  <a:pt x="898989" y="194367"/>
                </a:lnTo>
                <a:lnTo>
                  <a:pt x="925135" y="195215"/>
                </a:lnTo>
                <a:lnTo>
                  <a:pt x="951271" y="196063"/>
                </a:lnTo>
                <a:lnTo>
                  <a:pt x="977417" y="196920"/>
                </a:lnTo>
                <a:lnTo>
                  <a:pt x="1003554" y="197768"/>
                </a:lnTo>
                <a:lnTo>
                  <a:pt x="1029700" y="198625"/>
                </a:lnTo>
                <a:lnTo>
                  <a:pt x="1055837" y="199482"/>
                </a:lnTo>
                <a:lnTo>
                  <a:pt x="1081983" y="200330"/>
                </a:lnTo>
                <a:lnTo>
                  <a:pt x="1108129" y="201178"/>
                </a:lnTo>
                <a:lnTo>
                  <a:pt x="1134266" y="202035"/>
                </a:lnTo>
                <a:lnTo>
                  <a:pt x="1160412" y="202873"/>
                </a:lnTo>
                <a:lnTo>
                  <a:pt x="1186548" y="203711"/>
                </a:lnTo>
                <a:lnTo>
                  <a:pt x="1212694" y="204521"/>
                </a:lnTo>
                <a:lnTo>
                  <a:pt x="1238841" y="205340"/>
                </a:lnTo>
                <a:lnTo>
                  <a:pt x="1264987" y="206131"/>
                </a:lnTo>
                <a:lnTo>
                  <a:pt x="1291133" y="206921"/>
                </a:lnTo>
                <a:lnTo>
                  <a:pt x="1317288" y="207683"/>
                </a:lnTo>
                <a:lnTo>
                  <a:pt x="1343435" y="208426"/>
                </a:lnTo>
                <a:lnTo>
                  <a:pt x="1369590" y="209150"/>
                </a:lnTo>
                <a:lnTo>
                  <a:pt x="1395736" y="209855"/>
                </a:lnTo>
                <a:lnTo>
                  <a:pt x="1421892" y="210531"/>
                </a:lnTo>
                <a:lnTo>
                  <a:pt x="1448048" y="211179"/>
                </a:lnTo>
                <a:lnTo>
                  <a:pt x="1474213" y="211798"/>
                </a:lnTo>
                <a:lnTo>
                  <a:pt x="1500368" y="212388"/>
                </a:lnTo>
                <a:lnTo>
                  <a:pt x="1526534" y="212941"/>
                </a:lnTo>
                <a:lnTo>
                  <a:pt x="1552699" y="213446"/>
                </a:lnTo>
                <a:lnTo>
                  <a:pt x="1578864" y="213922"/>
                </a:lnTo>
                <a:lnTo>
                  <a:pt x="1605029" y="214341"/>
                </a:lnTo>
                <a:lnTo>
                  <a:pt x="1631204" y="214722"/>
                </a:lnTo>
                <a:lnTo>
                  <a:pt x="1657369" y="215046"/>
                </a:lnTo>
                <a:lnTo>
                  <a:pt x="1683544" y="215313"/>
                </a:lnTo>
                <a:lnTo>
                  <a:pt x="1709718" y="215522"/>
                </a:lnTo>
                <a:lnTo>
                  <a:pt x="1735893" y="215656"/>
                </a:lnTo>
                <a:lnTo>
                  <a:pt x="1762077" y="215722"/>
                </a:lnTo>
                <a:lnTo>
                  <a:pt x="1788252" y="215703"/>
                </a:lnTo>
                <a:lnTo>
                  <a:pt x="1814427" y="215598"/>
                </a:lnTo>
                <a:lnTo>
                  <a:pt x="1840601" y="215398"/>
                </a:lnTo>
                <a:lnTo>
                  <a:pt x="1866776" y="215094"/>
                </a:lnTo>
                <a:lnTo>
                  <a:pt x="1892941" y="214674"/>
                </a:lnTo>
                <a:lnTo>
                  <a:pt x="1919107" y="214132"/>
                </a:lnTo>
                <a:lnTo>
                  <a:pt x="1945262" y="213436"/>
                </a:lnTo>
                <a:lnTo>
                  <a:pt x="1971399" y="212588"/>
                </a:lnTo>
                <a:lnTo>
                  <a:pt x="1997526" y="211560"/>
                </a:lnTo>
                <a:lnTo>
                  <a:pt x="2023634" y="210341"/>
                </a:lnTo>
                <a:lnTo>
                  <a:pt x="2049704" y="208883"/>
                </a:lnTo>
                <a:lnTo>
                  <a:pt x="2075736" y="207159"/>
                </a:lnTo>
                <a:lnTo>
                  <a:pt x="2101720" y="205130"/>
                </a:lnTo>
                <a:lnTo>
                  <a:pt x="2127618" y="202730"/>
                </a:lnTo>
                <a:lnTo>
                  <a:pt x="2153402" y="199892"/>
                </a:lnTo>
                <a:lnTo>
                  <a:pt x="2179025" y="196520"/>
                </a:lnTo>
                <a:lnTo>
                  <a:pt x="2204399" y="192472"/>
                </a:lnTo>
                <a:lnTo>
                  <a:pt x="2229374" y="187547"/>
                </a:lnTo>
                <a:lnTo>
                  <a:pt x="2253691" y="181451"/>
                </a:lnTo>
                <a:lnTo>
                  <a:pt x="2276780" y="173707"/>
                </a:lnTo>
                <a:lnTo>
                  <a:pt x="2297411" y="163601"/>
                </a:lnTo>
                <a:lnTo>
                  <a:pt x="2312832" y="150371"/>
                </a:lnTo>
                <a:lnTo>
                  <a:pt x="2319042" y="134474"/>
                </a:lnTo>
                <a:lnTo>
                  <a:pt x="2336587" y="126206"/>
                </a:lnTo>
                <a:lnTo>
                  <a:pt x="2361228" y="120634"/>
                </a:lnTo>
                <a:lnTo>
                  <a:pt x="2385527" y="114500"/>
                </a:lnTo>
                <a:lnTo>
                  <a:pt x="2409511" y="107899"/>
                </a:lnTo>
                <a:lnTo>
                  <a:pt x="2433190" y="100860"/>
                </a:lnTo>
                <a:lnTo>
                  <a:pt x="2456555" y="93421"/>
                </a:lnTo>
                <a:lnTo>
                  <a:pt x="2479605" y="85611"/>
                </a:lnTo>
                <a:lnTo>
                  <a:pt x="2502341" y="77429"/>
                </a:lnTo>
                <a:lnTo>
                  <a:pt x="2524744" y="68894"/>
                </a:lnTo>
                <a:lnTo>
                  <a:pt x="2546804" y="60017"/>
                </a:lnTo>
                <a:lnTo>
                  <a:pt x="2568521" y="50797"/>
                </a:lnTo>
                <a:lnTo>
                  <a:pt x="2589876" y="41262"/>
                </a:lnTo>
                <a:lnTo>
                  <a:pt x="2610869" y="31404"/>
                </a:lnTo>
                <a:lnTo>
                  <a:pt x="2631481" y="21241"/>
                </a:lnTo>
                <a:lnTo>
                  <a:pt x="2651712" y="10773"/>
                </a:lnTo>
                <a:lnTo>
                  <a:pt x="2671543" y="0"/>
                </a:lnTo>
                <a:close/>
              </a:path>
            </a:pathLst>
          </a:custGeom>
          <a:solidFill xmlns:a="http://schemas.openxmlformats.org/drawingml/2006/main">
            <a:srgbClr val="7F8C9D">
              <a:alpha val="30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FCC1BB2F-37DC-4A66-8B7A-396B1FD0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072640"/>
            <a:ext cx="2671763" cy="1683991"/>
          </a:xfrm>
          <a:custGeom xmlns:a="http://schemas.openxmlformats.org/drawingml/2006/main">
            <a:pathLst>
              <a:path w="2671763" h="1683991">
                <a:moveTo>
                  <a:pt x="0" y="1683991"/>
                </a:moveTo>
                <a:lnTo>
                  <a:pt x="42901" y="1683991"/>
                </a:lnTo>
                <a:lnTo>
                  <a:pt x="85792" y="1683991"/>
                </a:lnTo>
                <a:lnTo>
                  <a:pt x="128692" y="1683991"/>
                </a:lnTo>
                <a:lnTo>
                  <a:pt x="171593" y="1683991"/>
                </a:lnTo>
                <a:lnTo>
                  <a:pt x="214493" y="1683991"/>
                </a:lnTo>
                <a:lnTo>
                  <a:pt x="257385" y="1683991"/>
                </a:lnTo>
                <a:lnTo>
                  <a:pt x="300285" y="1683991"/>
                </a:lnTo>
                <a:lnTo>
                  <a:pt x="343186" y="1683991"/>
                </a:lnTo>
                <a:lnTo>
                  <a:pt x="386086" y="1683991"/>
                </a:lnTo>
                <a:lnTo>
                  <a:pt x="428977" y="1683991"/>
                </a:lnTo>
                <a:lnTo>
                  <a:pt x="471878" y="1683991"/>
                </a:lnTo>
                <a:lnTo>
                  <a:pt x="514779" y="1683991"/>
                </a:lnTo>
                <a:lnTo>
                  <a:pt x="557670" y="1683991"/>
                </a:lnTo>
                <a:lnTo>
                  <a:pt x="600570" y="1683991"/>
                </a:lnTo>
                <a:lnTo>
                  <a:pt x="643471" y="1683991"/>
                </a:lnTo>
                <a:lnTo>
                  <a:pt x="686372" y="1683991"/>
                </a:lnTo>
                <a:lnTo>
                  <a:pt x="729263" y="1683991"/>
                </a:lnTo>
                <a:lnTo>
                  <a:pt x="772163" y="1683991"/>
                </a:lnTo>
                <a:lnTo>
                  <a:pt x="815064" y="1683991"/>
                </a:lnTo>
                <a:lnTo>
                  <a:pt x="857964" y="1683991"/>
                </a:lnTo>
                <a:lnTo>
                  <a:pt x="900855" y="1683991"/>
                </a:lnTo>
                <a:lnTo>
                  <a:pt x="943756" y="1683991"/>
                </a:lnTo>
                <a:lnTo>
                  <a:pt x="986657" y="1683991"/>
                </a:lnTo>
                <a:lnTo>
                  <a:pt x="1029557" y="1683991"/>
                </a:lnTo>
                <a:lnTo>
                  <a:pt x="1072448" y="1683991"/>
                </a:lnTo>
                <a:lnTo>
                  <a:pt x="1115349" y="1683991"/>
                </a:lnTo>
                <a:lnTo>
                  <a:pt x="1158250" y="1683991"/>
                </a:lnTo>
                <a:lnTo>
                  <a:pt x="1201141" y="1683991"/>
                </a:lnTo>
                <a:lnTo>
                  <a:pt x="1244041" y="1683991"/>
                </a:lnTo>
                <a:lnTo>
                  <a:pt x="1286942" y="1683991"/>
                </a:lnTo>
                <a:lnTo>
                  <a:pt x="1329842" y="1683991"/>
                </a:lnTo>
                <a:lnTo>
                  <a:pt x="1372733" y="1683991"/>
                </a:lnTo>
                <a:lnTo>
                  <a:pt x="1415634" y="1683991"/>
                </a:lnTo>
                <a:lnTo>
                  <a:pt x="1458535" y="1683991"/>
                </a:lnTo>
                <a:lnTo>
                  <a:pt x="1501435" y="1683991"/>
                </a:lnTo>
                <a:lnTo>
                  <a:pt x="1544326" y="1683991"/>
                </a:lnTo>
                <a:lnTo>
                  <a:pt x="1587227" y="1683991"/>
                </a:lnTo>
                <a:lnTo>
                  <a:pt x="1630128" y="1683991"/>
                </a:lnTo>
                <a:lnTo>
                  <a:pt x="1673019" y="1683991"/>
                </a:lnTo>
                <a:lnTo>
                  <a:pt x="1715919" y="1683991"/>
                </a:lnTo>
                <a:lnTo>
                  <a:pt x="1758820" y="1683991"/>
                </a:lnTo>
                <a:lnTo>
                  <a:pt x="1801292" y="1680943"/>
                </a:lnTo>
                <a:lnTo>
                  <a:pt x="1843526" y="1676219"/>
                </a:lnTo>
                <a:lnTo>
                  <a:pt x="1885769" y="1671495"/>
                </a:lnTo>
                <a:lnTo>
                  <a:pt x="1928003" y="1666770"/>
                </a:lnTo>
                <a:lnTo>
                  <a:pt x="1970246" y="1662046"/>
                </a:lnTo>
                <a:lnTo>
                  <a:pt x="2012480" y="1657331"/>
                </a:lnTo>
                <a:lnTo>
                  <a:pt x="2054723" y="1652607"/>
                </a:lnTo>
                <a:lnTo>
                  <a:pt x="2096957" y="1647882"/>
                </a:lnTo>
                <a:lnTo>
                  <a:pt x="2129199" y="1631337"/>
                </a:lnTo>
                <a:lnTo>
                  <a:pt x="2158975" y="1611868"/>
                </a:lnTo>
                <a:lnTo>
                  <a:pt x="2188740" y="1592399"/>
                </a:lnTo>
                <a:lnTo>
                  <a:pt x="2218506" y="1572930"/>
                </a:lnTo>
                <a:lnTo>
                  <a:pt x="2248271" y="1553461"/>
                </a:lnTo>
                <a:lnTo>
                  <a:pt x="2278037" y="1533992"/>
                </a:lnTo>
                <a:lnTo>
                  <a:pt x="2307803" y="1514523"/>
                </a:lnTo>
                <a:lnTo>
                  <a:pt x="2337568" y="1495054"/>
                </a:lnTo>
                <a:lnTo>
                  <a:pt x="2367334" y="1475584"/>
                </a:lnTo>
                <a:lnTo>
                  <a:pt x="2397100" y="1456115"/>
                </a:lnTo>
                <a:lnTo>
                  <a:pt x="2426875" y="1436646"/>
                </a:lnTo>
                <a:lnTo>
                  <a:pt x="2456640" y="1417177"/>
                </a:lnTo>
                <a:lnTo>
                  <a:pt x="2486406" y="1397699"/>
                </a:lnTo>
                <a:lnTo>
                  <a:pt x="2516172" y="1378229"/>
                </a:lnTo>
                <a:lnTo>
                  <a:pt x="2545937" y="1358760"/>
                </a:lnTo>
                <a:lnTo>
                  <a:pt x="2575703" y="1339291"/>
                </a:lnTo>
                <a:lnTo>
                  <a:pt x="2605469" y="1319822"/>
                </a:lnTo>
                <a:lnTo>
                  <a:pt x="2635234" y="1300353"/>
                </a:lnTo>
                <a:lnTo>
                  <a:pt x="2665000" y="1280884"/>
                </a:lnTo>
                <a:lnTo>
                  <a:pt x="2671763" y="1255566"/>
                </a:lnTo>
                <a:lnTo>
                  <a:pt x="2671763" y="1228525"/>
                </a:lnTo>
                <a:lnTo>
                  <a:pt x="2671763" y="1201493"/>
                </a:lnTo>
                <a:lnTo>
                  <a:pt x="2671763" y="1174452"/>
                </a:lnTo>
                <a:lnTo>
                  <a:pt x="2671763" y="1147410"/>
                </a:lnTo>
                <a:lnTo>
                  <a:pt x="2671763" y="1120378"/>
                </a:lnTo>
                <a:lnTo>
                  <a:pt x="2671763" y="1093337"/>
                </a:lnTo>
                <a:lnTo>
                  <a:pt x="2671763" y="1066295"/>
                </a:lnTo>
                <a:lnTo>
                  <a:pt x="2671763" y="1039263"/>
                </a:lnTo>
                <a:lnTo>
                  <a:pt x="2671763" y="1012222"/>
                </a:lnTo>
                <a:lnTo>
                  <a:pt x="2671763" y="985180"/>
                </a:lnTo>
                <a:lnTo>
                  <a:pt x="2671763" y="958148"/>
                </a:lnTo>
                <a:lnTo>
                  <a:pt x="2671763" y="931107"/>
                </a:lnTo>
                <a:lnTo>
                  <a:pt x="2671763" y="904065"/>
                </a:lnTo>
                <a:lnTo>
                  <a:pt x="2671763" y="877033"/>
                </a:lnTo>
                <a:lnTo>
                  <a:pt x="2671763" y="849992"/>
                </a:lnTo>
                <a:lnTo>
                  <a:pt x="2671763" y="822950"/>
                </a:lnTo>
                <a:lnTo>
                  <a:pt x="2671763" y="795919"/>
                </a:lnTo>
                <a:lnTo>
                  <a:pt x="2671763" y="768877"/>
                </a:lnTo>
                <a:lnTo>
                  <a:pt x="2671763" y="741836"/>
                </a:lnTo>
                <a:lnTo>
                  <a:pt x="2671763" y="714804"/>
                </a:lnTo>
                <a:lnTo>
                  <a:pt x="2671763" y="687762"/>
                </a:lnTo>
                <a:lnTo>
                  <a:pt x="2671763" y="660721"/>
                </a:lnTo>
                <a:lnTo>
                  <a:pt x="2671763" y="633689"/>
                </a:lnTo>
                <a:lnTo>
                  <a:pt x="2671763" y="606647"/>
                </a:lnTo>
                <a:lnTo>
                  <a:pt x="2671763" y="579606"/>
                </a:lnTo>
                <a:lnTo>
                  <a:pt x="2671763" y="552574"/>
                </a:lnTo>
                <a:lnTo>
                  <a:pt x="2671763" y="525532"/>
                </a:lnTo>
                <a:lnTo>
                  <a:pt x="2671763" y="498491"/>
                </a:lnTo>
                <a:lnTo>
                  <a:pt x="2671763" y="471459"/>
                </a:lnTo>
                <a:lnTo>
                  <a:pt x="2671763" y="444417"/>
                </a:lnTo>
                <a:lnTo>
                  <a:pt x="2671763" y="417376"/>
                </a:lnTo>
                <a:lnTo>
                  <a:pt x="2671763" y="390344"/>
                </a:lnTo>
                <a:lnTo>
                  <a:pt x="2671763" y="363303"/>
                </a:lnTo>
                <a:lnTo>
                  <a:pt x="2671763" y="336261"/>
                </a:lnTo>
                <a:lnTo>
                  <a:pt x="2671763" y="309229"/>
                </a:lnTo>
                <a:lnTo>
                  <a:pt x="2671763" y="282188"/>
                </a:lnTo>
                <a:lnTo>
                  <a:pt x="2671763" y="255146"/>
                </a:lnTo>
                <a:lnTo>
                  <a:pt x="2671763" y="228114"/>
                </a:lnTo>
                <a:lnTo>
                  <a:pt x="2671763" y="201073"/>
                </a:lnTo>
                <a:lnTo>
                  <a:pt x="2671763" y="174031"/>
                </a:lnTo>
                <a:lnTo>
                  <a:pt x="2671763" y="146999"/>
                </a:lnTo>
                <a:lnTo>
                  <a:pt x="2671763" y="119958"/>
                </a:lnTo>
                <a:lnTo>
                  <a:pt x="2671763" y="92916"/>
                </a:lnTo>
                <a:lnTo>
                  <a:pt x="2671763" y="65884"/>
                </a:lnTo>
                <a:lnTo>
                  <a:pt x="2671763" y="38843"/>
                </a:lnTo>
                <a:lnTo>
                  <a:pt x="2671763" y="11801"/>
                </a:lnTo>
                <a:lnTo>
                  <a:pt x="2647598" y="0"/>
                </a:lnTo>
                <a:lnTo>
                  <a:pt x="2604697" y="0"/>
                </a:lnTo>
                <a:lnTo>
                  <a:pt x="2561796" y="0"/>
                </a:lnTo>
                <a:lnTo>
                  <a:pt x="2518896" y="0"/>
                </a:lnTo>
                <a:lnTo>
                  <a:pt x="2476005" y="0"/>
                </a:lnTo>
                <a:lnTo>
                  <a:pt x="2433104" y="0"/>
                </a:lnTo>
                <a:lnTo>
                  <a:pt x="2390204" y="0"/>
                </a:lnTo>
                <a:lnTo>
                  <a:pt x="2347303" y="0"/>
                </a:lnTo>
                <a:lnTo>
                  <a:pt x="2304412" y="0"/>
                </a:lnTo>
                <a:lnTo>
                  <a:pt x="2261511" y="0"/>
                </a:lnTo>
                <a:lnTo>
                  <a:pt x="2218611" y="0"/>
                </a:lnTo>
                <a:lnTo>
                  <a:pt x="2175720" y="0"/>
                </a:lnTo>
                <a:lnTo>
                  <a:pt x="2132819" y="0"/>
                </a:lnTo>
                <a:lnTo>
                  <a:pt x="2089918" y="0"/>
                </a:lnTo>
                <a:lnTo>
                  <a:pt x="2047018" y="0"/>
                </a:lnTo>
                <a:lnTo>
                  <a:pt x="2004127" y="0"/>
                </a:lnTo>
                <a:lnTo>
                  <a:pt x="1961226" y="0"/>
                </a:lnTo>
                <a:lnTo>
                  <a:pt x="1918325" y="0"/>
                </a:lnTo>
                <a:lnTo>
                  <a:pt x="1875425" y="0"/>
                </a:lnTo>
                <a:lnTo>
                  <a:pt x="1832534" y="0"/>
                </a:lnTo>
                <a:lnTo>
                  <a:pt x="1789633" y="0"/>
                </a:lnTo>
                <a:lnTo>
                  <a:pt x="1746733" y="0"/>
                </a:lnTo>
                <a:lnTo>
                  <a:pt x="1703832" y="0"/>
                </a:lnTo>
                <a:lnTo>
                  <a:pt x="1660941" y="0"/>
                </a:lnTo>
                <a:lnTo>
                  <a:pt x="1618040" y="0"/>
                </a:lnTo>
                <a:lnTo>
                  <a:pt x="1575140" y="0"/>
                </a:lnTo>
                <a:lnTo>
                  <a:pt x="1532249" y="0"/>
                </a:lnTo>
                <a:lnTo>
                  <a:pt x="1489348" y="0"/>
                </a:lnTo>
                <a:lnTo>
                  <a:pt x="1446447" y="0"/>
                </a:lnTo>
                <a:lnTo>
                  <a:pt x="1403547" y="0"/>
                </a:lnTo>
                <a:lnTo>
                  <a:pt x="1360656" y="0"/>
                </a:lnTo>
                <a:lnTo>
                  <a:pt x="1317755" y="0"/>
                </a:lnTo>
                <a:lnTo>
                  <a:pt x="1274855" y="0"/>
                </a:lnTo>
                <a:lnTo>
                  <a:pt x="1231954" y="0"/>
                </a:lnTo>
                <a:lnTo>
                  <a:pt x="1189063" y="0"/>
                </a:lnTo>
                <a:lnTo>
                  <a:pt x="1146162" y="0"/>
                </a:lnTo>
                <a:lnTo>
                  <a:pt x="1103262" y="0"/>
                </a:lnTo>
                <a:lnTo>
                  <a:pt x="1060371" y="0"/>
                </a:lnTo>
                <a:lnTo>
                  <a:pt x="1017470" y="0"/>
                </a:lnTo>
                <a:lnTo>
                  <a:pt x="974569" y="0"/>
                </a:lnTo>
                <a:lnTo>
                  <a:pt x="931669" y="0"/>
                </a:lnTo>
                <a:lnTo>
                  <a:pt x="888778" y="0"/>
                </a:lnTo>
                <a:lnTo>
                  <a:pt x="845877" y="0"/>
                </a:lnTo>
                <a:lnTo>
                  <a:pt x="802977" y="0"/>
                </a:lnTo>
                <a:lnTo>
                  <a:pt x="760076" y="0"/>
                </a:lnTo>
                <a:lnTo>
                  <a:pt x="717185" y="0"/>
                </a:lnTo>
                <a:lnTo>
                  <a:pt x="674284" y="0"/>
                </a:lnTo>
                <a:lnTo>
                  <a:pt x="631384" y="0"/>
                </a:lnTo>
                <a:lnTo>
                  <a:pt x="588483" y="0"/>
                </a:lnTo>
                <a:lnTo>
                  <a:pt x="545592" y="0"/>
                </a:lnTo>
                <a:lnTo>
                  <a:pt x="502691" y="0"/>
                </a:lnTo>
                <a:lnTo>
                  <a:pt x="459791" y="0"/>
                </a:lnTo>
                <a:lnTo>
                  <a:pt x="416900" y="0"/>
                </a:lnTo>
                <a:lnTo>
                  <a:pt x="373999" y="0"/>
                </a:lnTo>
                <a:lnTo>
                  <a:pt x="331099" y="0"/>
                </a:lnTo>
                <a:lnTo>
                  <a:pt x="288198" y="0"/>
                </a:lnTo>
                <a:lnTo>
                  <a:pt x="245307" y="0"/>
                </a:lnTo>
                <a:lnTo>
                  <a:pt x="202406" y="0"/>
                </a:lnTo>
                <a:lnTo>
                  <a:pt x="159506" y="0"/>
                </a:lnTo>
                <a:lnTo>
                  <a:pt x="116605" y="0"/>
                </a:lnTo>
                <a:lnTo>
                  <a:pt x="73714" y="0"/>
                </a:lnTo>
                <a:lnTo>
                  <a:pt x="30813" y="0"/>
                </a:lnTo>
                <a:lnTo>
                  <a:pt x="0" y="7620"/>
                </a:lnTo>
                <a:lnTo>
                  <a:pt x="0" y="34652"/>
                </a:lnTo>
                <a:lnTo>
                  <a:pt x="0" y="61693"/>
                </a:lnTo>
                <a:lnTo>
                  <a:pt x="0" y="88735"/>
                </a:lnTo>
                <a:lnTo>
                  <a:pt x="0" y="115767"/>
                </a:lnTo>
                <a:lnTo>
                  <a:pt x="0" y="142808"/>
                </a:lnTo>
                <a:lnTo>
                  <a:pt x="0" y="169850"/>
                </a:lnTo>
                <a:lnTo>
                  <a:pt x="0" y="196882"/>
                </a:lnTo>
                <a:lnTo>
                  <a:pt x="0" y="223923"/>
                </a:lnTo>
                <a:lnTo>
                  <a:pt x="0" y="250965"/>
                </a:lnTo>
                <a:lnTo>
                  <a:pt x="0" y="277997"/>
                </a:lnTo>
                <a:lnTo>
                  <a:pt x="0" y="305038"/>
                </a:lnTo>
                <a:lnTo>
                  <a:pt x="0" y="332080"/>
                </a:lnTo>
                <a:lnTo>
                  <a:pt x="0" y="359112"/>
                </a:lnTo>
                <a:lnTo>
                  <a:pt x="0" y="386153"/>
                </a:lnTo>
                <a:lnTo>
                  <a:pt x="0" y="413195"/>
                </a:lnTo>
                <a:lnTo>
                  <a:pt x="0" y="440226"/>
                </a:lnTo>
                <a:lnTo>
                  <a:pt x="0" y="467268"/>
                </a:lnTo>
                <a:lnTo>
                  <a:pt x="0" y="494309"/>
                </a:lnTo>
                <a:lnTo>
                  <a:pt x="0" y="521341"/>
                </a:lnTo>
                <a:lnTo>
                  <a:pt x="0" y="548383"/>
                </a:lnTo>
                <a:lnTo>
                  <a:pt x="0" y="575424"/>
                </a:lnTo>
                <a:lnTo>
                  <a:pt x="0" y="602456"/>
                </a:lnTo>
                <a:lnTo>
                  <a:pt x="0" y="629498"/>
                </a:lnTo>
                <a:lnTo>
                  <a:pt x="0" y="656539"/>
                </a:lnTo>
                <a:lnTo>
                  <a:pt x="0" y="683571"/>
                </a:lnTo>
                <a:lnTo>
                  <a:pt x="0" y="710613"/>
                </a:lnTo>
                <a:lnTo>
                  <a:pt x="0" y="737654"/>
                </a:lnTo>
                <a:lnTo>
                  <a:pt x="0" y="764686"/>
                </a:lnTo>
                <a:lnTo>
                  <a:pt x="0" y="791728"/>
                </a:lnTo>
                <a:lnTo>
                  <a:pt x="0" y="818769"/>
                </a:lnTo>
                <a:lnTo>
                  <a:pt x="0" y="845801"/>
                </a:lnTo>
                <a:lnTo>
                  <a:pt x="0" y="872842"/>
                </a:lnTo>
                <a:lnTo>
                  <a:pt x="0" y="899884"/>
                </a:lnTo>
                <a:lnTo>
                  <a:pt x="0" y="926916"/>
                </a:lnTo>
                <a:lnTo>
                  <a:pt x="0" y="953957"/>
                </a:lnTo>
                <a:lnTo>
                  <a:pt x="0" y="980999"/>
                </a:lnTo>
                <a:lnTo>
                  <a:pt x="0" y="1008031"/>
                </a:lnTo>
                <a:lnTo>
                  <a:pt x="0" y="1035072"/>
                </a:lnTo>
                <a:lnTo>
                  <a:pt x="0" y="1062114"/>
                </a:lnTo>
                <a:lnTo>
                  <a:pt x="0" y="1089146"/>
                </a:lnTo>
                <a:lnTo>
                  <a:pt x="0" y="1116187"/>
                </a:lnTo>
                <a:lnTo>
                  <a:pt x="0" y="1143229"/>
                </a:lnTo>
                <a:lnTo>
                  <a:pt x="0" y="1170261"/>
                </a:lnTo>
                <a:lnTo>
                  <a:pt x="0" y="1197302"/>
                </a:lnTo>
                <a:lnTo>
                  <a:pt x="0" y="1224344"/>
                </a:lnTo>
                <a:lnTo>
                  <a:pt x="0" y="1251375"/>
                </a:lnTo>
                <a:lnTo>
                  <a:pt x="0" y="1278417"/>
                </a:lnTo>
                <a:lnTo>
                  <a:pt x="0" y="1305458"/>
                </a:lnTo>
                <a:lnTo>
                  <a:pt x="0" y="1332490"/>
                </a:lnTo>
                <a:lnTo>
                  <a:pt x="0" y="1359532"/>
                </a:lnTo>
                <a:lnTo>
                  <a:pt x="0" y="1386573"/>
                </a:lnTo>
                <a:lnTo>
                  <a:pt x="0" y="1413605"/>
                </a:lnTo>
                <a:lnTo>
                  <a:pt x="0" y="1440647"/>
                </a:lnTo>
                <a:lnTo>
                  <a:pt x="0" y="1467688"/>
                </a:lnTo>
                <a:lnTo>
                  <a:pt x="0" y="1494720"/>
                </a:lnTo>
                <a:lnTo>
                  <a:pt x="0" y="1521762"/>
                </a:lnTo>
                <a:lnTo>
                  <a:pt x="0" y="1548803"/>
                </a:lnTo>
                <a:lnTo>
                  <a:pt x="0" y="1575835"/>
                </a:lnTo>
                <a:lnTo>
                  <a:pt x="0" y="1602877"/>
                </a:lnTo>
                <a:lnTo>
                  <a:pt x="0" y="1629918"/>
                </a:lnTo>
                <a:lnTo>
                  <a:pt x="0" y="1656950"/>
                </a:lnTo>
                <a:lnTo>
                  <a:pt x="0" y="16839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E6EC"/>
            </a:solidFill>
            <a:prstDash val="solid"/>
          </a:ln>
        </p:spPr>
      </p:sp>
      <p:sp>
        <p:nvSpPr>
          <p:cNvPr id="15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641BA70D-0B1F-4EE6-855B-BDE9F8A3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072640"/>
            <a:ext cx="2671763" cy="2896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D9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91A00394-C6FC-4892-922C-6DC76744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7932" y="3349104"/>
            <a:ext cx="984361" cy="407841"/>
          </a:xfrm>
          <a:custGeom xmlns:a="http://schemas.openxmlformats.org/drawingml/2006/main">
            <a:pathLst>
              <a:path w="984361" h="407841">
                <a:moveTo>
                  <a:pt x="984361" y="0"/>
                </a:moveTo>
                <a:lnTo>
                  <a:pt x="983190" y="6763"/>
                </a:lnTo>
                <a:lnTo>
                  <a:pt x="981647" y="13497"/>
                </a:lnTo>
                <a:lnTo>
                  <a:pt x="979856" y="20212"/>
                </a:lnTo>
                <a:lnTo>
                  <a:pt x="977837" y="26899"/>
                </a:lnTo>
                <a:lnTo>
                  <a:pt x="975608" y="33557"/>
                </a:lnTo>
                <a:lnTo>
                  <a:pt x="973188" y="40186"/>
                </a:lnTo>
                <a:lnTo>
                  <a:pt x="970578" y="46796"/>
                </a:lnTo>
                <a:lnTo>
                  <a:pt x="967797" y="53369"/>
                </a:lnTo>
                <a:lnTo>
                  <a:pt x="964844" y="59912"/>
                </a:lnTo>
                <a:lnTo>
                  <a:pt x="961730" y="66427"/>
                </a:lnTo>
                <a:lnTo>
                  <a:pt x="958444" y="72914"/>
                </a:lnTo>
                <a:lnTo>
                  <a:pt x="954996" y="79362"/>
                </a:lnTo>
                <a:lnTo>
                  <a:pt x="951386" y="85773"/>
                </a:lnTo>
                <a:lnTo>
                  <a:pt x="947623" y="92154"/>
                </a:lnTo>
                <a:lnTo>
                  <a:pt x="943708" y="98498"/>
                </a:lnTo>
                <a:lnTo>
                  <a:pt x="939632" y="104794"/>
                </a:lnTo>
                <a:lnTo>
                  <a:pt x="935412" y="111062"/>
                </a:lnTo>
                <a:lnTo>
                  <a:pt x="931031" y="117281"/>
                </a:lnTo>
                <a:lnTo>
                  <a:pt x="926506" y="123463"/>
                </a:lnTo>
                <a:lnTo>
                  <a:pt x="921820" y="129597"/>
                </a:lnTo>
                <a:lnTo>
                  <a:pt x="917000" y="135684"/>
                </a:lnTo>
                <a:lnTo>
                  <a:pt x="912028" y="141722"/>
                </a:lnTo>
                <a:lnTo>
                  <a:pt x="906904" y="147714"/>
                </a:lnTo>
                <a:lnTo>
                  <a:pt x="901646" y="153657"/>
                </a:lnTo>
                <a:lnTo>
                  <a:pt x="896226" y="159544"/>
                </a:lnTo>
                <a:lnTo>
                  <a:pt x="890683" y="165383"/>
                </a:lnTo>
                <a:lnTo>
                  <a:pt x="884987" y="171164"/>
                </a:lnTo>
                <a:lnTo>
                  <a:pt x="879158" y="176889"/>
                </a:lnTo>
                <a:lnTo>
                  <a:pt x="873176" y="182556"/>
                </a:lnTo>
                <a:lnTo>
                  <a:pt x="867070" y="188166"/>
                </a:lnTo>
                <a:lnTo>
                  <a:pt x="860822" y="193719"/>
                </a:lnTo>
                <a:lnTo>
                  <a:pt x="854440" y="199206"/>
                </a:lnTo>
                <a:lnTo>
                  <a:pt x="847925" y="204635"/>
                </a:lnTo>
                <a:lnTo>
                  <a:pt x="841267" y="209998"/>
                </a:lnTo>
                <a:lnTo>
                  <a:pt x="834495" y="215294"/>
                </a:lnTo>
                <a:lnTo>
                  <a:pt x="827580" y="220523"/>
                </a:lnTo>
                <a:lnTo>
                  <a:pt x="820550" y="225685"/>
                </a:lnTo>
                <a:lnTo>
                  <a:pt x="813387" y="230781"/>
                </a:lnTo>
                <a:lnTo>
                  <a:pt x="806101" y="235801"/>
                </a:lnTo>
                <a:lnTo>
                  <a:pt x="798690" y="240754"/>
                </a:lnTo>
                <a:lnTo>
                  <a:pt x="791166" y="245631"/>
                </a:lnTo>
                <a:lnTo>
                  <a:pt x="783527" y="250441"/>
                </a:lnTo>
                <a:lnTo>
                  <a:pt x="775773" y="255175"/>
                </a:lnTo>
                <a:lnTo>
                  <a:pt x="767896" y="259832"/>
                </a:lnTo>
                <a:lnTo>
                  <a:pt x="759914" y="264414"/>
                </a:lnTo>
                <a:lnTo>
                  <a:pt x="751827" y="268929"/>
                </a:lnTo>
                <a:lnTo>
                  <a:pt x="743636" y="273358"/>
                </a:lnTo>
                <a:lnTo>
                  <a:pt x="735340" y="277711"/>
                </a:lnTo>
                <a:lnTo>
                  <a:pt x="726938" y="281988"/>
                </a:lnTo>
                <a:lnTo>
                  <a:pt x="718442" y="286188"/>
                </a:lnTo>
                <a:lnTo>
                  <a:pt x="709851" y="290303"/>
                </a:lnTo>
                <a:lnTo>
                  <a:pt x="701164" y="294351"/>
                </a:lnTo>
                <a:lnTo>
                  <a:pt x="692382" y="298313"/>
                </a:lnTo>
                <a:lnTo>
                  <a:pt x="683514" y="302190"/>
                </a:lnTo>
                <a:lnTo>
                  <a:pt x="674560" y="306000"/>
                </a:lnTo>
                <a:lnTo>
                  <a:pt x="665521" y="309724"/>
                </a:lnTo>
                <a:lnTo>
                  <a:pt x="656406" y="313363"/>
                </a:lnTo>
                <a:lnTo>
                  <a:pt x="647214" y="316935"/>
                </a:lnTo>
                <a:lnTo>
                  <a:pt x="637937" y="320421"/>
                </a:lnTo>
                <a:lnTo>
                  <a:pt x="628593" y="323831"/>
                </a:lnTo>
                <a:lnTo>
                  <a:pt x="619182" y="327165"/>
                </a:lnTo>
                <a:lnTo>
                  <a:pt x="609695" y="330413"/>
                </a:lnTo>
                <a:lnTo>
                  <a:pt x="600142" y="333585"/>
                </a:lnTo>
                <a:lnTo>
                  <a:pt x="590531" y="336680"/>
                </a:lnTo>
                <a:lnTo>
                  <a:pt x="580854" y="339700"/>
                </a:lnTo>
                <a:lnTo>
                  <a:pt x="571119" y="342643"/>
                </a:lnTo>
                <a:lnTo>
                  <a:pt x="561318" y="345510"/>
                </a:lnTo>
                <a:lnTo>
                  <a:pt x="551478" y="348301"/>
                </a:lnTo>
                <a:lnTo>
                  <a:pt x="541572" y="351015"/>
                </a:lnTo>
                <a:lnTo>
                  <a:pt x="531619" y="353654"/>
                </a:lnTo>
                <a:lnTo>
                  <a:pt x="521627" y="356225"/>
                </a:lnTo>
                <a:lnTo>
                  <a:pt x="511578" y="358721"/>
                </a:lnTo>
                <a:lnTo>
                  <a:pt x="501491" y="361140"/>
                </a:lnTo>
                <a:lnTo>
                  <a:pt x="491357" y="363493"/>
                </a:lnTo>
                <a:lnTo>
                  <a:pt x="481184" y="365770"/>
                </a:lnTo>
                <a:lnTo>
                  <a:pt x="470964" y="367979"/>
                </a:lnTo>
                <a:lnTo>
                  <a:pt x="460715" y="370122"/>
                </a:lnTo>
                <a:lnTo>
                  <a:pt x="450428" y="372189"/>
                </a:lnTo>
                <a:lnTo>
                  <a:pt x="440112" y="374190"/>
                </a:lnTo>
                <a:lnTo>
                  <a:pt x="429758" y="376123"/>
                </a:lnTo>
                <a:lnTo>
                  <a:pt x="419376" y="377990"/>
                </a:lnTo>
                <a:lnTo>
                  <a:pt x="408965" y="379800"/>
                </a:lnTo>
                <a:lnTo>
                  <a:pt x="398526" y="381533"/>
                </a:lnTo>
                <a:lnTo>
                  <a:pt x="388068" y="383210"/>
                </a:lnTo>
                <a:lnTo>
                  <a:pt x="377571" y="384820"/>
                </a:lnTo>
                <a:lnTo>
                  <a:pt x="367055" y="386372"/>
                </a:lnTo>
                <a:lnTo>
                  <a:pt x="356521" y="387858"/>
                </a:lnTo>
                <a:lnTo>
                  <a:pt x="345967" y="389287"/>
                </a:lnTo>
                <a:lnTo>
                  <a:pt x="335385" y="390658"/>
                </a:lnTo>
                <a:lnTo>
                  <a:pt x="324793" y="391963"/>
                </a:lnTo>
                <a:lnTo>
                  <a:pt x="314182" y="393211"/>
                </a:lnTo>
                <a:lnTo>
                  <a:pt x="303552" y="394411"/>
                </a:lnTo>
                <a:lnTo>
                  <a:pt x="292903" y="395545"/>
                </a:lnTo>
                <a:lnTo>
                  <a:pt x="282245" y="396631"/>
                </a:lnTo>
                <a:lnTo>
                  <a:pt x="271567" y="397650"/>
                </a:lnTo>
                <a:lnTo>
                  <a:pt x="260880" y="398621"/>
                </a:lnTo>
                <a:lnTo>
                  <a:pt x="250184" y="399545"/>
                </a:lnTo>
                <a:lnTo>
                  <a:pt x="239478" y="400402"/>
                </a:lnTo>
                <a:lnTo>
                  <a:pt x="228752" y="401222"/>
                </a:lnTo>
                <a:lnTo>
                  <a:pt x="218027" y="401984"/>
                </a:lnTo>
                <a:lnTo>
                  <a:pt x="207283" y="402698"/>
                </a:lnTo>
                <a:lnTo>
                  <a:pt x="196539" y="403365"/>
                </a:lnTo>
                <a:lnTo>
                  <a:pt x="185785" y="403974"/>
                </a:lnTo>
                <a:lnTo>
                  <a:pt x="175031" y="404546"/>
                </a:lnTo>
                <a:lnTo>
                  <a:pt x="164259" y="405060"/>
                </a:lnTo>
                <a:lnTo>
                  <a:pt x="153495" y="405536"/>
                </a:lnTo>
                <a:lnTo>
                  <a:pt x="142713" y="405956"/>
                </a:lnTo>
                <a:lnTo>
                  <a:pt x="131931" y="406336"/>
                </a:lnTo>
                <a:lnTo>
                  <a:pt x="121148" y="406679"/>
                </a:lnTo>
                <a:lnTo>
                  <a:pt x="110366" y="406965"/>
                </a:lnTo>
                <a:lnTo>
                  <a:pt x="99574" y="407213"/>
                </a:lnTo>
                <a:lnTo>
                  <a:pt x="88783" y="407422"/>
                </a:lnTo>
                <a:lnTo>
                  <a:pt x="77991" y="407584"/>
                </a:lnTo>
                <a:lnTo>
                  <a:pt x="67189" y="407708"/>
                </a:lnTo>
                <a:lnTo>
                  <a:pt x="56398" y="407794"/>
                </a:lnTo>
                <a:lnTo>
                  <a:pt x="45596" y="407832"/>
                </a:lnTo>
                <a:lnTo>
                  <a:pt x="34804" y="407841"/>
                </a:lnTo>
                <a:lnTo>
                  <a:pt x="24003" y="407803"/>
                </a:lnTo>
                <a:lnTo>
                  <a:pt x="13202" y="407727"/>
                </a:lnTo>
                <a:lnTo>
                  <a:pt x="2410" y="407613"/>
                </a:lnTo>
                <a:lnTo>
                  <a:pt x="0" y="407508"/>
                </a:lnTo>
                <a:lnTo>
                  <a:pt x="10792" y="407337"/>
                </a:lnTo>
                <a:lnTo>
                  <a:pt x="21584" y="407051"/>
                </a:lnTo>
                <a:lnTo>
                  <a:pt x="32366" y="406679"/>
                </a:lnTo>
                <a:lnTo>
                  <a:pt x="43139" y="406222"/>
                </a:lnTo>
                <a:lnTo>
                  <a:pt x="53902" y="405689"/>
                </a:lnTo>
                <a:lnTo>
                  <a:pt x="64656" y="405079"/>
                </a:lnTo>
                <a:lnTo>
                  <a:pt x="75400" y="404403"/>
                </a:lnTo>
                <a:lnTo>
                  <a:pt x="86125" y="403650"/>
                </a:lnTo>
                <a:lnTo>
                  <a:pt x="96850" y="402822"/>
                </a:lnTo>
                <a:lnTo>
                  <a:pt x="107547" y="401926"/>
                </a:lnTo>
                <a:lnTo>
                  <a:pt x="118234" y="400964"/>
                </a:lnTo>
                <a:lnTo>
                  <a:pt x="128911" y="399926"/>
                </a:lnTo>
                <a:lnTo>
                  <a:pt x="139560" y="398812"/>
                </a:lnTo>
                <a:lnTo>
                  <a:pt x="150190" y="397631"/>
                </a:lnTo>
                <a:lnTo>
                  <a:pt x="160801" y="396373"/>
                </a:lnTo>
                <a:lnTo>
                  <a:pt x="171393" y="395040"/>
                </a:lnTo>
                <a:lnTo>
                  <a:pt x="181956" y="393621"/>
                </a:lnTo>
                <a:lnTo>
                  <a:pt x="192491" y="392135"/>
                </a:lnTo>
                <a:lnTo>
                  <a:pt x="202997" y="390563"/>
                </a:lnTo>
                <a:lnTo>
                  <a:pt x="213474" y="388915"/>
                </a:lnTo>
                <a:lnTo>
                  <a:pt x="223914" y="387182"/>
                </a:lnTo>
                <a:lnTo>
                  <a:pt x="234315" y="385362"/>
                </a:lnTo>
                <a:lnTo>
                  <a:pt x="244678" y="383457"/>
                </a:lnTo>
                <a:lnTo>
                  <a:pt x="255003" y="381457"/>
                </a:lnTo>
                <a:lnTo>
                  <a:pt x="265281" y="379371"/>
                </a:lnTo>
                <a:lnTo>
                  <a:pt x="275501" y="377180"/>
                </a:lnTo>
                <a:lnTo>
                  <a:pt x="285683" y="374904"/>
                </a:lnTo>
                <a:lnTo>
                  <a:pt x="295799" y="372532"/>
                </a:lnTo>
                <a:lnTo>
                  <a:pt x="305848" y="370046"/>
                </a:lnTo>
                <a:lnTo>
                  <a:pt x="315839" y="367465"/>
                </a:lnTo>
                <a:lnTo>
                  <a:pt x="325755" y="364769"/>
                </a:lnTo>
                <a:lnTo>
                  <a:pt x="335594" y="361969"/>
                </a:lnTo>
                <a:lnTo>
                  <a:pt x="345348" y="359054"/>
                </a:lnTo>
                <a:lnTo>
                  <a:pt x="355016" y="356016"/>
                </a:lnTo>
                <a:lnTo>
                  <a:pt x="364588" y="352863"/>
                </a:lnTo>
                <a:lnTo>
                  <a:pt x="374056" y="349596"/>
                </a:lnTo>
                <a:lnTo>
                  <a:pt x="383410" y="346196"/>
                </a:lnTo>
                <a:lnTo>
                  <a:pt x="392640" y="342671"/>
                </a:lnTo>
                <a:lnTo>
                  <a:pt x="401745" y="339014"/>
                </a:lnTo>
                <a:lnTo>
                  <a:pt x="410708" y="335223"/>
                </a:lnTo>
                <a:lnTo>
                  <a:pt x="419529" y="331289"/>
                </a:lnTo>
                <a:lnTo>
                  <a:pt x="428187" y="327222"/>
                </a:lnTo>
                <a:lnTo>
                  <a:pt x="436674" y="323012"/>
                </a:lnTo>
                <a:lnTo>
                  <a:pt x="444970" y="318668"/>
                </a:lnTo>
                <a:lnTo>
                  <a:pt x="453085" y="314173"/>
                </a:lnTo>
                <a:lnTo>
                  <a:pt x="460981" y="309534"/>
                </a:lnTo>
                <a:lnTo>
                  <a:pt x="468668" y="304752"/>
                </a:lnTo>
                <a:lnTo>
                  <a:pt x="476117" y="299828"/>
                </a:lnTo>
                <a:lnTo>
                  <a:pt x="483327" y="294761"/>
                </a:lnTo>
                <a:lnTo>
                  <a:pt x="490271" y="289550"/>
                </a:lnTo>
                <a:lnTo>
                  <a:pt x="496948" y="284207"/>
                </a:lnTo>
                <a:lnTo>
                  <a:pt x="503349" y="278721"/>
                </a:lnTo>
                <a:lnTo>
                  <a:pt x="509445" y="273110"/>
                </a:lnTo>
                <a:lnTo>
                  <a:pt x="515245" y="267367"/>
                </a:lnTo>
                <a:lnTo>
                  <a:pt x="520732" y="261509"/>
                </a:lnTo>
                <a:lnTo>
                  <a:pt x="525894" y="255527"/>
                </a:lnTo>
                <a:lnTo>
                  <a:pt x="530723" y="249441"/>
                </a:lnTo>
                <a:lnTo>
                  <a:pt x="535229" y="243259"/>
                </a:lnTo>
                <a:lnTo>
                  <a:pt x="539391" y="236982"/>
                </a:lnTo>
                <a:lnTo>
                  <a:pt x="543211" y="230619"/>
                </a:lnTo>
                <a:lnTo>
                  <a:pt x="546697" y="224171"/>
                </a:lnTo>
                <a:lnTo>
                  <a:pt x="549840" y="217665"/>
                </a:lnTo>
                <a:lnTo>
                  <a:pt x="552650" y="211093"/>
                </a:lnTo>
                <a:lnTo>
                  <a:pt x="555117" y="204473"/>
                </a:lnTo>
                <a:lnTo>
                  <a:pt x="557260" y="197796"/>
                </a:lnTo>
                <a:lnTo>
                  <a:pt x="559079" y="191091"/>
                </a:lnTo>
                <a:lnTo>
                  <a:pt x="560584" y="184356"/>
                </a:lnTo>
                <a:lnTo>
                  <a:pt x="561785" y="177594"/>
                </a:lnTo>
                <a:lnTo>
                  <a:pt x="562680" y="170812"/>
                </a:lnTo>
                <a:lnTo>
                  <a:pt x="563280" y="164011"/>
                </a:lnTo>
                <a:lnTo>
                  <a:pt x="563604" y="157210"/>
                </a:lnTo>
                <a:lnTo>
                  <a:pt x="563661" y="150409"/>
                </a:lnTo>
                <a:lnTo>
                  <a:pt x="563442" y="143599"/>
                </a:lnTo>
                <a:lnTo>
                  <a:pt x="562975" y="136798"/>
                </a:lnTo>
                <a:lnTo>
                  <a:pt x="562261" y="130016"/>
                </a:lnTo>
                <a:lnTo>
                  <a:pt x="572252" y="128349"/>
                </a:lnTo>
                <a:lnTo>
                  <a:pt x="582778" y="126825"/>
                </a:lnTo>
                <a:lnTo>
                  <a:pt x="593265" y="125197"/>
                </a:lnTo>
                <a:lnTo>
                  <a:pt x="603714" y="123492"/>
                </a:lnTo>
                <a:lnTo>
                  <a:pt x="614134" y="121710"/>
                </a:lnTo>
                <a:lnTo>
                  <a:pt x="624526" y="119863"/>
                </a:lnTo>
                <a:lnTo>
                  <a:pt x="634879" y="117939"/>
                </a:lnTo>
                <a:lnTo>
                  <a:pt x="645204" y="115948"/>
                </a:lnTo>
                <a:lnTo>
                  <a:pt x="655501" y="113890"/>
                </a:lnTo>
                <a:lnTo>
                  <a:pt x="665759" y="111776"/>
                </a:lnTo>
                <a:lnTo>
                  <a:pt x="675989" y="109585"/>
                </a:lnTo>
                <a:lnTo>
                  <a:pt x="686181" y="107337"/>
                </a:lnTo>
                <a:lnTo>
                  <a:pt x="696335" y="105023"/>
                </a:lnTo>
                <a:lnTo>
                  <a:pt x="706450" y="102651"/>
                </a:lnTo>
                <a:lnTo>
                  <a:pt x="716537" y="100213"/>
                </a:lnTo>
                <a:lnTo>
                  <a:pt x="726577" y="97717"/>
                </a:lnTo>
                <a:lnTo>
                  <a:pt x="736578" y="95155"/>
                </a:lnTo>
                <a:lnTo>
                  <a:pt x="746541" y="92526"/>
                </a:lnTo>
                <a:lnTo>
                  <a:pt x="756456" y="89840"/>
                </a:lnTo>
                <a:lnTo>
                  <a:pt x="766334" y="87078"/>
                </a:lnTo>
                <a:lnTo>
                  <a:pt x="776154" y="84268"/>
                </a:lnTo>
                <a:lnTo>
                  <a:pt x="785936" y="81382"/>
                </a:lnTo>
                <a:lnTo>
                  <a:pt x="795661" y="78429"/>
                </a:lnTo>
                <a:lnTo>
                  <a:pt x="805348" y="75409"/>
                </a:lnTo>
                <a:lnTo>
                  <a:pt x="814969" y="72323"/>
                </a:lnTo>
                <a:lnTo>
                  <a:pt x="824541" y="69180"/>
                </a:lnTo>
                <a:lnTo>
                  <a:pt x="834057" y="65951"/>
                </a:lnTo>
                <a:lnTo>
                  <a:pt x="843505" y="62665"/>
                </a:lnTo>
                <a:lnTo>
                  <a:pt x="852897" y="59303"/>
                </a:lnTo>
                <a:lnTo>
                  <a:pt x="862222" y="55874"/>
                </a:lnTo>
                <a:lnTo>
                  <a:pt x="871480" y="52378"/>
                </a:lnTo>
                <a:lnTo>
                  <a:pt x="880672" y="48806"/>
                </a:lnTo>
                <a:lnTo>
                  <a:pt x="889787" y="45158"/>
                </a:lnTo>
                <a:lnTo>
                  <a:pt x="898827" y="41434"/>
                </a:lnTo>
                <a:lnTo>
                  <a:pt x="907790" y="37643"/>
                </a:lnTo>
                <a:lnTo>
                  <a:pt x="916667" y="33766"/>
                </a:lnTo>
                <a:lnTo>
                  <a:pt x="925459" y="29823"/>
                </a:lnTo>
                <a:lnTo>
                  <a:pt x="934174" y="25794"/>
                </a:lnTo>
                <a:lnTo>
                  <a:pt x="942785" y="21698"/>
                </a:lnTo>
                <a:lnTo>
                  <a:pt x="951309" y="17516"/>
                </a:lnTo>
                <a:lnTo>
                  <a:pt x="959729" y="13259"/>
                </a:lnTo>
                <a:lnTo>
                  <a:pt x="968045" y="8915"/>
                </a:lnTo>
                <a:lnTo>
                  <a:pt x="976255" y="4496"/>
                </a:lnTo>
                <a:lnTo>
                  <a:pt x="984361" y="0"/>
                </a:lnTo>
                <a:close/>
              </a:path>
            </a:pathLst>
          </a:custGeom>
          <a:solidFill xmlns:a="http://schemas.openxmlformats.org/drawingml/2006/main">
            <a:srgbClr val="EEF2F7"/>
          </a:solidFill>
          <a:ln xmlns:a="http://schemas.openxmlformats.org/drawingml/2006/main" w="22860">
            <a:solidFill>
              <a:srgbClr val="C8D1DC"/>
            </a:solidFill>
            <a:prstDash val="solid"/>
          </a:ln>
        </p:spPr>
      </p:sp>
      <p:sp>
        <p:nvSpPr>
          <p:cNvPr id="17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3F994E7E-F75F-4FB4-8748-CBC72172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2690" y="226724"/>
            <a:ext cx="1978666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18" name="note-body-0">
            <a:extLst xmlns:a="http://schemas.openxmlformats.org/drawingml/2006/main">
              <a:ext uri="{FF2B5EF4-FFF2-40B4-BE49-F238E27FC236}">
                <a16:creationId xmlns:a16="http://schemas.microsoft.com/office/drawing/2014/main" id="{B3CEA2B5-8A90-4B18-AAFA-F4A9C67A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9659" y="623354"/>
            <a:ext cx="2092223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关系明确，阅读路径稳定</a:t>
            </a:r>
          </a:p>
        </p:txBody>
      </p:sp>
      <p:sp>
        <p:nvSpPr>
          <p:cNvPr id="19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4BE0DEDF-0166-42BA-A2B0-979D8B32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3044" y="226724"/>
            <a:ext cx="1978666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输出可靠</a:t>
            </a:r>
          </a:p>
        </p:txBody>
      </p:sp>
      <p:sp>
        <p:nvSpPr>
          <p:cNvPr id="20" name="note-body-1">
            <a:extLst xmlns:a="http://schemas.openxmlformats.org/drawingml/2006/main">
              <a:ext uri="{FF2B5EF4-FFF2-40B4-BE49-F238E27FC236}">
                <a16:creationId xmlns:a16="http://schemas.microsoft.com/office/drawing/2014/main" id="{C6BABB19-65F9-4810-988E-677F354E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0004" y="623354"/>
            <a:ext cx="2092223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结果保持一致，减少随机波动</a:t>
            </a:r>
          </a:p>
        </p:txBody>
      </p:sp>
      <p:sp>
        <p:nvSpPr>
          <p:cNvPr id="21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2EFA08CD-5EB1-4B78-B240-D10E714C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2690" y="2072640"/>
            <a:ext cx="1978666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原生可编辑</a:t>
            </a:r>
          </a:p>
        </p:txBody>
      </p:sp>
      <p:sp>
        <p:nvSpPr>
          <p:cNvPr id="22" name="note-body-2">
            <a:extLst xmlns:a="http://schemas.openxmlformats.org/drawingml/2006/main">
              <a:ext uri="{FF2B5EF4-FFF2-40B4-BE49-F238E27FC236}">
                <a16:creationId xmlns:a16="http://schemas.microsoft.com/office/drawing/2014/main" id="{A4F1101F-748D-4EBD-BE2F-37607397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9659" y="2469261"/>
            <a:ext cx="2092223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文字与形状均可继续修改</a:t>
            </a:r>
          </a:p>
        </p:txBody>
      </p:sp>
      <p:sp>
        <p:nvSpPr>
          <p:cNvPr id="23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4F5AD825-875A-4AF9-8C26-BDC39817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3044" y="2072640"/>
            <a:ext cx="1978666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响应布局</a:t>
            </a:r>
          </a:p>
        </p:txBody>
      </p:sp>
      <p:sp>
        <p:nvSpPr>
          <p:cNvPr id="24" name="note-point-3-0">
            <a:extLst xmlns:a="http://schemas.openxmlformats.org/drawingml/2006/main">
              <a:ext uri="{FF2B5EF4-FFF2-40B4-BE49-F238E27FC236}">
                <a16:creationId xmlns:a16="http://schemas.microsoft.com/office/drawing/2014/main" id="{C0E7F844-73B4-4590-94EA-E8E59BCC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0004" y="2469261"/>
            <a:ext cx="2092223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数量变化时重新求解</a:t>
            </a:r>
          </a:p>
        </p:txBody>
      </p:sp>
      <p:sp>
        <p:nvSpPr>
          <p:cNvPr id="25" name="note-point-3-1">
            <a:extLst xmlns:a="http://schemas.openxmlformats.org/drawingml/2006/main">
              <a:ext uri="{FF2B5EF4-FFF2-40B4-BE49-F238E27FC236}">
                <a16:creationId xmlns:a16="http://schemas.microsoft.com/office/drawing/2014/main" id="{03964BB9-D13B-447C-8E08-159A2013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0004" y="2727188"/>
            <a:ext cx="2092223" cy="210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85B70"/>
                </a:solidFill>
                <a:latin typeface="Microsoft YaHei"/>
                <a:ea typeface="Microsoft YaHei"/>
                <a:cs typeface="Microsoft YaHei"/>
              </a:rPr>
              <a:t>• 末行始终保持居中</a:t>
            </a:r>
          </a:p>
        </p:txBody>
      </p:sp>
      <p:sp>
        <p:nvSpPr>
          <p:cNvPr id="26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F07AEFBF-1EF8-447D-8126-093C6E5D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26724"/>
            <a:ext cx="372513" cy="283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b7aeed5d440c0">
            <a:extLst>
              <a:ext uri="{96DAC541-7B7A-43D3-8B79-37D633B846F1}">
                <asvg:svgBlip xmlns:asvg="http://schemas.microsoft.com/office/drawing/2016/SVG/main" r:embed="R220dd497d5f242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63188" y="279702"/>
            <a:ext cx="169221" cy="169221"/>
          </a:xfrm>
          <a:prstGeom xmlns:a="http://schemas.openxmlformats.org/drawingml/2006/main" prst="rect">
            <a:avLst/>
          </a:prstGeom>
        </p:spPr>
      </p:pic>
      <p:sp>
        <p:nvSpPr>
          <p:cNvPr id="28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AD8FFAD5-A0AA-4368-A45C-A5312E51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26724"/>
            <a:ext cx="372513" cy="283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b783ef6f045b6">
            <a:extLst>
              <a:ext uri="{96DAC541-7B7A-43D3-8B79-37D633B846F1}">
                <asvg:svgBlip xmlns:asvg="http://schemas.microsoft.com/office/drawing/2016/SVG/main" r:embed="Rde1d3d0bfcd643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23542" y="279702"/>
            <a:ext cx="169221" cy="169221"/>
          </a:xfrm>
          <a:prstGeom xmlns:a="http://schemas.openxmlformats.org/drawingml/2006/main" prst="rect">
            <a:avLst/>
          </a:prstGeom>
        </p:spPr>
      </p:pic>
      <p:sp>
        <p:nvSpPr>
          <p:cNvPr id="30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88A08B91-AC4D-492D-9DD5-F45A0DFC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0177" y="2072640"/>
            <a:ext cx="372513" cy="283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6c914edf84066">
            <a:extLst>
              <a:ext uri="{96DAC541-7B7A-43D3-8B79-37D633B846F1}">
                <asvg:svgBlip xmlns:asvg="http://schemas.microsoft.com/office/drawing/2016/SVG/main" r:embed="Rfc509d9e323c47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63188" y="2125618"/>
            <a:ext cx="169221" cy="169221"/>
          </a:xfrm>
          <a:prstGeom xmlns:a="http://schemas.openxmlformats.org/drawingml/2006/main" prst="rect">
            <a:avLst/>
          </a:prstGeom>
        </p:spPr>
      </p:pic>
      <p:sp>
        <p:nvSpPr>
          <p:cNvPr id="32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3C10491D-FD9D-490B-B87E-56CC0F66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0531" y="2072640"/>
            <a:ext cx="372513" cy="2833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052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6bd5b8c16414c">
            <a:extLst>
              <a:ext uri="{96DAC541-7B7A-43D3-8B79-37D633B846F1}">
                <asvg:svgBlip xmlns:asvg="http://schemas.microsoft.com/office/drawing/2016/SVG/main" r:embed="Ree38a97994bc4c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23542" y="2125618"/>
            <a:ext cx="169221" cy="1692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3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2026-09-07T23:09:03.6350000Z</dcterms:created>
  <dcterms:modified xsi:type="dcterms:W3CDTF">2026-09-07T23:09:03.6350000Z</dcterms:modified>
</coreProperties>
</file>