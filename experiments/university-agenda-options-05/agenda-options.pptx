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049ebfcbd34f51" /><Relationship Type="http://schemas.openxmlformats.org/officeDocument/2006/relationships/extended-properties" Target="/docProps/app.xml" Id="Re4f6013a68d84e01" /><Relationship Type="http://schemas.openxmlformats.org/officeDocument/2006/relationships/officeDocument" Target="/ppt/presentation.xml" Id="Ra8834b6489264a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a152fc183d4bc6"/>
    <p:sldMasterId xmlns:r="http://schemas.openxmlformats.org/officeDocument/2006/relationships" id="2147483660" r:id="R0edb31cbed7d4f48"/>
    <p:sldMasterId xmlns:r="http://schemas.openxmlformats.org/officeDocument/2006/relationships" id="2147483663" r:id="R8cd41d0a1efe4f8f"/>
  </p:sldMasterIdLst>
  <p:notesMasterIdLst>
    <p:notesMasterId xmlns:r="http://schemas.openxmlformats.org/officeDocument/2006/relationships" r:id="R14e3ffd5594c45d5"/>
  </p:notesMasterIdLst>
  <p:sldIdLst>
    <p:sldId xmlns:r="http://schemas.openxmlformats.org/officeDocument/2006/relationships" id="256" r:id="Rf98d5b3c8ec3438a"/>
    <p:sldId xmlns:r="http://schemas.openxmlformats.org/officeDocument/2006/relationships" id="257" r:id="R84564cf564ea4df0"/>
    <p:sldId xmlns:r="http://schemas.openxmlformats.org/officeDocument/2006/relationships" id="258" r:id="R8291ef89dc8343f6"/>
    <p:sldId xmlns:r="http://schemas.openxmlformats.org/officeDocument/2006/relationships" id="259" r:id="R1c2374e54da9496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53c13837c54f30" /><Relationship Type="http://schemas.openxmlformats.org/officeDocument/2006/relationships/slideMaster" Target="/ppt/slideMasters/slideMaster1.xml" Id="Rfba152fc183d4bc6" /><Relationship Type="http://schemas.openxmlformats.org/officeDocument/2006/relationships/slideMaster" Target="/ppt/slideMasters/slideMaster2.xml" Id="R0edb31cbed7d4f48" /><Relationship Type="http://schemas.openxmlformats.org/officeDocument/2006/relationships/slideMaster" Target="/ppt/slideMasters/slideMaster3.xml" Id="R8cd41d0a1efe4f8f" /><Relationship Type="http://schemas.openxmlformats.org/officeDocument/2006/relationships/notesMaster" Target="/ppt/notesMasters/notesMaster1.xml" Id="R14e3ffd5594c45d5" /><Relationship Type="http://schemas.openxmlformats.org/officeDocument/2006/relationships/presProps" Target="/ppt/presProps.xml" Id="Rfdc41a3a02e74c76" /><Relationship Type="http://schemas.openxmlformats.org/officeDocument/2006/relationships/viewProps" Target="/ppt/viewProps.xml" Id="R88bb602e8cef4b9b" /><Relationship Type="http://schemas.openxmlformats.org/officeDocument/2006/relationships/tableStyles" Target="/ppt/tableStyles.xml" Id="R0f5bbe4a58eb4603" /><Relationship Type="http://schemas.openxmlformats.org/officeDocument/2006/relationships/slide" Target="/ppt/slides/slide1.xml" Id="Rf98d5b3c8ec3438a" /><Relationship Type="http://schemas.openxmlformats.org/officeDocument/2006/relationships/slide" Target="/ppt/slides/slide2.xml" Id="R84564cf564ea4df0" /><Relationship Type="http://schemas.openxmlformats.org/officeDocument/2006/relationships/slide" Target="/ppt/slides/slide3.xml" Id="R8291ef89dc8343f6" /><Relationship Type="http://schemas.openxmlformats.org/officeDocument/2006/relationships/slide" Target="/ppt/slides/slide4.xml" Id="R1c2374e54da949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13a419cb83b145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50383b581f4c3e" /><Relationship Type="http://schemas.openxmlformats.org/officeDocument/2006/relationships/notesMaster" Target="/ppt/notesMasters/notesMaster1.xml" Id="Rfbb58c125dba48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07480329774088" /><Relationship Type="http://schemas.openxmlformats.org/officeDocument/2006/relationships/notesMaster" Target="/ppt/notesMasters/notesMaster1.xml" Id="R85a3ec0781c34e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6469fe1380440f" /><Relationship Type="http://schemas.openxmlformats.org/officeDocument/2006/relationships/notesMaster" Target="/ppt/notesMasters/notesMaster1.xml" Id="R48a7b0c5768346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5a88bf7f612457b" /><Relationship Type="http://schemas.openxmlformats.org/officeDocument/2006/relationships/notesMaster" Target="/ppt/notesMasters/notesMaster1.xml" Id="Rd96d29c029e446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内容：用户稿件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PPagenT：agenda → northeastern-university-agenda-001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内容：用户稿件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PPagenT：agenda → northeastern-university-agenda-001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内容：用户稿件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PPagenT：agenda → northeastern-university-agenda-001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内容：用户稿件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PPagenT：agenda → northeastern-university-agenda-001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a08229147c4f1a" /><Relationship Type="http://schemas.openxmlformats.org/officeDocument/2006/relationships/image" Target="/ppt/media/image.jpeg" Id="R0d85e1a063644a23" /><Relationship Type="http://schemas.openxmlformats.org/officeDocument/2006/relationships/image" Target="/ppt/media/image.png" Id="Rd199f7d8309746dc" /><Relationship Type="http://schemas.openxmlformats.org/officeDocument/2006/relationships/image" Target="/ppt/media/image2.png" Id="R945d4964b46046a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8aa76aad75426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e03947643f45ec" /><Relationship Type="http://schemas.openxmlformats.org/officeDocument/2006/relationships/image" Target="/ppt/media/image3.png" Id="Rf66e9fb19ab943f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113def0b8f453d" /><Relationship Type="http://schemas.openxmlformats.org/officeDocument/2006/relationships/image" Target="/ppt/media/image4.png" Id="Rf9c66ac7b84342d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4bb4cd7a8743e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c33ad445d54d8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3f2f62785d477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16c0c58b1e46a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2f364039704e7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b67a6e61c041d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47c4745b324eda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dcf706946044608" /><Relationship Type="http://schemas.openxmlformats.org/officeDocument/2006/relationships/image" Target="/ppt/media/image5.png" Id="R39d22d82cab7405c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4fe4191445d42ef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b6e1d82f2413460c" /><Relationship Type="http://schemas.openxmlformats.org/officeDocument/2006/relationships/image" Target="/ppt/media/image5.png" Id="Rcd68af5429a84534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6dd39f857a64f90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85e1a063644a23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99f7d8309746dc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5d4964b46046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6e9fb19ab943f5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c66ac7b84342d5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d22d82cab7405c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68af5429a84534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322e172cd74c39" /><Relationship Type="http://schemas.openxmlformats.org/officeDocument/2006/relationships/slideLayout" Target="/ppt/slideLayouts/slideLayout1.xml" Id="Rce6c1634eb0d4937" /><Relationship Type="http://schemas.openxmlformats.org/officeDocument/2006/relationships/slideLayout" Target="/ppt/slideLayouts/slideLayout2.xml" Id="R0a6bd8748d8b4f0d" /><Relationship Type="http://schemas.openxmlformats.org/officeDocument/2006/relationships/slideLayout" Target="/ppt/slideLayouts/slideLayout3.xml" Id="R37a30a5ca02b4322" /><Relationship Type="http://schemas.openxmlformats.org/officeDocument/2006/relationships/slideLayout" Target="/ppt/slideLayouts/slideLayout4.xml" Id="Rfc4c03501e3f41ec" /><Relationship Type="http://schemas.openxmlformats.org/officeDocument/2006/relationships/slideLayout" Target="/ppt/slideLayouts/slideLayout5.xml" Id="R35bccf6521a846fe" /><Relationship Type="http://schemas.openxmlformats.org/officeDocument/2006/relationships/slideLayout" Target="/ppt/slideLayouts/slideLayout6.xml" Id="R03adcfaada2f4c29" /><Relationship Type="http://schemas.openxmlformats.org/officeDocument/2006/relationships/slideLayout" Target="/ppt/slideLayouts/slideLayout7.xml" Id="R8f552ba4c40f4573" /><Relationship Type="http://schemas.openxmlformats.org/officeDocument/2006/relationships/slideLayout" Target="/ppt/slideLayouts/slideLayout8.xml" Id="R9c27e92e44ea4ebb" /><Relationship Type="http://schemas.openxmlformats.org/officeDocument/2006/relationships/slideLayout" Target="/ppt/slideLayouts/slideLayout9.xml" Id="R07777ac5a78849b9" /><Relationship Type="http://schemas.openxmlformats.org/officeDocument/2006/relationships/slideLayout" Target="/ppt/slideLayouts/slideLayout10.xml" Id="Rff3c65cb7bce462a" /><Relationship Type="http://schemas.openxmlformats.org/officeDocument/2006/relationships/slideLayout" Target="/ppt/slideLayouts/slideLayout11.xml" Id="Raa5c2f72f7724222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7309e840ebf3469f" /><Relationship Type="http://schemas.openxmlformats.org/officeDocument/2006/relationships/slideLayout" Target="/ppt/slideLayouts/slideLayout12.xml" Id="Rca51905fb95e48a1" /><Relationship Type="http://schemas.openxmlformats.org/officeDocument/2006/relationships/slideLayout" Target="/ppt/slideLayouts/slideLayout13.xml" Id="R3e37ddf6c7884286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d2676f5290614b7d" /><Relationship Type="http://schemas.openxmlformats.org/officeDocument/2006/relationships/slideLayout" Target="/ppt/slideLayouts/slideLayout14.xml" Id="Rca7e6aeaedef4d8d" /><Relationship Type="http://schemas.openxmlformats.org/officeDocument/2006/relationships/slideLayout" Target="/ppt/slideLayouts/slideLayout15.xml" Id="R12168473fe084f7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6c1634eb0d4937"/>
    <p:sldLayoutId xmlns:r="http://schemas.openxmlformats.org/officeDocument/2006/relationships" id="2147483650" r:id="R0a6bd8748d8b4f0d"/>
    <p:sldLayoutId xmlns:r="http://schemas.openxmlformats.org/officeDocument/2006/relationships" id="2147483651" r:id="R37a30a5ca02b4322"/>
    <p:sldLayoutId xmlns:r="http://schemas.openxmlformats.org/officeDocument/2006/relationships" id="2147483652" r:id="Rfc4c03501e3f41ec"/>
    <p:sldLayoutId xmlns:r="http://schemas.openxmlformats.org/officeDocument/2006/relationships" id="2147483653" r:id="R35bccf6521a846fe"/>
    <p:sldLayoutId xmlns:r="http://schemas.openxmlformats.org/officeDocument/2006/relationships" id="2147483654" r:id="R03adcfaada2f4c29"/>
    <p:sldLayoutId xmlns:r="http://schemas.openxmlformats.org/officeDocument/2006/relationships" id="2147483655" r:id="R8f552ba4c40f4573"/>
    <p:sldLayoutId xmlns:r="http://schemas.openxmlformats.org/officeDocument/2006/relationships" id="2147483656" r:id="R9c27e92e44ea4ebb"/>
    <p:sldLayoutId xmlns:r="http://schemas.openxmlformats.org/officeDocument/2006/relationships" id="2147483657" r:id="R07777ac5a78849b9"/>
    <p:sldLayoutId xmlns:r="http://schemas.openxmlformats.org/officeDocument/2006/relationships" id="2147483658" r:id="Rff3c65cb7bce462a"/>
    <p:sldLayoutId xmlns:r="http://schemas.openxmlformats.org/officeDocument/2006/relationships" id="2147483659" r:id="Raa5c2f72f7724222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ca51905fb95e48a1"/>
    <p:sldLayoutId xmlns:r="http://schemas.openxmlformats.org/officeDocument/2006/relationships" id="2147483662" r:id="R3e37ddf6c7884286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ca7e6aeaedef4d8d"/>
    <p:sldLayoutId xmlns:r="http://schemas.openxmlformats.org/officeDocument/2006/relationships" id="2147483665" r:id="R12168473fe084f77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2be0d75baf04ef6" /><Relationship Type="http://schemas.openxmlformats.org/officeDocument/2006/relationships/notesSlide" Target="/ppt/notesSlides/notesSlide1.xml" Id="Re4255f2740b044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6fc66adadd84094" /><Relationship Type="http://schemas.openxmlformats.org/officeDocument/2006/relationships/notesSlide" Target="/ppt/notesSlides/notesSlide2.xml" Id="R4f78a650b0984e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7925f92b7f44c45" /><Relationship Type="http://schemas.openxmlformats.org/officeDocument/2006/relationships/notesSlide" Target="/ppt/notesSlides/notesSlide3.xml" Id="R35e901d6a0d148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840a13004ad4a8d" /><Relationship Type="http://schemas.openxmlformats.org/officeDocument/2006/relationships/notesSlide" Target="/ppt/notesSlides/notesSlide4.xml" Id="R79b9d66c3561431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52625"/>
            <a:ext cx="9620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/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481B0E-7977-4E5A-AA6C-7C17CD81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90775"/>
            <a:ext cx="2286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950" b="0">
                <a:solidFill>
                  <a:srgbClr val="315F91"/>
                </a:solidFill>
                <a:latin typeface="Georgia"/>
                <a:ea typeface="Georgia"/>
                <a:cs typeface="Georgia"/>
              </a:defRPr>
            </a:pPr>
            <a:r>
              <a:rPr sz="4950" b="0">
                <a:solidFill>
                  <a:srgbClr val="315F91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F5DC66-010F-45EF-8746-1192E3A6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76625"/>
            <a:ext cx="3048000" cy="5143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05493"/>
              </a:gs>
              <a:gs pos="100000">
                <a:srgbClr val="5796E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5063EB-E89F-4AFC-ABA9-D342A7A4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5433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记录规范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C167C6-84AB-41DD-BF86-5CED7069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238625"/>
            <a:ext cx="3105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明确需要留下哪些基本信息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92B0A4-EC01-4DB0-A7A0-969CCCD5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577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BFFF1F-F0FE-4B9A-9F7B-D9DE496B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19375"/>
            <a:ext cx="952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D0B69D-4A64-43F5-992C-4F36E41B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90775"/>
            <a:ext cx="2286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950" b="0">
                <a:solidFill>
                  <a:srgbClr val="315F91"/>
                </a:solidFill>
                <a:latin typeface="Georgia"/>
                <a:ea typeface="Georgia"/>
                <a:cs typeface="Georgia"/>
              </a:defRPr>
            </a:pPr>
            <a:r>
              <a:rPr sz="4950" b="0">
                <a:solidFill>
                  <a:srgbClr val="315F91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A89229-E233-4C38-928F-805B7D289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476625"/>
            <a:ext cx="3048000" cy="5143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05493"/>
              </a:gs>
              <a:gs pos="100000">
                <a:srgbClr val="5796E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E9B259-FC9A-4AA8-A60D-37F8DADD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5433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试点筛选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B2A7D5-2222-472D-9C85-A4BED554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238625"/>
            <a:ext cx="3105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确定入选条件与试点边界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C5A123-7E70-4D8E-B2B9-BB0C4F81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8577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6EC179-1648-49DA-A4D9-D2113D68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19375"/>
            <a:ext cx="952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1E1842-ED87-402B-811F-B7868E7D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90775"/>
            <a:ext cx="2286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950" b="0">
                <a:solidFill>
                  <a:srgbClr val="315F91"/>
                </a:solidFill>
                <a:latin typeface="Georgia"/>
                <a:ea typeface="Georgia"/>
                <a:cs typeface="Georgia"/>
              </a:defRPr>
            </a:pPr>
            <a:r>
              <a:rPr sz="4950" b="0">
                <a:solidFill>
                  <a:srgbClr val="315F91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F5618D-401A-4C61-9A36-C4CDF72C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476625"/>
            <a:ext cx="3048000" cy="5143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05493"/>
              </a:gs>
              <a:gs pos="100000">
                <a:srgbClr val="5796E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CAB080-74DF-4375-92E9-87E1E89C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5433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能力建设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D011A2-CB44-4FF7-8BDC-4BAF83D4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238625"/>
            <a:ext cx="3105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从可记录走向可追溯、可复用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EC3E04-4BEC-4BD7-923E-DCA73C24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8577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52625"/>
            <a:ext cx="9620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/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6E4E1C-042E-45B3-98FA-B94BDD76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19325"/>
            <a:ext cx="1066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315F91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315F91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DB26C4-0EB9-4E1B-9CF0-3258A173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381250"/>
            <a:ext cx="28575" cy="4381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05493"/>
              </a:gs>
              <a:gs pos="100000">
                <a:srgbClr val="5796E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353F95-08EB-4271-9405-AA3C4D19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286000"/>
            <a:ext cx="28765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38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84C"/>
                </a:solidFill>
                <a:latin typeface="Microsoft YaHei"/>
                <a:ea typeface="Microsoft YaHei"/>
                <a:cs typeface="Microsoft YaHei"/>
              </a:rPr>
              <a:t>记录规范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B6018F-1709-45DA-8932-96157509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62200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明确需要留下哪些基本信息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70174E-A90A-4DAB-A2D1-B07AD32D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52775"/>
            <a:ext cx="10058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F5E924-B956-432B-8CDB-758C93ECD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1066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315F91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315F91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12EB62-A979-4F8D-B495-2C0C8ED5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552825"/>
            <a:ext cx="28575" cy="4381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05493"/>
              </a:gs>
              <a:gs pos="100000">
                <a:srgbClr val="5796E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EB9B3E-AEAE-4E8A-B1C0-84989027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57575"/>
            <a:ext cx="28765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38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84C"/>
                </a:solidFill>
                <a:latin typeface="Microsoft YaHei"/>
                <a:ea typeface="Microsoft YaHei"/>
                <a:cs typeface="Microsoft YaHei"/>
              </a:rPr>
              <a:t>试点筛选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6966F6-B13E-4D39-A1C8-83D577CA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33775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确定入选条件与试点边界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EF9B53-7207-45DB-989F-521EDA55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24350"/>
            <a:ext cx="10058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0CB4B1-E85E-4588-B550-FA3925B8B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62475"/>
            <a:ext cx="1066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315F91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315F91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5E466D-9EDB-4848-9ED3-95F9C6A1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724400"/>
            <a:ext cx="28575" cy="4381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05493"/>
              </a:gs>
              <a:gs pos="100000">
                <a:srgbClr val="5796E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196528-E29D-43AC-8250-97C97153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629150"/>
            <a:ext cx="28765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38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84C"/>
                </a:solidFill>
                <a:latin typeface="Microsoft YaHei"/>
                <a:ea typeface="Microsoft YaHei"/>
                <a:cs typeface="Microsoft YaHei"/>
              </a:rPr>
              <a:t>能力建设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8C9578-DD7F-4740-8351-450F808A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05350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从可记录走向可追溯、可复用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177095-3AD5-40A7-B9EF-DBFBD133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95925"/>
            <a:ext cx="10058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D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52625"/>
            <a:ext cx="9620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/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014D9B-3E08-4B3C-8AB1-A419443F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05025"/>
            <a:ext cx="1076325" cy="349567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05493"/>
              </a:gs>
              <a:gs pos="100000">
                <a:srgbClr val="5796E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0E8B02-882E-4E9A-ABF0-A4FC3642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314575"/>
            <a:ext cx="838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11E6B9-5782-4454-9095-C61ABDA4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314575"/>
            <a:ext cx="32956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38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84C"/>
                </a:solidFill>
                <a:latin typeface="Microsoft YaHei"/>
                <a:ea typeface="Microsoft YaHei"/>
                <a:cs typeface="Microsoft YaHei"/>
              </a:rPr>
              <a:t>记录规范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C12154-B986-45A5-A391-2DBE10AF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39077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明确需要留下哪些基本信息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F7CCA3-3322-4630-B8FB-6F144D86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71825"/>
            <a:ext cx="68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C4E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6D6D46-E473-4CD0-91EC-05926AA5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171825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5BA5C2-1807-4D13-9221-1EEBCD0D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390900"/>
            <a:ext cx="838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E12484-A6DE-4ABF-A721-4C2A04BE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390900"/>
            <a:ext cx="32956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38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84C"/>
                </a:solidFill>
                <a:latin typeface="Microsoft YaHei"/>
                <a:ea typeface="Microsoft YaHei"/>
                <a:cs typeface="Microsoft YaHei"/>
              </a:rPr>
              <a:t>试点筛选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4BA32D-CE8D-4B09-8A97-593F4443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4671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确定入选条件与试点边界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4CABF5-C2B1-4AAE-9E72-9965AC91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48150"/>
            <a:ext cx="68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C4E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5C80C6-A12B-45A7-BF6E-B8A93648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2481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FD90DC-358D-4B1F-B7FA-DF403E94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467225"/>
            <a:ext cx="838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97518B-B910-4DE9-BD0B-FB441973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467225"/>
            <a:ext cx="32956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38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84C"/>
                </a:solidFill>
                <a:latin typeface="Microsoft YaHei"/>
                <a:ea typeface="Microsoft YaHei"/>
                <a:cs typeface="Microsoft YaHei"/>
              </a:rPr>
              <a:t>能力建设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F8B60E-93FF-4CB6-9C81-0CE9F0E5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54342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从可记录走向可追溯、可复用</a:t>
            </a:r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52625"/>
            <a:ext cx="9620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/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430020-0E7A-49CD-AE6E-AA028F866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33600"/>
            <a:ext cx="10210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6216AC-D85E-4EB1-901B-55D1C944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33600"/>
            <a:ext cx="1028700" cy="8953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05493"/>
              </a:gs>
              <a:gs pos="100000">
                <a:srgbClr val="5796E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F33910-7801-4FB5-ADF9-6A1DE9AF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57425"/>
            <a:ext cx="819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225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035ABD-4028-496E-AD73-D2C07B6C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295525"/>
            <a:ext cx="3143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638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6384C"/>
                </a:solidFill>
                <a:latin typeface="Microsoft YaHei"/>
                <a:ea typeface="Microsoft YaHei"/>
                <a:cs typeface="Microsoft YaHei"/>
              </a:rPr>
              <a:t>记录规范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A7BC7E-C020-417E-AB6D-959AD132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43150"/>
            <a:ext cx="4533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明确需要留下哪些基本信息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1EB4F5-BFD9-4749-84C8-DC10527E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019425"/>
            <a:ext cx="918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007FEC-B0F0-49FC-8D3C-7C5204929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24225"/>
            <a:ext cx="10210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B735C2-109E-4375-B885-731D50EB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24225"/>
            <a:ext cx="1028700" cy="8953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05493"/>
              </a:gs>
              <a:gs pos="100000">
                <a:srgbClr val="5796E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AED6BC-B41E-4039-9033-6F34537C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48050"/>
            <a:ext cx="819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225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334BF3-323E-4F61-AC38-367BEF60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486150"/>
            <a:ext cx="3143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638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6384C"/>
                </a:solidFill>
                <a:latin typeface="Microsoft YaHei"/>
                <a:ea typeface="Microsoft YaHei"/>
                <a:cs typeface="Microsoft YaHei"/>
              </a:rPr>
              <a:t>试点筛选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B992F7-8D43-4EF4-BC35-88764454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33775"/>
            <a:ext cx="4533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确定入选条件与试点边界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827A79-CCAC-4E75-A4F7-7ADF4C18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210050"/>
            <a:ext cx="918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ED4E70-D459-4F6F-8FF5-EAC3F5B5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10210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D2D67D-3453-4E5B-BBD8-B58AC27E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1028700" cy="8953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05493"/>
              </a:gs>
              <a:gs pos="100000">
                <a:srgbClr val="5796E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513D31-E7AB-40D9-947E-1BBE725F0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38675"/>
            <a:ext cx="819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225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DABF71-B019-4A3A-83C8-6D6E81B1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676775"/>
            <a:ext cx="3143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638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6384C"/>
                </a:solidFill>
                <a:latin typeface="Microsoft YaHei"/>
                <a:ea typeface="Microsoft YaHei"/>
                <a:cs typeface="Microsoft YaHei"/>
              </a:rPr>
              <a:t>能力建设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4C7135-235F-4D00-A6A1-9F4B683D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24400"/>
            <a:ext cx="4533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从可记录走向可追溯、可复用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33E769-1329-4622-8BCE-73FE5901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400675"/>
            <a:ext cx="918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2026-09-08T07:03:06.5990000Z</dcterms:created>
  <dcterms:modified xsi:type="dcterms:W3CDTF">2026-09-08T07:03:06.5990000Z</dcterms:modified>
</coreProperties>
</file>