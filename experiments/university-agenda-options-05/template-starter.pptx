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b4f946121744f9" /><Relationship Type="http://schemas.openxmlformats.org/officeDocument/2006/relationships/extended-properties" Target="/docProps/app.xml" Id="R0d6dc2442d334004" /><Relationship Type="http://schemas.openxmlformats.org/officeDocument/2006/relationships/officeDocument" Target="/ppt/presentation.xml" Id="Re27bdc10d54f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0c1d40f1d4e7a"/>
    <p:sldMasterId xmlns:r="http://schemas.openxmlformats.org/officeDocument/2006/relationships" id="2147483660" r:id="R22105d3df89d4136"/>
    <p:sldMasterId xmlns:r="http://schemas.openxmlformats.org/officeDocument/2006/relationships" id="2147483663" r:id="R77cb012cf99747d2"/>
  </p:sldMasterIdLst>
  <p:notesMasterIdLst>
    <p:notesMasterId xmlns:r="http://schemas.openxmlformats.org/officeDocument/2006/relationships" r:id="Rd2f054e7df9449d3"/>
  </p:notesMasterIdLst>
  <p:sldIdLst>
    <p:sldId xmlns:r="http://schemas.openxmlformats.org/officeDocument/2006/relationships" id="256" r:id="R2b9c7f893a174a4b"/>
    <p:sldId xmlns:r="http://schemas.openxmlformats.org/officeDocument/2006/relationships" id="257" r:id="R4f9796fa30a24b8e"/>
    <p:sldId xmlns:r="http://schemas.openxmlformats.org/officeDocument/2006/relationships" id="258" r:id="R4e47c57c9fbf499c"/>
    <p:sldId xmlns:r="http://schemas.openxmlformats.org/officeDocument/2006/relationships" id="259" r:id="R405e202f2df744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8b44549f2d4210" /><Relationship Type="http://schemas.openxmlformats.org/officeDocument/2006/relationships/slideMaster" Target="/ppt/slideMasters/slideMaster1.xml" Id="Rba00c1d40f1d4e7a" /><Relationship Type="http://schemas.openxmlformats.org/officeDocument/2006/relationships/slideMaster" Target="/ppt/slideMasters/slideMaster2.xml" Id="R22105d3df89d4136" /><Relationship Type="http://schemas.openxmlformats.org/officeDocument/2006/relationships/slideMaster" Target="/ppt/slideMasters/slideMaster3.xml" Id="R77cb012cf99747d2" /><Relationship Type="http://schemas.openxmlformats.org/officeDocument/2006/relationships/notesMaster" Target="/ppt/notesMasters/notesMaster1.xml" Id="Rd2f054e7df9449d3" /><Relationship Type="http://schemas.openxmlformats.org/officeDocument/2006/relationships/presProps" Target="/ppt/presProps.xml" Id="R912bd227d3874124" /><Relationship Type="http://schemas.openxmlformats.org/officeDocument/2006/relationships/viewProps" Target="/ppt/viewProps.xml" Id="R325901a5e0c646e3" /><Relationship Type="http://schemas.openxmlformats.org/officeDocument/2006/relationships/tableStyles" Target="/ppt/tableStyles.xml" Id="R93d4081fddad47be" /><Relationship Type="http://schemas.openxmlformats.org/officeDocument/2006/relationships/slide" Target="/ppt/slides/slide1.xml" Id="R2b9c7f893a174a4b" /><Relationship Type="http://schemas.openxmlformats.org/officeDocument/2006/relationships/slide" Target="/ppt/slides/slide2.xml" Id="R4f9796fa30a24b8e" /><Relationship Type="http://schemas.openxmlformats.org/officeDocument/2006/relationships/slide" Target="/ppt/slides/slide3.xml" Id="R4e47c57c9fbf499c" /><Relationship Type="http://schemas.openxmlformats.org/officeDocument/2006/relationships/slide" Target="/ppt/slides/slide4.xml" Id="R405e202f2df744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3745ed2d040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123e713b7448d0" /><Relationship Type="http://schemas.openxmlformats.org/officeDocument/2006/relationships/notesMaster" Target="/ppt/notesMasters/notesMaster1.xml" Id="R70cc56b64fd7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2f5ef379154743" /><Relationship Type="http://schemas.openxmlformats.org/officeDocument/2006/relationships/notesMaster" Target="/ppt/notesMasters/notesMaster1.xml" Id="Rc7389bbb3752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3b3319fc84e6a" /><Relationship Type="http://schemas.openxmlformats.org/officeDocument/2006/relationships/notesMaster" Target="/ppt/notesMasters/notesMaster1.xml" Id="R4250922098fc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6c9a57a5c44b8a" /><Relationship Type="http://schemas.openxmlformats.org/officeDocument/2006/relationships/notesMaster" Target="/ppt/notesMasters/notesMaster1.xml" Id="R79f69a5500c9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01070688a4093" /><Relationship Type="http://schemas.openxmlformats.org/officeDocument/2006/relationships/image" Target="/ppt/media/image.jpeg" Id="R3f43dcef2d124fa7" /><Relationship Type="http://schemas.openxmlformats.org/officeDocument/2006/relationships/image" Target="/ppt/media/image.png" Id="Rb6590a0960324da3" /><Relationship Type="http://schemas.openxmlformats.org/officeDocument/2006/relationships/image" Target="/ppt/media/image2.png" Id="R884317bdc22c45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788b67f4542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47a4fbc784a2f" /><Relationship Type="http://schemas.openxmlformats.org/officeDocument/2006/relationships/image" Target="/ppt/media/image3.png" Id="R331af9eca8b44d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69716536d4f46" /><Relationship Type="http://schemas.openxmlformats.org/officeDocument/2006/relationships/image" Target="/ppt/media/image4.png" Id="R721b395f516a4c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be5674a3949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82045f5ed45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5dff0182a49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b690f214a41f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21b94e60e45c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30073686740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0fd52134f476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a4da005f6f4ddc" /><Relationship Type="http://schemas.openxmlformats.org/officeDocument/2006/relationships/image" Target="/ppt/media/image5.png" Id="R066c8206fbe5494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f6670de963453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1eef5c0b95b4720" /><Relationship Type="http://schemas.openxmlformats.org/officeDocument/2006/relationships/image" Target="/ppt/media/image5.png" Id="R09a3c8f0089c48a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fbf355d69ca49e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3dcef2d124fa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90a0960324da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317bdc22c45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af9eca8b44d0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b395f516a4c7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c8206fbe5494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3c8f0089c48a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e6275cd3a4e6a" /><Relationship Type="http://schemas.openxmlformats.org/officeDocument/2006/relationships/slideLayout" Target="/ppt/slideLayouts/slideLayout1.xml" Id="Rca20f02a09d84983" /><Relationship Type="http://schemas.openxmlformats.org/officeDocument/2006/relationships/slideLayout" Target="/ppt/slideLayouts/slideLayout2.xml" Id="Rf5277fe8ef2b48cc" /><Relationship Type="http://schemas.openxmlformats.org/officeDocument/2006/relationships/slideLayout" Target="/ppt/slideLayouts/slideLayout3.xml" Id="R8119102504f14777" /><Relationship Type="http://schemas.openxmlformats.org/officeDocument/2006/relationships/slideLayout" Target="/ppt/slideLayouts/slideLayout4.xml" Id="R4f38b583c3b14bbf" /><Relationship Type="http://schemas.openxmlformats.org/officeDocument/2006/relationships/slideLayout" Target="/ppt/slideLayouts/slideLayout5.xml" Id="Rac361c0391f0446b" /><Relationship Type="http://schemas.openxmlformats.org/officeDocument/2006/relationships/slideLayout" Target="/ppt/slideLayouts/slideLayout6.xml" Id="R9b08ab8aa59145ca" /><Relationship Type="http://schemas.openxmlformats.org/officeDocument/2006/relationships/slideLayout" Target="/ppt/slideLayouts/slideLayout7.xml" Id="R48c3f0c134a94ba5" /><Relationship Type="http://schemas.openxmlformats.org/officeDocument/2006/relationships/slideLayout" Target="/ppt/slideLayouts/slideLayout8.xml" Id="R018df7dbb57a4c04" /><Relationship Type="http://schemas.openxmlformats.org/officeDocument/2006/relationships/slideLayout" Target="/ppt/slideLayouts/slideLayout9.xml" Id="R348e1a1b0fa2493f" /><Relationship Type="http://schemas.openxmlformats.org/officeDocument/2006/relationships/slideLayout" Target="/ppt/slideLayouts/slideLayout10.xml" Id="R14e0a565ebab4876" /><Relationship Type="http://schemas.openxmlformats.org/officeDocument/2006/relationships/slideLayout" Target="/ppt/slideLayouts/slideLayout11.xml" Id="R26a70813401b4dd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98b2748de0c4136" /><Relationship Type="http://schemas.openxmlformats.org/officeDocument/2006/relationships/slideLayout" Target="/ppt/slideLayouts/slideLayout12.xml" Id="R8a91b81926014f3e" /><Relationship Type="http://schemas.openxmlformats.org/officeDocument/2006/relationships/slideLayout" Target="/ppt/slideLayouts/slideLayout13.xml" Id="Rce1ab6e3f27649c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d6f69d0827d4d58" /><Relationship Type="http://schemas.openxmlformats.org/officeDocument/2006/relationships/slideLayout" Target="/ppt/slideLayouts/slideLayout14.xml" Id="Ra1c08099bba34d75" /><Relationship Type="http://schemas.openxmlformats.org/officeDocument/2006/relationships/slideLayout" Target="/ppt/slideLayouts/slideLayout15.xml" Id="R3eba0bd590744c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20f02a09d84983"/>
    <p:sldLayoutId xmlns:r="http://schemas.openxmlformats.org/officeDocument/2006/relationships" id="2147483650" r:id="Rf5277fe8ef2b48cc"/>
    <p:sldLayoutId xmlns:r="http://schemas.openxmlformats.org/officeDocument/2006/relationships" id="2147483651" r:id="R8119102504f14777"/>
    <p:sldLayoutId xmlns:r="http://schemas.openxmlformats.org/officeDocument/2006/relationships" id="2147483652" r:id="R4f38b583c3b14bbf"/>
    <p:sldLayoutId xmlns:r="http://schemas.openxmlformats.org/officeDocument/2006/relationships" id="2147483653" r:id="Rac361c0391f0446b"/>
    <p:sldLayoutId xmlns:r="http://schemas.openxmlformats.org/officeDocument/2006/relationships" id="2147483654" r:id="R9b08ab8aa59145ca"/>
    <p:sldLayoutId xmlns:r="http://schemas.openxmlformats.org/officeDocument/2006/relationships" id="2147483655" r:id="R48c3f0c134a94ba5"/>
    <p:sldLayoutId xmlns:r="http://schemas.openxmlformats.org/officeDocument/2006/relationships" id="2147483656" r:id="R018df7dbb57a4c04"/>
    <p:sldLayoutId xmlns:r="http://schemas.openxmlformats.org/officeDocument/2006/relationships" id="2147483657" r:id="R348e1a1b0fa2493f"/>
    <p:sldLayoutId xmlns:r="http://schemas.openxmlformats.org/officeDocument/2006/relationships" id="2147483658" r:id="R14e0a565ebab4876"/>
    <p:sldLayoutId xmlns:r="http://schemas.openxmlformats.org/officeDocument/2006/relationships" id="2147483659" r:id="R26a70813401b4d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a91b81926014f3e"/>
    <p:sldLayoutId xmlns:r="http://schemas.openxmlformats.org/officeDocument/2006/relationships" id="2147483662" r:id="Rce1ab6e3f27649c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1c08099bba34d75"/>
    <p:sldLayoutId xmlns:r="http://schemas.openxmlformats.org/officeDocument/2006/relationships" id="2147483665" r:id="R3eba0bd590744c2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d870b8edf24c42" /><Relationship Type="http://schemas.openxmlformats.org/officeDocument/2006/relationships/notesSlide" Target="/ppt/notesSlides/notesSlide1.xml" Id="Red32a9a8544345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5d3dfc4aa54052" /><Relationship Type="http://schemas.openxmlformats.org/officeDocument/2006/relationships/notesSlide" Target="/ppt/notesSlides/notesSlide2.xml" Id="Rc8e09f4a06bb46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317b9b30aa40a6" /><Relationship Type="http://schemas.openxmlformats.org/officeDocument/2006/relationships/notesSlide" Target="/ppt/notesSlides/notesSlide3.xml" Id="R728051855ce141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0d0ba82e8247bb" /><Relationship Type="http://schemas.openxmlformats.org/officeDocument/2006/relationships/notesSlide" Target="/ppt/notesSlides/notesSlide4.xml" Id="Rc48fc99bd5ca46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2026-09-08T07:03:05.9720000Z</dcterms:created>
  <dcterms:modified xsi:type="dcterms:W3CDTF">2026-09-08T07:03:05.9720000Z</dcterms:modified>
</coreProperties>
</file>