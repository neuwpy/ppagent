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00d2bca53e4e2f" /><Relationship Type="http://schemas.openxmlformats.org/officeDocument/2006/relationships/extended-properties" Target="/docProps/app.xml" Id="Re2645a1ef03b4efb" /><Relationship Type="http://schemas.openxmlformats.org/officeDocument/2006/relationships/officeDocument" Target="/ppt/presentation.xml" Id="R7f71bc368fd9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24d83c2184ce3"/>
    <p:sldMasterId xmlns:r="http://schemas.openxmlformats.org/officeDocument/2006/relationships" id="2147483660" r:id="R12dd7901196941a7"/>
    <p:sldMasterId xmlns:r="http://schemas.openxmlformats.org/officeDocument/2006/relationships" id="2147483663" r:id="Rbebaf8fd9f694dff"/>
  </p:sldMasterIdLst>
  <p:notesMasterIdLst>
    <p:notesMasterId xmlns:r="http://schemas.openxmlformats.org/officeDocument/2006/relationships" r:id="R4a6df7a7323b40fb"/>
  </p:notesMasterIdLst>
  <p:sldIdLst>
    <p:sldId xmlns:r="http://schemas.openxmlformats.org/officeDocument/2006/relationships" id="256" r:id="R37e24eeaabed440f"/>
    <p:sldId xmlns:r="http://schemas.openxmlformats.org/officeDocument/2006/relationships" id="257" r:id="R672d1c6f760942fd"/>
    <p:sldId xmlns:r="http://schemas.openxmlformats.org/officeDocument/2006/relationships" id="258" r:id="R8cee0bd4db5b49bc"/>
    <p:sldId xmlns:r="http://schemas.openxmlformats.org/officeDocument/2006/relationships" id="259" r:id="R011f35912433436b"/>
    <p:sldId xmlns:r="http://schemas.openxmlformats.org/officeDocument/2006/relationships" id="260" r:id="Rbc57f0cb2fd44b8c"/>
    <p:sldId xmlns:r="http://schemas.openxmlformats.org/officeDocument/2006/relationships" id="261" r:id="Rd02bb8fed3db474e"/>
    <p:sldId xmlns:r="http://schemas.openxmlformats.org/officeDocument/2006/relationships" id="262" r:id="R9855e4f800c2416c"/>
    <p:sldId xmlns:r="http://schemas.openxmlformats.org/officeDocument/2006/relationships" id="263" r:id="Rfadd99b1ccc74330"/>
    <p:sldId xmlns:r="http://schemas.openxmlformats.org/officeDocument/2006/relationships" id="264" r:id="Rcf7a149c5d284031"/>
    <p:sldId xmlns:r="http://schemas.openxmlformats.org/officeDocument/2006/relationships" id="265" r:id="R6c23fb7cfc054444"/>
    <p:sldId xmlns:r="http://schemas.openxmlformats.org/officeDocument/2006/relationships" id="266" r:id="R3117a8574aed46d8"/>
    <p:sldId xmlns:r="http://schemas.openxmlformats.org/officeDocument/2006/relationships" id="267" r:id="Ra2fd81b80bfa436a"/>
    <p:sldId xmlns:r="http://schemas.openxmlformats.org/officeDocument/2006/relationships" id="268" r:id="R9224077ef3834b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d26695223a41d6" /><Relationship Type="http://schemas.openxmlformats.org/officeDocument/2006/relationships/slideMaster" Target="/ppt/slideMasters/slideMaster1.xml" Id="R85f24d83c2184ce3" /><Relationship Type="http://schemas.openxmlformats.org/officeDocument/2006/relationships/slideMaster" Target="/ppt/slideMasters/slideMaster2.xml" Id="R12dd7901196941a7" /><Relationship Type="http://schemas.openxmlformats.org/officeDocument/2006/relationships/slideMaster" Target="/ppt/slideMasters/slideMaster3.xml" Id="Rbebaf8fd9f694dff" /><Relationship Type="http://schemas.openxmlformats.org/officeDocument/2006/relationships/notesMaster" Target="/ppt/notesMasters/notesMaster1.xml" Id="R4a6df7a7323b40fb" /><Relationship Type="http://schemas.openxmlformats.org/officeDocument/2006/relationships/presProps" Target="/ppt/presProps.xml" Id="Rd068b36555064b90" /><Relationship Type="http://schemas.openxmlformats.org/officeDocument/2006/relationships/viewProps" Target="/ppt/viewProps.xml" Id="Rc2ccd0c81dc14673" /><Relationship Type="http://schemas.openxmlformats.org/officeDocument/2006/relationships/tableStyles" Target="/ppt/tableStyles.xml" Id="R2ccc19ce4a004e2c" /><Relationship Type="http://schemas.openxmlformats.org/officeDocument/2006/relationships/slide" Target="/ppt/slides/slide1.xml" Id="R37e24eeaabed440f" /><Relationship Type="http://schemas.openxmlformats.org/officeDocument/2006/relationships/slide" Target="/ppt/slides/slide2.xml" Id="R672d1c6f760942fd" /><Relationship Type="http://schemas.openxmlformats.org/officeDocument/2006/relationships/slide" Target="/ppt/slides/slide3.xml" Id="R8cee0bd4db5b49bc" /><Relationship Type="http://schemas.openxmlformats.org/officeDocument/2006/relationships/slide" Target="/ppt/slides/slide4.xml" Id="R011f35912433436b" /><Relationship Type="http://schemas.openxmlformats.org/officeDocument/2006/relationships/slide" Target="/ppt/slides/slide5.xml" Id="Rbc57f0cb2fd44b8c" /><Relationship Type="http://schemas.openxmlformats.org/officeDocument/2006/relationships/slide" Target="/ppt/slides/slide6.xml" Id="Rd02bb8fed3db474e" /><Relationship Type="http://schemas.openxmlformats.org/officeDocument/2006/relationships/slide" Target="/ppt/slides/slide7.xml" Id="R9855e4f800c2416c" /><Relationship Type="http://schemas.openxmlformats.org/officeDocument/2006/relationships/slide" Target="/ppt/slides/slide8.xml" Id="Rfadd99b1ccc74330" /><Relationship Type="http://schemas.openxmlformats.org/officeDocument/2006/relationships/slide" Target="/ppt/slides/slide9.xml" Id="Rcf7a149c5d284031" /><Relationship Type="http://schemas.openxmlformats.org/officeDocument/2006/relationships/slide" Target="/ppt/slides/slide10.xml" Id="R6c23fb7cfc054444" /><Relationship Type="http://schemas.openxmlformats.org/officeDocument/2006/relationships/slide" Target="/ppt/slides/slide11.xml" Id="R3117a8574aed46d8" /><Relationship Type="http://schemas.openxmlformats.org/officeDocument/2006/relationships/slide" Target="/ppt/slides/slide12.xml" Id="Ra2fd81b80bfa436a" /><Relationship Type="http://schemas.openxmlformats.org/officeDocument/2006/relationships/slide" Target="/ppt/slides/slide13.xml" Id="R9224077ef383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0f5d097402d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bee42cec2c4977" /><Relationship Type="http://schemas.openxmlformats.org/officeDocument/2006/relationships/notesMaster" Target="/ppt/notesMasters/notesMaster1.xml" Id="Rb4d69f8392bd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320410366b460a" /><Relationship Type="http://schemas.openxmlformats.org/officeDocument/2006/relationships/notesMaster" Target="/ppt/notesMasters/notesMaster1.xml" Id="R5a1c2f4e5101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f45fe38b964e76" /><Relationship Type="http://schemas.openxmlformats.org/officeDocument/2006/relationships/notesMaster" Target="/ppt/notesMasters/notesMaster1.xml" Id="R49c9279258b0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f12a03843e43cc" /><Relationship Type="http://schemas.openxmlformats.org/officeDocument/2006/relationships/notesMaster" Target="/ppt/notesMasters/notesMaster1.xml" Id="Rb40d0bbf3fba47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d876e72be410a" /><Relationship Type="http://schemas.openxmlformats.org/officeDocument/2006/relationships/notesMaster" Target="/ppt/notesMasters/notesMaster1.xml" Id="Rfb08c733bc18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7e1d3b05d4b31" /><Relationship Type="http://schemas.openxmlformats.org/officeDocument/2006/relationships/notesMaster" Target="/ppt/notesMasters/notesMaster1.xml" Id="R31912c987f83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2cd0c7168d4c36" /><Relationship Type="http://schemas.openxmlformats.org/officeDocument/2006/relationships/notesMaster" Target="/ppt/notesMasters/notesMaster1.xml" Id="Rce0d452ddfbf44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f9acf3acd9472a" /><Relationship Type="http://schemas.openxmlformats.org/officeDocument/2006/relationships/notesMaster" Target="/ppt/notesMasters/notesMaster1.xml" Id="R8bac1b5b6f474d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8abd2c143f483d" /><Relationship Type="http://schemas.openxmlformats.org/officeDocument/2006/relationships/notesMaster" Target="/ppt/notesMasters/notesMaster1.xml" Id="Rd1e47a86a2af4f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6815e8c29b4c35" /><Relationship Type="http://schemas.openxmlformats.org/officeDocument/2006/relationships/notesMaster" Target="/ppt/notesMasters/notesMaster1.xml" Id="R036a9abcdebd45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2ac22476d84e0d" /><Relationship Type="http://schemas.openxmlformats.org/officeDocument/2006/relationships/notesMaster" Target="/ppt/notesMasters/notesMaster1.xml" Id="R272a654b95ee40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67c86f99f84d85" /><Relationship Type="http://schemas.openxmlformats.org/officeDocument/2006/relationships/notesMaster" Target="/ppt/notesMasters/notesMaster1.xml" Id="Ra99ac90850df46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ea54bad53142de" /><Relationship Type="http://schemas.openxmlformats.org/officeDocument/2006/relationships/notesMaster" Target="/ppt/notesMasters/notesMaster1.xml" Id="Rf65381c4aef7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hub-directed-outcomes-002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progression-spectrum-focus-001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layered-architecture-001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PPagenT：p8-intent → hub-directed-outcomes-002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PPagenT：p9-intent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PPagenT：p10-intent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a04187a01433f" /><Relationship Type="http://schemas.openxmlformats.org/officeDocument/2006/relationships/image" Target="/ppt/media/image.jpeg" Id="Rdeef5bfa3f6040f9" /><Relationship Type="http://schemas.openxmlformats.org/officeDocument/2006/relationships/image" Target="/ppt/media/image.png" Id="R55452c315aa646f7" /><Relationship Type="http://schemas.openxmlformats.org/officeDocument/2006/relationships/image" Target="/ppt/media/image2.png" Id="R571f552d3e0b4d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7fa762a864f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af4a3313f4982" /><Relationship Type="http://schemas.openxmlformats.org/officeDocument/2006/relationships/image" Target="/ppt/media/image3.png" Id="Rc1a7d3d4659949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f25410b3d4739" /><Relationship Type="http://schemas.openxmlformats.org/officeDocument/2006/relationships/image" Target="/ppt/media/image4.png" Id="Ra27eb10871c644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1cd80151e40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afd9b1d1947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74d887f564e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45762752246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9a47dd72048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ff72772f84b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45d6eb0e548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3661901915487f" /><Relationship Type="http://schemas.openxmlformats.org/officeDocument/2006/relationships/image" Target="/ppt/media/image5.png" Id="R66ac939d04084c4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ef3ebe1ec9493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02d26a21ec6436b" /><Relationship Type="http://schemas.openxmlformats.org/officeDocument/2006/relationships/image" Target="/ppt/media/image5.png" Id="R4207c44e273a4f6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fca43b0bbd455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f5bfa3f6040f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52c315aa646f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f552d3e0b4d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88DBBED3-6124-41B0-914D-7A4EBCC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7d3d46599494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B02E823-00C2-4B59-AE97-B16D697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FDF3FE2-3B2C-461E-931B-B6FEFD2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5D374F3-4ED8-43E0-BEE1-0AE2B55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0CDD41F7-D9B3-4C3C-B500-8B644BFB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eb10871c6444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B8BF919-B42D-4163-B2CE-189101BC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781DCB3-5A24-4B04-AAB6-2C90281E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3F62F7-B676-4EF3-967E-D5AE05955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4DB336-43B8-4919-A129-48F9E5A402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DB58F0C-D957-417C-BA2E-7D599F83A5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5BB13D-F035-4788-B660-CE34BE5ACB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14D6953-201F-42C0-ABAF-85DFCBD515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2EDF12C-4C17-4CBE-A256-BA5E4C84C5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4F461E5-0CF3-4317-929D-309975134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BEA27A7-6549-4529-ACC4-AFFF5A9342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3BBDA5-B83D-49F7-A4C4-4B4A1316A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A6AAD0C-28B1-445D-9C57-D9C6C32327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8B98F38-94C0-4229-9103-3171FF8CE3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BDB8EE8-6739-4174-BB2C-DBADC2E4A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E0E14B7-7B6A-4FC7-ACE9-4C8C72C64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72425E4-3754-4D79-B01A-85AAD8DB92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6D3C1D3-6A5F-4E3B-8365-A8CE556224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0186BC-F5B3-40DA-B578-459B88546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6AA647A-E807-4A45-B988-5A73F71E53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CFBAE3B-F6C3-4462-90F0-F93EC7D23D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48C7305-57F3-40C6-A1D1-DA869ED81E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8B6A62-0B30-42A7-A690-5EC2BA8A8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A3AC681-1C92-4641-A978-04CDD3E96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956F6B-1252-4D6D-A0BA-02CA32E14A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95D41D9-E207-4552-9058-2F217DD44ED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1E167C0-FABC-41BE-A638-B4A5014192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C99599-4B9F-4254-92E9-8B5813C68F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CB8DA02-3340-422B-83F5-9B957911BB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9282264-3CBF-4E3C-952E-8D658DC57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34386B-0021-40B3-8507-73E48691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FF8384C-AD6D-4C72-842D-FC293914F8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D99634-387E-4F45-8D3E-72ADC6C634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3AD835C-BE0E-4067-A8CF-EB534EAB7E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5454E9-5836-4D70-B25C-283E3FA257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363A560-58B7-4EB6-BAC9-B2C1EDF37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B4FFA8-15C7-415F-9D58-200D8F608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C96D41-FDD4-46FD-B56F-AEC8FF14B6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8E5BA8-B971-488F-9E15-12BA09589B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0BA7EC5-3A7D-44FB-97E5-2EF6FDDE4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c939d04084c4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57F7CB4-1B71-4CE0-B684-5F42FD0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E0F6DB1-4BB0-444D-9BA4-A76076B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92406E6-DE84-4673-A8A0-C2E8CB6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6A77846-4788-454A-8B0A-36E693D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7c44e273a4f6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0AEF82A-F9AA-4D22-AEF4-52B4DF8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EB5C01-7D45-4D09-B097-21D5175F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29864B7-9479-471A-BBCA-B69BCB9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A77C550-8706-49B2-947F-161FCC48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a6de84f244dee" /><Relationship Type="http://schemas.openxmlformats.org/officeDocument/2006/relationships/slideLayout" Target="/ppt/slideLayouts/slideLayout1.xml" Id="R9c1c424d925e4a8d" /><Relationship Type="http://schemas.openxmlformats.org/officeDocument/2006/relationships/slideLayout" Target="/ppt/slideLayouts/slideLayout2.xml" Id="R7986789653974aaa" /><Relationship Type="http://schemas.openxmlformats.org/officeDocument/2006/relationships/slideLayout" Target="/ppt/slideLayouts/slideLayout3.xml" Id="R97bdde33ee284b12" /><Relationship Type="http://schemas.openxmlformats.org/officeDocument/2006/relationships/slideLayout" Target="/ppt/slideLayouts/slideLayout4.xml" Id="R47ba16e9f1534693" /><Relationship Type="http://schemas.openxmlformats.org/officeDocument/2006/relationships/slideLayout" Target="/ppt/slideLayouts/slideLayout5.xml" Id="R5d63f61664944f9c" /><Relationship Type="http://schemas.openxmlformats.org/officeDocument/2006/relationships/slideLayout" Target="/ppt/slideLayouts/slideLayout6.xml" Id="Refd2c8e971bd443d" /><Relationship Type="http://schemas.openxmlformats.org/officeDocument/2006/relationships/slideLayout" Target="/ppt/slideLayouts/slideLayout7.xml" Id="R5b6822e9253f44ea" /><Relationship Type="http://schemas.openxmlformats.org/officeDocument/2006/relationships/slideLayout" Target="/ppt/slideLayouts/slideLayout8.xml" Id="R413246c6d9f84ece" /><Relationship Type="http://schemas.openxmlformats.org/officeDocument/2006/relationships/slideLayout" Target="/ppt/slideLayouts/slideLayout9.xml" Id="R787c640238d14bf6" /><Relationship Type="http://schemas.openxmlformats.org/officeDocument/2006/relationships/slideLayout" Target="/ppt/slideLayouts/slideLayout10.xml" Id="Rf11c0147feed4aad" /><Relationship Type="http://schemas.openxmlformats.org/officeDocument/2006/relationships/slideLayout" Target="/ppt/slideLayouts/slideLayout11.xml" Id="Rbd68f1bc681b4c0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69833b30a541ce" /><Relationship Type="http://schemas.openxmlformats.org/officeDocument/2006/relationships/slideLayout" Target="/ppt/slideLayouts/slideLayout12.xml" Id="R54cba7a819ab443b" /><Relationship Type="http://schemas.openxmlformats.org/officeDocument/2006/relationships/slideLayout" Target="/ppt/slideLayouts/slideLayout13.xml" Id="R6245e20329c34b4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7c5bf2933d9462c" /><Relationship Type="http://schemas.openxmlformats.org/officeDocument/2006/relationships/slideLayout" Target="/ppt/slideLayouts/slideLayout14.xml" Id="R217e1687aee34831" /><Relationship Type="http://schemas.openxmlformats.org/officeDocument/2006/relationships/slideLayout" Target="/ppt/slideLayouts/slideLayout15.xml" Id="Rd289b023c57342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B1A0B98-E813-4EF5-A9A8-0DD290660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A1FB8A-29A9-4E0B-A2E5-6A0DE72B2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6622905-57D0-43D3-8E39-74E08D81CD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9E69E05-6818-4E3B-A1CF-F006B57BFE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91A7AF-3303-4E52-A953-B98FCF38A7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c424d925e4a8d"/>
    <p:sldLayoutId xmlns:r="http://schemas.openxmlformats.org/officeDocument/2006/relationships" id="2147483650" r:id="R7986789653974aaa"/>
    <p:sldLayoutId xmlns:r="http://schemas.openxmlformats.org/officeDocument/2006/relationships" id="2147483651" r:id="R97bdde33ee284b12"/>
    <p:sldLayoutId xmlns:r="http://schemas.openxmlformats.org/officeDocument/2006/relationships" id="2147483652" r:id="R47ba16e9f1534693"/>
    <p:sldLayoutId xmlns:r="http://schemas.openxmlformats.org/officeDocument/2006/relationships" id="2147483653" r:id="R5d63f61664944f9c"/>
    <p:sldLayoutId xmlns:r="http://schemas.openxmlformats.org/officeDocument/2006/relationships" id="2147483654" r:id="Refd2c8e971bd443d"/>
    <p:sldLayoutId xmlns:r="http://schemas.openxmlformats.org/officeDocument/2006/relationships" id="2147483655" r:id="R5b6822e9253f44ea"/>
    <p:sldLayoutId xmlns:r="http://schemas.openxmlformats.org/officeDocument/2006/relationships" id="2147483656" r:id="R413246c6d9f84ece"/>
    <p:sldLayoutId xmlns:r="http://schemas.openxmlformats.org/officeDocument/2006/relationships" id="2147483657" r:id="R787c640238d14bf6"/>
    <p:sldLayoutId xmlns:r="http://schemas.openxmlformats.org/officeDocument/2006/relationships" id="2147483658" r:id="Rf11c0147feed4aad"/>
    <p:sldLayoutId xmlns:r="http://schemas.openxmlformats.org/officeDocument/2006/relationships" id="2147483659" r:id="Rbd68f1bc681b4c0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102016E-3DDF-45A0-9CF2-E9D9BA9705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13EE0D1-D711-433C-8531-A3A68F28CE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D0DFBA-6B21-4ED6-879A-2C009EBC0F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7CFF86-CD6D-4AD5-B3E3-96BEC672DD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AEEF7D-8DB2-4ACF-86BD-2F49B1293D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4cba7a819ab443b"/>
    <p:sldLayoutId xmlns:r="http://schemas.openxmlformats.org/officeDocument/2006/relationships" id="2147483662" r:id="R6245e20329c34b4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C63D05B-B095-4A70-953D-658FBA9CF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7C13383-743D-46B5-B082-D8805E7870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FAC251-18FC-47AE-9C36-5F6FFF584D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40F520-59DD-4C18-82B8-54D01B4E24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A00A65-410F-4EC8-994A-9FE819EEF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17e1687aee34831"/>
    <p:sldLayoutId xmlns:r="http://schemas.openxmlformats.org/officeDocument/2006/relationships" id="2147483665" r:id="Rd289b023c57342a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eb11350dd4a1a" /><Relationship Type="http://schemas.openxmlformats.org/officeDocument/2006/relationships/notesSlide" Target="/ppt/notesSlides/notesSlide1.xml" Id="R86dda3a3e2af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a02073ac4a4619" /><Relationship Type="http://schemas.openxmlformats.org/officeDocument/2006/relationships/notesSlide" Target="/ppt/notesSlides/notesSlide2.xml" Id="Rfe93abba18c040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61c4dbec5e46bd" /><Relationship Type="http://schemas.openxmlformats.org/officeDocument/2006/relationships/notesSlide" Target="/ppt/notesSlides/notesSlide3.xml" Id="Re875ba2a68b2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6c22b6e4cb488d" /><Relationship Type="http://schemas.openxmlformats.org/officeDocument/2006/relationships/notesSlide" Target="/ppt/notesSlides/notesSlide4.xml" Id="Rf6412ca217764b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610c24ab294bab" /><Relationship Type="http://schemas.openxmlformats.org/officeDocument/2006/relationships/notesSlide" Target="/ppt/notesSlides/notesSlide5.xml" Id="Reeff9cd9e81744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70aa854c1f44d0" /><Relationship Type="http://schemas.openxmlformats.org/officeDocument/2006/relationships/image" Target="/ppt/media/image6.png" Id="R441bcf65153f4493" /><Relationship Type="http://schemas.openxmlformats.org/officeDocument/2006/relationships/image" Target="/ppt/media/image.svg" Id="R07338353bfb846a1" /><Relationship Type="http://schemas.openxmlformats.org/officeDocument/2006/relationships/image" Target="/ppt/media/image7.png" Id="Rdad2266e78eb413f" /><Relationship Type="http://schemas.openxmlformats.org/officeDocument/2006/relationships/image" Target="/ppt/media/image2.svg" Id="Ra56e75ddfdea4e61" /><Relationship Type="http://schemas.openxmlformats.org/officeDocument/2006/relationships/image" Target="/ppt/media/image8.png" Id="Rd4c5cd0bd3d94abd" /><Relationship Type="http://schemas.openxmlformats.org/officeDocument/2006/relationships/image" Target="/ppt/media/image3.svg" Id="R78495b2c5bd74214" /><Relationship Type="http://schemas.openxmlformats.org/officeDocument/2006/relationships/image" Target="/ppt/media/image9.png" Id="Rcf23245620e44175" /><Relationship Type="http://schemas.openxmlformats.org/officeDocument/2006/relationships/image" Target="/ppt/media/image4.svg" Id="R851b912e9d704b7e" /><Relationship Type="http://schemas.openxmlformats.org/officeDocument/2006/relationships/notesSlide" Target="/ppt/notesSlides/notesSlide6.xml" Id="Rea540f926afc4c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903edaa0644602" /><Relationship Type="http://schemas.openxmlformats.org/officeDocument/2006/relationships/notesSlide" Target="/ppt/notesSlides/notesSlide7.xml" Id="Re62e22c217164d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dcde158b0c4f1c" /><Relationship Type="http://schemas.openxmlformats.org/officeDocument/2006/relationships/notesSlide" Target="/ppt/notesSlides/notesSlide8.xml" Id="R89221128876144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c34570f402436b" /><Relationship Type="http://schemas.openxmlformats.org/officeDocument/2006/relationships/notesSlide" Target="/ppt/notesSlides/notesSlide9.xml" Id="R14fe5fd7ee1140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1165c7cb9b46a9" /><Relationship Type="http://schemas.openxmlformats.org/officeDocument/2006/relationships/notesSlide" Target="/ppt/notesSlides/notesSlide10.xml" Id="Rf94daff9761a4b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8bcc7828e64926" /><Relationship Type="http://schemas.openxmlformats.org/officeDocument/2006/relationships/notesSlide" Target="/ppt/notesSlides/notesSlide11.xml" Id="R23b68168451243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7e08c3754c4e31" /><Relationship Type="http://schemas.openxmlformats.org/officeDocument/2006/relationships/image" Target="/ppt/media/image10.png" Id="Rc961793c97414baa" /><Relationship Type="http://schemas.openxmlformats.org/officeDocument/2006/relationships/image" Target="/ppt/media/image5.svg" Id="R9858cc6db56a4647" /><Relationship Type="http://schemas.openxmlformats.org/officeDocument/2006/relationships/image" Target="/ppt/media/image11.png" Id="R50c8af7148464bb9" /><Relationship Type="http://schemas.openxmlformats.org/officeDocument/2006/relationships/image" Target="/ppt/media/image6.svg" Id="R983e3d891d5b4248" /><Relationship Type="http://schemas.openxmlformats.org/officeDocument/2006/relationships/image" Target="/ppt/media/image12.png" Id="Rd16a35b544af47ec" /><Relationship Type="http://schemas.openxmlformats.org/officeDocument/2006/relationships/image" Target="/ppt/media/image7.svg" Id="R899090d24b0f4426" /><Relationship Type="http://schemas.openxmlformats.org/officeDocument/2006/relationships/notesSlide" Target="/ppt/notesSlides/notesSlide12.xml" Id="R0ac8439196c04d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a8e42060b4f10" /><Relationship Type="http://schemas.openxmlformats.org/officeDocument/2006/relationships/notesSlide" Target="/ppt/notesSlides/notesSlide13.xml" Id="R7c86baf76f1c4f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46B3E25-7835-47B8-9DE5-D2CF0A8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CDB7C850-AD91-4F89-A7C9-71DD619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4FC51C03-7551-4A65-8C73-74C89664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146A195-7952-4D1E-982C-25595BE7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75762A7C-F9EA-4EAB-91DE-BE24F104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301631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问题与判断成本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需求选择与可靠性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产品架构与能力积累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扩展与最终目标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真正贵的是判断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91E264B-690D-48F1-B433-83258AC8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27D86C9D-01F4-43C7-9FD9-74A7E04D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8EF"/>
            </a:solidFill>
            <a:prstDash val="dash"/>
          </a:ln>
        </p:spPr>
      </p:sp>
      <p:sp>
        <p:nvSpPr>
          <p:cNvPr id="17" name="radial-spoke-1">
            <a:extLst xmlns:a="http://schemas.openxmlformats.org/drawingml/2006/main">
              <a:ext uri="{FF2B5EF4-FFF2-40B4-BE49-F238E27FC236}">
                <a16:creationId xmlns:a16="http://schemas.microsoft.com/office/drawing/2014/main" id="{52B4493A-84C0-40E7-BB44-AB041BA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28900"/>
            <a:ext cx="19050" cy="495300"/>
          </a:xfrm>
          <a:custGeom xmlns:a="http://schemas.openxmlformats.org/drawingml/2006/main">
            <a:pathLst>
              <a:path w="19050" h="495300">
                <a:moveTo>
                  <a:pt x="0" y="495300"/>
                </a:moveTo>
                <a:lnTo>
                  <a:pt x="2296" y="479927"/>
                </a:lnTo>
                <a:lnTo>
                  <a:pt x="4439" y="464544"/>
                </a:lnTo>
                <a:lnTo>
                  <a:pt x="6439" y="449132"/>
                </a:lnTo>
                <a:lnTo>
                  <a:pt x="8296" y="433702"/>
                </a:lnTo>
                <a:lnTo>
                  <a:pt x="10011" y="418262"/>
                </a:lnTo>
                <a:lnTo>
                  <a:pt x="11573" y="402803"/>
                </a:lnTo>
                <a:lnTo>
                  <a:pt x="12992" y="387325"/>
                </a:lnTo>
                <a:lnTo>
                  <a:pt x="14259" y="371837"/>
                </a:lnTo>
                <a:lnTo>
                  <a:pt x="15383" y="356340"/>
                </a:lnTo>
                <a:lnTo>
                  <a:pt x="16354" y="340833"/>
                </a:lnTo>
                <a:lnTo>
                  <a:pt x="17174" y="325317"/>
                </a:lnTo>
                <a:lnTo>
                  <a:pt x="17850" y="309791"/>
                </a:lnTo>
                <a:lnTo>
                  <a:pt x="18374" y="294256"/>
                </a:lnTo>
                <a:lnTo>
                  <a:pt x="18755" y="278730"/>
                </a:lnTo>
                <a:lnTo>
                  <a:pt x="18974" y="263185"/>
                </a:lnTo>
                <a:lnTo>
                  <a:pt x="19050" y="247650"/>
                </a:lnTo>
                <a:lnTo>
                  <a:pt x="18974" y="232115"/>
                </a:lnTo>
                <a:lnTo>
                  <a:pt x="18755" y="216570"/>
                </a:lnTo>
                <a:lnTo>
                  <a:pt x="18374" y="201044"/>
                </a:lnTo>
                <a:lnTo>
                  <a:pt x="17850" y="185509"/>
                </a:lnTo>
                <a:lnTo>
                  <a:pt x="17174" y="169983"/>
                </a:lnTo>
                <a:lnTo>
                  <a:pt x="16354" y="154467"/>
                </a:lnTo>
                <a:lnTo>
                  <a:pt x="15383" y="138960"/>
                </a:lnTo>
                <a:lnTo>
                  <a:pt x="14259" y="123463"/>
                </a:lnTo>
                <a:lnTo>
                  <a:pt x="12992" y="107975"/>
                </a:lnTo>
                <a:lnTo>
                  <a:pt x="11573" y="92497"/>
                </a:lnTo>
                <a:lnTo>
                  <a:pt x="10011" y="77038"/>
                </a:lnTo>
                <a:lnTo>
                  <a:pt x="8296" y="61598"/>
                </a:lnTo>
                <a:lnTo>
                  <a:pt x="6439" y="46168"/>
                </a:lnTo>
                <a:lnTo>
                  <a:pt x="4439" y="30756"/>
                </a:lnTo>
                <a:lnTo>
                  <a:pt x="2296" y="153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28577D">
                <a:alpha val="96000"/>
              </a:srgbClr>
            </a:solidFill>
            <a:prstDash val="solid"/>
          </a:ln>
        </p:spPr>
      </p:sp>
      <p:sp>
        <p:nvSpPr>
          <p:cNvPr id="18" name="radial-joint-halo-1">
            <a:extLst xmlns:a="http://schemas.openxmlformats.org/drawingml/2006/main">
              <a:ext uri="{FF2B5EF4-FFF2-40B4-BE49-F238E27FC236}">
                <a16:creationId xmlns:a16="http://schemas.microsoft.com/office/drawing/2014/main" id="{75F3387C-D9BF-495F-90B9-89B35C8F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radial-joint-1">
            <a:extLst xmlns:a="http://schemas.openxmlformats.org/drawingml/2006/main">
              <a:ext uri="{FF2B5EF4-FFF2-40B4-BE49-F238E27FC236}">
                <a16:creationId xmlns:a16="http://schemas.microsoft.com/office/drawing/2014/main" id="{DDE87F1C-94E1-4338-9BC7-609DC8A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0" name="radial-spoke-2">
            <a:extLst xmlns:a="http://schemas.openxmlformats.org/drawingml/2006/main">
              <a:ext uri="{FF2B5EF4-FFF2-40B4-BE49-F238E27FC236}">
                <a16:creationId xmlns:a16="http://schemas.microsoft.com/office/drawing/2014/main" id="{2AB1DE1E-F360-4222-89E2-9040C757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153" y="2677478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0" y="762000"/>
                </a:moveTo>
                <a:lnTo>
                  <a:pt x="17745" y="755485"/>
                </a:lnTo>
                <a:lnTo>
                  <a:pt x="35471" y="748903"/>
                </a:lnTo>
                <a:lnTo>
                  <a:pt x="53169" y="742245"/>
                </a:lnTo>
                <a:lnTo>
                  <a:pt x="70828" y="735511"/>
                </a:lnTo>
                <a:lnTo>
                  <a:pt x="88468" y="728710"/>
                </a:lnTo>
                <a:lnTo>
                  <a:pt x="106080" y="721824"/>
                </a:lnTo>
                <a:lnTo>
                  <a:pt x="123654" y="714880"/>
                </a:lnTo>
                <a:lnTo>
                  <a:pt x="141208" y="707841"/>
                </a:lnTo>
                <a:lnTo>
                  <a:pt x="158725" y="700745"/>
                </a:lnTo>
                <a:lnTo>
                  <a:pt x="176213" y="693563"/>
                </a:lnTo>
                <a:lnTo>
                  <a:pt x="193672" y="686314"/>
                </a:lnTo>
                <a:lnTo>
                  <a:pt x="211103" y="678980"/>
                </a:lnTo>
                <a:lnTo>
                  <a:pt x="228495" y="671579"/>
                </a:lnTo>
                <a:lnTo>
                  <a:pt x="245859" y="664112"/>
                </a:lnTo>
                <a:lnTo>
                  <a:pt x="263195" y="656558"/>
                </a:lnTo>
                <a:lnTo>
                  <a:pt x="280492" y="648929"/>
                </a:lnTo>
                <a:lnTo>
                  <a:pt x="297761" y="641233"/>
                </a:lnTo>
                <a:lnTo>
                  <a:pt x="314992" y="633460"/>
                </a:lnTo>
                <a:lnTo>
                  <a:pt x="332194" y="625612"/>
                </a:lnTo>
                <a:lnTo>
                  <a:pt x="349358" y="617687"/>
                </a:lnTo>
                <a:lnTo>
                  <a:pt x="366493" y="609695"/>
                </a:lnTo>
                <a:lnTo>
                  <a:pt x="383581" y="601628"/>
                </a:lnTo>
                <a:lnTo>
                  <a:pt x="400650" y="593484"/>
                </a:lnTo>
                <a:lnTo>
                  <a:pt x="417671" y="585264"/>
                </a:lnTo>
                <a:lnTo>
                  <a:pt x="434664" y="576977"/>
                </a:lnTo>
                <a:lnTo>
                  <a:pt x="451618" y="568614"/>
                </a:lnTo>
                <a:lnTo>
                  <a:pt x="468535" y="560165"/>
                </a:lnTo>
                <a:lnTo>
                  <a:pt x="485413" y="551659"/>
                </a:lnTo>
                <a:lnTo>
                  <a:pt x="502253" y="543077"/>
                </a:lnTo>
                <a:lnTo>
                  <a:pt x="519065" y="534410"/>
                </a:lnTo>
                <a:lnTo>
                  <a:pt x="535829" y="525685"/>
                </a:lnTo>
                <a:lnTo>
                  <a:pt x="552555" y="516874"/>
                </a:lnTo>
                <a:lnTo>
                  <a:pt x="569252" y="507997"/>
                </a:lnTo>
                <a:lnTo>
                  <a:pt x="585902" y="499053"/>
                </a:lnTo>
                <a:lnTo>
                  <a:pt x="602513" y="490023"/>
                </a:lnTo>
                <a:lnTo>
                  <a:pt x="619087" y="480927"/>
                </a:lnTo>
                <a:lnTo>
                  <a:pt x="635622" y="471764"/>
                </a:lnTo>
                <a:lnTo>
                  <a:pt x="652120" y="462524"/>
                </a:lnTo>
                <a:lnTo>
                  <a:pt x="668569" y="453209"/>
                </a:lnTo>
                <a:lnTo>
                  <a:pt x="684981" y="443827"/>
                </a:lnTo>
                <a:lnTo>
                  <a:pt x="701354" y="434369"/>
                </a:lnTo>
                <a:lnTo>
                  <a:pt x="717680" y="424844"/>
                </a:lnTo>
                <a:lnTo>
                  <a:pt x="733968" y="415242"/>
                </a:lnTo>
                <a:lnTo>
                  <a:pt x="750208" y="405575"/>
                </a:lnTo>
                <a:lnTo>
                  <a:pt x="766410" y="395830"/>
                </a:lnTo>
                <a:lnTo>
                  <a:pt x="782574" y="386020"/>
                </a:lnTo>
                <a:lnTo>
                  <a:pt x="798690" y="376142"/>
                </a:lnTo>
                <a:lnTo>
                  <a:pt x="814769" y="366189"/>
                </a:lnTo>
                <a:lnTo>
                  <a:pt x="830790" y="356168"/>
                </a:lnTo>
                <a:lnTo>
                  <a:pt x="846782" y="346072"/>
                </a:lnTo>
                <a:lnTo>
                  <a:pt x="862717" y="335909"/>
                </a:lnTo>
                <a:lnTo>
                  <a:pt x="878615" y="325679"/>
                </a:lnTo>
                <a:lnTo>
                  <a:pt x="894474" y="315382"/>
                </a:lnTo>
                <a:lnTo>
                  <a:pt x="910276" y="305010"/>
                </a:lnTo>
                <a:lnTo>
                  <a:pt x="926040" y="294580"/>
                </a:lnTo>
                <a:lnTo>
                  <a:pt x="941756" y="284064"/>
                </a:lnTo>
                <a:lnTo>
                  <a:pt x="957434" y="273491"/>
                </a:lnTo>
                <a:lnTo>
                  <a:pt x="973055" y="262852"/>
                </a:lnTo>
                <a:lnTo>
                  <a:pt x="988628" y="252136"/>
                </a:lnTo>
                <a:lnTo>
                  <a:pt x="1004164" y="241364"/>
                </a:lnTo>
                <a:lnTo>
                  <a:pt x="1019651" y="230515"/>
                </a:lnTo>
                <a:lnTo>
                  <a:pt x="1035091" y="219608"/>
                </a:lnTo>
                <a:lnTo>
                  <a:pt x="1050484" y="208626"/>
                </a:lnTo>
                <a:lnTo>
                  <a:pt x="1065828" y="197587"/>
                </a:lnTo>
                <a:lnTo>
                  <a:pt x="1081126" y="186480"/>
                </a:lnTo>
                <a:lnTo>
                  <a:pt x="1096366" y="175298"/>
                </a:lnTo>
                <a:lnTo>
                  <a:pt x="1111568" y="164059"/>
                </a:lnTo>
                <a:lnTo>
                  <a:pt x="1126722" y="152752"/>
                </a:lnTo>
                <a:lnTo>
                  <a:pt x="1141828" y="141380"/>
                </a:lnTo>
                <a:lnTo>
                  <a:pt x="1156878" y="129950"/>
                </a:lnTo>
                <a:lnTo>
                  <a:pt x="1171889" y="118443"/>
                </a:lnTo>
                <a:lnTo>
                  <a:pt x="1186844" y="106890"/>
                </a:lnTo>
                <a:lnTo>
                  <a:pt x="1201750" y="95260"/>
                </a:lnTo>
                <a:lnTo>
                  <a:pt x="1216609" y="83572"/>
                </a:lnTo>
                <a:lnTo>
                  <a:pt x="1231411" y="71819"/>
                </a:lnTo>
                <a:lnTo>
                  <a:pt x="1246175" y="59998"/>
                </a:lnTo>
                <a:lnTo>
                  <a:pt x="1260881" y="48120"/>
                </a:lnTo>
                <a:lnTo>
                  <a:pt x="1275540" y="36185"/>
                </a:lnTo>
                <a:lnTo>
                  <a:pt x="1290152" y="24184"/>
                </a:lnTo>
                <a:lnTo>
                  <a:pt x="1304706" y="12116"/>
                </a:lnTo>
                <a:lnTo>
                  <a:pt x="1319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35688F">
                <a:alpha val="96000"/>
              </a:srgbClr>
            </a:solidFill>
            <a:prstDash val="solid"/>
          </a:ln>
        </p:spPr>
      </p:sp>
      <p:sp>
        <p:nvSpPr>
          <p:cNvPr id="21" name="radial-joint-halo-2">
            <a:extLst xmlns:a="http://schemas.openxmlformats.org/drawingml/2006/main">
              <a:ext uri="{FF2B5EF4-FFF2-40B4-BE49-F238E27FC236}">
                <a16:creationId xmlns:a16="http://schemas.microsoft.com/office/drawing/2014/main" id="{E0B3B08A-A8D7-44EC-A371-8ADA195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90" y="249650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radial-joint-2">
            <a:extLst xmlns:a="http://schemas.openxmlformats.org/drawingml/2006/main">
              <a:ext uri="{FF2B5EF4-FFF2-40B4-BE49-F238E27FC236}">
                <a16:creationId xmlns:a16="http://schemas.microsoft.com/office/drawing/2014/main" id="{CD6BEDEB-1604-43B0-B813-EEC90D33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0" y="255365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3" name="radial-spoke-3">
            <a:extLst xmlns:a="http://schemas.openxmlformats.org/drawingml/2006/main">
              <a:ext uri="{FF2B5EF4-FFF2-40B4-BE49-F238E27FC236}">
                <a16:creationId xmlns:a16="http://schemas.microsoft.com/office/drawing/2014/main" id="{199C17E5-58C7-4D09-A85F-29ECADA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153" y="4409123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0" y="0"/>
                </a:moveTo>
                <a:lnTo>
                  <a:pt x="14526" y="12097"/>
                </a:lnTo>
                <a:lnTo>
                  <a:pt x="29099" y="24136"/>
                </a:lnTo>
                <a:lnTo>
                  <a:pt x="43729" y="36109"/>
                </a:lnTo>
                <a:lnTo>
                  <a:pt x="58407" y="48025"/>
                </a:lnTo>
                <a:lnTo>
                  <a:pt x="73133" y="59874"/>
                </a:lnTo>
                <a:lnTo>
                  <a:pt x="87906" y="71666"/>
                </a:lnTo>
                <a:lnTo>
                  <a:pt x="102727" y="83401"/>
                </a:lnTo>
                <a:lnTo>
                  <a:pt x="117605" y="95069"/>
                </a:lnTo>
                <a:lnTo>
                  <a:pt x="132521" y="106670"/>
                </a:lnTo>
                <a:lnTo>
                  <a:pt x="147495" y="118215"/>
                </a:lnTo>
                <a:lnTo>
                  <a:pt x="162516" y="129692"/>
                </a:lnTo>
                <a:lnTo>
                  <a:pt x="177575" y="141113"/>
                </a:lnTo>
                <a:lnTo>
                  <a:pt x="192691" y="152457"/>
                </a:lnTo>
                <a:lnTo>
                  <a:pt x="207855" y="163744"/>
                </a:lnTo>
                <a:lnTo>
                  <a:pt x="223066" y="174965"/>
                </a:lnTo>
                <a:lnTo>
                  <a:pt x="238325" y="186128"/>
                </a:lnTo>
                <a:lnTo>
                  <a:pt x="253632" y="197225"/>
                </a:lnTo>
                <a:lnTo>
                  <a:pt x="268986" y="208245"/>
                </a:lnTo>
                <a:lnTo>
                  <a:pt x="284388" y="219208"/>
                </a:lnTo>
                <a:lnTo>
                  <a:pt x="299837" y="230105"/>
                </a:lnTo>
                <a:lnTo>
                  <a:pt x="315325" y="240944"/>
                </a:lnTo>
                <a:lnTo>
                  <a:pt x="330870" y="251698"/>
                </a:lnTo>
                <a:lnTo>
                  <a:pt x="346453" y="262404"/>
                </a:lnTo>
                <a:lnTo>
                  <a:pt x="362083" y="273034"/>
                </a:lnTo>
                <a:lnTo>
                  <a:pt x="377761" y="283597"/>
                </a:lnTo>
                <a:lnTo>
                  <a:pt x="393478" y="294094"/>
                </a:lnTo>
                <a:lnTo>
                  <a:pt x="409251" y="304514"/>
                </a:lnTo>
                <a:lnTo>
                  <a:pt x="425053" y="314877"/>
                </a:lnTo>
                <a:lnTo>
                  <a:pt x="440912" y="325164"/>
                </a:lnTo>
                <a:lnTo>
                  <a:pt x="456819" y="335394"/>
                </a:lnTo>
                <a:lnTo>
                  <a:pt x="472754" y="345548"/>
                </a:lnTo>
                <a:lnTo>
                  <a:pt x="488747" y="355625"/>
                </a:lnTo>
                <a:lnTo>
                  <a:pt x="504777" y="365646"/>
                </a:lnTo>
                <a:lnTo>
                  <a:pt x="520856" y="375590"/>
                </a:lnTo>
                <a:lnTo>
                  <a:pt x="536972" y="385467"/>
                </a:lnTo>
                <a:lnTo>
                  <a:pt x="553126" y="395278"/>
                </a:lnTo>
                <a:lnTo>
                  <a:pt x="569328" y="405013"/>
                </a:lnTo>
                <a:lnTo>
                  <a:pt x="585578" y="414690"/>
                </a:lnTo>
                <a:lnTo>
                  <a:pt x="601866" y="424282"/>
                </a:lnTo>
                <a:lnTo>
                  <a:pt x="618192" y="433807"/>
                </a:lnTo>
                <a:lnTo>
                  <a:pt x="634556" y="443265"/>
                </a:lnTo>
                <a:lnTo>
                  <a:pt x="650967" y="452647"/>
                </a:lnTo>
                <a:lnTo>
                  <a:pt x="667417" y="461963"/>
                </a:lnTo>
                <a:lnTo>
                  <a:pt x="683905" y="471202"/>
                </a:lnTo>
                <a:lnTo>
                  <a:pt x="700440" y="480374"/>
                </a:lnTo>
                <a:lnTo>
                  <a:pt x="717004" y="489471"/>
                </a:lnTo>
                <a:lnTo>
                  <a:pt x="733616" y="498500"/>
                </a:lnTo>
                <a:lnTo>
                  <a:pt x="750265" y="507454"/>
                </a:lnTo>
                <a:lnTo>
                  <a:pt x="766953" y="516341"/>
                </a:lnTo>
                <a:lnTo>
                  <a:pt x="783669" y="525151"/>
                </a:lnTo>
                <a:lnTo>
                  <a:pt x="800433" y="533886"/>
                </a:lnTo>
                <a:lnTo>
                  <a:pt x="817235" y="542554"/>
                </a:lnTo>
                <a:lnTo>
                  <a:pt x="834076" y="551145"/>
                </a:lnTo>
                <a:lnTo>
                  <a:pt x="850944" y="559670"/>
                </a:lnTo>
                <a:lnTo>
                  <a:pt x="867851" y="568119"/>
                </a:lnTo>
                <a:lnTo>
                  <a:pt x="884806" y="576491"/>
                </a:lnTo>
                <a:lnTo>
                  <a:pt x="901789" y="584797"/>
                </a:lnTo>
                <a:lnTo>
                  <a:pt x="918801" y="593027"/>
                </a:lnTo>
                <a:lnTo>
                  <a:pt x="935860" y="601180"/>
                </a:lnTo>
                <a:lnTo>
                  <a:pt x="952948" y="609267"/>
                </a:lnTo>
                <a:lnTo>
                  <a:pt x="970064" y="617268"/>
                </a:lnTo>
                <a:lnTo>
                  <a:pt x="987219" y="625211"/>
                </a:lnTo>
                <a:lnTo>
                  <a:pt x="1004411" y="633070"/>
                </a:lnTo>
                <a:lnTo>
                  <a:pt x="1021642" y="640861"/>
                </a:lnTo>
                <a:lnTo>
                  <a:pt x="1038892" y="648576"/>
                </a:lnTo>
                <a:lnTo>
                  <a:pt x="1056189" y="656215"/>
                </a:lnTo>
                <a:lnTo>
                  <a:pt x="1073506" y="663788"/>
                </a:lnTo>
                <a:lnTo>
                  <a:pt x="1090860" y="671274"/>
                </a:lnTo>
                <a:lnTo>
                  <a:pt x="1108243" y="678704"/>
                </a:lnTo>
                <a:lnTo>
                  <a:pt x="1125665" y="686048"/>
                </a:lnTo>
                <a:lnTo>
                  <a:pt x="1143114" y="693315"/>
                </a:lnTo>
                <a:lnTo>
                  <a:pt x="1160593" y="700526"/>
                </a:lnTo>
                <a:lnTo>
                  <a:pt x="1178100" y="707641"/>
                </a:lnTo>
                <a:lnTo>
                  <a:pt x="1195635" y="714699"/>
                </a:lnTo>
                <a:lnTo>
                  <a:pt x="1213209" y="721671"/>
                </a:lnTo>
                <a:lnTo>
                  <a:pt x="1230801" y="728577"/>
                </a:lnTo>
                <a:lnTo>
                  <a:pt x="1248432" y="735406"/>
                </a:lnTo>
                <a:lnTo>
                  <a:pt x="1266082" y="742169"/>
                </a:lnTo>
                <a:lnTo>
                  <a:pt x="1283770" y="748856"/>
                </a:lnTo>
                <a:lnTo>
                  <a:pt x="1301477" y="755456"/>
                </a:lnTo>
                <a:lnTo>
                  <a:pt x="1319213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77B9F">
                <a:alpha val="96000"/>
              </a:srgbClr>
            </a:solidFill>
            <a:prstDash val="solid"/>
          </a:ln>
        </p:spPr>
      </p:sp>
      <p:sp>
        <p:nvSpPr>
          <p:cNvPr id="24" name="radial-joint-halo-3">
            <a:extLst xmlns:a="http://schemas.openxmlformats.org/drawingml/2006/main">
              <a:ext uri="{FF2B5EF4-FFF2-40B4-BE49-F238E27FC236}">
                <a16:creationId xmlns:a16="http://schemas.microsoft.com/office/drawing/2014/main" id="{417BCF3C-D29C-4E95-B27A-806EE318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90" y="499014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radial-joint-3">
            <a:extLst xmlns:a="http://schemas.openxmlformats.org/drawingml/2006/main">
              <a:ext uri="{FF2B5EF4-FFF2-40B4-BE49-F238E27FC236}">
                <a16:creationId xmlns:a16="http://schemas.microsoft.com/office/drawing/2014/main" id="{B88CBD47-5588-4254-A8DA-A924088A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0" y="504729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6" name="radial-spoke-4">
            <a:extLst xmlns:a="http://schemas.openxmlformats.org/drawingml/2006/main">
              <a:ext uri="{FF2B5EF4-FFF2-40B4-BE49-F238E27FC236}">
                <a16:creationId xmlns:a16="http://schemas.microsoft.com/office/drawing/2014/main" id="{A867C012-B682-4D09-8BFC-B78A9127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4724400"/>
            <a:ext cx="19050" cy="495300"/>
          </a:xfrm>
          <a:custGeom xmlns:a="http://schemas.openxmlformats.org/drawingml/2006/main">
            <a:pathLst>
              <a:path w="19050" h="495300">
                <a:moveTo>
                  <a:pt x="19050" y="0"/>
                </a:moveTo>
                <a:lnTo>
                  <a:pt x="16754" y="15373"/>
                </a:lnTo>
                <a:lnTo>
                  <a:pt x="14611" y="30756"/>
                </a:lnTo>
                <a:lnTo>
                  <a:pt x="12611" y="46168"/>
                </a:lnTo>
                <a:lnTo>
                  <a:pt x="10754" y="61598"/>
                </a:lnTo>
                <a:lnTo>
                  <a:pt x="9039" y="77038"/>
                </a:lnTo>
                <a:lnTo>
                  <a:pt x="7477" y="92497"/>
                </a:lnTo>
                <a:lnTo>
                  <a:pt x="6058" y="107975"/>
                </a:lnTo>
                <a:lnTo>
                  <a:pt x="4791" y="123463"/>
                </a:lnTo>
                <a:lnTo>
                  <a:pt x="3667" y="138960"/>
                </a:lnTo>
                <a:lnTo>
                  <a:pt x="2696" y="154467"/>
                </a:lnTo>
                <a:lnTo>
                  <a:pt x="1876" y="169983"/>
                </a:lnTo>
                <a:lnTo>
                  <a:pt x="1200" y="185509"/>
                </a:lnTo>
                <a:lnTo>
                  <a:pt x="676" y="201044"/>
                </a:lnTo>
                <a:lnTo>
                  <a:pt x="295" y="216570"/>
                </a:lnTo>
                <a:lnTo>
                  <a:pt x="76" y="232115"/>
                </a:lnTo>
                <a:lnTo>
                  <a:pt x="0" y="247650"/>
                </a:lnTo>
                <a:lnTo>
                  <a:pt x="76" y="263185"/>
                </a:lnTo>
                <a:lnTo>
                  <a:pt x="295" y="278730"/>
                </a:lnTo>
                <a:lnTo>
                  <a:pt x="676" y="294256"/>
                </a:lnTo>
                <a:lnTo>
                  <a:pt x="1200" y="309791"/>
                </a:lnTo>
                <a:lnTo>
                  <a:pt x="1876" y="325317"/>
                </a:lnTo>
                <a:lnTo>
                  <a:pt x="2696" y="340833"/>
                </a:lnTo>
                <a:lnTo>
                  <a:pt x="3667" y="356340"/>
                </a:lnTo>
                <a:lnTo>
                  <a:pt x="4791" y="371837"/>
                </a:lnTo>
                <a:lnTo>
                  <a:pt x="6058" y="387325"/>
                </a:lnTo>
                <a:lnTo>
                  <a:pt x="7477" y="402803"/>
                </a:lnTo>
                <a:lnTo>
                  <a:pt x="9039" y="418262"/>
                </a:lnTo>
                <a:lnTo>
                  <a:pt x="10754" y="433702"/>
                </a:lnTo>
                <a:lnTo>
                  <a:pt x="12611" y="449132"/>
                </a:lnTo>
                <a:lnTo>
                  <a:pt x="14611" y="464544"/>
                </a:lnTo>
                <a:lnTo>
                  <a:pt x="16754" y="479927"/>
                </a:lnTo>
                <a:lnTo>
                  <a:pt x="1905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5C8DAB">
                <a:alpha val="96000"/>
              </a:srgbClr>
            </a:solidFill>
            <a:prstDash val="solid"/>
          </a:ln>
        </p:spPr>
      </p:sp>
      <p:sp>
        <p:nvSpPr>
          <p:cNvPr id="27" name="radial-joint-halo-4">
            <a:extLst xmlns:a="http://schemas.openxmlformats.org/drawingml/2006/main">
              <a:ext uri="{FF2B5EF4-FFF2-40B4-BE49-F238E27FC236}">
                <a16:creationId xmlns:a16="http://schemas.microsoft.com/office/drawing/2014/main" id="{74F2AD00-73BC-48BB-A1FE-B2E1BF1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5038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radial-joint-4">
            <a:extLst xmlns:a="http://schemas.openxmlformats.org/drawingml/2006/main">
              <a:ext uri="{FF2B5EF4-FFF2-40B4-BE49-F238E27FC236}">
                <a16:creationId xmlns:a16="http://schemas.microsoft.com/office/drawing/2014/main" id="{E1FC5239-BDA9-4E3F-A6DD-E0CC694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509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9" name="radial-spoke-5">
            <a:extLst xmlns:a="http://schemas.openxmlformats.org/drawingml/2006/main">
              <a:ext uri="{FF2B5EF4-FFF2-40B4-BE49-F238E27FC236}">
                <a16:creationId xmlns:a16="http://schemas.microsoft.com/office/drawing/2014/main" id="{A3EADDDA-F4C4-4401-A25C-65651A0A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4409123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1319213" y="0"/>
                </a:moveTo>
                <a:lnTo>
                  <a:pt x="1301467" y="6515"/>
                </a:lnTo>
                <a:lnTo>
                  <a:pt x="1283741" y="13097"/>
                </a:lnTo>
                <a:lnTo>
                  <a:pt x="1266044" y="19755"/>
                </a:lnTo>
                <a:lnTo>
                  <a:pt x="1248385" y="26489"/>
                </a:lnTo>
                <a:lnTo>
                  <a:pt x="1230744" y="33290"/>
                </a:lnTo>
                <a:lnTo>
                  <a:pt x="1213133" y="40176"/>
                </a:lnTo>
                <a:lnTo>
                  <a:pt x="1195559" y="47120"/>
                </a:lnTo>
                <a:lnTo>
                  <a:pt x="1178004" y="54159"/>
                </a:lnTo>
                <a:lnTo>
                  <a:pt x="1160488" y="61255"/>
                </a:lnTo>
                <a:lnTo>
                  <a:pt x="1143000" y="68437"/>
                </a:lnTo>
                <a:lnTo>
                  <a:pt x="1125541" y="75695"/>
                </a:lnTo>
                <a:lnTo>
                  <a:pt x="1108110" y="83020"/>
                </a:lnTo>
                <a:lnTo>
                  <a:pt x="1090717" y="90421"/>
                </a:lnTo>
                <a:lnTo>
                  <a:pt x="1073353" y="97888"/>
                </a:lnTo>
                <a:lnTo>
                  <a:pt x="1056018" y="105442"/>
                </a:lnTo>
                <a:lnTo>
                  <a:pt x="1038720" y="113071"/>
                </a:lnTo>
                <a:lnTo>
                  <a:pt x="1021451" y="120767"/>
                </a:lnTo>
                <a:lnTo>
                  <a:pt x="1004221" y="128540"/>
                </a:lnTo>
                <a:lnTo>
                  <a:pt x="987019" y="136388"/>
                </a:lnTo>
                <a:lnTo>
                  <a:pt x="969855" y="144313"/>
                </a:lnTo>
                <a:lnTo>
                  <a:pt x="952719" y="152305"/>
                </a:lnTo>
                <a:lnTo>
                  <a:pt x="935631" y="160372"/>
                </a:lnTo>
                <a:lnTo>
                  <a:pt x="918562" y="168516"/>
                </a:lnTo>
                <a:lnTo>
                  <a:pt x="901541" y="176736"/>
                </a:lnTo>
                <a:lnTo>
                  <a:pt x="884549" y="185033"/>
                </a:lnTo>
                <a:lnTo>
                  <a:pt x="867594" y="193386"/>
                </a:lnTo>
                <a:lnTo>
                  <a:pt x="850678" y="201835"/>
                </a:lnTo>
                <a:lnTo>
                  <a:pt x="833799" y="210341"/>
                </a:lnTo>
                <a:lnTo>
                  <a:pt x="816959" y="218932"/>
                </a:lnTo>
                <a:lnTo>
                  <a:pt x="800148" y="227590"/>
                </a:lnTo>
                <a:lnTo>
                  <a:pt x="783384" y="236315"/>
                </a:lnTo>
                <a:lnTo>
                  <a:pt x="766658" y="245126"/>
                </a:lnTo>
                <a:lnTo>
                  <a:pt x="749960" y="254003"/>
                </a:lnTo>
                <a:lnTo>
                  <a:pt x="733311" y="262957"/>
                </a:lnTo>
                <a:lnTo>
                  <a:pt x="716699" y="271977"/>
                </a:lnTo>
                <a:lnTo>
                  <a:pt x="700126" y="281073"/>
                </a:lnTo>
                <a:lnTo>
                  <a:pt x="683590" y="290236"/>
                </a:lnTo>
                <a:lnTo>
                  <a:pt x="667093" y="299476"/>
                </a:lnTo>
                <a:lnTo>
                  <a:pt x="650643" y="308791"/>
                </a:lnTo>
                <a:lnTo>
                  <a:pt x="634232" y="318173"/>
                </a:lnTo>
                <a:lnTo>
                  <a:pt x="617858" y="327631"/>
                </a:lnTo>
                <a:lnTo>
                  <a:pt x="601532" y="337156"/>
                </a:lnTo>
                <a:lnTo>
                  <a:pt x="585245" y="346758"/>
                </a:lnTo>
                <a:lnTo>
                  <a:pt x="569004" y="356426"/>
                </a:lnTo>
                <a:lnTo>
                  <a:pt x="552802" y="366170"/>
                </a:lnTo>
                <a:lnTo>
                  <a:pt x="536639" y="375980"/>
                </a:lnTo>
                <a:lnTo>
                  <a:pt x="520522" y="385858"/>
                </a:lnTo>
                <a:lnTo>
                  <a:pt x="504444" y="395811"/>
                </a:lnTo>
                <a:lnTo>
                  <a:pt x="488423" y="405832"/>
                </a:lnTo>
                <a:lnTo>
                  <a:pt x="472430" y="415928"/>
                </a:lnTo>
                <a:lnTo>
                  <a:pt x="456495" y="426091"/>
                </a:lnTo>
                <a:lnTo>
                  <a:pt x="440598" y="436321"/>
                </a:lnTo>
                <a:lnTo>
                  <a:pt x="424739" y="446618"/>
                </a:lnTo>
                <a:lnTo>
                  <a:pt x="408937" y="456990"/>
                </a:lnTo>
                <a:lnTo>
                  <a:pt x="393173" y="467420"/>
                </a:lnTo>
                <a:lnTo>
                  <a:pt x="377457" y="477936"/>
                </a:lnTo>
                <a:lnTo>
                  <a:pt x="361779" y="488509"/>
                </a:lnTo>
                <a:lnTo>
                  <a:pt x="346158" y="499148"/>
                </a:lnTo>
                <a:lnTo>
                  <a:pt x="330584" y="509864"/>
                </a:lnTo>
                <a:lnTo>
                  <a:pt x="315049" y="520636"/>
                </a:lnTo>
                <a:lnTo>
                  <a:pt x="299561" y="531485"/>
                </a:lnTo>
                <a:lnTo>
                  <a:pt x="284121" y="542392"/>
                </a:lnTo>
                <a:lnTo>
                  <a:pt x="268729" y="553374"/>
                </a:lnTo>
                <a:lnTo>
                  <a:pt x="253384" y="564413"/>
                </a:lnTo>
                <a:lnTo>
                  <a:pt x="238087" y="575520"/>
                </a:lnTo>
                <a:lnTo>
                  <a:pt x="222847" y="586702"/>
                </a:lnTo>
                <a:lnTo>
                  <a:pt x="207645" y="597941"/>
                </a:lnTo>
                <a:lnTo>
                  <a:pt x="192491" y="609248"/>
                </a:lnTo>
                <a:lnTo>
                  <a:pt x="177384" y="620620"/>
                </a:lnTo>
                <a:lnTo>
                  <a:pt x="162335" y="632050"/>
                </a:lnTo>
                <a:lnTo>
                  <a:pt x="147323" y="643557"/>
                </a:lnTo>
                <a:lnTo>
                  <a:pt x="132369" y="655110"/>
                </a:lnTo>
                <a:lnTo>
                  <a:pt x="117462" y="666740"/>
                </a:lnTo>
                <a:lnTo>
                  <a:pt x="102603" y="678428"/>
                </a:lnTo>
                <a:lnTo>
                  <a:pt x="87801" y="690181"/>
                </a:lnTo>
                <a:lnTo>
                  <a:pt x="73038" y="702002"/>
                </a:lnTo>
                <a:lnTo>
                  <a:pt x="58331" y="713880"/>
                </a:lnTo>
                <a:lnTo>
                  <a:pt x="43672" y="725815"/>
                </a:lnTo>
                <a:lnTo>
                  <a:pt x="29061" y="737816"/>
                </a:lnTo>
                <a:lnTo>
                  <a:pt x="14507" y="749884"/>
                </a:ln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78A3BD">
                <a:alpha val="96000"/>
              </a:srgbClr>
            </a:solidFill>
            <a:prstDash val="solid"/>
          </a:ln>
        </p:spPr>
      </p:sp>
      <p:sp>
        <p:nvSpPr>
          <p:cNvPr id="30" name="radial-joint-halo-5">
            <a:extLst xmlns:a="http://schemas.openxmlformats.org/drawingml/2006/main">
              <a:ext uri="{FF2B5EF4-FFF2-40B4-BE49-F238E27FC236}">
                <a16:creationId xmlns:a16="http://schemas.microsoft.com/office/drawing/2014/main" id="{6EA39EAC-D810-49F5-9B7C-7B81964D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499014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radial-joint-5">
            <a:extLst xmlns:a="http://schemas.openxmlformats.org/drawingml/2006/main">
              <a:ext uri="{FF2B5EF4-FFF2-40B4-BE49-F238E27FC236}">
                <a16:creationId xmlns:a16="http://schemas.microsoft.com/office/drawing/2014/main" id="{FC3C31B2-26FA-4574-9FBD-BEBCCBAE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810" y="504729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2" name="radial-spoke-6">
            <a:extLst xmlns:a="http://schemas.openxmlformats.org/drawingml/2006/main">
              <a:ext uri="{FF2B5EF4-FFF2-40B4-BE49-F238E27FC236}">
                <a16:creationId xmlns:a16="http://schemas.microsoft.com/office/drawing/2014/main" id="{CCE0D4C3-8DDB-45BB-8517-1D6769F3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2677478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1319213" y="762000"/>
                </a:moveTo>
                <a:lnTo>
                  <a:pt x="1304687" y="749903"/>
                </a:lnTo>
                <a:lnTo>
                  <a:pt x="1290114" y="737864"/>
                </a:lnTo>
                <a:lnTo>
                  <a:pt x="1275483" y="725891"/>
                </a:lnTo>
                <a:lnTo>
                  <a:pt x="1260805" y="713975"/>
                </a:lnTo>
                <a:lnTo>
                  <a:pt x="1246080" y="702126"/>
                </a:lnTo>
                <a:lnTo>
                  <a:pt x="1231306" y="690334"/>
                </a:lnTo>
                <a:lnTo>
                  <a:pt x="1216485" y="678599"/>
                </a:lnTo>
                <a:lnTo>
                  <a:pt x="1201607" y="666941"/>
                </a:lnTo>
                <a:lnTo>
                  <a:pt x="1186691" y="655330"/>
                </a:lnTo>
                <a:lnTo>
                  <a:pt x="1171718" y="643785"/>
                </a:lnTo>
                <a:lnTo>
                  <a:pt x="1156697" y="632308"/>
                </a:lnTo>
                <a:lnTo>
                  <a:pt x="1141638" y="620897"/>
                </a:lnTo>
                <a:lnTo>
                  <a:pt x="1126522" y="609543"/>
                </a:lnTo>
                <a:lnTo>
                  <a:pt x="1111358" y="598256"/>
                </a:lnTo>
                <a:lnTo>
                  <a:pt x="1096147" y="587035"/>
                </a:lnTo>
                <a:lnTo>
                  <a:pt x="1080887" y="575872"/>
                </a:lnTo>
                <a:lnTo>
                  <a:pt x="1065581" y="564775"/>
                </a:lnTo>
                <a:lnTo>
                  <a:pt x="1050227" y="553755"/>
                </a:lnTo>
                <a:lnTo>
                  <a:pt x="1034825" y="542792"/>
                </a:lnTo>
                <a:lnTo>
                  <a:pt x="1019375" y="531895"/>
                </a:lnTo>
                <a:lnTo>
                  <a:pt x="1003887" y="521056"/>
                </a:lnTo>
                <a:lnTo>
                  <a:pt x="988343" y="510302"/>
                </a:lnTo>
                <a:lnTo>
                  <a:pt x="972760" y="499596"/>
                </a:lnTo>
                <a:lnTo>
                  <a:pt x="957129" y="488966"/>
                </a:lnTo>
                <a:lnTo>
                  <a:pt x="941451" y="478412"/>
                </a:lnTo>
                <a:lnTo>
                  <a:pt x="925735" y="467906"/>
                </a:lnTo>
                <a:lnTo>
                  <a:pt x="909961" y="457486"/>
                </a:lnTo>
                <a:lnTo>
                  <a:pt x="894159" y="447123"/>
                </a:lnTo>
                <a:lnTo>
                  <a:pt x="878300" y="436836"/>
                </a:lnTo>
                <a:lnTo>
                  <a:pt x="862394" y="426606"/>
                </a:lnTo>
                <a:lnTo>
                  <a:pt x="846458" y="416452"/>
                </a:lnTo>
                <a:lnTo>
                  <a:pt x="830466" y="406375"/>
                </a:lnTo>
                <a:lnTo>
                  <a:pt x="814435" y="396354"/>
                </a:lnTo>
                <a:lnTo>
                  <a:pt x="798357" y="386410"/>
                </a:lnTo>
                <a:lnTo>
                  <a:pt x="782241" y="376533"/>
                </a:lnTo>
                <a:lnTo>
                  <a:pt x="766086" y="366722"/>
                </a:lnTo>
                <a:lnTo>
                  <a:pt x="749884" y="356987"/>
                </a:lnTo>
                <a:lnTo>
                  <a:pt x="733635" y="347310"/>
                </a:lnTo>
                <a:lnTo>
                  <a:pt x="717347" y="337718"/>
                </a:lnTo>
                <a:lnTo>
                  <a:pt x="701021" y="328193"/>
                </a:lnTo>
                <a:lnTo>
                  <a:pt x="684657" y="318735"/>
                </a:lnTo>
                <a:lnTo>
                  <a:pt x="668245" y="309353"/>
                </a:lnTo>
                <a:lnTo>
                  <a:pt x="651796" y="300038"/>
                </a:lnTo>
                <a:lnTo>
                  <a:pt x="635308" y="290798"/>
                </a:lnTo>
                <a:lnTo>
                  <a:pt x="618773" y="281626"/>
                </a:lnTo>
                <a:lnTo>
                  <a:pt x="602209" y="272529"/>
                </a:lnTo>
                <a:lnTo>
                  <a:pt x="585597" y="263500"/>
                </a:lnTo>
                <a:lnTo>
                  <a:pt x="568947" y="254546"/>
                </a:lnTo>
                <a:lnTo>
                  <a:pt x="552260" y="245659"/>
                </a:lnTo>
                <a:lnTo>
                  <a:pt x="535543" y="236849"/>
                </a:lnTo>
                <a:lnTo>
                  <a:pt x="518779" y="228114"/>
                </a:lnTo>
                <a:lnTo>
                  <a:pt x="501977" y="219446"/>
                </a:lnTo>
                <a:lnTo>
                  <a:pt x="485137" y="210855"/>
                </a:lnTo>
                <a:lnTo>
                  <a:pt x="468268" y="202330"/>
                </a:lnTo>
                <a:lnTo>
                  <a:pt x="451361" y="193881"/>
                </a:lnTo>
                <a:lnTo>
                  <a:pt x="434407" y="185509"/>
                </a:lnTo>
                <a:lnTo>
                  <a:pt x="417424" y="177203"/>
                </a:lnTo>
                <a:lnTo>
                  <a:pt x="400412" y="168973"/>
                </a:lnTo>
                <a:lnTo>
                  <a:pt x="383353" y="160820"/>
                </a:lnTo>
                <a:lnTo>
                  <a:pt x="366265" y="152733"/>
                </a:lnTo>
                <a:lnTo>
                  <a:pt x="349148" y="144732"/>
                </a:lnTo>
                <a:lnTo>
                  <a:pt x="331984" y="136789"/>
                </a:lnTo>
                <a:lnTo>
                  <a:pt x="314801" y="128930"/>
                </a:lnTo>
                <a:lnTo>
                  <a:pt x="297571" y="121139"/>
                </a:lnTo>
                <a:lnTo>
                  <a:pt x="280321" y="113424"/>
                </a:lnTo>
                <a:lnTo>
                  <a:pt x="263023" y="105785"/>
                </a:lnTo>
                <a:lnTo>
                  <a:pt x="245707" y="98212"/>
                </a:lnTo>
                <a:lnTo>
                  <a:pt x="228352" y="90726"/>
                </a:lnTo>
                <a:lnTo>
                  <a:pt x="210969" y="83296"/>
                </a:lnTo>
                <a:lnTo>
                  <a:pt x="193548" y="75952"/>
                </a:lnTo>
                <a:lnTo>
                  <a:pt x="176098" y="68685"/>
                </a:lnTo>
                <a:lnTo>
                  <a:pt x="158620" y="61484"/>
                </a:lnTo>
                <a:lnTo>
                  <a:pt x="141113" y="54359"/>
                </a:lnTo>
                <a:lnTo>
                  <a:pt x="123577" y="47301"/>
                </a:lnTo>
                <a:lnTo>
                  <a:pt x="106004" y="40329"/>
                </a:lnTo>
                <a:lnTo>
                  <a:pt x="88411" y="33423"/>
                </a:lnTo>
                <a:lnTo>
                  <a:pt x="70780" y="26594"/>
                </a:lnTo>
                <a:lnTo>
                  <a:pt x="53130" y="19831"/>
                </a:lnTo>
                <a:lnTo>
                  <a:pt x="35443" y="13144"/>
                </a:lnTo>
                <a:lnTo>
                  <a:pt x="17736" y="65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9AB9CB">
                <a:alpha val="96000"/>
              </a:srgbClr>
            </a:solidFill>
            <a:prstDash val="solid"/>
          </a:ln>
        </p:spPr>
      </p:sp>
      <p:sp>
        <p:nvSpPr>
          <p:cNvPr id="33" name="radial-joint-halo-6">
            <a:extLst xmlns:a="http://schemas.openxmlformats.org/drawingml/2006/main">
              <a:ext uri="{FF2B5EF4-FFF2-40B4-BE49-F238E27FC236}">
                <a16:creationId xmlns:a16="http://schemas.microsoft.com/office/drawing/2014/main" id="{FC530809-FA26-406F-92BD-4942ACFA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249650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radial-joint-6">
            <a:extLst xmlns:a="http://schemas.openxmlformats.org/drawingml/2006/main">
              <a:ext uri="{FF2B5EF4-FFF2-40B4-BE49-F238E27FC236}">
                <a16:creationId xmlns:a16="http://schemas.microsoft.com/office/drawing/2014/main" id="{0319FBED-CB73-4330-8209-71D4C9A9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810" y="255365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9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5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81277D70-377C-4AF5-A00B-27F21290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4"/>
          </a:solidFill>
          <a:ln xmlns:a="http://schemas.openxmlformats.org/drawingml/2006/main" w="9525">
            <a:solidFill>
              <a:srgbClr val="D0E0E9"/>
            </a:solidFill>
            <a:prstDash val="solid"/>
          </a:ln>
        </p:spPr>
      </p:sp>
      <p:sp>
        <p:nvSpPr>
          <p:cNvPr id="36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60210FD1-C0F4-4678-A587-C9FA2F5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B6C7"/>
            </a:solidFill>
            <a:prstDash val="solid"/>
          </a:ln>
        </p:spPr>
      </p:sp>
      <p:sp>
        <p:nvSpPr>
          <p:cNvPr id="37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AE634615-4F1B-459B-AFB3-4724691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59D36627-81A3-480A-9E9A-B77D12FD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06428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判断成本</a:t>
            </a:r>
          </a:p>
        </p:txBody>
      </p:sp>
      <p:sp>
        <p:nvSpPr>
          <p:cNvPr id="39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DB645792-FFEE-4A09-B927-9D39E95C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D6F619E4-7C99-42C0-AB46-0304341E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8079E5A9-9099-4F5C-B827-0877FB8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66CD68AE-2DBE-430B-BD79-D1DCCAF9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7280F5D0-D0F2-4BE4-A4AD-FE67F56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E7FC4B18-B4D4-4506-A889-8C5F236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5806AB4B-6513-4816-A661-6E3C90F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348B9072-80A4-4052-ACEA-0246030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4278DD90-CFE7-413A-9541-3B62AF72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65768A70-AAC9-4406-822E-DA6BC302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6FDF7834-3DC7-4507-AFA8-D8C0C2F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5B7ED4C5-4592-4572-A9D4-1CDFA1DD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656DB4F1-C049-436A-86CE-00A6117E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52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111FA83A-7F7B-4624-93D7-36CE939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确定这场汇报的讲述方式</a:t>
            </a:r>
          </a:p>
        </p:txBody>
      </p:sp>
      <p:sp>
        <p:nvSpPr>
          <p:cNvPr id="53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9C5231C2-2EFC-449F-A8AC-D1F02F15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rPr>
              <a:t>拆多少页</a:t>
            </a:r>
          </a:p>
        </p:txBody>
      </p:sp>
      <p:sp>
        <p:nvSpPr>
          <p:cNvPr id="54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94755520-B8D7-4295-AF49-C48BFE5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把长稿合理拆分页数</a:t>
            </a:r>
          </a:p>
        </p:txBody>
      </p:sp>
      <p:sp>
        <p:nvSpPr>
          <p:cNvPr id="55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27CAEEB3-FF8E-457B-8318-843F722D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rPr>
              <a:t>每页职责</a:t>
            </a:r>
          </a:p>
        </p:txBody>
      </p:sp>
      <p:sp>
        <p:nvSpPr>
          <p:cNvPr id="56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4FE085E7-0B6E-40E7-A52A-8A7C9DB2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一页只承担一项职责</a:t>
            </a:r>
          </a:p>
        </p:txBody>
      </p:sp>
      <p:sp>
        <p:nvSpPr>
          <p:cNvPr id="57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BC5DC5AA-68E1-4D48-B2CE-7D26978A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53968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58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4B686AF2-B8AD-4ED5-AC18-B099E00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79953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判断并列、递进或因果</a:t>
            </a:r>
          </a:p>
        </p:txBody>
      </p:sp>
      <p:sp>
        <p:nvSpPr>
          <p:cNvPr id="59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18B4521D-8077-4941-ADC5-936942B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60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86D9AC48-1EED-4866-ACDD-B90C21C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决定需要强调的重点</a:t>
            </a:r>
          </a:p>
        </p:txBody>
      </p:sp>
      <p:sp>
        <p:nvSpPr>
          <p:cNvPr id="61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944DE87C-9DFB-466D-B2F2-31E0D86C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9A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9AB9CB"/>
                </a:solidFill>
                <a:latin typeface="Microsoft YaHei"/>
                <a:ea typeface="Microsoft YaHei"/>
                <a:cs typeface="Microsoft YaHei"/>
              </a:rPr>
              <a:t>何时用图</a:t>
            </a:r>
          </a:p>
        </p:txBody>
      </p:sp>
      <p:sp>
        <p:nvSpPr>
          <p:cNvPr id="62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DE35A3BF-B699-499B-9AB6-9B968FDA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或只用一句话更有力量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需求分布：中间主体最大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941E20C-99F7-4512-BD6A-D33D446F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A8CB344D-E830-4F82-AC5E-AED199C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7560FB18-DC49-44A7-8D2A-FC6D78D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18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2C9458EC-A1C3-4F9E-8088-F3D28E3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49BA02BB-C87B-4E0E-BF27-A7B5E132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D191AF1F-8EFC-4512-872D-7FE4B40D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BA3AA6D6-3AC6-4489-9A63-1241FAFD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22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C6C1999E-02B0-4B87-B8F2-16B5EEAC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4A6C03DC-6A9B-4776-B177-3497C7EB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F0A82F34-9777-4464-9E77-AAD9D170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C51B4690-C1CE-4448-9462-87F95864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26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62292FC2-995C-47D8-9B6E-8747B6FD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27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EDC8904F-B6BB-443E-9926-AB7C31E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程度</a:t>
            </a:r>
          </a:p>
        </p:txBody>
      </p:sp>
      <p:sp>
        <p:nvSpPr>
          <p:cNvPr id="28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34F5655E-7EC0-4372-AFCE-D746DC7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75000"/>
              </a:lnSpc>
              <a:buNone/>
              <a:def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9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CD875EA5-D209-4FDB-BB29-15C473FC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5BA5702F-E657-4D03-99F8-4B4997A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717579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31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7C63038F-8B96-4DF0-8ACB-85D5A2C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4098579"/>
            <a:ext cx="25717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几乎不在意版式，只放文字</a:t>
            </a:r>
          </a:p>
        </p:txBody>
      </p:sp>
      <p:sp>
        <p:nvSpPr>
          <p:cNvPr id="32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60705AAD-8B80-49F1-8576-552BF28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7760B6C3-FE46-4632-8D09-E16F6FE8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474244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中间主体</a:t>
            </a:r>
          </a:p>
        </p:txBody>
      </p:sp>
      <p:sp>
        <p:nvSpPr>
          <p:cNvPr id="34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EAB2CF9F-B115-44B4-AB62-E0D9AF7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855244"/>
            <a:ext cx="25717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学校、科研院所、央国企等需要快速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规范产出</a:t>
            </a:r>
          </a:p>
        </p:txBody>
      </p:sp>
      <p:sp>
        <p:nvSpPr>
          <p:cNvPr id="35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168DBAB6-AB56-4537-A518-6E9C2F4B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CCA51AE9-6F03-43AF-988D-9EC07C7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717579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高度定制端</a:t>
            </a:r>
          </a:p>
        </p:txBody>
      </p:sp>
      <p:sp>
        <p:nvSpPr>
          <p:cNvPr id="37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3B2A0434-1D6F-412C-8388-6951AD9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4098579"/>
            <a:ext cx="25717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发布会、品牌路演与高水平比赛</a:t>
            </a:r>
          </a:p>
        </p:txBody>
      </p:sp>
      <p:sp>
        <p:nvSpPr>
          <p:cNvPr id="3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F4A7F0EA-B307-4925-8D98-B3D4935E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119F8C69-C191-4C84-8AB8-CD44EC5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稳定比惊艳更重要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0C764CE3-9066-49CE-96E7-59334B1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CE5EAE0-7BA3-412B-B7CB-0A2E22C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5FCD3B27-7EB0-47A1-8C06-BBE3CC3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9CEBCC84-7AB3-44B1-B20E-286CA7EF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2CDFE49F-EA50-4D41-A567-D704A1F3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F868765D-43BD-4F95-9C1B-70E394B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直接可用，可靠基础，投入与收益匹配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475B500-7464-4350-BD54-27A2BC1D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EEA4ADF9-7780-4DEE-B9A5-B613123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1F4CA340-CAB0-4EED-8FAC-BA495E8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BB4A5DEB-998F-40C0-B6C0-D8F4DB62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3F0AC04D-EFE4-4CF6-BF80-A5DD8F68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偶然惊艳但不可控，代价高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A7C2829-59AC-4F6E-8598-0823538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EF221785-CCA1-4E2E-9534-9B14A240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62ABF149-08B7-4799-B3C2-3111274A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EB56412B-C7D9-45F0-B92C-D55C2525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06365AC4-D9B8-42ED-A6CD-3CE6AE9E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D175CA4C-2659-4491-83C4-A993057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bcf65153f4493">
            <a:extLst>
              <a:ext uri="{96DAC541-7B7A-43D3-8B79-37D633B846F1}">
                <asvg:svgBlip xmlns:asvg="http://schemas.microsoft.com/office/drawing/2016/SVG/main" r:embed="R07338353bfb846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BBE006AB-6BAA-4D06-AC80-4180DEFE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确定视觉规范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87617462-494F-486B-8EDD-6DC91574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D76AA79B-0455-4556-AE8E-8C88EBA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颜色、字体、Logo 等保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持稳定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EBA58740-4122-4D94-80B6-A580F6BA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F63F1C53-387D-40C2-A7B0-C12FFCE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287F0E61-93BF-4589-AE40-8BA4675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85962F8D-3FC6-451C-BBED-CAEE10A5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CBE4C533-247B-4ED4-9312-76DB36A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2266e78eb413f">
            <a:extLst>
              <a:ext uri="{96DAC541-7B7A-43D3-8B79-37D633B846F1}">
                <asvg:svgBlip xmlns:asvg="http://schemas.microsoft.com/office/drawing/2016/SVG/main" r:embed="Ra56e75ddfdea4e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4C5F2E42-A494-41A2-95C9-007723F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9B07CFF0-5C4C-417D-B875-CCFFB58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12684FE2-D0C5-4CBB-8DB5-F3C4894E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使用经过验证的版式与结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BE83FA3A-32A3-427B-AE01-44A1087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D830B7B3-A435-4D70-9C65-E5EF8DB2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8947CDCF-E0DC-4F88-96BF-13FA4431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10E6EED9-4855-48B0-B802-1455D35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3CD5692A-8FCE-4652-A2D8-5F5F391B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cd0bd3d94abd">
            <a:extLst>
              <a:ext uri="{96DAC541-7B7A-43D3-8B79-37D633B846F1}">
                <asvg:svgBlip xmlns:asvg="http://schemas.microsoft.com/office/drawing/2016/SVG/main" r:embed="R78495b2c5bd742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B3752662-F0BD-4217-AFFB-9C98C92D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明确数量容量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EB155AD7-D7FC-490A-9381-5B59524F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B7B06894-81A3-4C45-8C8A-C24E38E8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限定每页可承载的内容量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7A7A72A8-A84A-4F1F-A0FC-53469D8D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D5FF8F3B-9327-4515-AAF7-ABE6B96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613FC98F-06CA-4A22-BA83-7A8571F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093D36E2-895D-4808-B9E5-FED4E67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249E8F22-8369-43FA-9940-F1D52885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3245620e44175">
            <a:extLst>
              <a:ext uri="{96DAC541-7B7A-43D3-8B79-37D633B846F1}">
                <asvg:svgBlip xmlns:asvg="http://schemas.microsoft.com/office/drawing/2016/SVG/main" r:embed="R851b912e9d704b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EC9F1311-B186-4D15-BFA0-C062188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登记退化方式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C3D3160C-5F40-4230-A42E-D3D4CAE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BCEA3A17-56D2-4BD1-9595-C1683E8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未匹配时退化为简单排版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6884F06-0DDF-4AE1-8862-83E8A597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A9FB3A08-D532-4453-8473-59FD955A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FC186DD6-3BEC-4E9A-9902-79F1270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22A148F6-6EDF-4B77-84AA-4B822EB6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2FE97ED6-179B-4B9E-96BC-B38BC336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54AD96DE-3181-4B51-B6EA-7852CB05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840361E9-AD2B-4D6F-BABB-715B1D1C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5175E31A-A364-479B-9379-5BF784AE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9F430E80-DC25-4E91-9A85-5573150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5BD45242-5EB4-450B-AED4-A23D3687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1FD6A830-14B7-4D3E-A1EA-61BD297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026CBA71-1F6A-4865-AA6A-4A071DC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1F94EF99-BCE0-47C1-B37A-12EBE5E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6BBAA33F-4E6C-4E85-9AE4-CD5CE516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5CA46BCF-626E-40C1-A440-9F33E3C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8DA73782-91CC-4107-BD78-EC453F8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C0B41EBE-8C1D-4F96-AC7C-65826A9C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34AB97A0-DF8C-4C3B-B45B-E0B7E6D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B41CCBBF-EE9F-4EED-986A-AFCB25F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117F2B8A-311F-4828-90D4-8597D5A8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3C90E479-135E-457F-AE77-C885584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6BD3A2CC-5627-49F5-922E-786325B3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42E0AD3D-AF70-4917-BA33-BC765CA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FB18C7B5-8E9B-4669-B4A1-14BA28E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42588746-5981-4FA2-B36B-ACB50643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D832AF67-0DC7-47DD-B288-D089D29B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BFE815FA-7464-4795-8C37-4953D714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78FCBAF9-3E02-4BBB-BFEC-1BB07F7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EE00C97D-3C8F-4201-A61E-5B25B8D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F552D2B8-F25E-45C4-A491-6C9D1541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94E7429-86BA-4188-9CA3-DA4C72C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BB410CE6-2901-4AAF-9368-2F6B1B9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AA35AF99-8918-4A11-AECC-ADEFCC6C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0D79999C-F3A7-4545-BA7E-14AB58C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117053F9-E73F-4C7A-943F-607B9A6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D31648A9-93BA-44FA-B287-E9976F87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D0615911-4375-4EFE-AA79-1128B8C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5D76ADDD-3872-4996-BCA5-79787512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0854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8A384E00-472D-43B3-B626-3E5CD72C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B65C8AEC-226C-4D2A-B8B0-D450E6D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2887" y="24733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A403452F-2B05-467F-B004-2980D754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7804DA2C-60BC-40ED-A0BA-FC71CBA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2618" y="24733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24B48E68-5C39-431E-9237-87D11A3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C9A22F53-1F5B-4D74-836F-6DA4FCD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048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BF7D7278-133C-4761-AEB8-E3F59625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3D33B4BD-B60E-4786-BDDC-C4509DD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8F48F79D-304A-44E1-9BCF-8CF73BF8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1ACE2909-DA0C-4903-995A-8571B895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08A5FFE9-1731-4FA4-ADEF-F5DAA85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FEADF2F2-EF4B-42F1-AD4E-A2299A40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BC3D8E03-6C93-455F-B147-00F9EE5D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46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5CCF501D-8CBC-4DBB-972F-8BDEDDC9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2BDCEBD3-855C-4BBD-A45D-5845F2C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42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87249A98-E101-4E10-B8E1-43080E21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C4D80573-9269-446E-92E9-6261AE4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3CC77DC0-534D-4D6B-A90E-908145DA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CA6DD4C5-27FE-4685-96D4-35F4C03C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B67305D7-1771-4C80-A5EB-C583B7A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5238030A-B16C-45E5-80BA-C1B9F93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ED0B838A-9998-415C-9044-40C63455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520" y="5559476"/>
            <a:ext cx="904284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4A367650-C017-4470-A280-C52EF74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BA6CA3A1-37FD-47F8-8012-023A4FA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634" y="55594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21477EA0-ADB5-4093-8248-6CFE89B1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A0F1FEA6-AA88-4A69-9182-527E447F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711" y="5559476"/>
            <a:ext cx="88880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2C58F64A-6E7C-4B9D-9F20-6BE16D9B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BAAD75D1-F5F5-4331-9145-5ADC75D9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8603" y="5559476"/>
            <a:ext cx="123348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5C3AF58-DEF0-4386-BEFB-3A15E46F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35B40B7F-7D8D-47A7-9716-1F20584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30A5496A-AC72-4463-B71D-8368E91D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C1A25435-20C3-4819-BAEA-B26E0C3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34ACBA71-F285-406D-8CF9-1B1F47D3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31D666AD-BE1B-4399-B6E2-3D92A2B6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34F4BBEF-6D44-4B08-B8A4-C35074D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64281CED-0E40-4C67-9E98-EA48430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3F65B336-3B37-40D9-A5D1-D19D73A5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5A0F5DD8-ECF1-493A-B28E-582C094C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3FED5E27-CD1D-48FB-BBAF-5A77EA3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49D45F77-3337-4331-878F-1C4FE1DF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从参考中选出高质量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页面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B9795B03-6E35-4D80-82D9-B0F071E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941F7A19-7420-4E8D-B09C-7F72801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51423AAD-7839-40C2-BD28-0ED1E031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5E2BB750-5A03-4554-A11E-353A21F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298AE9DB-8956-40B2-AD57-6C0A897E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909146A9-496C-4E25-B8E7-7D5DE499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5E6350E6-94EE-4B01-A28E-C44DB6B9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D9E42943-F9A2-440F-81F6-4842249A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6D307122-6C80-416E-8C1E-FE905C96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提炼视觉逻辑与设计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81158445-08BE-4208-A011-A36EB42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36472433-B23E-4775-A991-6137A38A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A11C3D04-8A02-447E-AEA4-1168F693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C674FDE-6FF4-4D9D-8AE3-A4C1605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8284D046-9A27-417B-BF4B-968E8BA7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EFDF088D-6F1E-466C-95FF-D2140D7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B24323A7-FA90-465B-86E6-9C153729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AE9790F6-D1EF-44AA-845A-D271D9A6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1E229835-B154-4066-B5C6-0DEED589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把内容、图片和数量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DD02A217-BE47-4647-9D9B-60F673A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DC203C88-B69C-4115-BA78-A6C6CC64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9554EBAA-1E7B-498B-BD06-D6F0C2C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4B7B7A91-E124-46A5-9A35-F645A49C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EA43029A-F777-4E73-88B2-F1DDE81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595A7E65-B002-4ECE-84BF-8FA25170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6E85F5E8-6ABD-4CE6-A315-91A6ADD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F09F6FDA-3263-4800-A0D2-150D847A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5FC1069A-17A5-44B6-B500-B5D66273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测试多数量与多形态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表现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F1DDB104-9E01-47CA-9A8A-BE0C58D4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用户确认入库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12D82DDA-B70A-4BA1-85E0-902A734B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7BA4F158-897E-4749-B3AC-42B0142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2334C2C6-6FDD-4F89-8787-F89F8890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E1F749E6-C60A-4629-9C19-76FE85D8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6EA25303-26E5-409E-94A9-04C1CF5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04866113-0FD0-4685-A98A-1DF89466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200586A3-E2B6-48D0-846F-B3327BD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2E7A340C-42F1-45D6-B362-84DDFF2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确认后进入正式资产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D6CA664-1409-4FD9-BE09-AECFDD47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95004ACD-D851-47D9-9C9E-CC222BDB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8EF"/>
            </a:solidFill>
            <a:prstDash val="dash"/>
          </a:ln>
        </p:spPr>
      </p:sp>
      <p:sp>
        <p:nvSpPr>
          <p:cNvPr id="17" name="radial-spoke-1">
            <a:extLst xmlns:a="http://schemas.openxmlformats.org/drawingml/2006/main">
              <a:ext uri="{FF2B5EF4-FFF2-40B4-BE49-F238E27FC236}">
                <a16:creationId xmlns:a16="http://schemas.microsoft.com/office/drawing/2014/main" id="{0D36565A-F0B1-4FD1-B6A0-7D559326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28900"/>
            <a:ext cx="19050" cy="495300"/>
          </a:xfrm>
          <a:custGeom xmlns:a="http://schemas.openxmlformats.org/drawingml/2006/main">
            <a:pathLst>
              <a:path w="19050" h="495300">
                <a:moveTo>
                  <a:pt x="0" y="495300"/>
                </a:moveTo>
                <a:lnTo>
                  <a:pt x="2296" y="479927"/>
                </a:lnTo>
                <a:lnTo>
                  <a:pt x="4439" y="464544"/>
                </a:lnTo>
                <a:lnTo>
                  <a:pt x="6439" y="449132"/>
                </a:lnTo>
                <a:lnTo>
                  <a:pt x="8296" y="433702"/>
                </a:lnTo>
                <a:lnTo>
                  <a:pt x="10011" y="418262"/>
                </a:lnTo>
                <a:lnTo>
                  <a:pt x="11573" y="402803"/>
                </a:lnTo>
                <a:lnTo>
                  <a:pt x="12992" y="387325"/>
                </a:lnTo>
                <a:lnTo>
                  <a:pt x="14259" y="371837"/>
                </a:lnTo>
                <a:lnTo>
                  <a:pt x="15383" y="356340"/>
                </a:lnTo>
                <a:lnTo>
                  <a:pt x="16354" y="340833"/>
                </a:lnTo>
                <a:lnTo>
                  <a:pt x="17174" y="325317"/>
                </a:lnTo>
                <a:lnTo>
                  <a:pt x="17850" y="309791"/>
                </a:lnTo>
                <a:lnTo>
                  <a:pt x="18374" y="294256"/>
                </a:lnTo>
                <a:lnTo>
                  <a:pt x="18755" y="278730"/>
                </a:lnTo>
                <a:lnTo>
                  <a:pt x="18974" y="263185"/>
                </a:lnTo>
                <a:lnTo>
                  <a:pt x="19050" y="247650"/>
                </a:lnTo>
                <a:lnTo>
                  <a:pt x="18974" y="232115"/>
                </a:lnTo>
                <a:lnTo>
                  <a:pt x="18755" y="216570"/>
                </a:lnTo>
                <a:lnTo>
                  <a:pt x="18374" y="201044"/>
                </a:lnTo>
                <a:lnTo>
                  <a:pt x="17850" y="185509"/>
                </a:lnTo>
                <a:lnTo>
                  <a:pt x="17174" y="169983"/>
                </a:lnTo>
                <a:lnTo>
                  <a:pt x="16354" y="154467"/>
                </a:lnTo>
                <a:lnTo>
                  <a:pt x="15383" y="138960"/>
                </a:lnTo>
                <a:lnTo>
                  <a:pt x="14259" y="123463"/>
                </a:lnTo>
                <a:lnTo>
                  <a:pt x="12992" y="107975"/>
                </a:lnTo>
                <a:lnTo>
                  <a:pt x="11573" y="92497"/>
                </a:lnTo>
                <a:lnTo>
                  <a:pt x="10011" y="77038"/>
                </a:lnTo>
                <a:lnTo>
                  <a:pt x="8296" y="61598"/>
                </a:lnTo>
                <a:lnTo>
                  <a:pt x="6439" y="46168"/>
                </a:lnTo>
                <a:lnTo>
                  <a:pt x="4439" y="30756"/>
                </a:lnTo>
                <a:lnTo>
                  <a:pt x="2296" y="153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28577D">
                <a:alpha val="96000"/>
              </a:srgbClr>
            </a:solidFill>
            <a:prstDash val="solid"/>
          </a:ln>
        </p:spPr>
      </p:sp>
      <p:sp>
        <p:nvSpPr>
          <p:cNvPr id="18" name="radial-joint-halo-1">
            <a:extLst xmlns:a="http://schemas.openxmlformats.org/drawingml/2006/main">
              <a:ext uri="{FF2B5EF4-FFF2-40B4-BE49-F238E27FC236}">
                <a16:creationId xmlns:a16="http://schemas.microsoft.com/office/drawing/2014/main" id="{D874CF43-B5D4-441A-AA9E-1662C9A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radial-joint-1">
            <a:extLst xmlns:a="http://schemas.openxmlformats.org/drawingml/2006/main">
              <a:ext uri="{FF2B5EF4-FFF2-40B4-BE49-F238E27FC236}">
                <a16:creationId xmlns:a16="http://schemas.microsoft.com/office/drawing/2014/main" id="{D9E9A149-DFE7-4DC6-BAA5-DA85A51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0" name="radial-spoke-2">
            <a:extLst xmlns:a="http://schemas.openxmlformats.org/drawingml/2006/main">
              <a:ext uri="{FF2B5EF4-FFF2-40B4-BE49-F238E27FC236}">
                <a16:creationId xmlns:a16="http://schemas.microsoft.com/office/drawing/2014/main" id="{F28E1C00-67CA-451A-AB4B-B32D7C5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6598" y="3068003"/>
            <a:ext cx="1664970" cy="541020"/>
          </a:xfrm>
          <a:custGeom xmlns:a="http://schemas.openxmlformats.org/drawingml/2006/main">
            <a:pathLst>
              <a:path w="1664970" h="541020">
                <a:moveTo>
                  <a:pt x="0" y="541020"/>
                </a:moveTo>
                <a:lnTo>
                  <a:pt x="18640" y="537915"/>
                </a:lnTo>
                <a:lnTo>
                  <a:pt x="37271" y="534762"/>
                </a:lnTo>
                <a:lnTo>
                  <a:pt x="55893" y="531543"/>
                </a:lnTo>
                <a:lnTo>
                  <a:pt x="74505" y="528257"/>
                </a:lnTo>
                <a:lnTo>
                  <a:pt x="93097" y="524923"/>
                </a:lnTo>
                <a:lnTo>
                  <a:pt x="111690" y="521532"/>
                </a:lnTo>
                <a:lnTo>
                  <a:pt x="130264" y="518074"/>
                </a:lnTo>
                <a:lnTo>
                  <a:pt x="148838" y="514560"/>
                </a:lnTo>
                <a:lnTo>
                  <a:pt x="167392" y="510978"/>
                </a:lnTo>
                <a:lnTo>
                  <a:pt x="185938" y="507349"/>
                </a:lnTo>
                <a:lnTo>
                  <a:pt x="204464" y="503653"/>
                </a:lnTo>
                <a:lnTo>
                  <a:pt x="222990" y="499901"/>
                </a:lnTo>
                <a:lnTo>
                  <a:pt x="241497" y="496081"/>
                </a:lnTo>
                <a:lnTo>
                  <a:pt x="259985" y="492214"/>
                </a:lnTo>
                <a:lnTo>
                  <a:pt x="278473" y="488280"/>
                </a:lnTo>
                <a:lnTo>
                  <a:pt x="296942" y="484289"/>
                </a:lnTo>
                <a:lnTo>
                  <a:pt x="315401" y="480231"/>
                </a:lnTo>
                <a:lnTo>
                  <a:pt x="333842" y="476117"/>
                </a:lnTo>
                <a:lnTo>
                  <a:pt x="352273" y="471945"/>
                </a:lnTo>
                <a:lnTo>
                  <a:pt x="370694" y="467716"/>
                </a:lnTo>
                <a:lnTo>
                  <a:pt x="389096" y="463420"/>
                </a:lnTo>
                <a:lnTo>
                  <a:pt x="407480" y="459076"/>
                </a:lnTo>
                <a:lnTo>
                  <a:pt x="425853" y="454657"/>
                </a:lnTo>
                <a:lnTo>
                  <a:pt x="444217" y="450190"/>
                </a:lnTo>
                <a:lnTo>
                  <a:pt x="462563" y="445656"/>
                </a:lnTo>
                <a:lnTo>
                  <a:pt x="480889" y="441065"/>
                </a:lnTo>
                <a:lnTo>
                  <a:pt x="499205" y="436416"/>
                </a:lnTo>
                <a:lnTo>
                  <a:pt x="517503" y="431702"/>
                </a:lnTo>
                <a:lnTo>
                  <a:pt x="535791" y="426939"/>
                </a:lnTo>
                <a:lnTo>
                  <a:pt x="554060" y="422110"/>
                </a:lnTo>
                <a:lnTo>
                  <a:pt x="572319" y="417214"/>
                </a:lnTo>
                <a:lnTo>
                  <a:pt x="590550" y="412271"/>
                </a:lnTo>
                <a:lnTo>
                  <a:pt x="608771" y="407260"/>
                </a:lnTo>
                <a:lnTo>
                  <a:pt x="626974" y="402193"/>
                </a:lnTo>
                <a:lnTo>
                  <a:pt x="645166" y="397059"/>
                </a:lnTo>
                <a:lnTo>
                  <a:pt x="663331" y="391878"/>
                </a:lnTo>
                <a:lnTo>
                  <a:pt x="681485" y="386629"/>
                </a:lnTo>
                <a:lnTo>
                  <a:pt x="699621" y="381324"/>
                </a:lnTo>
                <a:lnTo>
                  <a:pt x="717747" y="375952"/>
                </a:lnTo>
                <a:lnTo>
                  <a:pt x="735844" y="370532"/>
                </a:lnTo>
                <a:lnTo>
                  <a:pt x="753923" y="365046"/>
                </a:lnTo>
                <a:lnTo>
                  <a:pt x="771992" y="359502"/>
                </a:lnTo>
                <a:lnTo>
                  <a:pt x="790042" y="353901"/>
                </a:lnTo>
                <a:lnTo>
                  <a:pt x="808063" y="348234"/>
                </a:lnTo>
                <a:lnTo>
                  <a:pt x="826075" y="342509"/>
                </a:lnTo>
                <a:lnTo>
                  <a:pt x="844067" y="336728"/>
                </a:lnTo>
                <a:lnTo>
                  <a:pt x="862041" y="330889"/>
                </a:lnTo>
                <a:lnTo>
                  <a:pt x="879996" y="324993"/>
                </a:lnTo>
                <a:lnTo>
                  <a:pt x="897922" y="319030"/>
                </a:lnTo>
                <a:lnTo>
                  <a:pt x="915838" y="313020"/>
                </a:lnTo>
                <a:lnTo>
                  <a:pt x="933726" y="306943"/>
                </a:lnTo>
                <a:lnTo>
                  <a:pt x="951605" y="300809"/>
                </a:lnTo>
                <a:lnTo>
                  <a:pt x="969455" y="294618"/>
                </a:lnTo>
                <a:lnTo>
                  <a:pt x="987285" y="288360"/>
                </a:lnTo>
                <a:lnTo>
                  <a:pt x="1005107" y="282054"/>
                </a:lnTo>
                <a:lnTo>
                  <a:pt x="1022890" y="275682"/>
                </a:lnTo>
                <a:lnTo>
                  <a:pt x="1040663" y="269253"/>
                </a:lnTo>
                <a:lnTo>
                  <a:pt x="1058418" y="262776"/>
                </a:lnTo>
                <a:lnTo>
                  <a:pt x="1076144" y="256232"/>
                </a:lnTo>
                <a:lnTo>
                  <a:pt x="1093851" y="249631"/>
                </a:lnTo>
                <a:lnTo>
                  <a:pt x="1111529" y="242973"/>
                </a:lnTo>
                <a:lnTo>
                  <a:pt x="1129189" y="236249"/>
                </a:lnTo>
                <a:lnTo>
                  <a:pt x="1146839" y="229476"/>
                </a:lnTo>
                <a:lnTo>
                  <a:pt x="1164450" y="222647"/>
                </a:lnTo>
                <a:lnTo>
                  <a:pt x="1182053" y="215760"/>
                </a:lnTo>
                <a:lnTo>
                  <a:pt x="1199626" y="208817"/>
                </a:lnTo>
                <a:lnTo>
                  <a:pt x="1217171" y="201806"/>
                </a:lnTo>
                <a:lnTo>
                  <a:pt x="1234697" y="194748"/>
                </a:lnTo>
                <a:lnTo>
                  <a:pt x="1252204" y="187633"/>
                </a:lnTo>
                <a:lnTo>
                  <a:pt x="1269683" y="180451"/>
                </a:lnTo>
                <a:lnTo>
                  <a:pt x="1287142" y="173222"/>
                </a:lnTo>
                <a:lnTo>
                  <a:pt x="1304582" y="165935"/>
                </a:lnTo>
                <a:lnTo>
                  <a:pt x="1321984" y="158582"/>
                </a:lnTo>
                <a:lnTo>
                  <a:pt x="1339377" y="151181"/>
                </a:lnTo>
                <a:lnTo>
                  <a:pt x="1356741" y="143723"/>
                </a:lnTo>
                <a:lnTo>
                  <a:pt x="1374077" y="136208"/>
                </a:lnTo>
                <a:lnTo>
                  <a:pt x="1391393" y="128645"/>
                </a:lnTo>
                <a:lnTo>
                  <a:pt x="1408681" y="121015"/>
                </a:lnTo>
                <a:lnTo>
                  <a:pt x="1425940" y="113328"/>
                </a:lnTo>
                <a:lnTo>
                  <a:pt x="1443180" y="105594"/>
                </a:lnTo>
                <a:lnTo>
                  <a:pt x="1460402" y="97793"/>
                </a:lnTo>
                <a:lnTo>
                  <a:pt x="1477585" y="89954"/>
                </a:lnTo>
                <a:lnTo>
                  <a:pt x="1494749" y="82048"/>
                </a:lnTo>
                <a:lnTo>
                  <a:pt x="1511894" y="74085"/>
                </a:lnTo>
                <a:lnTo>
                  <a:pt x="1529001" y="66075"/>
                </a:lnTo>
                <a:lnTo>
                  <a:pt x="1546088" y="57998"/>
                </a:lnTo>
                <a:lnTo>
                  <a:pt x="1563157" y="49882"/>
                </a:lnTo>
                <a:lnTo>
                  <a:pt x="1580188" y="41700"/>
                </a:lnTo>
                <a:lnTo>
                  <a:pt x="1597200" y="33471"/>
                </a:lnTo>
                <a:lnTo>
                  <a:pt x="1614183" y="25184"/>
                </a:lnTo>
                <a:lnTo>
                  <a:pt x="1631137" y="16840"/>
                </a:lnTo>
                <a:lnTo>
                  <a:pt x="1648063" y="8449"/>
                </a:lnTo>
                <a:lnTo>
                  <a:pt x="16649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35688F">
                <a:alpha val="96000"/>
              </a:srgbClr>
            </a:solidFill>
            <a:prstDash val="solid"/>
          </a:ln>
        </p:spPr>
      </p:sp>
      <p:sp>
        <p:nvSpPr>
          <p:cNvPr id="21" name="radial-joint-halo-2">
            <a:extLst xmlns:a="http://schemas.openxmlformats.org/drawingml/2006/main">
              <a:ext uri="{FF2B5EF4-FFF2-40B4-BE49-F238E27FC236}">
                <a16:creationId xmlns:a16="http://schemas.microsoft.com/office/drawing/2014/main" id="{292E5395-586E-434B-AC95-0D35F3E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0593" y="288702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radial-joint-2">
            <a:extLst xmlns:a="http://schemas.openxmlformats.org/drawingml/2006/main">
              <a:ext uri="{FF2B5EF4-FFF2-40B4-BE49-F238E27FC236}">
                <a16:creationId xmlns:a16="http://schemas.microsoft.com/office/drawing/2014/main" id="{4C8D2C4A-4DB5-418E-95ED-758C2E23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7743" y="294417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3" name="radial-spoke-3">
            <a:extLst xmlns:a="http://schemas.openxmlformats.org/drawingml/2006/main">
              <a:ext uri="{FF2B5EF4-FFF2-40B4-BE49-F238E27FC236}">
                <a16:creationId xmlns:a16="http://schemas.microsoft.com/office/drawing/2014/main" id="{39119AE4-CFEE-4C77-B58B-952A16FC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4635" y="4624388"/>
            <a:ext cx="455295" cy="626745"/>
          </a:xfrm>
          <a:custGeom xmlns:a="http://schemas.openxmlformats.org/drawingml/2006/main">
            <a:pathLst>
              <a:path w="455295" h="626745">
                <a:moveTo>
                  <a:pt x="0" y="0"/>
                </a:moveTo>
                <a:lnTo>
                  <a:pt x="5639" y="17936"/>
                </a:lnTo>
                <a:lnTo>
                  <a:pt x="11535" y="35785"/>
                </a:lnTo>
                <a:lnTo>
                  <a:pt x="17688" y="53550"/>
                </a:lnTo>
                <a:lnTo>
                  <a:pt x="24098" y="71228"/>
                </a:lnTo>
                <a:lnTo>
                  <a:pt x="30775" y="88802"/>
                </a:lnTo>
                <a:lnTo>
                  <a:pt x="37709" y="106270"/>
                </a:lnTo>
                <a:lnTo>
                  <a:pt x="44920" y="123635"/>
                </a:lnTo>
                <a:lnTo>
                  <a:pt x="52388" y="140894"/>
                </a:lnTo>
                <a:lnTo>
                  <a:pt x="60131" y="158029"/>
                </a:lnTo>
                <a:lnTo>
                  <a:pt x="68132" y="175031"/>
                </a:lnTo>
                <a:lnTo>
                  <a:pt x="76410" y="191910"/>
                </a:lnTo>
                <a:lnTo>
                  <a:pt x="84963" y="208664"/>
                </a:lnTo>
                <a:lnTo>
                  <a:pt x="93774" y="225266"/>
                </a:lnTo>
                <a:lnTo>
                  <a:pt x="102860" y="241725"/>
                </a:lnTo>
                <a:lnTo>
                  <a:pt x="112214" y="258032"/>
                </a:lnTo>
                <a:lnTo>
                  <a:pt x="121825" y="274187"/>
                </a:lnTo>
                <a:lnTo>
                  <a:pt x="131712" y="290179"/>
                </a:lnTo>
                <a:lnTo>
                  <a:pt x="141856" y="306010"/>
                </a:lnTo>
                <a:lnTo>
                  <a:pt x="152267" y="321669"/>
                </a:lnTo>
                <a:lnTo>
                  <a:pt x="162925" y="337147"/>
                </a:lnTo>
                <a:lnTo>
                  <a:pt x="173850" y="352454"/>
                </a:lnTo>
                <a:lnTo>
                  <a:pt x="185033" y="367570"/>
                </a:lnTo>
                <a:lnTo>
                  <a:pt x="196453" y="382495"/>
                </a:lnTo>
                <a:lnTo>
                  <a:pt x="208131" y="397231"/>
                </a:lnTo>
                <a:lnTo>
                  <a:pt x="220047" y="411775"/>
                </a:lnTo>
                <a:lnTo>
                  <a:pt x="232200" y="426120"/>
                </a:lnTo>
                <a:lnTo>
                  <a:pt x="244592" y="440255"/>
                </a:lnTo>
                <a:lnTo>
                  <a:pt x="257213" y="454190"/>
                </a:lnTo>
                <a:lnTo>
                  <a:pt x="270062" y="467916"/>
                </a:lnTo>
                <a:lnTo>
                  <a:pt x="283121" y="481432"/>
                </a:lnTo>
                <a:lnTo>
                  <a:pt x="296408" y="494738"/>
                </a:lnTo>
                <a:lnTo>
                  <a:pt x="309905" y="507835"/>
                </a:lnTo>
                <a:lnTo>
                  <a:pt x="323602" y="520703"/>
                </a:lnTo>
                <a:lnTo>
                  <a:pt x="337509" y="533362"/>
                </a:lnTo>
                <a:lnTo>
                  <a:pt x="351606" y="545802"/>
                </a:lnTo>
                <a:lnTo>
                  <a:pt x="365893" y="558022"/>
                </a:lnTo>
                <a:lnTo>
                  <a:pt x="380362" y="570024"/>
                </a:lnTo>
                <a:lnTo>
                  <a:pt x="395011" y="581806"/>
                </a:lnTo>
                <a:lnTo>
                  <a:pt x="409832" y="593369"/>
                </a:lnTo>
                <a:lnTo>
                  <a:pt x="424825" y="604714"/>
                </a:lnTo>
                <a:lnTo>
                  <a:pt x="439979" y="615839"/>
                </a:lnTo>
                <a:lnTo>
                  <a:pt x="455295" y="626745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77B9F">
                <a:alpha val="96000"/>
              </a:srgbClr>
            </a:solidFill>
            <a:prstDash val="solid"/>
          </a:ln>
        </p:spPr>
      </p:sp>
      <p:sp>
        <p:nvSpPr>
          <p:cNvPr id="24" name="radial-joint-halo-3">
            <a:extLst xmlns:a="http://schemas.openxmlformats.org/drawingml/2006/main">
              <a:ext uri="{FF2B5EF4-FFF2-40B4-BE49-F238E27FC236}">
                <a16:creationId xmlns:a16="http://schemas.microsoft.com/office/drawing/2014/main" id="{2D72F048-2CA1-4A66-8F58-7ACF48D2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8955" y="507015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radial-joint-3">
            <a:extLst xmlns:a="http://schemas.openxmlformats.org/drawingml/2006/main">
              <a:ext uri="{FF2B5EF4-FFF2-40B4-BE49-F238E27FC236}">
                <a16:creationId xmlns:a16="http://schemas.microsoft.com/office/drawing/2014/main" id="{367AE87C-652A-4F3B-893E-6086958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105" y="512730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6" name="radial-spoke-4">
            <a:extLst xmlns:a="http://schemas.openxmlformats.org/drawingml/2006/main">
              <a:ext uri="{FF2B5EF4-FFF2-40B4-BE49-F238E27FC236}">
                <a16:creationId xmlns:a16="http://schemas.microsoft.com/office/drawing/2014/main" id="{F2D24892-7BD0-416B-8990-0013158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070" y="4624388"/>
            <a:ext cx="455295" cy="626745"/>
          </a:xfrm>
          <a:custGeom xmlns:a="http://schemas.openxmlformats.org/drawingml/2006/main">
            <a:pathLst>
              <a:path w="455295" h="626745">
                <a:moveTo>
                  <a:pt x="455295" y="0"/>
                </a:moveTo>
                <a:lnTo>
                  <a:pt x="439979" y="10906"/>
                </a:lnTo>
                <a:lnTo>
                  <a:pt x="424825" y="22031"/>
                </a:lnTo>
                <a:lnTo>
                  <a:pt x="409832" y="33376"/>
                </a:lnTo>
                <a:lnTo>
                  <a:pt x="395011" y="44939"/>
                </a:lnTo>
                <a:lnTo>
                  <a:pt x="380362" y="56721"/>
                </a:lnTo>
                <a:lnTo>
                  <a:pt x="365893" y="68723"/>
                </a:lnTo>
                <a:lnTo>
                  <a:pt x="351606" y="80943"/>
                </a:lnTo>
                <a:lnTo>
                  <a:pt x="337509" y="93383"/>
                </a:lnTo>
                <a:lnTo>
                  <a:pt x="323602" y="106042"/>
                </a:lnTo>
                <a:lnTo>
                  <a:pt x="309905" y="118910"/>
                </a:lnTo>
                <a:lnTo>
                  <a:pt x="296408" y="132007"/>
                </a:lnTo>
                <a:lnTo>
                  <a:pt x="283121" y="145313"/>
                </a:lnTo>
                <a:lnTo>
                  <a:pt x="270062" y="158829"/>
                </a:lnTo>
                <a:lnTo>
                  <a:pt x="257213" y="172555"/>
                </a:lnTo>
                <a:lnTo>
                  <a:pt x="244592" y="186490"/>
                </a:lnTo>
                <a:lnTo>
                  <a:pt x="232200" y="200625"/>
                </a:lnTo>
                <a:lnTo>
                  <a:pt x="220047" y="214970"/>
                </a:lnTo>
                <a:lnTo>
                  <a:pt x="208131" y="229514"/>
                </a:lnTo>
                <a:lnTo>
                  <a:pt x="196453" y="244250"/>
                </a:lnTo>
                <a:lnTo>
                  <a:pt x="185033" y="259175"/>
                </a:lnTo>
                <a:lnTo>
                  <a:pt x="173850" y="274291"/>
                </a:lnTo>
                <a:lnTo>
                  <a:pt x="162925" y="289598"/>
                </a:lnTo>
                <a:lnTo>
                  <a:pt x="152267" y="305076"/>
                </a:lnTo>
                <a:lnTo>
                  <a:pt x="141856" y="320735"/>
                </a:lnTo>
                <a:lnTo>
                  <a:pt x="131712" y="336566"/>
                </a:lnTo>
                <a:lnTo>
                  <a:pt x="121825" y="352558"/>
                </a:lnTo>
                <a:lnTo>
                  <a:pt x="112214" y="368713"/>
                </a:lnTo>
                <a:lnTo>
                  <a:pt x="102860" y="385020"/>
                </a:lnTo>
                <a:lnTo>
                  <a:pt x="93774" y="401479"/>
                </a:lnTo>
                <a:lnTo>
                  <a:pt x="84963" y="418081"/>
                </a:lnTo>
                <a:lnTo>
                  <a:pt x="76410" y="434826"/>
                </a:lnTo>
                <a:lnTo>
                  <a:pt x="68132" y="451714"/>
                </a:lnTo>
                <a:lnTo>
                  <a:pt x="60131" y="468716"/>
                </a:lnTo>
                <a:lnTo>
                  <a:pt x="52388" y="485851"/>
                </a:lnTo>
                <a:lnTo>
                  <a:pt x="44920" y="503111"/>
                </a:lnTo>
                <a:lnTo>
                  <a:pt x="37709" y="520475"/>
                </a:lnTo>
                <a:lnTo>
                  <a:pt x="30775" y="537943"/>
                </a:lnTo>
                <a:lnTo>
                  <a:pt x="24098" y="555517"/>
                </a:lnTo>
                <a:lnTo>
                  <a:pt x="17688" y="573195"/>
                </a:lnTo>
                <a:lnTo>
                  <a:pt x="11535" y="590960"/>
                </a:lnTo>
                <a:lnTo>
                  <a:pt x="5639" y="608809"/>
                </a:lnTo>
                <a:lnTo>
                  <a:pt x="0" y="626745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5C8DAB">
                <a:alpha val="96000"/>
              </a:srgbClr>
            </a:solidFill>
            <a:prstDash val="solid"/>
          </a:ln>
        </p:spPr>
      </p:sp>
      <p:sp>
        <p:nvSpPr>
          <p:cNvPr id="27" name="radial-joint-halo-4">
            <a:extLst xmlns:a="http://schemas.openxmlformats.org/drawingml/2006/main">
              <a:ext uri="{FF2B5EF4-FFF2-40B4-BE49-F238E27FC236}">
                <a16:creationId xmlns:a16="http://schemas.microsoft.com/office/drawing/2014/main" id="{E0EFA5B3-E930-41B2-B491-2FE6AA2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1095" y="507015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radial-joint-4">
            <a:extLst xmlns:a="http://schemas.openxmlformats.org/drawingml/2006/main">
              <a:ext uri="{FF2B5EF4-FFF2-40B4-BE49-F238E27FC236}">
                <a16:creationId xmlns:a16="http://schemas.microsoft.com/office/drawing/2014/main" id="{A2BBE68A-5270-46E0-BFEA-C557C6B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8245" y="512730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9" name="radial-spoke-5">
            <a:extLst xmlns:a="http://schemas.openxmlformats.org/drawingml/2006/main">
              <a:ext uri="{FF2B5EF4-FFF2-40B4-BE49-F238E27FC236}">
                <a16:creationId xmlns:a16="http://schemas.microsoft.com/office/drawing/2014/main" id="{A42A7BB9-7EF5-4F1D-83C5-1279601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0433" y="3068003"/>
            <a:ext cx="1664970" cy="541020"/>
          </a:xfrm>
          <a:custGeom xmlns:a="http://schemas.openxmlformats.org/drawingml/2006/main">
            <a:pathLst>
              <a:path w="1664970" h="541020">
                <a:moveTo>
                  <a:pt x="1664970" y="541020"/>
                </a:moveTo>
                <a:lnTo>
                  <a:pt x="1648063" y="532571"/>
                </a:lnTo>
                <a:lnTo>
                  <a:pt x="1631137" y="524180"/>
                </a:lnTo>
                <a:lnTo>
                  <a:pt x="1614183" y="515836"/>
                </a:lnTo>
                <a:lnTo>
                  <a:pt x="1597200" y="507549"/>
                </a:lnTo>
                <a:lnTo>
                  <a:pt x="1580188" y="499320"/>
                </a:lnTo>
                <a:lnTo>
                  <a:pt x="1563157" y="491138"/>
                </a:lnTo>
                <a:lnTo>
                  <a:pt x="1546088" y="483022"/>
                </a:lnTo>
                <a:lnTo>
                  <a:pt x="1529001" y="474945"/>
                </a:lnTo>
                <a:lnTo>
                  <a:pt x="1511894" y="466935"/>
                </a:lnTo>
                <a:lnTo>
                  <a:pt x="1494749" y="458972"/>
                </a:lnTo>
                <a:lnTo>
                  <a:pt x="1477594" y="451066"/>
                </a:lnTo>
                <a:lnTo>
                  <a:pt x="1460402" y="443227"/>
                </a:lnTo>
                <a:lnTo>
                  <a:pt x="1443180" y="435426"/>
                </a:lnTo>
                <a:lnTo>
                  <a:pt x="1425950" y="427692"/>
                </a:lnTo>
                <a:lnTo>
                  <a:pt x="1408681" y="420005"/>
                </a:lnTo>
                <a:lnTo>
                  <a:pt x="1391393" y="412375"/>
                </a:lnTo>
                <a:lnTo>
                  <a:pt x="1374077" y="404813"/>
                </a:lnTo>
                <a:lnTo>
                  <a:pt x="1356741" y="397297"/>
                </a:lnTo>
                <a:lnTo>
                  <a:pt x="1339377" y="389839"/>
                </a:lnTo>
                <a:lnTo>
                  <a:pt x="1321994" y="382438"/>
                </a:lnTo>
                <a:lnTo>
                  <a:pt x="1304582" y="375085"/>
                </a:lnTo>
                <a:lnTo>
                  <a:pt x="1287142" y="367798"/>
                </a:lnTo>
                <a:lnTo>
                  <a:pt x="1269683" y="360569"/>
                </a:lnTo>
                <a:lnTo>
                  <a:pt x="1252204" y="353387"/>
                </a:lnTo>
                <a:lnTo>
                  <a:pt x="1234697" y="346272"/>
                </a:lnTo>
                <a:lnTo>
                  <a:pt x="1217171" y="339214"/>
                </a:lnTo>
                <a:lnTo>
                  <a:pt x="1199626" y="332203"/>
                </a:lnTo>
                <a:lnTo>
                  <a:pt x="1182053" y="325260"/>
                </a:lnTo>
                <a:lnTo>
                  <a:pt x="1164450" y="318373"/>
                </a:lnTo>
                <a:lnTo>
                  <a:pt x="1146839" y="311544"/>
                </a:lnTo>
                <a:lnTo>
                  <a:pt x="1129198" y="304771"/>
                </a:lnTo>
                <a:lnTo>
                  <a:pt x="1111529" y="298047"/>
                </a:lnTo>
                <a:lnTo>
                  <a:pt x="1093851" y="291389"/>
                </a:lnTo>
                <a:lnTo>
                  <a:pt x="1076144" y="284788"/>
                </a:lnTo>
                <a:lnTo>
                  <a:pt x="1058418" y="278244"/>
                </a:lnTo>
                <a:lnTo>
                  <a:pt x="1040663" y="271767"/>
                </a:lnTo>
                <a:lnTo>
                  <a:pt x="1022890" y="265338"/>
                </a:lnTo>
                <a:lnTo>
                  <a:pt x="1005107" y="258966"/>
                </a:lnTo>
                <a:lnTo>
                  <a:pt x="987285" y="252660"/>
                </a:lnTo>
                <a:lnTo>
                  <a:pt x="969455" y="246402"/>
                </a:lnTo>
                <a:lnTo>
                  <a:pt x="951605" y="240211"/>
                </a:lnTo>
                <a:lnTo>
                  <a:pt x="933736" y="234077"/>
                </a:lnTo>
                <a:lnTo>
                  <a:pt x="915838" y="228000"/>
                </a:lnTo>
                <a:lnTo>
                  <a:pt x="897922" y="221990"/>
                </a:lnTo>
                <a:lnTo>
                  <a:pt x="879996" y="216027"/>
                </a:lnTo>
                <a:lnTo>
                  <a:pt x="862041" y="210131"/>
                </a:lnTo>
                <a:lnTo>
                  <a:pt x="844067" y="204292"/>
                </a:lnTo>
                <a:lnTo>
                  <a:pt x="826075" y="198511"/>
                </a:lnTo>
                <a:lnTo>
                  <a:pt x="808063" y="192786"/>
                </a:lnTo>
                <a:lnTo>
                  <a:pt x="790042" y="187119"/>
                </a:lnTo>
                <a:lnTo>
                  <a:pt x="771992" y="181518"/>
                </a:lnTo>
                <a:lnTo>
                  <a:pt x="753923" y="175974"/>
                </a:lnTo>
                <a:lnTo>
                  <a:pt x="735844" y="170488"/>
                </a:lnTo>
                <a:lnTo>
                  <a:pt x="717747" y="165068"/>
                </a:lnTo>
                <a:lnTo>
                  <a:pt x="699621" y="159696"/>
                </a:lnTo>
                <a:lnTo>
                  <a:pt x="681485" y="154391"/>
                </a:lnTo>
                <a:lnTo>
                  <a:pt x="663331" y="149142"/>
                </a:lnTo>
                <a:lnTo>
                  <a:pt x="645166" y="143961"/>
                </a:lnTo>
                <a:lnTo>
                  <a:pt x="626974" y="138827"/>
                </a:lnTo>
                <a:lnTo>
                  <a:pt x="608771" y="133760"/>
                </a:lnTo>
                <a:lnTo>
                  <a:pt x="590550" y="128749"/>
                </a:lnTo>
                <a:lnTo>
                  <a:pt x="572319" y="123806"/>
                </a:lnTo>
                <a:lnTo>
                  <a:pt x="554060" y="118910"/>
                </a:lnTo>
                <a:lnTo>
                  <a:pt x="535791" y="114081"/>
                </a:lnTo>
                <a:lnTo>
                  <a:pt x="517512" y="109318"/>
                </a:lnTo>
                <a:lnTo>
                  <a:pt x="499205" y="104604"/>
                </a:lnTo>
                <a:lnTo>
                  <a:pt x="480889" y="99955"/>
                </a:lnTo>
                <a:lnTo>
                  <a:pt x="462563" y="95364"/>
                </a:lnTo>
                <a:lnTo>
                  <a:pt x="444217" y="90830"/>
                </a:lnTo>
                <a:lnTo>
                  <a:pt x="425853" y="86363"/>
                </a:lnTo>
                <a:lnTo>
                  <a:pt x="407480" y="81944"/>
                </a:lnTo>
                <a:lnTo>
                  <a:pt x="389096" y="77600"/>
                </a:lnTo>
                <a:lnTo>
                  <a:pt x="370694" y="73304"/>
                </a:lnTo>
                <a:lnTo>
                  <a:pt x="352273" y="69075"/>
                </a:lnTo>
                <a:lnTo>
                  <a:pt x="333842" y="64903"/>
                </a:lnTo>
                <a:lnTo>
                  <a:pt x="315401" y="60789"/>
                </a:lnTo>
                <a:lnTo>
                  <a:pt x="296942" y="56731"/>
                </a:lnTo>
                <a:lnTo>
                  <a:pt x="278473" y="52740"/>
                </a:lnTo>
                <a:lnTo>
                  <a:pt x="259985" y="48806"/>
                </a:lnTo>
                <a:lnTo>
                  <a:pt x="241497" y="44939"/>
                </a:lnTo>
                <a:lnTo>
                  <a:pt x="222990" y="41119"/>
                </a:lnTo>
                <a:lnTo>
                  <a:pt x="204464" y="37367"/>
                </a:lnTo>
                <a:lnTo>
                  <a:pt x="185938" y="33671"/>
                </a:lnTo>
                <a:lnTo>
                  <a:pt x="167392" y="30042"/>
                </a:lnTo>
                <a:lnTo>
                  <a:pt x="148838" y="26460"/>
                </a:lnTo>
                <a:lnTo>
                  <a:pt x="130264" y="22946"/>
                </a:lnTo>
                <a:lnTo>
                  <a:pt x="111690" y="19488"/>
                </a:lnTo>
                <a:lnTo>
                  <a:pt x="93097" y="16097"/>
                </a:lnTo>
                <a:lnTo>
                  <a:pt x="74505" y="12764"/>
                </a:lnTo>
                <a:lnTo>
                  <a:pt x="55893" y="9477"/>
                </a:lnTo>
                <a:lnTo>
                  <a:pt x="37271" y="6258"/>
                </a:lnTo>
                <a:lnTo>
                  <a:pt x="18640" y="310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78A3BD">
                <a:alpha val="96000"/>
              </a:srgbClr>
            </a:solidFill>
            <a:prstDash val="solid"/>
          </a:ln>
        </p:spPr>
      </p:sp>
      <p:sp>
        <p:nvSpPr>
          <p:cNvPr id="30" name="radial-joint-halo-5">
            <a:extLst xmlns:a="http://schemas.openxmlformats.org/drawingml/2006/main">
              <a:ext uri="{FF2B5EF4-FFF2-40B4-BE49-F238E27FC236}">
                <a16:creationId xmlns:a16="http://schemas.microsoft.com/office/drawing/2014/main" id="{024A5B7C-A21F-4725-84AE-4135FB4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9458" y="288702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radial-joint-5">
            <a:extLst xmlns:a="http://schemas.openxmlformats.org/drawingml/2006/main">
              <a:ext uri="{FF2B5EF4-FFF2-40B4-BE49-F238E27FC236}">
                <a16:creationId xmlns:a16="http://schemas.microsoft.com/office/drawing/2014/main" id="{7289C01F-AC26-4F26-91D4-5E25F90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6608" y="294417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2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FBC93278-C6EF-421E-9AE7-E440E61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4"/>
          </a:solidFill>
          <a:ln xmlns:a="http://schemas.openxmlformats.org/drawingml/2006/main" w="9525">
            <a:solidFill>
              <a:srgbClr val="D0E0E9"/>
            </a:solidFill>
            <a:prstDash val="solid"/>
          </a:ln>
        </p:spPr>
      </p:sp>
      <p:sp>
        <p:nvSpPr>
          <p:cNvPr id="33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C07AF9BD-05D1-48B7-BD8A-532839F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B6C7"/>
            </a:solidFill>
            <a:prstDash val="solid"/>
          </a:ln>
        </p:spPr>
      </p:sp>
      <p:sp>
        <p:nvSpPr>
          <p:cNvPr id="34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697B0620-3CA2-4AD9-8371-8C08650E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A54B5CCA-65B1-44B0-8DAA-90D67B56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06428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经验积累</a:t>
            </a:r>
          </a:p>
        </p:txBody>
      </p:sp>
      <p:sp>
        <p:nvSpPr>
          <p:cNvPr id="36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8E3CDC2A-8F17-4B42-956B-CE6C4A9E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44A19128-DDD9-4005-AEC6-F51416E3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1003" y="2677420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456DD9EB-7347-4FB6-BE01-971CB055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366" y="4860579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D081303F-26CF-44F9-9B4E-5098D4D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691" y="4860579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948A042E-A35A-4BC1-9F61-3554E4F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54" y="2677420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3797A045-4788-48B5-BFF1-A3331C2E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49C22FE9-A61D-4E15-AF63-635D705F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1003" y="267742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87585659-4125-4B6B-A397-E9E6424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366" y="4860579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19411AFF-8F5B-4917-9FCD-0B35D541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4391" y="4860579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D84BC326-5B6D-40CC-81A5-C232DEB6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2754" y="267742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980BA01B-110B-4734-9199-E2175865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rPr>
              <a:t>内容适合什么表达</a:t>
            </a:r>
          </a:p>
        </p:txBody>
      </p:sp>
      <p:sp>
        <p:nvSpPr>
          <p:cNvPr id="47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4A802CE6-F791-4BCB-B5B2-D0BE9EA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判断内容与表达形式匹配</a:t>
            </a:r>
          </a:p>
        </p:txBody>
      </p:sp>
      <p:sp>
        <p:nvSpPr>
          <p:cNvPr id="48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6331B3B0-20E4-42B1-82B9-8E67A314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3878" y="2845003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rPr>
              <a:t>版式处理内容量</a:t>
            </a:r>
          </a:p>
        </p:txBody>
      </p:sp>
      <p:sp>
        <p:nvSpPr>
          <p:cNvPr id="49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8982B1D5-1C45-4A61-8D72-FB890EAA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3878" y="3104855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明确一个版式能承载的内容量</a:t>
            </a:r>
          </a:p>
        </p:txBody>
      </p:sp>
      <p:sp>
        <p:nvSpPr>
          <p:cNvPr id="50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E0D967DB-B568-4D05-8539-D2A1C87F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2241" y="5028162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rPr>
              <a:t>数量变化重排</a:t>
            </a:r>
          </a:p>
        </p:txBody>
      </p:sp>
      <p:sp>
        <p:nvSpPr>
          <p:cNvPr id="51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C263891F-3F29-42F2-8995-8ADB0B19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2241" y="5288013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数量变化时重新排布版式</a:t>
            </a:r>
          </a:p>
        </p:txBody>
      </p:sp>
      <p:sp>
        <p:nvSpPr>
          <p:cNvPr id="52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DF80AC59-B270-4DDB-961A-444A868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8416" y="4935293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rPr>
              <a:t>超边界处理</a:t>
            </a:r>
          </a:p>
        </p:txBody>
      </p:sp>
      <p:sp>
        <p:nvSpPr>
          <p:cNvPr id="53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3C81077C-00BC-4304-80C0-3D71415C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8416" y="5195145"/>
            <a:ext cx="1981200" cy="371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换样式、拆页或退化为简单排</a:t>
            </a:r>
          </a:p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版</a:t>
            </a:r>
          </a:p>
        </p:txBody>
      </p:sp>
      <p:sp>
        <p:nvSpPr>
          <p:cNvPr id="54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808C5748-D800-43A1-AB0D-6588815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779" y="2845003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rPr>
              <a:t>不可用结构</a:t>
            </a:r>
          </a:p>
        </p:txBody>
      </p:sp>
      <p:sp>
        <p:nvSpPr>
          <p:cNvPr id="55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A32E9C04-DBF0-463C-9CC9-838B1B9E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779" y="3104855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能画出来但不应使用的结构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8B4DF60-9818-43FF-9CD9-EEB4FB6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DA1E7A67-1A7E-498B-833F-7C4215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B90FD5CC-7D61-4BCD-831E-66595EB1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38C7F0A1-1F53-4451-B7AE-037E773D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632E0230-4503-4C2A-AA88-0162301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D00504E6-3ECB-4BE9-96A5-6C0A7CB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D3FE23B4-9EB8-43A1-AEC4-ADECEFBA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28B3C868-443A-499A-9C90-3B4DB128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C19D9B2E-0533-4CC8-943B-9B1DD9D4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7A73D68C-0BAB-4B54-998B-88D65F04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1FD07712-0990-44E6-A48A-4B20E80D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915220EB-E04B-4B3E-9B27-3697E3BD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第一个正式落地场景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D9B69A46-5B3B-4BB9-99A5-0B93C51F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其他学校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E052F2B7-DE8C-4B2F-B2A5-004B70E5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72641615-647C-4114-AF60-287C4D29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2E59DC15-D082-47F2-A967-0E171BB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0478CC6F-A021-49C6-983A-DA7B10A7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91B563A1-7ABB-4200-BF1C-52E5B9CC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480B58F0-D197-4A28-B46E-D81CB46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4C661783-7BE7-4D78-B060-9A40565A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FD336A19-14FC-4C0D-A4A3-52E3A73D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扩展服务对象之一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71048E88-E0C3-45E0-9432-E849CAEC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科研院所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3DAE671D-8CD8-4B61-B647-A14880D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02150C27-5002-4450-97DD-BB8FAD02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778FA8F9-2503-4A8F-9649-315F769B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677DC287-647A-4424-965E-566D518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46332AD5-C627-47B2-B242-5A34180E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62B39EB0-A900-4A5D-861D-341A832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404701FE-CBE0-4F7D-A4AE-8EE5B4D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EC48A955-4C47-4E11-AE54-369C757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适合标准化汇报场景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2B9333D4-5EAF-4C6E-9DED-A74FFBFA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实验室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5AEE6201-E15E-431E-B7EC-2B8A3B61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1A607D66-AB08-42D9-B358-E7E90301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6088E5DB-0787-402D-9C32-82B86001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3092040E-4CF5-49F2-9EB0-F769441A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F9FC3002-7C4F-464F-BC8E-E2242255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E1E344CA-3026-4716-9EB2-A5A7F699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BCAE54E0-4299-46BE-97F8-F9FCEBCE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B8E35341-E631-420E-B752-2BC84C6D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需要持续汇报的团队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39DABFB4-E392-4661-B770-2DD7F48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企业与团队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AA2C6231-7AD6-48B2-905B-88794B27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B1C25844-2AF8-4DFE-A235-D214C375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29E5BD44-5ED2-4612-92B8-0AEC57CC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AEB2FE51-5004-41C9-800B-BFA9316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AA087083-A79A-4A6B-8FCC-436AA608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C3224384-BFFD-42AA-8E0D-B86D91C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D6E7CBBB-06AF-48BF-BEFD-1A9ABB4F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A269241F-8B84-4341-AE1F-FB70CEC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可复用长期表达风格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55238DE-25FC-406B-B148-3155D34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63A2B5C1-DEAB-434E-A6A0-01AF429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4D4D6460-32A0-43AD-8892-3DAFCE97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29571019-D7A8-4347-9C3C-53F409D0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1A957AC9-FD9D-4F3E-8B39-1E9909C2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1A6C6BF7-67B6-4D9B-A05C-F2B0635B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1793c97414baa">
            <a:extLst>
              <a:ext uri="{96DAC541-7B7A-43D3-8B79-37D633B846F1}">
                <asvg:svgBlip xmlns:asvg="http://schemas.microsoft.com/office/drawing/2016/SVG/main" r:embed="R9858cc6db56a46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B50485B1-8FC1-4739-B976-7F49310B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 帮我们读稿子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58C8B48A-0F93-4770-BC47-8783BB50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188ACBC7-EF4A-4FED-A77E-F23AB71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 AI 承担阅读理解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C4E613AF-0B53-4012-AC43-2C2064C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95405957-1E54-4644-AF9D-EB609EBD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97A2F9F9-2C0D-495E-80AD-34067A4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F9A1B191-0852-4AA7-958C-D1D0908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511C0869-C06E-490C-A92B-315BEE0F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8af7148464bb9">
            <a:extLst>
              <a:ext uri="{96DAC541-7B7A-43D3-8B79-37D633B846F1}">
                <asvg:svgBlip xmlns:asvg="http://schemas.microsoft.com/office/drawing/2016/SVG/main" r:embed="R983e3d891d5b42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169E3A60-640A-425C-B424-4EEC920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38500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规则帮我们做判断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5D200EB8-29AA-4119-922A-6272A440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4265860F-3505-4F2F-BF3C-2A83C2A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455766"/>
            <a:ext cx="2444801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让规则负责决策选择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CF8BB0F4-6B02-4E4F-AB96-059A7D0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DAEA64C5-3F77-49AF-95D2-3390782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7DCAE1AC-31D9-4A4E-B195-24C5570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638C75CB-D78D-4464-9DF3-D31FC847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D8B8CDEA-94EF-4579-8AD3-E5EBB8DB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a35b544af47ec">
            <a:extLst>
              <a:ext uri="{96DAC541-7B7A-43D3-8B79-37D633B846F1}">
                <asvg:svgBlip xmlns:asvg="http://schemas.microsoft.com/office/drawing/2016/SVG/main" r:embed="R899090d24b0f44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2C2D60FE-BB25-4F15-951C-F0F0B7D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代码完成重复劳动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300EBFD0-A259-48AD-8450-35A74BC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9FC8B1BA-0325-4B30-ABCD-B2B0B34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让代码执行重复绘制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4F8E788-8753-46BE-A5D1-C893B9C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把 PPT 生成变成可靠的生产过程，
而非偶然惊艳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2026-09-01T17:32:57.3810000Z</dcterms:created>
  <dcterms:modified xsi:type="dcterms:W3CDTF">2026-09-01T17:32:57.3810000Z</dcterms:modified>
</coreProperties>
</file>