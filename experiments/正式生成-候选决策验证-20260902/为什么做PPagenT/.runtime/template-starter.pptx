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c55d881597415a" /><Relationship Type="http://schemas.openxmlformats.org/officeDocument/2006/relationships/extended-properties" Target="/docProps/app.xml" Id="R46af43c50c164143" /><Relationship Type="http://schemas.openxmlformats.org/officeDocument/2006/relationships/officeDocument" Target="/ppt/presentation.xml" Id="R3dfad5205bdf4a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a277ef09064970"/>
    <p:sldMasterId xmlns:r="http://schemas.openxmlformats.org/officeDocument/2006/relationships" id="2147483660" r:id="R740755fcea604ab5"/>
    <p:sldMasterId xmlns:r="http://schemas.openxmlformats.org/officeDocument/2006/relationships" id="2147483663" r:id="R6108ba53e0c34985"/>
  </p:sldMasterIdLst>
  <p:notesMasterIdLst>
    <p:notesMasterId xmlns:r="http://schemas.openxmlformats.org/officeDocument/2006/relationships" r:id="R7563d2befd5b4b56"/>
  </p:notesMasterIdLst>
  <p:sldIdLst>
    <p:sldId xmlns:r="http://schemas.openxmlformats.org/officeDocument/2006/relationships" id="256" r:id="Rde91633a3fc248ce"/>
    <p:sldId xmlns:r="http://schemas.openxmlformats.org/officeDocument/2006/relationships" id="257" r:id="R074bb15a66b34f78"/>
    <p:sldId xmlns:r="http://schemas.openxmlformats.org/officeDocument/2006/relationships" id="258" r:id="Rb0aacdcdc4a34f5b"/>
    <p:sldId xmlns:r="http://schemas.openxmlformats.org/officeDocument/2006/relationships" id="259" r:id="Rd420b8e0706f4d9d"/>
    <p:sldId xmlns:r="http://schemas.openxmlformats.org/officeDocument/2006/relationships" id="260" r:id="R930ba97d027947c3"/>
    <p:sldId xmlns:r="http://schemas.openxmlformats.org/officeDocument/2006/relationships" id="261" r:id="R9c5203ef8f3942a0"/>
    <p:sldId xmlns:r="http://schemas.openxmlformats.org/officeDocument/2006/relationships" id="262" r:id="R78dc617c515b4233"/>
    <p:sldId xmlns:r="http://schemas.openxmlformats.org/officeDocument/2006/relationships" id="263" r:id="R8b34d7aa69174700"/>
    <p:sldId xmlns:r="http://schemas.openxmlformats.org/officeDocument/2006/relationships" id="264" r:id="Rd25c8708566d46fe"/>
    <p:sldId xmlns:r="http://schemas.openxmlformats.org/officeDocument/2006/relationships" id="265" r:id="R96dd2b20cacd40dc"/>
    <p:sldId xmlns:r="http://schemas.openxmlformats.org/officeDocument/2006/relationships" id="266" r:id="R8b379e015c634607"/>
    <p:sldId xmlns:r="http://schemas.openxmlformats.org/officeDocument/2006/relationships" id="267" r:id="R3f05d50c75a94b6c"/>
    <p:sldId xmlns:r="http://schemas.openxmlformats.org/officeDocument/2006/relationships" id="268" r:id="Rb6509746f9274a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3ff166967a4925" /><Relationship Type="http://schemas.openxmlformats.org/officeDocument/2006/relationships/slideMaster" Target="/ppt/slideMasters/slideMaster1.xml" Id="Rf9a277ef09064970" /><Relationship Type="http://schemas.openxmlformats.org/officeDocument/2006/relationships/slideMaster" Target="/ppt/slideMasters/slideMaster2.xml" Id="R740755fcea604ab5" /><Relationship Type="http://schemas.openxmlformats.org/officeDocument/2006/relationships/slideMaster" Target="/ppt/slideMasters/slideMaster3.xml" Id="R6108ba53e0c34985" /><Relationship Type="http://schemas.openxmlformats.org/officeDocument/2006/relationships/notesMaster" Target="/ppt/notesMasters/notesMaster1.xml" Id="R7563d2befd5b4b56" /><Relationship Type="http://schemas.openxmlformats.org/officeDocument/2006/relationships/presProps" Target="/ppt/presProps.xml" Id="Re9c3a2f7163c4891" /><Relationship Type="http://schemas.openxmlformats.org/officeDocument/2006/relationships/viewProps" Target="/ppt/viewProps.xml" Id="R2e02b6205e504da6" /><Relationship Type="http://schemas.openxmlformats.org/officeDocument/2006/relationships/tableStyles" Target="/ppt/tableStyles.xml" Id="R3c4a48f2eb2d4f0c" /><Relationship Type="http://schemas.openxmlformats.org/officeDocument/2006/relationships/slide" Target="/ppt/slides/slide1.xml" Id="Rde91633a3fc248ce" /><Relationship Type="http://schemas.openxmlformats.org/officeDocument/2006/relationships/slide" Target="/ppt/slides/slide2.xml" Id="R074bb15a66b34f78" /><Relationship Type="http://schemas.openxmlformats.org/officeDocument/2006/relationships/slide" Target="/ppt/slides/slide3.xml" Id="Rb0aacdcdc4a34f5b" /><Relationship Type="http://schemas.openxmlformats.org/officeDocument/2006/relationships/slide" Target="/ppt/slides/slide4.xml" Id="Rd420b8e0706f4d9d" /><Relationship Type="http://schemas.openxmlformats.org/officeDocument/2006/relationships/slide" Target="/ppt/slides/slide5.xml" Id="R930ba97d027947c3" /><Relationship Type="http://schemas.openxmlformats.org/officeDocument/2006/relationships/slide" Target="/ppt/slides/slide6.xml" Id="R9c5203ef8f3942a0" /><Relationship Type="http://schemas.openxmlformats.org/officeDocument/2006/relationships/slide" Target="/ppt/slides/slide7.xml" Id="R78dc617c515b4233" /><Relationship Type="http://schemas.openxmlformats.org/officeDocument/2006/relationships/slide" Target="/ppt/slides/slide8.xml" Id="R8b34d7aa69174700" /><Relationship Type="http://schemas.openxmlformats.org/officeDocument/2006/relationships/slide" Target="/ppt/slides/slide9.xml" Id="Rd25c8708566d46fe" /><Relationship Type="http://schemas.openxmlformats.org/officeDocument/2006/relationships/slide" Target="/ppt/slides/slide10.xml" Id="R96dd2b20cacd40dc" /><Relationship Type="http://schemas.openxmlformats.org/officeDocument/2006/relationships/slide" Target="/ppt/slides/slide11.xml" Id="R8b379e015c634607" /><Relationship Type="http://schemas.openxmlformats.org/officeDocument/2006/relationships/slide" Target="/ppt/slides/slide12.xml" Id="R3f05d50c75a94b6c" /><Relationship Type="http://schemas.openxmlformats.org/officeDocument/2006/relationships/slide" Target="/ppt/slides/slide13.xml" Id="Rb6509746f9274a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2c4a2976f7684b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c0d579587a4012" /><Relationship Type="http://schemas.openxmlformats.org/officeDocument/2006/relationships/notesMaster" Target="/ppt/notesMasters/notesMaster1.xml" Id="R63bff453ef3144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638dd0c1e4413c" /><Relationship Type="http://schemas.openxmlformats.org/officeDocument/2006/relationships/notesMaster" Target="/ppt/notesMasters/notesMaster1.xml" Id="R85102cae690140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0c5911a3cb4897" /><Relationship Type="http://schemas.openxmlformats.org/officeDocument/2006/relationships/notesMaster" Target="/ppt/notesMasters/notesMaster1.xml" Id="Ra836623af5574a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e2f904e9374ae2" /><Relationship Type="http://schemas.openxmlformats.org/officeDocument/2006/relationships/notesMaster" Target="/ppt/notesMasters/notesMaster1.xml" Id="R274af66e047b45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16f021ffe446d3" /><Relationship Type="http://schemas.openxmlformats.org/officeDocument/2006/relationships/notesMaster" Target="/ppt/notesMasters/notesMaster1.xml" Id="R0c4b3bb76e9442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f4b44853e5452d" /><Relationship Type="http://schemas.openxmlformats.org/officeDocument/2006/relationships/notesMaster" Target="/ppt/notesMasters/notesMaster1.xml" Id="R8582eb49b80c43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9aeb9d242e4931" /><Relationship Type="http://schemas.openxmlformats.org/officeDocument/2006/relationships/notesMaster" Target="/ppt/notesMasters/notesMaster1.xml" Id="Reef43dd7a52641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8e5e5ec81e49fe" /><Relationship Type="http://schemas.openxmlformats.org/officeDocument/2006/relationships/notesMaster" Target="/ppt/notesMasters/notesMaster1.xml" Id="Rb16668f7fba74d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81b4be14cd43b6" /><Relationship Type="http://schemas.openxmlformats.org/officeDocument/2006/relationships/notesMaster" Target="/ppt/notesMasters/notesMaster1.xml" Id="R06cc3e297e8f4f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03331869ae4441" /><Relationship Type="http://schemas.openxmlformats.org/officeDocument/2006/relationships/notesMaster" Target="/ppt/notesMasters/notesMaster1.xml" Id="R8df925eec87f45b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bc04490a954908" /><Relationship Type="http://schemas.openxmlformats.org/officeDocument/2006/relationships/notesMaster" Target="/ppt/notesMasters/notesMaster1.xml" Id="R3170bef7a34c47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e053ab0981410c" /><Relationship Type="http://schemas.openxmlformats.org/officeDocument/2006/relationships/notesMaster" Target="/ppt/notesMasters/notesMaster1.xml" Id="R62d1632c9909425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928de6c48554690" /><Relationship Type="http://schemas.openxmlformats.org/officeDocument/2006/relationships/notesMaster" Target="/ppt/notesMasters/notesMaster1.xml" Id="R05141122c8bb48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6abd803dc94cee" /><Relationship Type="http://schemas.openxmlformats.org/officeDocument/2006/relationships/image" Target="/ppt/media/image.jpeg" Id="R583131bd2b9b4e79" /><Relationship Type="http://schemas.openxmlformats.org/officeDocument/2006/relationships/image" Target="/ppt/media/image.png" Id="R472b409082f44983" /><Relationship Type="http://schemas.openxmlformats.org/officeDocument/2006/relationships/image" Target="/ppt/media/image2.png" Id="Rcf4eb0be162941a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8fb877553146b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ba13a002814432" /><Relationship Type="http://schemas.openxmlformats.org/officeDocument/2006/relationships/image" Target="/ppt/media/image3.png" Id="Rb271198ea971483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a9f4ec263c4328" /><Relationship Type="http://schemas.openxmlformats.org/officeDocument/2006/relationships/image" Target="/ppt/media/image4.png" Id="Rde92b6669f4a4ca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6a37f388da4fe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41ad0a87c24ff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95958628b248e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133a4f619f447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36a0803a13450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515f01f693405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200bcd3db4425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3031aec2a8c4ff7" /><Relationship Type="http://schemas.openxmlformats.org/officeDocument/2006/relationships/image" Target="/ppt/media/image5.png" Id="Rfe12bf95bdf3434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b8132c295824dd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1083f96b3074b89" /><Relationship Type="http://schemas.openxmlformats.org/officeDocument/2006/relationships/image" Target="/ppt/media/image5.png" Id="R50b33b3f486a4f56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feed906c7d849f1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3131bd2b9b4e79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2b409082f44983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eb0be162941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88DBBED3-6124-41B0-914D-7A4EBCC5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1198ea9714834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3B02E823-00C2-4B59-AE97-B16D6972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7FDF3FE2-3B2C-461E-931B-B6FEFD29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85D374F3-4ED8-43E0-BEE1-0AE2B550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0CDD41F7-D9B3-4C3C-B500-8B644BFB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92b6669f4a4ca6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2B8BF919-B42D-4163-B2CE-189101BC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D781DCB3-5A24-4B04-AAB6-2C90281E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E3F62F7-B676-4EF3-967E-D5AE059554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64DB336-43B8-4919-A129-48F9E5A402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DB58F0C-D957-417C-BA2E-7D599F83A53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5BB13D-F035-4788-B660-CE34BE5ACBF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D14D6953-201F-42C0-ABAF-85DFCBD5150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82EDF12C-4C17-4CBE-A256-BA5E4C84C5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94F461E5-0CF3-4317-929D-309975134F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0BEA27A7-6549-4529-ACC4-AFFF5A9342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B3BBDA5-B83D-49F7-A4C4-4B4A1316A8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8A6AAD0C-28B1-445D-9C57-D9C6C32327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B8B98F38-94C0-4229-9103-3171FF8CE3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7BDB8EE8-6739-4174-BB2C-DBADC2E4AD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CE0E14B7-7B6A-4FC7-ACE9-4C8C72C64A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772425E4-3754-4D79-B01A-85AAD8DB92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F6D3C1D3-6A5F-4E3B-8365-A8CE556224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90186BC-F5B3-40DA-B578-459B88546F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6AA647A-E807-4A45-B988-5A73F71E536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CFBAE3B-F6C3-4462-90F0-F93EC7D23DE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48C7305-57F3-40C6-A1D1-DA869ED81E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08B6A62-0B30-42A7-A690-5EC2BA8A8E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A3AC681-1C92-4641-A978-04CDD3E960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8956F6B-1252-4D6D-A0BA-02CA32E14A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295D41D9-E207-4552-9058-2F217DD44ED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1E167C0-FABC-41BE-A638-B4A5014192E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0C99599-4B9F-4254-92E9-8B5813C68F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CB8DA02-3340-422B-83F5-9B957911BB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9282264-3CBF-4E3C-952E-8D658DC57C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834386B-0021-40B3-8507-73E4869139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FF8384C-AD6D-4C72-842D-FC293914F8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3D99634-387E-4F45-8D3E-72ADC6C634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3AD835C-BE0E-4067-A8CF-EB534EAB7E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D5454E9-5836-4D70-B25C-283E3FA257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363A560-58B7-4EB6-BAC9-B2C1EDF37F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CB4FFA8-15C7-415F-9D58-200D8F6082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2C96D41-FDD4-46FD-B56F-AEC8FF14B6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C8E5BA8-B971-488F-9E15-12BA09589B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0BA7EC5-3A7D-44FB-97E5-2EF6FDDE44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12bf95bdf34344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957F7CB4-1B71-4CE0-B684-5F42FD0E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E0F6DB1-4BB0-444D-9BA4-A76076B6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392406E6-DE84-4673-A8A0-C2E8CB69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06A77846-4788-454A-8B0A-36E693D6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b33b3f486a4f56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A0AEF82A-F9AA-4D22-AEF4-52B4DF88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2EB5C01-7D45-4D09-B097-21D5175F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729864B7-9479-471A-BBCA-B69BCB9D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DA77C550-8706-49B2-947F-161FCC48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961a0d12bf4f36" /><Relationship Type="http://schemas.openxmlformats.org/officeDocument/2006/relationships/slideLayout" Target="/ppt/slideLayouts/slideLayout1.xml" Id="R270e2d2bfc124a8b" /><Relationship Type="http://schemas.openxmlformats.org/officeDocument/2006/relationships/slideLayout" Target="/ppt/slideLayouts/slideLayout2.xml" Id="R06850fc676ea4b96" /><Relationship Type="http://schemas.openxmlformats.org/officeDocument/2006/relationships/slideLayout" Target="/ppt/slideLayouts/slideLayout3.xml" Id="R184de075525c4bad" /><Relationship Type="http://schemas.openxmlformats.org/officeDocument/2006/relationships/slideLayout" Target="/ppt/slideLayouts/slideLayout4.xml" Id="R9320902fe91544aa" /><Relationship Type="http://schemas.openxmlformats.org/officeDocument/2006/relationships/slideLayout" Target="/ppt/slideLayouts/slideLayout5.xml" Id="Rf4947eb0a0e0467f" /><Relationship Type="http://schemas.openxmlformats.org/officeDocument/2006/relationships/slideLayout" Target="/ppt/slideLayouts/slideLayout6.xml" Id="R7a93cb88cd3f4b34" /><Relationship Type="http://schemas.openxmlformats.org/officeDocument/2006/relationships/slideLayout" Target="/ppt/slideLayouts/slideLayout7.xml" Id="R630ff1224bd447f9" /><Relationship Type="http://schemas.openxmlformats.org/officeDocument/2006/relationships/slideLayout" Target="/ppt/slideLayouts/slideLayout8.xml" Id="Rd698ef7f06564f2c" /><Relationship Type="http://schemas.openxmlformats.org/officeDocument/2006/relationships/slideLayout" Target="/ppt/slideLayouts/slideLayout9.xml" Id="Rc71bbfe8900f4396" /><Relationship Type="http://schemas.openxmlformats.org/officeDocument/2006/relationships/slideLayout" Target="/ppt/slideLayouts/slideLayout10.xml" Id="Rd077b6e6cd00423d" /><Relationship Type="http://schemas.openxmlformats.org/officeDocument/2006/relationships/slideLayout" Target="/ppt/slideLayouts/slideLayout11.xml" Id="R9265aa5b4f04470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b6763d53b9d54587" /><Relationship Type="http://schemas.openxmlformats.org/officeDocument/2006/relationships/slideLayout" Target="/ppt/slideLayouts/slideLayout12.xml" Id="R4681acc226c4429f" /><Relationship Type="http://schemas.openxmlformats.org/officeDocument/2006/relationships/slideLayout" Target="/ppt/slideLayouts/slideLayout13.xml" Id="R2dac3586456846ec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c384aebfbb674f05" /><Relationship Type="http://schemas.openxmlformats.org/officeDocument/2006/relationships/slideLayout" Target="/ppt/slideLayouts/slideLayout14.xml" Id="R899574fe4e874759" /><Relationship Type="http://schemas.openxmlformats.org/officeDocument/2006/relationships/slideLayout" Target="/ppt/slideLayouts/slideLayout15.xml" Id="Rb77a188315c6406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3B1A0B98-E813-4EF5-A9A8-0DD290660C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6A1FB8A-29A9-4E0B-A2E5-6A0DE72B24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6622905-57D0-43D3-8E39-74E08D81CD9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9E69E05-6818-4E3B-A1CF-F006B57BFEE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F91A7AF-3303-4E52-A953-B98FCF38A79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0e2d2bfc124a8b"/>
    <p:sldLayoutId xmlns:r="http://schemas.openxmlformats.org/officeDocument/2006/relationships" id="2147483650" r:id="R06850fc676ea4b96"/>
    <p:sldLayoutId xmlns:r="http://schemas.openxmlformats.org/officeDocument/2006/relationships" id="2147483651" r:id="R184de075525c4bad"/>
    <p:sldLayoutId xmlns:r="http://schemas.openxmlformats.org/officeDocument/2006/relationships" id="2147483652" r:id="R9320902fe91544aa"/>
    <p:sldLayoutId xmlns:r="http://schemas.openxmlformats.org/officeDocument/2006/relationships" id="2147483653" r:id="Rf4947eb0a0e0467f"/>
    <p:sldLayoutId xmlns:r="http://schemas.openxmlformats.org/officeDocument/2006/relationships" id="2147483654" r:id="R7a93cb88cd3f4b34"/>
    <p:sldLayoutId xmlns:r="http://schemas.openxmlformats.org/officeDocument/2006/relationships" id="2147483655" r:id="R630ff1224bd447f9"/>
    <p:sldLayoutId xmlns:r="http://schemas.openxmlformats.org/officeDocument/2006/relationships" id="2147483656" r:id="Rd698ef7f06564f2c"/>
    <p:sldLayoutId xmlns:r="http://schemas.openxmlformats.org/officeDocument/2006/relationships" id="2147483657" r:id="Rc71bbfe8900f4396"/>
    <p:sldLayoutId xmlns:r="http://schemas.openxmlformats.org/officeDocument/2006/relationships" id="2147483658" r:id="Rd077b6e6cd00423d"/>
    <p:sldLayoutId xmlns:r="http://schemas.openxmlformats.org/officeDocument/2006/relationships" id="2147483659" r:id="R9265aa5b4f04470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C102016E-3DDF-45A0-9CF2-E9D9BA9705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13EE0D1-D711-433C-8531-A3A68F28CE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4D0DFBA-6B21-4ED6-879A-2C009EBC0F9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67CFF86-CD6D-4AD5-B3E3-96BEC672DD1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6AEEF7D-8DB2-4ACF-86BD-2F49B1293D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4681acc226c4429f"/>
    <p:sldLayoutId xmlns:r="http://schemas.openxmlformats.org/officeDocument/2006/relationships" id="2147483662" r:id="R2dac3586456846ec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1C63D05B-B095-4A70-953D-658FBA9CFC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7C13383-743D-46B5-B082-D8805E7870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CFAC251-18FC-47AE-9C36-5F6FFF584DD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240F520-59DD-4C18-82B8-54D01B4E243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4A00A65-410F-4EC8-994A-9FE819EEF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899574fe4e874759"/>
    <p:sldLayoutId xmlns:r="http://schemas.openxmlformats.org/officeDocument/2006/relationships" id="2147483665" r:id="Rb77a188315c64061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0bbebc0a94182" /><Relationship Type="http://schemas.openxmlformats.org/officeDocument/2006/relationships/notesSlide" Target="/ppt/notesSlides/notesSlide1.xml" Id="Ra8cb617cca0a4f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8b78f8e52664ad3" /><Relationship Type="http://schemas.openxmlformats.org/officeDocument/2006/relationships/notesSlide" Target="/ppt/notesSlides/notesSlide2.xml" Id="Rd20c0edab0cd49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8fa16ee60124f03" /><Relationship Type="http://schemas.openxmlformats.org/officeDocument/2006/relationships/image" Target="/ppt/media/image6.png" Id="R727c3bae593c4f87" /><Relationship Type="http://schemas.openxmlformats.org/officeDocument/2006/relationships/notesSlide" Target="/ppt/notesSlides/notesSlide3.xml" Id="Re663b982a09840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0821b3e8d184d79" /><Relationship Type="http://schemas.openxmlformats.org/officeDocument/2006/relationships/image" Target="/ppt/media/image6.png" Id="Rd1d9f9b6666447c7" /><Relationship Type="http://schemas.openxmlformats.org/officeDocument/2006/relationships/notesSlide" Target="/ppt/notesSlides/notesSlide4.xml" Id="Rce19bdcd59754e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bc949f0cfa044d7" /><Relationship Type="http://schemas.openxmlformats.org/officeDocument/2006/relationships/image" Target="/ppt/media/image6.png" Id="R55e5d9c5aa45453e" /><Relationship Type="http://schemas.openxmlformats.org/officeDocument/2006/relationships/notesSlide" Target="/ppt/notesSlides/notesSlide5.xml" Id="R62de1464434149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922c66a3c57467b" /><Relationship Type="http://schemas.openxmlformats.org/officeDocument/2006/relationships/image" Target="/ppt/media/image6.png" Id="Rdbbc4b1d8e684b69" /><Relationship Type="http://schemas.openxmlformats.org/officeDocument/2006/relationships/notesSlide" Target="/ppt/notesSlides/notesSlide6.xml" Id="Rfd6724bab5914c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cc7e68062944faf" /><Relationship Type="http://schemas.openxmlformats.org/officeDocument/2006/relationships/image" Target="/ppt/media/image6.png" Id="Rcd09df7bc0ed48ff" /><Relationship Type="http://schemas.openxmlformats.org/officeDocument/2006/relationships/notesSlide" Target="/ppt/notesSlides/notesSlide7.xml" Id="R2e03b01f3f594e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59557cc20b94a0d" /><Relationship Type="http://schemas.openxmlformats.org/officeDocument/2006/relationships/image" Target="/ppt/media/image6.png" Id="R23785a30bc8a4173" /><Relationship Type="http://schemas.openxmlformats.org/officeDocument/2006/relationships/notesSlide" Target="/ppt/notesSlides/notesSlide8.xml" Id="R30a86474ea984b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1f891a9adfa455c" /><Relationship Type="http://schemas.openxmlformats.org/officeDocument/2006/relationships/image" Target="/ppt/media/image6.png" Id="R79d346845ff949a0" /><Relationship Type="http://schemas.openxmlformats.org/officeDocument/2006/relationships/notesSlide" Target="/ppt/notesSlides/notesSlide9.xml" Id="R95922cccebed4e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cc524d09e0a42d6" /><Relationship Type="http://schemas.openxmlformats.org/officeDocument/2006/relationships/image" Target="/ppt/media/image6.png" Id="Rdf0d3d6de5144edd" /><Relationship Type="http://schemas.openxmlformats.org/officeDocument/2006/relationships/notesSlide" Target="/ppt/notesSlides/notesSlide10.xml" Id="R292be44778534c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2bf80ae47334924" /><Relationship Type="http://schemas.openxmlformats.org/officeDocument/2006/relationships/image" Target="/ppt/media/image6.png" Id="R2e0c1cf7345a45f4" /><Relationship Type="http://schemas.openxmlformats.org/officeDocument/2006/relationships/notesSlide" Target="/ppt/notesSlides/notesSlide11.xml" Id="R91d8a84873374bb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7cf386ec5fd4880" /><Relationship Type="http://schemas.openxmlformats.org/officeDocument/2006/relationships/image" Target="/ppt/media/image6.png" Id="R5224f8f322094832" /><Relationship Type="http://schemas.openxmlformats.org/officeDocument/2006/relationships/notesSlide" Target="/ppt/notesSlides/notesSlide12.xml" Id="Ref930188a87142f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92efc06d344ac" /><Relationship Type="http://schemas.openxmlformats.org/officeDocument/2006/relationships/notesSlide" Target="/ppt/notesSlides/notesSlide13.xml" Id="R4d176e1ed5ff4b0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46B3E25-7835-47B8-9DE5-D2CF0A84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CDB7C850-AD91-4F89-A7C9-71DD6196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4695050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4FC51C03-7551-4A65-8C73-74C89664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5531496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0146A195-7952-4D1E-982C-25595BE7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75762A7C-F9EA-4EAB-91DE-BE24F104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MDM</a:t>
            </a: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方法偏移量自适应选取</a:t>
            </a:r>
          </a:p>
        </p:txBody>
      </p:sp>
    </p:spTree>
    <p:extLst>
      <p:ext uri="{BB962C8B-B14F-4D97-AF65-F5344CB8AC3E}">
        <p14:creationId xmlns:p14="http://schemas.microsoft.com/office/powerpoint/2010/main" val="3016315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DBF892B-EBE1-44E9-A9F0-4D88B818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7c3bae593c4f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DBF892B-EBE1-44E9-A9F0-4D88B818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d9f9b6666447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DBF892B-EBE1-44E9-A9F0-4D88B818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5d9c5aa4545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DBF892B-EBE1-44E9-A9F0-4D88B818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bc4b1d8e684b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DBF892B-EBE1-44E9-A9F0-4D88B818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9df7bc0ed48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DBF892B-EBE1-44E9-A9F0-4D88B818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785a30bc8a41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DBF892B-EBE1-44E9-A9F0-4D88B818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d346845ff949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DBF892B-EBE1-44E9-A9F0-4D88B818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0d3d6de5144e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DBF892B-EBE1-44E9-A9F0-4D88B818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0c1cf7345a45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CDBF892B-EBE1-44E9-A9F0-4D88B818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24f8f3220948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94F8E788-8753-46BE-A5D1-C893B9CA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敬请老师批评指正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2026-09-01T17:32:51.3170000Z</dcterms:created>
  <dcterms:modified xsi:type="dcterms:W3CDTF">2026-09-01T17:32:51.3170000Z</dcterms:modified>
</coreProperties>
</file>