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a108b995cf4234" /><Relationship Type="http://schemas.openxmlformats.org/officeDocument/2006/relationships/extended-properties" Target="/docProps/app.xml" Id="R25ac8eb74c1d46d9" /><Relationship Type="http://schemas.openxmlformats.org/officeDocument/2006/relationships/officeDocument" Target="/ppt/presentation.xml" Id="Rba8869cbda8e4b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5327f8865b4cd2"/>
    <p:sldMasterId xmlns:r="http://schemas.openxmlformats.org/officeDocument/2006/relationships" id="2147483660" r:id="Rbb3995bd78a64791"/>
    <p:sldMasterId xmlns:r="http://schemas.openxmlformats.org/officeDocument/2006/relationships" id="2147483663" r:id="R0f25dd8d36c649bf"/>
  </p:sldMasterIdLst>
  <p:notesMasterIdLst>
    <p:notesMasterId xmlns:r="http://schemas.openxmlformats.org/officeDocument/2006/relationships" r:id="R8319d2f7dd474b79"/>
  </p:notesMasterIdLst>
  <p:sldIdLst>
    <p:sldId xmlns:r="http://schemas.openxmlformats.org/officeDocument/2006/relationships" id="256" r:id="Rc6479329dd9444f1"/>
    <p:sldId xmlns:r="http://schemas.openxmlformats.org/officeDocument/2006/relationships" id="257" r:id="R54fa6b955add4268"/>
    <p:sldId xmlns:r="http://schemas.openxmlformats.org/officeDocument/2006/relationships" id="258" r:id="R08614f10861e42bf"/>
    <p:sldId xmlns:r="http://schemas.openxmlformats.org/officeDocument/2006/relationships" id="259" r:id="R4ce18dbe669a4f00"/>
    <p:sldId xmlns:r="http://schemas.openxmlformats.org/officeDocument/2006/relationships" id="260" r:id="R92d76a5420a94546"/>
    <p:sldId xmlns:r="http://schemas.openxmlformats.org/officeDocument/2006/relationships" id="261" r:id="R5ec94ca3c4714788"/>
    <p:sldId xmlns:r="http://schemas.openxmlformats.org/officeDocument/2006/relationships" id="262" r:id="Re627b23cbaca4be3"/>
    <p:sldId xmlns:r="http://schemas.openxmlformats.org/officeDocument/2006/relationships" id="263" r:id="Racb63eccd01247d0"/>
    <p:sldId xmlns:r="http://schemas.openxmlformats.org/officeDocument/2006/relationships" id="264" r:id="Rfd3dc2fc15ba43c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20ff07aed7433f" /><Relationship Type="http://schemas.openxmlformats.org/officeDocument/2006/relationships/slideMaster" Target="/ppt/slideMasters/slideMaster1.xml" Id="R845327f8865b4cd2" /><Relationship Type="http://schemas.openxmlformats.org/officeDocument/2006/relationships/slideMaster" Target="/ppt/slideMasters/slideMaster2.xml" Id="Rbb3995bd78a64791" /><Relationship Type="http://schemas.openxmlformats.org/officeDocument/2006/relationships/slideMaster" Target="/ppt/slideMasters/slideMaster3.xml" Id="R0f25dd8d36c649bf" /><Relationship Type="http://schemas.openxmlformats.org/officeDocument/2006/relationships/notesMaster" Target="/ppt/notesMasters/notesMaster1.xml" Id="R8319d2f7dd474b79" /><Relationship Type="http://schemas.openxmlformats.org/officeDocument/2006/relationships/presProps" Target="/ppt/presProps.xml" Id="R5032be8f25884569" /><Relationship Type="http://schemas.openxmlformats.org/officeDocument/2006/relationships/viewProps" Target="/ppt/viewProps.xml" Id="R2e891d30ba734997" /><Relationship Type="http://schemas.openxmlformats.org/officeDocument/2006/relationships/tableStyles" Target="/ppt/tableStyles.xml" Id="Rda0892e7259c4f98" /><Relationship Type="http://schemas.openxmlformats.org/officeDocument/2006/relationships/slide" Target="/ppt/slides/slide1.xml" Id="Rc6479329dd9444f1" /><Relationship Type="http://schemas.openxmlformats.org/officeDocument/2006/relationships/slide" Target="/ppt/slides/slide2.xml" Id="R54fa6b955add4268" /><Relationship Type="http://schemas.openxmlformats.org/officeDocument/2006/relationships/slide" Target="/ppt/slides/slide3.xml" Id="R08614f10861e42bf" /><Relationship Type="http://schemas.openxmlformats.org/officeDocument/2006/relationships/slide" Target="/ppt/slides/slide4.xml" Id="R4ce18dbe669a4f00" /><Relationship Type="http://schemas.openxmlformats.org/officeDocument/2006/relationships/slide" Target="/ppt/slides/slide5.xml" Id="R92d76a5420a94546" /><Relationship Type="http://schemas.openxmlformats.org/officeDocument/2006/relationships/slide" Target="/ppt/slides/slide6.xml" Id="R5ec94ca3c4714788" /><Relationship Type="http://schemas.openxmlformats.org/officeDocument/2006/relationships/slide" Target="/ppt/slides/slide7.xml" Id="Re627b23cbaca4be3" /><Relationship Type="http://schemas.openxmlformats.org/officeDocument/2006/relationships/slide" Target="/ppt/slides/slide8.xml" Id="Racb63eccd01247d0" /><Relationship Type="http://schemas.openxmlformats.org/officeDocument/2006/relationships/slide" Target="/ppt/slides/slide9.xml" Id="Rfd3dc2fc15ba43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4f4c906615e140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247650" dist="114300" dir="5400000">
              <a:srgbClr val="1F487E">
                <a:alpha val="12000"/>
              </a:srgbClr>
            </a:outerShdw>
          </a:effectLst>
        </a:effectStyle>
        <a:effectStyle>
          <a:effectLst>
            <a:outerShdw blurRad="171450" dist="76200" dir="5400000">
              <a:srgbClr val="2F5EA8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bda612ab3145ab" /><Relationship Type="http://schemas.openxmlformats.org/officeDocument/2006/relationships/notesMaster" Target="/ppt/notesMasters/notesMaster1.xml" Id="R480308eff4214e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ee6413cf9548c6" /><Relationship Type="http://schemas.openxmlformats.org/officeDocument/2006/relationships/notesMaster" Target="/ppt/notesMasters/notesMaster1.xml" Id="R8995406e06884f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88808e6d46646ee" /><Relationship Type="http://schemas.openxmlformats.org/officeDocument/2006/relationships/notesMaster" Target="/ppt/notesMasters/notesMaster1.xml" Id="Reb160d7fcfce451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3c7ae5478dd47d5" /><Relationship Type="http://schemas.openxmlformats.org/officeDocument/2006/relationships/notesMaster" Target="/ppt/notesMasters/notesMaster1.xml" Id="Rf5b5a37e817c4f3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211d7091b34168" /><Relationship Type="http://schemas.openxmlformats.org/officeDocument/2006/relationships/notesMaster" Target="/ppt/notesMasters/notesMaster1.xml" Id="Rb1f208a64f0d44a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bdd8ad834a546c3" /><Relationship Type="http://schemas.openxmlformats.org/officeDocument/2006/relationships/notesMaster" Target="/ppt/notesMasters/notesMaster1.xml" Id="R812be920b6384e2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613d216996e40dc" /><Relationship Type="http://schemas.openxmlformats.org/officeDocument/2006/relationships/notesMaster" Target="/ppt/notesMasters/notesMaster1.xml" Id="R0ee43597475b402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6a23417e2a04df1" /><Relationship Type="http://schemas.openxmlformats.org/officeDocument/2006/relationships/notesMaster" Target="/ppt/notesMasters/notesMaster1.xml" Id="R710b85a2cc6a44c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6734e4efb744e05" /><Relationship Type="http://schemas.openxmlformats.org/officeDocument/2006/relationships/notesMaster" Target="/ppt/notesMasters/notesMaster1.xml" Id="R534621e6a4594b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内容：稿件/让六地红-v1.md</a:t>
            </a:r>
          </a:p>
          <a:p xmlns:a="http://schemas.openxmlformats.org/drawingml/2006/main">
            <a:r>
              <a:t>- 视觉：PPT模板-封面正文尾页.pptx（用户提供的东北大学模板）</a:t>
            </a:r>
          </a:p>
          <a:p xmlns:a="http://schemas.openxmlformats.org/drawingml/2006/main">
            <a:r>
              <a:t>- PPagenT：shell-cover-intent → northeastern-university-cover-001</a:t>
            </a:r>
          </a:p>
          <a:p xmlns:a="http://schemas.openxmlformats.org/drawingml/2006/main">
            <a:r>
              <a:t>- 整页编排：fixed-cover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内容：稿件/让六地红-v1.md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PPagenT：shell-agenda-intent → northeastern-university-agenda-001</a:t>
            </a:r>
            <a:endParaRPr/>
          </a:p>
          <a:p xmlns:a="http://schemas.openxmlformats.org/drawingml/2006/main">
            <a:r>
              <a:t>- 整页编排：fixed-agenda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内容：稿件/让六地红-v1.md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PPagenT：p1-intent → northeastern-university-body-001</a:t>
            </a:r>
            <a:endParaRPr/>
          </a:p>
          <a:p xmlns:a="http://schemas.openxmlformats.org/drawingml/2006/main">
            <a:r>
              <a:t>- 整页编排：editorial-single-focus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内容：稿件/让六地红-v1.md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PPagenT：p2-intent → northeastern-university-body-001</a:t>
            </a:r>
            <a:endParaRPr/>
          </a:p>
          <a:p xmlns:a="http://schemas.openxmlformats.org/drawingml/2006/main">
            <a:r>
              <a:t>- 整页编排：editorial-dual-statement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内容：稿件/让六地红-v1.md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PPagenT：p3-intent → parallel-equal-cards-001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内容：稿件/让六地红-v1.md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PPagenT：p4-intent → parallel-equal-cards-001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内容：稿件/让六地红-v1.md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PPagenT：p5-intent → parallel-equal-cards-001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内容：稿件/让六地红-v1.md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PPagenT：p6-intent → convergence-simple-funnel-001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内容：稿件/让六地红-v1.md</a:t>
            </a:r>
          </a:p>
          <a:p xmlns:a="http://schemas.openxmlformats.org/drawingml/2006/main">
            <a:r>
              <a:t>- 视觉：PPT模板-封面正文尾页.pptx（用户提供的东北大学模板）</a:t>
            </a:r>
          </a:p>
          <a:p xmlns:a="http://schemas.openxmlformats.org/drawingml/2006/main">
            <a:r>
              <a:t>- PPagenT：shell-closing-intent → northeastern-university-closing-001</a:t>
            </a:r>
          </a:p>
          <a:p xmlns:a="http://schemas.openxmlformats.org/drawingml/2006/main">
            <a:r>
              <a:t>- 整页编排：fixed-closing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e3bed6f5564ef9" /><Relationship Type="http://schemas.openxmlformats.org/officeDocument/2006/relationships/image" Target="/ppt/media/image.jpeg" Id="R7b6a748b3275426a" /><Relationship Type="http://schemas.openxmlformats.org/officeDocument/2006/relationships/image" Target="/ppt/media/image.png" Id="Rd0c3314ada5e4739" /><Relationship Type="http://schemas.openxmlformats.org/officeDocument/2006/relationships/image" Target="/ppt/media/image2.png" Id="R2136299d6ce6488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33b0d37f7b46a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8556b0efb04c1c" /><Relationship Type="http://schemas.openxmlformats.org/officeDocument/2006/relationships/image" Target="/ppt/media/image3.png" Id="R71db923b5a574a7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c247c797bd4d05" /><Relationship Type="http://schemas.openxmlformats.org/officeDocument/2006/relationships/image" Target="/ppt/media/image4.png" Id="R8ccd33772391415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98c54b9ed04b8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b8ab2706d44ea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8be318a0f9471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1b822b271b471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dde941cf3e41f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e96ec9e6964d9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10bc1a36944ffa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285d374702f456f" /><Relationship Type="http://schemas.openxmlformats.org/officeDocument/2006/relationships/image" Target="/ppt/media/image5.png" Id="R290cc847798941bb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12c0bed711e43dd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75eb5d6f22bd4b76" /><Relationship Type="http://schemas.openxmlformats.org/officeDocument/2006/relationships/image" Target="/ppt/media/image5.png" Id="Rb4e3f5b8d1b047a6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3e783a51a49d49d9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6a748b3275426a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c3314ada5e4739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36299d6ce648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39BD9346-5F25-4197-82F6-15F032D6C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db923b5a574a73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304931FD-F18C-4CAA-A577-ECFB2A0F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D14443D5-0C3C-428C-9AE3-E2D803C22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B0371DA7-AFE6-48A0-A69C-DB54057E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6E3E1F06-4BA3-4CFD-A138-D5B73BEE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cd337723914152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2C149AB4-B129-4EF0-8A44-2027F2C5E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097387A1-E02E-44DA-90E4-E0467FF8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740F08D-F7BE-415A-9CEE-B9A411B375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586F1598-1B3C-4EF7-8F41-17591D2F4B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C57E567E-93BC-433D-9F0A-88050A86E6A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91991E86-B580-4806-B589-50D0C3539CC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703EF440-62DA-47BC-B147-8C10CABF4BF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5D3338E1-5556-45E7-97D5-75B095EE245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7AE21D3E-F5BC-4C83-8369-22F2C96E791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1818C1B8-1619-42AB-B716-0EA6EAC002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66A15B0-9B13-4D19-9954-ADE22C358F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56B06077-CE2E-49BE-B319-D9B3304B837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5FE4C6F1-5988-4173-8809-D6C0F510EE9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6D277AE9-9B50-4A1E-A8CB-C951F1468EF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FE57261E-6B88-4ECB-9C47-79ABAA289D8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90F44DE6-3F03-4B19-8188-4393D55D0BC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6C6220F6-12A7-447E-B579-6A96019F822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98A8368-A8FD-4F00-B66C-BBCCF67BC8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78171E86-287A-4A10-A62E-517DB339670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2700A201-EDA9-4D8E-A6F8-DCFACB16B5A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5439B73D-A52B-42D1-BBC8-F3631488A8C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3EB223F-2912-4721-A772-AA101C33398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F23854E-1A90-4160-B8E0-66AEAFA0AC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65D4050-34AD-4952-BA08-21A1BABAB0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0959ACCA-C7B9-47D6-B2F0-B6D58E477C5D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D0EAB56-C673-404B-B476-CC1F11E0C7B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5BFBA351-A1FF-450F-97AC-B2A22FB82BB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26B14D82-4986-477E-9F5A-5266C383BE9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1EDDF5A-CAC4-48C4-8D97-C0318AEDCA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3BBAD0B-5B3D-4EC0-9843-4047BF63DF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3861B514-7DEE-4233-985F-3D6EBE328C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DE9952B-0B84-4ECB-9B0B-79FE735E9C8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9793D3B-CAE0-4E97-85BC-34CA783099C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274332D-2180-46D3-9471-6C89C5BFBE6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92994CE7-5A94-4901-B32E-7E3A05EEC5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BC082650-C135-4670-AD09-D55A3CF608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6881B33-2735-4AF8-AEA6-7ADCCBCC0E7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1401C90-63BD-40FC-A778-5EA007C8125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7305D97-2F3F-4999-A4B9-3DFA5D888E7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0cc847798941bb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AA0CAB98-5D45-45E2-8FA5-9C9E3678D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7D8247E0-6F56-47BE-9AA1-A6571FEC2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9C763BDE-35E8-4AE8-8605-BFDB7AED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8FD350B9-78AB-47C5-B756-13539E66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e3f5b8d1b047a6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8A9397-BB65-419D-9DA6-9E885B886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6B106F9-212D-44D0-B3F2-989A9A47C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9E280C0-23FC-46E3-9C4B-54533640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111095EF-47B4-464F-B59E-860DE295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c5bd68e36e54bc7" /><Relationship Type="http://schemas.openxmlformats.org/officeDocument/2006/relationships/slideLayout" Target="/ppt/slideLayouts/slideLayout1.xml" Id="R8c8ee800e7eb4f20" /><Relationship Type="http://schemas.openxmlformats.org/officeDocument/2006/relationships/slideLayout" Target="/ppt/slideLayouts/slideLayout2.xml" Id="R2fe09a2058ed429d" /><Relationship Type="http://schemas.openxmlformats.org/officeDocument/2006/relationships/slideLayout" Target="/ppt/slideLayouts/slideLayout3.xml" Id="R467c3c3c48604974" /><Relationship Type="http://schemas.openxmlformats.org/officeDocument/2006/relationships/slideLayout" Target="/ppt/slideLayouts/slideLayout4.xml" Id="Rae79cefbf8054d32" /><Relationship Type="http://schemas.openxmlformats.org/officeDocument/2006/relationships/slideLayout" Target="/ppt/slideLayouts/slideLayout5.xml" Id="Rd1f19abf4fe24949" /><Relationship Type="http://schemas.openxmlformats.org/officeDocument/2006/relationships/slideLayout" Target="/ppt/slideLayouts/slideLayout6.xml" Id="R5d2bdb28b2a54262" /><Relationship Type="http://schemas.openxmlformats.org/officeDocument/2006/relationships/slideLayout" Target="/ppt/slideLayouts/slideLayout7.xml" Id="R10752aa1460943e3" /><Relationship Type="http://schemas.openxmlformats.org/officeDocument/2006/relationships/slideLayout" Target="/ppt/slideLayouts/slideLayout8.xml" Id="R93d9be6b4fd24ed0" /><Relationship Type="http://schemas.openxmlformats.org/officeDocument/2006/relationships/slideLayout" Target="/ppt/slideLayouts/slideLayout9.xml" Id="Re56ea9bbe17c48c2" /><Relationship Type="http://schemas.openxmlformats.org/officeDocument/2006/relationships/slideLayout" Target="/ppt/slideLayouts/slideLayout10.xml" Id="R764325c2131a47aa" /><Relationship Type="http://schemas.openxmlformats.org/officeDocument/2006/relationships/slideLayout" Target="/ppt/slideLayouts/slideLayout11.xml" Id="Rf540c03209814f46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52abfe0420734cc6" /><Relationship Type="http://schemas.openxmlformats.org/officeDocument/2006/relationships/slideLayout" Target="/ppt/slideLayouts/slideLayout12.xml" Id="R2e48e9861a994f1d" /><Relationship Type="http://schemas.openxmlformats.org/officeDocument/2006/relationships/slideLayout" Target="/ppt/slideLayouts/slideLayout13.xml" Id="R0e4fc60aa34a47ee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0a0575b446684fa1" /><Relationship Type="http://schemas.openxmlformats.org/officeDocument/2006/relationships/slideLayout" Target="/ppt/slideLayouts/slideLayout14.xml" Id="Raf295c67d3ef4700" /><Relationship Type="http://schemas.openxmlformats.org/officeDocument/2006/relationships/slideLayout" Target="/ppt/slideLayouts/slideLayout15.xml" Id="Rd9959194ecd042a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16B757D0-CC75-465C-8295-4674F00F66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AFBAF1C7-0342-46DE-890E-F03F0B84616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8D72E4E-DA61-4A85-ABB6-9B62E03D086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67C059B-97D6-494D-9F4E-BDC032519E3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047E972-C7DA-43C0-BE06-7165E3C7CDB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8ee800e7eb4f20"/>
    <p:sldLayoutId xmlns:r="http://schemas.openxmlformats.org/officeDocument/2006/relationships" id="2147483650" r:id="R2fe09a2058ed429d"/>
    <p:sldLayoutId xmlns:r="http://schemas.openxmlformats.org/officeDocument/2006/relationships" id="2147483651" r:id="R467c3c3c48604974"/>
    <p:sldLayoutId xmlns:r="http://schemas.openxmlformats.org/officeDocument/2006/relationships" id="2147483652" r:id="Rae79cefbf8054d32"/>
    <p:sldLayoutId xmlns:r="http://schemas.openxmlformats.org/officeDocument/2006/relationships" id="2147483653" r:id="Rd1f19abf4fe24949"/>
    <p:sldLayoutId xmlns:r="http://schemas.openxmlformats.org/officeDocument/2006/relationships" id="2147483654" r:id="R5d2bdb28b2a54262"/>
    <p:sldLayoutId xmlns:r="http://schemas.openxmlformats.org/officeDocument/2006/relationships" id="2147483655" r:id="R10752aa1460943e3"/>
    <p:sldLayoutId xmlns:r="http://schemas.openxmlformats.org/officeDocument/2006/relationships" id="2147483656" r:id="R93d9be6b4fd24ed0"/>
    <p:sldLayoutId xmlns:r="http://schemas.openxmlformats.org/officeDocument/2006/relationships" id="2147483657" r:id="Re56ea9bbe17c48c2"/>
    <p:sldLayoutId xmlns:r="http://schemas.openxmlformats.org/officeDocument/2006/relationships" id="2147483658" r:id="R764325c2131a47aa"/>
    <p:sldLayoutId xmlns:r="http://schemas.openxmlformats.org/officeDocument/2006/relationships" id="2147483659" r:id="Rf540c03209814f46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76396701-BBAB-4C87-8334-C82A157CCB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CD58D018-C7CB-4D55-8413-A358791416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38025C9-3317-4E82-9722-3F54C2D63C7E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15290C2-A645-41E8-8DF3-426098C195C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CEB047F-7284-4944-BB87-3DC7ABD7069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2e48e9861a994f1d"/>
    <p:sldLayoutId xmlns:r="http://schemas.openxmlformats.org/officeDocument/2006/relationships" id="2147483662" r:id="R0e4fc60aa34a47ee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0C07A80D-01E9-4CAB-B67E-FA927C768F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DF782E17-D2B2-4BC5-8DB9-06A6918691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1AE1513-78FF-4511-B8EA-DDA80BE7619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B34424D-7777-4CD6-851B-D2AC595DD4D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7654B8C-65B9-4A36-A621-94F0E617AE3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af295c67d3ef4700"/>
    <p:sldLayoutId xmlns:r="http://schemas.openxmlformats.org/officeDocument/2006/relationships" id="2147483665" r:id="Rd9959194ecd042a7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49d5f79bb74c7d" /><Relationship Type="http://schemas.openxmlformats.org/officeDocument/2006/relationships/notesSlide" Target="/ppt/notesSlides/notesSlide1.xml" Id="R3663d8263bcf4d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e7e418624f943c4" /><Relationship Type="http://schemas.openxmlformats.org/officeDocument/2006/relationships/notesSlide" Target="/ppt/notesSlides/notesSlide2.xml" Id="Rbc7a2dc8a5fe4de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9658df9798c4012" /><Relationship Type="http://schemas.openxmlformats.org/officeDocument/2006/relationships/notesSlide" Target="/ppt/notesSlides/notesSlide3.xml" Id="Refb0d27d9fa646d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cbc98957d4f488e" /><Relationship Type="http://schemas.openxmlformats.org/officeDocument/2006/relationships/notesSlide" Target="/ppt/notesSlides/notesSlide4.xml" Id="Ra96dc527426649f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dc25f5b11484c79" /><Relationship Type="http://schemas.openxmlformats.org/officeDocument/2006/relationships/image" Target="/ppt/media/image6.png" Id="R2696d6078c04417d" /><Relationship Type="http://schemas.openxmlformats.org/officeDocument/2006/relationships/image" Target="/ppt/media/image.svg" Id="Rc4c9c6654dad4c5c" /><Relationship Type="http://schemas.openxmlformats.org/officeDocument/2006/relationships/image" Target="/ppt/media/image7.png" Id="R1d5eb82264fe43b1" /><Relationship Type="http://schemas.openxmlformats.org/officeDocument/2006/relationships/image" Target="/ppt/media/image2.svg" Id="R485c0d4c3dae4820" /><Relationship Type="http://schemas.openxmlformats.org/officeDocument/2006/relationships/image" Target="/ppt/media/image8.png" Id="R72d2647946b9412b" /><Relationship Type="http://schemas.openxmlformats.org/officeDocument/2006/relationships/image" Target="/ppt/media/image3.svg" Id="R884a3cd026bc43c6" /><Relationship Type="http://schemas.openxmlformats.org/officeDocument/2006/relationships/notesSlide" Target="/ppt/notesSlides/notesSlide5.xml" Id="R2927e2059e9747b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ac75ee057134836" /><Relationship Type="http://schemas.openxmlformats.org/officeDocument/2006/relationships/image" Target="/ppt/media/image9.png" Id="Rdc75045e61594a26" /><Relationship Type="http://schemas.openxmlformats.org/officeDocument/2006/relationships/image" Target="/ppt/media/image4.svg" Id="Rc8978fd7b2fe4213" /><Relationship Type="http://schemas.openxmlformats.org/officeDocument/2006/relationships/image" Target="/ppt/media/image10.png" Id="R820614a32f6e48a6" /><Relationship Type="http://schemas.openxmlformats.org/officeDocument/2006/relationships/image" Target="/ppt/media/image5.svg" Id="Rcdb3c22f4b9f4136" /><Relationship Type="http://schemas.openxmlformats.org/officeDocument/2006/relationships/image" Target="/ppt/media/image11.png" Id="R411bc7de266d48f2" /><Relationship Type="http://schemas.openxmlformats.org/officeDocument/2006/relationships/image" Target="/ppt/media/image6.svg" Id="Rb26daca0f7cd4347" /><Relationship Type="http://schemas.openxmlformats.org/officeDocument/2006/relationships/image" Target="/ppt/media/image12.png" Id="R5e55f00f077d498f" /><Relationship Type="http://schemas.openxmlformats.org/officeDocument/2006/relationships/image" Target="/ppt/media/image7.svg" Id="R5e8a7163568d46b0" /><Relationship Type="http://schemas.openxmlformats.org/officeDocument/2006/relationships/image" Target="/ppt/media/image13.png" Id="Refb80dd311a5466a" /><Relationship Type="http://schemas.openxmlformats.org/officeDocument/2006/relationships/image" Target="/ppt/media/image8.svg" Id="R0dfab1890c5f47e2" /><Relationship Type="http://schemas.openxmlformats.org/officeDocument/2006/relationships/notesSlide" Target="/ppt/notesSlides/notesSlide6.xml" Id="R0cac970267da4f7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73c11e7adc84ce0" /><Relationship Type="http://schemas.openxmlformats.org/officeDocument/2006/relationships/image" Target="/ppt/media/image14.png" Id="R0d2979a88b674daf" /><Relationship Type="http://schemas.openxmlformats.org/officeDocument/2006/relationships/image" Target="/ppt/media/image9.svg" Id="Ra675e565006d4914" /><Relationship Type="http://schemas.openxmlformats.org/officeDocument/2006/relationships/image" Target="/ppt/media/image15.png" Id="R54fe826a8f824785" /><Relationship Type="http://schemas.openxmlformats.org/officeDocument/2006/relationships/image" Target="/ppt/media/image10.svg" Id="R2c7ec3fb8aad4985" /><Relationship Type="http://schemas.openxmlformats.org/officeDocument/2006/relationships/image" Target="/ppt/media/image16.png" Id="R333410b14d3347cd" /><Relationship Type="http://schemas.openxmlformats.org/officeDocument/2006/relationships/image" Target="/ppt/media/image11.svg" Id="Rf861f3fa5ae84649" /><Relationship Type="http://schemas.openxmlformats.org/officeDocument/2006/relationships/image" Target="/ppt/media/image17.png" Id="R4b7b5c8fb0eb4c58" /><Relationship Type="http://schemas.openxmlformats.org/officeDocument/2006/relationships/image" Target="/ppt/media/image12.svg" Id="R9f6b81a546d34e8e" /><Relationship Type="http://schemas.openxmlformats.org/officeDocument/2006/relationships/notesSlide" Target="/ppt/notesSlides/notesSlide7.xml" Id="Rc2bee2904c9f424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c695b2ceaec4935" /><Relationship Type="http://schemas.openxmlformats.org/officeDocument/2006/relationships/notesSlide" Target="/ppt/notesSlides/notesSlide8.xml" Id="R2aa16cbb794f4d6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e6bcbeafb34cf3" /><Relationship Type="http://schemas.openxmlformats.org/officeDocument/2006/relationships/notesSlide" Target="/ppt/notesSlides/notesSlide9.xml" Id="R955546165ad14dd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C6A06665-0947-4148-A40E-3563F8D4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 xmlns:a="http://schemas.openxmlformats.org/drawingml/2006/main">
              <a:ext uri="{FF2B5EF4-FFF2-40B4-BE49-F238E27FC236}">
                <a16:creationId xmlns:a16="http://schemas.microsoft.com/office/drawing/2014/main" id="{A47CE134-252C-4177-80D7-61F09492F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10000"/>
            <a:ext cx="7620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10000"/>
              </a:lnSpc>
              <a:spcBef>
                <a:spcPts val="0"/>
              </a:spcBef>
              <a:buNone/>
              <a:defRPr sz="2250">
                <a:latin typeface="HYWenRunSongYun U"/>
                <a:ea typeface="HYWenRunSongYun U"/>
                <a:cs typeface="HYWenRunSongYun U"/>
              </a:defRPr>
            </a:pPr>
            <a:r>
              <a:rPr sz="2800" i="0" u="none" cap="none">
                <a:ln>
                  <a:noFill/>
                </a:ln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汇报人：魏鹏宇</a:t>
            </a:r>
          </a:p>
        </p:txBody>
      </p:sp>
      <p:sp>
        <p:nvSpPr>
          <p:cNvPr id="17" name="标题 8">
            <a:extLst xmlns:a="http://schemas.openxmlformats.org/drawingml/2006/main">
              <a:ext uri="{FF2B5EF4-FFF2-40B4-BE49-F238E27FC236}">
                <a16:creationId xmlns:a16="http://schemas.microsoft.com/office/drawing/2014/main" id="{A6CFD9A0-81EF-46A8-B8B1-559C0963E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19700"/>
            <a:ext cx="4762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2400" spc="300"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2026.07.20</a:t>
            </a:r>
            <a:endParaRPr sz="2400" spc="300">
              <a:solidFill>
                <a:schemeClr val="tx1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DB5499B6-4A1C-4743-8627-9B054396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F4D33095-98E3-43D0-8821-597C1069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5" y="1887474"/>
            <a:ext cx="11932063" cy="16135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4800">
                <a:latin typeface="HYWenRunSongYun U"/>
                <a:ea typeface="HYWenRunSongYun U"/>
                <a:cs typeface="HYWenRunSongYun U"/>
              </a:defRPr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让“六地”红，
成为理工青年最鲜亮的青春底色</a:t>
            </a:r>
          </a:p>
        </p:txBody>
      </p:sp>
    </p:spTree>
    <p:extLst>
      <p:ext uri="{BB962C8B-B14F-4D97-AF65-F5344CB8AC3E}">
        <p14:creationId xmlns:p14="http://schemas.microsoft.com/office/powerpoint/2010/main" val="82748846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52625"/>
            <a:ext cx="9620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1. 缘起与转向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2. 构建新矩阵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3. 五类实践抓手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4. 五年成效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5. 收束与展望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开场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8D86AE88-754F-4A64-A59E-535B11EA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single-focus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8B0D8EDB-7C6F-4119-A84C-197707F0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049780"/>
            <a:ext cx="8915400" cy="36553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within=composition-single-focus|role=accent">
            <a:extLst xmlns:a="http://schemas.openxmlformats.org/drawingml/2006/main">
              <a:ext uri="{FF2B5EF4-FFF2-40B4-BE49-F238E27FC236}">
                <a16:creationId xmlns:a16="http://schemas.microsoft.com/office/drawing/2014/main" id="{DEF88AE1-D2C5-4ED3-8288-AC2CA985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148" y="2125980"/>
            <a:ext cx="6775704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single-focus|role=title">
            <a:extLst xmlns:a="http://schemas.openxmlformats.org/drawingml/2006/main">
              <a:ext uri="{FF2B5EF4-FFF2-40B4-BE49-F238E27FC236}">
                <a16:creationId xmlns:a16="http://schemas.microsoft.com/office/drawing/2014/main" id="{7C66C7F6-5F42-42FE-BDB3-7E08FFA0D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602230"/>
            <a:ext cx="8001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创新案例分享</a:t>
            </a:r>
          </a:p>
        </p:txBody>
      </p:sp>
      <p:sp>
        <p:nvSpPr>
          <p:cNvPr id="18" name="PPAGENT_QA|within=composition-single-focus|role=body">
            <a:extLst xmlns:a="http://schemas.openxmlformats.org/drawingml/2006/main">
              <a:ext uri="{FF2B5EF4-FFF2-40B4-BE49-F238E27FC236}">
                <a16:creationId xmlns:a16="http://schemas.microsoft.com/office/drawing/2014/main" id="{5D69E580-EBEE-4181-83BE-5B8F0197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430905"/>
            <a:ext cx="74676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分享辽宁“六地”红色文化融入党员教育的创新实践，主题聚焦理工青年。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从“三高三低”到深耕辽宁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对比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8D86AE88-754F-4A64-A59E-535B11EA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composition-dual-divider">
            <a:extLst xmlns:a="http://schemas.openxmlformats.org/drawingml/2006/main">
              <a:ext uri="{FF2B5EF4-FFF2-40B4-BE49-F238E27FC236}">
                <a16:creationId xmlns:a16="http://schemas.microsoft.com/office/drawing/2014/main" id="{EC670401-0C49-4838-B8F1-5110BD35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81200"/>
            <a:ext cx="190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dual-0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C352470B-BF40-4409-973D-9EC1FDB34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445770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dual-0|role=index">
            <a:extLst xmlns:a="http://schemas.openxmlformats.org/drawingml/2006/main">
              <a:ext uri="{FF2B5EF4-FFF2-40B4-BE49-F238E27FC236}">
                <a16:creationId xmlns:a16="http://schemas.microsoft.com/office/drawing/2014/main" id="{62784798-DA45-47E3-9052-D0E5FC09F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8" name="PPAGENT_QA|within=composition-dual-0|role=title">
            <a:extLst xmlns:a="http://schemas.openxmlformats.org/drawingml/2006/main">
              <a:ext uri="{FF2B5EF4-FFF2-40B4-BE49-F238E27FC236}">
                <a16:creationId xmlns:a16="http://schemas.microsoft.com/office/drawing/2014/main" id="{B16E40B1-6531-40F4-A3DA-AD615377F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451354"/>
            <a:ext cx="4457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三高三低困境</a:t>
            </a:r>
          </a:p>
        </p:txBody>
      </p:sp>
      <p:sp>
        <p:nvSpPr>
          <p:cNvPr id="19" name="PPAGENT_QA|within=composition-dual-0|role=accent">
            <a:extLst xmlns:a="http://schemas.openxmlformats.org/drawingml/2006/main">
              <a:ext uri="{FF2B5EF4-FFF2-40B4-BE49-F238E27FC236}">
                <a16:creationId xmlns:a16="http://schemas.microsoft.com/office/drawing/2014/main" id="{FC84EB87-0957-4036-8549-616344E2F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480054"/>
            <a:ext cx="169392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PAGENT_QA|within=composition-dual-0|role=body">
            <a:extLst xmlns:a="http://schemas.openxmlformats.org/drawingml/2006/main">
              <a:ext uri="{FF2B5EF4-FFF2-40B4-BE49-F238E27FC236}">
                <a16:creationId xmlns:a16="http://schemas.microsoft.com/office/drawing/2014/main" id="{CBCDD78C-EF57-4319-B27F-35C36778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765804"/>
            <a:ext cx="4457700" cy="1937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理工学生党员面临‘高学分、高竞赛、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高科研’与‘理论情感低、身份认同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低、知行合一低’并存，走遍全国。</a:t>
            </a:r>
          </a:p>
        </p:txBody>
      </p:sp>
      <p:sp>
        <p:nvSpPr>
          <p:cNvPr id="21" name="PPAGENT_QA|parent=composition-dual-1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BF2EA271-D76F-4873-A2D3-57B3BD09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1956054"/>
            <a:ext cx="445770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PPAGENT_QA|within=composition-dual-1|role=index">
            <a:extLst xmlns:a="http://schemas.openxmlformats.org/drawingml/2006/main">
              <a:ext uri="{FF2B5EF4-FFF2-40B4-BE49-F238E27FC236}">
                <a16:creationId xmlns:a16="http://schemas.microsoft.com/office/drawing/2014/main" id="{B2D22EC8-F74E-4B0A-B508-FE9A9495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1956054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3" name="PPAGENT_QA|within=composition-dual-1|role=title">
            <a:extLst xmlns:a="http://schemas.openxmlformats.org/drawingml/2006/main">
              <a:ext uri="{FF2B5EF4-FFF2-40B4-BE49-F238E27FC236}">
                <a16:creationId xmlns:a16="http://schemas.microsoft.com/office/drawing/2014/main" id="{3AF09AFF-3EA0-4EFF-9E0C-B518CD2A5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2451354"/>
            <a:ext cx="4457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深耕辽宁新路</a:t>
            </a:r>
          </a:p>
        </p:txBody>
      </p:sp>
      <p:sp>
        <p:nvSpPr>
          <p:cNvPr id="24" name="PPAGENT_QA|within=composition-dual-1|role=accent">
            <a:extLst xmlns:a="http://schemas.openxmlformats.org/drawingml/2006/main">
              <a:ext uri="{FF2B5EF4-FFF2-40B4-BE49-F238E27FC236}">
                <a16:creationId xmlns:a16="http://schemas.microsoft.com/office/drawing/2014/main" id="{1C788912-AE6D-408D-B0DF-F444C5A13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3480054"/>
            <a:ext cx="169392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dual-1|role=body">
            <a:extLst xmlns:a="http://schemas.openxmlformats.org/drawingml/2006/main">
              <a:ext uri="{FF2B5EF4-FFF2-40B4-BE49-F238E27FC236}">
                <a16:creationId xmlns:a16="http://schemas.microsoft.com/office/drawing/2014/main" id="{82FBF4F9-0EA4-4563-86A8-A9AD38A5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3765804"/>
            <a:ext cx="4457700" cy="1937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立足辽宁六地红色资源，组建实践团，在社会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课堂锻造‘理论+实践’党员教育红色矩阵。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“1+3+N”新矩阵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机制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8D86AE88-754F-4A64-A59E-535B11EA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3BF3A60E-FF63-4BB3-9B9E-447128A73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arallel-card-underlay-0">
            <a:extLst xmlns:a="http://schemas.openxmlformats.org/drawingml/2006/main">
              <a:ext uri="{FF2B5EF4-FFF2-40B4-BE49-F238E27FC236}">
                <a16:creationId xmlns:a16="http://schemas.microsoft.com/office/drawing/2014/main" id="{C1DE02A8-4BE8-4AAC-9911-275F55727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25" y="2514600"/>
            <a:ext cx="2825648" cy="3352800"/>
          </a:xfrm>
          <a:prstGeom xmlns:a="http://schemas.openxmlformats.org/drawingml/2006/main" prst="roundRect">
            <a:avLst>
              <a:gd name="adj" fmla="val 8764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17" name="parallel-card-surface-0">
            <a:extLst xmlns:a="http://schemas.openxmlformats.org/drawingml/2006/main">
              <a:ext uri="{FF2B5EF4-FFF2-40B4-BE49-F238E27FC236}">
                <a16:creationId xmlns:a16="http://schemas.microsoft.com/office/drawing/2014/main" id="{141A1ED5-5C23-4A84-8F04-F7F84CD75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2419350"/>
            <a:ext cx="2978048" cy="3352800"/>
          </a:xfrm>
          <a:prstGeom xmlns:a="http://schemas.openxmlformats.org/drawingml/2006/main" prst="roundRect">
            <a:avLst>
              <a:gd name="adj" fmla="val 8316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parallel-card-accent-0">
            <a:extLst xmlns:a="http://schemas.openxmlformats.org/drawingml/2006/main">
              <a:ext uri="{FF2B5EF4-FFF2-40B4-BE49-F238E27FC236}">
                <a16:creationId xmlns:a16="http://schemas.microsoft.com/office/drawing/2014/main" id="{076D35AE-240E-45FB-9A15-9CD164B4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03424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rallel-marker-halo-0">
            <a:extLst xmlns:a="http://schemas.openxmlformats.org/drawingml/2006/main">
              <a:ext uri="{FF2B5EF4-FFF2-40B4-BE49-F238E27FC236}">
                <a16:creationId xmlns:a16="http://schemas.microsoft.com/office/drawing/2014/main" id="{72FEAAC6-B13A-44FD-88AD-BC83B7CC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6749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20" name="parallel-marker-core-0">
            <a:extLst xmlns:a="http://schemas.openxmlformats.org/drawingml/2006/main">
              <a:ext uri="{FF2B5EF4-FFF2-40B4-BE49-F238E27FC236}">
                <a16:creationId xmlns:a16="http://schemas.microsoft.com/office/drawing/2014/main" id="{7308D7E0-52D1-40F4-8778-9C37AC1D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0099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96d6078c04417d">
            <a:extLst>
              <a:ext uri="{96DAC541-7B7A-43D3-8B79-37D633B846F1}">
                <asvg:svgBlip xmlns:asvg="http://schemas.microsoft.com/office/drawing/2016/SVG/main" r:embed="Rc4c9c6654dad4c5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622499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2" name="parallel-title-0">
            <a:extLst xmlns:a="http://schemas.openxmlformats.org/drawingml/2006/main">
              <a:ext uri="{FF2B5EF4-FFF2-40B4-BE49-F238E27FC236}">
                <a16:creationId xmlns:a16="http://schemas.microsoft.com/office/drawing/2014/main" id="{FA983811-59A4-4763-A7C4-ED11BCDD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1625" y="3238500"/>
            <a:ext cx="244464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1条研学链</a:t>
            </a:r>
          </a:p>
        </p:txBody>
      </p:sp>
      <p:sp>
        <p:nvSpPr>
          <p:cNvPr id="23" name="parallel-rule-0">
            <a:extLst xmlns:a="http://schemas.openxmlformats.org/drawingml/2006/main">
              <a:ext uri="{FF2B5EF4-FFF2-40B4-BE49-F238E27FC236}">
                <a16:creationId xmlns:a16="http://schemas.microsoft.com/office/drawing/2014/main" id="{BBF2E41E-9D17-4C60-86A4-3A347CDD5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36774" y="37719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rallel-body-0">
            <a:extLst xmlns:a="http://schemas.openxmlformats.org/drawingml/2006/main">
              <a:ext uri="{FF2B5EF4-FFF2-40B4-BE49-F238E27FC236}">
                <a16:creationId xmlns:a16="http://schemas.microsoft.com/office/drawing/2014/main" id="{062D5E41-123C-4BED-A37A-6FCFBD1B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1625" y="4162425"/>
            <a:ext cx="2444648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对接22处示范教学点，按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1+6+N设计路线，绘制红色足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迹地图。</a:t>
            </a:r>
          </a:p>
        </p:txBody>
      </p:sp>
      <p:sp>
        <p:nvSpPr>
          <p:cNvPr id="25" name="parallel-card-underlay-1">
            <a:extLst xmlns:a="http://schemas.openxmlformats.org/drawingml/2006/main">
              <a:ext uri="{FF2B5EF4-FFF2-40B4-BE49-F238E27FC236}">
                <a16:creationId xmlns:a16="http://schemas.microsoft.com/office/drawing/2014/main" id="{14AA81D6-D272-4B78-BF6B-A8A4EDFB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83023" y="2514600"/>
            <a:ext cx="2825801" cy="3352800"/>
          </a:xfrm>
          <a:prstGeom xmlns:a="http://schemas.openxmlformats.org/drawingml/2006/main" prst="roundRect">
            <a:avLst>
              <a:gd name="adj" fmla="val 8764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26" name="parallel-card-surface-1">
            <a:extLst xmlns:a="http://schemas.openxmlformats.org/drawingml/2006/main">
              <a:ext uri="{FF2B5EF4-FFF2-40B4-BE49-F238E27FC236}">
                <a16:creationId xmlns:a16="http://schemas.microsoft.com/office/drawing/2014/main" id="{1BCC3862-36E6-4E93-953B-331793D9C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06823" y="2419350"/>
            <a:ext cx="2978201" cy="3352800"/>
          </a:xfrm>
          <a:prstGeom xmlns:a="http://schemas.openxmlformats.org/drawingml/2006/main" prst="roundRect">
            <a:avLst>
              <a:gd name="adj" fmla="val 8315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parallel-card-accent-1">
            <a:extLst xmlns:a="http://schemas.openxmlformats.org/drawingml/2006/main">
              <a:ext uri="{FF2B5EF4-FFF2-40B4-BE49-F238E27FC236}">
                <a16:creationId xmlns:a16="http://schemas.microsoft.com/office/drawing/2014/main" id="{BB4E21C0-23FB-4BE0-AA39-6DC65C8D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05323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arallel-marker-halo-1">
            <a:extLst xmlns:a="http://schemas.openxmlformats.org/drawingml/2006/main">
              <a:ext uri="{FF2B5EF4-FFF2-40B4-BE49-F238E27FC236}">
                <a16:creationId xmlns:a16="http://schemas.microsoft.com/office/drawing/2014/main" id="{4487BF9F-F7B8-4BB0-9203-EDF255BE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38648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29" name="parallel-marker-core-1">
            <a:extLst xmlns:a="http://schemas.openxmlformats.org/drawingml/2006/main">
              <a:ext uri="{FF2B5EF4-FFF2-40B4-BE49-F238E27FC236}">
                <a16:creationId xmlns:a16="http://schemas.microsoft.com/office/drawing/2014/main" id="{7DD149C9-1CFD-44BF-BA53-07669B4E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71998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5eb82264fe43b1">
            <a:extLst>
              <a:ext uri="{96DAC541-7B7A-43D3-8B79-37D633B846F1}">
                <asvg:svgBlip xmlns:asvg="http://schemas.microsoft.com/office/drawing/2016/SVG/main" r:embed="R485c0d4c3dae482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24398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31" name="parallel-title-1">
            <a:extLst xmlns:a="http://schemas.openxmlformats.org/drawingml/2006/main">
              <a:ext uri="{FF2B5EF4-FFF2-40B4-BE49-F238E27FC236}">
                <a16:creationId xmlns:a16="http://schemas.microsoft.com/office/drawing/2014/main" id="{61B8A05C-F108-4F06-8147-1F4F9256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3523" y="3238500"/>
            <a:ext cx="2444801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3类青春课堂</a:t>
            </a:r>
          </a:p>
        </p:txBody>
      </p:sp>
      <p:sp>
        <p:nvSpPr>
          <p:cNvPr id="32" name="parallel-rule-1">
            <a:extLst xmlns:a="http://schemas.openxmlformats.org/drawingml/2006/main">
              <a:ext uri="{FF2B5EF4-FFF2-40B4-BE49-F238E27FC236}">
                <a16:creationId xmlns:a16="http://schemas.microsoft.com/office/drawing/2014/main" id="{F26DA2BC-A58A-4F14-994A-A8DD3BDCD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38673" y="37719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arallel-body-1">
            <a:extLst xmlns:a="http://schemas.openxmlformats.org/drawingml/2006/main">
              <a:ext uri="{FF2B5EF4-FFF2-40B4-BE49-F238E27FC236}">
                <a16:creationId xmlns:a16="http://schemas.microsoft.com/office/drawing/2014/main" id="{9D4A5B6B-A7AD-4B95-8663-14A0AB660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3523" y="4295775"/>
            <a:ext cx="2444801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行走课堂、VR党课、互动课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堂，覆盖沉浸式教育。</a:t>
            </a:r>
          </a:p>
        </p:txBody>
      </p:sp>
      <p:sp>
        <p:nvSpPr>
          <p:cNvPr id="34" name="parallel-card-underlay-2">
            <a:extLst xmlns:a="http://schemas.openxmlformats.org/drawingml/2006/main">
              <a:ext uri="{FF2B5EF4-FFF2-40B4-BE49-F238E27FC236}">
                <a16:creationId xmlns:a16="http://schemas.microsoft.com/office/drawing/2014/main" id="{2B30C2AD-1D97-4A33-98C2-0A525476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85074" y="2514600"/>
            <a:ext cx="2825648" cy="3352800"/>
          </a:xfrm>
          <a:prstGeom xmlns:a="http://schemas.openxmlformats.org/drawingml/2006/main" prst="roundRect">
            <a:avLst>
              <a:gd name="adj" fmla="val 8764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35" name="parallel-card-surface-2">
            <a:extLst xmlns:a="http://schemas.openxmlformats.org/drawingml/2006/main">
              <a:ext uri="{FF2B5EF4-FFF2-40B4-BE49-F238E27FC236}">
                <a16:creationId xmlns:a16="http://schemas.microsoft.com/office/drawing/2014/main" id="{F77B2D6F-1C52-4B6C-84C5-1589D5D2F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8874" y="2419350"/>
            <a:ext cx="2978048" cy="3352800"/>
          </a:xfrm>
          <a:prstGeom xmlns:a="http://schemas.openxmlformats.org/drawingml/2006/main" prst="roundRect">
            <a:avLst>
              <a:gd name="adj" fmla="val 8316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parallel-card-accent-2">
            <a:extLst xmlns:a="http://schemas.openxmlformats.org/drawingml/2006/main">
              <a:ext uri="{FF2B5EF4-FFF2-40B4-BE49-F238E27FC236}">
                <a16:creationId xmlns:a16="http://schemas.microsoft.com/office/drawing/2014/main" id="{85ADD702-427C-43A4-8452-0BC15BBA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07373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parallel-marker-halo-2">
            <a:extLst xmlns:a="http://schemas.openxmlformats.org/drawingml/2006/main">
              <a:ext uri="{FF2B5EF4-FFF2-40B4-BE49-F238E27FC236}">
                <a16:creationId xmlns:a16="http://schemas.microsoft.com/office/drawing/2014/main" id="{8EAC1E24-9E00-4C49-8251-E3AB60793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40698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38" name="parallel-marker-core-2">
            <a:extLst xmlns:a="http://schemas.openxmlformats.org/drawingml/2006/main">
              <a:ext uri="{FF2B5EF4-FFF2-40B4-BE49-F238E27FC236}">
                <a16:creationId xmlns:a16="http://schemas.microsoft.com/office/drawing/2014/main" id="{8DF81DD2-3B17-4AB3-87D9-8238F338D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74048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d2647946b9412b">
            <a:extLst>
              <a:ext uri="{96DAC541-7B7A-43D3-8B79-37D633B846F1}">
                <asvg:svgBlip xmlns:asvg="http://schemas.microsoft.com/office/drawing/2016/SVG/main" r:embed="R884a3cd026bc43c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226448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40" name="parallel-title-2">
            <a:extLst xmlns:a="http://schemas.openxmlformats.org/drawingml/2006/main">
              <a:ext uri="{FF2B5EF4-FFF2-40B4-BE49-F238E27FC236}">
                <a16:creationId xmlns:a16="http://schemas.microsoft.com/office/drawing/2014/main" id="{F9ECC485-574C-414B-BCFB-F07DD7BF6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5574" y="3238500"/>
            <a:ext cx="244464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N个教育场景</a:t>
            </a:r>
          </a:p>
        </p:txBody>
      </p:sp>
      <p:sp>
        <p:nvSpPr>
          <p:cNvPr id="41" name="parallel-rule-2">
            <a:extLst xmlns:a="http://schemas.openxmlformats.org/drawingml/2006/main">
              <a:ext uri="{FF2B5EF4-FFF2-40B4-BE49-F238E27FC236}">
                <a16:creationId xmlns:a16="http://schemas.microsoft.com/office/drawing/2014/main" id="{F7735F38-D8CF-424C-8715-03D0E00BF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0723" y="37719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arallel-body-2">
            <a:extLst xmlns:a="http://schemas.openxmlformats.org/drawingml/2006/main">
              <a:ext uri="{FF2B5EF4-FFF2-40B4-BE49-F238E27FC236}">
                <a16:creationId xmlns:a16="http://schemas.microsoft.com/office/drawing/2014/main" id="{F7B25694-6B88-4E12-B209-7B3345301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5574" y="4295775"/>
            <a:ext cx="2444648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校地、校企、校校联建，实现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全时全域红色教育。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五类实践抓手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要点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8D86AE88-754F-4A64-A59E-535B11EA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04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A22A840A-80D2-4DF1-8565-78ACF3DC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arallel-card-underlay-0">
            <a:extLst xmlns:a="http://schemas.openxmlformats.org/drawingml/2006/main">
              <a:ext uri="{FF2B5EF4-FFF2-40B4-BE49-F238E27FC236}">
                <a16:creationId xmlns:a16="http://schemas.microsoft.com/office/drawing/2014/main" id="{A0AF40FC-A812-4269-8E9A-356ECD5D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2514600"/>
            <a:ext cx="1882083" cy="33528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17" name="parallel-card-surface-0">
            <a:extLst xmlns:a="http://schemas.openxmlformats.org/drawingml/2006/main">
              <a:ext uri="{FF2B5EF4-FFF2-40B4-BE49-F238E27FC236}">
                <a16:creationId xmlns:a16="http://schemas.microsoft.com/office/drawing/2014/main" id="{9ADF3D8B-DBEF-4D38-87F3-49C58996F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2419350"/>
            <a:ext cx="2034483" cy="3352800"/>
          </a:xfrm>
          <a:prstGeom xmlns:a="http://schemas.openxmlformats.org/drawingml/2006/main" prst="roundRect">
            <a:avLst>
              <a:gd name="adj" fmla="val 12173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parallel-card-accent-0">
            <a:extLst xmlns:a="http://schemas.openxmlformats.org/drawingml/2006/main">
              <a:ext uri="{FF2B5EF4-FFF2-40B4-BE49-F238E27FC236}">
                <a16:creationId xmlns:a16="http://schemas.microsoft.com/office/drawing/2014/main" id="{255648F5-5275-4F0E-88FF-42ECE9768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3466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rallel-marker-halo-0">
            <a:extLst xmlns:a="http://schemas.openxmlformats.org/drawingml/2006/main">
              <a:ext uri="{FF2B5EF4-FFF2-40B4-BE49-F238E27FC236}">
                <a16:creationId xmlns:a16="http://schemas.microsoft.com/office/drawing/2014/main" id="{88C10DCA-0AFC-4AC2-8C8F-2E931A73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6791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20" name="parallel-marker-core-0">
            <a:extLst xmlns:a="http://schemas.openxmlformats.org/drawingml/2006/main">
              <a:ext uri="{FF2B5EF4-FFF2-40B4-BE49-F238E27FC236}">
                <a16:creationId xmlns:a16="http://schemas.microsoft.com/office/drawing/2014/main" id="{285249C9-D971-4AE9-A4F4-58D4510A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0141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75045e61594a26">
            <a:extLst>
              <a:ext uri="{96DAC541-7B7A-43D3-8B79-37D633B846F1}">
                <asvg:svgBlip xmlns:asvg="http://schemas.microsoft.com/office/drawing/2016/SVG/main" r:embed="Rc8978fd7b2fe421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512541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2" name="parallel-title-0">
            <a:extLst xmlns:a="http://schemas.openxmlformats.org/drawingml/2006/main">
              <a:ext uri="{FF2B5EF4-FFF2-40B4-BE49-F238E27FC236}">
                <a16:creationId xmlns:a16="http://schemas.microsoft.com/office/drawing/2014/main" id="{3F01E602-AF22-4FAC-B2F8-2964CA6B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3200400"/>
            <a:ext cx="165348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红色任务单</a:t>
            </a:r>
          </a:p>
        </p:txBody>
      </p:sp>
      <p:sp>
        <p:nvSpPr>
          <p:cNvPr id="23" name="parallel-rule-0">
            <a:extLst xmlns:a="http://schemas.openxmlformats.org/drawingml/2006/main">
              <a:ext uri="{FF2B5EF4-FFF2-40B4-BE49-F238E27FC236}">
                <a16:creationId xmlns:a16="http://schemas.microsoft.com/office/drawing/2014/main" id="{97B6FEA9-0670-4066-9C4B-6CE0AB15C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6816" y="371475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rallel-body-0">
            <a:extLst xmlns:a="http://schemas.openxmlformats.org/drawingml/2006/main">
              <a:ext uri="{FF2B5EF4-FFF2-40B4-BE49-F238E27FC236}">
                <a16:creationId xmlns:a16="http://schemas.microsoft.com/office/drawing/2014/main" id="{379C64BC-1890-4235-AB35-EA5F20490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4143375"/>
            <a:ext cx="1653483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拍短视频、解决微难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题、带回微课题，三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摆三写军令状。</a:t>
            </a:r>
          </a:p>
        </p:txBody>
      </p:sp>
      <p:sp>
        <p:nvSpPr>
          <p:cNvPr id="25" name="parallel-card-underlay-1">
            <a:extLst xmlns:a="http://schemas.openxmlformats.org/drawingml/2006/main">
              <a:ext uri="{FF2B5EF4-FFF2-40B4-BE49-F238E27FC236}">
                <a16:creationId xmlns:a16="http://schemas.microsoft.com/office/drawing/2014/main" id="{049F9B73-DAC3-40A6-BDDD-665483E1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48883" y="2514600"/>
            <a:ext cx="1882083" cy="33528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26" name="parallel-card-surface-1">
            <a:extLst xmlns:a="http://schemas.openxmlformats.org/drawingml/2006/main">
              <a:ext uri="{FF2B5EF4-FFF2-40B4-BE49-F238E27FC236}">
                <a16:creationId xmlns:a16="http://schemas.microsoft.com/office/drawing/2014/main" id="{E2B12729-1F29-4E1C-9F84-48DFD0290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72683" y="2419350"/>
            <a:ext cx="2034483" cy="3352800"/>
          </a:xfrm>
          <a:prstGeom xmlns:a="http://schemas.openxmlformats.org/drawingml/2006/main" prst="roundRect">
            <a:avLst>
              <a:gd name="adj" fmla="val 12173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parallel-card-accent-1">
            <a:extLst xmlns:a="http://schemas.openxmlformats.org/drawingml/2006/main">
              <a:ext uri="{FF2B5EF4-FFF2-40B4-BE49-F238E27FC236}">
                <a16:creationId xmlns:a16="http://schemas.microsoft.com/office/drawing/2014/main" id="{530A0631-4A19-4327-8541-A5B2100E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99399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arallel-marker-halo-1">
            <a:extLst xmlns:a="http://schemas.openxmlformats.org/drawingml/2006/main">
              <a:ext uri="{FF2B5EF4-FFF2-40B4-BE49-F238E27FC236}">
                <a16:creationId xmlns:a16="http://schemas.microsoft.com/office/drawing/2014/main" id="{390A8365-14EE-4409-824B-E3BCEED0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32724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29" name="parallel-marker-core-1">
            <a:extLst xmlns:a="http://schemas.openxmlformats.org/drawingml/2006/main">
              <a:ext uri="{FF2B5EF4-FFF2-40B4-BE49-F238E27FC236}">
                <a16:creationId xmlns:a16="http://schemas.microsoft.com/office/drawing/2014/main" id="{98E37DB0-934B-436D-9C46-91068EEF9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66074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0614a32f6e48a6">
            <a:extLst>
              <a:ext uri="{96DAC541-7B7A-43D3-8B79-37D633B846F1}">
                <asvg:svgBlip xmlns:asvg="http://schemas.microsoft.com/office/drawing/2016/SVG/main" r:embed="Rcdb3c22f4b9f413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718474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31" name="parallel-title-1">
            <a:extLst xmlns:a="http://schemas.openxmlformats.org/drawingml/2006/main">
              <a:ext uri="{FF2B5EF4-FFF2-40B4-BE49-F238E27FC236}">
                <a16:creationId xmlns:a16="http://schemas.microsoft.com/office/drawing/2014/main" id="{D7D64DC6-709B-4D3C-8FCB-141364691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63183" y="3200400"/>
            <a:ext cx="165348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VR示范基地</a:t>
            </a:r>
          </a:p>
        </p:txBody>
      </p:sp>
      <p:sp>
        <p:nvSpPr>
          <p:cNvPr id="32" name="parallel-rule-1">
            <a:extLst xmlns:a="http://schemas.openxmlformats.org/drawingml/2006/main">
              <a:ext uri="{FF2B5EF4-FFF2-40B4-BE49-F238E27FC236}">
                <a16:creationId xmlns:a16="http://schemas.microsoft.com/office/drawing/2014/main" id="{A11E7EA6-6889-4647-8317-E09B7D27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2749" y="371475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arallel-body-1">
            <a:extLst xmlns:a="http://schemas.openxmlformats.org/drawingml/2006/main">
              <a:ext uri="{FF2B5EF4-FFF2-40B4-BE49-F238E27FC236}">
                <a16:creationId xmlns:a16="http://schemas.microsoft.com/office/drawing/2014/main" id="{BBDA5FF0-F342-41CC-8B6E-CBD25C62A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63183" y="4143375"/>
            <a:ext cx="1653483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重走总书记路线，开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发7门红色VR党课，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一键穿越一屏百年。</a:t>
            </a:r>
          </a:p>
        </p:txBody>
      </p:sp>
      <p:sp>
        <p:nvSpPr>
          <p:cNvPr id="34" name="parallel-card-underlay-2">
            <a:extLst xmlns:a="http://schemas.openxmlformats.org/drawingml/2006/main">
              <a:ext uri="{FF2B5EF4-FFF2-40B4-BE49-F238E27FC236}">
                <a16:creationId xmlns:a16="http://schemas.microsoft.com/office/drawing/2014/main" id="{D5753E15-F7D6-43E1-9AA3-DA0017FE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4816" y="2514600"/>
            <a:ext cx="1882226" cy="3352800"/>
          </a:xfrm>
          <a:prstGeom xmlns:a="http://schemas.openxmlformats.org/drawingml/2006/main" prst="roundRect">
            <a:avLst>
              <a:gd name="adj" fmla="val 13157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35" name="parallel-card-surface-2">
            <a:extLst xmlns:a="http://schemas.openxmlformats.org/drawingml/2006/main">
              <a:ext uri="{FF2B5EF4-FFF2-40B4-BE49-F238E27FC236}">
                <a16:creationId xmlns:a16="http://schemas.microsoft.com/office/drawing/2014/main" id="{A73833B1-273D-44CF-AEA5-B0DF076C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8616" y="2419350"/>
            <a:ext cx="2034626" cy="3352800"/>
          </a:xfrm>
          <a:prstGeom xmlns:a="http://schemas.openxmlformats.org/drawingml/2006/main" prst="roundRect">
            <a:avLst>
              <a:gd name="adj" fmla="val 12172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parallel-card-accent-2">
            <a:extLst xmlns:a="http://schemas.openxmlformats.org/drawingml/2006/main">
              <a:ext uri="{FF2B5EF4-FFF2-40B4-BE49-F238E27FC236}">
                <a16:creationId xmlns:a16="http://schemas.microsoft.com/office/drawing/2014/main" id="{54F3B2EF-29D9-4ACE-9344-49C217F72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05323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parallel-marker-halo-2">
            <a:extLst xmlns:a="http://schemas.openxmlformats.org/drawingml/2006/main">
              <a:ext uri="{FF2B5EF4-FFF2-40B4-BE49-F238E27FC236}">
                <a16:creationId xmlns:a16="http://schemas.microsoft.com/office/drawing/2014/main" id="{625A86E9-071D-4CF3-83FC-08E9D0AB8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38648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38" name="parallel-marker-core-2">
            <a:extLst xmlns:a="http://schemas.openxmlformats.org/drawingml/2006/main">
              <a:ext uri="{FF2B5EF4-FFF2-40B4-BE49-F238E27FC236}">
                <a16:creationId xmlns:a16="http://schemas.microsoft.com/office/drawing/2014/main" id="{0B487CBC-3772-45E5-BE24-1B2AE301F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71998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pic>
        <p:nvPicPr>
          <p:cNvPr id="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1bc7de266d48f2">
            <a:extLst>
              <a:ext uri="{96DAC541-7B7A-43D3-8B79-37D633B846F1}">
                <asvg:svgBlip xmlns:asvg="http://schemas.microsoft.com/office/drawing/2016/SVG/main" r:embed="Rb26daca0f7cd434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24398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40" name="parallel-title-2">
            <a:extLst xmlns:a="http://schemas.openxmlformats.org/drawingml/2006/main">
              <a:ext uri="{FF2B5EF4-FFF2-40B4-BE49-F238E27FC236}">
                <a16:creationId xmlns:a16="http://schemas.microsoft.com/office/drawing/2014/main" id="{26302619-81BC-4997-8194-39373593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69116" y="3200400"/>
            <a:ext cx="1653626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青春宣讲团</a:t>
            </a:r>
          </a:p>
        </p:txBody>
      </p:sp>
      <p:sp>
        <p:nvSpPr>
          <p:cNvPr id="41" name="parallel-rule-2">
            <a:extLst xmlns:a="http://schemas.openxmlformats.org/drawingml/2006/main">
              <a:ext uri="{FF2B5EF4-FFF2-40B4-BE49-F238E27FC236}">
                <a16:creationId xmlns:a16="http://schemas.microsoft.com/office/drawing/2014/main" id="{6139BC2C-3E24-4026-9384-E6E841510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38673" y="371475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arallel-body-2">
            <a:extLst xmlns:a="http://schemas.openxmlformats.org/drawingml/2006/main">
              <a:ext uri="{FF2B5EF4-FFF2-40B4-BE49-F238E27FC236}">
                <a16:creationId xmlns:a16="http://schemas.microsoft.com/office/drawing/2014/main" id="{82F8B000-A1A7-4289-B3D1-D4F6C4EFC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69116" y="4143375"/>
            <a:ext cx="1653626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32人混编梯队，10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类互动课件，进社区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进企业36场。</a:t>
            </a:r>
          </a:p>
        </p:txBody>
      </p:sp>
      <p:sp>
        <p:nvSpPr>
          <p:cNvPr id="43" name="parallel-card-underlay-3">
            <a:extLst xmlns:a="http://schemas.openxmlformats.org/drawingml/2006/main">
              <a:ext uri="{FF2B5EF4-FFF2-40B4-BE49-F238E27FC236}">
                <a16:creationId xmlns:a16="http://schemas.microsoft.com/office/drawing/2014/main" id="{A82C409E-9E7B-4300-B28F-4FAFE177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60891" y="2514600"/>
            <a:ext cx="1882083" cy="33528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44" name="parallel-card-surface-3">
            <a:extLst xmlns:a="http://schemas.openxmlformats.org/drawingml/2006/main">
              <a:ext uri="{FF2B5EF4-FFF2-40B4-BE49-F238E27FC236}">
                <a16:creationId xmlns:a16="http://schemas.microsoft.com/office/drawing/2014/main" id="{31636102-6077-4930-906F-4A14B7440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4691" y="2419350"/>
            <a:ext cx="2034483" cy="3352800"/>
          </a:xfrm>
          <a:prstGeom xmlns:a="http://schemas.openxmlformats.org/drawingml/2006/main" prst="roundRect">
            <a:avLst>
              <a:gd name="adj" fmla="val 12173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5" name="parallel-card-accent-3">
            <a:extLst xmlns:a="http://schemas.openxmlformats.org/drawingml/2006/main">
              <a:ext uri="{FF2B5EF4-FFF2-40B4-BE49-F238E27FC236}">
                <a16:creationId xmlns:a16="http://schemas.microsoft.com/office/drawing/2014/main" id="{00E88E37-A010-46D1-9DBC-A51C719A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1408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parallel-marker-halo-3">
            <a:extLst xmlns:a="http://schemas.openxmlformats.org/drawingml/2006/main">
              <a:ext uri="{FF2B5EF4-FFF2-40B4-BE49-F238E27FC236}">
                <a16:creationId xmlns:a16="http://schemas.microsoft.com/office/drawing/2014/main" id="{835EDBDA-8FC1-4066-8767-5A2FA291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44733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47" name="parallel-marker-core-3">
            <a:extLst xmlns:a="http://schemas.openxmlformats.org/drawingml/2006/main">
              <a:ext uri="{FF2B5EF4-FFF2-40B4-BE49-F238E27FC236}">
                <a16:creationId xmlns:a16="http://schemas.microsoft.com/office/drawing/2014/main" id="{99E25992-208C-493C-AB2B-5A3A2423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78083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pic>
        <p:nvPicPr>
          <p:cNvPr id="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55f00f077d498f">
            <a:extLst>
              <a:ext uri="{96DAC541-7B7A-43D3-8B79-37D633B846F1}">
                <asvg:svgBlip xmlns:asvg="http://schemas.microsoft.com/office/drawing/2016/SVG/main" r:embed="R5e8a7163568d46b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130483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49" name="parallel-title-3">
            <a:extLst xmlns:a="http://schemas.openxmlformats.org/drawingml/2006/main">
              <a:ext uri="{FF2B5EF4-FFF2-40B4-BE49-F238E27FC236}">
                <a16:creationId xmlns:a16="http://schemas.microsoft.com/office/drawing/2014/main" id="{D5404FEE-FBF9-483B-8F5F-6B41BC9C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75191" y="3200400"/>
            <a:ext cx="165348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红色朋友圈</a:t>
            </a:r>
          </a:p>
        </p:txBody>
      </p:sp>
      <p:sp>
        <p:nvSpPr>
          <p:cNvPr id="50" name="parallel-rule-3">
            <a:extLst xmlns:a="http://schemas.openxmlformats.org/drawingml/2006/main">
              <a:ext uri="{FF2B5EF4-FFF2-40B4-BE49-F238E27FC236}">
                <a16:creationId xmlns:a16="http://schemas.microsoft.com/office/drawing/2014/main" id="{70EE7A73-9033-4A05-A776-AF32C274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44758" y="371475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parallel-body-3">
            <a:extLst xmlns:a="http://schemas.openxmlformats.org/drawingml/2006/main">
              <a:ext uri="{FF2B5EF4-FFF2-40B4-BE49-F238E27FC236}">
                <a16:creationId xmlns:a16="http://schemas.microsoft.com/office/drawing/2014/main" id="{2874FD0F-EC3C-4D06-A133-BA0ED937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75191" y="4143375"/>
            <a:ext cx="1653483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与41家单位联建，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VR党课共享，互派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党员2000人次。</a:t>
            </a:r>
          </a:p>
        </p:txBody>
      </p:sp>
      <p:sp>
        <p:nvSpPr>
          <p:cNvPr id="52" name="parallel-card-underlay-4">
            <a:extLst xmlns:a="http://schemas.openxmlformats.org/drawingml/2006/main">
              <a:ext uri="{FF2B5EF4-FFF2-40B4-BE49-F238E27FC236}">
                <a16:creationId xmlns:a16="http://schemas.microsoft.com/office/drawing/2014/main" id="{BA8C959C-9F79-4D03-B6C8-6FB55BF5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6824" y="2514600"/>
            <a:ext cx="1882226" cy="3352800"/>
          </a:xfrm>
          <a:prstGeom xmlns:a="http://schemas.openxmlformats.org/drawingml/2006/main" prst="roundRect">
            <a:avLst>
              <a:gd name="adj" fmla="val 13157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53" name="parallel-card-surface-4">
            <a:extLst xmlns:a="http://schemas.openxmlformats.org/drawingml/2006/main">
              <a:ext uri="{FF2B5EF4-FFF2-40B4-BE49-F238E27FC236}">
                <a16:creationId xmlns:a16="http://schemas.microsoft.com/office/drawing/2014/main" id="{A8B9A000-6DB5-49CD-9756-68F44BD1B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90624" y="2419350"/>
            <a:ext cx="2034626" cy="3352800"/>
          </a:xfrm>
          <a:prstGeom xmlns:a="http://schemas.openxmlformats.org/drawingml/2006/main" prst="roundRect">
            <a:avLst>
              <a:gd name="adj" fmla="val 12172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4" name="parallel-card-accent-4">
            <a:extLst xmlns:a="http://schemas.openxmlformats.org/drawingml/2006/main">
              <a:ext uri="{FF2B5EF4-FFF2-40B4-BE49-F238E27FC236}">
                <a16:creationId xmlns:a16="http://schemas.microsoft.com/office/drawing/2014/main" id="{70F41DC5-1795-4A5A-BC5E-0531CF9D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17341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parallel-marker-halo-4">
            <a:extLst xmlns:a="http://schemas.openxmlformats.org/drawingml/2006/main">
              <a:ext uri="{FF2B5EF4-FFF2-40B4-BE49-F238E27FC236}">
                <a16:creationId xmlns:a16="http://schemas.microsoft.com/office/drawing/2014/main" id="{57FCD308-ABEA-4684-8C63-1085954F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50666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56" name="parallel-marker-core-4">
            <a:extLst xmlns:a="http://schemas.openxmlformats.org/drawingml/2006/main">
              <a:ext uri="{FF2B5EF4-FFF2-40B4-BE49-F238E27FC236}">
                <a16:creationId xmlns:a16="http://schemas.microsoft.com/office/drawing/2014/main" id="{2BC119D0-C673-416E-8141-3209C5BE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84016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pic>
        <p:nvPicPr>
          <p:cNvPr id="1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b80dd311a5466a">
            <a:extLst>
              <a:ext uri="{96DAC541-7B7A-43D3-8B79-37D633B846F1}">
                <asvg:svgBlip xmlns:asvg="http://schemas.microsoft.com/office/drawing/2016/SVG/main" r:embed="R0dfab1890c5f47e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336416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58" name="parallel-title-4">
            <a:extLst xmlns:a="http://schemas.openxmlformats.org/drawingml/2006/main">
              <a:ext uri="{FF2B5EF4-FFF2-40B4-BE49-F238E27FC236}">
                <a16:creationId xmlns:a16="http://schemas.microsoft.com/office/drawing/2014/main" id="{A41E99DD-9038-4C24-BB70-FB5323F6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81124" y="3200400"/>
            <a:ext cx="1653626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红色育人机制</a:t>
            </a:r>
          </a:p>
        </p:txBody>
      </p:sp>
      <p:sp>
        <p:nvSpPr>
          <p:cNvPr id="59" name="parallel-rule-4">
            <a:extLst xmlns:a="http://schemas.openxmlformats.org/drawingml/2006/main">
              <a:ext uri="{FF2B5EF4-FFF2-40B4-BE49-F238E27FC236}">
                <a16:creationId xmlns:a16="http://schemas.microsoft.com/office/drawing/2014/main" id="{F1DC365E-EADB-4150-AC69-E7A90767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50691" y="371475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parallel-body-4">
            <a:extLst xmlns:a="http://schemas.openxmlformats.org/drawingml/2006/main">
              <a:ext uri="{FF2B5EF4-FFF2-40B4-BE49-F238E27FC236}">
                <a16:creationId xmlns:a16="http://schemas.microsoft.com/office/drawing/2014/main" id="{2968D054-A3B5-4FA0-9849-B92533004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81124" y="4143375"/>
            <a:ext cx="1653626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四阶培养链，计入学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分，36位红色导师持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续传承。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五年成效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要点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8D86AE88-754F-4A64-A59E-535B11EA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05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BD4EA2A6-72D7-4747-A2FF-310AEF1E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arallel-card-underlay-0">
            <a:extLst xmlns:a="http://schemas.openxmlformats.org/drawingml/2006/main">
              <a:ext uri="{FF2B5EF4-FFF2-40B4-BE49-F238E27FC236}">
                <a16:creationId xmlns:a16="http://schemas.microsoft.com/office/drawing/2014/main" id="{9DE9572E-5DFA-432D-A94A-38F52A792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" y="2514600"/>
            <a:ext cx="2319338" cy="3352800"/>
          </a:xfrm>
          <a:prstGeom xmlns:a="http://schemas.openxmlformats.org/drawingml/2006/main" prst="roundRect">
            <a:avLst>
              <a:gd name="adj" fmla="val 10678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17" name="parallel-card-surface-0">
            <a:extLst xmlns:a="http://schemas.openxmlformats.org/drawingml/2006/main">
              <a:ext uri="{FF2B5EF4-FFF2-40B4-BE49-F238E27FC236}">
                <a16:creationId xmlns:a16="http://schemas.microsoft.com/office/drawing/2014/main" id="{579F961E-8363-4284-A86E-D881E016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419350"/>
            <a:ext cx="2471738" cy="3352800"/>
          </a:xfrm>
          <a:prstGeom xmlns:a="http://schemas.openxmlformats.org/drawingml/2006/main" prst="roundRect">
            <a:avLst>
              <a:gd name="adj" fmla="val 1001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parallel-card-accent-0">
            <a:extLst xmlns:a="http://schemas.openxmlformats.org/drawingml/2006/main">
              <a:ext uri="{FF2B5EF4-FFF2-40B4-BE49-F238E27FC236}">
                <a16:creationId xmlns:a16="http://schemas.microsoft.com/office/drawing/2014/main" id="{566B6374-AE20-46D0-90A8-05D7DAFE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4969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rallel-marker-halo-0">
            <a:extLst xmlns:a="http://schemas.openxmlformats.org/drawingml/2006/main">
              <a:ext uri="{FF2B5EF4-FFF2-40B4-BE49-F238E27FC236}">
                <a16:creationId xmlns:a16="http://schemas.microsoft.com/office/drawing/2014/main" id="{047D4005-2F98-4F4A-9FA6-6D6121DD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8294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20" name="parallel-marker-core-0">
            <a:extLst xmlns:a="http://schemas.openxmlformats.org/drawingml/2006/main">
              <a:ext uri="{FF2B5EF4-FFF2-40B4-BE49-F238E27FC236}">
                <a16:creationId xmlns:a16="http://schemas.microsoft.com/office/drawing/2014/main" id="{1D3B1CA5-B55E-4A60-A704-F4247B9A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1644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2979a88b674daf">
            <a:extLst>
              <a:ext uri="{96DAC541-7B7A-43D3-8B79-37D633B846F1}">
                <asvg:svgBlip xmlns:asvg="http://schemas.microsoft.com/office/drawing/2016/SVG/main" r:embed="Ra675e565006d491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874044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2" name="parallel-title-0">
            <a:extLst xmlns:a="http://schemas.openxmlformats.org/drawingml/2006/main">
              <a:ext uri="{FF2B5EF4-FFF2-40B4-BE49-F238E27FC236}">
                <a16:creationId xmlns:a16="http://schemas.microsoft.com/office/drawing/2014/main" id="{AC41B78D-6CFF-44C8-BE87-B50A2064E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" y="3238500"/>
            <a:ext cx="20145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信仰更强</a:t>
            </a:r>
          </a:p>
        </p:txBody>
      </p:sp>
      <p:sp>
        <p:nvSpPr>
          <p:cNvPr id="23" name="parallel-rule-0">
            <a:extLst xmlns:a="http://schemas.openxmlformats.org/drawingml/2006/main">
              <a:ext uri="{FF2B5EF4-FFF2-40B4-BE49-F238E27FC236}">
                <a16:creationId xmlns:a16="http://schemas.microsoft.com/office/drawing/2014/main" id="{CD64A93D-9005-47A5-9A47-E1F4F876B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8319" y="37719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rallel-body-0">
            <a:extLst xmlns:a="http://schemas.openxmlformats.org/drawingml/2006/main">
              <a:ext uri="{FF2B5EF4-FFF2-40B4-BE49-F238E27FC236}">
                <a16:creationId xmlns:a16="http://schemas.microsoft.com/office/drawing/2014/main" id="{32812247-B7FB-4930-8B0A-D2E04E5A7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" y="4162425"/>
            <a:ext cx="2014538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留辽意愿举手率从58%飙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到87%，英雄起跑青年鸣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枪。</a:t>
            </a:r>
          </a:p>
        </p:txBody>
      </p:sp>
      <p:sp>
        <p:nvSpPr>
          <p:cNvPr id="25" name="parallel-card-underlay-1">
            <a:extLst xmlns:a="http://schemas.openxmlformats.org/drawingml/2006/main">
              <a:ext uri="{FF2B5EF4-FFF2-40B4-BE49-F238E27FC236}">
                <a16:creationId xmlns:a16="http://schemas.microsoft.com/office/drawing/2014/main" id="{128EC1A9-BA9B-4AEA-B590-7E359EDFD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86163" y="2514600"/>
            <a:ext cx="2319338" cy="3352800"/>
          </a:xfrm>
          <a:prstGeom xmlns:a="http://schemas.openxmlformats.org/drawingml/2006/main" prst="roundRect">
            <a:avLst>
              <a:gd name="adj" fmla="val 10678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26" name="parallel-card-surface-1">
            <a:extLst xmlns:a="http://schemas.openxmlformats.org/drawingml/2006/main">
              <a:ext uri="{FF2B5EF4-FFF2-40B4-BE49-F238E27FC236}">
                <a16:creationId xmlns:a16="http://schemas.microsoft.com/office/drawing/2014/main" id="{EFDF2E9C-84DD-44FE-A989-DB9C2F19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09963" y="2419350"/>
            <a:ext cx="2471738" cy="3352800"/>
          </a:xfrm>
          <a:prstGeom xmlns:a="http://schemas.openxmlformats.org/drawingml/2006/main" prst="roundRect">
            <a:avLst>
              <a:gd name="adj" fmla="val 1001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parallel-card-accent-1">
            <a:extLst xmlns:a="http://schemas.openxmlformats.org/drawingml/2006/main">
              <a:ext uri="{FF2B5EF4-FFF2-40B4-BE49-F238E27FC236}">
                <a16:creationId xmlns:a16="http://schemas.microsoft.com/office/drawing/2014/main" id="{48FBBA8E-16ED-41B5-904B-2656840E3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55306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arallel-marker-halo-1">
            <a:extLst xmlns:a="http://schemas.openxmlformats.org/drawingml/2006/main">
              <a:ext uri="{FF2B5EF4-FFF2-40B4-BE49-F238E27FC236}">
                <a16:creationId xmlns:a16="http://schemas.microsoft.com/office/drawing/2014/main" id="{1FE5F549-6114-492B-A33E-3B35475CC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8631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29" name="parallel-marker-core-1">
            <a:extLst xmlns:a="http://schemas.openxmlformats.org/drawingml/2006/main">
              <a:ext uri="{FF2B5EF4-FFF2-40B4-BE49-F238E27FC236}">
                <a16:creationId xmlns:a16="http://schemas.microsoft.com/office/drawing/2014/main" id="{3B18AC83-16FA-4B4B-B8A3-D702BD0C8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21981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fe826a8f824785">
            <a:extLst>
              <a:ext uri="{96DAC541-7B7A-43D3-8B79-37D633B846F1}">
                <asvg:svgBlip xmlns:asvg="http://schemas.microsoft.com/office/drawing/2016/SVG/main" r:embed="R2c7ec3fb8aad498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4381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31" name="parallel-title-1">
            <a:extLst xmlns:a="http://schemas.openxmlformats.org/drawingml/2006/main">
              <a:ext uri="{FF2B5EF4-FFF2-40B4-BE49-F238E27FC236}">
                <a16:creationId xmlns:a16="http://schemas.microsoft.com/office/drawing/2014/main" id="{4CB1BBF7-0C7B-47E0-94EB-16542501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8563" y="3238500"/>
            <a:ext cx="20145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本领更硬</a:t>
            </a:r>
          </a:p>
        </p:txBody>
      </p:sp>
      <p:sp>
        <p:nvSpPr>
          <p:cNvPr id="32" name="parallel-rule-1">
            <a:extLst xmlns:a="http://schemas.openxmlformats.org/drawingml/2006/main">
              <a:ext uri="{FF2B5EF4-FFF2-40B4-BE49-F238E27FC236}">
                <a16:creationId xmlns:a16="http://schemas.microsoft.com/office/drawing/2014/main" id="{D41767A8-286F-4818-BBF2-C5B0A2B96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88656" y="37719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arallel-body-1">
            <a:extLst xmlns:a="http://schemas.openxmlformats.org/drawingml/2006/main">
              <a:ext uri="{FF2B5EF4-FFF2-40B4-BE49-F238E27FC236}">
                <a16:creationId xmlns:a16="http://schemas.microsoft.com/office/drawing/2014/main" id="{5A67E947-2001-413F-93B6-C51DC6A5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8563" y="4162425"/>
            <a:ext cx="2014538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26份微课题落地，8家企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业当场收货，所学终有所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用。</a:t>
            </a:r>
          </a:p>
        </p:txBody>
      </p:sp>
      <p:sp>
        <p:nvSpPr>
          <p:cNvPr id="34" name="parallel-card-underlay-2">
            <a:extLst xmlns:a="http://schemas.openxmlformats.org/drawingml/2006/main">
              <a:ext uri="{FF2B5EF4-FFF2-40B4-BE49-F238E27FC236}">
                <a16:creationId xmlns:a16="http://schemas.microsoft.com/office/drawing/2014/main" id="{611680B3-DB07-4FAB-9518-004E0C8B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0" y="2514600"/>
            <a:ext cx="2319338" cy="3352800"/>
          </a:xfrm>
          <a:prstGeom xmlns:a="http://schemas.openxmlformats.org/drawingml/2006/main" prst="roundRect">
            <a:avLst>
              <a:gd name="adj" fmla="val 10678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35" name="parallel-card-surface-2">
            <a:extLst xmlns:a="http://schemas.openxmlformats.org/drawingml/2006/main">
              <a:ext uri="{FF2B5EF4-FFF2-40B4-BE49-F238E27FC236}">
                <a16:creationId xmlns:a16="http://schemas.microsoft.com/office/drawing/2014/main" id="{0BD941D5-4516-47FE-B6F1-C58E4D7E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0300" y="2419350"/>
            <a:ext cx="2471738" cy="3352800"/>
          </a:xfrm>
          <a:prstGeom xmlns:a="http://schemas.openxmlformats.org/drawingml/2006/main" prst="roundRect">
            <a:avLst>
              <a:gd name="adj" fmla="val 1001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parallel-card-accent-2">
            <a:extLst xmlns:a="http://schemas.openxmlformats.org/drawingml/2006/main">
              <a:ext uri="{FF2B5EF4-FFF2-40B4-BE49-F238E27FC236}">
                <a16:creationId xmlns:a16="http://schemas.microsoft.com/office/drawing/2014/main" id="{67ED3113-2178-4146-9FC0-77157F0F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55644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parallel-marker-halo-2">
            <a:extLst xmlns:a="http://schemas.openxmlformats.org/drawingml/2006/main">
              <a:ext uri="{FF2B5EF4-FFF2-40B4-BE49-F238E27FC236}">
                <a16:creationId xmlns:a16="http://schemas.microsoft.com/office/drawing/2014/main" id="{6CD59038-D8AD-468B-B917-227A898A3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8969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38" name="parallel-marker-core-2">
            <a:extLst xmlns:a="http://schemas.openxmlformats.org/drawingml/2006/main">
              <a:ext uri="{FF2B5EF4-FFF2-40B4-BE49-F238E27FC236}">
                <a16:creationId xmlns:a16="http://schemas.microsoft.com/office/drawing/2014/main" id="{28FC8483-56CB-4EF9-8338-FB91A639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2319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3410b14d3347cd">
            <a:extLst>
              <a:ext uri="{96DAC541-7B7A-43D3-8B79-37D633B846F1}">
                <asvg:svgBlip xmlns:asvg="http://schemas.microsoft.com/office/drawing/2016/SVG/main" r:embed="Rf861f3fa5ae8464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274719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40" name="parallel-title-2">
            <a:extLst xmlns:a="http://schemas.openxmlformats.org/drawingml/2006/main">
              <a:ext uri="{FF2B5EF4-FFF2-40B4-BE49-F238E27FC236}">
                <a16:creationId xmlns:a16="http://schemas.microsoft.com/office/drawing/2014/main" id="{83884853-93AD-4AD0-B57B-333F0E5A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8900" y="3238500"/>
            <a:ext cx="20145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声音更响</a:t>
            </a:r>
          </a:p>
        </p:txBody>
      </p:sp>
      <p:sp>
        <p:nvSpPr>
          <p:cNvPr id="41" name="parallel-rule-2">
            <a:extLst xmlns:a="http://schemas.openxmlformats.org/drawingml/2006/main">
              <a:ext uri="{FF2B5EF4-FFF2-40B4-BE49-F238E27FC236}">
                <a16:creationId xmlns:a16="http://schemas.microsoft.com/office/drawing/2014/main" id="{CD5BE2E7-2B81-4066-9032-DD459BFBB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8994" y="37719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arallel-body-2">
            <a:extLst xmlns:a="http://schemas.openxmlformats.org/drawingml/2006/main">
              <a:ext uri="{FF2B5EF4-FFF2-40B4-BE49-F238E27FC236}">
                <a16:creationId xmlns:a16="http://schemas.microsoft.com/office/drawing/2014/main" id="{6CDA4DD9-C88F-4440-B700-531F2FA2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8900" y="4295775"/>
            <a:ext cx="2014538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青春宣讲团让理论飞入社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区课堂，飞进百姓心坎。</a:t>
            </a:r>
          </a:p>
        </p:txBody>
      </p:sp>
      <p:sp>
        <p:nvSpPr>
          <p:cNvPr id="43" name="parallel-card-underlay-3">
            <a:extLst xmlns:a="http://schemas.openxmlformats.org/drawingml/2006/main">
              <a:ext uri="{FF2B5EF4-FFF2-40B4-BE49-F238E27FC236}">
                <a16:creationId xmlns:a16="http://schemas.microsoft.com/office/drawing/2014/main" id="{2C90EE82-8A10-4A81-95A1-9992CCA9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86838" y="2514600"/>
            <a:ext cx="2319338" cy="3352800"/>
          </a:xfrm>
          <a:prstGeom xmlns:a="http://schemas.openxmlformats.org/drawingml/2006/main" prst="roundRect">
            <a:avLst>
              <a:gd name="adj" fmla="val 10678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44" name="parallel-card-surface-3">
            <a:extLst xmlns:a="http://schemas.openxmlformats.org/drawingml/2006/main">
              <a:ext uri="{FF2B5EF4-FFF2-40B4-BE49-F238E27FC236}">
                <a16:creationId xmlns:a16="http://schemas.microsoft.com/office/drawing/2014/main" id="{44279A12-1922-460F-B131-CA03AEBFB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10638" y="2419350"/>
            <a:ext cx="2471738" cy="3352800"/>
          </a:xfrm>
          <a:prstGeom xmlns:a="http://schemas.openxmlformats.org/drawingml/2006/main" prst="roundRect">
            <a:avLst>
              <a:gd name="adj" fmla="val 1001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5" name="parallel-card-accent-3">
            <a:extLst xmlns:a="http://schemas.openxmlformats.org/drawingml/2006/main">
              <a:ext uri="{FF2B5EF4-FFF2-40B4-BE49-F238E27FC236}">
                <a16:creationId xmlns:a16="http://schemas.microsoft.com/office/drawing/2014/main" id="{9B40BFC5-DE20-4A3A-931A-BC6DB0E6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55981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parallel-marker-halo-3">
            <a:extLst xmlns:a="http://schemas.openxmlformats.org/drawingml/2006/main">
              <a:ext uri="{FF2B5EF4-FFF2-40B4-BE49-F238E27FC236}">
                <a16:creationId xmlns:a16="http://schemas.microsoft.com/office/drawing/2014/main" id="{C47AE57C-1D94-485D-9E9C-492C6FD13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89306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47" name="parallel-marker-core-3">
            <a:extLst xmlns:a="http://schemas.openxmlformats.org/drawingml/2006/main">
              <a:ext uri="{FF2B5EF4-FFF2-40B4-BE49-F238E27FC236}">
                <a16:creationId xmlns:a16="http://schemas.microsoft.com/office/drawing/2014/main" id="{B7964F6C-B1DE-41D5-852F-145B5E095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2656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pic>
        <p:nvPicPr>
          <p:cNvPr id="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7b5c8fb0eb4c58">
            <a:extLst>
              <a:ext uri="{96DAC541-7B7A-43D3-8B79-37D633B846F1}">
                <asvg:svgBlip xmlns:asvg="http://schemas.microsoft.com/office/drawing/2016/SVG/main" r:embed="R9f6b81a546d34e8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975056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49" name="parallel-title-3">
            <a:extLst xmlns:a="http://schemas.openxmlformats.org/drawingml/2006/main">
              <a:ext uri="{FF2B5EF4-FFF2-40B4-BE49-F238E27FC236}">
                <a16:creationId xmlns:a16="http://schemas.microsoft.com/office/drawing/2014/main" id="{BE8946A2-A9D4-4FF7-B45A-9FA842B4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9238" y="3238500"/>
            <a:ext cx="20145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脚步更稳</a:t>
            </a:r>
          </a:p>
        </p:txBody>
      </p:sp>
      <p:sp>
        <p:nvSpPr>
          <p:cNvPr id="50" name="parallel-rule-3">
            <a:extLst xmlns:a="http://schemas.openxmlformats.org/drawingml/2006/main">
              <a:ext uri="{FF2B5EF4-FFF2-40B4-BE49-F238E27FC236}">
                <a16:creationId xmlns:a16="http://schemas.microsoft.com/office/drawing/2014/main" id="{652C5B2A-FA03-41EA-9E7A-6B52FD4A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9331" y="37719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parallel-body-3">
            <a:extLst xmlns:a="http://schemas.openxmlformats.org/drawingml/2006/main">
              <a:ext uri="{FF2B5EF4-FFF2-40B4-BE49-F238E27FC236}">
                <a16:creationId xmlns:a16="http://schemas.microsoft.com/office/drawing/2014/main" id="{28962C3A-8EC6-42C1-B413-58275E5CF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9238" y="4162425"/>
            <a:ext cx="2014538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选调生及重大装备研发比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例提升40%，论文写在大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地上。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收束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8D86AE88-754F-4A64-A59E-535B11EA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06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C0BC9283-62A7-44C2-BD6E-2145AF28F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simple-funnel-orbit">
            <a:extLst xmlns:a="http://schemas.openxmlformats.org/drawingml/2006/main">
              <a:ext uri="{FF2B5EF4-FFF2-40B4-BE49-F238E27FC236}">
                <a16:creationId xmlns:a16="http://schemas.microsoft.com/office/drawing/2014/main" id="{7CE9CED8-E883-4505-BE11-02D04531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20000">
            <a:off x="3381375" y="1981200"/>
            <a:ext cx="5429250" cy="38576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7EAC">
                <a:alpha val="12000"/>
              </a:srgbClr>
            </a:solidFill>
            <a:prstDash val="solid"/>
          </a:ln>
        </p:spPr>
      </p:sp>
      <p:sp>
        <p:nvSpPr>
          <p:cNvPr id="17" name="simple-step-body-0">
            <a:extLst xmlns:a="http://schemas.openxmlformats.org/drawingml/2006/main">
              <a:ext uri="{FF2B5EF4-FFF2-40B4-BE49-F238E27FC236}">
                <a16:creationId xmlns:a16="http://schemas.microsoft.com/office/drawing/2014/main" id="{1BDE0E32-A472-4549-8A53-2170F114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33875" y="2581275"/>
            <a:ext cx="3519802" cy="522551"/>
          </a:xfrm>
          <a:custGeom xmlns:a="http://schemas.openxmlformats.org/drawingml/2006/main">
            <a:pathLst>
              <a:path w="3519802" h="522551">
                <a:moveTo>
                  <a:pt x="0" y="0"/>
                </a:moveTo>
                <a:lnTo>
                  <a:pt x="19241" y="24746"/>
                </a:lnTo>
                <a:lnTo>
                  <a:pt x="38481" y="49482"/>
                </a:lnTo>
                <a:lnTo>
                  <a:pt x="57731" y="74228"/>
                </a:lnTo>
                <a:lnTo>
                  <a:pt x="76972" y="98974"/>
                </a:lnTo>
                <a:lnTo>
                  <a:pt x="96212" y="123711"/>
                </a:lnTo>
                <a:lnTo>
                  <a:pt x="115453" y="148457"/>
                </a:lnTo>
                <a:lnTo>
                  <a:pt x="134693" y="173193"/>
                </a:lnTo>
                <a:lnTo>
                  <a:pt x="153943" y="197939"/>
                </a:lnTo>
                <a:lnTo>
                  <a:pt x="173184" y="222685"/>
                </a:lnTo>
                <a:lnTo>
                  <a:pt x="192424" y="247421"/>
                </a:lnTo>
                <a:lnTo>
                  <a:pt x="211665" y="272167"/>
                </a:lnTo>
                <a:lnTo>
                  <a:pt x="230905" y="296913"/>
                </a:lnTo>
                <a:lnTo>
                  <a:pt x="250155" y="321650"/>
                </a:lnTo>
                <a:lnTo>
                  <a:pt x="269396" y="346396"/>
                </a:lnTo>
                <a:lnTo>
                  <a:pt x="288636" y="371132"/>
                </a:lnTo>
                <a:lnTo>
                  <a:pt x="307877" y="395878"/>
                </a:lnTo>
                <a:lnTo>
                  <a:pt x="327117" y="420624"/>
                </a:lnTo>
                <a:lnTo>
                  <a:pt x="346367" y="445360"/>
                </a:lnTo>
                <a:lnTo>
                  <a:pt x="366465" y="468659"/>
                </a:lnTo>
                <a:lnTo>
                  <a:pt x="396592" y="477069"/>
                </a:lnTo>
                <a:lnTo>
                  <a:pt x="427520" y="482136"/>
                </a:lnTo>
                <a:lnTo>
                  <a:pt x="458619" y="486013"/>
                </a:lnTo>
                <a:lnTo>
                  <a:pt x="489804" y="489204"/>
                </a:lnTo>
                <a:lnTo>
                  <a:pt x="521027" y="491957"/>
                </a:lnTo>
                <a:lnTo>
                  <a:pt x="552279" y="494376"/>
                </a:lnTo>
                <a:lnTo>
                  <a:pt x="583540" y="496548"/>
                </a:lnTo>
                <a:lnTo>
                  <a:pt x="614829" y="498519"/>
                </a:lnTo>
                <a:lnTo>
                  <a:pt x="646119" y="500310"/>
                </a:lnTo>
                <a:lnTo>
                  <a:pt x="677418" y="501977"/>
                </a:lnTo>
                <a:lnTo>
                  <a:pt x="708727" y="503501"/>
                </a:lnTo>
                <a:lnTo>
                  <a:pt x="740035" y="504930"/>
                </a:lnTo>
                <a:lnTo>
                  <a:pt x="771354" y="506254"/>
                </a:lnTo>
                <a:lnTo>
                  <a:pt x="802672" y="507492"/>
                </a:lnTo>
                <a:lnTo>
                  <a:pt x="833999" y="508654"/>
                </a:lnTo>
                <a:lnTo>
                  <a:pt x="865318" y="509740"/>
                </a:lnTo>
                <a:lnTo>
                  <a:pt x="896645" y="510769"/>
                </a:lnTo>
                <a:lnTo>
                  <a:pt x="927983" y="511731"/>
                </a:lnTo>
                <a:lnTo>
                  <a:pt x="959310" y="512626"/>
                </a:lnTo>
                <a:lnTo>
                  <a:pt x="990638" y="513474"/>
                </a:lnTo>
                <a:lnTo>
                  <a:pt x="1021975" y="514274"/>
                </a:lnTo>
                <a:lnTo>
                  <a:pt x="1053313" y="515026"/>
                </a:lnTo>
                <a:lnTo>
                  <a:pt x="1084650" y="515731"/>
                </a:lnTo>
                <a:lnTo>
                  <a:pt x="1115987" y="516398"/>
                </a:lnTo>
                <a:lnTo>
                  <a:pt x="1147324" y="517017"/>
                </a:lnTo>
                <a:lnTo>
                  <a:pt x="1178662" y="517608"/>
                </a:lnTo>
                <a:lnTo>
                  <a:pt x="1209999" y="518131"/>
                </a:lnTo>
                <a:lnTo>
                  <a:pt x="1241346" y="518655"/>
                </a:lnTo>
                <a:lnTo>
                  <a:pt x="1272683" y="519122"/>
                </a:lnTo>
                <a:lnTo>
                  <a:pt x="1304020" y="519570"/>
                </a:lnTo>
                <a:lnTo>
                  <a:pt x="1335367" y="519970"/>
                </a:lnTo>
                <a:lnTo>
                  <a:pt x="1366704" y="520351"/>
                </a:lnTo>
                <a:lnTo>
                  <a:pt x="1398051" y="520684"/>
                </a:lnTo>
                <a:lnTo>
                  <a:pt x="1429388" y="521008"/>
                </a:lnTo>
                <a:lnTo>
                  <a:pt x="1460735" y="521284"/>
                </a:lnTo>
                <a:lnTo>
                  <a:pt x="1492082" y="521541"/>
                </a:lnTo>
                <a:lnTo>
                  <a:pt x="1523419" y="521760"/>
                </a:lnTo>
                <a:lnTo>
                  <a:pt x="1554766" y="521960"/>
                </a:lnTo>
                <a:lnTo>
                  <a:pt x="1586113" y="522122"/>
                </a:lnTo>
                <a:lnTo>
                  <a:pt x="1617450" y="522265"/>
                </a:lnTo>
                <a:lnTo>
                  <a:pt x="1648797" y="522380"/>
                </a:lnTo>
                <a:lnTo>
                  <a:pt x="1680143" y="522465"/>
                </a:lnTo>
                <a:lnTo>
                  <a:pt x="1711481" y="522522"/>
                </a:lnTo>
                <a:lnTo>
                  <a:pt x="1742827" y="522551"/>
                </a:lnTo>
                <a:lnTo>
                  <a:pt x="1774174" y="522551"/>
                </a:lnTo>
                <a:lnTo>
                  <a:pt x="1805521" y="522522"/>
                </a:lnTo>
                <a:lnTo>
                  <a:pt x="1836858" y="522484"/>
                </a:lnTo>
                <a:lnTo>
                  <a:pt x="1868205" y="522399"/>
                </a:lnTo>
                <a:lnTo>
                  <a:pt x="1899552" y="522303"/>
                </a:lnTo>
                <a:lnTo>
                  <a:pt x="1930898" y="522161"/>
                </a:lnTo>
                <a:lnTo>
                  <a:pt x="1962236" y="522008"/>
                </a:lnTo>
                <a:lnTo>
                  <a:pt x="1993583" y="521808"/>
                </a:lnTo>
                <a:lnTo>
                  <a:pt x="2024929" y="521599"/>
                </a:lnTo>
                <a:lnTo>
                  <a:pt x="2056267" y="521341"/>
                </a:lnTo>
                <a:lnTo>
                  <a:pt x="2087613" y="521084"/>
                </a:lnTo>
                <a:lnTo>
                  <a:pt x="2118951" y="520760"/>
                </a:lnTo>
                <a:lnTo>
                  <a:pt x="2150297" y="520436"/>
                </a:lnTo>
                <a:lnTo>
                  <a:pt x="2181635" y="520055"/>
                </a:lnTo>
                <a:lnTo>
                  <a:pt x="2212981" y="519674"/>
                </a:lnTo>
                <a:lnTo>
                  <a:pt x="2244319" y="519227"/>
                </a:lnTo>
                <a:lnTo>
                  <a:pt x="2275665" y="518770"/>
                </a:lnTo>
                <a:lnTo>
                  <a:pt x="2307003" y="518255"/>
                </a:lnTo>
                <a:lnTo>
                  <a:pt x="2338340" y="517741"/>
                </a:lnTo>
                <a:lnTo>
                  <a:pt x="2369677" y="517160"/>
                </a:lnTo>
                <a:lnTo>
                  <a:pt x="2401014" y="516550"/>
                </a:lnTo>
                <a:lnTo>
                  <a:pt x="2432352" y="515893"/>
                </a:lnTo>
                <a:lnTo>
                  <a:pt x="2463689" y="515198"/>
                </a:lnTo>
                <a:lnTo>
                  <a:pt x="2495026" y="514455"/>
                </a:lnTo>
                <a:lnTo>
                  <a:pt x="2526363" y="513664"/>
                </a:lnTo>
                <a:lnTo>
                  <a:pt x="2557691" y="512826"/>
                </a:lnTo>
                <a:lnTo>
                  <a:pt x="2589028" y="511940"/>
                </a:lnTo>
                <a:lnTo>
                  <a:pt x="2620356" y="510997"/>
                </a:lnTo>
                <a:lnTo>
                  <a:pt x="2651684" y="509988"/>
                </a:lnTo>
                <a:lnTo>
                  <a:pt x="2683012" y="508911"/>
                </a:lnTo>
                <a:lnTo>
                  <a:pt x="2714330" y="507768"/>
                </a:lnTo>
                <a:lnTo>
                  <a:pt x="2745657" y="506549"/>
                </a:lnTo>
                <a:lnTo>
                  <a:pt x="2776976" y="505244"/>
                </a:lnTo>
                <a:lnTo>
                  <a:pt x="2808284" y="503844"/>
                </a:lnTo>
                <a:lnTo>
                  <a:pt x="2839593" y="502339"/>
                </a:lnTo>
                <a:lnTo>
                  <a:pt x="2870892" y="500710"/>
                </a:lnTo>
                <a:lnTo>
                  <a:pt x="2902191" y="498948"/>
                </a:lnTo>
                <a:lnTo>
                  <a:pt x="2933471" y="497015"/>
                </a:lnTo>
                <a:lnTo>
                  <a:pt x="2964742" y="494900"/>
                </a:lnTo>
                <a:lnTo>
                  <a:pt x="2996003" y="492547"/>
                </a:lnTo>
                <a:lnTo>
                  <a:pt x="3027236" y="489871"/>
                </a:lnTo>
                <a:lnTo>
                  <a:pt x="3058420" y="486794"/>
                </a:lnTo>
                <a:lnTo>
                  <a:pt x="3089548" y="483108"/>
                </a:lnTo>
                <a:lnTo>
                  <a:pt x="3120533" y="478403"/>
                </a:lnTo>
                <a:lnTo>
                  <a:pt x="3151032" y="471278"/>
                </a:lnTo>
                <a:lnTo>
                  <a:pt x="3173435" y="451085"/>
                </a:lnTo>
                <a:lnTo>
                  <a:pt x="3192675" y="426339"/>
                </a:lnTo>
                <a:lnTo>
                  <a:pt x="3211925" y="401603"/>
                </a:lnTo>
                <a:lnTo>
                  <a:pt x="3231166" y="376857"/>
                </a:lnTo>
                <a:lnTo>
                  <a:pt x="3250406" y="352120"/>
                </a:lnTo>
                <a:lnTo>
                  <a:pt x="3269647" y="327374"/>
                </a:lnTo>
                <a:lnTo>
                  <a:pt x="3288887" y="302628"/>
                </a:lnTo>
                <a:lnTo>
                  <a:pt x="3308137" y="277892"/>
                </a:lnTo>
                <a:lnTo>
                  <a:pt x="3327378" y="253146"/>
                </a:lnTo>
                <a:lnTo>
                  <a:pt x="3346618" y="228400"/>
                </a:lnTo>
                <a:lnTo>
                  <a:pt x="3365859" y="203664"/>
                </a:lnTo>
                <a:lnTo>
                  <a:pt x="3385099" y="178918"/>
                </a:lnTo>
                <a:lnTo>
                  <a:pt x="3404349" y="154172"/>
                </a:lnTo>
                <a:lnTo>
                  <a:pt x="3423590" y="129435"/>
                </a:lnTo>
                <a:lnTo>
                  <a:pt x="3442830" y="104689"/>
                </a:lnTo>
                <a:lnTo>
                  <a:pt x="3462071" y="79953"/>
                </a:lnTo>
                <a:lnTo>
                  <a:pt x="3481311" y="55207"/>
                </a:lnTo>
                <a:lnTo>
                  <a:pt x="3500561" y="30461"/>
                </a:lnTo>
                <a:lnTo>
                  <a:pt x="3519802" y="5725"/>
                </a:lnTo>
                <a:lnTo>
                  <a:pt x="3503609" y="10468"/>
                </a:lnTo>
                <a:lnTo>
                  <a:pt x="3472815" y="16212"/>
                </a:lnTo>
                <a:lnTo>
                  <a:pt x="3441725" y="20241"/>
                </a:lnTo>
                <a:lnTo>
                  <a:pt x="3410550" y="23460"/>
                </a:lnTo>
                <a:lnTo>
                  <a:pt x="3379327" y="26194"/>
                </a:lnTo>
                <a:lnTo>
                  <a:pt x="3348076" y="28585"/>
                </a:lnTo>
                <a:lnTo>
                  <a:pt x="3316805" y="30718"/>
                </a:lnTo>
                <a:lnTo>
                  <a:pt x="3285515" y="32652"/>
                </a:lnTo>
                <a:lnTo>
                  <a:pt x="3254226" y="34414"/>
                </a:lnTo>
                <a:lnTo>
                  <a:pt x="3222927" y="36052"/>
                </a:lnTo>
                <a:lnTo>
                  <a:pt x="3191618" y="37557"/>
                </a:lnTo>
                <a:lnTo>
                  <a:pt x="3160300" y="38967"/>
                </a:lnTo>
                <a:lnTo>
                  <a:pt x="3128982" y="40291"/>
                </a:lnTo>
                <a:lnTo>
                  <a:pt x="3097663" y="41539"/>
                </a:lnTo>
                <a:lnTo>
                  <a:pt x="3066345" y="42710"/>
                </a:lnTo>
                <a:lnTo>
                  <a:pt x="3035017" y="43815"/>
                </a:lnTo>
                <a:lnTo>
                  <a:pt x="3003690" y="44853"/>
                </a:lnTo>
                <a:lnTo>
                  <a:pt x="2972362" y="45844"/>
                </a:lnTo>
                <a:lnTo>
                  <a:pt x="2941034" y="46787"/>
                </a:lnTo>
                <a:lnTo>
                  <a:pt x="2909697" y="47673"/>
                </a:lnTo>
                <a:lnTo>
                  <a:pt x="2878369" y="48520"/>
                </a:lnTo>
                <a:lnTo>
                  <a:pt x="2847032" y="49330"/>
                </a:lnTo>
                <a:lnTo>
                  <a:pt x="2815704" y="50092"/>
                </a:lnTo>
                <a:lnTo>
                  <a:pt x="2784367" y="50825"/>
                </a:lnTo>
                <a:lnTo>
                  <a:pt x="2753030" y="51521"/>
                </a:lnTo>
                <a:lnTo>
                  <a:pt x="2721693" y="52178"/>
                </a:lnTo>
                <a:lnTo>
                  <a:pt x="2690355" y="52807"/>
                </a:lnTo>
                <a:lnTo>
                  <a:pt x="2659018" y="53407"/>
                </a:lnTo>
                <a:lnTo>
                  <a:pt x="2627671" y="53988"/>
                </a:lnTo>
                <a:lnTo>
                  <a:pt x="2596334" y="54521"/>
                </a:lnTo>
                <a:lnTo>
                  <a:pt x="2564997" y="55055"/>
                </a:lnTo>
                <a:lnTo>
                  <a:pt x="2533660" y="55531"/>
                </a:lnTo>
                <a:lnTo>
                  <a:pt x="2502313" y="55997"/>
                </a:lnTo>
                <a:lnTo>
                  <a:pt x="2470976" y="56445"/>
                </a:lnTo>
                <a:lnTo>
                  <a:pt x="2439629" y="56855"/>
                </a:lnTo>
                <a:lnTo>
                  <a:pt x="2408291" y="57274"/>
                </a:lnTo>
                <a:lnTo>
                  <a:pt x="2376945" y="57626"/>
                </a:lnTo>
                <a:lnTo>
                  <a:pt x="2345607" y="57988"/>
                </a:lnTo>
                <a:lnTo>
                  <a:pt x="2314261" y="58322"/>
                </a:lnTo>
                <a:lnTo>
                  <a:pt x="2282923" y="58626"/>
                </a:lnTo>
                <a:lnTo>
                  <a:pt x="2251577" y="58931"/>
                </a:lnTo>
                <a:lnTo>
                  <a:pt x="2220239" y="59188"/>
                </a:lnTo>
                <a:lnTo>
                  <a:pt x="2188893" y="59446"/>
                </a:lnTo>
                <a:lnTo>
                  <a:pt x="2157546" y="59684"/>
                </a:lnTo>
                <a:lnTo>
                  <a:pt x="2126209" y="59893"/>
                </a:lnTo>
                <a:lnTo>
                  <a:pt x="2094862" y="60093"/>
                </a:lnTo>
                <a:lnTo>
                  <a:pt x="2063515" y="60265"/>
                </a:lnTo>
                <a:lnTo>
                  <a:pt x="2032178" y="60427"/>
                </a:lnTo>
                <a:lnTo>
                  <a:pt x="2000831" y="60569"/>
                </a:lnTo>
                <a:lnTo>
                  <a:pt x="1969484" y="60684"/>
                </a:lnTo>
                <a:lnTo>
                  <a:pt x="1938147" y="60798"/>
                </a:lnTo>
                <a:lnTo>
                  <a:pt x="1906800" y="60884"/>
                </a:lnTo>
                <a:lnTo>
                  <a:pt x="1875453" y="60950"/>
                </a:lnTo>
                <a:lnTo>
                  <a:pt x="1844107" y="61017"/>
                </a:lnTo>
                <a:lnTo>
                  <a:pt x="1812769" y="61046"/>
                </a:lnTo>
                <a:lnTo>
                  <a:pt x="1781423" y="61065"/>
                </a:lnTo>
                <a:lnTo>
                  <a:pt x="1750076" y="61074"/>
                </a:lnTo>
                <a:lnTo>
                  <a:pt x="1718729" y="61046"/>
                </a:lnTo>
                <a:lnTo>
                  <a:pt x="1687392" y="61027"/>
                </a:lnTo>
                <a:lnTo>
                  <a:pt x="1656045" y="60970"/>
                </a:lnTo>
                <a:lnTo>
                  <a:pt x="1624698" y="60903"/>
                </a:lnTo>
                <a:lnTo>
                  <a:pt x="1593352" y="60827"/>
                </a:lnTo>
                <a:lnTo>
                  <a:pt x="1562014" y="60712"/>
                </a:lnTo>
                <a:lnTo>
                  <a:pt x="1530668" y="60598"/>
                </a:lnTo>
                <a:lnTo>
                  <a:pt x="1499321" y="60465"/>
                </a:lnTo>
                <a:lnTo>
                  <a:pt x="1467983" y="60303"/>
                </a:lnTo>
                <a:lnTo>
                  <a:pt x="1436637" y="60141"/>
                </a:lnTo>
                <a:lnTo>
                  <a:pt x="1405290" y="59941"/>
                </a:lnTo>
                <a:lnTo>
                  <a:pt x="1373953" y="59731"/>
                </a:lnTo>
                <a:lnTo>
                  <a:pt x="1342606" y="59503"/>
                </a:lnTo>
                <a:lnTo>
                  <a:pt x="1311259" y="59255"/>
                </a:lnTo>
                <a:lnTo>
                  <a:pt x="1279922" y="58998"/>
                </a:lnTo>
                <a:lnTo>
                  <a:pt x="1248575" y="58703"/>
                </a:lnTo>
                <a:lnTo>
                  <a:pt x="1217238" y="58388"/>
                </a:lnTo>
                <a:lnTo>
                  <a:pt x="1185891" y="58074"/>
                </a:lnTo>
                <a:lnTo>
                  <a:pt x="1154554" y="57712"/>
                </a:lnTo>
                <a:lnTo>
                  <a:pt x="1123207" y="57350"/>
                </a:lnTo>
                <a:lnTo>
                  <a:pt x="1091870" y="56960"/>
                </a:lnTo>
                <a:lnTo>
                  <a:pt x="1060523" y="56540"/>
                </a:lnTo>
                <a:lnTo>
                  <a:pt x="1029186" y="56112"/>
                </a:lnTo>
                <a:lnTo>
                  <a:pt x="997839" y="55636"/>
                </a:lnTo>
                <a:lnTo>
                  <a:pt x="966502" y="55169"/>
                </a:lnTo>
                <a:lnTo>
                  <a:pt x="935165" y="54645"/>
                </a:lnTo>
                <a:lnTo>
                  <a:pt x="903818" y="54112"/>
                </a:lnTo>
                <a:lnTo>
                  <a:pt x="872480" y="53550"/>
                </a:lnTo>
                <a:lnTo>
                  <a:pt x="841143" y="52959"/>
                </a:lnTo>
                <a:lnTo>
                  <a:pt x="809806" y="52330"/>
                </a:lnTo>
                <a:lnTo>
                  <a:pt x="778469" y="51683"/>
                </a:lnTo>
                <a:lnTo>
                  <a:pt x="747131" y="50997"/>
                </a:lnTo>
                <a:lnTo>
                  <a:pt x="715794" y="50273"/>
                </a:lnTo>
                <a:lnTo>
                  <a:pt x="684457" y="49511"/>
                </a:lnTo>
                <a:lnTo>
                  <a:pt x="653129" y="48711"/>
                </a:lnTo>
                <a:lnTo>
                  <a:pt x="621792" y="47873"/>
                </a:lnTo>
                <a:lnTo>
                  <a:pt x="590464" y="46987"/>
                </a:lnTo>
                <a:lnTo>
                  <a:pt x="559137" y="46063"/>
                </a:lnTo>
                <a:lnTo>
                  <a:pt x="527799" y="45082"/>
                </a:lnTo>
                <a:lnTo>
                  <a:pt x="496481" y="44053"/>
                </a:lnTo>
                <a:lnTo>
                  <a:pt x="465153" y="42967"/>
                </a:lnTo>
                <a:lnTo>
                  <a:pt x="433826" y="41815"/>
                </a:lnTo>
                <a:lnTo>
                  <a:pt x="402507" y="40596"/>
                </a:lnTo>
                <a:lnTo>
                  <a:pt x="371189" y="39291"/>
                </a:lnTo>
                <a:lnTo>
                  <a:pt x="339881" y="37890"/>
                </a:lnTo>
                <a:lnTo>
                  <a:pt x="308572" y="36405"/>
                </a:lnTo>
                <a:lnTo>
                  <a:pt x="277263" y="34814"/>
                </a:lnTo>
                <a:lnTo>
                  <a:pt x="245964" y="33071"/>
                </a:lnTo>
                <a:lnTo>
                  <a:pt x="214684" y="31175"/>
                </a:lnTo>
                <a:lnTo>
                  <a:pt x="183404" y="29099"/>
                </a:lnTo>
                <a:lnTo>
                  <a:pt x="152152" y="26775"/>
                </a:lnTo>
                <a:lnTo>
                  <a:pt x="120920" y="24127"/>
                </a:lnTo>
                <a:lnTo>
                  <a:pt x="89726" y="21041"/>
                </a:lnTo>
                <a:lnTo>
                  <a:pt x="58617" y="17240"/>
                </a:lnTo>
                <a:lnTo>
                  <a:pt x="27708" y="1206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F5EA8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8" name="simple-step-cap-0">
            <a:extLst xmlns:a="http://schemas.openxmlformats.org/drawingml/2006/main">
              <a:ext uri="{FF2B5EF4-FFF2-40B4-BE49-F238E27FC236}">
                <a16:creationId xmlns:a16="http://schemas.microsoft.com/office/drawing/2014/main" id="{24E47DC6-B4DF-4C2C-B1FF-1A6160BEF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33875" y="2494407"/>
            <a:ext cx="3524250" cy="173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8BBAF2"/>
            </a:solidFill>
            <a:prstDash val="solid"/>
          </a:ln>
        </p:spPr>
      </p:sp>
      <p:sp>
        <p:nvSpPr>
          <p:cNvPr id="19" name="simple-step-body-1">
            <a:extLst xmlns:a="http://schemas.openxmlformats.org/drawingml/2006/main">
              <a:ext uri="{FF2B5EF4-FFF2-40B4-BE49-F238E27FC236}">
                <a16:creationId xmlns:a16="http://schemas.microsoft.com/office/drawing/2014/main" id="{90AA63C1-BCF9-4375-BB7A-05FC1BAA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92777" y="3200400"/>
            <a:ext cx="2803074" cy="522561"/>
          </a:xfrm>
          <a:custGeom xmlns:a="http://schemas.openxmlformats.org/drawingml/2006/main">
            <a:pathLst>
              <a:path w="2803074" h="522561">
                <a:moveTo>
                  <a:pt x="0" y="0"/>
                </a:moveTo>
                <a:lnTo>
                  <a:pt x="13135" y="22069"/>
                </a:lnTo>
                <a:lnTo>
                  <a:pt x="26270" y="44148"/>
                </a:lnTo>
                <a:lnTo>
                  <a:pt x="39405" y="66218"/>
                </a:lnTo>
                <a:lnTo>
                  <a:pt x="52540" y="88287"/>
                </a:lnTo>
                <a:lnTo>
                  <a:pt x="65675" y="110366"/>
                </a:lnTo>
                <a:lnTo>
                  <a:pt x="78800" y="132436"/>
                </a:lnTo>
                <a:lnTo>
                  <a:pt x="91935" y="154505"/>
                </a:lnTo>
                <a:lnTo>
                  <a:pt x="105070" y="176584"/>
                </a:lnTo>
                <a:lnTo>
                  <a:pt x="118205" y="198653"/>
                </a:lnTo>
                <a:lnTo>
                  <a:pt x="131340" y="220723"/>
                </a:lnTo>
                <a:lnTo>
                  <a:pt x="144475" y="242802"/>
                </a:lnTo>
                <a:lnTo>
                  <a:pt x="157610" y="264871"/>
                </a:lnTo>
                <a:lnTo>
                  <a:pt x="170745" y="286941"/>
                </a:lnTo>
                <a:lnTo>
                  <a:pt x="183880" y="309020"/>
                </a:lnTo>
                <a:lnTo>
                  <a:pt x="197015" y="331089"/>
                </a:lnTo>
                <a:lnTo>
                  <a:pt x="210150" y="353158"/>
                </a:lnTo>
                <a:lnTo>
                  <a:pt x="223285" y="375237"/>
                </a:lnTo>
                <a:lnTo>
                  <a:pt x="236411" y="397307"/>
                </a:lnTo>
                <a:lnTo>
                  <a:pt x="249545" y="419376"/>
                </a:lnTo>
                <a:lnTo>
                  <a:pt x="262680" y="441446"/>
                </a:lnTo>
                <a:lnTo>
                  <a:pt x="275196" y="463753"/>
                </a:lnTo>
                <a:lnTo>
                  <a:pt x="297675" y="475174"/>
                </a:lnTo>
                <a:lnTo>
                  <a:pt x="322717" y="480860"/>
                </a:lnTo>
                <a:lnTo>
                  <a:pt x="348053" y="485042"/>
                </a:lnTo>
                <a:lnTo>
                  <a:pt x="373513" y="488442"/>
                </a:lnTo>
                <a:lnTo>
                  <a:pt x="399031" y="491338"/>
                </a:lnTo>
                <a:lnTo>
                  <a:pt x="424586" y="493871"/>
                </a:lnTo>
                <a:lnTo>
                  <a:pt x="450171" y="496129"/>
                </a:lnTo>
                <a:lnTo>
                  <a:pt x="475774" y="498167"/>
                </a:lnTo>
                <a:lnTo>
                  <a:pt x="501396" y="500024"/>
                </a:lnTo>
                <a:lnTo>
                  <a:pt x="527028" y="501729"/>
                </a:lnTo>
                <a:lnTo>
                  <a:pt x="552660" y="503311"/>
                </a:lnTo>
                <a:lnTo>
                  <a:pt x="578301" y="504768"/>
                </a:lnTo>
                <a:lnTo>
                  <a:pt x="603952" y="506130"/>
                </a:lnTo>
                <a:lnTo>
                  <a:pt x="629603" y="507406"/>
                </a:lnTo>
                <a:lnTo>
                  <a:pt x="655263" y="508587"/>
                </a:lnTo>
                <a:lnTo>
                  <a:pt x="680923" y="509702"/>
                </a:lnTo>
                <a:lnTo>
                  <a:pt x="706584" y="510740"/>
                </a:lnTo>
                <a:lnTo>
                  <a:pt x="732253" y="511721"/>
                </a:lnTo>
                <a:lnTo>
                  <a:pt x="757923" y="512645"/>
                </a:lnTo>
                <a:lnTo>
                  <a:pt x="783593" y="513502"/>
                </a:lnTo>
                <a:lnTo>
                  <a:pt x="809263" y="514321"/>
                </a:lnTo>
                <a:lnTo>
                  <a:pt x="834933" y="515083"/>
                </a:lnTo>
                <a:lnTo>
                  <a:pt x="860612" y="515798"/>
                </a:lnTo>
                <a:lnTo>
                  <a:pt x="886282" y="516465"/>
                </a:lnTo>
                <a:lnTo>
                  <a:pt x="911962" y="517103"/>
                </a:lnTo>
                <a:lnTo>
                  <a:pt x="937641" y="517684"/>
                </a:lnTo>
                <a:lnTo>
                  <a:pt x="963320" y="518236"/>
                </a:lnTo>
                <a:lnTo>
                  <a:pt x="989000" y="518751"/>
                </a:lnTo>
                <a:lnTo>
                  <a:pt x="1014679" y="519208"/>
                </a:lnTo>
                <a:lnTo>
                  <a:pt x="1040359" y="519665"/>
                </a:lnTo>
                <a:lnTo>
                  <a:pt x="1066038" y="520055"/>
                </a:lnTo>
                <a:lnTo>
                  <a:pt x="1091727" y="520446"/>
                </a:lnTo>
                <a:lnTo>
                  <a:pt x="1117406" y="520770"/>
                </a:lnTo>
                <a:lnTo>
                  <a:pt x="1143086" y="521094"/>
                </a:lnTo>
                <a:lnTo>
                  <a:pt x="1168775" y="521360"/>
                </a:lnTo>
                <a:lnTo>
                  <a:pt x="1194454" y="521627"/>
                </a:lnTo>
                <a:lnTo>
                  <a:pt x="1220143" y="521827"/>
                </a:lnTo>
                <a:lnTo>
                  <a:pt x="1245822" y="522037"/>
                </a:lnTo>
                <a:lnTo>
                  <a:pt x="1271511" y="522180"/>
                </a:lnTo>
                <a:lnTo>
                  <a:pt x="1297191" y="522322"/>
                </a:lnTo>
                <a:lnTo>
                  <a:pt x="1322880" y="522408"/>
                </a:lnTo>
                <a:lnTo>
                  <a:pt x="1348559" y="522503"/>
                </a:lnTo>
                <a:lnTo>
                  <a:pt x="1374248" y="522532"/>
                </a:lnTo>
                <a:lnTo>
                  <a:pt x="1399927" y="522561"/>
                </a:lnTo>
                <a:lnTo>
                  <a:pt x="1425616" y="522542"/>
                </a:lnTo>
                <a:lnTo>
                  <a:pt x="1451296" y="522513"/>
                </a:lnTo>
                <a:lnTo>
                  <a:pt x="1476985" y="522437"/>
                </a:lnTo>
                <a:lnTo>
                  <a:pt x="1502664" y="522351"/>
                </a:lnTo>
                <a:lnTo>
                  <a:pt x="1528353" y="522218"/>
                </a:lnTo>
                <a:lnTo>
                  <a:pt x="1554032" y="522075"/>
                </a:lnTo>
                <a:lnTo>
                  <a:pt x="1579721" y="521884"/>
                </a:lnTo>
                <a:lnTo>
                  <a:pt x="1605401" y="521675"/>
                </a:lnTo>
                <a:lnTo>
                  <a:pt x="1631090" y="521427"/>
                </a:lnTo>
                <a:lnTo>
                  <a:pt x="1656769" y="521170"/>
                </a:lnTo>
                <a:lnTo>
                  <a:pt x="1682448" y="520865"/>
                </a:lnTo>
                <a:lnTo>
                  <a:pt x="1708137" y="520532"/>
                </a:lnTo>
                <a:lnTo>
                  <a:pt x="1733817" y="520160"/>
                </a:lnTo>
                <a:lnTo>
                  <a:pt x="1759496" y="519770"/>
                </a:lnTo>
                <a:lnTo>
                  <a:pt x="1785175" y="519332"/>
                </a:lnTo>
                <a:lnTo>
                  <a:pt x="1810864" y="518865"/>
                </a:lnTo>
                <a:lnTo>
                  <a:pt x="1836544" y="518370"/>
                </a:lnTo>
                <a:lnTo>
                  <a:pt x="1862223" y="517836"/>
                </a:lnTo>
                <a:lnTo>
                  <a:pt x="1887893" y="517255"/>
                </a:lnTo>
                <a:lnTo>
                  <a:pt x="1913573" y="516636"/>
                </a:lnTo>
                <a:lnTo>
                  <a:pt x="1939252" y="515979"/>
                </a:lnTo>
                <a:lnTo>
                  <a:pt x="1964931" y="515274"/>
                </a:lnTo>
                <a:lnTo>
                  <a:pt x="1990601" y="514521"/>
                </a:lnTo>
                <a:lnTo>
                  <a:pt x="2016271" y="513721"/>
                </a:lnTo>
                <a:lnTo>
                  <a:pt x="2041941" y="512864"/>
                </a:lnTo>
                <a:lnTo>
                  <a:pt x="2067611" y="511959"/>
                </a:lnTo>
                <a:lnTo>
                  <a:pt x="2093281" y="510997"/>
                </a:lnTo>
                <a:lnTo>
                  <a:pt x="2118941" y="509978"/>
                </a:lnTo>
                <a:lnTo>
                  <a:pt x="2144601" y="508883"/>
                </a:lnTo>
                <a:lnTo>
                  <a:pt x="2170262" y="507711"/>
                </a:lnTo>
                <a:lnTo>
                  <a:pt x="2195913" y="506463"/>
                </a:lnTo>
                <a:lnTo>
                  <a:pt x="2221563" y="505130"/>
                </a:lnTo>
                <a:lnTo>
                  <a:pt x="2247214" y="503692"/>
                </a:lnTo>
                <a:lnTo>
                  <a:pt x="2272846" y="502158"/>
                </a:lnTo>
                <a:lnTo>
                  <a:pt x="2298478" y="500472"/>
                </a:lnTo>
                <a:lnTo>
                  <a:pt x="2324100" y="498662"/>
                </a:lnTo>
                <a:lnTo>
                  <a:pt x="2349703" y="496662"/>
                </a:lnTo>
                <a:lnTo>
                  <a:pt x="2375297" y="494471"/>
                </a:lnTo>
                <a:lnTo>
                  <a:pt x="2400862" y="492014"/>
                </a:lnTo>
                <a:lnTo>
                  <a:pt x="2426399" y="489223"/>
                </a:lnTo>
                <a:lnTo>
                  <a:pt x="2451878" y="485975"/>
                </a:lnTo>
                <a:lnTo>
                  <a:pt x="2477252" y="482032"/>
                </a:lnTo>
                <a:lnTo>
                  <a:pt x="2502408" y="476860"/>
                </a:lnTo>
                <a:lnTo>
                  <a:pt x="2526497" y="468220"/>
                </a:lnTo>
                <a:lnTo>
                  <a:pt x="2540394" y="447113"/>
                </a:lnTo>
                <a:lnTo>
                  <a:pt x="2553529" y="425044"/>
                </a:lnTo>
                <a:lnTo>
                  <a:pt x="2566664" y="402965"/>
                </a:lnTo>
                <a:lnTo>
                  <a:pt x="2579799" y="380895"/>
                </a:lnTo>
                <a:lnTo>
                  <a:pt x="2592934" y="358826"/>
                </a:lnTo>
                <a:lnTo>
                  <a:pt x="2606069" y="336747"/>
                </a:lnTo>
                <a:lnTo>
                  <a:pt x="2619204" y="314677"/>
                </a:lnTo>
                <a:lnTo>
                  <a:pt x="2632329" y="292608"/>
                </a:lnTo>
                <a:lnTo>
                  <a:pt x="2645464" y="270529"/>
                </a:lnTo>
                <a:lnTo>
                  <a:pt x="2658599" y="248460"/>
                </a:lnTo>
                <a:lnTo>
                  <a:pt x="2671734" y="226390"/>
                </a:lnTo>
                <a:lnTo>
                  <a:pt x="2684869" y="204311"/>
                </a:lnTo>
                <a:lnTo>
                  <a:pt x="2698004" y="182242"/>
                </a:lnTo>
                <a:lnTo>
                  <a:pt x="2711139" y="160172"/>
                </a:lnTo>
                <a:lnTo>
                  <a:pt x="2724274" y="138093"/>
                </a:lnTo>
                <a:lnTo>
                  <a:pt x="2737409" y="116024"/>
                </a:lnTo>
                <a:lnTo>
                  <a:pt x="2750544" y="93955"/>
                </a:lnTo>
                <a:lnTo>
                  <a:pt x="2763679" y="71876"/>
                </a:lnTo>
                <a:lnTo>
                  <a:pt x="2776814" y="49806"/>
                </a:lnTo>
                <a:lnTo>
                  <a:pt x="2789939" y="27737"/>
                </a:lnTo>
                <a:lnTo>
                  <a:pt x="2803074" y="5658"/>
                </a:lnTo>
                <a:lnTo>
                  <a:pt x="2791244" y="10077"/>
                </a:lnTo>
                <a:lnTo>
                  <a:pt x="2766289" y="16059"/>
                </a:lnTo>
                <a:lnTo>
                  <a:pt x="2740943" y="20212"/>
                </a:lnTo>
                <a:lnTo>
                  <a:pt x="2715473" y="23517"/>
                </a:lnTo>
                <a:lnTo>
                  <a:pt x="2689936" y="26308"/>
                </a:lnTo>
                <a:lnTo>
                  <a:pt x="2664371" y="28746"/>
                </a:lnTo>
                <a:lnTo>
                  <a:pt x="2638777" y="30928"/>
                </a:lnTo>
                <a:lnTo>
                  <a:pt x="2613165" y="32890"/>
                </a:lnTo>
                <a:lnTo>
                  <a:pt x="2587552" y="34681"/>
                </a:lnTo>
                <a:lnTo>
                  <a:pt x="2561920" y="36338"/>
                </a:lnTo>
                <a:lnTo>
                  <a:pt x="2536279" y="37871"/>
                </a:lnTo>
                <a:lnTo>
                  <a:pt x="2510628" y="39300"/>
                </a:lnTo>
                <a:lnTo>
                  <a:pt x="2484987" y="40643"/>
                </a:lnTo>
                <a:lnTo>
                  <a:pt x="2459326" y="41891"/>
                </a:lnTo>
                <a:lnTo>
                  <a:pt x="2433676" y="43072"/>
                </a:lnTo>
                <a:lnTo>
                  <a:pt x="2408015" y="44186"/>
                </a:lnTo>
                <a:lnTo>
                  <a:pt x="2382345" y="45234"/>
                </a:lnTo>
                <a:lnTo>
                  <a:pt x="2356685" y="46234"/>
                </a:lnTo>
                <a:lnTo>
                  <a:pt x="2331015" y="47177"/>
                </a:lnTo>
                <a:lnTo>
                  <a:pt x="2305345" y="48073"/>
                </a:lnTo>
                <a:lnTo>
                  <a:pt x="2279675" y="48930"/>
                </a:lnTo>
                <a:lnTo>
                  <a:pt x="2254006" y="49740"/>
                </a:lnTo>
                <a:lnTo>
                  <a:pt x="2228326" y="50502"/>
                </a:lnTo>
                <a:lnTo>
                  <a:pt x="2202656" y="51235"/>
                </a:lnTo>
                <a:lnTo>
                  <a:pt x="2176977" y="51930"/>
                </a:lnTo>
                <a:lnTo>
                  <a:pt x="2151307" y="52597"/>
                </a:lnTo>
                <a:lnTo>
                  <a:pt x="2125628" y="53226"/>
                </a:lnTo>
                <a:lnTo>
                  <a:pt x="2099948" y="53826"/>
                </a:lnTo>
                <a:lnTo>
                  <a:pt x="2074269" y="54388"/>
                </a:lnTo>
                <a:lnTo>
                  <a:pt x="2048589" y="54931"/>
                </a:lnTo>
                <a:lnTo>
                  <a:pt x="2022910" y="55426"/>
                </a:lnTo>
                <a:lnTo>
                  <a:pt x="1997231" y="55912"/>
                </a:lnTo>
                <a:lnTo>
                  <a:pt x="1971551" y="56378"/>
                </a:lnTo>
                <a:lnTo>
                  <a:pt x="1945872" y="56807"/>
                </a:lnTo>
                <a:lnTo>
                  <a:pt x="1920192" y="57236"/>
                </a:lnTo>
                <a:lnTo>
                  <a:pt x="1894503" y="57607"/>
                </a:lnTo>
                <a:lnTo>
                  <a:pt x="1868824" y="57979"/>
                </a:lnTo>
                <a:lnTo>
                  <a:pt x="1843145" y="58322"/>
                </a:lnTo>
                <a:lnTo>
                  <a:pt x="1817465" y="58636"/>
                </a:lnTo>
                <a:lnTo>
                  <a:pt x="1791776" y="58950"/>
                </a:lnTo>
                <a:lnTo>
                  <a:pt x="1766097" y="59207"/>
                </a:lnTo>
                <a:lnTo>
                  <a:pt x="1740408" y="59474"/>
                </a:lnTo>
                <a:lnTo>
                  <a:pt x="1714729" y="59712"/>
                </a:lnTo>
                <a:lnTo>
                  <a:pt x="1689049" y="59922"/>
                </a:lnTo>
                <a:lnTo>
                  <a:pt x="1663360" y="60131"/>
                </a:lnTo>
                <a:lnTo>
                  <a:pt x="1637681" y="60303"/>
                </a:lnTo>
                <a:lnTo>
                  <a:pt x="1611992" y="60465"/>
                </a:lnTo>
                <a:lnTo>
                  <a:pt x="1586313" y="60608"/>
                </a:lnTo>
                <a:lnTo>
                  <a:pt x="1560624" y="60722"/>
                </a:lnTo>
                <a:lnTo>
                  <a:pt x="1534935" y="60836"/>
                </a:lnTo>
                <a:lnTo>
                  <a:pt x="1509255" y="60912"/>
                </a:lnTo>
                <a:lnTo>
                  <a:pt x="1483566" y="60979"/>
                </a:lnTo>
                <a:lnTo>
                  <a:pt x="1457887" y="61027"/>
                </a:lnTo>
                <a:lnTo>
                  <a:pt x="1432198" y="61055"/>
                </a:lnTo>
                <a:lnTo>
                  <a:pt x="1406519" y="61074"/>
                </a:lnTo>
                <a:lnTo>
                  <a:pt x="1380830" y="61055"/>
                </a:lnTo>
                <a:lnTo>
                  <a:pt x="1355150" y="61036"/>
                </a:lnTo>
                <a:lnTo>
                  <a:pt x="1329461" y="60998"/>
                </a:lnTo>
                <a:lnTo>
                  <a:pt x="1303782" y="60931"/>
                </a:lnTo>
                <a:lnTo>
                  <a:pt x="1278093" y="60855"/>
                </a:lnTo>
                <a:lnTo>
                  <a:pt x="1252414" y="60750"/>
                </a:lnTo>
                <a:lnTo>
                  <a:pt x="1226725" y="60636"/>
                </a:lnTo>
                <a:lnTo>
                  <a:pt x="1201036" y="60503"/>
                </a:lnTo>
                <a:lnTo>
                  <a:pt x="1175356" y="60341"/>
                </a:lnTo>
                <a:lnTo>
                  <a:pt x="1149677" y="60179"/>
                </a:lnTo>
                <a:lnTo>
                  <a:pt x="1123988" y="59979"/>
                </a:lnTo>
                <a:lnTo>
                  <a:pt x="1098309" y="59769"/>
                </a:lnTo>
                <a:lnTo>
                  <a:pt x="1072620" y="59541"/>
                </a:lnTo>
                <a:lnTo>
                  <a:pt x="1046940" y="59274"/>
                </a:lnTo>
                <a:lnTo>
                  <a:pt x="1021251" y="59017"/>
                </a:lnTo>
                <a:lnTo>
                  <a:pt x="995572" y="58712"/>
                </a:lnTo>
                <a:lnTo>
                  <a:pt x="969893" y="58398"/>
                </a:lnTo>
                <a:lnTo>
                  <a:pt x="944204" y="58074"/>
                </a:lnTo>
                <a:lnTo>
                  <a:pt x="918524" y="57702"/>
                </a:lnTo>
                <a:lnTo>
                  <a:pt x="892845" y="57331"/>
                </a:lnTo>
                <a:lnTo>
                  <a:pt x="867156" y="56912"/>
                </a:lnTo>
                <a:lnTo>
                  <a:pt x="841477" y="56493"/>
                </a:lnTo>
                <a:lnTo>
                  <a:pt x="815797" y="56036"/>
                </a:lnTo>
                <a:lnTo>
                  <a:pt x="790118" y="55550"/>
                </a:lnTo>
                <a:lnTo>
                  <a:pt x="764438" y="55064"/>
                </a:lnTo>
                <a:lnTo>
                  <a:pt x="738759" y="54531"/>
                </a:lnTo>
                <a:lnTo>
                  <a:pt x="713080" y="53969"/>
                </a:lnTo>
                <a:lnTo>
                  <a:pt x="687400" y="53378"/>
                </a:lnTo>
                <a:lnTo>
                  <a:pt x="661730" y="52759"/>
                </a:lnTo>
                <a:lnTo>
                  <a:pt x="636051" y="52102"/>
                </a:lnTo>
                <a:lnTo>
                  <a:pt x="610372" y="51416"/>
                </a:lnTo>
                <a:lnTo>
                  <a:pt x="584702" y="50692"/>
                </a:lnTo>
                <a:lnTo>
                  <a:pt x="559022" y="49940"/>
                </a:lnTo>
                <a:lnTo>
                  <a:pt x="533352" y="49139"/>
                </a:lnTo>
                <a:lnTo>
                  <a:pt x="507683" y="48301"/>
                </a:lnTo>
                <a:lnTo>
                  <a:pt x="482013" y="47415"/>
                </a:lnTo>
                <a:lnTo>
                  <a:pt x="456343" y="46482"/>
                </a:lnTo>
                <a:lnTo>
                  <a:pt x="430682" y="45501"/>
                </a:lnTo>
                <a:lnTo>
                  <a:pt x="405013" y="44463"/>
                </a:lnTo>
                <a:lnTo>
                  <a:pt x="379352" y="43358"/>
                </a:lnTo>
                <a:lnTo>
                  <a:pt x="353701" y="42196"/>
                </a:lnTo>
                <a:lnTo>
                  <a:pt x="328041" y="40967"/>
                </a:lnTo>
                <a:lnTo>
                  <a:pt x="302390" y="39653"/>
                </a:lnTo>
                <a:lnTo>
                  <a:pt x="276749" y="38243"/>
                </a:lnTo>
                <a:lnTo>
                  <a:pt x="251108" y="36738"/>
                </a:lnTo>
                <a:lnTo>
                  <a:pt x="225476" y="35119"/>
                </a:lnTo>
                <a:lnTo>
                  <a:pt x="199844" y="33366"/>
                </a:lnTo>
                <a:lnTo>
                  <a:pt x="174231" y="31442"/>
                </a:lnTo>
                <a:lnTo>
                  <a:pt x="148638" y="29327"/>
                </a:lnTo>
                <a:lnTo>
                  <a:pt x="123063" y="26965"/>
                </a:lnTo>
                <a:lnTo>
                  <a:pt x="97517" y="24270"/>
                </a:lnTo>
                <a:lnTo>
                  <a:pt x="72028" y="21117"/>
                </a:lnTo>
                <a:lnTo>
                  <a:pt x="46644" y="17240"/>
                </a:lnTo>
                <a:lnTo>
                  <a:pt x="21517" y="119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F70A9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0" name="simple-step-cap-1">
            <a:extLst xmlns:a="http://schemas.openxmlformats.org/drawingml/2006/main">
              <a:ext uri="{FF2B5EF4-FFF2-40B4-BE49-F238E27FC236}">
                <a16:creationId xmlns:a16="http://schemas.microsoft.com/office/drawing/2014/main" id="{42D121DA-7F5B-4BCA-98B6-2939EA4E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92739" y="3113532"/>
            <a:ext cx="2806522" cy="173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70A9"/>
          </a:solidFill>
          <a:ln xmlns:a="http://schemas.openxmlformats.org/drawingml/2006/main" w="19050">
            <a:solidFill>
              <a:srgbClr val="8BBAF2"/>
            </a:solidFill>
            <a:prstDash val="solid"/>
          </a:ln>
        </p:spPr>
      </p:sp>
      <p:sp>
        <p:nvSpPr>
          <p:cNvPr id="21" name="simple-step-body-2">
            <a:extLst xmlns:a="http://schemas.openxmlformats.org/drawingml/2006/main">
              <a:ext uri="{FF2B5EF4-FFF2-40B4-BE49-F238E27FC236}">
                <a16:creationId xmlns:a16="http://schemas.microsoft.com/office/drawing/2014/main" id="{B2F6CD58-BC7A-4922-AD14-46AB3EEC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67383" y="3819525"/>
            <a:ext cx="2257120" cy="522561"/>
          </a:xfrm>
          <a:custGeom xmlns:a="http://schemas.openxmlformats.org/drawingml/2006/main">
            <a:pathLst>
              <a:path w="2257120" h="522561">
                <a:moveTo>
                  <a:pt x="0" y="0"/>
                </a:moveTo>
                <a:lnTo>
                  <a:pt x="10116" y="18669"/>
                </a:lnTo>
                <a:lnTo>
                  <a:pt x="20222" y="37338"/>
                </a:lnTo>
                <a:lnTo>
                  <a:pt x="30337" y="56007"/>
                </a:lnTo>
                <a:lnTo>
                  <a:pt x="40443" y="74676"/>
                </a:lnTo>
                <a:lnTo>
                  <a:pt x="50559" y="93345"/>
                </a:lnTo>
                <a:lnTo>
                  <a:pt x="60665" y="112014"/>
                </a:lnTo>
                <a:lnTo>
                  <a:pt x="70780" y="130683"/>
                </a:lnTo>
                <a:lnTo>
                  <a:pt x="80886" y="149362"/>
                </a:lnTo>
                <a:lnTo>
                  <a:pt x="91002" y="168031"/>
                </a:lnTo>
                <a:lnTo>
                  <a:pt x="101117" y="186700"/>
                </a:lnTo>
                <a:lnTo>
                  <a:pt x="111223" y="205369"/>
                </a:lnTo>
                <a:lnTo>
                  <a:pt x="121339" y="224038"/>
                </a:lnTo>
                <a:lnTo>
                  <a:pt x="131445" y="242707"/>
                </a:lnTo>
                <a:lnTo>
                  <a:pt x="141561" y="261376"/>
                </a:lnTo>
                <a:lnTo>
                  <a:pt x="151667" y="280045"/>
                </a:lnTo>
                <a:lnTo>
                  <a:pt x="161782" y="298714"/>
                </a:lnTo>
                <a:lnTo>
                  <a:pt x="171888" y="317383"/>
                </a:lnTo>
                <a:lnTo>
                  <a:pt x="182004" y="336052"/>
                </a:lnTo>
                <a:lnTo>
                  <a:pt x="192110" y="354721"/>
                </a:lnTo>
                <a:lnTo>
                  <a:pt x="202225" y="373390"/>
                </a:lnTo>
                <a:lnTo>
                  <a:pt x="212341" y="392059"/>
                </a:lnTo>
                <a:lnTo>
                  <a:pt x="222447" y="410737"/>
                </a:lnTo>
                <a:lnTo>
                  <a:pt x="232562" y="429406"/>
                </a:lnTo>
                <a:lnTo>
                  <a:pt x="242668" y="448075"/>
                </a:lnTo>
                <a:lnTo>
                  <a:pt x="252451" y="466744"/>
                </a:lnTo>
                <a:lnTo>
                  <a:pt x="271205" y="476317"/>
                </a:lnTo>
                <a:lnTo>
                  <a:pt x="291694" y="481870"/>
                </a:lnTo>
                <a:lnTo>
                  <a:pt x="312515" y="486032"/>
                </a:lnTo>
                <a:lnTo>
                  <a:pt x="333470" y="489442"/>
                </a:lnTo>
                <a:lnTo>
                  <a:pt x="354501" y="492357"/>
                </a:lnTo>
                <a:lnTo>
                  <a:pt x="375571" y="494909"/>
                </a:lnTo>
                <a:lnTo>
                  <a:pt x="396688" y="497186"/>
                </a:lnTo>
                <a:lnTo>
                  <a:pt x="417814" y="499234"/>
                </a:lnTo>
                <a:lnTo>
                  <a:pt x="438969" y="501110"/>
                </a:lnTo>
                <a:lnTo>
                  <a:pt x="460124" y="502825"/>
                </a:lnTo>
                <a:lnTo>
                  <a:pt x="481298" y="504415"/>
                </a:lnTo>
                <a:lnTo>
                  <a:pt x="502482" y="505873"/>
                </a:lnTo>
                <a:lnTo>
                  <a:pt x="523665" y="507244"/>
                </a:lnTo>
                <a:lnTo>
                  <a:pt x="544868" y="508502"/>
                </a:lnTo>
                <a:lnTo>
                  <a:pt x="566061" y="509692"/>
                </a:lnTo>
                <a:lnTo>
                  <a:pt x="587264" y="510797"/>
                </a:lnTo>
                <a:lnTo>
                  <a:pt x="608476" y="511826"/>
                </a:lnTo>
                <a:lnTo>
                  <a:pt x="629679" y="512797"/>
                </a:lnTo>
                <a:lnTo>
                  <a:pt x="650891" y="513702"/>
                </a:lnTo>
                <a:lnTo>
                  <a:pt x="672113" y="514550"/>
                </a:lnTo>
                <a:lnTo>
                  <a:pt x="693325" y="515350"/>
                </a:lnTo>
                <a:lnTo>
                  <a:pt x="714546" y="516084"/>
                </a:lnTo>
                <a:lnTo>
                  <a:pt x="735768" y="516779"/>
                </a:lnTo>
                <a:lnTo>
                  <a:pt x="756990" y="517417"/>
                </a:lnTo>
                <a:lnTo>
                  <a:pt x="778212" y="518017"/>
                </a:lnTo>
                <a:lnTo>
                  <a:pt x="799433" y="518579"/>
                </a:lnTo>
                <a:lnTo>
                  <a:pt x="820664" y="519093"/>
                </a:lnTo>
                <a:lnTo>
                  <a:pt x="841886" y="519579"/>
                </a:lnTo>
                <a:lnTo>
                  <a:pt x="863117" y="520017"/>
                </a:lnTo>
                <a:lnTo>
                  <a:pt x="884349" y="520417"/>
                </a:lnTo>
                <a:lnTo>
                  <a:pt x="905570" y="520779"/>
                </a:lnTo>
                <a:lnTo>
                  <a:pt x="926802" y="521113"/>
                </a:lnTo>
                <a:lnTo>
                  <a:pt x="948033" y="521399"/>
                </a:lnTo>
                <a:lnTo>
                  <a:pt x="969264" y="521656"/>
                </a:lnTo>
                <a:lnTo>
                  <a:pt x="990495" y="521875"/>
                </a:lnTo>
                <a:lnTo>
                  <a:pt x="1011726" y="522075"/>
                </a:lnTo>
                <a:lnTo>
                  <a:pt x="1032958" y="522237"/>
                </a:lnTo>
                <a:lnTo>
                  <a:pt x="1054189" y="522361"/>
                </a:lnTo>
                <a:lnTo>
                  <a:pt x="1075420" y="522456"/>
                </a:lnTo>
                <a:lnTo>
                  <a:pt x="1096651" y="522522"/>
                </a:lnTo>
                <a:lnTo>
                  <a:pt x="1117883" y="522561"/>
                </a:lnTo>
                <a:lnTo>
                  <a:pt x="1139114" y="522561"/>
                </a:lnTo>
                <a:lnTo>
                  <a:pt x="1160345" y="522522"/>
                </a:lnTo>
                <a:lnTo>
                  <a:pt x="1181576" y="522456"/>
                </a:lnTo>
                <a:lnTo>
                  <a:pt x="1202807" y="522361"/>
                </a:lnTo>
                <a:lnTo>
                  <a:pt x="1224039" y="522237"/>
                </a:lnTo>
                <a:lnTo>
                  <a:pt x="1245270" y="522084"/>
                </a:lnTo>
                <a:lnTo>
                  <a:pt x="1266501" y="521884"/>
                </a:lnTo>
                <a:lnTo>
                  <a:pt x="1287732" y="521665"/>
                </a:lnTo>
                <a:lnTo>
                  <a:pt x="1308964" y="521408"/>
                </a:lnTo>
                <a:lnTo>
                  <a:pt x="1330195" y="521113"/>
                </a:lnTo>
                <a:lnTo>
                  <a:pt x="1351426" y="520789"/>
                </a:lnTo>
                <a:lnTo>
                  <a:pt x="1372657" y="520417"/>
                </a:lnTo>
                <a:lnTo>
                  <a:pt x="1393879" y="520017"/>
                </a:lnTo>
                <a:lnTo>
                  <a:pt x="1415110" y="519579"/>
                </a:lnTo>
                <a:lnTo>
                  <a:pt x="1436332" y="519103"/>
                </a:lnTo>
                <a:lnTo>
                  <a:pt x="1457563" y="518589"/>
                </a:lnTo>
                <a:lnTo>
                  <a:pt x="1478785" y="518027"/>
                </a:lnTo>
                <a:lnTo>
                  <a:pt x="1500007" y="517427"/>
                </a:lnTo>
                <a:lnTo>
                  <a:pt x="1521228" y="516779"/>
                </a:lnTo>
                <a:lnTo>
                  <a:pt x="1542450" y="516093"/>
                </a:lnTo>
                <a:lnTo>
                  <a:pt x="1563672" y="515350"/>
                </a:lnTo>
                <a:lnTo>
                  <a:pt x="1584884" y="514560"/>
                </a:lnTo>
                <a:lnTo>
                  <a:pt x="1606106" y="513712"/>
                </a:lnTo>
                <a:lnTo>
                  <a:pt x="1627318" y="512807"/>
                </a:lnTo>
                <a:lnTo>
                  <a:pt x="1648520" y="511845"/>
                </a:lnTo>
                <a:lnTo>
                  <a:pt x="1669733" y="510807"/>
                </a:lnTo>
                <a:lnTo>
                  <a:pt x="1690935" y="509702"/>
                </a:lnTo>
                <a:lnTo>
                  <a:pt x="1712138" y="508521"/>
                </a:lnTo>
                <a:lnTo>
                  <a:pt x="1733331" y="507254"/>
                </a:lnTo>
                <a:lnTo>
                  <a:pt x="1754515" y="505892"/>
                </a:lnTo>
                <a:lnTo>
                  <a:pt x="1775698" y="504425"/>
                </a:lnTo>
                <a:lnTo>
                  <a:pt x="1796872" y="502844"/>
                </a:lnTo>
                <a:lnTo>
                  <a:pt x="1818037" y="501129"/>
                </a:lnTo>
                <a:lnTo>
                  <a:pt x="1839182" y="499253"/>
                </a:lnTo>
                <a:lnTo>
                  <a:pt x="1860318" y="497205"/>
                </a:lnTo>
                <a:lnTo>
                  <a:pt x="1881426" y="494938"/>
                </a:lnTo>
                <a:lnTo>
                  <a:pt x="1902504" y="492385"/>
                </a:lnTo>
                <a:lnTo>
                  <a:pt x="1923536" y="489471"/>
                </a:lnTo>
                <a:lnTo>
                  <a:pt x="1944491" y="486070"/>
                </a:lnTo>
                <a:lnTo>
                  <a:pt x="1965312" y="481917"/>
                </a:lnTo>
                <a:lnTo>
                  <a:pt x="1985801" y="476393"/>
                </a:lnTo>
                <a:lnTo>
                  <a:pt x="2004622" y="466906"/>
                </a:lnTo>
                <a:lnTo>
                  <a:pt x="2014452" y="448285"/>
                </a:lnTo>
                <a:lnTo>
                  <a:pt x="2024558" y="429606"/>
                </a:lnTo>
                <a:lnTo>
                  <a:pt x="2034673" y="410937"/>
                </a:lnTo>
                <a:lnTo>
                  <a:pt x="2044789" y="392268"/>
                </a:lnTo>
                <a:lnTo>
                  <a:pt x="2054895" y="373599"/>
                </a:lnTo>
                <a:lnTo>
                  <a:pt x="2065010" y="354930"/>
                </a:lnTo>
                <a:lnTo>
                  <a:pt x="2075117" y="336261"/>
                </a:lnTo>
                <a:lnTo>
                  <a:pt x="2085232" y="317592"/>
                </a:lnTo>
                <a:lnTo>
                  <a:pt x="2095338" y="298923"/>
                </a:lnTo>
                <a:lnTo>
                  <a:pt x="2105454" y="280254"/>
                </a:lnTo>
                <a:lnTo>
                  <a:pt x="2115560" y="261585"/>
                </a:lnTo>
                <a:lnTo>
                  <a:pt x="2125675" y="242916"/>
                </a:lnTo>
                <a:lnTo>
                  <a:pt x="2135781" y="224247"/>
                </a:lnTo>
                <a:lnTo>
                  <a:pt x="2145897" y="205578"/>
                </a:lnTo>
                <a:lnTo>
                  <a:pt x="2156012" y="186909"/>
                </a:lnTo>
                <a:lnTo>
                  <a:pt x="2166118" y="168231"/>
                </a:lnTo>
                <a:lnTo>
                  <a:pt x="2176234" y="149562"/>
                </a:lnTo>
                <a:lnTo>
                  <a:pt x="2186340" y="130893"/>
                </a:lnTo>
                <a:lnTo>
                  <a:pt x="2196455" y="112224"/>
                </a:lnTo>
                <a:lnTo>
                  <a:pt x="2206562" y="93555"/>
                </a:lnTo>
                <a:lnTo>
                  <a:pt x="2216677" y="74886"/>
                </a:lnTo>
                <a:lnTo>
                  <a:pt x="2226793" y="56217"/>
                </a:lnTo>
                <a:lnTo>
                  <a:pt x="2236899" y="37548"/>
                </a:lnTo>
                <a:lnTo>
                  <a:pt x="2247014" y="18879"/>
                </a:lnTo>
                <a:lnTo>
                  <a:pt x="2257120" y="210"/>
                </a:lnTo>
                <a:lnTo>
                  <a:pt x="2240909" y="11592"/>
                </a:lnTo>
                <a:lnTo>
                  <a:pt x="2220411" y="17088"/>
                </a:lnTo>
                <a:lnTo>
                  <a:pt x="2199561" y="21069"/>
                </a:lnTo>
                <a:lnTo>
                  <a:pt x="2178577" y="24308"/>
                </a:lnTo>
                <a:lnTo>
                  <a:pt x="2157517" y="27051"/>
                </a:lnTo>
                <a:lnTo>
                  <a:pt x="2136429" y="29461"/>
                </a:lnTo>
                <a:lnTo>
                  <a:pt x="2115302" y="31623"/>
                </a:lnTo>
                <a:lnTo>
                  <a:pt x="2094167" y="33576"/>
                </a:lnTo>
                <a:lnTo>
                  <a:pt x="2073002" y="35347"/>
                </a:lnTo>
                <a:lnTo>
                  <a:pt x="2051837" y="36995"/>
                </a:lnTo>
                <a:lnTo>
                  <a:pt x="2030663" y="38529"/>
                </a:lnTo>
                <a:lnTo>
                  <a:pt x="2009480" y="39948"/>
                </a:lnTo>
                <a:lnTo>
                  <a:pt x="1988287" y="41272"/>
                </a:lnTo>
                <a:lnTo>
                  <a:pt x="1967093" y="42529"/>
                </a:lnTo>
                <a:lnTo>
                  <a:pt x="1945891" y="43701"/>
                </a:lnTo>
                <a:lnTo>
                  <a:pt x="1924688" y="44815"/>
                </a:lnTo>
                <a:lnTo>
                  <a:pt x="1903486" y="45863"/>
                </a:lnTo>
                <a:lnTo>
                  <a:pt x="1882273" y="46844"/>
                </a:lnTo>
                <a:lnTo>
                  <a:pt x="1861061" y="47787"/>
                </a:lnTo>
                <a:lnTo>
                  <a:pt x="1839849" y="48673"/>
                </a:lnTo>
                <a:lnTo>
                  <a:pt x="1818637" y="49520"/>
                </a:lnTo>
                <a:lnTo>
                  <a:pt x="1797415" y="50321"/>
                </a:lnTo>
                <a:lnTo>
                  <a:pt x="1776203" y="51083"/>
                </a:lnTo>
                <a:lnTo>
                  <a:pt x="1754981" y="51797"/>
                </a:lnTo>
                <a:lnTo>
                  <a:pt x="1733760" y="52492"/>
                </a:lnTo>
                <a:lnTo>
                  <a:pt x="1712538" y="53140"/>
                </a:lnTo>
                <a:lnTo>
                  <a:pt x="1691316" y="53759"/>
                </a:lnTo>
                <a:lnTo>
                  <a:pt x="1670094" y="54340"/>
                </a:lnTo>
                <a:lnTo>
                  <a:pt x="1648863" y="54893"/>
                </a:lnTo>
                <a:lnTo>
                  <a:pt x="1627642" y="55426"/>
                </a:lnTo>
                <a:lnTo>
                  <a:pt x="1606420" y="55921"/>
                </a:lnTo>
                <a:lnTo>
                  <a:pt x="1585189" y="56398"/>
                </a:lnTo>
                <a:lnTo>
                  <a:pt x="1563957" y="56845"/>
                </a:lnTo>
                <a:lnTo>
                  <a:pt x="1542736" y="57264"/>
                </a:lnTo>
                <a:lnTo>
                  <a:pt x="1521504" y="57645"/>
                </a:lnTo>
                <a:lnTo>
                  <a:pt x="1500273" y="58026"/>
                </a:lnTo>
                <a:lnTo>
                  <a:pt x="1479052" y="58379"/>
                </a:lnTo>
                <a:lnTo>
                  <a:pt x="1457820" y="58703"/>
                </a:lnTo>
                <a:lnTo>
                  <a:pt x="1436589" y="59007"/>
                </a:lnTo>
                <a:lnTo>
                  <a:pt x="1415358" y="59274"/>
                </a:lnTo>
                <a:lnTo>
                  <a:pt x="1394127" y="59550"/>
                </a:lnTo>
                <a:lnTo>
                  <a:pt x="1372895" y="59779"/>
                </a:lnTo>
                <a:lnTo>
                  <a:pt x="1351664" y="59998"/>
                </a:lnTo>
                <a:lnTo>
                  <a:pt x="1330433" y="60198"/>
                </a:lnTo>
                <a:lnTo>
                  <a:pt x="1309202" y="60360"/>
                </a:lnTo>
                <a:lnTo>
                  <a:pt x="1287971" y="60531"/>
                </a:lnTo>
                <a:lnTo>
                  <a:pt x="1266739" y="60655"/>
                </a:lnTo>
                <a:lnTo>
                  <a:pt x="1245508" y="60779"/>
                </a:lnTo>
                <a:lnTo>
                  <a:pt x="1224277" y="60874"/>
                </a:lnTo>
                <a:lnTo>
                  <a:pt x="1203046" y="60950"/>
                </a:lnTo>
                <a:lnTo>
                  <a:pt x="1181814" y="61017"/>
                </a:lnTo>
                <a:lnTo>
                  <a:pt x="1160583" y="61046"/>
                </a:lnTo>
                <a:lnTo>
                  <a:pt x="1139352" y="61065"/>
                </a:lnTo>
                <a:lnTo>
                  <a:pt x="1118121" y="61065"/>
                </a:lnTo>
                <a:lnTo>
                  <a:pt x="1096889" y="61046"/>
                </a:lnTo>
                <a:lnTo>
                  <a:pt x="1075658" y="61017"/>
                </a:lnTo>
                <a:lnTo>
                  <a:pt x="1054427" y="60950"/>
                </a:lnTo>
                <a:lnTo>
                  <a:pt x="1033196" y="60874"/>
                </a:lnTo>
                <a:lnTo>
                  <a:pt x="1011965" y="60779"/>
                </a:lnTo>
                <a:lnTo>
                  <a:pt x="990733" y="60655"/>
                </a:lnTo>
                <a:lnTo>
                  <a:pt x="969493" y="60531"/>
                </a:lnTo>
                <a:lnTo>
                  <a:pt x="948261" y="60369"/>
                </a:lnTo>
                <a:lnTo>
                  <a:pt x="927040" y="60198"/>
                </a:lnTo>
                <a:lnTo>
                  <a:pt x="905799" y="59998"/>
                </a:lnTo>
                <a:lnTo>
                  <a:pt x="884577" y="59779"/>
                </a:lnTo>
                <a:lnTo>
                  <a:pt x="863346" y="59550"/>
                </a:lnTo>
                <a:lnTo>
                  <a:pt x="842115" y="59284"/>
                </a:lnTo>
                <a:lnTo>
                  <a:pt x="820884" y="59007"/>
                </a:lnTo>
                <a:lnTo>
                  <a:pt x="799652" y="58712"/>
                </a:lnTo>
                <a:lnTo>
                  <a:pt x="778421" y="58379"/>
                </a:lnTo>
                <a:lnTo>
                  <a:pt x="757190" y="58026"/>
                </a:lnTo>
                <a:lnTo>
                  <a:pt x="735968" y="57655"/>
                </a:lnTo>
                <a:lnTo>
                  <a:pt x="714737" y="57274"/>
                </a:lnTo>
                <a:lnTo>
                  <a:pt x="693506" y="56845"/>
                </a:lnTo>
                <a:lnTo>
                  <a:pt x="672284" y="56398"/>
                </a:lnTo>
                <a:lnTo>
                  <a:pt x="651053" y="55931"/>
                </a:lnTo>
                <a:lnTo>
                  <a:pt x="629831" y="55426"/>
                </a:lnTo>
                <a:lnTo>
                  <a:pt x="608600" y="54902"/>
                </a:lnTo>
                <a:lnTo>
                  <a:pt x="587378" y="54350"/>
                </a:lnTo>
                <a:lnTo>
                  <a:pt x="566156" y="53759"/>
                </a:lnTo>
                <a:lnTo>
                  <a:pt x="544935" y="53150"/>
                </a:lnTo>
                <a:lnTo>
                  <a:pt x="523713" y="52492"/>
                </a:lnTo>
                <a:lnTo>
                  <a:pt x="502491" y="51806"/>
                </a:lnTo>
                <a:lnTo>
                  <a:pt x="481270" y="51083"/>
                </a:lnTo>
                <a:lnTo>
                  <a:pt x="460048" y="50330"/>
                </a:lnTo>
                <a:lnTo>
                  <a:pt x="438836" y="49530"/>
                </a:lnTo>
                <a:lnTo>
                  <a:pt x="417624" y="48682"/>
                </a:lnTo>
                <a:lnTo>
                  <a:pt x="396402" y="47796"/>
                </a:lnTo>
                <a:lnTo>
                  <a:pt x="375199" y="46853"/>
                </a:lnTo>
                <a:lnTo>
                  <a:pt x="353987" y="45872"/>
                </a:lnTo>
                <a:lnTo>
                  <a:pt x="332784" y="44825"/>
                </a:lnTo>
                <a:lnTo>
                  <a:pt x="311572" y="43720"/>
                </a:lnTo>
                <a:lnTo>
                  <a:pt x="290379" y="42539"/>
                </a:lnTo>
                <a:lnTo>
                  <a:pt x="269186" y="41291"/>
                </a:lnTo>
                <a:lnTo>
                  <a:pt x="247993" y="39957"/>
                </a:lnTo>
                <a:lnTo>
                  <a:pt x="226809" y="38538"/>
                </a:lnTo>
                <a:lnTo>
                  <a:pt x="205635" y="37014"/>
                </a:lnTo>
                <a:lnTo>
                  <a:pt x="184461" y="35366"/>
                </a:lnTo>
                <a:lnTo>
                  <a:pt x="163306" y="33595"/>
                </a:lnTo>
                <a:lnTo>
                  <a:pt x="142161" y="31642"/>
                </a:lnTo>
                <a:lnTo>
                  <a:pt x="121044" y="29489"/>
                </a:lnTo>
                <a:lnTo>
                  <a:pt x="99946" y="27080"/>
                </a:lnTo>
                <a:lnTo>
                  <a:pt x="78896" y="24336"/>
                </a:lnTo>
                <a:lnTo>
                  <a:pt x="57912" y="21117"/>
                </a:lnTo>
                <a:lnTo>
                  <a:pt x="37052" y="17135"/>
                </a:lnTo>
                <a:lnTo>
                  <a:pt x="16554" y="1166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F82B5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2" name="simple-step-cap-2">
            <a:extLst xmlns:a="http://schemas.openxmlformats.org/drawingml/2006/main">
              <a:ext uri="{FF2B5EF4-FFF2-40B4-BE49-F238E27FC236}">
                <a16:creationId xmlns:a16="http://schemas.microsoft.com/office/drawing/2014/main" id="{AA538EA2-CF48-44E4-A308-26A38E91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67411" y="3732657"/>
            <a:ext cx="2257168" cy="173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2B5"/>
          </a:solidFill>
          <a:ln xmlns:a="http://schemas.openxmlformats.org/drawingml/2006/main" w="19050">
            <a:solidFill>
              <a:srgbClr val="8BBAF2"/>
            </a:solidFill>
            <a:prstDash val="solid"/>
          </a:ln>
        </p:spPr>
      </p:sp>
      <p:sp>
        <p:nvSpPr>
          <p:cNvPr id="23" name="simple-step-body-3">
            <a:extLst xmlns:a="http://schemas.openxmlformats.org/drawingml/2006/main">
              <a:ext uri="{FF2B5EF4-FFF2-40B4-BE49-F238E27FC236}">
                <a16:creationId xmlns:a16="http://schemas.microsoft.com/office/drawing/2014/main" id="{84A7D362-285F-4AD4-9EF4-651915577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7319" y="4438650"/>
            <a:ext cx="1752971" cy="522561"/>
          </a:xfrm>
          <a:custGeom xmlns:a="http://schemas.openxmlformats.org/drawingml/2006/main">
            <a:pathLst>
              <a:path w="1752971" h="522561">
                <a:moveTo>
                  <a:pt x="0" y="0"/>
                </a:moveTo>
                <a:lnTo>
                  <a:pt x="8611" y="16916"/>
                </a:lnTo>
                <a:lnTo>
                  <a:pt x="17221" y="33823"/>
                </a:lnTo>
                <a:lnTo>
                  <a:pt x="25832" y="50740"/>
                </a:lnTo>
                <a:lnTo>
                  <a:pt x="34452" y="67656"/>
                </a:lnTo>
                <a:lnTo>
                  <a:pt x="43063" y="84563"/>
                </a:lnTo>
                <a:lnTo>
                  <a:pt x="51673" y="101479"/>
                </a:lnTo>
                <a:lnTo>
                  <a:pt x="60284" y="118396"/>
                </a:lnTo>
                <a:lnTo>
                  <a:pt x="68894" y="135312"/>
                </a:lnTo>
                <a:lnTo>
                  <a:pt x="77505" y="152219"/>
                </a:lnTo>
                <a:lnTo>
                  <a:pt x="86125" y="169135"/>
                </a:lnTo>
                <a:lnTo>
                  <a:pt x="94736" y="186052"/>
                </a:lnTo>
                <a:lnTo>
                  <a:pt x="103346" y="202959"/>
                </a:lnTo>
                <a:lnTo>
                  <a:pt x="111957" y="219875"/>
                </a:lnTo>
                <a:lnTo>
                  <a:pt x="120567" y="236792"/>
                </a:lnTo>
                <a:lnTo>
                  <a:pt x="129178" y="253698"/>
                </a:lnTo>
                <a:lnTo>
                  <a:pt x="137798" y="270615"/>
                </a:lnTo>
                <a:lnTo>
                  <a:pt x="146409" y="287531"/>
                </a:lnTo>
                <a:lnTo>
                  <a:pt x="155019" y="304448"/>
                </a:lnTo>
                <a:lnTo>
                  <a:pt x="163630" y="321354"/>
                </a:lnTo>
                <a:lnTo>
                  <a:pt x="172241" y="338271"/>
                </a:lnTo>
                <a:lnTo>
                  <a:pt x="180851" y="355187"/>
                </a:lnTo>
                <a:lnTo>
                  <a:pt x="189462" y="372094"/>
                </a:lnTo>
                <a:lnTo>
                  <a:pt x="198082" y="389011"/>
                </a:lnTo>
                <a:lnTo>
                  <a:pt x="206693" y="405927"/>
                </a:lnTo>
                <a:lnTo>
                  <a:pt x="215303" y="422834"/>
                </a:lnTo>
                <a:lnTo>
                  <a:pt x="223914" y="439750"/>
                </a:lnTo>
                <a:lnTo>
                  <a:pt x="232524" y="456667"/>
                </a:lnTo>
                <a:lnTo>
                  <a:pt x="242640" y="472030"/>
                </a:lnTo>
                <a:lnTo>
                  <a:pt x="259823" y="479984"/>
                </a:lnTo>
                <a:lnTo>
                  <a:pt x="278025" y="485337"/>
                </a:lnTo>
                <a:lnTo>
                  <a:pt x="296542" y="489518"/>
                </a:lnTo>
                <a:lnTo>
                  <a:pt x="315201" y="492985"/>
                </a:lnTo>
                <a:lnTo>
                  <a:pt x="333947" y="495957"/>
                </a:lnTo>
                <a:lnTo>
                  <a:pt x="352739" y="498567"/>
                </a:lnTo>
                <a:lnTo>
                  <a:pt x="371580" y="500891"/>
                </a:lnTo>
                <a:lnTo>
                  <a:pt x="390449" y="502987"/>
                </a:lnTo>
                <a:lnTo>
                  <a:pt x="409327" y="504882"/>
                </a:lnTo>
                <a:lnTo>
                  <a:pt x="428234" y="506616"/>
                </a:lnTo>
                <a:lnTo>
                  <a:pt x="447142" y="508197"/>
                </a:lnTo>
                <a:lnTo>
                  <a:pt x="466068" y="509654"/>
                </a:lnTo>
                <a:lnTo>
                  <a:pt x="485003" y="510997"/>
                </a:lnTo>
                <a:lnTo>
                  <a:pt x="503939" y="512226"/>
                </a:lnTo>
                <a:lnTo>
                  <a:pt x="522884" y="513369"/>
                </a:lnTo>
                <a:lnTo>
                  <a:pt x="541839" y="514417"/>
                </a:lnTo>
                <a:lnTo>
                  <a:pt x="560794" y="515398"/>
                </a:lnTo>
                <a:lnTo>
                  <a:pt x="579749" y="516284"/>
                </a:lnTo>
                <a:lnTo>
                  <a:pt x="598713" y="517112"/>
                </a:lnTo>
                <a:lnTo>
                  <a:pt x="617677" y="517865"/>
                </a:lnTo>
                <a:lnTo>
                  <a:pt x="636641" y="518551"/>
                </a:lnTo>
                <a:lnTo>
                  <a:pt x="655615" y="519179"/>
                </a:lnTo>
                <a:lnTo>
                  <a:pt x="674589" y="519751"/>
                </a:lnTo>
                <a:lnTo>
                  <a:pt x="693553" y="520256"/>
                </a:lnTo>
                <a:lnTo>
                  <a:pt x="712527" y="520722"/>
                </a:lnTo>
                <a:lnTo>
                  <a:pt x="731510" y="521122"/>
                </a:lnTo>
                <a:lnTo>
                  <a:pt x="750484" y="521475"/>
                </a:lnTo>
                <a:lnTo>
                  <a:pt x="769458" y="521770"/>
                </a:lnTo>
                <a:lnTo>
                  <a:pt x="788441" y="522027"/>
                </a:lnTo>
                <a:lnTo>
                  <a:pt x="807415" y="522227"/>
                </a:lnTo>
                <a:lnTo>
                  <a:pt x="826399" y="522380"/>
                </a:lnTo>
                <a:lnTo>
                  <a:pt x="845372" y="522494"/>
                </a:lnTo>
                <a:lnTo>
                  <a:pt x="864356" y="522551"/>
                </a:lnTo>
                <a:lnTo>
                  <a:pt x="883339" y="522561"/>
                </a:lnTo>
                <a:lnTo>
                  <a:pt x="902313" y="522522"/>
                </a:lnTo>
                <a:lnTo>
                  <a:pt x="921296" y="522446"/>
                </a:lnTo>
                <a:lnTo>
                  <a:pt x="940279" y="522313"/>
                </a:lnTo>
                <a:lnTo>
                  <a:pt x="959253" y="522132"/>
                </a:lnTo>
                <a:lnTo>
                  <a:pt x="978237" y="521903"/>
                </a:lnTo>
                <a:lnTo>
                  <a:pt x="997210" y="521637"/>
                </a:lnTo>
                <a:lnTo>
                  <a:pt x="1016184" y="521303"/>
                </a:lnTo>
                <a:lnTo>
                  <a:pt x="1035167" y="520932"/>
                </a:lnTo>
                <a:lnTo>
                  <a:pt x="1054141" y="520503"/>
                </a:lnTo>
                <a:lnTo>
                  <a:pt x="1073115" y="520017"/>
                </a:lnTo>
                <a:lnTo>
                  <a:pt x="1092089" y="519474"/>
                </a:lnTo>
                <a:lnTo>
                  <a:pt x="1111053" y="518874"/>
                </a:lnTo>
                <a:lnTo>
                  <a:pt x="1130027" y="518217"/>
                </a:lnTo>
                <a:lnTo>
                  <a:pt x="1148991" y="517503"/>
                </a:lnTo>
                <a:lnTo>
                  <a:pt x="1167956" y="516712"/>
                </a:lnTo>
                <a:lnTo>
                  <a:pt x="1186910" y="515855"/>
                </a:lnTo>
                <a:lnTo>
                  <a:pt x="1205875" y="514922"/>
                </a:lnTo>
                <a:lnTo>
                  <a:pt x="1224820" y="513921"/>
                </a:lnTo>
                <a:lnTo>
                  <a:pt x="1243775" y="512816"/>
                </a:lnTo>
                <a:lnTo>
                  <a:pt x="1262710" y="511635"/>
                </a:lnTo>
                <a:lnTo>
                  <a:pt x="1281655" y="510350"/>
                </a:lnTo>
                <a:lnTo>
                  <a:pt x="1300582" y="508959"/>
                </a:lnTo>
                <a:lnTo>
                  <a:pt x="1319498" y="507435"/>
                </a:lnTo>
                <a:lnTo>
                  <a:pt x="1338405" y="505778"/>
                </a:lnTo>
                <a:lnTo>
                  <a:pt x="1357303" y="503968"/>
                </a:lnTo>
                <a:lnTo>
                  <a:pt x="1376172" y="501987"/>
                </a:lnTo>
                <a:lnTo>
                  <a:pt x="1395022" y="499786"/>
                </a:lnTo>
                <a:lnTo>
                  <a:pt x="1413843" y="497329"/>
                </a:lnTo>
                <a:lnTo>
                  <a:pt x="1432617" y="494548"/>
                </a:lnTo>
                <a:lnTo>
                  <a:pt x="1451334" y="491347"/>
                </a:lnTo>
                <a:lnTo>
                  <a:pt x="1469927" y="487575"/>
                </a:lnTo>
                <a:lnTo>
                  <a:pt x="1488319" y="482908"/>
                </a:lnTo>
                <a:lnTo>
                  <a:pt x="1506207" y="476583"/>
                </a:lnTo>
                <a:lnTo>
                  <a:pt x="1521285" y="465553"/>
                </a:lnTo>
                <a:lnTo>
                  <a:pt x="1529058" y="448370"/>
                </a:lnTo>
                <a:lnTo>
                  <a:pt x="1537668" y="431454"/>
                </a:lnTo>
                <a:lnTo>
                  <a:pt x="1546289" y="414538"/>
                </a:lnTo>
                <a:lnTo>
                  <a:pt x="1554899" y="397631"/>
                </a:lnTo>
                <a:lnTo>
                  <a:pt x="1563510" y="380714"/>
                </a:lnTo>
                <a:lnTo>
                  <a:pt x="1572120" y="363798"/>
                </a:lnTo>
                <a:lnTo>
                  <a:pt x="1580731" y="346881"/>
                </a:lnTo>
                <a:lnTo>
                  <a:pt x="1589342" y="329975"/>
                </a:lnTo>
                <a:lnTo>
                  <a:pt x="1597962" y="313058"/>
                </a:lnTo>
                <a:lnTo>
                  <a:pt x="1606572" y="296142"/>
                </a:lnTo>
                <a:lnTo>
                  <a:pt x="1615183" y="279235"/>
                </a:lnTo>
                <a:lnTo>
                  <a:pt x="1623793" y="262319"/>
                </a:lnTo>
                <a:lnTo>
                  <a:pt x="1632404" y="245402"/>
                </a:lnTo>
                <a:lnTo>
                  <a:pt x="1641015" y="228495"/>
                </a:lnTo>
                <a:lnTo>
                  <a:pt x="1649635" y="211579"/>
                </a:lnTo>
                <a:lnTo>
                  <a:pt x="1658245" y="194662"/>
                </a:lnTo>
                <a:lnTo>
                  <a:pt x="1666856" y="177746"/>
                </a:lnTo>
                <a:lnTo>
                  <a:pt x="1675467" y="160839"/>
                </a:lnTo>
                <a:lnTo>
                  <a:pt x="1684077" y="143923"/>
                </a:lnTo>
                <a:lnTo>
                  <a:pt x="1692688" y="127006"/>
                </a:lnTo>
                <a:lnTo>
                  <a:pt x="1701308" y="110099"/>
                </a:lnTo>
                <a:lnTo>
                  <a:pt x="1709918" y="93183"/>
                </a:lnTo>
                <a:lnTo>
                  <a:pt x="1718529" y="76267"/>
                </a:lnTo>
                <a:lnTo>
                  <a:pt x="1727140" y="59360"/>
                </a:lnTo>
                <a:lnTo>
                  <a:pt x="1735750" y="42443"/>
                </a:lnTo>
                <a:lnTo>
                  <a:pt x="1744361" y="25527"/>
                </a:lnTo>
                <a:lnTo>
                  <a:pt x="1752971" y="8620"/>
                </a:lnTo>
                <a:lnTo>
                  <a:pt x="1752305" y="7410"/>
                </a:lnTo>
                <a:lnTo>
                  <a:pt x="1735064" y="15173"/>
                </a:lnTo>
                <a:lnTo>
                  <a:pt x="1716748" y="20117"/>
                </a:lnTo>
                <a:lnTo>
                  <a:pt x="1698155" y="23936"/>
                </a:lnTo>
                <a:lnTo>
                  <a:pt x="1679438" y="27099"/>
                </a:lnTo>
                <a:lnTo>
                  <a:pt x="1660655" y="29823"/>
                </a:lnTo>
                <a:lnTo>
                  <a:pt x="1641834" y="32233"/>
                </a:lnTo>
                <a:lnTo>
                  <a:pt x="1622974" y="34395"/>
                </a:lnTo>
                <a:lnTo>
                  <a:pt x="1604096" y="36357"/>
                </a:lnTo>
                <a:lnTo>
                  <a:pt x="1585198" y="38148"/>
                </a:lnTo>
                <a:lnTo>
                  <a:pt x="1566291" y="39795"/>
                </a:lnTo>
                <a:lnTo>
                  <a:pt x="1547374" y="41319"/>
                </a:lnTo>
                <a:lnTo>
                  <a:pt x="1528448" y="42748"/>
                </a:lnTo>
                <a:lnTo>
                  <a:pt x="1509512" y="44072"/>
                </a:lnTo>
                <a:lnTo>
                  <a:pt x="1490577" y="45310"/>
                </a:lnTo>
                <a:lnTo>
                  <a:pt x="1471632" y="46482"/>
                </a:lnTo>
                <a:lnTo>
                  <a:pt x="1452686" y="47577"/>
                </a:lnTo>
                <a:lnTo>
                  <a:pt x="1433732" y="48606"/>
                </a:lnTo>
                <a:lnTo>
                  <a:pt x="1414777" y="49568"/>
                </a:lnTo>
                <a:lnTo>
                  <a:pt x="1395822" y="50483"/>
                </a:lnTo>
                <a:lnTo>
                  <a:pt x="1376858" y="51340"/>
                </a:lnTo>
                <a:lnTo>
                  <a:pt x="1357894" y="52149"/>
                </a:lnTo>
                <a:lnTo>
                  <a:pt x="1338929" y="52921"/>
                </a:lnTo>
                <a:lnTo>
                  <a:pt x="1319965" y="53635"/>
                </a:lnTo>
                <a:lnTo>
                  <a:pt x="1301001" y="54312"/>
                </a:lnTo>
                <a:lnTo>
                  <a:pt x="1282027" y="54950"/>
                </a:lnTo>
                <a:lnTo>
                  <a:pt x="1263063" y="55550"/>
                </a:lnTo>
                <a:lnTo>
                  <a:pt x="1244089" y="56112"/>
                </a:lnTo>
                <a:lnTo>
                  <a:pt x="1225115" y="56645"/>
                </a:lnTo>
                <a:lnTo>
                  <a:pt x="1206141" y="57140"/>
                </a:lnTo>
                <a:lnTo>
                  <a:pt x="1187167" y="57598"/>
                </a:lnTo>
                <a:lnTo>
                  <a:pt x="1168194" y="58026"/>
                </a:lnTo>
                <a:lnTo>
                  <a:pt x="1149220" y="58426"/>
                </a:lnTo>
                <a:lnTo>
                  <a:pt x="1130237" y="58798"/>
                </a:lnTo>
                <a:lnTo>
                  <a:pt x="1111263" y="59131"/>
                </a:lnTo>
                <a:lnTo>
                  <a:pt x="1092289" y="59446"/>
                </a:lnTo>
                <a:lnTo>
                  <a:pt x="1073306" y="59722"/>
                </a:lnTo>
                <a:lnTo>
                  <a:pt x="1054332" y="59979"/>
                </a:lnTo>
                <a:lnTo>
                  <a:pt x="1035348" y="60198"/>
                </a:lnTo>
                <a:lnTo>
                  <a:pt x="1016375" y="60398"/>
                </a:lnTo>
                <a:lnTo>
                  <a:pt x="997391" y="60579"/>
                </a:lnTo>
                <a:lnTo>
                  <a:pt x="978418" y="60722"/>
                </a:lnTo>
                <a:lnTo>
                  <a:pt x="959434" y="60846"/>
                </a:lnTo>
                <a:lnTo>
                  <a:pt x="940451" y="60931"/>
                </a:lnTo>
                <a:lnTo>
                  <a:pt x="921477" y="61008"/>
                </a:lnTo>
                <a:lnTo>
                  <a:pt x="902494" y="61055"/>
                </a:lnTo>
                <a:lnTo>
                  <a:pt x="883520" y="61074"/>
                </a:lnTo>
                <a:lnTo>
                  <a:pt x="864537" y="61065"/>
                </a:lnTo>
                <a:lnTo>
                  <a:pt x="845553" y="61036"/>
                </a:lnTo>
                <a:lnTo>
                  <a:pt x="826580" y="60970"/>
                </a:lnTo>
                <a:lnTo>
                  <a:pt x="807596" y="60893"/>
                </a:lnTo>
                <a:lnTo>
                  <a:pt x="788613" y="60789"/>
                </a:lnTo>
                <a:lnTo>
                  <a:pt x="769639" y="60655"/>
                </a:lnTo>
                <a:lnTo>
                  <a:pt x="750656" y="60493"/>
                </a:lnTo>
                <a:lnTo>
                  <a:pt x="731682" y="60312"/>
                </a:lnTo>
                <a:lnTo>
                  <a:pt x="712699" y="60103"/>
                </a:lnTo>
                <a:lnTo>
                  <a:pt x="693725" y="59855"/>
                </a:lnTo>
                <a:lnTo>
                  <a:pt x="674741" y="59588"/>
                </a:lnTo>
                <a:lnTo>
                  <a:pt x="655768" y="59293"/>
                </a:lnTo>
                <a:lnTo>
                  <a:pt x="636794" y="58969"/>
                </a:lnTo>
                <a:lnTo>
                  <a:pt x="617811" y="58617"/>
                </a:lnTo>
                <a:lnTo>
                  <a:pt x="598837" y="58236"/>
                </a:lnTo>
                <a:lnTo>
                  <a:pt x="579863" y="57826"/>
                </a:lnTo>
                <a:lnTo>
                  <a:pt x="560889" y="57379"/>
                </a:lnTo>
                <a:lnTo>
                  <a:pt x="541915" y="56902"/>
                </a:lnTo>
                <a:lnTo>
                  <a:pt x="522942" y="56388"/>
                </a:lnTo>
                <a:lnTo>
                  <a:pt x="503968" y="55845"/>
                </a:lnTo>
                <a:lnTo>
                  <a:pt x="484994" y="55264"/>
                </a:lnTo>
                <a:lnTo>
                  <a:pt x="466030" y="54645"/>
                </a:lnTo>
                <a:lnTo>
                  <a:pt x="447056" y="53988"/>
                </a:lnTo>
                <a:lnTo>
                  <a:pt x="428092" y="53292"/>
                </a:lnTo>
                <a:lnTo>
                  <a:pt x="409127" y="52549"/>
                </a:lnTo>
                <a:lnTo>
                  <a:pt x="390163" y="51768"/>
                </a:lnTo>
                <a:lnTo>
                  <a:pt x="371199" y="50930"/>
                </a:lnTo>
                <a:lnTo>
                  <a:pt x="352244" y="50044"/>
                </a:lnTo>
                <a:lnTo>
                  <a:pt x="333289" y="49101"/>
                </a:lnTo>
                <a:lnTo>
                  <a:pt x="314335" y="48101"/>
                </a:lnTo>
                <a:lnTo>
                  <a:pt x="295380" y="47044"/>
                </a:lnTo>
                <a:lnTo>
                  <a:pt x="276435" y="45920"/>
                </a:lnTo>
                <a:lnTo>
                  <a:pt x="257499" y="44720"/>
                </a:lnTo>
                <a:lnTo>
                  <a:pt x="238554" y="43434"/>
                </a:lnTo>
                <a:lnTo>
                  <a:pt x="219627" y="42062"/>
                </a:lnTo>
                <a:lnTo>
                  <a:pt x="200701" y="40596"/>
                </a:lnTo>
                <a:lnTo>
                  <a:pt x="181794" y="38995"/>
                </a:lnTo>
                <a:lnTo>
                  <a:pt x="162887" y="37290"/>
                </a:lnTo>
                <a:lnTo>
                  <a:pt x="143999" y="35414"/>
                </a:lnTo>
                <a:lnTo>
                  <a:pt x="125130" y="33366"/>
                </a:lnTo>
                <a:lnTo>
                  <a:pt x="106289" y="31090"/>
                </a:lnTo>
                <a:lnTo>
                  <a:pt x="87487" y="28537"/>
                </a:lnTo>
                <a:lnTo>
                  <a:pt x="68732" y="25613"/>
                </a:lnTo>
                <a:lnTo>
                  <a:pt x="50063" y="22165"/>
                </a:lnTo>
                <a:lnTo>
                  <a:pt x="31575" y="17888"/>
                </a:lnTo>
                <a:lnTo>
                  <a:pt x="13564" y="1195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697C5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4" name="simple-step-cap-3">
            <a:extLst xmlns:a="http://schemas.openxmlformats.org/drawingml/2006/main">
              <a:ext uri="{FF2B5EF4-FFF2-40B4-BE49-F238E27FC236}">
                <a16:creationId xmlns:a16="http://schemas.microsoft.com/office/drawing/2014/main" id="{DCF5D47E-6B48-48FF-900F-8C9E4433C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7300" y="4351782"/>
            <a:ext cx="1757410" cy="173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97C5"/>
          </a:solidFill>
          <a:ln xmlns:a="http://schemas.openxmlformats.org/drawingml/2006/main" w="19050">
            <a:solidFill>
              <a:srgbClr val="8BBAF2"/>
            </a:solidFill>
            <a:prstDash val="solid"/>
          </a:ln>
        </p:spPr>
      </p:sp>
      <p:sp>
        <p:nvSpPr>
          <p:cNvPr id="25" name="simple-step-body-4">
            <a:extLst xmlns:a="http://schemas.openxmlformats.org/drawingml/2006/main">
              <a:ext uri="{FF2B5EF4-FFF2-40B4-BE49-F238E27FC236}">
                <a16:creationId xmlns:a16="http://schemas.microsoft.com/office/drawing/2014/main" id="{BA5FE348-1CA7-4B38-944E-3E9F3B99F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52301" y="5057775"/>
            <a:ext cx="1287237" cy="522561"/>
          </a:xfrm>
          <a:custGeom xmlns:a="http://schemas.openxmlformats.org/drawingml/2006/main">
            <a:pathLst>
              <a:path w="1287237" h="522561">
                <a:moveTo>
                  <a:pt x="0" y="0"/>
                </a:moveTo>
                <a:lnTo>
                  <a:pt x="8287" y="17031"/>
                </a:lnTo>
                <a:lnTo>
                  <a:pt x="16574" y="34061"/>
                </a:lnTo>
                <a:lnTo>
                  <a:pt x="24860" y="51092"/>
                </a:lnTo>
                <a:lnTo>
                  <a:pt x="33157" y="68123"/>
                </a:lnTo>
                <a:lnTo>
                  <a:pt x="41443" y="85154"/>
                </a:lnTo>
                <a:lnTo>
                  <a:pt x="49730" y="102184"/>
                </a:lnTo>
                <a:lnTo>
                  <a:pt x="58017" y="119215"/>
                </a:lnTo>
                <a:lnTo>
                  <a:pt x="66304" y="136236"/>
                </a:lnTo>
                <a:lnTo>
                  <a:pt x="74590" y="153267"/>
                </a:lnTo>
                <a:lnTo>
                  <a:pt x="82887" y="170297"/>
                </a:lnTo>
                <a:lnTo>
                  <a:pt x="91173" y="187328"/>
                </a:lnTo>
                <a:lnTo>
                  <a:pt x="99460" y="204359"/>
                </a:lnTo>
                <a:lnTo>
                  <a:pt x="107747" y="221390"/>
                </a:lnTo>
                <a:lnTo>
                  <a:pt x="116034" y="238420"/>
                </a:lnTo>
                <a:lnTo>
                  <a:pt x="124320" y="255451"/>
                </a:lnTo>
                <a:lnTo>
                  <a:pt x="132617" y="272482"/>
                </a:lnTo>
                <a:lnTo>
                  <a:pt x="140903" y="289512"/>
                </a:lnTo>
                <a:lnTo>
                  <a:pt x="149190" y="306543"/>
                </a:lnTo>
                <a:lnTo>
                  <a:pt x="157477" y="323574"/>
                </a:lnTo>
                <a:lnTo>
                  <a:pt x="165764" y="340604"/>
                </a:lnTo>
                <a:lnTo>
                  <a:pt x="174050" y="357635"/>
                </a:lnTo>
                <a:lnTo>
                  <a:pt x="182347" y="374666"/>
                </a:lnTo>
                <a:lnTo>
                  <a:pt x="190633" y="391697"/>
                </a:lnTo>
                <a:lnTo>
                  <a:pt x="198920" y="408718"/>
                </a:lnTo>
                <a:lnTo>
                  <a:pt x="207207" y="425748"/>
                </a:lnTo>
                <a:lnTo>
                  <a:pt x="215494" y="442779"/>
                </a:lnTo>
                <a:lnTo>
                  <a:pt x="223790" y="459810"/>
                </a:lnTo>
                <a:lnTo>
                  <a:pt x="233439" y="475374"/>
                </a:lnTo>
                <a:lnTo>
                  <a:pt x="250079" y="484318"/>
                </a:lnTo>
                <a:lnTo>
                  <a:pt x="267967" y="490509"/>
                </a:lnTo>
                <a:lnTo>
                  <a:pt x="286283" y="495319"/>
                </a:lnTo>
                <a:lnTo>
                  <a:pt x="304810" y="499272"/>
                </a:lnTo>
                <a:lnTo>
                  <a:pt x="323450" y="502596"/>
                </a:lnTo>
                <a:lnTo>
                  <a:pt x="342176" y="505473"/>
                </a:lnTo>
                <a:lnTo>
                  <a:pt x="360940" y="507978"/>
                </a:lnTo>
                <a:lnTo>
                  <a:pt x="379752" y="510178"/>
                </a:lnTo>
                <a:lnTo>
                  <a:pt x="398593" y="512121"/>
                </a:lnTo>
                <a:lnTo>
                  <a:pt x="417462" y="513845"/>
                </a:lnTo>
                <a:lnTo>
                  <a:pt x="436340" y="515369"/>
                </a:lnTo>
                <a:lnTo>
                  <a:pt x="455228" y="516703"/>
                </a:lnTo>
                <a:lnTo>
                  <a:pt x="474135" y="517884"/>
                </a:lnTo>
                <a:lnTo>
                  <a:pt x="493043" y="518912"/>
                </a:lnTo>
                <a:lnTo>
                  <a:pt x="511959" y="519798"/>
                </a:lnTo>
                <a:lnTo>
                  <a:pt x="530885" y="520551"/>
                </a:lnTo>
                <a:lnTo>
                  <a:pt x="549821" y="521179"/>
                </a:lnTo>
                <a:lnTo>
                  <a:pt x="568747" y="521684"/>
                </a:lnTo>
                <a:lnTo>
                  <a:pt x="587683" y="522075"/>
                </a:lnTo>
                <a:lnTo>
                  <a:pt x="606619" y="522351"/>
                </a:lnTo>
                <a:lnTo>
                  <a:pt x="625564" y="522513"/>
                </a:lnTo>
                <a:lnTo>
                  <a:pt x="644500" y="522561"/>
                </a:lnTo>
                <a:lnTo>
                  <a:pt x="663445" y="522503"/>
                </a:lnTo>
                <a:lnTo>
                  <a:pt x="682381" y="522332"/>
                </a:lnTo>
                <a:lnTo>
                  <a:pt x="701316" y="522046"/>
                </a:lnTo>
                <a:lnTo>
                  <a:pt x="720252" y="521646"/>
                </a:lnTo>
                <a:lnTo>
                  <a:pt x="739188" y="521132"/>
                </a:lnTo>
                <a:lnTo>
                  <a:pt x="758114" y="520494"/>
                </a:lnTo>
                <a:lnTo>
                  <a:pt x="777040" y="519732"/>
                </a:lnTo>
                <a:lnTo>
                  <a:pt x="795957" y="518827"/>
                </a:lnTo>
                <a:lnTo>
                  <a:pt x="814873" y="517789"/>
                </a:lnTo>
                <a:lnTo>
                  <a:pt x="833771" y="516598"/>
                </a:lnTo>
                <a:lnTo>
                  <a:pt x="852659" y="515245"/>
                </a:lnTo>
                <a:lnTo>
                  <a:pt x="871538" y="513702"/>
                </a:lnTo>
                <a:lnTo>
                  <a:pt x="890397" y="511969"/>
                </a:lnTo>
                <a:lnTo>
                  <a:pt x="909237" y="510007"/>
                </a:lnTo>
                <a:lnTo>
                  <a:pt x="928049" y="507778"/>
                </a:lnTo>
                <a:lnTo>
                  <a:pt x="946814" y="505244"/>
                </a:lnTo>
                <a:lnTo>
                  <a:pt x="965530" y="502339"/>
                </a:lnTo>
                <a:lnTo>
                  <a:pt x="984171" y="498958"/>
                </a:lnTo>
                <a:lnTo>
                  <a:pt x="1002678" y="494957"/>
                </a:lnTo>
                <a:lnTo>
                  <a:pt x="1020966" y="490052"/>
                </a:lnTo>
                <a:lnTo>
                  <a:pt x="1038806" y="483699"/>
                </a:lnTo>
                <a:lnTo>
                  <a:pt x="1055227" y="474383"/>
                </a:lnTo>
                <a:lnTo>
                  <a:pt x="1064314" y="458372"/>
                </a:lnTo>
                <a:lnTo>
                  <a:pt x="1072601" y="441341"/>
                </a:lnTo>
                <a:lnTo>
                  <a:pt x="1080897" y="424310"/>
                </a:lnTo>
                <a:lnTo>
                  <a:pt x="1089184" y="407279"/>
                </a:lnTo>
                <a:lnTo>
                  <a:pt x="1097471" y="390249"/>
                </a:lnTo>
                <a:lnTo>
                  <a:pt x="1105757" y="373218"/>
                </a:lnTo>
                <a:lnTo>
                  <a:pt x="1114044" y="356187"/>
                </a:lnTo>
                <a:lnTo>
                  <a:pt x="1122331" y="339157"/>
                </a:lnTo>
                <a:lnTo>
                  <a:pt x="1130627" y="322126"/>
                </a:lnTo>
                <a:lnTo>
                  <a:pt x="1138914" y="305095"/>
                </a:lnTo>
                <a:lnTo>
                  <a:pt x="1147201" y="288065"/>
                </a:lnTo>
                <a:lnTo>
                  <a:pt x="1155487" y="271034"/>
                </a:lnTo>
                <a:lnTo>
                  <a:pt x="1163774" y="254013"/>
                </a:lnTo>
                <a:lnTo>
                  <a:pt x="1172061" y="236982"/>
                </a:lnTo>
                <a:lnTo>
                  <a:pt x="1180357" y="219951"/>
                </a:lnTo>
                <a:lnTo>
                  <a:pt x="1188644" y="202921"/>
                </a:lnTo>
                <a:lnTo>
                  <a:pt x="1196931" y="185890"/>
                </a:lnTo>
                <a:lnTo>
                  <a:pt x="1205217" y="168859"/>
                </a:lnTo>
                <a:lnTo>
                  <a:pt x="1213504" y="151829"/>
                </a:lnTo>
                <a:lnTo>
                  <a:pt x="1221791" y="134798"/>
                </a:lnTo>
                <a:lnTo>
                  <a:pt x="1230087" y="117767"/>
                </a:lnTo>
                <a:lnTo>
                  <a:pt x="1238374" y="100736"/>
                </a:lnTo>
                <a:lnTo>
                  <a:pt x="1246661" y="83706"/>
                </a:lnTo>
                <a:lnTo>
                  <a:pt x="1254947" y="66675"/>
                </a:lnTo>
                <a:lnTo>
                  <a:pt x="1263234" y="49644"/>
                </a:lnTo>
                <a:lnTo>
                  <a:pt x="1271521" y="32614"/>
                </a:lnTo>
                <a:lnTo>
                  <a:pt x="1279817" y="15583"/>
                </a:lnTo>
                <a:lnTo>
                  <a:pt x="1287237" y="1591"/>
                </a:lnTo>
                <a:lnTo>
                  <a:pt x="1273664" y="13964"/>
                </a:lnTo>
                <a:lnTo>
                  <a:pt x="1255957" y="20641"/>
                </a:lnTo>
                <a:lnTo>
                  <a:pt x="1237650" y="25470"/>
                </a:lnTo>
                <a:lnTo>
                  <a:pt x="1219114" y="29347"/>
                </a:lnTo>
                <a:lnTo>
                  <a:pt x="1200455" y="32614"/>
                </a:lnTo>
                <a:lnTo>
                  <a:pt x="1181729" y="35443"/>
                </a:lnTo>
                <a:lnTo>
                  <a:pt x="1162955" y="37938"/>
                </a:lnTo>
                <a:lnTo>
                  <a:pt x="1144143" y="40167"/>
                </a:lnTo>
                <a:lnTo>
                  <a:pt x="1125312" y="42177"/>
                </a:lnTo>
                <a:lnTo>
                  <a:pt x="1106462" y="44015"/>
                </a:lnTo>
                <a:lnTo>
                  <a:pt x="1087603" y="45691"/>
                </a:lnTo>
                <a:lnTo>
                  <a:pt x="1068724" y="47225"/>
                </a:lnTo>
                <a:lnTo>
                  <a:pt x="1049836" y="48635"/>
                </a:lnTo>
                <a:lnTo>
                  <a:pt x="1030938" y="49940"/>
                </a:lnTo>
                <a:lnTo>
                  <a:pt x="1012041" y="51140"/>
                </a:lnTo>
                <a:lnTo>
                  <a:pt x="993134" y="52245"/>
                </a:lnTo>
                <a:lnTo>
                  <a:pt x="974217" y="53273"/>
                </a:lnTo>
                <a:lnTo>
                  <a:pt x="955300" y="54207"/>
                </a:lnTo>
                <a:lnTo>
                  <a:pt x="936384" y="55083"/>
                </a:lnTo>
                <a:lnTo>
                  <a:pt x="917458" y="55874"/>
                </a:lnTo>
                <a:lnTo>
                  <a:pt x="898531" y="56607"/>
                </a:lnTo>
                <a:lnTo>
                  <a:pt x="879605" y="57274"/>
                </a:lnTo>
                <a:lnTo>
                  <a:pt x="860669" y="57883"/>
                </a:lnTo>
                <a:lnTo>
                  <a:pt x="841743" y="58426"/>
                </a:lnTo>
                <a:lnTo>
                  <a:pt x="822808" y="58922"/>
                </a:lnTo>
                <a:lnTo>
                  <a:pt x="803872" y="59360"/>
                </a:lnTo>
                <a:lnTo>
                  <a:pt x="784936" y="59750"/>
                </a:lnTo>
                <a:lnTo>
                  <a:pt x="766001" y="60084"/>
                </a:lnTo>
                <a:lnTo>
                  <a:pt x="747065" y="60369"/>
                </a:lnTo>
                <a:lnTo>
                  <a:pt x="728129" y="60608"/>
                </a:lnTo>
                <a:lnTo>
                  <a:pt x="709184" y="60798"/>
                </a:lnTo>
                <a:lnTo>
                  <a:pt x="690248" y="60931"/>
                </a:lnTo>
                <a:lnTo>
                  <a:pt x="671303" y="61027"/>
                </a:lnTo>
                <a:lnTo>
                  <a:pt x="652367" y="61074"/>
                </a:lnTo>
                <a:lnTo>
                  <a:pt x="633432" y="61065"/>
                </a:lnTo>
                <a:lnTo>
                  <a:pt x="614486" y="61027"/>
                </a:lnTo>
                <a:lnTo>
                  <a:pt x="595551" y="60922"/>
                </a:lnTo>
                <a:lnTo>
                  <a:pt x="576605" y="60779"/>
                </a:lnTo>
                <a:lnTo>
                  <a:pt x="557670" y="60589"/>
                </a:lnTo>
                <a:lnTo>
                  <a:pt x="538734" y="60350"/>
                </a:lnTo>
                <a:lnTo>
                  <a:pt x="519798" y="60055"/>
                </a:lnTo>
                <a:lnTo>
                  <a:pt x="500853" y="59722"/>
                </a:lnTo>
                <a:lnTo>
                  <a:pt x="481917" y="59331"/>
                </a:lnTo>
                <a:lnTo>
                  <a:pt x="462982" y="58884"/>
                </a:lnTo>
                <a:lnTo>
                  <a:pt x="444056" y="58388"/>
                </a:lnTo>
                <a:lnTo>
                  <a:pt x="425120" y="57836"/>
                </a:lnTo>
                <a:lnTo>
                  <a:pt x="406194" y="57217"/>
                </a:lnTo>
                <a:lnTo>
                  <a:pt x="387267" y="56540"/>
                </a:lnTo>
                <a:lnTo>
                  <a:pt x="368341" y="55807"/>
                </a:lnTo>
                <a:lnTo>
                  <a:pt x="349415" y="55007"/>
                </a:lnTo>
                <a:lnTo>
                  <a:pt x="330498" y="54131"/>
                </a:lnTo>
                <a:lnTo>
                  <a:pt x="311582" y="53188"/>
                </a:lnTo>
                <a:lnTo>
                  <a:pt x="292665" y="52149"/>
                </a:lnTo>
                <a:lnTo>
                  <a:pt x="273758" y="51044"/>
                </a:lnTo>
                <a:lnTo>
                  <a:pt x="254860" y="49835"/>
                </a:lnTo>
                <a:lnTo>
                  <a:pt x="235963" y="48530"/>
                </a:lnTo>
                <a:lnTo>
                  <a:pt x="217075" y="47101"/>
                </a:lnTo>
                <a:lnTo>
                  <a:pt x="198206" y="45558"/>
                </a:lnTo>
                <a:lnTo>
                  <a:pt x="179337" y="43872"/>
                </a:lnTo>
                <a:lnTo>
                  <a:pt x="160487" y="42015"/>
                </a:lnTo>
                <a:lnTo>
                  <a:pt x="141656" y="39986"/>
                </a:lnTo>
                <a:lnTo>
                  <a:pt x="122853" y="37738"/>
                </a:lnTo>
                <a:lnTo>
                  <a:pt x="104080" y="35214"/>
                </a:lnTo>
                <a:lnTo>
                  <a:pt x="85354" y="32356"/>
                </a:lnTo>
                <a:lnTo>
                  <a:pt x="66713" y="29042"/>
                </a:lnTo>
                <a:lnTo>
                  <a:pt x="48187" y="25108"/>
                </a:lnTo>
                <a:lnTo>
                  <a:pt x="29909" y="20164"/>
                </a:lnTo>
                <a:lnTo>
                  <a:pt x="12297" y="1324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8A8D5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6" name="simple-step-cap-4">
            <a:extLst xmlns:a="http://schemas.openxmlformats.org/drawingml/2006/main">
              <a:ext uri="{FF2B5EF4-FFF2-40B4-BE49-F238E27FC236}">
                <a16:creationId xmlns:a16="http://schemas.microsoft.com/office/drawing/2014/main" id="{692E2F3A-10ED-4AD2-A81E-DF0164B2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52329" y="4970907"/>
            <a:ext cx="1287342" cy="173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A8D5"/>
          </a:solidFill>
          <a:ln xmlns:a="http://schemas.openxmlformats.org/drawingml/2006/main" w="19050">
            <a:solidFill>
              <a:srgbClr val="8BBAF2"/>
            </a:solidFill>
            <a:prstDash val="solid"/>
          </a:ln>
        </p:spPr>
      </p:sp>
      <p:sp>
        <p:nvSpPr>
          <p:cNvPr id="27" name="simple-flow-arrow">
            <a:extLst xmlns:a="http://schemas.openxmlformats.org/drawingml/2006/main">
              <a:ext uri="{FF2B5EF4-FFF2-40B4-BE49-F238E27FC236}">
                <a16:creationId xmlns:a16="http://schemas.microsoft.com/office/drawing/2014/main" id="{86D04D4A-CEAD-4AA6-AA3B-644BCDA0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79695" y="2543175"/>
            <a:ext cx="1832610" cy="3087453"/>
          </a:xfrm>
          <a:custGeom xmlns:a="http://schemas.openxmlformats.org/drawingml/2006/main">
            <a:pathLst>
              <a:path w="1832610" h="3087453">
                <a:moveTo>
                  <a:pt x="0" y="0"/>
                </a:moveTo>
                <a:lnTo>
                  <a:pt x="171" y="38633"/>
                </a:lnTo>
                <a:lnTo>
                  <a:pt x="11782" y="75514"/>
                </a:lnTo>
                <a:lnTo>
                  <a:pt x="23393" y="112395"/>
                </a:lnTo>
                <a:lnTo>
                  <a:pt x="35014" y="149276"/>
                </a:lnTo>
                <a:lnTo>
                  <a:pt x="46625" y="186147"/>
                </a:lnTo>
                <a:lnTo>
                  <a:pt x="58236" y="223028"/>
                </a:lnTo>
                <a:lnTo>
                  <a:pt x="69847" y="259909"/>
                </a:lnTo>
                <a:lnTo>
                  <a:pt x="81458" y="296780"/>
                </a:lnTo>
                <a:lnTo>
                  <a:pt x="93078" y="333661"/>
                </a:lnTo>
                <a:lnTo>
                  <a:pt x="104689" y="370542"/>
                </a:lnTo>
                <a:lnTo>
                  <a:pt x="116300" y="407413"/>
                </a:lnTo>
                <a:lnTo>
                  <a:pt x="127921" y="444294"/>
                </a:lnTo>
                <a:lnTo>
                  <a:pt x="139532" y="481174"/>
                </a:lnTo>
                <a:lnTo>
                  <a:pt x="151143" y="518055"/>
                </a:lnTo>
                <a:lnTo>
                  <a:pt x="162754" y="554927"/>
                </a:lnTo>
                <a:lnTo>
                  <a:pt x="173784" y="591979"/>
                </a:lnTo>
                <a:lnTo>
                  <a:pt x="183375" y="629431"/>
                </a:lnTo>
                <a:lnTo>
                  <a:pt x="192796" y="666921"/>
                </a:lnTo>
                <a:lnTo>
                  <a:pt x="201720" y="704545"/>
                </a:lnTo>
                <a:lnTo>
                  <a:pt x="210636" y="742169"/>
                </a:lnTo>
                <a:lnTo>
                  <a:pt x="219551" y="779793"/>
                </a:lnTo>
                <a:lnTo>
                  <a:pt x="228467" y="817407"/>
                </a:lnTo>
                <a:lnTo>
                  <a:pt x="237382" y="855031"/>
                </a:lnTo>
                <a:lnTo>
                  <a:pt x="246297" y="892654"/>
                </a:lnTo>
                <a:lnTo>
                  <a:pt x="255213" y="930269"/>
                </a:lnTo>
                <a:lnTo>
                  <a:pt x="264138" y="967892"/>
                </a:lnTo>
                <a:lnTo>
                  <a:pt x="273053" y="1005516"/>
                </a:lnTo>
                <a:lnTo>
                  <a:pt x="281969" y="1043140"/>
                </a:lnTo>
                <a:lnTo>
                  <a:pt x="290884" y="1080754"/>
                </a:lnTo>
                <a:lnTo>
                  <a:pt x="299799" y="1118378"/>
                </a:lnTo>
                <a:lnTo>
                  <a:pt x="308715" y="1156002"/>
                </a:lnTo>
                <a:lnTo>
                  <a:pt x="317640" y="1193616"/>
                </a:lnTo>
                <a:lnTo>
                  <a:pt x="326155" y="1231335"/>
                </a:lnTo>
                <a:lnTo>
                  <a:pt x="334604" y="1269063"/>
                </a:lnTo>
                <a:lnTo>
                  <a:pt x="342795" y="1306849"/>
                </a:lnTo>
                <a:lnTo>
                  <a:pt x="350920" y="1344644"/>
                </a:lnTo>
                <a:lnTo>
                  <a:pt x="359054" y="1382449"/>
                </a:lnTo>
                <a:lnTo>
                  <a:pt x="367179" y="1420244"/>
                </a:lnTo>
                <a:lnTo>
                  <a:pt x="375314" y="1458039"/>
                </a:lnTo>
                <a:lnTo>
                  <a:pt x="383438" y="1495844"/>
                </a:lnTo>
                <a:lnTo>
                  <a:pt x="391573" y="1533639"/>
                </a:lnTo>
                <a:lnTo>
                  <a:pt x="399707" y="1571444"/>
                </a:lnTo>
                <a:lnTo>
                  <a:pt x="407832" y="1609239"/>
                </a:lnTo>
                <a:lnTo>
                  <a:pt x="415966" y="1647034"/>
                </a:lnTo>
                <a:lnTo>
                  <a:pt x="424091" y="1684839"/>
                </a:lnTo>
                <a:lnTo>
                  <a:pt x="432225" y="1722634"/>
                </a:lnTo>
                <a:lnTo>
                  <a:pt x="440350" y="1760439"/>
                </a:lnTo>
                <a:lnTo>
                  <a:pt x="448485" y="1798234"/>
                </a:lnTo>
                <a:lnTo>
                  <a:pt x="456495" y="1836058"/>
                </a:lnTo>
                <a:lnTo>
                  <a:pt x="464344" y="1873920"/>
                </a:lnTo>
                <a:lnTo>
                  <a:pt x="472116" y="1911791"/>
                </a:lnTo>
                <a:lnTo>
                  <a:pt x="479774" y="1949691"/>
                </a:lnTo>
                <a:lnTo>
                  <a:pt x="487432" y="1987582"/>
                </a:lnTo>
                <a:lnTo>
                  <a:pt x="495100" y="2025482"/>
                </a:lnTo>
                <a:lnTo>
                  <a:pt x="502758" y="2063382"/>
                </a:lnTo>
                <a:lnTo>
                  <a:pt x="510416" y="2101272"/>
                </a:lnTo>
                <a:lnTo>
                  <a:pt x="518074" y="2139172"/>
                </a:lnTo>
                <a:lnTo>
                  <a:pt x="525732" y="2177072"/>
                </a:lnTo>
                <a:lnTo>
                  <a:pt x="533390" y="2214963"/>
                </a:lnTo>
                <a:lnTo>
                  <a:pt x="541049" y="2252863"/>
                </a:lnTo>
                <a:lnTo>
                  <a:pt x="548707" y="2290763"/>
                </a:lnTo>
                <a:lnTo>
                  <a:pt x="556365" y="2328662"/>
                </a:lnTo>
                <a:lnTo>
                  <a:pt x="564032" y="2366553"/>
                </a:lnTo>
                <a:lnTo>
                  <a:pt x="571691" y="2404453"/>
                </a:lnTo>
                <a:lnTo>
                  <a:pt x="579330" y="2442353"/>
                </a:lnTo>
                <a:lnTo>
                  <a:pt x="582216" y="2476500"/>
                </a:lnTo>
                <a:lnTo>
                  <a:pt x="543554" y="2476500"/>
                </a:lnTo>
                <a:lnTo>
                  <a:pt x="504892" y="2476500"/>
                </a:lnTo>
                <a:lnTo>
                  <a:pt x="466230" y="2476500"/>
                </a:lnTo>
                <a:lnTo>
                  <a:pt x="427558" y="2476500"/>
                </a:lnTo>
                <a:lnTo>
                  <a:pt x="388896" y="2476500"/>
                </a:lnTo>
                <a:lnTo>
                  <a:pt x="350234" y="2476500"/>
                </a:lnTo>
                <a:lnTo>
                  <a:pt x="311572" y="2476500"/>
                </a:lnTo>
                <a:lnTo>
                  <a:pt x="303514" y="2489083"/>
                </a:lnTo>
                <a:lnTo>
                  <a:pt x="330994" y="2516286"/>
                </a:lnTo>
                <a:lnTo>
                  <a:pt x="358473" y="2543480"/>
                </a:lnTo>
                <a:lnTo>
                  <a:pt x="385953" y="2570683"/>
                </a:lnTo>
                <a:lnTo>
                  <a:pt x="413433" y="2597877"/>
                </a:lnTo>
                <a:lnTo>
                  <a:pt x="440903" y="2625080"/>
                </a:lnTo>
                <a:lnTo>
                  <a:pt x="468382" y="2652274"/>
                </a:lnTo>
                <a:lnTo>
                  <a:pt x="495862" y="2679478"/>
                </a:lnTo>
                <a:lnTo>
                  <a:pt x="523342" y="2706672"/>
                </a:lnTo>
                <a:lnTo>
                  <a:pt x="550821" y="2733875"/>
                </a:lnTo>
                <a:lnTo>
                  <a:pt x="578301" y="2761069"/>
                </a:lnTo>
                <a:lnTo>
                  <a:pt x="605780" y="2788272"/>
                </a:lnTo>
                <a:lnTo>
                  <a:pt x="633260" y="2815466"/>
                </a:lnTo>
                <a:lnTo>
                  <a:pt x="660740" y="2842670"/>
                </a:lnTo>
                <a:lnTo>
                  <a:pt x="688219" y="2869863"/>
                </a:lnTo>
                <a:lnTo>
                  <a:pt x="715699" y="2897067"/>
                </a:lnTo>
                <a:lnTo>
                  <a:pt x="743179" y="2924261"/>
                </a:lnTo>
                <a:lnTo>
                  <a:pt x="770658" y="2951464"/>
                </a:lnTo>
                <a:lnTo>
                  <a:pt x="798138" y="2978658"/>
                </a:lnTo>
                <a:lnTo>
                  <a:pt x="825617" y="3005861"/>
                </a:lnTo>
                <a:lnTo>
                  <a:pt x="853088" y="3033055"/>
                </a:lnTo>
                <a:lnTo>
                  <a:pt x="880567" y="3060259"/>
                </a:lnTo>
                <a:lnTo>
                  <a:pt x="908047" y="3087453"/>
                </a:lnTo>
                <a:lnTo>
                  <a:pt x="935526" y="3076594"/>
                </a:lnTo>
                <a:lnTo>
                  <a:pt x="963006" y="3049400"/>
                </a:lnTo>
                <a:lnTo>
                  <a:pt x="990486" y="3022197"/>
                </a:lnTo>
                <a:lnTo>
                  <a:pt x="1017965" y="2995003"/>
                </a:lnTo>
                <a:lnTo>
                  <a:pt x="1045445" y="2967800"/>
                </a:lnTo>
                <a:lnTo>
                  <a:pt x="1072925" y="2940606"/>
                </a:lnTo>
                <a:lnTo>
                  <a:pt x="1100404" y="2913402"/>
                </a:lnTo>
                <a:lnTo>
                  <a:pt x="1127884" y="2886208"/>
                </a:lnTo>
                <a:lnTo>
                  <a:pt x="1155363" y="2859005"/>
                </a:lnTo>
                <a:lnTo>
                  <a:pt x="1182843" y="2831811"/>
                </a:lnTo>
                <a:lnTo>
                  <a:pt x="1210323" y="2804608"/>
                </a:lnTo>
                <a:lnTo>
                  <a:pt x="1237793" y="2777414"/>
                </a:lnTo>
                <a:lnTo>
                  <a:pt x="1265272" y="2750210"/>
                </a:lnTo>
                <a:lnTo>
                  <a:pt x="1292752" y="2723017"/>
                </a:lnTo>
                <a:lnTo>
                  <a:pt x="1320232" y="2695813"/>
                </a:lnTo>
                <a:lnTo>
                  <a:pt x="1347711" y="2668619"/>
                </a:lnTo>
                <a:lnTo>
                  <a:pt x="1375191" y="2641416"/>
                </a:lnTo>
                <a:lnTo>
                  <a:pt x="1402671" y="2614222"/>
                </a:lnTo>
                <a:lnTo>
                  <a:pt x="1430150" y="2587019"/>
                </a:lnTo>
                <a:lnTo>
                  <a:pt x="1457630" y="2559825"/>
                </a:lnTo>
                <a:lnTo>
                  <a:pt x="1485109" y="2532621"/>
                </a:lnTo>
                <a:lnTo>
                  <a:pt x="1512589" y="2505427"/>
                </a:lnTo>
                <a:lnTo>
                  <a:pt x="1540069" y="2478224"/>
                </a:lnTo>
                <a:lnTo>
                  <a:pt x="1505607" y="2476500"/>
                </a:lnTo>
                <a:lnTo>
                  <a:pt x="1466945" y="2476500"/>
                </a:lnTo>
                <a:lnTo>
                  <a:pt x="1428283" y="2476500"/>
                </a:lnTo>
                <a:lnTo>
                  <a:pt x="1389612" y="2476500"/>
                </a:lnTo>
                <a:lnTo>
                  <a:pt x="1350950" y="2476500"/>
                </a:lnTo>
                <a:lnTo>
                  <a:pt x="1312288" y="2476500"/>
                </a:lnTo>
                <a:lnTo>
                  <a:pt x="1273626" y="2476500"/>
                </a:lnTo>
                <a:lnTo>
                  <a:pt x="1248775" y="2465146"/>
                </a:lnTo>
                <a:lnTo>
                  <a:pt x="1256319" y="2427227"/>
                </a:lnTo>
                <a:lnTo>
                  <a:pt x="1263977" y="2389327"/>
                </a:lnTo>
                <a:lnTo>
                  <a:pt x="1271635" y="2351427"/>
                </a:lnTo>
                <a:lnTo>
                  <a:pt x="1279303" y="2313537"/>
                </a:lnTo>
                <a:lnTo>
                  <a:pt x="1286961" y="2275637"/>
                </a:lnTo>
                <a:lnTo>
                  <a:pt x="1294619" y="2237737"/>
                </a:lnTo>
                <a:lnTo>
                  <a:pt x="1302277" y="2199837"/>
                </a:lnTo>
                <a:lnTo>
                  <a:pt x="1309935" y="2161946"/>
                </a:lnTo>
                <a:lnTo>
                  <a:pt x="1317593" y="2124046"/>
                </a:lnTo>
                <a:lnTo>
                  <a:pt x="1325251" y="2086146"/>
                </a:lnTo>
                <a:lnTo>
                  <a:pt x="1332909" y="2048256"/>
                </a:lnTo>
                <a:lnTo>
                  <a:pt x="1340568" y="2010356"/>
                </a:lnTo>
                <a:lnTo>
                  <a:pt x="1348235" y="1972456"/>
                </a:lnTo>
                <a:lnTo>
                  <a:pt x="1355893" y="1934556"/>
                </a:lnTo>
                <a:lnTo>
                  <a:pt x="1363551" y="1896666"/>
                </a:lnTo>
                <a:lnTo>
                  <a:pt x="1371400" y="1858804"/>
                </a:lnTo>
                <a:lnTo>
                  <a:pt x="1379258" y="1820951"/>
                </a:lnTo>
                <a:lnTo>
                  <a:pt x="1387373" y="1783147"/>
                </a:lnTo>
                <a:lnTo>
                  <a:pt x="1395498" y="1745351"/>
                </a:lnTo>
                <a:lnTo>
                  <a:pt x="1403633" y="1707547"/>
                </a:lnTo>
                <a:lnTo>
                  <a:pt x="1411757" y="1669752"/>
                </a:lnTo>
                <a:lnTo>
                  <a:pt x="1419892" y="1631947"/>
                </a:lnTo>
                <a:lnTo>
                  <a:pt x="1428026" y="1594152"/>
                </a:lnTo>
                <a:lnTo>
                  <a:pt x="1436151" y="1556356"/>
                </a:lnTo>
                <a:lnTo>
                  <a:pt x="1444285" y="1518552"/>
                </a:lnTo>
                <a:lnTo>
                  <a:pt x="1452410" y="1480757"/>
                </a:lnTo>
                <a:lnTo>
                  <a:pt x="1460544" y="1442961"/>
                </a:lnTo>
                <a:lnTo>
                  <a:pt x="1468669" y="1405157"/>
                </a:lnTo>
                <a:lnTo>
                  <a:pt x="1476804" y="1367361"/>
                </a:lnTo>
                <a:lnTo>
                  <a:pt x="1484928" y="1329557"/>
                </a:lnTo>
                <a:lnTo>
                  <a:pt x="1493063" y="1291761"/>
                </a:lnTo>
                <a:lnTo>
                  <a:pt x="1501378" y="1254004"/>
                </a:lnTo>
                <a:lnTo>
                  <a:pt x="1509817" y="1216276"/>
                </a:lnTo>
                <a:lnTo>
                  <a:pt x="1518533" y="1178604"/>
                </a:lnTo>
                <a:lnTo>
                  <a:pt x="1527448" y="1140981"/>
                </a:lnTo>
                <a:lnTo>
                  <a:pt x="1536363" y="1103366"/>
                </a:lnTo>
                <a:lnTo>
                  <a:pt x="1545288" y="1065743"/>
                </a:lnTo>
                <a:lnTo>
                  <a:pt x="1554204" y="1028119"/>
                </a:lnTo>
                <a:lnTo>
                  <a:pt x="1563119" y="990495"/>
                </a:lnTo>
                <a:lnTo>
                  <a:pt x="1572035" y="952881"/>
                </a:lnTo>
                <a:lnTo>
                  <a:pt x="1580950" y="915257"/>
                </a:lnTo>
                <a:lnTo>
                  <a:pt x="1589865" y="877634"/>
                </a:lnTo>
                <a:lnTo>
                  <a:pt x="1598790" y="840019"/>
                </a:lnTo>
                <a:lnTo>
                  <a:pt x="1607706" y="802396"/>
                </a:lnTo>
                <a:lnTo>
                  <a:pt x="1616621" y="764772"/>
                </a:lnTo>
                <a:lnTo>
                  <a:pt x="1625537" y="727148"/>
                </a:lnTo>
                <a:lnTo>
                  <a:pt x="1634452" y="689534"/>
                </a:lnTo>
                <a:lnTo>
                  <a:pt x="1643463" y="651929"/>
                </a:lnTo>
                <a:lnTo>
                  <a:pt x="1653064" y="614477"/>
                </a:lnTo>
                <a:lnTo>
                  <a:pt x="1662875" y="577091"/>
                </a:lnTo>
                <a:lnTo>
                  <a:pt x="1674485" y="540210"/>
                </a:lnTo>
                <a:lnTo>
                  <a:pt x="1686106" y="503330"/>
                </a:lnTo>
                <a:lnTo>
                  <a:pt x="1697717" y="466458"/>
                </a:lnTo>
                <a:lnTo>
                  <a:pt x="1709328" y="429578"/>
                </a:lnTo>
                <a:lnTo>
                  <a:pt x="1720939" y="392697"/>
                </a:lnTo>
                <a:lnTo>
                  <a:pt x="1732559" y="355816"/>
                </a:lnTo>
                <a:lnTo>
                  <a:pt x="1744170" y="318945"/>
                </a:lnTo>
                <a:lnTo>
                  <a:pt x="1755781" y="282064"/>
                </a:lnTo>
                <a:lnTo>
                  <a:pt x="1767392" y="245183"/>
                </a:lnTo>
                <a:lnTo>
                  <a:pt x="1779013" y="208312"/>
                </a:lnTo>
                <a:lnTo>
                  <a:pt x="1790624" y="171431"/>
                </a:lnTo>
                <a:lnTo>
                  <a:pt x="1802235" y="134550"/>
                </a:lnTo>
                <a:lnTo>
                  <a:pt x="1813846" y="97679"/>
                </a:lnTo>
                <a:lnTo>
                  <a:pt x="1825466" y="60798"/>
                </a:lnTo>
                <a:lnTo>
                  <a:pt x="1832610" y="23231"/>
                </a:lnTo>
                <a:lnTo>
                  <a:pt x="1817180" y="0"/>
                </a:lnTo>
                <a:lnTo>
                  <a:pt x="1778518" y="0"/>
                </a:lnTo>
                <a:lnTo>
                  <a:pt x="1739856" y="0"/>
                </a:lnTo>
                <a:lnTo>
                  <a:pt x="1701184" y="0"/>
                </a:lnTo>
                <a:lnTo>
                  <a:pt x="1662522" y="0"/>
                </a:lnTo>
                <a:lnTo>
                  <a:pt x="1623860" y="0"/>
                </a:lnTo>
                <a:lnTo>
                  <a:pt x="1585198" y="0"/>
                </a:lnTo>
                <a:lnTo>
                  <a:pt x="1546536" y="0"/>
                </a:lnTo>
                <a:lnTo>
                  <a:pt x="1507874" y="0"/>
                </a:lnTo>
                <a:lnTo>
                  <a:pt x="1469212" y="0"/>
                </a:lnTo>
                <a:lnTo>
                  <a:pt x="1430541" y="0"/>
                </a:lnTo>
                <a:lnTo>
                  <a:pt x="1391879" y="0"/>
                </a:lnTo>
                <a:lnTo>
                  <a:pt x="1353217" y="0"/>
                </a:lnTo>
                <a:lnTo>
                  <a:pt x="1314555" y="0"/>
                </a:lnTo>
                <a:lnTo>
                  <a:pt x="1275893" y="0"/>
                </a:lnTo>
                <a:lnTo>
                  <a:pt x="1237231" y="0"/>
                </a:lnTo>
                <a:lnTo>
                  <a:pt x="1198569" y="0"/>
                </a:lnTo>
                <a:lnTo>
                  <a:pt x="1159897" y="0"/>
                </a:lnTo>
                <a:lnTo>
                  <a:pt x="1121235" y="0"/>
                </a:lnTo>
                <a:lnTo>
                  <a:pt x="1082573" y="0"/>
                </a:lnTo>
                <a:lnTo>
                  <a:pt x="1043911" y="0"/>
                </a:lnTo>
                <a:lnTo>
                  <a:pt x="1005249" y="0"/>
                </a:lnTo>
                <a:lnTo>
                  <a:pt x="966587" y="0"/>
                </a:lnTo>
                <a:lnTo>
                  <a:pt x="927916" y="0"/>
                </a:lnTo>
                <a:lnTo>
                  <a:pt x="889254" y="0"/>
                </a:lnTo>
                <a:lnTo>
                  <a:pt x="850592" y="0"/>
                </a:lnTo>
                <a:lnTo>
                  <a:pt x="811930" y="0"/>
                </a:lnTo>
                <a:lnTo>
                  <a:pt x="773268" y="0"/>
                </a:lnTo>
                <a:lnTo>
                  <a:pt x="734606" y="0"/>
                </a:lnTo>
                <a:lnTo>
                  <a:pt x="695944" y="0"/>
                </a:lnTo>
                <a:lnTo>
                  <a:pt x="657273" y="0"/>
                </a:lnTo>
                <a:lnTo>
                  <a:pt x="618611" y="0"/>
                </a:lnTo>
                <a:lnTo>
                  <a:pt x="579949" y="0"/>
                </a:lnTo>
                <a:lnTo>
                  <a:pt x="541287" y="0"/>
                </a:lnTo>
                <a:lnTo>
                  <a:pt x="502625" y="0"/>
                </a:lnTo>
                <a:lnTo>
                  <a:pt x="463963" y="0"/>
                </a:lnTo>
                <a:lnTo>
                  <a:pt x="425301" y="0"/>
                </a:lnTo>
                <a:lnTo>
                  <a:pt x="386629" y="0"/>
                </a:lnTo>
                <a:lnTo>
                  <a:pt x="347967" y="0"/>
                </a:lnTo>
                <a:lnTo>
                  <a:pt x="309305" y="0"/>
                </a:lnTo>
                <a:lnTo>
                  <a:pt x="270643" y="0"/>
                </a:lnTo>
                <a:lnTo>
                  <a:pt x="231981" y="0"/>
                </a:lnTo>
                <a:lnTo>
                  <a:pt x="193319" y="0"/>
                </a:lnTo>
                <a:lnTo>
                  <a:pt x="154657" y="0"/>
                </a:lnTo>
                <a:lnTo>
                  <a:pt x="115986" y="0"/>
                </a:lnTo>
                <a:lnTo>
                  <a:pt x="77324" y="0"/>
                </a:lnTo>
                <a:lnTo>
                  <a:pt x="38662" y="0"/>
                </a:ln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000000"/>
              </a:gs>
              <a:gs pos="42">
                <a:srgbClr val="B8D8F2">
                  <a:alpha val="16000"/>
                </a:srgbClr>
              </a:gs>
              <a:gs pos="76">
                <a:srgbClr val="8FC4EE">
                  <a:alpha val="32000"/>
                </a:srgbClr>
              </a:gs>
              <a:gs pos="100">
                <a:srgbClr val="72B3E8">
                  <a:alpha val="52000"/>
                </a:srgbClr>
              </a:gs>
            </a:gsLst>
            <a:lin ang="10800000"/>
          </a:gradFill>
          <a:ln xmlns:a="http://schemas.openxmlformats.org/drawingml/2006/main" w="9525">
            <a:noFill/>
            <a:prstDash val="solid"/>
          </a:ln>
        </p:spPr>
      </p:sp>
      <p:sp>
        <p:nvSpPr>
          <p:cNvPr id="28" name="simple-step-title-0">
            <a:extLst xmlns:a="http://schemas.openxmlformats.org/drawingml/2006/main">
              <a:ext uri="{FF2B5EF4-FFF2-40B4-BE49-F238E27FC236}">
                <a16:creationId xmlns:a16="http://schemas.microsoft.com/office/drawing/2014/main" id="{3B90DEE6-9C43-445B-AB08-3FB1F56A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8977" y="2719388"/>
            <a:ext cx="2654056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研学链</a:t>
            </a:r>
          </a:p>
        </p:txBody>
      </p:sp>
      <p:sp>
        <p:nvSpPr>
          <p:cNvPr id="29" name="simple-step-title-1">
            <a:extLst xmlns:a="http://schemas.openxmlformats.org/drawingml/2006/main">
              <a:ext uri="{FF2B5EF4-FFF2-40B4-BE49-F238E27FC236}">
                <a16:creationId xmlns:a16="http://schemas.microsoft.com/office/drawing/2014/main" id="{EA26C0B0-1C07-44C1-B5A0-F80292923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3640" y="3338513"/>
            <a:ext cx="210473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任务单</a:t>
            </a:r>
          </a:p>
        </p:txBody>
      </p:sp>
      <p:sp>
        <p:nvSpPr>
          <p:cNvPr id="30" name="simple-step-title-2">
            <a:extLst xmlns:a="http://schemas.openxmlformats.org/drawingml/2006/main">
              <a:ext uri="{FF2B5EF4-FFF2-40B4-BE49-F238E27FC236}">
                <a16:creationId xmlns:a16="http://schemas.microsoft.com/office/drawing/2014/main" id="{8A7348AC-644F-412E-BA3D-2F142323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93519" y="3957638"/>
            <a:ext cx="160496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VR基地</a:t>
            </a:r>
          </a:p>
        </p:txBody>
      </p:sp>
      <p:sp>
        <p:nvSpPr>
          <p:cNvPr id="31" name="simple-step-title-3">
            <a:extLst xmlns:a="http://schemas.openxmlformats.org/drawingml/2006/main">
              <a:ext uri="{FF2B5EF4-FFF2-40B4-BE49-F238E27FC236}">
                <a16:creationId xmlns:a16="http://schemas.microsoft.com/office/drawing/2014/main" id="{C78EAA41-A0C1-498E-B26E-16EA8A40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8596" y="4576763"/>
            <a:ext cx="113481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宣讲团</a:t>
            </a:r>
          </a:p>
        </p:txBody>
      </p:sp>
      <p:sp>
        <p:nvSpPr>
          <p:cNvPr id="32" name="simple-step-title-4">
            <a:extLst xmlns:a="http://schemas.openxmlformats.org/drawingml/2006/main">
              <a:ext uri="{FF2B5EF4-FFF2-40B4-BE49-F238E27FC236}">
                <a16:creationId xmlns:a16="http://schemas.microsoft.com/office/drawing/2014/main" id="{B80B460E-1DCF-464F-8542-0F45BE6D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6900" y="5195888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育人机制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7535778-7BC5-C537-427C-FEF98ED8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4395FAB1-B243-4FC8-806A-92B0F627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DA4F7B36-DC52-716A-DEF7-753169A8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13919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3000">
                <a:latin typeface="HYWenRunSongYun U"/>
                <a:ea typeface="HYWenRunSongYun U"/>
                <a:cs typeface="HYWenRunSongYun U"/>
              </a:defRPr>
            </a:pPr>
            <a:r>
              <a:rPr sz="30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通过“1+3+N”矩阵和五类实践抓手，
让“六地”红色文化成为理工青年最鲜亮的青春底色</a:t>
            </a:r>
          </a:p>
        </p:txBody>
      </p:sp>
    </p:spTree>
    <p:extLst>
      <p:ext uri="{BB962C8B-B14F-4D97-AF65-F5344CB8AC3E}">
        <p14:creationId xmlns:p14="http://schemas.microsoft.com/office/powerpoint/2010/main" val="120291939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247650" dist="114300" dir="5400000">
              <a:srgbClr val="1F487E">
                <a:alpha val="12000"/>
              </a:srgbClr>
            </a:outerShdw>
          </a:effectLst>
        </a:effectStyle>
        <a:effectStyle>
          <a:effectLst>
            <a:outerShdw blurRad="171450" dist="76200" dir="5400000">
              <a:srgbClr val="2F5EA8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2026-09-02T00:13:10.5450000Z</dcterms:created>
  <dcterms:modified xsi:type="dcterms:W3CDTF">2026-09-02T00:13:10.5450000Z</dcterms:modified>
</coreProperties>
</file>