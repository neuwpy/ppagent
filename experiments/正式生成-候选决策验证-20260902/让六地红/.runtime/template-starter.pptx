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018cc485f467d" /><Relationship Type="http://schemas.openxmlformats.org/officeDocument/2006/relationships/extended-properties" Target="/docProps/app.xml" Id="Rfcdc223b4aba49e1" /><Relationship Type="http://schemas.openxmlformats.org/officeDocument/2006/relationships/officeDocument" Target="/ppt/presentation.xml" Id="Ra39b08c8d2114a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b873aca7f48f9"/>
    <p:sldMasterId xmlns:r="http://schemas.openxmlformats.org/officeDocument/2006/relationships" id="2147483660" r:id="Re0da46e0dc5c4f9a"/>
    <p:sldMasterId xmlns:r="http://schemas.openxmlformats.org/officeDocument/2006/relationships" id="2147483663" r:id="R3fcebb89559f43e3"/>
  </p:sldMasterIdLst>
  <p:notesMasterIdLst>
    <p:notesMasterId xmlns:r="http://schemas.openxmlformats.org/officeDocument/2006/relationships" r:id="R8b394b3affcf4b35"/>
  </p:notesMasterIdLst>
  <p:sldIdLst>
    <p:sldId xmlns:r="http://schemas.openxmlformats.org/officeDocument/2006/relationships" id="256" r:id="R8cc7e59ff15e40da"/>
    <p:sldId xmlns:r="http://schemas.openxmlformats.org/officeDocument/2006/relationships" id="257" r:id="R916a219f4d24400d"/>
    <p:sldId xmlns:r="http://schemas.openxmlformats.org/officeDocument/2006/relationships" id="258" r:id="R19c69e301ddc457b"/>
    <p:sldId xmlns:r="http://schemas.openxmlformats.org/officeDocument/2006/relationships" id="259" r:id="Rca7b0cc09d7b4ba7"/>
    <p:sldId xmlns:r="http://schemas.openxmlformats.org/officeDocument/2006/relationships" id="260" r:id="R417aa3d8c316449e"/>
    <p:sldId xmlns:r="http://schemas.openxmlformats.org/officeDocument/2006/relationships" id="261" r:id="R5f62315a2f584c58"/>
    <p:sldId xmlns:r="http://schemas.openxmlformats.org/officeDocument/2006/relationships" id="262" r:id="Rfeb349bf8aa342fe"/>
    <p:sldId xmlns:r="http://schemas.openxmlformats.org/officeDocument/2006/relationships" id="263" r:id="R5084356dbd674c99"/>
    <p:sldId xmlns:r="http://schemas.openxmlformats.org/officeDocument/2006/relationships" id="264" r:id="R70b69beae931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fadaa224548ac" /><Relationship Type="http://schemas.openxmlformats.org/officeDocument/2006/relationships/slideMaster" Target="/ppt/slideMasters/slideMaster1.xml" Id="R505b873aca7f48f9" /><Relationship Type="http://schemas.openxmlformats.org/officeDocument/2006/relationships/slideMaster" Target="/ppt/slideMasters/slideMaster2.xml" Id="Re0da46e0dc5c4f9a" /><Relationship Type="http://schemas.openxmlformats.org/officeDocument/2006/relationships/slideMaster" Target="/ppt/slideMasters/slideMaster3.xml" Id="R3fcebb89559f43e3" /><Relationship Type="http://schemas.openxmlformats.org/officeDocument/2006/relationships/notesMaster" Target="/ppt/notesMasters/notesMaster1.xml" Id="R8b394b3affcf4b35" /><Relationship Type="http://schemas.openxmlformats.org/officeDocument/2006/relationships/presProps" Target="/ppt/presProps.xml" Id="Rca818d8592e84933" /><Relationship Type="http://schemas.openxmlformats.org/officeDocument/2006/relationships/viewProps" Target="/ppt/viewProps.xml" Id="Rb38a52c0f9aa4a9a" /><Relationship Type="http://schemas.openxmlformats.org/officeDocument/2006/relationships/tableStyles" Target="/ppt/tableStyles.xml" Id="Rf5ee424a070345c0" /><Relationship Type="http://schemas.openxmlformats.org/officeDocument/2006/relationships/slide" Target="/ppt/slides/slide1.xml" Id="R8cc7e59ff15e40da" /><Relationship Type="http://schemas.openxmlformats.org/officeDocument/2006/relationships/slide" Target="/ppt/slides/slide2.xml" Id="R916a219f4d24400d" /><Relationship Type="http://schemas.openxmlformats.org/officeDocument/2006/relationships/slide" Target="/ppt/slides/slide3.xml" Id="R19c69e301ddc457b" /><Relationship Type="http://schemas.openxmlformats.org/officeDocument/2006/relationships/slide" Target="/ppt/slides/slide4.xml" Id="Rca7b0cc09d7b4ba7" /><Relationship Type="http://schemas.openxmlformats.org/officeDocument/2006/relationships/slide" Target="/ppt/slides/slide5.xml" Id="R417aa3d8c316449e" /><Relationship Type="http://schemas.openxmlformats.org/officeDocument/2006/relationships/slide" Target="/ppt/slides/slide6.xml" Id="R5f62315a2f584c58" /><Relationship Type="http://schemas.openxmlformats.org/officeDocument/2006/relationships/slide" Target="/ppt/slides/slide7.xml" Id="Rfeb349bf8aa342fe" /><Relationship Type="http://schemas.openxmlformats.org/officeDocument/2006/relationships/slide" Target="/ppt/slides/slide8.xml" Id="R5084356dbd674c99" /><Relationship Type="http://schemas.openxmlformats.org/officeDocument/2006/relationships/slide" Target="/ppt/slides/slide9.xml" Id="R70b69beae931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d4c0acb561d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5006d5f5bc4fbe" /><Relationship Type="http://schemas.openxmlformats.org/officeDocument/2006/relationships/notesMaster" Target="/ppt/notesMasters/notesMaster1.xml" Id="R4ba0043fe7d443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952fc795c4561" /><Relationship Type="http://schemas.openxmlformats.org/officeDocument/2006/relationships/notesMaster" Target="/ppt/notesMasters/notesMaster1.xml" Id="Rff3dcf44959a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72ecf0a5234a11" /><Relationship Type="http://schemas.openxmlformats.org/officeDocument/2006/relationships/notesMaster" Target="/ppt/notesMasters/notesMaster1.xml" Id="R9a13688f451d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e23bf976e4429" /><Relationship Type="http://schemas.openxmlformats.org/officeDocument/2006/relationships/notesMaster" Target="/ppt/notesMasters/notesMaster1.xml" Id="Re629d7d8e7f742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3c3ba65c04d3e" /><Relationship Type="http://schemas.openxmlformats.org/officeDocument/2006/relationships/notesMaster" Target="/ppt/notesMasters/notesMaster1.xml" Id="Rb2a57e1b4a55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26927449c6402f" /><Relationship Type="http://schemas.openxmlformats.org/officeDocument/2006/relationships/notesMaster" Target="/ppt/notesMasters/notesMaster1.xml" Id="R492c5e546819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892b6d80642da" /><Relationship Type="http://schemas.openxmlformats.org/officeDocument/2006/relationships/notesMaster" Target="/ppt/notesMasters/notesMaster1.xml" Id="R90390c35748f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e56a1f8564869" /><Relationship Type="http://schemas.openxmlformats.org/officeDocument/2006/relationships/notesMaster" Target="/ppt/notesMasters/notesMaster1.xml" Id="R58eb44dca35844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7687323b444cbe" /><Relationship Type="http://schemas.openxmlformats.org/officeDocument/2006/relationships/notesMaster" Target="/ppt/notesMasters/notesMaster1.xml" Id="R8f3441b97f00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46eb986024400" /><Relationship Type="http://schemas.openxmlformats.org/officeDocument/2006/relationships/image" Target="/ppt/media/image.jpeg" Id="R9f2fa9d293644ef2" /><Relationship Type="http://schemas.openxmlformats.org/officeDocument/2006/relationships/image" Target="/ppt/media/image.png" Id="Rb9d5b41f09e746de" /><Relationship Type="http://schemas.openxmlformats.org/officeDocument/2006/relationships/image" Target="/ppt/media/image2.png" Id="R5205c6e2dd5648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41d24494349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252932c594fd5" /><Relationship Type="http://schemas.openxmlformats.org/officeDocument/2006/relationships/image" Target="/ppt/media/image3.png" Id="R5d51a741c5c143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58ba096dc4aca" /><Relationship Type="http://schemas.openxmlformats.org/officeDocument/2006/relationships/image" Target="/ppt/media/image4.png" Id="R943b1a7cb2fc4d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bfc28c2b34d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57cc8a57b41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3fe8598f240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2630ca91141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c9c049c0e44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88be45396400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8c074b2104b1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18d7d2a07540b3" /><Relationship Type="http://schemas.openxmlformats.org/officeDocument/2006/relationships/image" Target="/ppt/media/image5.png" Id="R654b05a67d02462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65cdb02dc44f6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807a933841426b" /><Relationship Type="http://schemas.openxmlformats.org/officeDocument/2006/relationships/image" Target="/ppt/media/image5.png" Id="R920669b49a12476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bf33516934454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a9d293644ef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5b41f09e746d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5c6e2dd56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39BD9346-5F25-4197-82F6-15F032D6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1a741c5c1435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04931FD-F18C-4CAA-A577-ECFB2A0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14443D5-0C3C-428C-9AE3-E2D803C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B0371DA7-AFE6-48A0-A69C-DB54057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E3E1F06-4BA3-4CFD-A138-D5B73BEE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b1a7cb2fc4d1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C149AB4-B129-4EF0-8A44-2027F2C5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097387A1-E02E-44DA-90E4-E0467FF8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40F08D-F7BE-415A-9CEE-B9A411B37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86F1598-1B3C-4EF7-8F41-17591D2F4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57E567E-93BC-433D-9F0A-88050A86E6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1991E86-B580-4806-B589-50D0C3539C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03EF440-62DA-47BC-B147-8C10CABF4BF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D3338E1-5556-45E7-97D5-75B095EE2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AE21D3E-F5BC-4C83-8369-22F2C96E79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818C1B8-1619-42AB-B716-0EA6EAC002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6A15B0-9B13-4D19-9954-ADE22C358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6B06077-CE2E-49BE-B319-D9B3304B83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FE4C6F1-5988-4173-8809-D6C0F510EE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D277AE9-9B50-4A1E-A8CB-C951F1468E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E57261E-6B88-4ECB-9C47-79ABAA289D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0F44DE6-3F03-4B19-8188-4393D55D0B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C6220F6-12A7-447E-B579-6A96019F8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8A8368-A8FD-4F00-B66C-BBCCF67BC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8171E86-287A-4A10-A62E-517DB33967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00A201-EDA9-4D8E-A6F8-DCFACB16B5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439B73D-A52B-42D1-BBC8-F3631488A8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3EB223F-2912-4721-A772-AA101C3339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23854E-1A90-4160-B8E0-66AEAFA0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5D4050-34AD-4952-BA08-21A1BABAB0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959ACCA-C7B9-47D6-B2F0-B6D58E477C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D0EAB56-C673-404B-B476-CC1F11E0C7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BFBA351-A1FF-450F-97AC-B2A22FB82B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6B14D82-4986-477E-9F5A-5266C383BE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EDDF5A-CAC4-48C4-8D97-C0318AEDCA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BBAD0B-5B3D-4EC0-9843-4047BF63D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861B514-7DEE-4233-985F-3D6EBE328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E9952B-0B84-4ECB-9B0B-79FE735E9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793D3B-CAE0-4E97-85BC-34CA783099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274332D-2180-46D3-9471-6C89C5BFB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2994CE7-5A94-4901-B32E-7E3A05EEC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C082650-C135-4670-AD09-D55A3CF608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881B33-2735-4AF8-AEA6-7ADCCBCC0E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1401C90-63BD-40FC-A778-5EA007C812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7305D97-2F3F-4999-A4B9-3DFA5D888E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b05a67d02462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A0CAB98-5D45-45E2-8FA5-9C9E367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D8247E0-6F56-47BE-9AA1-A6571FE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C763BDE-35E8-4AE8-8605-BFDB7AE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FD350B9-78AB-47C5-B756-13539E66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669b49a1247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8A9397-BB65-419D-9DA6-9E885B8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6B106F9-212D-44D0-B3F2-989A9A4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9E280C0-23FC-46E3-9C4B-5453364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11095EF-47B4-464F-B59E-860DE295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b2b3e429d4b8a" /><Relationship Type="http://schemas.openxmlformats.org/officeDocument/2006/relationships/slideLayout" Target="/ppt/slideLayouts/slideLayout1.xml" Id="Rce6b22c4f3c84d5d" /><Relationship Type="http://schemas.openxmlformats.org/officeDocument/2006/relationships/slideLayout" Target="/ppt/slideLayouts/slideLayout2.xml" Id="R1acbaeed4e0542e7" /><Relationship Type="http://schemas.openxmlformats.org/officeDocument/2006/relationships/slideLayout" Target="/ppt/slideLayouts/slideLayout3.xml" Id="Rd5bba8e7eef248be" /><Relationship Type="http://schemas.openxmlformats.org/officeDocument/2006/relationships/slideLayout" Target="/ppt/slideLayouts/slideLayout4.xml" Id="Rba848c8ca0454eb7" /><Relationship Type="http://schemas.openxmlformats.org/officeDocument/2006/relationships/slideLayout" Target="/ppt/slideLayouts/slideLayout5.xml" Id="Rcd4a75fca2a74890" /><Relationship Type="http://schemas.openxmlformats.org/officeDocument/2006/relationships/slideLayout" Target="/ppt/slideLayouts/slideLayout6.xml" Id="R11f94f8247e7468c" /><Relationship Type="http://schemas.openxmlformats.org/officeDocument/2006/relationships/slideLayout" Target="/ppt/slideLayouts/slideLayout7.xml" Id="R43bca6568f0e4b98" /><Relationship Type="http://schemas.openxmlformats.org/officeDocument/2006/relationships/slideLayout" Target="/ppt/slideLayouts/slideLayout8.xml" Id="R983ca9f07c494ffa" /><Relationship Type="http://schemas.openxmlformats.org/officeDocument/2006/relationships/slideLayout" Target="/ppt/slideLayouts/slideLayout9.xml" Id="R3deece52b4e8435a" /><Relationship Type="http://schemas.openxmlformats.org/officeDocument/2006/relationships/slideLayout" Target="/ppt/slideLayouts/slideLayout10.xml" Id="R4aaea090bd234bd1" /><Relationship Type="http://schemas.openxmlformats.org/officeDocument/2006/relationships/slideLayout" Target="/ppt/slideLayouts/slideLayout11.xml" Id="R2d67a043c8d6473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73f5a8276934670" /><Relationship Type="http://schemas.openxmlformats.org/officeDocument/2006/relationships/slideLayout" Target="/ppt/slideLayouts/slideLayout12.xml" Id="R477f3fb03e4642e8" /><Relationship Type="http://schemas.openxmlformats.org/officeDocument/2006/relationships/slideLayout" Target="/ppt/slideLayouts/slideLayout13.xml" Id="R5eb6f0ba0d364ff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7b3fb89377e40c2" /><Relationship Type="http://schemas.openxmlformats.org/officeDocument/2006/relationships/slideLayout" Target="/ppt/slideLayouts/slideLayout14.xml" Id="R7a5784e21c844546" /><Relationship Type="http://schemas.openxmlformats.org/officeDocument/2006/relationships/slideLayout" Target="/ppt/slideLayouts/slideLayout15.xml" Id="Rae113564c64d4e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6B757D0-CC75-465C-8295-4674F00F6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BAF1C7-0342-46DE-890E-F03F0B8461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D72E4E-DA61-4A85-ABB6-9B62E03D086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7C059B-97D6-494D-9F4E-BDC032519E3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47E972-C7DA-43C0-BE06-7165E3C7CD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b22c4f3c84d5d"/>
    <p:sldLayoutId xmlns:r="http://schemas.openxmlformats.org/officeDocument/2006/relationships" id="2147483650" r:id="R1acbaeed4e0542e7"/>
    <p:sldLayoutId xmlns:r="http://schemas.openxmlformats.org/officeDocument/2006/relationships" id="2147483651" r:id="Rd5bba8e7eef248be"/>
    <p:sldLayoutId xmlns:r="http://schemas.openxmlformats.org/officeDocument/2006/relationships" id="2147483652" r:id="Rba848c8ca0454eb7"/>
    <p:sldLayoutId xmlns:r="http://schemas.openxmlformats.org/officeDocument/2006/relationships" id="2147483653" r:id="Rcd4a75fca2a74890"/>
    <p:sldLayoutId xmlns:r="http://schemas.openxmlformats.org/officeDocument/2006/relationships" id="2147483654" r:id="R11f94f8247e7468c"/>
    <p:sldLayoutId xmlns:r="http://schemas.openxmlformats.org/officeDocument/2006/relationships" id="2147483655" r:id="R43bca6568f0e4b98"/>
    <p:sldLayoutId xmlns:r="http://schemas.openxmlformats.org/officeDocument/2006/relationships" id="2147483656" r:id="R983ca9f07c494ffa"/>
    <p:sldLayoutId xmlns:r="http://schemas.openxmlformats.org/officeDocument/2006/relationships" id="2147483657" r:id="R3deece52b4e8435a"/>
    <p:sldLayoutId xmlns:r="http://schemas.openxmlformats.org/officeDocument/2006/relationships" id="2147483658" r:id="R4aaea090bd234bd1"/>
    <p:sldLayoutId xmlns:r="http://schemas.openxmlformats.org/officeDocument/2006/relationships" id="2147483659" r:id="R2d67a043c8d6473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6396701-BBAB-4C87-8334-C82A157CC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58D018-C7CB-4D55-8413-A358791416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8025C9-3317-4E82-9722-3F54C2D63C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15290C2-A645-41E8-8DF3-426098C195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EB047F-7284-4944-BB87-3DC7ABD706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77f3fb03e4642e8"/>
    <p:sldLayoutId xmlns:r="http://schemas.openxmlformats.org/officeDocument/2006/relationships" id="2147483662" r:id="R5eb6f0ba0d364ff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C07A80D-01E9-4CAB-B67E-FA927C768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782E17-D2B2-4BC5-8DB9-06A691869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AE1513-78FF-4511-B8EA-DDA80BE761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34424D-7777-4CD6-851B-D2AC595DD4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654B8C-65B9-4A36-A621-94F0E617AE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a5784e21c844546"/>
    <p:sldLayoutId xmlns:r="http://schemas.openxmlformats.org/officeDocument/2006/relationships" id="2147483665" r:id="Rae113564c64d4e7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4bf0f64844b40" /><Relationship Type="http://schemas.openxmlformats.org/officeDocument/2006/relationships/notesSlide" Target="/ppt/notesSlides/notesSlide1.xml" Id="Re5b1adfc55bc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9a4192ea9c4b10" /><Relationship Type="http://schemas.openxmlformats.org/officeDocument/2006/relationships/notesSlide" Target="/ppt/notesSlides/notesSlide2.xml" Id="R5d3fc2d963d84d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71c800221d465c" /><Relationship Type="http://schemas.openxmlformats.org/officeDocument/2006/relationships/image" Target="/ppt/media/image6.png" Id="Raa2591fab92a438d" /><Relationship Type="http://schemas.openxmlformats.org/officeDocument/2006/relationships/notesSlide" Target="/ppt/notesSlides/notesSlide3.xml" Id="R7925f37c71fb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4464bd811a4193" /><Relationship Type="http://schemas.openxmlformats.org/officeDocument/2006/relationships/image" Target="/ppt/media/image6.png" Id="Rd70abdbd6318429e" /><Relationship Type="http://schemas.openxmlformats.org/officeDocument/2006/relationships/notesSlide" Target="/ppt/notesSlides/notesSlide4.xml" Id="R47c80b1a3e0a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60ff2db8d24b09" /><Relationship Type="http://schemas.openxmlformats.org/officeDocument/2006/relationships/image" Target="/ppt/media/image6.png" Id="R6fd011495f1f47a0" /><Relationship Type="http://schemas.openxmlformats.org/officeDocument/2006/relationships/notesSlide" Target="/ppt/notesSlides/notesSlide5.xml" Id="Raf6011cf167a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66fb77de5344e8" /><Relationship Type="http://schemas.openxmlformats.org/officeDocument/2006/relationships/image" Target="/ppt/media/image6.png" Id="R9c960b82e1a04cf9" /><Relationship Type="http://schemas.openxmlformats.org/officeDocument/2006/relationships/notesSlide" Target="/ppt/notesSlides/notesSlide6.xml" Id="R2f8904f58b604e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68e300627f491f" /><Relationship Type="http://schemas.openxmlformats.org/officeDocument/2006/relationships/image" Target="/ppt/media/image6.png" Id="R93de0153f8d543b2" /><Relationship Type="http://schemas.openxmlformats.org/officeDocument/2006/relationships/notesSlide" Target="/ppt/notesSlides/notesSlide7.xml" Id="Rb9fce79953bd49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44f8f28318424d" /><Relationship Type="http://schemas.openxmlformats.org/officeDocument/2006/relationships/image" Target="/ppt/media/image6.png" Id="R140f09ca7a0f472a" /><Relationship Type="http://schemas.openxmlformats.org/officeDocument/2006/relationships/notesSlide" Target="/ppt/notesSlides/notesSlide8.xml" Id="Rad42922c91af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8e41c06204e03" /><Relationship Type="http://schemas.openxmlformats.org/officeDocument/2006/relationships/notesSlide" Target="/ppt/notesSlides/notesSlide9.xml" Id="R0b9849a6fa7d49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6A06665-0947-4148-A40E-3563F8D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A47CE134-252C-4177-80D7-61F09492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A6CFD9A0-81EF-46A8-B8B1-559C096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B5499B6-4A1C-4743-8627-9B05439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F4D33095-98E3-43D0-8821-597C106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8274884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591fab92a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abdbd631842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011495f1f47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60b82e1a0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e0153f8d5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D86AE88-754F-4A64-A59E-535B11E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f09ca7a0f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395FAB1-B243-4FC8-806A-92B0F627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2026-09-02T00:13:04.7010000Z</dcterms:created>
  <dcterms:modified xsi:type="dcterms:W3CDTF">2026-09-02T00:13:04.7010000Z</dcterms:modified>
</coreProperties>
</file>