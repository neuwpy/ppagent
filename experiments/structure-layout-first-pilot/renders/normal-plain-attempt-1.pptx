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fd30d3bb41941e8" /><Relationship Type="http://schemas.openxmlformats.org/officeDocument/2006/relationships/extended-properties" Target="/docProps/app.xml" Id="R9c3e0808f3fe4cf9" /><Relationship Type="http://schemas.openxmlformats.org/officeDocument/2006/relationships/officeDocument" Target="/ppt/presentation.xml" Id="Rce791fac53404d1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630018b0acb4734"/>
  </p:sldMasterIdLst>
  <p:notesMasterIdLst>
    <p:notesMasterId xmlns:r="http://schemas.openxmlformats.org/officeDocument/2006/relationships" r:id="Rbbeb02e291d74e60"/>
  </p:notesMasterIdLst>
  <p:sldIdLst>
    <p:sldId xmlns:r="http://schemas.openxmlformats.org/officeDocument/2006/relationships" id="256" r:id="R6656a44b331140b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7b2e9187caa456b" /><Relationship Type="http://schemas.openxmlformats.org/officeDocument/2006/relationships/slideMaster" Target="/ppt/slideMasters/slideMaster1.xml" Id="R1630018b0acb4734" /><Relationship Type="http://schemas.openxmlformats.org/officeDocument/2006/relationships/notesMaster" Target="/ppt/notesMasters/notesMaster1.xml" Id="Rbbeb02e291d74e60" /><Relationship Type="http://schemas.openxmlformats.org/officeDocument/2006/relationships/presProps" Target="/ppt/presProps.xml" Id="R3aba746f6bd44d8e" /><Relationship Type="http://schemas.openxmlformats.org/officeDocument/2006/relationships/tableStyles" Target="/ppt/tableStyles.xml" Id="R19febc95cf01409a" /><Relationship Type="http://schemas.openxmlformats.org/officeDocument/2006/relationships/slide" Target="/ppt/slides/slide1.xml" Id="R6656a44b331140b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12ed072a6034f6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d545c3e3ca1406b" /><Relationship Type="http://schemas.openxmlformats.org/officeDocument/2006/relationships/notesMaster" Target="/ppt/notesMasters/notesMaster1.xml" Id="Rde85313fbaf84cc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51132e4f9d4c3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37eae44db0d475c" /><Relationship Type="http://schemas.openxmlformats.org/officeDocument/2006/relationships/slideLayout" Target="/ppt/slideLayouts/slideLayout1.xml" Id="R7fcc4e3c65f74dd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fcc4e3c65f74dd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0d6c7a70374ed5" /><Relationship Type="http://schemas.openxmlformats.org/officeDocument/2006/relationships/image" Target="/ppt/media/image.png" Id="Rb977480d2b2546cc" /><Relationship Type="http://schemas.openxmlformats.org/officeDocument/2006/relationships/image" Target="/ppt/media/image.svg" Id="Rb8500368c8614eac" /><Relationship Type="http://schemas.openxmlformats.org/officeDocument/2006/relationships/image" Target="/ppt/media/image2.png" Id="Ra55c6ba9bc5e4fce" /><Relationship Type="http://schemas.openxmlformats.org/officeDocument/2006/relationships/image" Target="/ppt/media/image2.svg" Id="Re31b9aa2687644db" /><Relationship Type="http://schemas.openxmlformats.org/officeDocument/2006/relationships/image" Target="/ppt/media/image3.png" Id="R9eef693751c84e89" /><Relationship Type="http://schemas.openxmlformats.org/officeDocument/2006/relationships/image" Target="/ppt/media/image3.svg" Id="Rd43f9e05478f4d4b" /><Relationship Type="http://schemas.openxmlformats.org/officeDocument/2006/relationships/image" Target="/ppt/media/image4.png" Id="Re4df41f878d74531" /><Relationship Type="http://schemas.openxmlformats.org/officeDocument/2006/relationships/image" Target="/ppt/media/image4.svg" Id="R1b0a38100c65489b" /><Relationship Type="http://schemas.openxmlformats.org/officeDocument/2006/relationships/notesSlide" Target="/ppt/notesSlides/notesSlide1.xml" Id="R749ba14ef3a840f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page-paper">
            <a:extLst xmlns:a="http://schemas.openxmlformats.org/drawingml/2006/main">
              <a:ext uri="{FF2B5EF4-FFF2-40B4-BE49-F238E27FC236}">
                <a16:creationId xmlns:a16="http://schemas.microsoft.com/office/drawing/2014/main" id="{165367EA-531C-45B2-8617-631EB645F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0">
            <a:noFill/>
          </a:ln>
        </p:spPr>
      </p:sp>
      <p:sp>
        <p:nvSpPr>
          <p:cNvPr id="2" name="chapter">
            <a:extLst xmlns:a="http://schemas.openxmlformats.org/drawingml/2006/main">
              <a:ext uri="{FF2B5EF4-FFF2-40B4-BE49-F238E27FC236}">
                <a16:creationId xmlns:a16="http://schemas.microsoft.com/office/drawing/2014/main" id="{EE691548-A9AB-44A2-9EC2-1B3028D9D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6725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01</a:t>
            </a:r>
          </a:p>
        </p:txBody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5BBA9F7C-F494-4440-88F2-31F552CDF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6725"/>
            <a:ext cx="36099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交接验收：从文件交付到工作接续</a:t>
            </a:r>
          </a:p>
        </p:txBody>
      </p:sp>
      <p:sp>
        <p:nvSpPr>
          <p:cNvPr id="4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0CA71A39-542C-4FDC-A30D-51302393F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647700"/>
            <a:ext cx="6810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</a:ln>
        </p:spPr>
      </p:sp>
      <p:sp>
        <p:nvSpPr>
          <p:cNvPr id="5" name="plain-0-module">
            <a:extLst xmlns:a="http://schemas.openxmlformats.org/drawingml/2006/main">
              <a:ext uri="{FF2B5EF4-FFF2-40B4-BE49-F238E27FC236}">
                <a16:creationId xmlns:a16="http://schemas.microsoft.com/office/drawing/2014/main" id="{EB394622-8E8C-4524-8E79-DACA204DA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85875"/>
            <a:ext cx="666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  <a:def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接手者能独立继续工作，才算交接完成</a:t>
            </a:r>
          </a:p>
        </p:txBody>
      </p:sp>
      <p:sp>
        <p:nvSpPr>
          <p:cNvPr id="6" name="plain-1-body">
            <a:extLst xmlns:a="http://schemas.openxmlformats.org/drawingml/2006/main">
              <a:ext uri="{FF2B5EF4-FFF2-40B4-BE49-F238E27FC236}">
                <a16:creationId xmlns:a16="http://schemas.microsoft.com/office/drawing/2014/main" id="{FC1CBCBA-8192-4497-9734-134979369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5260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发送文件只是交接动作，验收还要核对以下四项。</a:t>
            </a:r>
          </a:p>
        </p:txBody>
      </p:sp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6DB6FBF-912A-4F43-9C25-974B9F7ED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</p:sp>
      <p:sp>
        <p:nvSpPr>
          <p:cNvPr id="8" name="plain-surface-1">
            <a:extLst xmlns:a="http://schemas.openxmlformats.org/drawingml/2006/main">
              <a:ext uri="{FF2B5EF4-FFF2-40B4-BE49-F238E27FC236}">
                <a16:creationId xmlns:a16="http://schemas.microsoft.com/office/drawing/2014/main" id="{5FFA3BEA-B146-465A-99CE-4FA5FBFF4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2286000"/>
            <a:ext cx="52768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C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lain-surface-2">
            <a:extLst xmlns:a="http://schemas.openxmlformats.org/drawingml/2006/main">
              <a:ext uri="{FF2B5EF4-FFF2-40B4-BE49-F238E27FC236}">
                <a16:creationId xmlns:a16="http://schemas.microsoft.com/office/drawing/2014/main" id="{57D20203-8CE0-4A39-930B-73CA2EA37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81750" y="2286000"/>
            <a:ext cx="52768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C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lain-surface-3">
            <a:extLst xmlns:a="http://schemas.openxmlformats.org/drawingml/2006/main">
              <a:ext uri="{FF2B5EF4-FFF2-40B4-BE49-F238E27FC236}">
                <a16:creationId xmlns:a16="http://schemas.microsoft.com/office/drawing/2014/main" id="{F5FEBCE5-6632-4C17-B611-2A82B202E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4229100"/>
            <a:ext cx="52768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C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lain-surface-4">
            <a:extLst xmlns:a="http://schemas.openxmlformats.org/drawingml/2006/main">
              <a:ext uri="{FF2B5EF4-FFF2-40B4-BE49-F238E27FC236}">
                <a16:creationId xmlns:a16="http://schemas.microsoft.com/office/drawing/2014/main" id="{BA0EDD88-6E3F-4B20-8B1F-AF775DA10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81750" y="4229100"/>
            <a:ext cx="52768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C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note-heading-0">
            <a:extLst xmlns:a="http://schemas.openxmlformats.org/drawingml/2006/main">
              <a:ext uri="{FF2B5EF4-FFF2-40B4-BE49-F238E27FC236}">
                <a16:creationId xmlns:a16="http://schemas.microsoft.com/office/drawing/2014/main" id="{BD5C21D1-E451-4AA7-98EA-64CB9814C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2500" y="2286000"/>
            <a:ext cx="4648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资料齐全</a:t>
            </a:r>
          </a:p>
        </p:txBody>
      </p:sp>
      <p:sp>
        <p:nvSpPr>
          <p:cNvPr id="13" name="note-body-0">
            <a:extLst xmlns:a="http://schemas.openxmlformats.org/drawingml/2006/main">
              <a:ext uri="{FF2B5EF4-FFF2-40B4-BE49-F238E27FC236}">
                <a16:creationId xmlns:a16="http://schemas.microsoft.com/office/drawing/2014/main" id="{0E1F184D-BE81-46DD-9B8F-07760C44B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3900" y="2781300"/>
            <a:ext cx="4686300" cy="2509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5000"/>
              </a:lnSpc>
              <a:buNone/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关键文件集中归档，接手者能找到继续工作所需的资料。</a:t>
            </a:r>
          </a:p>
        </p:txBody>
      </p:sp>
      <p:sp>
        <p:nvSpPr>
          <p:cNvPr id="14" name="note-heading-1">
            <a:extLst xmlns:a="http://schemas.openxmlformats.org/drawingml/2006/main">
              <a:ext uri="{FF2B5EF4-FFF2-40B4-BE49-F238E27FC236}">
                <a16:creationId xmlns:a16="http://schemas.microsoft.com/office/drawing/2014/main" id="{FE2E11F2-C0FD-4178-B8A9-27A837118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00850" y="2286000"/>
            <a:ext cx="4648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版本清楚</a:t>
            </a:r>
          </a:p>
        </p:txBody>
      </p:sp>
      <p:sp>
        <p:nvSpPr>
          <p:cNvPr id="15" name="note-body-1">
            <a:extLst xmlns:a="http://schemas.openxmlformats.org/drawingml/2006/main">
              <a:ext uri="{FF2B5EF4-FFF2-40B4-BE49-F238E27FC236}">
                <a16:creationId xmlns:a16="http://schemas.microsoft.com/office/drawing/2014/main" id="{171ED0BA-5B2C-4320-ABD8-728F50106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72250" y="2781300"/>
            <a:ext cx="4686300" cy="2509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5000"/>
              </a:lnSpc>
              <a:buNone/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当前版本标记明确，接手者能辨认应使用哪一份文件。</a:t>
            </a:r>
          </a:p>
        </p:txBody>
      </p:sp>
      <p:sp>
        <p:nvSpPr>
          <p:cNvPr id="16" name="note-heading-2">
            <a:extLst xmlns:a="http://schemas.openxmlformats.org/drawingml/2006/main">
              <a:ext uri="{FF2B5EF4-FFF2-40B4-BE49-F238E27FC236}">
                <a16:creationId xmlns:a16="http://schemas.microsoft.com/office/drawing/2014/main" id="{D9E298DC-9826-4F60-897D-C5FEB5390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2500" y="4229100"/>
            <a:ext cx="4648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责任明确</a:t>
            </a:r>
          </a:p>
        </p:txBody>
      </p:sp>
      <p:sp>
        <p:nvSpPr>
          <p:cNvPr id="17" name="note-body-2">
            <a:extLst xmlns:a="http://schemas.openxmlformats.org/drawingml/2006/main">
              <a:ext uri="{FF2B5EF4-FFF2-40B4-BE49-F238E27FC236}">
                <a16:creationId xmlns:a16="http://schemas.microsoft.com/office/drawing/2014/main" id="{4EB01890-277F-4652-B58A-C04B00EDE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3900" y="4724400"/>
            <a:ext cx="4686300" cy="2509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5000"/>
              </a:lnSpc>
              <a:buNone/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后续负责人可查，接手者能确认工作由谁继续负责。</a:t>
            </a:r>
          </a:p>
        </p:txBody>
      </p:sp>
      <p:sp>
        <p:nvSpPr>
          <p:cNvPr id="18" name="note-heading-3">
            <a:extLst xmlns:a="http://schemas.openxmlformats.org/drawingml/2006/main">
              <a:ext uri="{FF2B5EF4-FFF2-40B4-BE49-F238E27FC236}">
                <a16:creationId xmlns:a16="http://schemas.microsoft.com/office/drawing/2014/main" id="{AEE21130-2D10-43F4-948A-7AC1EB2AF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00850" y="4229100"/>
            <a:ext cx="4648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例外有据</a:t>
            </a:r>
          </a:p>
        </p:txBody>
      </p:sp>
      <p:sp>
        <p:nvSpPr>
          <p:cNvPr id="19" name="note-body-3">
            <a:extLst xmlns:a="http://schemas.openxmlformats.org/drawingml/2006/main">
              <a:ext uri="{FF2B5EF4-FFF2-40B4-BE49-F238E27FC236}">
                <a16:creationId xmlns:a16="http://schemas.microsoft.com/office/drawing/2014/main" id="{C7BA70AB-F40F-4F5C-9A36-33B4B441B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72250" y="4724400"/>
            <a:ext cx="4686300" cy="2509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5000"/>
              </a:lnSpc>
              <a:buNone/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特殊处理附上依据，接手者能理解例外情况及其处理理由。</a:t>
            </a:r>
          </a:p>
        </p:txBody>
      </p:sp>
      <p:sp>
        <p:nvSpPr>
          <p:cNvPr id="20" name="note-icon-panel-0">
            <a:extLst xmlns:a="http://schemas.openxmlformats.org/drawingml/2006/main">
              <a:ext uri="{FF2B5EF4-FFF2-40B4-BE49-F238E27FC236}">
                <a16:creationId xmlns:a16="http://schemas.microsoft.com/office/drawing/2014/main" id="{979E07B4-C3E4-4757-9E01-B5F1E4F1A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2286000"/>
            <a:ext cx="419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77480d2b2546cc">
            <a:extLst>
              <a:ext uri="{96DAC541-7B7A-43D3-8B79-37D633B846F1}">
                <asvg:svgBlip xmlns:asvg="http://schemas.microsoft.com/office/drawing/2016/SVG/main" r:embed="Rb8500368c8614ea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47700" y="2362200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22" name="note-icon-panel-1">
            <a:extLst xmlns:a="http://schemas.openxmlformats.org/drawingml/2006/main">
              <a:ext uri="{FF2B5EF4-FFF2-40B4-BE49-F238E27FC236}">
                <a16:creationId xmlns:a16="http://schemas.microsoft.com/office/drawing/2014/main" id="{DAFCB8B8-3754-4F13-8BD9-3662D483F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81750" y="2286000"/>
            <a:ext cx="419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5c6ba9bc5e4fce">
            <a:extLst>
              <a:ext uri="{96DAC541-7B7A-43D3-8B79-37D633B846F1}">
                <asvg:svgBlip xmlns:asvg="http://schemas.microsoft.com/office/drawing/2016/SVG/main" r:embed="Re31b9aa2687644d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496050" y="2362200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24" name="note-icon-panel-2">
            <a:extLst xmlns:a="http://schemas.openxmlformats.org/drawingml/2006/main">
              <a:ext uri="{FF2B5EF4-FFF2-40B4-BE49-F238E27FC236}">
                <a16:creationId xmlns:a16="http://schemas.microsoft.com/office/drawing/2014/main" id="{0F93EDF3-F74C-4665-8F61-DA230645A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4229100"/>
            <a:ext cx="419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pic>
        <p:nvPicPr>
          <p:cNvPr id="5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ef693751c84e89">
            <a:extLst>
              <a:ext uri="{96DAC541-7B7A-43D3-8B79-37D633B846F1}">
                <asvg:svgBlip xmlns:asvg="http://schemas.microsoft.com/office/drawing/2016/SVG/main" r:embed="Rd43f9e05478f4d4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47700" y="4305300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26" name="note-icon-panel-3">
            <a:extLst xmlns:a="http://schemas.openxmlformats.org/drawingml/2006/main">
              <a:ext uri="{FF2B5EF4-FFF2-40B4-BE49-F238E27FC236}">
                <a16:creationId xmlns:a16="http://schemas.microsoft.com/office/drawing/2014/main" id="{5E719088-38C8-4EA9-86EF-A18B5A610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81750" y="4229100"/>
            <a:ext cx="419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pic>
        <p:nvPicPr>
          <p:cNvPr id="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df41f878d74531">
            <a:extLst>
              <a:ext uri="{96DAC541-7B7A-43D3-8B79-37D633B846F1}">
                <asvg:svgBlip xmlns:asvg="http://schemas.microsoft.com/office/drawing/2016/SVG/main" r:embed="R1b0a38100c65489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496050" y="4305300"/>
            <a:ext cx="190500" cy="190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53524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2026-09-08T06:15:54.9430000Z</dcterms:created>
  <dcterms:modified xsi:type="dcterms:W3CDTF">2026-09-08T06:15:54.9430000Z</dcterms:modified>
</coreProperties>
</file>