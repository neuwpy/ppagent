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22f381204f4c07" /><Relationship Type="http://schemas.openxmlformats.org/officeDocument/2006/relationships/extended-properties" Target="/docProps/app.xml" Id="R4380f4f205af4fc4" /><Relationship Type="http://schemas.openxmlformats.org/officeDocument/2006/relationships/officeDocument" Target="/ppt/presentation.xml" Id="Rcd3167d2507d42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084c37d8e44b5b"/>
  </p:sldMasterIdLst>
  <p:notesMasterIdLst>
    <p:notesMasterId xmlns:r="http://schemas.openxmlformats.org/officeDocument/2006/relationships" r:id="R2e95f535c674433c"/>
  </p:notesMasterIdLst>
  <p:sldIdLst>
    <p:sldId xmlns:r="http://schemas.openxmlformats.org/officeDocument/2006/relationships" id="256" r:id="Ra13e0051fabc4e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6418fec19949a3" /><Relationship Type="http://schemas.openxmlformats.org/officeDocument/2006/relationships/slideMaster" Target="/ppt/slideMasters/slideMaster1.xml" Id="Rb1084c37d8e44b5b" /><Relationship Type="http://schemas.openxmlformats.org/officeDocument/2006/relationships/notesMaster" Target="/ppt/notesMasters/notesMaster1.xml" Id="R2e95f535c674433c" /><Relationship Type="http://schemas.openxmlformats.org/officeDocument/2006/relationships/presProps" Target="/ppt/presProps.xml" Id="Re45b49305f1d4d96" /><Relationship Type="http://schemas.openxmlformats.org/officeDocument/2006/relationships/tableStyles" Target="/ppt/tableStyles.xml" Id="R4f70db41bdf249bd" /><Relationship Type="http://schemas.openxmlformats.org/officeDocument/2006/relationships/slide" Target="/ppt/slides/slide1.xml" Id="Ra13e0051fabc4e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1e92b6b9514a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e9e362e9c5444b" /><Relationship Type="http://schemas.openxmlformats.org/officeDocument/2006/relationships/notesMaster" Target="/ppt/notesMasters/notesMaster1.xml" Id="R3888dfcee38041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d8c1f15db64e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30acfe6afc4365" /><Relationship Type="http://schemas.openxmlformats.org/officeDocument/2006/relationships/slideLayout" Target="/ppt/slideLayouts/slideLayout1.xml" Id="Rd7bdcc0ec3d14c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bdcc0ec3d14c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22c962a19741c1" /><Relationship Type="http://schemas.openxmlformats.org/officeDocument/2006/relationships/image" Target="/ppt/media/image.png" Id="R23b0ab7d82fc44fa" /><Relationship Type="http://schemas.openxmlformats.org/officeDocument/2006/relationships/image" Target="/ppt/media/image.svg" Id="R80f6d801334d415e" /><Relationship Type="http://schemas.openxmlformats.org/officeDocument/2006/relationships/image" Target="/ppt/media/image2.png" Id="R6391e6cd34184cc6" /><Relationship Type="http://schemas.openxmlformats.org/officeDocument/2006/relationships/image" Target="/ppt/media/image2.svg" Id="Rb0a3ada232f64cad" /><Relationship Type="http://schemas.openxmlformats.org/officeDocument/2006/relationships/image" Target="/ppt/media/image3.png" Id="R77c9b621847646f8" /><Relationship Type="http://schemas.openxmlformats.org/officeDocument/2006/relationships/image" Target="/ppt/media/image3.svg" Id="R22ddb5f417734cef" /><Relationship Type="http://schemas.openxmlformats.org/officeDocument/2006/relationships/image" Target="/ppt/media/image4.png" Id="Re1b77c4a5bf647cc" /><Relationship Type="http://schemas.openxmlformats.org/officeDocument/2006/relationships/image" Target="/ppt/media/image4.svg" Id="R1be97ba72cbf4243" /><Relationship Type="http://schemas.openxmlformats.org/officeDocument/2006/relationships/notesSlide" Target="/ppt/notesSlides/notesSlide1.xml" Id="R71b62765eaac498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page-paper">
            <a:extLst xmlns:a="http://schemas.openxmlformats.org/drawingml/2006/main">
              <a:ext uri="{FF2B5EF4-FFF2-40B4-BE49-F238E27FC236}">
                <a16:creationId xmlns:a16="http://schemas.microsoft.com/office/drawing/2014/main" id="{DA0B3D5B-7E1C-4DE6-B2F7-4525F0BF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7B74EE55-4DA5-4469-84E8-0A9F2EF4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3C21A1A8-AF69-4968-8A4B-18106C09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21812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交接验收的四项条件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6CF75302-B68A-46E6-98EF-15A91D3E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647700"/>
            <a:ext cx="823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module">
            <a:extLst xmlns:a="http://schemas.openxmlformats.org/drawingml/2006/main">
              <a:ext uri="{FF2B5EF4-FFF2-40B4-BE49-F238E27FC236}">
                <a16:creationId xmlns:a16="http://schemas.microsoft.com/office/drawing/2014/main" id="{41B18759-5D69-4821-94DE-D2E4FBD7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38375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接手者能独立继续工作</a:t>
            </a:r>
          </a:p>
        </p:txBody>
      </p:sp>
      <p:sp>
        <p:nvSpPr>
          <p:cNvPr id="6" name="plain-1-body">
            <a:extLst xmlns:a="http://schemas.openxmlformats.org/drawingml/2006/main">
              <a:ext uri="{FF2B5EF4-FFF2-40B4-BE49-F238E27FC236}">
                <a16:creationId xmlns:a16="http://schemas.microsoft.com/office/drawing/2014/main" id="{42BAEC94-DF60-4977-B76A-92B4145B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47975"/>
            <a:ext cx="3476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以工作能否接续，判断交接是否完成。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发送文件只是交接动作。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EE1C0A4-38AE-44AA-9C09-9A283C56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8" name="plain-surface-1">
            <a:extLst xmlns:a="http://schemas.openxmlformats.org/drawingml/2006/main">
              <a:ext uri="{FF2B5EF4-FFF2-40B4-BE49-F238E27FC236}">
                <a16:creationId xmlns:a16="http://schemas.microsoft.com/office/drawing/2014/main" id="{23182302-B208-42DF-8F58-6FCB6998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0" y="1905000"/>
            <a:ext cx="3143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lain-surface-2">
            <a:extLst xmlns:a="http://schemas.openxmlformats.org/drawingml/2006/main">
              <a:ext uri="{FF2B5EF4-FFF2-40B4-BE49-F238E27FC236}">
                <a16:creationId xmlns:a16="http://schemas.microsoft.com/office/drawing/2014/main" id="{67B0F118-89D1-4DD6-ABC3-18A321D1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0" y="1905000"/>
            <a:ext cx="3143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lain-surface-3">
            <a:extLst xmlns:a="http://schemas.openxmlformats.org/drawingml/2006/main">
              <a:ext uri="{FF2B5EF4-FFF2-40B4-BE49-F238E27FC236}">
                <a16:creationId xmlns:a16="http://schemas.microsoft.com/office/drawing/2014/main" id="{C4188263-42F2-45F6-9BFB-DF8E3461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0" y="4000500"/>
            <a:ext cx="3143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lain-surface-4">
            <a:extLst xmlns:a="http://schemas.openxmlformats.org/drawingml/2006/main">
              <a:ext uri="{FF2B5EF4-FFF2-40B4-BE49-F238E27FC236}">
                <a16:creationId xmlns:a16="http://schemas.microsoft.com/office/drawing/2014/main" id="{3A148028-1959-415B-A363-5963F5B9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0" y="4000500"/>
            <a:ext cx="3143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note-heading-0">
            <a:extLst xmlns:a="http://schemas.openxmlformats.org/drawingml/2006/main">
              <a:ext uri="{FF2B5EF4-FFF2-40B4-BE49-F238E27FC236}">
                <a16:creationId xmlns:a16="http://schemas.microsoft.com/office/drawing/2014/main" id="{78C2EA78-55F7-42F1-9CBE-A17BFA0A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6350" y="190500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资料齐全</a:t>
            </a:r>
          </a:p>
        </p:txBody>
      </p:sp>
      <p:sp>
        <p:nvSpPr>
          <p:cNvPr id="13" name="note-body-0">
            <a:extLst xmlns:a="http://schemas.openxmlformats.org/drawingml/2006/main">
              <a:ext uri="{FF2B5EF4-FFF2-40B4-BE49-F238E27FC236}">
                <a16:creationId xmlns:a16="http://schemas.microsoft.com/office/drawing/2014/main" id="{172FF16C-411F-44FA-9988-8E22A2F1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0" y="2400300"/>
            <a:ext cx="2552700" cy="2509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关键文件集中归档</a:t>
            </a:r>
          </a:p>
        </p:txBody>
      </p:sp>
      <p:sp>
        <p:nvSpPr>
          <p:cNvPr id="14" name="note-heading-1">
            <a:extLst xmlns:a="http://schemas.openxmlformats.org/drawingml/2006/main">
              <a:ext uri="{FF2B5EF4-FFF2-40B4-BE49-F238E27FC236}">
                <a16:creationId xmlns:a16="http://schemas.microsoft.com/office/drawing/2014/main" id="{B64461AA-1A21-45C3-B4B8-B5A0E3B2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0600" y="190500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版本清楚</a:t>
            </a:r>
          </a:p>
        </p:txBody>
      </p:sp>
      <p:sp>
        <p:nvSpPr>
          <p:cNvPr id="15" name="note-body-1">
            <a:extLst xmlns:a="http://schemas.openxmlformats.org/drawingml/2006/main">
              <a:ext uri="{FF2B5EF4-FFF2-40B4-BE49-F238E27FC236}">
                <a16:creationId xmlns:a16="http://schemas.microsoft.com/office/drawing/2014/main" id="{0E1BEF53-8AB0-4AC2-A2FC-028C8B6C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2400300"/>
            <a:ext cx="2552700" cy="2509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当前版本标记明确</a:t>
            </a:r>
          </a:p>
        </p:txBody>
      </p:sp>
      <p:sp>
        <p:nvSpPr>
          <p:cNvPr id="16" name="note-heading-2">
            <a:extLst xmlns:a="http://schemas.openxmlformats.org/drawingml/2006/main">
              <a:ext uri="{FF2B5EF4-FFF2-40B4-BE49-F238E27FC236}">
                <a16:creationId xmlns:a16="http://schemas.microsoft.com/office/drawing/2014/main" id="{86B61A2D-F166-4E2D-BEE3-862B905C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6350" y="400050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责任明确</a:t>
            </a:r>
          </a:p>
        </p:txBody>
      </p:sp>
      <p:sp>
        <p:nvSpPr>
          <p:cNvPr id="17" name="note-body-2">
            <a:extLst xmlns:a="http://schemas.openxmlformats.org/drawingml/2006/main">
              <a:ext uri="{FF2B5EF4-FFF2-40B4-BE49-F238E27FC236}">
                <a16:creationId xmlns:a16="http://schemas.microsoft.com/office/drawing/2014/main" id="{0144C022-1A45-4313-A093-C519E800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0" y="4495800"/>
            <a:ext cx="2552700" cy="2509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后续负责人可查</a:t>
            </a:r>
          </a:p>
        </p:txBody>
      </p:sp>
      <p:sp>
        <p:nvSpPr>
          <p:cNvPr id="18" name="note-heading-3">
            <a:extLst xmlns:a="http://schemas.openxmlformats.org/drawingml/2006/main">
              <a:ext uri="{FF2B5EF4-FFF2-40B4-BE49-F238E27FC236}">
                <a16:creationId xmlns:a16="http://schemas.microsoft.com/office/drawing/2014/main" id="{357BB839-2D61-4CF1-BE54-DEE5F4D2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0600" y="400050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例外有据</a:t>
            </a:r>
          </a:p>
        </p:txBody>
      </p:sp>
      <p:sp>
        <p:nvSpPr>
          <p:cNvPr id="19" name="note-body-3">
            <a:extLst xmlns:a="http://schemas.openxmlformats.org/drawingml/2006/main">
              <a:ext uri="{FF2B5EF4-FFF2-40B4-BE49-F238E27FC236}">
                <a16:creationId xmlns:a16="http://schemas.microsoft.com/office/drawing/2014/main" id="{1CDF0946-C658-49FF-819E-DFE9C991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4495800"/>
            <a:ext cx="2552700" cy="2509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特殊处理附上依据</a:t>
            </a:r>
          </a:p>
        </p:txBody>
      </p:sp>
      <p:sp>
        <p:nvSpPr>
          <p:cNvPr id="20" name="note-icon-panel-0">
            <a:extLst xmlns:a="http://schemas.openxmlformats.org/drawingml/2006/main">
              <a:ext uri="{FF2B5EF4-FFF2-40B4-BE49-F238E27FC236}">
                <a16:creationId xmlns:a16="http://schemas.microsoft.com/office/drawing/2014/main" id="{B0C2D036-590B-4E96-8811-DA314DE4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0" y="19050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b0ab7d82fc44fa">
            <a:extLst>
              <a:ext uri="{96DAC541-7B7A-43D3-8B79-37D633B846F1}">
                <asvg:svgBlip xmlns:asvg="http://schemas.microsoft.com/office/drawing/2016/SVG/main" r:embed="R80f6d801334d415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81550" y="19812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2" name="note-icon-panel-1">
            <a:extLst xmlns:a="http://schemas.openxmlformats.org/drawingml/2006/main">
              <a:ext uri="{FF2B5EF4-FFF2-40B4-BE49-F238E27FC236}">
                <a16:creationId xmlns:a16="http://schemas.microsoft.com/office/drawing/2014/main" id="{16957FC6-1FAA-4F7B-8B27-BD5AF137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0" y="19050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91e6cd34184cc6">
            <a:extLst>
              <a:ext uri="{96DAC541-7B7A-43D3-8B79-37D633B846F1}">
                <asvg:svgBlip xmlns:asvg="http://schemas.microsoft.com/office/drawing/2016/SVG/main" r:embed="Rb0a3ada232f64ca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19812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4" name="note-icon-panel-2">
            <a:extLst xmlns:a="http://schemas.openxmlformats.org/drawingml/2006/main">
              <a:ext uri="{FF2B5EF4-FFF2-40B4-BE49-F238E27FC236}">
                <a16:creationId xmlns:a16="http://schemas.microsoft.com/office/drawing/2014/main" id="{F8E01601-4E16-4CBD-B677-7418B8DB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0" y="40005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c9b621847646f8">
            <a:extLst>
              <a:ext uri="{96DAC541-7B7A-43D3-8B79-37D633B846F1}">
                <asvg:svgBlip xmlns:asvg="http://schemas.microsoft.com/office/drawing/2016/SVG/main" r:embed="R22ddb5f417734ce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81550" y="40767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6" name="note-icon-panel-3">
            <a:extLst xmlns:a="http://schemas.openxmlformats.org/drawingml/2006/main">
              <a:ext uri="{FF2B5EF4-FFF2-40B4-BE49-F238E27FC236}">
                <a16:creationId xmlns:a16="http://schemas.microsoft.com/office/drawing/2014/main" id="{362D98A6-C6C0-4BAD-A637-A9B8E04B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0" y="40005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b77c4a5bf647cc">
            <a:extLst>
              <a:ext uri="{96DAC541-7B7A-43D3-8B79-37D633B846F1}">
                <asvg:svgBlip xmlns:asvg="http://schemas.microsoft.com/office/drawing/2016/SVG/main" r:embed="R1be97ba72cbf424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407670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1477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2026-09-08T06:15:45.0720000Z</dcterms:created>
  <dcterms:modified xsi:type="dcterms:W3CDTF">2026-09-08T06:15:45.0720000Z</dcterms:modified>
</coreProperties>
</file>